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9" r:id="rId6"/>
  </p:sldMasterIdLst>
  <p:notesMasterIdLst>
    <p:notesMasterId r:id="rId43"/>
  </p:notesMasterIdLst>
  <p:sldIdLst>
    <p:sldId id="771" r:id="rId7"/>
    <p:sldId id="851" r:id="rId8"/>
    <p:sldId id="852" r:id="rId9"/>
    <p:sldId id="853" r:id="rId10"/>
    <p:sldId id="743" r:id="rId11"/>
    <p:sldId id="742" r:id="rId12"/>
    <p:sldId id="776" r:id="rId13"/>
    <p:sldId id="788" r:id="rId14"/>
    <p:sldId id="828" r:id="rId15"/>
    <p:sldId id="829" r:id="rId16"/>
    <p:sldId id="854" r:id="rId17"/>
    <p:sldId id="862" r:id="rId18"/>
    <p:sldId id="863" r:id="rId19"/>
    <p:sldId id="855" r:id="rId20"/>
    <p:sldId id="856" r:id="rId21"/>
    <p:sldId id="857" r:id="rId22"/>
    <p:sldId id="858" r:id="rId23"/>
    <p:sldId id="859" r:id="rId24"/>
    <p:sldId id="860" r:id="rId25"/>
    <p:sldId id="861" r:id="rId26"/>
    <p:sldId id="838" r:id="rId27"/>
    <p:sldId id="839" r:id="rId28"/>
    <p:sldId id="840" r:id="rId29"/>
    <p:sldId id="661" r:id="rId30"/>
    <p:sldId id="815" r:id="rId31"/>
    <p:sldId id="849" r:id="rId32"/>
    <p:sldId id="816" r:id="rId33"/>
    <p:sldId id="850" r:id="rId34"/>
    <p:sldId id="817" r:id="rId35"/>
    <p:sldId id="796" r:id="rId36"/>
    <p:sldId id="801" r:id="rId37"/>
    <p:sldId id="797" r:id="rId38"/>
    <p:sldId id="802" r:id="rId39"/>
    <p:sldId id="803" r:id="rId40"/>
    <p:sldId id="805" r:id="rId41"/>
    <p:sldId id="820" r:id="rId42"/>
  </p:sldIdLst>
  <p:sldSz cx="12192000" cy="6858000"/>
  <p:notesSz cx="6858000" cy="9144000"/>
  <p:custDataLst>
    <p:tags r:id="rId4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" userDrawn="1">
          <p15:clr>
            <a:srgbClr val="A4A3A4"/>
          </p15:clr>
        </p15:guide>
        <p15:guide id="2" pos="3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7030A0"/>
    <a:srgbClr val="CCCCFF"/>
    <a:srgbClr val="9900FF"/>
    <a:srgbClr val="9933FF"/>
    <a:srgbClr val="CC00CC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2"/>
    <p:restoredTop sz="87755"/>
  </p:normalViewPr>
  <p:slideViewPr>
    <p:cSldViewPr snapToGrid="0" snapToObjects="1" showGuides="1">
      <p:cViewPr varScale="1">
        <p:scale>
          <a:sx n="77" d="100"/>
          <a:sy n="77" d="100"/>
        </p:scale>
        <p:origin x="276" y="68"/>
      </p:cViewPr>
      <p:guideLst>
        <p:guide orient="horz" pos="208"/>
        <p:guide pos="341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D4F9811-3203-4CBD-B28D-C0492D841F8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3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03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03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13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24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34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44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54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75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95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95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05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05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36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46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46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57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67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77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87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87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98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23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13EC2A-9061-40A9-A46D-3A227D039068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6F99BC-A351-4340-8A10-548DC0210932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90CEEE-4F7E-4542-AC94-C2D6F81CF978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0F134D-3B13-49F2-B1FF-499CE0213DD9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D1F5BC-B1F6-435F-9793-802A78D959AF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51A6A0-A8AD-46F3-AD40-E62FBA341F12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A008C8-34A0-4A3C-83D3-39551D4D2B36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08A4BB-7502-4580-8F74-87B8FF581D75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CA40DC-1784-4635-9C39-A1E54A6FB8CA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9CE850-9598-4612-AA40-F505BDB18E88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B40E7D-74CF-41E5-BA6C-C4371B4565AA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7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8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2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41FE0B-E441-45EE-9D3B-C183949A175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7C233E-11B7-4C7F-865A-689FD9CEE0C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1814A3-E819-49CD-A858-E186A2DC674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BC662A-126B-4C17-B84B-2A781A5CBE3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3B6161-2293-4323-8566-19D4B9B92A6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82E569-E20D-455C-9471-D7AD0C1D3C3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56B879-6645-4548-A1E8-4AB56A43AE2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050F9E-A3EF-46AA-AF4D-E2D01EDE6A4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BACB8-B850-4B54-A78D-C137CE14516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33391A-94BA-4814-9398-953E8E258BC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AC4E0F-33D3-43E6-AAF8-ACF567C0293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67F137-19C9-46D6-ADEF-97EB201ABCB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jpeg"/><Relationship Id="rId26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5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23" Type="http://schemas.openxmlformats.org/officeDocument/2006/relationships/image" Target="../media/image11.png"/><Relationship Id="rId28" Type="http://schemas.openxmlformats.org/officeDocument/2006/relationships/image" Target="../media/image16.jpeg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Relationship Id="rId22" Type="http://schemas.openxmlformats.org/officeDocument/2006/relationships/image" Target="../media/image10.jpeg"/><Relationship Id="rId27" Type="http://schemas.openxmlformats.org/officeDocument/2006/relationships/image" Target="../media/image15.jpe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23.png"/><Relationship Id="rId34" Type="http://schemas.openxmlformats.org/officeDocument/2006/relationships/image" Target="../media/image11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9.png"/><Relationship Id="rId25" Type="http://schemas.openxmlformats.org/officeDocument/2006/relationships/image" Target="../media/image27.jpeg"/><Relationship Id="rId33" Type="http://schemas.openxmlformats.org/officeDocument/2006/relationships/image" Target="../media/image10.jpe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26.png"/><Relationship Id="rId32" Type="http://schemas.openxmlformats.org/officeDocument/2006/relationships/image" Target="../media/image9.png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15.jpeg"/><Relationship Id="rId36" Type="http://schemas.openxmlformats.org/officeDocument/2006/relationships/image" Target="../media/image1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1.png"/><Relationship Id="rId31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image" Target="../media/image6.jpe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9.png"/><Relationship Id="rId25" Type="http://schemas.openxmlformats.org/officeDocument/2006/relationships/image" Target="../media/image27.jpe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26.png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9.png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image" Target="../media/image8.png"/><Relationship Id="rId30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"/>
          <p:cNvGrpSpPr/>
          <p:nvPr/>
        </p:nvGrpSpPr>
        <p:grpSpPr>
          <a:xfrm>
            <a:off x="-4762" y="-19050"/>
            <a:ext cx="12249150" cy="7042150"/>
            <a:chOff x="-4763" y="-19050"/>
            <a:chExt cx="9185276" cy="6877050"/>
          </a:xfrm>
        </p:grpSpPr>
        <p:sp>
          <p:nvSpPr>
            <p:cNvPr id="7" name="矩形 6"/>
            <p:cNvSpPr>
              <a:spLocks noChangeArrowheads="1"/>
            </p:cNvSpPr>
            <p:nvPr/>
          </p:nvSpPr>
          <p:spPr bwMode="auto">
            <a:xfrm>
              <a:off x="-4763" y="-19050"/>
              <a:ext cx="9143611" cy="6877050"/>
            </a:xfrm>
            <a:prstGeom prst="rect">
              <a:avLst/>
            </a:prstGeom>
            <a:solidFill>
              <a:srgbClr val="F2F2F2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ChangeArrowheads="1"/>
            </p:cNvSpPr>
            <p:nvPr/>
          </p:nvSpPr>
          <p:spPr bwMode="auto">
            <a:xfrm>
              <a:off x="-1" y="621217"/>
              <a:ext cx="9180514" cy="5039966"/>
            </a:xfrm>
            <a:prstGeom prst="rect">
              <a:avLst/>
            </a:prstGeom>
            <a:solidFill>
              <a:srgbClr val="D8D8D8">
                <a:alpha val="1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9" name="矩形 3"/>
            <p:cNvSpPr>
              <a:spLocks noChangeArrowheads="1"/>
            </p:cNvSpPr>
            <p:nvPr/>
          </p:nvSpPr>
          <p:spPr bwMode="auto">
            <a:xfrm>
              <a:off x="-1" y="6168125"/>
              <a:ext cx="2327269" cy="178282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/>
          </p:nvSpPr>
          <p:spPr bwMode="auto">
            <a:xfrm>
              <a:off x="2327269" y="6168125"/>
              <a:ext cx="2260607" cy="178282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矩形 9"/>
            <p:cNvSpPr>
              <a:spLocks noChangeArrowheads="1"/>
            </p:cNvSpPr>
            <p:nvPr/>
          </p:nvSpPr>
          <p:spPr bwMode="auto">
            <a:xfrm>
              <a:off x="4587875" y="6168125"/>
              <a:ext cx="2260606" cy="178282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矩形 10"/>
            <p:cNvSpPr>
              <a:spLocks noChangeArrowheads="1"/>
            </p:cNvSpPr>
            <p:nvPr/>
          </p:nvSpPr>
          <p:spPr bwMode="auto">
            <a:xfrm>
              <a:off x="6848481" y="6168125"/>
              <a:ext cx="2295128" cy="178282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矩形 6"/>
            <p:cNvSpPr>
              <a:spLocks noChangeArrowheads="1"/>
            </p:cNvSpPr>
            <p:nvPr/>
          </p:nvSpPr>
          <p:spPr bwMode="auto">
            <a:xfrm>
              <a:off x="-1" y="247598"/>
              <a:ext cx="2260606" cy="71313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矩形 7"/>
            <p:cNvSpPr>
              <a:spLocks noChangeArrowheads="1"/>
            </p:cNvSpPr>
            <p:nvPr/>
          </p:nvSpPr>
          <p:spPr bwMode="auto">
            <a:xfrm>
              <a:off x="2260605" y="247598"/>
              <a:ext cx="2260607" cy="71313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/>
          </p:nvSpPr>
          <p:spPr bwMode="auto">
            <a:xfrm>
              <a:off x="4521212" y="247598"/>
              <a:ext cx="2260606" cy="71313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6" name="矩形 13"/>
            <p:cNvSpPr>
              <a:spLocks noChangeArrowheads="1"/>
            </p:cNvSpPr>
            <p:nvPr/>
          </p:nvSpPr>
          <p:spPr bwMode="auto">
            <a:xfrm>
              <a:off x="6781818" y="247598"/>
              <a:ext cx="2361792" cy="71313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/>
          <p:nvPr/>
        </p:nvGrpSpPr>
        <p:grpSpPr>
          <a:xfrm>
            <a:off x="-212725" y="-28575"/>
            <a:ext cx="12501563" cy="6964363"/>
            <a:chOff x="-232232" y="-159654"/>
            <a:chExt cx="9376230" cy="6964589"/>
          </a:xfrm>
        </p:grpSpPr>
        <p:pic>
          <p:nvPicPr>
            <p:cNvPr id="2072" name="图片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3" name="图片 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4" name="图片 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1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9713" y="1876425"/>
            <a:ext cx="73025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10"/>
          <p:cNvPicPr>
            <a:picLocks noChangeAspect="1"/>
          </p:cNvPicPr>
          <p:nvPr/>
        </p:nvPicPr>
        <p:blipFill>
          <a:blip r:embed="rId16"/>
          <a:srcRect t="12482"/>
          <a:stretch>
            <a:fillRect/>
          </a:stretch>
        </p:blipFill>
        <p:spPr>
          <a:xfrm>
            <a:off x="7561263" y="4037013"/>
            <a:ext cx="1327150" cy="795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575355" y="3966231"/>
            <a:ext cx="1282700" cy="790575"/>
          </a:xfrm>
          <a:prstGeom prst="ellipse">
            <a:avLst/>
          </a:prstGeom>
        </p:spPr>
      </p:pic>
      <p:pic>
        <p:nvPicPr>
          <p:cNvPr id="2055" name="图片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-167860">
            <a:off x="2855913" y="3957638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6" name="Picture 4" descr="画儿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4">
            <a:off x="3832225" y="2027238"/>
            <a:ext cx="498475" cy="9747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2057" name="图片 14"/>
          <p:cNvPicPr>
            <a:picLocks noChangeAspect="1"/>
          </p:cNvPicPr>
          <p:nvPr/>
        </p:nvPicPr>
        <p:blipFill>
          <a:blip r:embed="rId19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3088" y="3751263"/>
            <a:ext cx="1030287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图片 5"/>
          <p:cNvPicPr>
            <a:picLocks noChangeAspect="1"/>
          </p:cNvPicPr>
          <p:nvPr/>
        </p:nvPicPr>
        <p:blipFill>
          <a:blip r:embed="rId20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4175" y="2141538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图片 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8738" y="2486025"/>
            <a:ext cx="1841500" cy="2622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Picture 5" descr="书"/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9293225" y="3551238"/>
            <a:ext cx="620713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图片 11"/>
          <p:cNvPicPr>
            <a:picLocks noChangeAspect="1"/>
          </p:cNvPicPr>
          <p:nvPr/>
        </p:nvPicPr>
        <p:blipFill>
          <a:blip r:embed="rId23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647113" y="4306888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图片 4"/>
          <p:cNvPicPr>
            <a:picLocks noChangeAspect="1"/>
          </p:cNvPicPr>
          <p:nvPr/>
        </p:nvPicPr>
        <p:blipFill>
          <a:blip r:embed="rId24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7800" y="1876425"/>
            <a:ext cx="1689100" cy="1227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3" name="图片 21"/>
          <p:cNvPicPr>
            <a:picLocks noChangeAspect="1"/>
          </p:cNvPicPr>
          <p:nvPr/>
        </p:nvPicPr>
        <p:blipFill>
          <a:blip r:embed="rId2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88" y="1622425"/>
            <a:ext cx="2568575" cy="2422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4" name="图片 22"/>
          <p:cNvPicPr>
            <a:picLocks noChangeAspect="1"/>
          </p:cNvPicPr>
          <p:nvPr/>
        </p:nvPicPr>
        <p:blipFill>
          <a:blip r:embed="rId16"/>
          <a:srcRect t="-5524"/>
          <a:stretch>
            <a:fillRect/>
          </a:stretch>
        </p:blipFill>
        <p:spPr>
          <a:xfrm>
            <a:off x="2819400" y="3016250"/>
            <a:ext cx="1417638" cy="868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5" name="图片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4950" y="3062288"/>
            <a:ext cx="1362075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6" name="图片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0663" y="3503613"/>
            <a:ext cx="1252537" cy="830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7" name="图片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2075" y="3919538"/>
            <a:ext cx="1338263" cy="895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8" name="图片 1"/>
          <p:cNvPicPr>
            <a:picLocks noChangeAspect="1"/>
          </p:cNvPicPr>
          <p:nvPr/>
        </p:nvPicPr>
        <p:blipFill>
          <a:blip r:embed="rId26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3" t="8031" r="7834" b="28464"/>
          <a:stretch>
            <a:fillRect/>
          </a:stretch>
        </p:blipFill>
        <p:spPr>
          <a:xfrm>
            <a:off x="6534150" y="4602163"/>
            <a:ext cx="796925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9" name="Picture 8" descr="纸箱子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9" r="1027" b="68901"/>
          <a:stretch>
            <a:fillRect/>
          </a:stretch>
        </p:blipFill>
        <p:spPr>
          <a:xfrm>
            <a:off x="7123113" y="3708400"/>
            <a:ext cx="2538412" cy="1306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0" name="图片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59963" y="3152775"/>
            <a:ext cx="458787" cy="59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梯形 29"/>
          <p:cNvSpPr/>
          <p:nvPr/>
        </p:nvSpPr>
        <p:spPr>
          <a:xfrm rot="12584178">
            <a:off x="2149475" y="2768600"/>
            <a:ext cx="852488" cy="14446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00" y="113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3086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3088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3090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3094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3096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098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100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102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3105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3107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8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9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3106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3103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3104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3101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309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3097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3095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3091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092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3089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3075" name="图片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4" descr="画儿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5">
            <a:off x="3852863" y="2092325"/>
            <a:ext cx="498475" cy="973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3077" name="Picture 8" descr="纸箱子"/>
          <p:cNvPicPr>
            <a:picLocks noChangeAspect="1"/>
          </p:cNvPicPr>
          <p:nvPr/>
        </p:nvPicPr>
        <p:blipFill>
          <a:blip r:embed="rId28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8" r="1027" b="68900"/>
          <a:stretch>
            <a:fillRect/>
          </a:stretch>
        </p:blipFill>
        <p:spPr>
          <a:xfrm>
            <a:off x="6492875" y="5181600"/>
            <a:ext cx="2536825" cy="1304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59"/>
          <p:cNvPicPr>
            <a:picLocks noChangeAspect="1"/>
          </p:cNvPicPr>
          <p:nvPr/>
        </p:nvPicPr>
        <p:blipFill>
          <a:blip r:embed="rId29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2" t="8031" r="7834" b="28464"/>
          <a:stretch>
            <a:fillRect/>
          </a:stretch>
        </p:blipFill>
        <p:spPr>
          <a:xfrm>
            <a:off x="6492875" y="4748213"/>
            <a:ext cx="795338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9" name="图片 60"/>
          <p:cNvPicPr>
            <a:picLocks noChangeAspect="1"/>
          </p:cNvPicPr>
          <p:nvPr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3725" y="3817938"/>
            <a:ext cx="1031875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0" name="图片 61"/>
          <p:cNvPicPr>
            <a:picLocks noChangeAspect="1"/>
          </p:cNvPicPr>
          <p:nvPr/>
        </p:nvPicPr>
        <p:blipFill>
          <a:blip r:embed="rId31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图片 6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2" name="Picture 5" descr="书"/>
          <p:cNvPicPr>
            <a:picLocks noChangeAspect="1"/>
          </p:cNvPicPr>
          <p:nvPr/>
        </p:nvPicPr>
        <p:blipFill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8562975" y="3248025"/>
            <a:ext cx="619125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3" name="图片 64"/>
          <p:cNvPicPr>
            <a:picLocks noChangeAspect="1"/>
          </p:cNvPicPr>
          <p:nvPr/>
        </p:nvPicPr>
        <p:blipFill>
          <a:blip r:embed="rId34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4" name="图片 65"/>
          <p:cNvPicPr>
            <a:picLocks noChangeAspect="1"/>
          </p:cNvPicPr>
          <p:nvPr/>
        </p:nvPicPr>
        <p:blipFill>
          <a:blip r:embed="rId3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2100" y="1936750"/>
            <a:ext cx="1689100" cy="1225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5" name="图片 66"/>
          <p:cNvPicPr>
            <a:picLocks noChangeAspect="1"/>
          </p:cNvPicPr>
          <p:nvPr/>
        </p:nvPicPr>
        <p:blipFill>
          <a:blip r:embed="rId36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4104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4106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108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11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114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4116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4118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4120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4123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4125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6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7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4124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4121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4122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4119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4117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4115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4113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4109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110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4107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4099" name="图片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图片 61"/>
          <p:cNvPicPr>
            <a:picLocks noChangeAspect="1"/>
          </p:cNvPicPr>
          <p:nvPr/>
        </p:nvPicPr>
        <p:blipFill>
          <a:blip r:embed="rId27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图片 6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图片 64"/>
          <p:cNvPicPr>
            <a:picLocks noChangeAspect="1"/>
          </p:cNvPicPr>
          <p:nvPr/>
        </p:nvPicPr>
        <p:blipFill>
          <a:blip r:embed="rId29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3" name="图片 66"/>
          <p:cNvPicPr>
            <a:picLocks noChangeAspect="1"/>
          </p:cNvPicPr>
          <p:nvPr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120072F-CE80-4022-84BC-B56025360BF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CF39B-2093-476E-A624-685C784B6A6C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60488" y="447675"/>
            <a:ext cx="9144000" cy="2387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6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</a:t>
            </a:r>
          </a:p>
        </p:txBody>
      </p:sp>
      <p:sp>
        <p:nvSpPr>
          <p:cNvPr id="63491" name="Rectangle 3"/>
          <p:cNvSpPr>
            <a:spLocks noGrp="1"/>
          </p:cNvSpPr>
          <p:nvPr>
            <p:ph type="subTitle" idx="1"/>
          </p:nvPr>
        </p:nvSpPr>
        <p:spPr>
          <a:xfrm>
            <a:off x="1471613" y="3330575"/>
            <a:ext cx="9144000" cy="16557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70000"/>
              </a:lnSpc>
              <a:buClrTx/>
              <a:buSzTx/>
            </a:pPr>
            <a:r>
              <a:rPr lang="zh-CN" altLang="en-US" sz="5400" b="1" kern="12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我会说汉语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15975" y="1030288"/>
            <a:ext cx="34893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</a:t>
            </a:r>
          </a:p>
        </p:txBody>
      </p:sp>
      <p:pic>
        <p:nvPicPr>
          <p:cNvPr id="6349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75" y="708025"/>
            <a:ext cx="754063" cy="812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51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4515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4516" name="Picture 6" descr="E:\HSK1\新建文件夹\1课\1-09猫-微图ps2299392（25）.jp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6308725" y="-6210300"/>
            <a:ext cx="2160588" cy="1439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7" name="Picture 5" descr="E:\HSK1\新建文件夹\1课\1-08笔-微图ps1714897（25）.jp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63575" y="4352925"/>
            <a:ext cx="2160588" cy="14398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18" name="TextBox 28"/>
          <p:cNvSpPr txBox="1"/>
          <p:nvPr/>
        </p:nvSpPr>
        <p:spPr>
          <a:xfrm>
            <a:off x="1050925" y="2955925"/>
            <a:ext cx="2041525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kāfēi</a:t>
            </a:r>
          </a:p>
          <a:p>
            <a:pPr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咖啡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19" name="Picture 7" descr="E:\HSK1\新建文件夹\1课\1-09猫-微图ps2299392（25）.jp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471863" y="4362450"/>
            <a:ext cx="2160587" cy="14398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0" name="TextBox 29"/>
          <p:cNvSpPr txBox="1"/>
          <p:nvPr/>
        </p:nvSpPr>
        <p:spPr>
          <a:xfrm>
            <a:off x="3549650" y="2932113"/>
            <a:ext cx="2122488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ɡōnɡyuán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公园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21" name="Picture 8" descr="E:\HSK1\新建文件夹\1课\1-10岛-前图38591017（20）替换.jpg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6300788" y="4359275"/>
            <a:ext cx="2159000" cy="14398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2" name="TextBox 30"/>
          <p:cNvSpPr txBox="1"/>
          <p:nvPr/>
        </p:nvSpPr>
        <p:spPr>
          <a:xfrm>
            <a:off x="6469063" y="2933700"/>
            <a:ext cx="1925637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jīchǎnɡ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机场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23" name="Picture 9" descr="E:\HSK1\新建文件夹\1课\1-11花-前图bigstock-yellow-flower-14475059（利用）替换.jpg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182100" y="4376738"/>
            <a:ext cx="2160588" cy="14398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4" name="TextBox 31"/>
          <p:cNvSpPr txBox="1"/>
          <p:nvPr/>
        </p:nvSpPr>
        <p:spPr>
          <a:xfrm>
            <a:off x="9117013" y="2944813"/>
            <a:ext cx="2549525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chēzhàn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车站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双音节词语的声调搭配（</a:t>
            </a: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Tone Collocation in Disyllabic Words(1)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63575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3459163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6300788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721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9117013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5" name="直接连接符 24"/>
          <p:cNvCxnSpPr/>
          <p:nvPr/>
        </p:nvCxnSpPr>
        <p:spPr>
          <a:xfrm>
            <a:off x="846138" y="1949450"/>
            <a:ext cx="711200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364663" y="1941513"/>
            <a:ext cx="711200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502400" y="1941513"/>
            <a:ext cx="711200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690938" y="1949450"/>
            <a:ext cx="711200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947863" y="1949450"/>
            <a:ext cx="711200" cy="0"/>
          </a:xfrm>
          <a:prstGeom prst="line">
            <a:avLst/>
          </a:pr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662113" y="1946275"/>
            <a:ext cx="223838" cy="0"/>
          </a:xfrm>
          <a:prstGeom prst="line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任意多边形 56"/>
          <p:cNvSpPr/>
          <p:nvPr/>
        </p:nvSpPr>
        <p:spPr>
          <a:xfrm>
            <a:off x="4478338" y="2047875"/>
            <a:ext cx="219075" cy="379413"/>
          </a:xfrm>
          <a:custGeom>
            <a:avLst/>
            <a:gdLst>
              <a:gd name="connsiteX0" fmla="*/ 0 w 327546"/>
              <a:gd name="connsiteY0" fmla="*/ 0 h 545911"/>
              <a:gd name="connsiteX1" fmla="*/ 95534 w 327546"/>
              <a:gd name="connsiteY1" fmla="*/ 238836 h 545911"/>
              <a:gd name="connsiteX2" fmla="*/ 184245 w 327546"/>
              <a:gd name="connsiteY2" fmla="*/ 395785 h 545911"/>
              <a:gd name="connsiteX3" fmla="*/ 327546 w 327546"/>
              <a:gd name="connsiteY3" fmla="*/ 545911 h 545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7546" h="545911">
                <a:moveTo>
                  <a:pt x="0" y="0"/>
                </a:moveTo>
                <a:cubicBezTo>
                  <a:pt x="32413" y="86436"/>
                  <a:pt x="64827" y="172872"/>
                  <a:pt x="95534" y="238836"/>
                </a:cubicBezTo>
                <a:cubicBezTo>
                  <a:pt x="126242" y="304800"/>
                  <a:pt x="145576" y="344606"/>
                  <a:pt x="184245" y="395785"/>
                </a:cubicBezTo>
                <a:cubicBezTo>
                  <a:pt x="222914" y="446964"/>
                  <a:pt x="275230" y="496437"/>
                  <a:pt x="327546" y="545911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" name="任意多边形 59"/>
          <p:cNvSpPr/>
          <p:nvPr/>
        </p:nvSpPr>
        <p:spPr>
          <a:xfrm>
            <a:off x="4768850" y="2028825"/>
            <a:ext cx="409575" cy="419100"/>
          </a:xfrm>
          <a:custGeom>
            <a:avLst/>
            <a:gdLst>
              <a:gd name="connsiteX0" fmla="*/ 0 w 533400"/>
              <a:gd name="connsiteY0" fmla="*/ 419100 h 419100"/>
              <a:gd name="connsiteX1" fmla="*/ 323850 w 533400"/>
              <a:gd name="connsiteY1" fmla="*/ 238125 h 419100"/>
              <a:gd name="connsiteX2" fmla="*/ 533400 w 533400"/>
              <a:gd name="connsiteY2" fmla="*/ 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419100">
                <a:moveTo>
                  <a:pt x="0" y="419100"/>
                </a:moveTo>
                <a:cubicBezTo>
                  <a:pt x="117475" y="363537"/>
                  <a:pt x="234950" y="307975"/>
                  <a:pt x="323850" y="238125"/>
                </a:cubicBezTo>
                <a:cubicBezTo>
                  <a:pt x="412750" y="168275"/>
                  <a:pt x="473075" y="84137"/>
                  <a:pt x="533400" y="0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7297738" y="2057400"/>
            <a:ext cx="276225" cy="504825"/>
          </a:xfrm>
          <a:custGeom>
            <a:avLst/>
            <a:gdLst>
              <a:gd name="connsiteX0" fmla="*/ 0 w 400050"/>
              <a:gd name="connsiteY0" fmla="*/ 0 h 657225"/>
              <a:gd name="connsiteX1" fmla="*/ 142875 w 400050"/>
              <a:gd name="connsiteY1" fmla="*/ 180975 h 657225"/>
              <a:gd name="connsiteX2" fmla="*/ 247650 w 400050"/>
              <a:gd name="connsiteY2" fmla="*/ 390525 h 657225"/>
              <a:gd name="connsiteX3" fmla="*/ 400050 w 400050"/>
              <a:gd name="connsiteY3" fmla="*/ 657225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50" h="657225">
                <a:moveTo>
                  <a:pt x="0" y="0"/>
                </a:moveTo>
                <a:cubicBezTo>
                  <a:pt x="50800" y="57944"/>
                  <a:pt x="101600" y="115888"/>
                  <a:pt x="142875" y="180975"/>
                </a:cubicBezTo>
                <a:cubicBezTo>
                  <a:pt x="184150" y="246063"/>
                  <a:pt x="204788" y="311150"/>
                  <a:pt x="247650" y="390525"/>
                </a:cubicBezTo>
                <a:cubicBezTo>
                  <a:pt x="290512" y="469900"/>
                  <a:pt x="345281" y="563562"/>
                  <a:pt x="400050" y="657225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7631113" y="2647950"/>
            <a:ext cx="685800" cy="85725"/>
          </a:xfrm>
          <a:custGeom>
            <a:avLst/>
            <a:gdLst>
              <a:gd name="connsiteX0" fmla="*/ 0 w 685800"/>
              <a:gd name="connsiteY0" fmla="*/ 0 h 85725"/>
              <a:gd name="connsiteX1" fmla="*/ 371475 w 685800"/>
              <a:gd name="connsiteY1" fmla="*/ 85725 h 85725"/>
              <a:gd name="connsiteX2" fmla="*/ 685800 w 685800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5800" h="85725">
                <a:moveTo>
                  <a:pt x="0" y="0"/>
                </a:moveTo>
                <a:cubicBezTo>
                  <a:pt x="128587" y="42862"/>
                  <a:pt x="257175" y="85725"/>
                  <a:pt x="371475" y="85725"/>
                </a:cubicBezTo>
                <a:cubicBezTo>
                  <a:pt x="485775" y="85725"/>
                  <a:pt x="585787" y="42862"/>
                  <a:pt x="685800" y="0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任意多边形 32"/>
          <p:cNvSpPr/>
          <p:nvPr/>
        </p:nvSpPr>
        <p:spPr>
          <a:xfrm rot="21388301">
            <a:off x="10199688" y="1871663"/>
            <a:ext cx="352425" cy="57150"/>
          </a:xfrm>
          <a:custGeom>
            <a:avLst/>
            <a:gdLst>
              <a:gd name="connsiteX0" fmla="*/ 0 w 352425"/>
              <a:gd name="connsiteY0" fmla="*/ 57150 h 57150"/>
              <a:gd name="connsiteX1" fmla="*/ 161925 w 352425"/>
              <a:gd name="connsiteY1" fmla="*/ 47625 h 57150"/>
              <a:gd name="connsiteX2" fmla="*/ 352425 w 352425"/>
              <a:gd name="connsiteY2" fmla="*/ 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2425" h="57150">
                <a:moveTo>
                  <a:pt x="0" y="57150"/>
                </a:moveTo>
                <a:cubicBezTo>
                  <a:pt x="51594" y="57150"/>
                  <a:pt x="103188" y="57150"/>
                  <a:pt x="161925" y="47625"/>
                </a:cubicBezTo>
                <a:cubicBezTo>
                  <a:pt x="220663" y="38100"/>
                  <a:pt x="286544" y="19050"/>
                  <a:pt x="352425" y="0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10563225" y="1928813"/>
            <a:ext cx="476250" cy="660400"/>
          </a:xfrm>
          <a:custGeom>
            <a:avLst/>
            <a:gdLst>
              <a:gd name="connsiteX0" fmla="*/ 0 w 475700"/>
              <a:gd name="connsiteY0" fmla="*/ 0 h 660694"/>
              <a:gd name="connsiteX1" fmla="*/ 206137 w 475700"/>
              <a:gd name="connsiteY1" fmla="*/ 184995 h 660694"/>
              <a:gd name="connsiteX2" fmla="*/ 364703 w 475700"/>
              <a:gd name="connsiteY2" fmla="*/ 401702 h 660694"/>
              <a:gd name="connsiteX3" fmla="*/ 475700 w 475700"/>
              <a:gd name="connsiteY3" fmla="*/ 660694 h 660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5700" h="660694">
                <a:moveTo>
                  <a:pt x="0" y="0"/>
                </a:moveTo>
                <a:cubicBezTo>
                  <a:pt x="72676" y="59022"/>
                  <a:pt x="145353" y="118045"/>
                  <a:pt x="206137" y="184995"/>
                </a:cubicBezTo>
                <a:cubicBezTo>
                  <a:pt x="266921" y="251945"/>
                  <a:pt x="319776" y="322419"/>
                  <a:pt x="364703" y="401702"/>
                </a:cubicBezTo>
                <a:cubicBezTo>
                  <a:pt x="409630" y="480985"/>
                  <a:pt x="442665" y="570839"/>
                  <a:pt x="475700" y="660694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53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5539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540" name="组合 63"/>
          <p:cNvGrpSpPr/>
          <p:nvPr/>
        </p:nvGrpSpPr>
        <p:grpSpPr>
          <a:xfrm>
            <a:off x="1206500" y="1531938"/>
            <a:ext cx="10158413" cy="4195762"/>
            <a:chOff x="1631612" y="1998434"/>
            <a:chExt cx="8036622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2" y="1998434"/>
              <a:ext cx="7908518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59716" y="2105832"/>
              <a:ext cx="7908518" cy="1296465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注意声调的搭配</a:t>
              </a:r>
              <a:r>
                <a:rPr lang="en-US" altLang="zh-CN" sz="2000" b="1" dirty="0">
                  <a:solidFill>
                    <a:srgbClr val="00B050"/>
                  </a:solidFill>
                  <a:latin typeface="+mn-ea"/>
                  <a:ea typeface="+mn-ea"/>
                </a:rPr>
                <a:t> ming tian   </a:t>
              </a:r>
              <a:r>
                <a:rPr lang="zh-CN" altLang="en-US" sz="2000" b="1" dirty="0">
                  <a:solidFill>
                    <a:srgbClr val="00B050"/>
                  </a:solidFill>
                  <a:latin typeface="+mn-ea"/>
                  <a:ea typeface="+mn-ea"/>
                </a:rPr>
                <a:t>票   漂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the collocation of the tones. 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147888" y="26479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Jīntiān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16375" y="2647950"/>
            <a:ext cx="23891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jīnnián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45463" y="26479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chēpiào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70600" y="264795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jīnɡcǎi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7888" y="3348038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ɡōnɡsī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16375" y="3348038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ɡānɡcái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51550" y="3348038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cāochǎnɡ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093075" y="3348038"/>
            <a:ext cx="26400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jīdàn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9788" y="40576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ɡuā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fēnɡ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94150" y="4057650"/>
            <a:ext cx="31305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huānyínɡ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62663" y="4057650"/>
            <a:ext cx="31305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jīnɡlǐ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78800" y="4057650"/>
            <a:ext cx="31289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jīhuì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05025" y="4799013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ɡuānxīn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21138" y="4799013"/>
            <a:ext cx="31289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ɡuānyú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57900" y="4799013"/>
            <a:ext cx="31305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kāishǐ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7688" y="4799013"/>
            <a:ext cx="31289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ɡāoxìnɡ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562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6563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汉字的笔画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6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 of Chinese Characters(6)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48030" y="1651000"/>
          <a:ext cx="11228705" cy="411924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27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笔画名称 </a:t>
                      </a:r>
                      <a:r>
                        <a:rPr lang="en-US" altLang="zh-CN" sz="2400" b="1" i="0" dirty="0">
                          <a:latin typeface="Bradley Hand ITC" panose="03070402050302030203" pitchFamily="66" charset="0"/>
                        </a:rPr>
                        <a:t>Stroke</a:t>
                      </a:r>
                      <a:endParaRPr lang="zh-CN" altLang="en-US" sz="2400" b="1" i="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运笔方向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Direction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</a:t>
                      </a:r>
                      <a:r>
                        <a:rPr lang="en-US" altLang="zh-CN" sz="2400" baseline="0" dirty="0">
                          <a:latin typeface="Bradley Hand ITC" panose="03070402050302030203" pitchFamily="66" charset="0"/>
                        </a:rPr>
                        <a:t>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0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      撇折</a:t>
                      </a:r>
                      <a:r>
                        <a:rPr lang="zh-CN" altLang="en-US" sz="2400" dirty="0"/>
                        <a:t>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piězhé</a:t>
                      </a:r>
                      <a:endParaRPr lang="en-US" altLang="zh-CN" sz="24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GB Pinyinok-D"/>
                      </a:endParaRPr>
                    </a:p>
                    <a:p>
                      <a:pPr algn="ctr"/>
                      <a:r>
                        <a:rPr lang="en-US" altLang="zh-CN" sz="2400" dirty="0"/>
                        <a:t>             left-falling to </a:t>
                      </a:r>
                      <a:r>
                        <a:rPr lang="en-US" altLang="zh-CN" sz="2400" dirty="0" err="1"/>
                        <a:t>turing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me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   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a suffix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dōng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    east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1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/>
                        <a:t>                斜钩   </a:t>
                      </a:r>
                      <a:r>
                        <a:rPr lang="zh-CN" altLang="en-US" sz="2400" b="0" baseline="0" dirty="0"/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xiéɡōu</a:t>
                      </a:r>
                      <a:endParaRPr lang="en-US" altLang="zh-CN" sz="24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GB Pinyinok-D"/>
                      </a:endParaRPr>
                    </a:p>
                    <a:p>
                      <a:pPr algn="l"/>
                      <a:r>
                        <a:rPr lang="en-US" altLang="zh-CN" sz="2400" b="0" dirty="0">
                          <a:latin typeface="+mn-lt"/>
                          <a:ea typeface="GB Pinyinok-D" pitchFamily="2" charset="-122"/>
                        </a:rPr>
                        <a:t>                </a:t>
                      </a:r>
                      <a:r>
                        <a:rPr lang="en-US" altLang="zh-CN" sz="2400" baseline="0" dirty="0"/>
                        <a:t>slanting hook</a:t>
                      </a:r>
                      <a:endParaRPr lang="zh-CN" altLang="en-US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wǒ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     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dirty="0" err="1"/>
                        <a:t>I,me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qián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   </a:t>
                      </a:r>
                      <a:r>
                        <a:rPr lang="en-US" altLang="zh-CN" sz="2400" baseline="0" dirty="0"/>
                        <a:t>money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3945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               </a:t>
                      </a:r>
                      <a:r>
                        <a:rPr lang="zh-CN" altLang="en-US" sz="2400" baseline="0" dirty="0"/>
                        <a:t> </a:t>
                      </a:r>
                      <a:r>
                        <a:rPr lang="zh-CN" altLang="en-US" sz="2400" b="1" baseline="0" dirty="0"/>
                        <a:t>提</a:t>
                      </a:r>
                      <a:r>
                        <a:rPr lang="zh-CN" altLang="en-US" sz="2400" b="1" dirty="0"/>
                        <a:t>       </a:t>
                      </a:r>
                      <a:r>
                        <a:rPr lang="zh-CN" altLang="en-US" sz="2400" b="1" baseline="0" dirty="0"/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tí</a:t>
                      </a:r>
                      <a:endParaRPr lang="en-US" altLang="zh-CN" sz="24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GB Pinyinok-D"/>
                      </a:endParaRPr>
                    </a:p>
                    <a:p>
                      <a:r>
                        <a:rPr lang="en-US" altLang="zh-CN" sz="2400" dirty="0"/>
                        <a:t>                </a:t>
                      </a:r>
                      <a:r>
                        <a:rPr lang="en-US" altLang="zh-CN" sz="2400" baseline="0" dirty="0"/>
                        <a:t> rising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wǒ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    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dirty="0" err="1"/>
                        <a:t>I,me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dǎ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   </a:t>
                      </a:r>
                      <a:r>
                        <a:rPr lang="en-US" altLang="zh-CN" sz="2400" dirty="0"/>
                        <a:t>to </a:t>
                      </a:r>
                      <a:r>
                        <a:rPr lang="en-US" altLang="zh-CN" sz="2400" dirty="0" err="1"/>
                        <a:t>beat,to hit</a:t>
                      </a:r>
                      <a:r>
                        <a:rPr lang="en-US" altLang="zh-CN" sz="2400" baseline="0" dirty="0"/>
                        <a:t>       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Freeform 33"/>
          <p:cNvSpPr/>
          <p:nvPr/>
        </p:nvSpPr>
        <p:spPr>
          <a:xfrm>
            <a:off x="5768975" y="5019675"/>
            <a:ext cx="579438" cy="269875"/>
          </a:xfrm>
          <a:custGeom>
            <a:avLst/>
            <a:gdLst>
              <a:gd name="txL" fmla="*/ 0 w 365"/>
              <a:gd name="txT" fmla="*/ 0 h 170"/>
              <a:gd name="txR" fmla="*/ 365 w 365"/>
              <a:gd name="txB" fmla="*/ 170 h 17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365" h="170">
                <a:moveTo>
                  <a:pt x="212" y="95"/>
                </a:moveTo>
                <a:lnTo>
                  <a:pt x="196" y="106"/>
                </a:lnTo>
                <a:lnTo>
                  <a:pt x="180" y="111"/>
                </a:lnTo>
                <a:lnTo>
                  <a:pt x="159" y="122"/>
                </a:lnTo>
                <a:lnTo>
                  <a:pt x="148" y="127"/>
                </a:lnTo>
                <a:lnTo>
                  <a:pt x="132" y="138"/>
                </a:lnTo>
                <a:lnTo>
                  <a:pt x="116" y="143"/>
                </a:lnTo>
                <a:lnTo>
                  <a:pt x="106" y="148"/>
                </a:lnTo>
                <a:lnTo>
                  <a:pt x="95" y="154"/>
                </a:lnTo>
                <a:lnTo>
                  <a:pt x="85" y="159"/>
                </a:lnTo>
                <a:lnTo>
                  <a:pt x="79" y="159"/>
                </a:lnTo>
                <a:lnTo>
                  <a:pt x="69" y="164"/>
                </a:lnTo>
                <a:lnTo>
                  <a:pt x="64" y="164"/>
                </a:lnTo>
                <a:lnTo>
                  <a:pt x="58" y="170"/>
                </a:lnTo>
                <a:lnTo>
                  <a:pt x="53" y="170"/>
                </a:lnTo>
                <a:lnTo>
                  <a:pt x="48" y="170"/>
                </a:lnTo>
                <a:lnTo>
                  <a:pt x="43" y="170"/>
                </a:lnTo>
                <a:lnTo>
                  <a:pt x="37" y="170"/>
                </a:lnTo>
                <a:lnTo>
                  <a:pt x="32" y="170"/>
                </a:lnTo>
                <a:lnTo>
                  <a:pt x="21" y="159"/>
                </a:lnTo>
                <a:lnTo>
                  <a:pt x="16" y="148"/>
                </a:lnTo>
                <a:lnTo>
                  <a:pt x="6" y="138"/>
                </a:lnTo>
                <a:lnTo>
                  <a:pt x="0" y="127"/>
                </a:lnTo>
                <a:lnTo>
                  <a:pt x="0" y="122"/>
                </a:lnTo>
                <a:lnTo>
                  <a:pt x="6" y="117"/>
                </a:lnTo>
                <a:lnTo>
                  <a:pt x="6" y="111"/>
                </a:lnTo>
                <a:lnTo>
                  <a:pt x="11" y="111"/>
                </a:lnTo>
                <a:lnTo>
                  <a:pt x="16" y="111"/>
                </a:lnTo>
                <a:lnTo>
                  <a:pt x="27" y="111"/>
                </a:lnTo>
                <a:lnTo>
                  <a:pt x="27" y="117"/>
                </a:lnTo>
                <a:lnTo>
                  <a:pt x="32" y="117"/>
                </a:lnTo>
                <a:lnTo>
                  <a:pt x="37" y="117"/>
                </a:lnTo>
                <a:lnTo>
                  <a:pt x="43" y="117"/>
                </a:lnTo>
                <a:lnTo>
                  <a:pt x="48" y="117"/>
                </a:lnTo>
                <a:lnTo>
                  <a:pt x="53" y="117"/>
                </a:lnTo>
                <a:lnTo>
                  <a:pt x="58" y="111"/>
                </a:lnTo>
                <a:lnTo>
                  <a:pt x="64" y="111"/>
                </a:lnTo>
                <a:lnTo>
                  <a:pt x="74" y="106"/>
                </a:lnTo>
                <a:lnTo>
                  <a:pt x="79" y="106"/>
                </a:lnTo>
                <a:lnTo>
                  <a:pt x="90" y="101"/>
                </a:lnTo>
                <a:lnTo>
                  <a:pt x="101" y="95"/>
                </a:lnTo>
                <a:lnTo>
                  <a:pt x="116" y="90"/>
                </a:lnTo>
                <a:lnTo>
                  <a:pt x="127" y="85"/>
                </a:lnTo>
                <a:lnTo>
                  <a:pt x="143" y="80"/>
                </a:lnTo>
                <a:lnTo>
                  <a:pt x="159" y="74"/>
                </a:lnTo>
                <a:lnTo>
                  <a:pt x="175" y="69"/>
                </a:lnTo>
                <a:lnTo>
                  <a:pt x="190" y="58"/>
                </a:lnTo>
                <a:lnTo>
                  <a:pt x="212" y="53"/>
                </a:lnTo>
                <a:lnTo>
                  <a:pt x="227" y="48"/>
                </a:lnTo>
                <a:lnTo>
                  <a:pt x="248" y="37"/>
                </a:lnTo>
                <a:lnTo>
                  <a:pt x="264" y="32"/>
                </a:lnTo>
                <a:lnTo>
                  <a:pt x="280" y="27"/>
                </a:lnTo>
                <a:lnTo>
                  <a:pt x="291" y="21"/>
                </a:lnTo>
                <a:lnTo>
                  <a:pt x="307" y="16"/>
                </a:lnTo>
                <a:lnTo>
                  <a:pt x="317" y="11"/>
                </a:lnTo>
                <a:lnTo>
                  <a:pt x="328" y="11"/>
                </a:lnTo>
                <a:lnTo>
                  <a:pt x="338" y="5"/>
                </a:lnTo>
                <a:lnTo>
                  <a:pt x="344" y="5"/>
                </a:lnTo>
                <a:lnTo>
                  <a:pt x="354" y="5"/>
                </a:lnTo>
                <a:lnTo>
                  <a:pt x="359" y="0"/>
                </a:lnTo>
                <a:lnTo>
                  <a:pt x="365" y="0"/>
                </a:lnTo>
                <a:lnTo>
                  <a:pt x="365" y="5"/>
                </a:lnTo>
                <a:lnTo>
                  <a:pt x="359" y="11"/>
                </a:lnTo>
                <a:lnTo>
                  <a:pt x="354" y="16"/>
                </a:lnTo>
                <a:lnTo>
                  <a:pt x="344" y="21"/>
                </a:lnTo>
                <a:lnTo>
                  <a:pt x="338" y="27"/>
                </a:lnTo>
                <a:lnTo>
                  <a:pt x="328" y="32"/>
                </a:lnTo>
                <a:lnTo>
                  <a:pt x="317" y="37"/>
                </a:lnTo>
                <a:lnTo>
                  <a:pt x="307" y="43"/>
                </a:lnTo>
                <a:lnTo>
                  <a:pt x="296" y="53"/>
                </a:lnTo>
                <a:lnTo>
                  <a:pt x="280" y="58"/>
                </a:lnTo>
                <a:lnTo>
                  <a:pt x="264" y="69"/>
                </a:lnTo>
                <a:lnTo>
                  <a:pt x="248" y="74"/>
                </a:lnTo>
                <a:lnTo>
                  <a:pt x="233" y="85"/>
                </a:lnTo>
                <a:lnTo>
                  <a:pt x="212" y="95"/>
                </a:ln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20"/>
          <p:cNvSpPr/>
          <p:nvPr/>
        </p:nvSpPr>
        <p:spPr>
          <a:xfrm>
            <a:off x="5486400" y="2433638"/>
            <a:ext cx="498475" cy="649287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000" h="10000">
                <a:moveTo>
                  <a:pt x="2432" y="7484"/>
                </a:moveTo>
                <a:lnTo>
                  <a:pt x="2730" y="7152"/>
                </a:lnTo>
                <a:lnTo>
                  <a:pt x="3135" y="6819"/>
                </a:lnTo>
                <a:cubicBezTo>
                  <a:pt x="3233" y="6708"/>
                  <a:pt x="3333" y="6597"/>
                  <a:pt x="3433" y="6486"/>
                </a:cubicBezTo>
                <a:lnTo>
                  <a:pt x="3864" y="6050"/>
                </a:lnTo>
                <a:cubicBezTo>
                  <a:pt x="4009" y="5870"/>
                  <a:pt x="4153" y="5689"/>
                  <a:pt x="4296" y="5509"/>
                </a:cubicBezTo>
                <a:lnTo>
                  <a:pt x="4729" y="4948"/>
                </a:lnTo>
                <a:lnTo>
                  <a:pt x="5135" y="4304"/>
                </a:lnTo>
                <a:lnTo>
                  <a:pt x="5702" y="3638"/>
                </a:lnTo>
                <a:lnTo>
                  <a:pt x="6136" y="2973"/>
                </a:lnTo>
                <a:cubicBezTo>
                  <a:pt x="6281" y="2793"/>
                  <a:pt x="6422" y="2612"/>
                  <a:pt x="6567" y="2432"/>
                </a:cubicBezTo>
                <a:cubicBezTo>
                  <a:pt x="6667" y="2245"/>
                  <a:pt x="6765" y="2058"/>
                  <a:pt x="6865" y="1871"/>
                </a:cubicBezTo>
                <a:cubicBezTo>
                  <a:pt x="6956" y="1726"/>
                  <a:pt x="7044" y="1580"/>
                  <a:pt x="7134" y="1435"/>
                </a:cubicBezTo>
                <a:cubicBezTo>
                  <a:pt x="7181" y="1324"/>
                  <a:pt x="7225" y="1213"/>
                  <a:pt x="7271" y="1102"/>
                </a:cubicBezTo>
                <a:cubicBezTo>
                  <a:pt x="7324" y="991"/>
                  <a:pt x="7378" y="880"/>
                  <a:pt x="7432" y="769"/>
                </a:cubicBezTo>
                <a:lnTo>
                  <a:pt x="7432" y="665"/>
                </a:lnTo>
                <a:lnTo>
                  <a:pt x="7432" y="437"/>
                </a:lnTo>
                <a:lnTo>
                  <a:pt x="7271" y="437"/>
                </a:lnTo>
                <a:lnTo>
                  <a:pt x="7271" y="333"/>
                </a:lnTo>
                <a:cubicBezTo>
                  <a:pt x="7226" y="298"/>
                  <a:pt x="7179" y="264"/>
                  <a:pt x="7134" y="229"/>
                </a:cubicBezTo>
                <a:lnTo>
                  <a:pt x="7134" y="125"/>
                </a:lnTo>
                <a:lnTo>
                  <a:pt x="7134" y="0"/>
                </a:lnTo>
                <a:lnTo>
                  <a:pt x="7271" y="0"/>
                </a:lnTo>
                <a:lnTo>
                  <a:pt x="7568" y="0"/>
                </a:lnTo>
                <a:lnTo>
                  <a:pt x="7864" y="0"/>
                </a:lnTo>
                <a:lnTo>
                  <a:pt x="8270" y="0"/>
                </a:lnTo>
                <a:lnTo>
                  <a:pt x="8566" y="125"/>
                </a:lnTo>
                <a:lnTo>
                  <a:pt x="9000" y="229"/>
                </a:lnTo>
                <a:lnTo>
                  <a:pt x="9270" y="333"/>
                </a:lnTo>
                <a:lnTo>
                  <a:pt x="9568" y="437"/>
                </a:lnTo>
                <a:lnTo>
                  <a:pt x="9839" y="665"/>
                </a:lnTo>
                <a:cubicBezTo>
                  <a:pt x="9892" y="700"/>
                  <a:pt x="9947" y="734"/>
                  <a:pt x="10000" y="769"/>
                </a:cubicBezTo>
                <a:lnTo>
                  <a:pt x="10000" y="894"/>
                </a:lnTo>
                <a:lnTo>
                  <a:pt x="10000" y="998"/>
                </a:lnTo>
                <a:lnTo>
                  <a:pt x="10000" y="1206"/>
                </a:lnTo>
                <a:cubicBezTo>
                  <a:pt x="9947" y="1248"/>
                  <a:pt x="9892" y="1289"/>
                  <a:pt x="9839" y="1331"/>
                </a:cubicBezTo>
                <a:cubicBezTo>
                  <a:pt x="9792" y="1400"/>
                  <a:pt x="9749" y="1469"/>
                  <a:pt x="9702" y="1538"/>
                </a:cubicBezTo>
                <a:lnTo>
                  <a:pt x="9433" y="1767"/>
                </a:lnTo>
                <a:lnTo>
                  <a:pt x="9135" y="1975"/>
                </a:lnTo>
                <a:lnTo>
                  <a:pt x="9000" y="2204"/>
                </a:lnTo>
                <a:lnTo>
                  <a:pt x="8703" y="2432"/>
                </a:lnTo>
                <a:lnTo>
                  <a:pt x="8433" y="2744"/>
                </a:lnTo>
                <a:lnTo>
                  <a:pt x="8135" y="3077"/>
                </a:lnTo>
                <a:lnTo>
                  <a:pt x="7703" y="3514"/>
                </a:lnTo>
                <a:lnTo>
                  <a:pt x="7432" y="3971"/>
                </a:lnTo>
                <a:cubicBezTo>
                  <a:pt x="7287" y="4116"/>
                  <a:pt x="7144" y="4262"/>
                  <a:pt x="7001" y="4407"/>
                </a:cubicBezTo>
                <a:lnTo>
                  <a:pt x="6432" y="4948"/>
                </a:lnTo>
                <a:lnTo>
                  <a:pt x="5999" y="5385"/>
                </a:lnTo>
                <a:lnTo>
                  <a:pt x="5702" y="5842"/>
                </a:lnTo>
                <a:cubicBezTo>
                  <a:pt x="5569" y="5988"/>
                  <a:pt x="5432" y="6133"/>
                  <a:pt x="5298" y="6279"/>
                </a:cubicBezTo>
                <a:lnTo>
                  <a:pt x="4865" y="6611"/>
                </a:lnTo>
                <a:lnTo>
                  <a:pt x="4567" y="6923"/>
                </a:lnTo>
                <a:lnTo>
                  <a:pt x="4296" y="7256"/>
                </a:lnTo>
                <a:lnTo>
                  <a:pt x="4000" y="7484"/>
                </a:lnTo>
                <a:lnTo>
                  <a:pt x="3729" y="7692"/>
                </a:lnTo>
                <a:lnTo>
                  <a:pt x="3433" y="7921"/>
                </a:lnTo>
                <a:lnTo>
                  <a:pt x="3297" y="8150"/>
                </a:lnTo>
                <a:lnTo>
                  <a:pt x="3135" y="8254"/>
                </a:lnTo>
                <a:cubicBezTo>
                  <a:pt x="3091" y="8289"/>
                  <a:pt x="3044" y="8323"/>
                  <a:pt x="3001" y="8358"/>
                </a:cubicBezTo>
                <a:cubicBezTo>
                  <a:pt x="2956" y="8393"/>
                  <a:pt x="2909" y="8427"/>
                  <a:pt x="2864" y="8462"/>
                </a:cubicBezTo>
                <a:lnTo>
                  <a:pt x="2864" y="8586"/>
                </a:lnTo>
                <a:lnTo>
                  <a:pt x="1298" y="9896"/>
                </a:lnTo>
                <a:lnTo>
                  <a:pt x="865" y="10000"/>
                </a:lnTo>
                <a:lnTo>
                  <a:pt x="730" y="9896"/>
                </a:lnTo>
                <a:lnTo>
                  <a:pt x="594" y="9896"/>
                </a:lnTo>
                <a:cubicBezTo>
                  <a:pt x="541" y="9861"/>
                  <a:pt x="486" y="9827"/>
                  <a:pt x="433" y="9792"/>
                </a:cubicBezTo>
                <a:cubicBezTo>
                  <a:pt x="387" y="9716"/>
                  <a:pt x="343" y="9639"/>
                  <a:pt x="296" y="9563"/>
                </a:cubicBezTo>
                <a:cubicBezTo>
                  <a:pt x="253" y="9494"/>
                  <a:pt x="206" y="9425"/>
                  <a:pt x="163" y="9356"/>
                </a:cubicBezTo>
                <a:cubicBezTo>
                  <a:pt x="109" y="9314"/>
                  <a:pt x="54" y="9273"/>
                  <a:pt x="0" y="9231"/>
                </a:cubicBezTo>
                <a:lnTo>
                  <a:pt x="0" y="9127"/>
                </a:lnTo>
                <a:lnTo>
                  <a:pt x="0" y="9023"/>
                </a:lnTo>
                <a:cubicBezTo>
                  <a:pt x="54" y="8988"/>
                  <a:pt x="109" y="8954"/>
                  <a:pt x="163" y="8919"/>
                </a:cubicBezTo>
                <a:cubicBezTo>
                  <a:pt x="206" y="8877"/>
                  <a:pt x="253" y="8836"/>
                  <a:pt x="296" y="8794"/>
                </a:cubicBezTo>
                <a:lnTo>
                  <a:pt x="594" y="8690"/>
                </a:lnTo>
                <a:lnTo>
                  <a:pt x="865" y="8586"/>
                </a:lnTo>
                <a:lnTo>
                  <a:pt x="1000" y="8462"/>
                </a:lnTo>
                <a:cubicBezTo>
                  <a:pt x="1053" y="8427"/>
                  <a:pt x="1108" y="8393"/>
                  <a:pt x="1161" y="8358"/>
                </a:cubicBezTo>
                <a:lnTo>
                  <a:pt x="1432" y="8254"/>
                </a:lnTo>
                <a:lnTo>
                  <a:pt x="1728" y="8025"/>
                </a:lnTo>
                <a:lnTo>
                  <a:pt x="1865" y="7921"/>
                </a:lnTo>
                <a:lnTo>
                  <a:pt x="2162" y="7692"/>
                </a:lnTo>
                <a:lnTo>
                  <a:pt x="2432" y="7484"/>
                </a:ln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20"/>
          <p:cNvSpPr/>
          <p:nvPr/>
        </p:nvSpPr>
        <p:spPr>
          <a:xfrm>
            <a:off x="5521325" y="2924175"/>
            <a:ext cx="781050" cy="155575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0000" h="10000">
                <a:moveTo>
                  <a:pt x="1448" y="3198"/>
                </a:moveTo>
                <a:cubicBezTo>
                  <a:pt x="1430" y="3396"/>
                  <a:pt x="1376" y="3991"/>
                  <a:pt x="1361" y="4150"/>
                </a:cubicBezTo>
                <a:cubicBezTo>
                  <a:pt x="1418" y="4290"/>
                  <a:pt x="1476" y="4429"/>
                  <a:pt x="1533" y="4569"/>
                </a:cubicBezTo>
                <a:lnTo>
                  <a:pt x="1637" y="4569"/>
                </a:lnTo>
                <a:lnTo>
                  <a:pt x="1811" y="4569"/>
                </a:lnTo>
                <a:cubicBezTo>
                  <a:pt x="1844" y="4430"/>
                  <a:pt x="1877" y="4287"/>
                  <a:pt x="1914" y="4150"/>
                </a:cubicBezTo>
                <a:lnTo>
                  <a:pt x="1999" y="4150"/>
                </a:lnTo>
                <a:lnTo>
                  <a:pt x="2172" y="4150"/>
                </a:lnTo>
                <a:lnTo>
                  <a:pt x="2361" y="4150"/>
                </a:lnTo>
                <a:cubicBezTo>
                  <a:pt x="2425" y="3971"/>
                  <a:pt x="2489" y="3802"/>
                  <a:pt x="2551" y="3625"/>
                </a:cubicBezTo>
                <a:lnTo>
                  <a:pt x="2724" y="3625"/>
                </a:lnTo>
                <a:lnTo>
                  <a:pt x="3000" y="3625"/>
                </a:lnTo>
                <a:lnTo>
                  <a:pt x="3275" y="3625"/>
                </a:lnTo>
                <a:lnTo>
                  <a:pt x="3638" y="3198"/>
                </a:lnTo>
                <a:lnTo>
                  <a:pt x="4000" y="3198"/>
                </a:lnTo>
                <a:lnTo>
                  <a:pt x="4362" y="3198"/>
                </a:lnTo>
                <a:lnTo>
                  <a:pt x="4724" y="2764"/>
                </a:lnTo>
                <a:lnTo>
                  <a:pt x="5172" y="2338"/>
                </a:lnTo>
                <a:lnTo>
                  <a:pt x="5638" y="2338"/>
                </a:lnTo>
                <a:lnTo>
                  <a:pt x="6173" y="1809"/>
                </a:lnTo>
                <a:lnTo>
                  <a:pt x="6638" y="1809"/>
                </a:lnTo>
                <a:lnTo>
                  <a:pt x="7171" y="1390"/>
                </a:lnTo>
                <a:lnTo>
                  <a:pt x="7637" y="952"/>
                </a:lnTo>
                <a:lnTo>
                  <a:pt x="8085" y="952"/>
                </a:lnTo>
                <a:cubicBezTo>
                  <a:pt x="8178" y="781"/>
                  <a:pt x="8270" y="609"/>
                  <a:pt x="8362" y="438"/>
                </a:cubicBezTo>
                <a:lnTo>
                  <a:pt x="8639" y="438"/>
                </a:lnTo>
                <a:lnTo>
                  <a:pt x="8914" y="438"/>
                </a:lnTo>
                <a:lnTo>
                  <a:pt x="9086" y="438"/>
                </a:lnTo>
                <a:cubicBezTo>
                  <a:pt x="9121" y="294"/>
                  <a:pt x="9156" y="146"/>
                  <a:pt x="9190" y="0"/>
                </a:cubicBezTo>
                <a:cubicBezTo>
                  <a:pt x="9248" y="144"/>
                  <a:pt x="9304" y="291"/>
                  <a:pt x="9362" y="438"/>
                </a:cubicBezTo>
                <a:lnTo>
                  <a:pt x="9448" y="438"/>
                </a:lnTo>
                <a:cubicBezTo>
                  <a:pt x="9511" y="612"/>
                  <a:pt x="9575" y="779"/>
                  <a:pt x="9638" y="952"/>
                </a:cubicBezTo>
                <a:lnTo>
                  <a:pt x="9724" y="952"/>
                </a:lnTo>
                <a:cubicBezTo>
                  <a:pt x="9787" y="1234"/>
                  <a:pt x="9851" y="1531"/>
                  <a:pt x="9913" y="1809"/>
                </a:cubicBezTo>
                <a:cubicBezTo>
                  <a:pt x="9942" y="1990"/>
                  <a:pt x="9973" y="2163"/>
                  <a:pt x="10000" y="2338"/>
                </a:cubicBezTo>
                <a:lnTo>
                  <a:pt x="10000" y="2764"/>
                </a:lnTo>
                <a:lnTo>
                  <a:pt x="10000" y="3198"/>
                </a:lnTo>
                <a:lnTo>
                  <a:pt x="10000" y="3625"/>
                </a:lnTo>
                <a:lnTo>
                  <a:pt x="9913" y="3625"/>
                </a:lnTo>
                <a:lnTo>
                  <a:pt x="9810" y="3625"/>
                </a:lnTo>
                <a:cubicBezTo>
                  <a:pt x="9781" y="3801"/>
                  <a:pt x="9754" y="3977"/>
                  <a:pt x="9724" y="4150"/>
                </a:cubicBezTo>
                <a:lnTo>
                  <a:pt x="9552" y="4150"/>
                </a:lnTo>
                <a:lnTo>
                  <a:pt x="9362" y="4150"/>
                </a:lnTo>
                <a:lnTo>
                  <a:pt x="9086" y="4150"/>
                </a:lnTo>
                <a:lnTo>
                  <a:pt x="8810" y="4150"/>
                </a:lnTo>
                <a:lnTo>
                  <a:pt x="8551" y="4150"/>
                </a:lnTo>
                <a:lnTo>
                  <a:pt x="8277" y="4150"/>
                </a:lnTo>
                <a:lnTo>
                  <a:pt x="7914" y="4150"/>
                </a:lnTo>
                <a:lnTo>
                  <a:pt x="7553" y="4150"/>
                </a:lnTo>
                <a:lnTo>
                  <a:pt x="7171" y="4569"/>
                </a:lnTo>
                <a:lnTo>
                  <a:pt x="6725" y="4569"/>
                </a:lnTo>
                <a:lnTo>
                  <a:pt x="6276" y="4569"/>
                </a:lnTo>
                <a:lnTo>
                  <a:pt x="5448" y="4996"/>
                </a:lnTo>
                <a:lnTo>
                  <a:pt x="4637" y="5511"/>
                </a:lnTo>
                <a:lnTo>
                  <a:pt x="3914" y="5956"/>
                </a:lnTo>
                <a:lnTo>
                  <a:pt x="3172" y="6386"/>
                </a:lnTo>
                <a:lnTo>
                  <a:pt x="2809" y="6386"/>
                </a:lnTo>
                <a:cubicBezTo>
                  <a:pt x="2724" y="6527"/>
                  <a:pt x="2637" y="6666"/>
                  <a:pt x="2551" y="6807"/>
                </a:cubicBezTo>
                <a:lnTo>
                  <a:pt x="2172" y="7335"/>
                </a:lnTo>
                <a:lnTo>
                  <a:pt x="1914" y="7335"/>
                </a:lnTo>
                <a:cubicBezTo>
                  <a:pt x="1849" y="7477"/>
                  <a:pt x="1786" y="7612"/>
                  <a:pt x="1723" y="7755"/>
                </a:cubicBezTo>
                <a:lnTo>
                  <a:pt x="1448" y="7755"/>
                </a:lnTo>
                <a:cubicBezTo>
                  <a:pt x="1390" y="7900"/>
                  <a:pt x="1333" y="8045"/>
                  <a:pt x="1275" y="8190"/>
                </a:cubicBezTo>
                <a:lnTo>
                  <a:pt x="999" y="8706"/>
                </a:lnTo>
                <a:lnTo>
                  <a:pt x="809" y="8706"/>
                </a:lnTo>
                <a:cubicBezTo>
                  <a:pt x="782" y="8853"/>
                  <a:pt x="752" y="8999"/>
                  <a:pt x="724" y="9132"/>
                </a:cubicBezTo>
                <a:lnTo>
                  <a:pt x="534" y="9132"/>
                </a:lnTo>
                <a:cubicBezTo>
                  <a:pt x="505" y="9275"/>
                  <a:pt x="477" y="9431"/>
                  <a:pt x="447" y="9574"/>
                </a:cubicBezTo>
                <a:lnTo>
                  <a:pt x="361" y="9574"/>
                </a:lnTo>
                <a:lnTo>
                  <a:pt x="275" y="9574"/>
                </a:lnTo>
                <a:cubicBezTo>
                  <a:pt x="212" y="9717"/>
                  <a:pt x="147" y="9856"/>
                  <a:pt x="85" y="10000"/>
                </a:cubicBezTo>
                <a:cubicBezTo>
                  <a:pt x="56" y="9857"/>
                  <a:pt x="27" y="9713"/>
                  <a:pt x="0" y="9574"/>
                </a:cubicBez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31"/>
          <p:cNvSpPr/>
          <p:nvPr/>
        </p:nvSpPr>
        <p:spPr>
          <a:xfrm>
            <a:off x="5675313" y="3443288"/>
            <a:ext cx="560387" cy="1008062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000" h="10000">
                <a:moveTo>
                  <a:pt x="8642" y="9727"/>
                </a:moveTo>
                <a:lnTo>
                  <a:pt x="8290" y="9583"/>
                </a:lnTo>
                <a:lnTo>
                  <a:pt x="7775" y="9453"/>
                </a:lnTo>
                <a:lnTo>
                  <a:pt x="7283" y="9245"/>
                </a:lnTo>
                <a:lnTo>
                  <a:pt x="6792" y="9036"/>
                </a:lnTo>
                <a:lnTo>
                  <a:pt x="6557" y="8893"/>
                </a:lnTo>
                <a:lnTo>
                  <a:pt x="6300" y="8763"/>
                </a:lnTo>
                <a:lnTo>
                  <a:pt x="6042" y="8620"/>
                </a:lnTo>
                <a:lnTo>
                  <a:pt x="5808" y="8490"/>
                </a:lnTo>
                <a:lnTo>
                  <a:pt x="5550" y="8281"/>
                </a:lnTo>
                <a:lnTo>
                  <a:pt x="5316" y="8073"/>
                </a:lnTo>
                <a:lnTo>
                  <a:pt x="5059" y="7865"/>
                </a:lnTo>
                <a:lnTo>
                  <a:pt x="4684" y="7656"/>
                </a:lnTo>
                <a:lnTo>
                  <a:pt x="4075" y="7174"/>
                </a:lnTo>
                <a:lnTo>
                  <a:pt x="3583" y="6758"/>
                </a:lnTo>
                <a:lnTo>
                  <a:pt x="3091" y="6276"/>
                </a:lnTo>
                <a:lnTo>
                  <a:pt x="2717" y="5729"/>
                </a:lnTo>
                <a:lnTo>
                  <a:pt x="2342" y="5247"/>
                </a:lnTo>
                <a:lnTo>
                  <a:pt x="1967" y="4766"/>
                </a:lnTo>
                <a:lnTo>
                  <a:pt x="1733" y="4284"/>
                </a:lnTo>
                <a:lnTo>
                  <a:pt x="1593" y="3997"/>
                </a:lnTo>
                <a:lnTo>
                  <a:pt x="1475" y="3789"/>
                </a:lnTo>
                <a:lnTo>
                  <a:pt x="1241" y="3307"/>
                </a:lnTo>
                <a:cubicBezTo>
                  <a:pt x="1194" y="3125"/>
                  <a:pt x="1148" y="2942"/>
                  <a:pt x="1101" y="2760"/>
                </a:cubicBezTo>
                <a:lnTo>
                  <a:pt x="867" y="2214"/>
                </a:lnTo>
                <a:lnTo>
                  <a:pt x="726" y="1654"/>
                </a:lnTo>
                <a:lnTo>
                  <a:pt x="726" y="1380"/>
                </a:lnTo>
                <a:lnTo>
                  <a:pt x="609" y="1107"/>
                </a:lnTo>
                <a:lnTo>
                  <a:pt x="492" y="898"/>
                </a:lnTo>
                <a:lnTo>
                  <a:pt x="492" y="690"/>
                </a:lnTo>
                <a:lnTo>
                  <a:pt x="375" y="560"/>
                </a:lnTo>
                <a:lnTo>
                  <a:pt x="375" y="417"/>
                </a:lnTo>
                <a:lnTo>
                  <a:pt x="234" y="352"/>
                </a:lnTo>
                <a:lnTo>
                  <a:pt x="234" y="273"/>
                </a:lnTo>
                <a:lnTo>
                  <a:pt x="117" y="273"/>
                </a:lnTo>
                <a:lnTo>
                  <a:pt x="0" y="208"/>
                </a:lnTo>
                <a:lnTo>
                  <a:pt x="0" y="143"/>
                </a:lnTo>
                <a:lnTo>
                  <a:pt x="117" y="78"/>
                </a:lnTo>
                <a:lnTo>
                  <a:pt x="117" y="0"/>
                </a:lnTo>
                <a:lnTo>
                  <a:pt x="234" y="0"/>
                </a:lnTo>
                <a:lnTo>
                  <a:pt x="375" y="0"/>
                </a:lnTo>
                <a:lnTo>
                  <a:pt x="609" y="0"/>
                </a:lnTo>
                <a:lnTo>
                  <a:pt x="726" y="78"/>
                </a:lnTo>
                <a:lnTo>
                  <a:pt x="984" y="78"/>
                </a:lnTo>
                <a:lnTo>
                  <a:pt x="1358" y="208"/>
                </a:lnTo>
                <a:lnTo>
                  <a:pt x="1593" y="273"/>
                </a:lnTo>
                <a:lnTo>
                  <a:pt x="1850" y="273"/>
                </a:lnTo>
                <a:lnTo>
                  <a:pt x="1967" y="352"/>
                </a:lnTo>
                <a:lnTo>
                  <a:pt x="1967" y="417"/>
                </a:lnTo>
                <a:lnTo>
                  <a:pt x="1850" y="482"/>
                </a:lnTo>
                <a:lnTo>
                  <a:pt x="1850" y="560"/>
                </a:lnTo>
                <a:lnTo>
                  <a:pt x="1850" y="690"/>
                </a:lnTo>
                <a:lnTo>
                  <a:pt x="1733" y="833"/>
                </a:lnTo>
                <a:lnTo>
                  <a:pt x="1733" y="898"/>
                </a:lnTo>
                <a:lnTo>
                  <a:pt x="1733" y="1042"/>
                </a:lnTo>
                <a:lnTo>
                  <a:pt x="1733" y="1107"/>
                </a:lnTo>
                <a:lnTo>
                  <a:pt x="1733" y="1250"/>
                </a:lnTo>
                <a:lnTo>
                  <a:pt x="1733" y="1523"/>
                </a:lnTo>
                <a:lnTo>
                  <a:pt x="1850" y="1862"/>
                </a:lnTo>
                <a:lnTo>
                  <a:pt x="1850" y="2214"/>
                </a:lnTo>
                <a:lnTo>
                  <a:pt x="1967" y="2552"/>
                </a:lnTo>
                <a:lnTo>
                  <a:pt x="2084" y="2969"/>
                </a:lnTo>
                <a:lnTo>
                  <a:pt x="2342" y="3385"/>
                </a:lnTo>
                <a:lnTo>
                  <a:pt x="2600" y="3867"/>
                </a:lnTo>
                <a:lnTo>
                  <a:pt x="2834" y="4349"/>
                </a:lnTo>
                <a:lnTo>
                  <a:pt x="3208" y="4896"/>
                </a:lnTo>
                <a:lnTo>
                  <a:pt x="3583" y="5521"/>
                </a:lnTo>
                <a:lnTo>
                  <a:pt x="3817" y="5794"/>
                </a:lnTo>
                <a:lnTo>
                  <a:pt x="4075" y="6003"/>
                </a:lnTo>
                <a:lnTo>
                  <a:pt x="4333" y="6276"/>
                </a:lnTo>
                <a:lnTo>
                  <a:pt x="4684" y="6549"/>
                </a:lnTo>
                <a:lnTo>
                  <a:pt x="4941" y="6823"/>
                </a:lnTo>
                <a:lnTo>
                  <a:pt x="5176" y="7109"/>
                </a:lnTo>
                <a:lnTo>
                  <a:pt x="5550" y="7318"/>
                </a:lnTo>
                <a:lnTo>
                  <a:pt x="5808" y="7513"/>
                </a:lnTo>
                <a:lnTo>
                  <a:pt x="6183" y="7721"/>
                </a:lnTo>
                <a:lnTo>
                  <a:pt x="6417" y="7930"/>
                </a:lnTo>
                <a:lnTo>
                  <a:pt x="6792" y="8073"/>
                </a:lnTo>
                <a:lnTo>
                  <a:pt x="7049" y="8203"/>
                </a:lnTo>
                <a:lnTo>
                  <a:pt x="7283" y="8346"/>
                </a:lnTo>
                <a:lnTo>
                  <a:pt x="7541" y="8490"/>
                </a:lnTo>
                <a:lnTo>
                  <a:pt x="7775" y="8555"/>
                </a:lnTo>
                <a:lnTo>
                  <a:pt x="8033" y="8685"/>
                </a:lnTo>
                <a:lnTo>
                  <a:pt x="8150" y="8763"/>
                </a:lnTo>
                <a:lnTo>
                  <a:pt x="8290" y="8763"/>
                </a:lnTo>
                <a:lnTo>
                  <a:pt x="8407" y="8828"/>
                </a:lnTo>
                <a:lnTo>
                  <a:pt x="8525" y="8828"/>
                </a:lnTo>
                <a:lnTo>
                  <a:pt x="8642" y="8763"/>
                </a:lnTo>
                <a:lnTo>
                  <a:pt x="10000" y="9935"/>
                </a:lnTo>
                <a:lnTo>
                  <a:pt x="10000" y="10000"/>
                </a:lnTo>
                <a:lnTo>
                  <a:pt x="9766" y="9935"/>
                </a:lnTo>
                <a:lnTo>
                  <a:pt x="9508" y="9935"/>
                </a:lnTo>
                <a:lnTo>
                  <a:pt x="9133" y="9857"/>
                </a:lnTo>
                <a:lnTo>
                  <a:pt x="8642" y="9727"/>
                </a:ln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31"/>
          <p:cNvSpPr/>
          <p:nvPr/>
        </p:nvSpPr>
        <p:spPr>
          <a:xfrm>
            <a:off x="6146800" y="4194175"/>
            <a:ext cx="88900" cy="257175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000" h="10000">
                <a:moveTo>
                  <a:pt x="0" y="5408"/>
                </a:moveTo>
                <a:lnTo>
                  <a:pt x="747" y="5408"/>
                </a:lnTo>
                <a:lnTo>
                  <a:pt x="1487" y="5157"/>
                </a:lnTo>
                <a:lnTo>
                  <a:pt x="1487" y="4854"/>
                </a:lnTo>
                <a:cubicBezTo>
                  <a:pt x="1762" y="4757"/>
                  <a:pt x="2065" y="4683"/>
                  <a:pt x="2361" y="4594"/>
                </a:cubicBezTo>
                <a:lnTo>
                  <a:pt x="2361" y="4338"/>
                </a:lnTo>
                <a:cubicBezTo>
                  <a:pt x="2606" y="4151"/>
                  <a:pt x="2857" y="3960"/>
                  <a:pt x="3089" y="3772"/>
                </a:cubicBezTo>
                <a:lnTo>
                  <a:pt x="3089" y="3269"/>
                </a:lnTo>
                <a:cubicBezTo>
                  <a:pt x="3334" y="3076"/>
                  <a:pt x="3592" y="2892"/>
                  <a:pt x="3815" y="2704"/>
                </a:cubicBezTo>
                <a:lnTo>
                  <a:pt x="3815" y="1888"/>
                </a:lnTo>
                <a:cubicBezTo>
                  <a:pt x="4077" y="1724"/>
                  <a:pt x="4317" y="1546"/>
                  <a:pt x="4549" y="1378"/>
                </a:cubicBezTo>
                <a:lnTo>
                  <a:pt x="4549" y="1066"/>
                </a:lnTo>
                <a:cubicBezTo>
                  <a:pt x="4850" y="907"/>
                  <a:pt x="5138" y="733"/>
                  <a:pt x="5437" y="554"/>
                </a:cubicBezTo>
                <a:lnTo>
                  <a:pt x="5437" y="253"/>
                </a:lnTo>
                <a:cubicBezTo>
                  <a:pt x="5688" y="172"/>
                  <a:pt x="5939" y="85"/>
                  <a:pt x="6190" y="0"/>
                </a:cubicBezTo>
                <a:lnTo>
                  <a:pt x="6916" y="0"/>
                </a:lnTo>
                <a:lnTo>
                  <a:pt x="6916" y="253"/>
                </a:lnTo>
                <a:lnTo>
                  <a:pt x="6916" y="554"/>
                </a:lnTo>
                <a:lnTo>
                  <a:pt x="6916" y="1066"/>
                </a:lnTo>
                <a:lnTo>
                  <a:pt x="7811" y="1378"/>
                </a:lnTo>
                <a:lnTo>
                  <a:pt x="7811" y="1888"/>
                </a:lnTo>
                <a:lnTo>
                  <a:pt x="7811" y="2704"/>
                </a:lnTo>
                <a:lnTo>
                  <a:pt x="7811" y="3772"/>
                </a:lnTo>
                <a:cubicBezTo>
                  <a:pt x="8036" y="4233"/>
                  <a:pt x="8285" y="4696"/>
                  <a:pt x="8533" y="5157"/>
                </a:cubicBezTo>
                <a:cubicBezTo>
                  <a:pt x="8789" y="5508"/>
                  <a:pt x="9016" y="5865"/>
                  <a:pt x="9274" y="6223"/>
                </a:cubicBezTo>
                <a:cubicBezTo>
                  <a:pt x="9508" y="6664"/>
                  <a:pt x="9763" y="7105"/>
                  <a:pt x="10000" y="7549"/>
                </a:cubicBezTo>
                <a:lnTo>
                  <a:pt x="10000" y="7855"/>
                </a:lnTo>
                <a:lnTo>
                  <a:pt x="10000" y="8360"/>
                </a:lnTo>
                <a:lnTo>
                  <a:pt x="10000" y="8933"/>
                </a:lnTo>
                <a:lnTo>
                  <a:pt x="10000" y="9184"/>
                </a:lnTo>
                <a:lnTo>
                  <a:pt x="10000" y="9445"/>
                </a:lnTo>
                <a:lnTo>
                  <a:pt x="10000" y="9741"/>
                </a:lnTo>
                <a:lnTo>
                  <a:pt x="10000" y="10000"/>
                </a:lnTo>
                <a:lnTo>
                  <a:pt x="8533" y="9741"/>
                </a:lnTo>
                <a:lnTo>
                  <a:pt x="6916" y="9741"/>
                </a:lnTo>
                <a:lnTo>
                  <a:pt x="4549" y="9445"/>
                </a:ln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6592" name="组合 84"/>
          <p:cNvGrpSpPr/>
          <p:nvPr/>
        </p:nvGrpSpPr>
        <p:grpSpPr>
          <a:xfrm>
            <a:off x="1138238" y="2527300"/>
            <a:ext cx="398462" cy="2713038"/>
            <a:chOff x="1138238" y="2527300"/>
            <a:chExt cx="398462" cy="2713038"/>
          </a:xfrm>
        </p:grpSpPr>
        <p:grpSp>
          <p:nvGrpSpPr>
            <p:cNvPr id="66643" name="组合 18"/>
            <p:cNvGrpSpPr>
              <a:grpSpLocks noChangeAspect="1"/>
            </p:cNvGrpSpPr>
            <p:nvPr/>
          </p:nvGrpSpPr>
          <p:grpSpPr>
            <a:xfrm>
              <a:off x="1138238" y="2527300"/>
              <a:ext cx="363537" cy="287338"/>
              <a:chOff x="2094672" y="4041574"/>
              <a:chExt cx="962854" cy="763588"/>
            </a:xfrm>
          </p:grpSpPr>
          <p:sp>
            <p:nvSpPr>
              <p:cNvPr id="66648" name="Freeform 20"/>
              <p:cNvSpPr/>
              <p:nvPr/>
            </p:nvSpPr>
            <p:spPr>
              <a:xfrm>
                <a:off x="2094672" y="4041574"/>
                <a:ext cx="587383" cy="763588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2432" y="7484"/>
                    </a:moveTo>
                    <a:lnTo>
                      <a:pt x="2730" y="7152"/>
                    </a:lnTo>
                    <a:lnTo>
                      <a:pt x="3135" y="6819"/>
                    </a:lnTo>
                    <a:cubicBezTo>
                      <a:pt x="3233" y="6708"/>
                      <a:pt x="3333" y="6597"/>
                      <a:pt x="3433" y="6486"/>
                    </a:cubicBezTo>
                    <a:lnTo>
                      <a:pt x="3864" y="6050"/>
                    </a:lnTo>
                    <a:cubicBezTo>
                      <a:pt x="4009" y="5870"/>
                      <a:pt x="4153" y="5689"/>
                      <a:pt x="4296" y="5509"/>
                    </a:cubicBezTo>
                    <a:lnTo>
                      <a:pt x="4729" y="4948"/>
                    </a:lnTo>
                    <a:lnTo>
                      <a:pt x="5135" y="4304"/>
                    </a:lnTo>
                    <a:lnTo>
                      <a:pt x="5702" y="3638"/>
                    </a:lnTo>
                    <a:lnTo>
                      <a:pt x="6136" y="2973"/>
                    </a:lnTo>
                    <a:cubicBezTo>
                      <a:pt x="6281" y="2793"/>
                      <a:pt x="6422" y="2612"/>
                      <a:pt x="6567" y="2432"/>
                    </a:cubicBezTo>
                    <a:cubicBezTo>
                      <a:pt x="6667" y="2245"/>
                      <a:pt x="6765" y="2058"/>
                      <a:pt x="6865" y="1871"/>
                    </a:cubicBezTo>
                    <a:cubicBezTo>
                      <a:pt x="6956" y="1726"/>
                      <a:pt x="7044" y="1580"/>
                      <a:pt x="7134" y="1435"/>
                    </a:cubicBezTo>
                    <a:cubicBezTo>
                      <a:pt x="7181" y="1324"/>
                      <a:pt x="7225" y="1213"/>
                      <a:pt x="7271" y="1102"/>
                    </a:cubicBezTo>
                    <a:cubicBezTo>
                      <a:pt x="7324" y="991"/>
                      <a:pt x="7378" y="880"/>
                      <a:pt x="7432" y="769"/>
                    </a:cubicBezTo>
                    <a:lnTo>
                      <a:pt x="7432" y="665"/>
                    </a:lnTo>
                    <a:lnTo>
                      <a:pt x="7432" y="437"/>
                    </a:lnTo>
                    <a:lnTo>
                      <a:pt x="7271" y="437"/>
                    </a:lnTo>
                    <a:lnTo>
                      <a:pt x="7271" y="333"/>
                    </a:lnTo>
                    <a:cubicBezTo>
                      <a:pt x="7226" y="298"/>
                      <a:pt x="7179" y="264"/>
                      <a:pt x="7134" y="229"/>
                    </a:cubicBezTo>
                    <a:lnTo>
                      <a:pt x="7134" y="125"/>
                    </a:lnTo>
                    <a:lnTo>
                      <a:pt x="7134" y="0"/>
                    </a:lnTo>
                    <a:lnTo>
                      <a:pt x="7271" y="0"/>
                    </a:lnTo>
                    <a:lnTo>
                      <a:pt x="7568" y="0"/>
                    </a:lnTo>
                    <a:lnTo>
                      <a:pt x="7864" y="0"/>
                    </a:lnTo>
                    <a:lnTo>
                      <a:pt x="8270" y="0"/>
                    </a:lnTo>
                    <a:lnTo>
                      <a:pt x="8566" y="125"/>
                    </a:lnTo>
                    <a:lnTo>
                      <a:pt x="9000" y="229"/>
                    </a:lnTo>
                    <a:lnTo>
                      <a:pt x="9270" y="333"/>
                    </a:lnTo>
                    <a:lnTo>
                      <a:pt x="9568" y="437"/>
                    </a:lnTo>
                    <a:lnTo>
                      <a:pt x="9839" y="665"/>
                    </a:lnTo>
                    <a:cubicBezTo>
                      <a:pt x="9892" y="700"/>
                      <a:pt x="9947" y="734"/>
                      <a:pt x="10000" y="769"/>
                    </a:cubicBezTo>
                    <a:lnTo>
                      <a:pt x="10000" y="894"/>
                    </a:lnTo>
                    <a:lnTo>
                      <a:pt x="10000" y="998"/>
                    </a:lnTo>
                    <a:lnTo>
                      <a:pt x="10000" y="1206"/>
                    </a:lnTo>
                    <a:cubicBezTo>
                      <a:pt x="9947" y="1248"/>
                      <a:pt x="9892" y="1289"/>
                      <a:pt x="9839" y="1331"/>
                    </a:cubicBezTo>
                    <a:cubicBezTo>
                      <a:pt x="9792" y="1400"/>
                      <a:pt x="9749" y="1469"/>
                      <a:pt x="9702" y="1538"/>
                    </a:cubicBezTo>
                    <a:lnTo>
                      <a:pt x="9433" y="1767"/>
                    </a:lnTo>
                    <a:lnTo>
                      <a:pt x="9135" y="1975"/>
                    </a:lnTo>
                    <a:lnTo>
                      <a:pt x="9000" y="2204"/>
                    </a:lnTo>
                    <a:lnTo>
                      <a:pt x="8703" y="2432"/>
                    </a:lnTo>
                    <a:lnTo>
                      <a:pt x="8433" y="2744"/>
                    </a:lnTo>
                    <a:lnTo>
                      <a:pt x="8135" y="3077"/>
                    </a:lnTo>
                    <a:lnTo>
                      <a:pt x="7703" y="3514"/>
                    </a:lnTo>
                    <a:lnTo>
                      <a:pt x="7432" y="3971"/>
                    </a:lnTo>
                    <a:cubicBezTo>
                      <a:pt x="7287" y="4116"/>
                      <a:pt x="7144" y="4262"/>
                      <a:pt x="7001" y="4407"/>
                    </a:cubicBezTo>
                    <a:lnTo>
                      <a:pt x="6432" y="4948"/>
                    </a:lnTo>
                    <a:lnTo>
                      <a:pt x="5999" y="5385"/>
                    </a:lnTo>
                    <a:lnTo>
                      <a:pt x="5702" y="5842"/>
                    </a:lnTo>
                    <a:cubicBezTo>
                      <a:pt x="5569" y="5988"/>
                      <a:pt x="5432" y="6133"/>
                      <a:pt x="5298" y="6279"/>
                    </a:cubicBezTo>
                    <a:lnTo>
                      <a:pt x="4865" y="6611"/>
                    </a:lnTo>
                    <a:lnTo>
                      <a:pt x="4567" y="6923"/>
                    </a:lnTo>
                    <a:lnTo>
                      <a:pt x="4296" y="7256"/>
                    </a:lnTo>
                    <a:lnTo>
                      <a:pt x="4000" y="7484"/>
                    </a:lnTo>
                    <a:lnTo>
                      <a:pt x="3729" y="7692"/>
                    </a:lnTo>
                    <a:lnTo>
                      <a:pt x="3433" y="7921"/>
                    </a:lnTo>
                    <a:lnTo>
                      <a:pt x="3297" y="8150"/>
                    </a:lnTo>
                    <a:lnTo>
                      <a:pt x="3135" y="8254"/>
                    </a:lnTo>
                    <a:cubicBezTo>
                      <a:pt x="3091" y="8289"/>
                      <a:pt x="3044" y="8323"/>
                      <a:pt x="3001" y="8358"/>
                    </a:cubicBezTo>
                    <a:cubicBezTo>
                      <a:pt x="2956" y="8393"/>
                      <a:pt x="2909" y="8427"/>
                      <a:pt x="2864" y="8462"/>
                    </a:cubicBezTo>
                    <a:lnTo>
                      <a:pt x="2864" y="8586"/>
                    </a:lnTo>
                    <a:lnTo>
                      <a:pt x="1298" y="9896"/>
                    </a:lnTo>
                    <a:lnTo>
                      <a:pt x="865" y="10000"/>
                    </a:lnTo>
                    <a:lnTo>
                      <a:pt x="730" y="9896"/>
                    </a:lnTo>
                    <a:lnTo>
                      <a:pt x="594" y="9896"/>
                    </a:lnTo>
                    <a:cubicBezTo>
                      <a:pt x="541" y="9861"/>
                      <a:pt x="486" y="9827"/>
                      <a:pt x="433" y="9792"/>
                    </a:cubicBezTo>
                    <a:cubicBezTo>
                      <a:pt x="387" y="9716"/>
                      <a:pt x="343" y="9639"/>
                      <a:pt x="296" y="9563"/>
                    </a:cubicBezTo>
                    <a:cubicBezTo>
                      <a:pt x="253" y="9494"/>
                      <a:pt x="206" y="9425"/>
                      <a:pt x="163" y="9356"/>
                    </a:cubicBezTo>
                    <a:cubicBezTo>
                      <a:pt x="109" y="9314"/>
                      <a:pt x="54" y="9273"/>
                      <a:pt x="0" y="9231"/>
                    </a:cubicBezTo>
                    <a:lnTo>
                      <a:pt x="0" y="9127"/>
                    </a:lnTo>
                    <a:lnTo>
                      <a:pt x="0" y="9023"/>
                    </a:lnTo>
                    <a:cubicBezTo>
                      <a:pt x="54" y="8988"/>
                      <a:pt x="109" y="8954"/>
                      <a:pt x="163" y="8919"/>
                    </a:cubicBezTo>
                    <a:cubicBezTo>
                      <a:pt x="206" y="8877"/>
                      <a:pt x="253" y="8836"/>
                      <a:pt x="296" y="8794"/>
                    </a:cubicBezTo>
                    <a:lnTo>
                      <a:pt x="594" y="8690"/>
                    </a:lnTo>
                    <a:lnTo>
                      <a:pt x="865" y="8586"/>
                    </a:lnTo>
                    <a:lnTo>
                      <a:pt x="1000" y="8462"/>
                    </a:lnTo>
                    <a:cubicBezTo>
                      <a:pt x="1053" y="8427"/>
                      <a:pt x="1108" y="8393"/>
                      <a:pt x="1161" y="8358"/>
                    </a:cubicBezTo>
                    <a:lnTo>
                      <a:pt x="1432" y="8254"/>
                    </a:lnTo>
                    <a:lnTo>
                      <a:pt x="1728" y="8025"/>
                    </a:lnTo>
                    <a:lnTo>
                      <a:pt x="1865" y="7921"/>
                    </a:lnTo>
                    <a:lnTo>
                      <a:pt x="2162" y="7692"/>
                    </a:lnTo>
                    <a:lnTo>
                      <a:pt x="2432" y="7484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5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49" name="Freeform 20"/>
              <p:cNvSpPr/>
              <p:nvPr/>
            </p:nvSpPr>
            <p:spPr>
              <a:xfrm>
                <a:off x="2136858" y="4618411"/>
                <a:ext cx="920668" cy="184243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</a:cxnLst>
                <a:rect l="txL" t="txT" r="txR" b="txB"/>
                <a:pathLst>
                  <a:path w="10000" h="10000">
                    <a:moveTo>
                      <a:pt x="1448" y="3198"/>
                    </a:moveTo>
                    <a:cubicBezTo>
                      <a:pt x="1430" y="3396"/>
                      <a:pt x="1376" y="3991"/>
                      <a:pt x="1361" y="4150"/>
                    </a:cubicBezTo>
                    <a:cubicBezTo>
                      <a:pt x="1418" y="4290"/>
                      <a:pt x="1476" y="4429"/>
                      <a:pt x="1533" y="4569"/>
                    </a:cubicBezTo>
                    <a:lnTo>
                      <a:pt x="1637" y="4569"/>
                    </a:lnTo>
                    <a:lnTo>
                      <a:pt x="1811" y="4569"/>
                    </a:lnTo>
                    <a:cubicBezTo>
                      <a:pt x="1844" y="4430"/>
                      <a:pt x="1877" y="4287"/>
                      <a:pt x="1914" y="4150"/>
                    </a:cubicBezTo>
                    <a:lnTo>
                      <a:pt x="1999" y="4150"/>
                    </a:lnTo>
                    <a:lnTo>
                      <a:pt x="2172" y="4150"/>
                    </a:lnTo>
                    <a:lnTo>
                      <a:pt x="2361" y="4150"/>
                    </a:lnTo>
                    <a:cubicBezTo>
                      <a:pt x="2425" y="3971"/>
                      <a:pt x="2489" y="3802"/>
                      <a:pt x="2551" y="3625"/>
                    </a:cubicBezTo>
                    <a:lnTo>
                      <a:pt x="2724" y="3625"/>
                    </a:lnTo>
                    <a:lnTo>
                      <a:pt x="3000" y="3625"/>
                    </a:lnTo>
                    <a:lnTo>
                      <a:pt x="3275" y="3625"/>
                    </a:lnTo>
                    <a:lnTo>
                      <a:pt x="3638" y="3198"/>
                    </a:lnTo>
                    <a:lnTo>
                      <a:pt x="4000" y="3198"/>
                    </a:lnTo>
                    <a:lnTo>
                      <a:pt x="4362" y="3198"/>
                    </a:lnTo>
                    <a:lnTo>
                      <a:pt x="4724" y="2764"/>
                    </a:lnTo>
                    <a:lnTo>
                      <a:pt x="5172" y="2338"/>
                    </a:lnTo>
                    <a:lnTo>
                      <a:pt x="5638" y="2338"/>
                    </a:lnTo>
                    <a:lnTo>
                      <a:pt x="6173" y="1809"/>
                    </a:lnTo>
                    <a:lnTo>
                      <a:pt x="6638" y="1809"/>
                    </a:lnTo>
                    <a:lnTo>
                      <a:pt x="7171" y="1390"/>
                    </a:lnTo>
                    <a:lnTo>
                      <a:pt x="7637" y="952"/>
                    </a:lnTo>
                    <a:lnTo>
                      <a:pt x="8085" y="952"/>
                    </a:lnTo>
                    <a:cubicBezTo>
                      <a:pt x="8178" y="781"/>
                      <a:pt x="8270" y="609"/>
                      <a:pt x="8362" y="438"/>
                    </a:cubicBezTo>
                    <a:lnTo>
                      <a:pt x="8639" y="438"/>
                    </a:lnTo>
                    <a:lnTo>
                      <a:pt x="8914" y="438"/>
                    </a:lnTo>
                    <a:lnTo>
                      <a:pt x="9086" y="438"/>
                    </a:lnTo>
                    <a:cubicBezTo>
                      <a:pt x="9121" y="294"/>
                      <a:pt x="9156" y="146"/>
                      <a:pt x="9190" y="0"/>
                    </a:cubicBezTo>
                    <a:cubicBezTo>
                      <a:pt x="9248" y="144"/>
                      <a:pt x="9304" y="291"/>
                      <a:pt x="9362" y="438"/>
                    </a:cubicBezTo>
                    <a:lnTo>
                      <a:pt x="9448" y="438"/>
                    </a:lnTo>
                    <a:cubicBezTo>
                      <a:pt x="9511" y="612"/>
                      <a:pt x="9575" y="779"/>
                      <a:pt x="9638" y="952"/>
                    </a:cubicBezTo>
                    <a:lnTo>
                      <a:pt x="9724" y="952"/>
                    </a:lnTo>
                    <a:cubicBezTo>
                      <a:pt x="9787" y="1234"/>
                      <a:pt x="9851" y="1531"/>
                      <a:pt x="9913" y="1809"/>
                    </a:cubicBezTo>
                    <a:cubicBezTo>
                      <a:pt x="9942" y="1990"/>
                      <a:pt x="9973" y="2163"/>
                      <a:pt x="10000" y="2338"/>
                    </a:cubicBezTo>
                    <a:lnTo>
                      <a:pt x="10000" y="2764"/>
                    </a:lnTo>
                    <a:lnTo>
                      <a:pt x="10000" y="3198"/>
                    </a:lnTo>
                    <a:lnTo>
                      <a:pt x="10000" y="3625"/>
                    </a:lnTo>
                    <a:lnTo>
                      <a:pt x="9913" y="3625"/>
                    </a:lnTo>
                    <a:lnTo>
                      <a:pt x="9810" y="3625"/>
                    </a:lnTo>
                    <a:cubicBezTo>
                      <a:pt x="9781" y="3801"/>
                      <a:pt x="9754" y="3977"/>
                      <a:pt x="9724" y="4150"/>
                    </a:cubicBezTo>
                    <a:lnTo>
                      <a:pt x="9552" y="4150"/>
                    </a:lnTo>
                    <a:lnTo>
                      <a:pt x="9362" y="4150"/>
                    </a:lnTo>
                    <a:lnTo>
                      <a:pt x="9086" y="4150"/>
                    </a:lnTo>
                    <a:lnTo>
                      <a:pt x="8810" y="4150"/>
                    </a:lnTo>
                    <a:lnTo>
                      <a:pt x="8551" y="4150"/>
                    </a:lnTo>
                    <a:lnTo>
                      <a:pt x="8277" y="4150"/>
                    </a:lnTo>
                    <a:lnTo>
                      <a:pt x="7914" y="4150"/>
                    </a:lnTo>
                    <a:lnTo>
                      <a:pt x="7553" y="4150"/>
                    </a:lnTo>
                    <a:lnTo>
                      <a:pt x="7171" y="4569"/>
                    </a:lnTo>
                    <a:lnTo>
                      <a:pt x="6725" y="4569"/>
                    </a:lnTo>
                    <a:lnTo>
                      <a:pt x="6276" y="4569"/>
                    </a:lnTo>
                    <a:lnTo>
                      <a:pt x="5448" y="4996"/>
                    </a:lnTo>
                    <a:lnTo>
                      <a:pt x="4637" y="5511"/>
                    </a:lnTo>
                    <a:lnTo>
                      <a:pt x="3914" y="5956"/>
                    </a:lnTo>
                    <a:lnTo>
                      <a:pt x="3172" y="6386"/>
                    </a:lnTo>
                    <a:lnTo>
                      <a:pt x="2809" y="6386"/>
                    </a:lnTo>
                    <a:cubicBezTo>
                      <a:pt x="2724" y="6527"/>
                      <a:pt x="2637" y="6666"/>
                      <a:pt x="2551" y="6807"/>
                    </a:cubicBezTo>
                    <a:lnTo>
                      <a:pt x="2172" y="7335"/>
                    </a:lnTo>
                    <a:lnTo>
                      <a:pt x="1914" y="7335"/>
                    </a:lnTo>
                    <a:cubicBezTo>
                      <a:pt x="1849" y="7477"/>
                      <a:pt x="1786" y="7612"/>
                      <a:pt x="1723" y="7755"/>
                    </a:cubicBezTo>
                    <a:lnTo>
                      <a:pt x="1448" y="7755"/>
                    </a:lnTo>
                    <a:cubicBezTo>
                      <a:pt x="1390" y="7900"/>
                      <a:pt x="1333" y="8045"/>
                      <a:pt x="1275" y="8190"/>
                    </a:cubicBezTo>
                    <a:lnTo>
                      <a:pt x="999" y="8706"/>
                    </a:lnTo>
                    <a:lnTo>
                      <a:pt x="809" y="8706"/>
                    </a:lnTo>
                    <a:cubicBezTo>
                      <a:pt x="782" y="8853"/>
                      <a:pt x="752" y="8999"/>
                      <a:pt x="724" y="9132"/>
                    </a:cubicBezTo>
                    <a:lnTo>
                      <a:pt x="534" y="9132"/>
                    </a:lnTo>
                    <a:cubicBezTo>
                      <a:pt x="505" y="9275"/>
                      <a:pt x="477" y="9431"/>
                      <a:pt x="447" y="9574"/>
                    </a:cubicBezTo>
                    <a:lnTo>
                      <a:pt x="361" y="9574"/>
                    </a:lnTo>
                    <a:lnTo>
                      <a:pt x="275" y="9574"/>
                    </a:lnTo>
                    <a:cubicBezTo>
                      <a:pt x="212" y="9717"/>
                      <a:pt x="147" y="9856"/>
                      <a:pt x="85" y="10000"/>
                    </a:cubicBezTo>
                    <a:cubicBezTo>
                      <a:pt x="56" y="9857"/>
                      <a:pt x="27" y="9713"/>
                      <a:pt x="0" y="9574"/>
                    </a:cubicBez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5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6644" name="组合 19"/>
            <p:cNvGrpSpPr/>
            <p:nvPr/>
          </p:nvGrpSpPr>
          <p:grpSpPr>
            <a:xfrm>
              <a:off x="1214438" y="3714750"/>
              <a:ext cx="250825" cy="395288"/>
              <a:chOff x="6094413" y="4045409"/>
              <a:chExt cx="677868" cy="1219206"/>
            </a:xfrm>
          </p:grpSpPr>
          <p:sp>
            <p:nvSpPr>
              <p:cNvPr id="66646" name="Freeform 31"/>
              <p:cNvSpPr/>
              <p:nvPr/>
            </p:nvSpPr>
            <p:spPr>
              <a:xfrm>
                <a:off x="6094413" y="4045409"/>
                <a:ext cx="677862" cy="1219200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8642" y="9727"/>
                    </a:moveTo>
                    <a:lnTo>
                      <a:pt x="8290" y="9583"/>
                    </a:lnTo>
                    <a:lnTo>
                      <a:pt x="7775" y="9453"/>
                    </a:lnTo>
                    <a:lnTo>
                      <a:pt x="7283" y="9245"/>
                    </a:lnTo>
                    <a:lnTo>
                      <a:pt x="6792" y="9036"/>
                    </a:lnTo>
                    <a:lnTo>
                      <a:pt x="6557" y="8893"/>
                    </a:lnTo>
                    <a:lnTo>
                      <a:pt x="6300" y="8763"/>
                    </a:lnTo>
                    <a:lnTo>
                      <a:pt x="6042" y="8620"/>
                    </a:lnTo>
                    <a:lnTo>
                      <a:pt x="5808" y="8490"/>
                    </a:lnTo>
                    <a:lnTo>
                      <a:pt x="5550" y="8281"/>
                    </a:lnTo>
                    <a:lnTo>
                      <a:pt x="5316" y="8073"/>
                    </a:lnTo>
                    <a:lnTo>
                      <a:pt x="5059" y="7865"/>
                    </a:lnTo>
                    <a:lnTo>
                      <a:pt x="4684" y="7656"/>
                    </a:lnTo>
                    <a:lnTo>
                      <a:pt x="4075" y="7174"/>
                    </a:lnTo>
                    <a:lnTo>
                      <a:pt x="3583" y="6758"/>
                    </a:lnTo>
                    <a:lnTo>
                      <a:pt x="3091" y="6276"/>
                    </a:lnTo>
                    <a:lnTo>
                      <a:pt x="2717" y="5729"/>
                    </a:lnTo>
                    <a:lnTo>
                      <a:pt x="2342" y="5247"/>
                    </a:lnTo>
                    <a:lnTo>
                      <a:pt x="1967" y="4766"/>
                    </a:lnTo>
                    <a:lnTo>
                      <a:pt x="1733" y="4284"/>
                    </a:lnTo>
                    <a:lnTo>
                      <a:pt x="1593" y="3997"/>
                    </a:lnTo>
                    <a:lnTo>
                      <a:pt x="1475" y="3789"/>
                    </a:lnTo>
                    <a:lnTo>
                      <a:pt x="1241" y="3307"/>
                    </a:lnTo>
                    <a:cubicBezTo>
                      <a:pt x="1194" y="3125"/>
                      <a:pt x="1148" y="2942"/>
                      <a:pt x="1101" y="2760"/>
                    </a:cubicBezTo>
                    <a:lnTo>
                      <a:pt x="867" y="2214"/>
                    </a:lnTo>
                    <a:lnTo>
                      <a:pt x="726" y="1654"/>
                    </a:lnTo>
                    <a:lnTo>
                      <a:pt x="726" y="1380"/>
                    </a:lnTo>
                    <a:lnTo>
                      <a:pt x="609" y="1107"/>
                    </a:lnTo>
                    <a:lnTo>
                      <a:pt x="492" y="898"/>
                    </a:lnTo>
                    <a:lnTo>
                      <a:pt x="492" y="690"/>
                    </a:lnTo>
                    <a:lnTo>
                      <a:pt x="375" y="560"/>
                    </a:lnTo>
                    <a:lnTo>
                      <a:pt x="375" y="417"/>
                    </a:lnTo>
                    <a:lnTo>
                      <a:pt x="234" y="352"/>
                    </a:lnTo>
                    <a:lnTo>
                      <a:pt x="234" y="273"/>
                    </a:lnTo>
                    <a:lnTo>
                      <a:pt x="117" y="273"/>
                    </a:lnTo>
                    <a:lnTo>
                      <a:pt x="0" y="208"/>
                    </a:lnTo>
                    <a:lnTo>
                      <a:pt x="0" y="143"/>
                    </a:lnTo>
                    <a:lnTo>
                      <a:pt x="117" y="78"/>
                    </a:lnTo>
                    <a:lnTo>
                      <a:pt x="117" y="0"/>
                    </a:lnTo>
                    <a:lnTo>
                      <a:pt x="234" y="0"/>
                    </a:lnTo>
                    <a:lnTo>
                      <a:pt x="375" y="0"/>
                    </a:lnTo>
                    <a:lnTo>
                      <a:pt x="609" y="0"/>
                    </a:lnTo>
                    <a:lnTo>
                      <a:pt x="726" y="78"/>
                    </a:lnTo>
                    <a:lnTo>
                      <a:pt x="984" y="78"/>
                    </a:lnTo>
                    <a:lnTo>
                      <a:pt x="1358" y="208"/>
                    </a:lnTo>
                    <a:lnTo>
                      <a:pt x="1593" y="273"/>
                    </a:lnTo>
                    <a:lnTo>
                      <a:pt x="1850" y="273"/>
                    </a:lnTo>
                    <a:lnTo>
                      <a:pt x="1967" y="352"/>
                    </a:lnTo>
                    <a:lnTo>
                      <a:pt x="1967" y="417"/>
                    </a:lnTo>
                    <a:lnTo>
                      <a:pt x="1850" y="482"/>
                    </a:lnTo>
                    <a:lnTo>
                      <a:pt x="1850" y="560"/>
                    </a:lnTo>
                    <a:lnTo>
                      <a:pt x="1850" y="690"/>
                    </a:lnTo>
                    <a:lnTo>
                      <a:pt x="1733" y="833"/>
                    </a:lnTo>
                    <a:lnTo>
                      <a:pt x="1733" y="898"/>
                    </a:lnTo>
                    <a:lnTo>
                      <a:pt x="1733" y="1042"/>
                    </a:lnTo>
                    <a:lnTo>
                      <a:pt x="1733" y="1107"/>
                    </a:lnTo>
                    <a:lnTo>
                      <a:pt x="1733" y="1250"/>
                    </a:lnTo>
                    <a:lnTo>
                      <a:pt x="1733" y="1523"/>
                    </a:lnTo>
                    <a:lnTo>
                      <a:pt x="1850" y="1862"/>
                    </a:lnTo>
                    <a:lnTo>
                      <a:pt x="1850" y="2214"/>
                    </a:lnTo>
                    <a:lnTo>
                      <a:pt x="1967" y="2552"/>
                    </a:lnTo>
                    <a:lnTo>
                      <a:pt x="2084" y="2969"/>
                    </a:lnTo>
                    <a:lnTo>
                      <a:pt x="2342" y="3385"/>
                    </a:lnTo>
                    <a:lnTo>
                      <a:pt x="2600" y="3867"/>
                    </a:lnTo>
                    <a:lnTo>
                      <a:pt x="2834" y="4349"/>
                    </a:lnTo>
                    <a:lnTo>
                      <a:pt x="3208" y="4896"/>
                    </a:lnTo>
                    <a:lnTo>
                      <a:pt x="3583" y="5521"/>
                    </a:lnTo>
                    <a:lnTo>
                      <a:pt x="3817" y="5794"/>
                    </a:lnTo>
                    <a:lnTo>
                      <a:pt x="4075" y="6003"/>
                    </a:lnTo>
                    <a:lnTo>
                      <a:pt x="4333" y="6276"/>
                    </a:lnTo>
                    <a:lnTo>
                      <a:pt x="4684" y="6549"/>
                    </a:lnTo>
                    <a:lnTo>
                      <a:pt x="4941" y="6823"/>
                    </a:lnTo>
                    <a:lnTo>
                      <a:pt x="5176" y="7109"/>
                    </a:lnTo>
                    <a:lnTo>
                      <a:pt x="5550" y="7318"/>
                    </a:lnTo>
                    <a:lnTo>
                      <a:pt x="5808" y="7513"/>
                    </a:lnTo>
                    <a:lnTo>
                      <a:pt x="6183" y="7721"/>
                    </a:lnTo>
                    <a:lnTo>
                      <a:pt x="6417" y="7930"/>
                    </a:lnTo>
                    <a:lnTo>
                      <a:pt x="6792" y="8073"/>
                    </a:lnTo>
                    <a:lnTo>
                      <a:pt x="7049" y="8203"/>
                    </a:lnTo>
                    <a:lnTo>
                      <a:pt x="7283" y="8346"/>
                    </a:lnTo>
                    <a:lnTo>
                      <a:pt x="7541" y="8490"/>
                    </a:lnTo>
                    <a:lnTo>
                      <a:pt x="7775" y="8555"/>
                    </a:lnTo>
                    <a:lnTo>
                      <a:pt x="8033" y="8685"/>
                    </a:lnTo>
                    <a:lnTo>
                      <a:pt x="8150" y="8763"/>
                    </a:lnTo>
                    <a:lnTo>
                      <a:pt x="8290" y="8763"/>
                    </a:lnTo>
                    <a:lnTo>
                      <a:pt x="8407" y="8828"/>
                    </a:lnTo>
                    <a:lnTo>
                      <a:pt x="8525" y="8828"/>
                    </a:lnTo>
                    <a:lnTo>
                      <a:pt x="8642" y="8763"/>
                    </a:lnTo>
                    <a:lnTo>
                      <a:pt x="10000" y="9935"/>
                    </a:lnTo>
                    <a:lnTo>
                      <a:pt x="10000" y="10000"/>
                    </a:lnTo>
                    <a:lnTo>
                      <a:pt x="9766" y="9935"/>
                    </a:lnTo>
                    <a:lnTo>
                      <a:pt x="9508" y="9935"/>
                    </a:lnTo>
                    <a:lnTo>
                      <a:pt x="9133" y="9857"/>
                    </a:lnTo>
                    <a:lnTo>
                      <a:pt x="8642" y="9727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5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47" name="Freeform 31"/>
              <p:cNvSpPr/>
              <p:nvPr/>
            </p:nvSpPr>
            <p:spPr>
              <a:xfrm>
                <a:off x="6664265" y="4953445"/>
                <a:ext cx="108016" cy="311170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0" y="5408"/>
                    </a:moveTo>
                    <a:lnTo>
                      <a:pt x="747" y="5408"/>
                    </a:lnTo>
                    <a:lnTo>
                      <a:pt x="1487" y="5157"/>
                    </a:lnTo>
                    <a:lnTo>
                      <a:pt x="1487" y="4854"/>
                    </a:lnTo>
                    <a:cubicBezTo>
                      <a:pt x="1762" y="4757"/>
                      <a:pt x="2065" y="4683"/>
                      <a:pt x="2361" y="4594"/>
                    </a:cubicBezTo>
                    <a:lnTo>
                      <a:pt x="2361" y="4338"/>
                    </a:lnTo>
                    <a:cubicBezTo>
                      <a:pt x="2606" y="4151"/>
                      <a:pt x="2857" y="3960"/>
                      <a:pt x="3089" y="3772"/>
                    </a:cubicBezTo>
                    <a:lnTo>
                      <a:pt x="3089" y="3269"/>
                    </a:lnTo>
                    <a:cubicBezTo>
                      <a:pt x="3334" y="3076"/>
                      <a:pt x="3592" y="2892"/>
                      <a:pt x="3815" y="2704"/>
                    </a:cubicBezTo>
                    <a:lnTo>
                      <a:pt x="3815" y="1888"/>
                    </a:lnTo>
                    <a:cubicBezTo>
                      <a:pt x="4077" y="1724"/>
                      <a:pt x="4317" y="1546"/>
                      <a:pt x="4549" y="1378"/>
                    </a:cubicBezTo>
                    <a:lnTo>
                      <a:pt x="4549" y="1066"/>
                    </a:lnTo>
                    <a:cubicBezTo>
                      <a:pt x="4850" y="907"/>
                      <a:pt x="5138" y="733"/>
                      <a:pt x="5437" y="554"/>
                    </a:cubicBezTo>
                    <a:lnTo>
                      <a:pt x="5437" y="253"/>
                    </a:lnTo>
                    <a:cubicBezTo>
                      <a:pt x="5688" y="172"/>
                      <a:pt x="5939" y="85"/>
                      <a:pt x="6190" y="0"/>
                    </a:cubicBezTo>
                    <a:lnTo>
                      <a:pt x="6916" y="0"/>
                    </a:lnTo>
                    <a:lnTo>
                      <a:pt x="6916" y="253"/>
                    </a:lnTo>
                    <a:lnTo>
                      <a:pt x="6916" y="554"/>
                    </a:lnTo>
                    <a:lnTo>
                      <a:pt x="6916" y="1066"/>
                    </a:lnTo>
                    <a:lnTo>
                      <a:pt x="7811" y="1378"/>
                    </a:lnTo>
                    <a:lnTo>
                      <a:pt x="7811" y="1888"/>
                    </a:lnTo>
                    <a:lnTo>
                      <a:pt x="7811" y="2704"/>
                    </a:lnTo>
                    <a:lnTo>
                      <a:pt x="7811" y="3772"/>
                    </a:lnTo>
                    <a:cubicBezTo>
                      <a:pt x="8036" y="4233"/>
                      <a:pt x="8285" y="4696"/>
                      <a:pt x="8533" y="5157"/>
                    </a:cubicBezTo>
                    <a:cubicBezTo>
                      <a:pt x="8789" y="5508"/>
                      <a:pt x="9016" y="5865"/>
                      <a:pt x="9274" y="6223"/>
                    </a:cubicBezTo>
                    <a:cubicBezTo>
                      <a:pt x="9508" y="6664"/>
                      <a:pt x="9763" y="7105"/>
                      <a:pt x="10000" y="7549"/>
                    </a:cubicBezTo>
                    <a:lnTo>
                      <a:pt x="10000" y="7855"/>
                    </a:lnTo>
                    <a:lnTo>
                      <a:pt x="10000" y="8360"/>
                    </a:lnTo>
                    <a:lnTo>
                      <a:pt x="10000" y="8933"/>
                    </a:lnTo>
                    <a:lnTo>
                      <a:pt x="10000" y="9184"/>
                    </a:lnTo>
                    <a:lnTo>
                      <a:pt x="10000" y="9445"/>
                    </a:lnTo>
                    <a:lnTo>
                      <a:pt x="10000" y="9741"/>
                    </a:lnTo>
                    <a:lnTo>
                      <a:pt x="10000" y="10000"/>
                    </a:lnTo>
                    <a:lnTo>
                      <a:pt x="8533" y="9741"/>
                    </a:lnTo>
                    <a:lnTo>
                      <a:pt x="6916" y="9741"/>
                    </a:lnTo>
                    <a:lnTo>
                      <a:pt x="4549" y="9445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5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645" name="Freeform 33"/>
            <p:cNvSpPr>
              <a:spLocks noChangeAspect="1"/>
            </p:cNvSpPr>
            <p:nvPr/>
          </p:nvSpPr>
          <p:spPr>
            <a:xfrm>
              <a:off x="1227138" y="5095875"/>
              <a:ext cx="309562" cy="144463"/>
            </a:xfrm>
            <a:custGeom>
              <a:avLst/>
              <a:gdLst>
                <a:gd name="txL" fmla="*/ 0 w 365"/>
                <a:gd name="txT" fmla="*/ 0 h 170"/>
                <a:gd name="txR" fmla="*/ 365 w 365"/>
                <a:gd name="txB" fmla="*/ 170 h 17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365" h="170">
                  <a:moveTo>
                    <a:pt x="212" y="95"/>
                  </a:moveTo>
                  <a:lnTo>
                    <a:pt x="196" y="106"/>
                  </a:lnTo>
                  <a:lnTo>
                    <a:pt x="180" y="111"/>
                  </a:lnTo>
                  <a:lnTo>
                    <a:pt x="159" y="122"/>
                  </a:lnTo>
                  <a:lnTo>
                    <a:pt x="148" y="127"/>
                  </a:lnTo>
                  <a:lnTo>
                    <a:pt x="132" y="138"/>
                  </a:lnTo>
                  <a:lnTo>
                    <a:pt x="116" y="143"/>
                  </a:lnTo>
                  <a:lnTo>
                    <a:pt x="106" y="148"/>
                  </a:lnTo>
                  <a:lnTo>
                    <a:pt x="95" y="154"/>
                  </a:lnTo>
                  <a:lnTo>
                    <a:pt x="85" y="159"/>
                  </a:lnTo>
                  <a:lnTo>
                    <a:pt x="79" y="159"/>
                  </a:lnTo>
                  <a:lnTo>
                    <a:pt x="69" y="164"/>
                  </a:lnTo>
                  <a:lnTo>
                    <a:pt x="64" y="164"/>
                  </a:lnTo>
                  <a:lnTo>
                    <a:pt x="58" y="170"/>
                  </a:lnTo>
                  <a:lnTo>
                    <a:pt x="53" y="170"/>
                  </a:lnTo>
                  <a:lnTo>
                    <a:pt x="48" y="170"/>
                  </a:lnTo>
                  <a:lnTo>
                    <a:pt x="43" y="170"/>
                  </a:lnTo>
                  <a:lnTo>
                    <a:pt x="37" y="170"/>
                  </a:lnTo>
                  <a:lnTo>
                    <a:pt x="32" y="170"/>
                  </a:lnTo>
                  <a:lnTo>
                    <a:pt x="21" y="159"/>
                  </a:lnTo>
                  <a:lnTo>
                    <a:pt x="16" y="148"/>
                  </a:lnTo>
                  <a:lnTo>
                    <a:pt x="6" y="138"/>
                  </a:lnTo>
                  <a:lnTo>
                    <a:pt x="0" y="127"/>
                  </a:lnTo>
                  <a:lnTo>
                    <a:pt x="0" y="122"/>
                  </a:lnTo>
                  <a:lnTo>
                    <a:pt x="6" y="117"/>
                  </a:lnTo>
                  <a:lnTo>
                    <a:pt x="6" y="111"/>
                  </a:lnTo>
                  <a:lnTo>
                    <a:pt x="11" y="111"/>
                  </a:lnTo>
                  <a:lnTo>
                    <a:pt x="16" y="111"/>
                  </a:lnTo>
                  <a:lnTo>
                    <a:pt x="27" y="111"/>
                  </a:lnTo>
                  <a:lnTo>
                    <a:pt x="27" y="117"/>
                  </a:lnTo>
                  <a:lnTo>
                    <a:pt x="32" y="117"/>
                  </a:lnTo>
                  <a:lnTo>
                    <a:pt x="37" y="117"/>
                  </a:lnTo>
                  <a:lnTo>
                    <a:pt x="43" y="117"/>
                  </a:lnTo>
                  <a:lnTo>
                    <a:pt x="48" y="117"/>
                  </a:lnTo>
                  <a:lnTo>
                    <a:pt x="53" y="117"/>
                  </a:lnTo>
                  <a:lnTo>
                    <a:pt x="58" y="111"/>
                  </a:lnTo>
                  <a:lnTo>
                    <a:pt x="64" y="111"/>
                  </a:lnTo>
                  <a:lnTo>
                    <a:pt x="74" y="106"/>
                  </a:lnTo>
                  <a:lnTo>
                    <a:pt x="79" y="106"/>
                  </a:lnTo>
                  <a:lnTo>
                    <a:pt x="90" y="101"/>
                  </a:lnTo>
                  <a:lnTo>
                    <a:pt x="101" y="95"/>
                  </a:lnTo>
                  <a:lnTo>
                    <a:pt x="116" y="90"/>
                  </a:lnTo>
                  <a:lnTo>
                    <a:pt x="127" y="85"/>
                  </a:lnTo>
                  <a:lnTo>
                    <a:pt x="143" y="80"/>
                  </a:lnTo>
                  <a:lnTo>
                    <a:pt x="159" y="74"/>
                  </a:lnTo>
                  <a:lnTo>
                    <a:pt x="175" y="69"/>
                  </a:lnTo>
                  <a:lnTo>
                    <a:pt x="190" y="58"/>
                  </a:lnTo>
                  <a:lnTo>
                    <a:pt x="212" y="53"/>
                  </a:lnTo>
                  <a:lnTo>
                    <a:pt x="227" y="48"/>
                  </a:lnTo>
                  <a:lnTo>
                    <a:pt x="248" y="37"/>
                  </a:lnTo>
                  <a:lnTo>
                    <a:pt x="264" y="32"/>
                  </a:lnTo>
                  <a:lnTo>
                    <a:pt x="280" y="27"/>
                  </a:lnTo>
                  <a:lnTo>
                    <a:pt x="291" y="21"/>
                  </a:lnTo>
                  <a:lnTo>
                    <a:pt x="307" y="16"/>
                  </a:lnTo>
                  <a:lnTo>
                    <a:pt x="317" y="11"/>
                  </a:lnTo>
                  <a:lnTo>
                    <a:pt x="328" y="11"/>
                  </a:lnTo>
                  <a:lnTo>
                    <a:pt x="338" y="5"/>
                  </a:lnTo>
                  <a:lnTo>
                    <a:pt x="344" y="5"/>
                  </a:lnTo>
                  <a:lnTo>
                    <a:pt x="354" y="5"/>
                  </a:lnTo>
                  <a:lnTo>
                    <a:pt x="359" y="0"/>
                  </a:lnTo>
                  <a:lnTo>
                    <a:pt x="365" y="0"/>
                  </a:lnTo>
                  <a:lnTo>
                    <a:pt x="365" y="5"/>
                  </a:lnTo>
                  <a:lnTo>
                    <a:pt x="359" y="11"/>
                  </a:lnTo>
                  <a:lnTo>
                    <a:pt x="354" y="16"/>
                  </a:lnTo>
                  <a:lnTo>
                    <a:pt x="344" y="21"/>
                  </a:lnTo>
                  <a:lnTo>
                    <a:pt x="338" y="27"/>
                  </a:lnTo>
                  <a:lnTo>
                    <a:pt x="328" y="32"/>
                  </a:lnTo>
                  <a:lnTo>
                    <a:pt x="317" y="37"/>
                  </a:lnTo>
                  <a:lnTo>
                    <a:pt x="307" y="43"/>
                  </a:lnTo>
                  <a:lnTo>
                    <a:pt x="296" y="53"/>
                  </a:lnTo>
                  <a:lnTo>
                    <a:pt x="280" y="58"/>
                  </a:lnTo>
                  <a:lnTo>
                    <a:pt x="264" y="69"/>
                  </a:lnTo>
                  <a:lnTo>
                    <a:pt x="248" y="74"/>
                  </a:lnTo>
                  <a:lnTo>
                    <a:pt x="233" y="85"/>
                  </a:lnTo>
                  <a:lnTo>
                    <a:pt x="212" y="9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93" name="组合 26"/>
          <p:cNvGrpSpPr>
            <a:grpSpLocks noChangeAspect="1"/>
          </p:cNvGrpSpPr>
          <p:nvPr/>
        </p:nvGrpSpPr>
        <p:grpSpPr>
          <a:xfrm>
            <a:off x="7739063" y="2805113"/>
            <a:ext cx="322262" cy="323850"/>
            <a:chOff x="7350199" y="2187575"/>
            <a:chExt cx="1196975" cy="1206500"/>
          </a:xfrm>
        </p:grpSpPr>
        <p:sp>
          <p:nvSpPr>
            <p:cNvPr id="66636" name="Freeform 16"/>
            <p:cNvSpPr/>
            <p:nvPr/>
          </p:nvSpPr>
          <p:spPr>
            <a:xfrm>
              <a:off x="7359724" y="2411413"/>
              <a:ext cx="1104900" cy="168275"/>
            </a:xfrm>
            <a:custGeom>
              <a:avLst/>
              <a:gdLst>
                <a:gd name="txL" fmla="*/ 0 w 696"/>
                <a:gd name="txT" fmla="*/ 0 h 106"/>
                <a:gd name="txR" fmla="*/ 696 w 696"/>
                <a:gd name="txB" fmla="*/ 106 h 10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96" h="106">
                  <a:moveTo>
                    <a:pt x="696" y="37"/>
                  </a:moveTo>
                  <a:lnTo>
                    <a:pt x="696" y="37"/>
                  </a:lnTo>
                  <a:lnTo>
                    <a:pt x="690" y="42"/>
                  </a:lnTo>
                  <a:lnTo>
                    <a:pt x="680" y="42"/>
                  </a:lnTo>
                  <a:lnTo>
                    <a:pt x="669" y="42"/>
                  </a:lnTo>
                  <a:lnTo>
                    <a:pt x="654" y="42"/>
                  </a:lnTo>
                  <a:lnTo>
                    <a:pt x="638" y="42"/>
                  </a:lnTo>
                  <a:lnTo>
                    <a:pt x="622" y="48"/>
                  </a:lnTo>
                  <a:lnTo>
                    <a:pt x="580" y="48"/>
                  </a:lnTo>
                  <a:lnTo>
                    <a:pt x="532" y="53"/>
                  </a:lnTo>
                  <a:lnTo>
                    <a:pt x="511" y="53"/>
                  </a:lnTo>
                  <a:lnTo>
                    <a:pt x="485" y="58"/>
                  </a:lnTo>
                  <a:lnTo>
                    <a:pt x="458" y="64"/>
                  </a:lnTo>
                  <a:lnTo>
                    <a:pt x="432" y="64"/>
                  </a:lnTo>
                  <a:lnTo>
                    <a:pt x="379" y="74"/>
                  </a:lnTo>
                  <a:lnTo>
                    <a:pt x="327" y="79"/>
                  </a:lnTo>
                  <a:lnTo>
                    <a:pt x="269" y="85"/>
                  </a:lnTo>
                  <a:lnTo>
                    <a:pt x="216" y="90"/>
                  </a:lnTo>
                  <a:lnTo>
                    <a:pt x="189" y="95"/>
                  </a:lnTo>
                  <a:lnTo>
                    <a:pt x="163" y="95"/>
                  </a:lnTo>
                  <a:lnTo>
                    <a:pt x="142" y="101"/>
                  </a:lnTo>
                  <a:lnTo>
                    <a:pt x="126" y="101"/>
                  </a:lnTo>
                  <a:lnTo>
                    <a:pt x="110" y="101"/>
                  </a:lnTo>
                  <a:lnTo>
                    <a:pt x="94" y="101"/>
                  </a:lnTo>
                  <a:lnTo>
                    <a:pt x="89" y="106"/>
                  </a:lnTo>
                  <a:lnTo>
                    <a:pt x="79" y="106"/>
                  </a:lnTo>
                  <a:lnTo>
                    <a:pt x="68" y="101"/>
                  </a:lnTo>
                  <a:lnTo>
                    <a:pt x="58" y="101"/>
                  </a:lnTo>
                  <a:lnTo>
                    <a:pt x="42" y="101"/>
                  </a:lnTo>
                  <a:lnTo>
                    <a:pt x="31" y="95"/>
                  </a:lnTo>
                  <a:lnTo>
                    <a:pt x="21" y="90"/>
                  </a:lnTo>
                  <a:lnTo>
                    <a:pt x="15" y="90"/>
                  </a:lnTo>
                  <a:lnTo>
                    <a:pt x="10" y="85"/>
                  </a:lnTo>
                  <a:lnTo>
                    <a:pt x="5" y="85"/>
                  </a:lnTo>
                  <a:lnTo>
                    <a:pt x="5" y="79"/>
                  </a:lnTo>
                  <a:lnTo>
                    <a:pt x="0" y="79"/>
                  </a:lnTo>
                  <a:lnTo>
                    <a:pt x="0" y="74"/>
                  </a:lnTo>
                  <a:lnTo>
                    <a:pt x="47" y="69"/>
                  </a:lnTo>
                  <a:lnTo>
                    <a:pt x="94" y="64"/>
                  </a:lnTo>
                  <a:lnTo>
                    <a:pt x="137" y="58"/>
                  </a:lnTo>
                  <a:lnTo>
                    <a:pt x="179" y="53"/>
                  </a:lnTo>
                  <a:lnTo>
                    <a:pt x="200" y="53"/>
                  </a:lnTo>
                  <a:lnTo>
                    <a:pt x="226" y="53"/>
                  </a:lnTo>
                  <a:lnTo>
                    <a:pt x="247" y="48"/>
                  </a:lnTo>
                  <a:lnTo>
                    <a:pt x="279" y="42"/>
                  </a:lnTo>
                  <a:lnTo>
                    <a:pt x="305" y="42"/>
                  </a:lnTo>
                  <a:lnTo>
                    <a:pt x="337" y="37"/>
                  </a:lnTo>
                  <a:lnTo>
                    <a:pt x="374" y="32"/>
                  </a:lnTo>
                  <a:lnTo>
                    <a:pt x="406" y="21"/>
                  </a:lnTo>
                  <a:lnTo>
                    <a:pt x="443" y="16"/>
                  </a:lnTo>
                  <a:lnTo>
                    <a:pt x="474" y="11"/>
                  </a:lnTo>
                  <a:lnTo>
                    <a:pt x="506" y="11"/>
                  </a:lnTo>
                  <a:lnTo>
                    <a:pt x="532" y="5"/>
                  </a:lnTo>
                  <a:lnTo>
                    <a:pt x="553" y="0"/>
                  </a:lnTo>
                  <a:lnTo>
                    <a:pt x="574" y="0"/>
                  </a:lnTo>
                  <a:lnTo>
                    <a:pt x="590" y="0"/>
                  </a:lnTo>
                  <a:lnTo>
                    <a:pt x="601" y="0"/>
                  </a:lnTo>
                  <a:lnTo>
                    <a:pt x="622" y="0"/>
                  </a:lnTo>
                  <a:lnTo>
                    <a:pt x="643" y="0"/>
                  </a:lnTo>
                  <a:lnTo>
                    <a:pt x="659" y="5"/>
                  </a:lnTo>
                  <a:lnTo>
                    <a:pt x="669" y="11"/>
                  </a:lnTo>
                  <a:lnTo>
                    <a:pt x="680" y="16"/>
                  </a:lnTo>
                  <a:lnTo>
                    <a:pt x="690" y="26"/>
                  </a:lnTo>
                  <a:lnTo>
                    <a:pt x="696" y="32"/>
                  </a:lnTo>
                  <a:lnTo>
                    <a:pt x="696" y="37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7" name="Freeform 18"/>
            <p:cNvSpPr/>
            <p:nvPr/>
          </p:nvSpPr>
          <p:spPr>
            <a:xfrm>
              <a:off x="7350199" y="2982913"/>
              <a:ext cx="250825" cy="301625"/>
            </a:xfrm>
            <a:custGeom>
              <a:avLst/>
              <a:gdLst>
                <a:gd name="txL" fmla="*/ 0 w 158"/>
                <a:gd name="txT" fmla="*/ 0 h 190"/>
                <a:gd name="txR" fmla="*/ 158 w 158"/>
                <a:gd name="txB" fmla="*/ 190 h 19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58" h="190">
                  <a:moveTo>
                    <a:pt x="32" y="190"/>
                  </a:moveTo>
                  <a:lnTo>
                    <a:pt x="27" y="190"/>
                  </a:lnTo>
                  <a:lnTo>
                    <a:pt x="21" y="190"/>
                  </a:lnTo>
                  <a:lnTo>
                    <a:pt x="16" y="190"/>
                  </a:lnTo>
                  <a:lnTo>
                    <a:pt x="16" y="185"/>
                  </a:lnTo>
                  <a:lnTo>
                    <a:pt x="11" y="185"/>
                  </a:lnTo>
                  <a:lnTo>
                    <a:pt x="11" y="174"/>
                  </a:lnTo>
                  <a:lnTo>
                    <a:pt x="6" y="169"/>
                  </a:lnTo>
                  <a:lnTo>
                    <a:pt x="0" y="153"/>
                  </a:lnTo>
                  <a:lnTo>
                    <a:pt x="0" y="142"/>
                  </a:lnTo>
                  <a:lnTo>
                    <a:pt x="0" y="137"/>
                  </a:lnTo>
                  <a:lnTo>
                    <a:pt x="6" y="127"/>
                  </a:lnTo>
                  <a:lnTo>
                    <a:pt x="6" y="121"/>
                  </a:lnTo>
                  <a:lnTo>
                    <a:pt x="11" y="121"/>
                  </a:lnTo>
                  <a:lnTo>
                    <a:pt x="16" y="116"/>
                  </a:lnTo>
                  <a:lnTo>
                    <a:pt x="21" y="116"/>
                  </a:lnTo>
                  <a:lnTo>
                    <a:pt x="27" y="111"/>
                  </a:lnTo>
                  <a:lnTo>
                    <a:pt x="32" y="111"/>
                  </a:lnTo>
                  <a:lnTo>
                    <a:pt x="37" y="105"/>
                  </a:lnTo>
                  <a:lnTo>
                    <a:pt x="48" y="100"/>
                  </a:lnTo>
                  <a:lnTo>
                    <a:pt x="58" y="95"/>
                  </a:lnTo>
                  <a:lnTo>
                    <a:pt x="69" y="90"/>
                  </a:lnTo>
                  <a:lnTo>
                    <a:pt x="79" y="79"/>
                  </a:lnTo>
                  <a:lnTo>
                    <a:pt x="90" y="68"/>
                  </a:lnTo>
                  <a:lnTo>
                    <a:pt x="100" y="52"/>
                  </a:lnTo>
                  <a:lnTo>
                    <a:pt x="116" y="37"/>
                  </a:lnTo>
                  <a:lnTo>
                    <a:pt x="127" y="21"/>
                  </a:lnTo>
                  <a:lnTo>
                    <a:pt x="143" y="0"/>
                  </a:lnTo>
                  <a:lnTo>
                    <a:pt x="148" y="5"/>
                  </a:lnTo>
                  <a:lnTo>
                    <a:pt x="153" y="15"/>
                  </a:lnTo>
                  <a:lnTo>
                    <a:pt x="158" y="21"/>
                  </a:lnTo>
                  <a:lnTo>
                    <a:pt x="158" y="37"/>
                  </a:lnTo>
                  <a:lnTo>
                    <a:pt x="158" y="47"/>
                  </a:lnTo>
                  <a:lnTo>
                    <a:pt x="153" y="63"/>
                  </a:lnTo>
                  <a:lnTo>
                    <a:pt x="153" y="74"/>
                  </a:lnTo>
                  <a:lnTo>
                    <a:pt x="148" y="90"/>
                  </a:lnTo>
                  <a:lnTo>
                    <a:pt x="137" y="105"/>
                  </a:lnTo>
                  <a:lnTo>
                    <a:pt x="122" y="121"/>
                  </a:lnTo>
                  <a:lnTo>
                    <a:pt x="111" y="137"/>
                  </a:lnTo>
                  <a:lnTo>
                    <a:pt x="90" y="153"/>
                  </a:lnTo>
                  <a:lnTo>
                    <a:pt x="79" y="164"/>
                  </a:lnTo>
                  <a:lnTo>
                    <a:pt x="69" y="169"/>
                  </a:lnTo>
                  <a:lnTo>
                    <a:pt x="64" y="174"/>
                  </a:lnTo>
                  <a:lnTo>
                    <a:pt x="53" y="179"/>
                  </a:lnTo>
                  <a:lnTo>
                    <a:pt x="48" y="185"/>
                  </a:lnTo>
                  <a:lnTo>
                    <a:pt x="42" y="190"/>
                  </a:lnTo>
                  <a:lnTo>
                    <a:pt x="37" y="190"/>
                  </a:lnTo>
                  <a:lnTo>
                    <a:pt x="32" y="19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8" name="Freeform 19"/>
            <p:cNvSpPr/>
            <p:nvPr/>
          </p:nvSpPr>
          <p:spPr>
            <a:xfrm>
              <a:off x="8204274" y="2990850"/>
              <a:ext cx="342900" cy="260350"/>
            </a:xfrm>
            <a:custGeom>
              <a:avLst/>
              <a:gdLst>
                <a:gd name="txL" fmla="*/ 0 w 216"/>
                <a:gd name="txT" fmla="*/ 0 h 164"/>
                <a:gd name="txR" fmla="*/ 216 w 216"/>
                <a:gd name="txB" fmla="*/ 164 h 16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16" h="164">
                  <a:moveTo>
                    <a:pt x="106" y="111"/>
                  </a:moveTo>
                  <a:lnTo>
                    <a:pt x="85" y="95"/>
                  </a:lnTo>
                  <a:lnTo>
                    <a:pt x="69" y="85"/>
                  </a:lnTo>
                  <a:lnTo>
                    <a:pt x="58" y="69"/>
                  </a:lnTo>
                  <a:lnTo>
                    <a:pt x="42" y="58"/>
                  </a:lnTo>
                  <a:lnTo>
                    <a:pt x="32" y="53"/>
                  </a:lnTo>
                  <a:lnTo>
                    <a:pt x="27" y="42"/>
                  </a:lnTo>
                  <a:lnTo>
                    <a:pt x="21" y="37"/>
                  </a:lnTo>
                  <a:lnTo>
                    <a:pt x="16" y="32"/>
                  </a:lnTo>
                  <a:lnTo>
                    <a:pt x="5" y="21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7" y="0"/>
                  </a:lnTo>
                  <a:lnTo>
                    <a:pt x="37" y="0"/>
                  </a:lnTo>
                  <a:lnTo>
                    <a:pt x="42" y="5"/>
                  </a:lnTo>
                  <a:lnTo>
                    <a:pt x="53" y="10"/>
                  </a:lnTo>
                  <a:lnTo>
                    <a:pt x="69" y="10"/>
                  </a:lnTo>
                  <a:lnTo>
                    <a:pt x="79" y="16"/>
                  </a:lnTo>
                  <a:lnTo>
                    <a:pt x="95" y="21"/>
                  </a:lnTo>
                  <a:lnTo>
                    <a:pt x="111" y="32"/>
                  </a:lnTo>
                  <a:lnTo>
                    <a:pt x="132" y="37"/>
                  </a:lnTo>
                  <a:lnTo>
                    <a:pt x="148" y="47"/>
                  </a:lnTo>
                  <a:lnTo>
                    <a:pt x="164" y="53"/>
                  </a:lnTo>
                  <a:lnTo>
                    <a:pt x="180" y="63"/>
                  </a:lnTo>
                  <a:lnTo>
                    <a:pt x="190" y="74"/>
                  </a:lnTo>
                  <a:lnTo>
                    <a:pt x="201" y="79"/>
                  </a:lnTo>
                  <a:lnTo>
                    <a:pt x="206" y="85"/>
                  </a:lnTo>
                  <a:lnTo>
                    <a:pt x="211" y="95"/>
                  </a:lnTo>
                  <a:lnTo>
                    <a:pt x="216" y="100"/>
                  </a:lnTo>
                  <a:lnTo>
                    <a:pt x="216" y="111"/>
                  </a:lnTo>
                  <a:lnTo>
                    <a:pt x="216" y="127"/>
                  </a:lnTo>
                  <a:lnTo>
                    <a:pt x="216" y="137"/>
                  </a:lnTo>
                  <a:lnTo>
                    <a:pt x="211" y="148"/>
                  </a:lnTo>
                  <a:lnTo>
                    <a:pt x="206" y="153"/>
                  </a:lnTo>
                  <a:lnTo>
                    <a:pt x="201" y="164"/>
                  </a:lnTo>
                  <a:lnTo>
                    <a:pt x="195" y="164"/>
                  </a:lnTo>
                  <a:lnTo>
                    <a:pt x="190" y="164"/>
                  </a:lnTo>
                  <a:lnTo>
                    <a:pt x="185" y="164"/>
                  </a:lnTo>
                  <a:lnTo>
                    <a:pt x="180" y="159"/>
                  </a:lnTo>
                  <a:lnTo>
                    <a:pt x="169" y="153"/>
                  </a:lnTo>
                  <a:lnTo>
                    <a:pt x="158" y="143"/>
                  </a:lnTo>
                  <a:lnTo>
                    <a:pt x="143" y="132"/>
                  </a:lnTo>
                  <a:lnTo>
                    <a:pt x="127" y="122"/>
                  </a:lnTo>
                  <a:lnTo>
                    <a:pt x="106" y="111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9" name="Freeform 20"/>
            <p:cNvSpPr/>
            <p:nvPr/>
          </p:nvSpPr>
          <p:spPr>
            <a:xfrm>
              <a:off x="7416874" y="2187575"/>
              <a:ext cx="587375" cy="763588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0" h="10000">
                  <a:moveTo>
                    <a:pt x="2432" y="7484"/>
                  </a:moveTo>
                  <a:lnTo>
                    <a:pt x="2730" y="7152"/>
                  </a:lnTo>
                  <a:lnTo>
                    <a:pt x="3135" y="6819"/>
                  </a:lnTo>
                  <a:cubicBezTo>
                    <a:pt x="3233" y="6708"/>
                    <a:pt x="3333" y="6597"/>
                    <a:pt x="3433" y="6486"/>
                  </a:cubicBezTo>
                  <a:lnTo>
                    <a:pt x="3864" y="6050"/>
                  </a:lnTo>
                  <a:cubicBezTo>
                    <a:pt x="4009" y="5870"/>
                    <a:pt x="4153" y="5689"/>
                    <a:pt x="4296" y="5509"/>
                  </a:cubicBezTo>
                  <a:lnTo>
                    <a:pt x="4729" y="4948"/>
                  </a:lnTo>
                  <a:lnTo>
                    <a:pt x="5135" y="4304"/>
                  </a:lnTo>
                  <a:lnTo>
                    <a:pt x="5702" y="3638"/>
                  </a:lnTo>
                  <a:lnTo>
                    <a:pt x="6136" y="2973"/>
                  </a:lnTo>
                  <a:cubicBezTo>
                    <a:pt x="6281" y="2793"/>
                    <a:pt x="6422" y="2612"/>
                    <a:pt x="6567" y="2432"/>
                  </a:cubicBezTo>
                  <a:cubicBezTo>
                    <a:pt x="6667" y="2245"/>
                    <a:pt x="6765" y="2058"/>
                    <a:pt x="6865" y="1871"/>
                  </a:cubicBezTo>
                  <a:cubicBezTo>
                    <a:pt x="6956" y="1726"/>
                    <a:pt x="7044" y="1580"/>
                    <a:pt x="7134" y="1435"/>
                  </a:cubicBezTo>
                  <a:cubicBezTo>
                    <a:pt x="7181" y="1324"/>
                    <a:pt x="7225" y="1213"/>
                    <a:pt x="7271" y="1102"/>
                  </a:cubicBezTo>
                  <a:cubicBezTo>
                    <a:pt x="7324" y="991"/>
                    <a:pt x="7378" y="880"/>
                    <a:pt x="7432" y="769"/>
                  </a:cubicBezTo>
                  <a:lnTo>
                    <a:pt x="7432" y="665"/>
                  </a:lnTo>
                  <a:lnTo>
                    <a:pt x="7432" y="437"/>
                  </a:lnTo>
                  <a:lnTo>
                    <a:pt x="7271" y="437"/>
                  </a:lnTo>
                  <a:lnTo>
                    <a:pt x="7271" y="333"/>
                  </a:lnTo>
                  <a:cubicBezTo>
                    <a:pt x="7226" y="298"/>
                    <a:pt x="7179" y="264"/>
                    <a:pt x="7134" y="229"/>
                  </a:cubicBezTo>
                  <a:lnTo>
                    <a:pt x="7134" y="125"/>
                  </a:lnTo>
                  <a:lnTo>
                    <a:pt x="7134" y="0"/>
                  </a:lnTo>
                  <a:lnTo>
                    <a:pt x="7271" y="0"/>
                  </a:lnTo>
                  <a:lnTo>
                    <a:pt x="7568" y="0"/>
                  </a:lnTo>
                  <a:lnTo>
                    <a:pt x="7864" y="0"/>
                  </a:lnTo>
                  <a:lnTo>
                    <a:pt x="8270" y="0"/>
                  </a:lnTo>
                  <a:lnTo>
                    <a:pt x="8566" y="125"/>
                  </a:lnTo>
                  <a:lnTo>
                    <a:pt x="9000" y="229"/>
                  </a:lnTo>
                  <a:lnTo>
                    <a:pt x="9270" y="333"/>
                  </a:lnTo>
                  <a:lnTo>
                    <a:pt x="9568" y="437"/>
                  </a:lnTo>
                  <a:lnTo>
                    <a:pt x="9839" y="665"/>
                  </a:lnTo>
                  <a:cubicBezTo>
                    <a:pt x="9892" y="700"/>
                    <a:pt x="9947" y="734"/>
                    <a:pt x="10000" y="769"/>
                  </a:cubicBezTo>
                  <a:lnTo>
                    <a:pt x="10000" y="894"/>
                  </a:lnTo>
                  <a:lnTo>
                    <a:pt x="10000" y="998"/>
                  </a:lnTo>
                  <a:lnTo>
                    <a:pt x="10000" y="1206"/>
                  </a:lnTo>
                  <a:cubicBezTo>
                    <a:pt x="9947" y="1248"/>
                    <a:pt x="9892" y="1289"/>
                    <a:pt x="9839" y="1331"/>
                  </a:cubicBezTo>
                  <a:cubicBezTo>
                    <a:pt x="9792" y="1400"/>
                    <a:pt x="9749" y="1469"/>
                    <a:pt x="9702" y="1538"/>
                  </a:cubicBezTo>
                  <a:lnTo>
                    <a:pt x="9433" y="1767"/>
                  </a:lnTo>
                  <a:lnTo>
                    <a:pt x="9135" y="1975"/>
                  </a:lnTo>
                  <a:lnTo>
                    <a:pt x="9000" y="2204"/>
                  </a:lnTo>
                  <a:lnTo>
                    <a:pt x="8703" y="2432"/>
                  </a:lnTo>
                  <a:lnTo>
                    <a:pt x="8433" y="2744"/>
                  </a:lnTo>
                  <a:lnTo>
                    <a:pt x="8135" y="3077"/>
                  </a:lnTo>
                  <a:lnTo>
                    <a:pt x="7703" y="3514"/>
                  </a:lnTo>
                  <a:lnTo>
                    <a:pt x="7432" y="3971"/>
                  </a:lnTo>
                  <a:cubicBezTo>
                    <a:pt x="7287" y="4116"/>
                    <a:pt x="7144" y="4262"/>
                    <a:pt x="7001" y="4407"/>
                  </a:cubicBezTo>
                  <a:lnTo>
                    <a:pt x="6432" y="4948"/>
                  </a:lnTo>
                  <a:lnTo>
                    <a:pt x="5999" y="5385"/>
                  </a:lnTo>
                  <a:lnTo>
                    <a:pt x="5702" y="5842"/>
                  </a:lnTo>
                  <a:cubicBezTo>
                    <a:pt x="5569" y="5988"/>
                    <a:pt x="5432" y="6133"/>
                    <a:pt x="5298" y="6279"/>
                  </a:cubicBezTo>
                  <a:lnTo>
                    <a:pt x="4865" y="6611"/>
                  </a:lnTo>
                  <a:lnTo>
                    <a:pt x="4567" y="6923"/>
                  </a:lnTo>
                  <a:lnTo>
                    <a:pt x="4296" y="7256"/>
                  </a:lnTo>
                  <a:lnTo>
                    <a:pt x="4000" y="7484"/>
                  </a:lnTo>
                  <a:lnTo>
                    <a:pt x="3729" y="7692"/>
                  </a:lnTo>
                  <a:lnTo>
                    <a:pt x="3433" y="7921"/>
                  </a:lnTo>
                  <a:lnTo>
                    <a:pt x="3297" y="8150"/>
                  </a:lnTo>
                  <a:lnTo>
                    <a:pt x="3135" y="8254"/>
                  </a:lnTo>
                  <a:cubicBezTo>
                    <a:pt x="3091" y="8289"/>
                    <a:pt x="3044" y="8323"/>
                    <a:pt x="3001" y="8358"/>
                  </a:cubicBezTo>
                  <a:cubicBezTo>
                    <a:pt x="2956" y="8393"/>
                    <a:pt x="2909" y="8427"/>
                    <a:pt x="2864" y="8462"/>
                  </a:cubicBezTo>
                  <a:lnTo>
                    <a:pt x="2864" y="8586"/>
                  </a:lnTo>
                  <a:lnTo>
                    <a:pt x="1298" y="9896"/>
                  </a:lnTo>
                  <a:lnTo>
                    <a:pt x="865" y="10000"/>
                  </a:lnTo>
                  <a:lnTo>
                    <a:pt x="730" y="9896"/>
                  </a:lnTo>
                  <a:lnTo>
                    <a:pt x="594" y="9896"/>
                  </a:lnTo>
                  <a:cubicBezTo>
                    <a:pt x="541" y="9861"/>
                    <a:pt x="486" y="9827"/>
                    <a:pt x="433" y="9792"/>
                  </a:cubicBezTo>
                  <a:cubicBezTo>
                    <a:pt x="387" y="9716"/>
                    <a:pt x="343" y="9639"/>
                    <a:pt x="296" y="9563"/>
                  </a:cubicBezTo>
                  <a:cubicBezTo>
                    <a:pt x="253" y="9494"/>
                    <a:pt x="206" y="9425"/>
                    <a:pt x="163" y="9356"/>
                  </a:cubicBezTo>
                  <a:cubicBezTo>
                    <a:pt x="109" y="9314"/>
                    <a:pt x="54" y="9273"/>
                    <a:pt x="0" y="9231"/>
                  </a:cubicBezTo>
                  <a:lnTo>
                    <a:pt x="0" y="9127"/>
                  </a:lnTo>
                  <a:lnTo>
                    <a:pt x="0" y="9023"/>
                  </a:lnTo>
                  <a:cubicBezTo>
                    <a:pt x="54" y="8988"/>
                    <a:pt x="109" y="8954"/>
                    <a:pt x="163" y="8919"/>
                  </a:cubicBezTo>
                  <a:cubicBezTo>
                    <a:pt x="206" y="8877"/>
                    <a:pt x="253" y="8836"/>
                    <a:pt x="296" y="8794"/>
                  </a:cubicBezTo>
                  <a:lnTo>
                    <a:pt x="594" y="8690"/>
                  </a:lnTo>
                  <a:lnTo>
                    <a:pt x="865" y="8586"/>
                  </a:lnTo>
                  <a:lnTo>
                    <a:pt x="1000" y="8462"/>
                  </a:lnTo>
                  <a:cubicBezTo>
                    <a:pt x="1053" y="8427"/>
                    <a:pt x="1108" y="8393"/>
                    <a:pt x="1161" y="8358"/>
                  </a:cubicBezTo>
                  <a:lnTo>
                    <a:pt x="1432" y="8254"/>
                  </a:lnTo>
                  <a:lnTo>
                    <a:pt x="1728" y="8025"/>
                  </a:lnTo>
                  <a:lnTo>
                    <a:pt x="1865" y="7921"/>
                  </a:lnTo>
                  <a:lnTo>
                    <a:pt x="2162" y="7692"/>
                  </a:lnTo>
                  <a:lnTo>
                    <a:pt x="2432" y="748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40" name="Freeform 20"/>
            <p:cNvSpPr/>
            <p:nvPr/>
          </p:nvSpPr>
          <p:spPr>
            <a:xfrm>
              <a:off x="7459736" y="2763838"/>
              <a:ext cx="920750" cy="184150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0000" h="10000">
                  <a:moveTo>
                    <a:pt x="1448" y="3198"/>
                  </a:moveTo>
                  <a:cubicBezTo>
                    <a:pt x="1430" y="3396"/>
                    <a:pt x="1376" y="3991"/>
                    <a:pt x="1361" y="4150"/>
                  </a:cubicBezTo>
                  <a:cubicBezTo>
                    <a:pt x="1418" y="4290"/>
                    <a:pt x="1476" y="4429"/>
                    <a:pt x="1533" y="4569"/>
                  </a:cubicBezTo>
                  <a:lnTo>
                    <a:pt x="1637" y="4569"/>
                  </a:lnTo>
                  <a:lnTo>
                    <a:pt x="1811" y="4569"/>
                  </a:lnTo>
                  <a:cubicBezTo>
                    <a:pt x="1844" y="4430"/>
                    <a:pt x="1877" y="4287"/>
                    <a:pt x="1914" y="4150"/>
                  </a:cubicBezTo>
                  <a:lnTo>
                    <a:pt x="1999" y="4150"/>
                  </a:lnTo>
                  <a:lnTo>
                    <a:pt x="2172" y="4150"/>
                  </a:lnTo>
                  <a:lnTo>
                    <a:pt x="2361" y="4150"/>
                  </a:lnTo>
                  <a:cubicBezTo>
                    <a:pt x="2425" y="3971"/>
                    <a:pt x="2489" y="3802"/>
                    <a:pt x="2551" y="3625"/>
                  </a:cubicBezTo>
                  <a:lnTo>
                    <a:pt x="2724" y="3625"/>
                  </a:lnTo>
                  <a:lnTo>
                    <a:pt x="3000" y="3625"/>
                  </a:lnTo>
                  <a:lnTo>
                    <a:pt x="3275" y="3625"/>
                  </a:lnTo>
                  <a:lnTo>
                    <a:pt x="3638" y="3198"/>
                  </a:lnTo>
                  <a:lnTo>
                    <a:pt x="4000" y="3198"/>
                  </a:lnTo>
                  <a:lnTo>
                    <a:pt x="4362" y="3198"/>
                  </a:lnTo>
                  <a:lnTo>
                    <a:pt x="4724" y="2764"/>
                  </a:lnTo>
                  <a:lnTo>
                    <a:pt x="5172" y="2338"/>
                  </a:lnTo>
                  <a:lnTo>
                    <a:pt x="5638" y="2338"/>
                  </a:lnTo>
                  <a:lnTo>
                    <a:pt x="6173" y="1809"/>
                  </a:lnTo>
                  <a:lnTo>
                    <a:pt x="6638" y="1809"/>
                  </a:lnTo>
                  <a:lnTo>
                    <a:pt x="7171" y="1390"/>
                  </a:lnTo>
                  <a:lnTo>
                    <a:pt x="7637" y="952"/>
                  </a:lnTo>
                  <a:lnTo>
                    <a:pt x="8085" y="952"/>
                  </a:lnTo>
                  <a:cubicBezTo>
                    <a:pt x="8178" y="781"/>
                    <a:pt x="8270" y="609"/>
                    <a:pt x="8362" y="438"/>
                  </a:cubicBezTo>
                  <a:lnTo>
                    <a:pt x="8639" y="438"/>
                  </a:lnTo>
                  <a:lnTo>
                    <a:pt x="8914" y="438"/>
                  </a:lnTo>
                  <a:lnTo>
                    <a:pt x="9086" y="438"/>
                  </a:lnTo>
                  <a:cubicBezTo>
                    <a:pt x="9121" y="294"/>
                    <a:pt x="9156" y="146"/>
                    <a:pt x="9190" y="0"/>
                  </a:cubicBezTo>
                  <a:cubicBezTo>
                    <a:pt x="9248" y="144"/>
                    <a:pt x="9304" y="291"/>
                    <a:pt x="9362" y="438"/>
                  </a:cubicBezTo>
                  <a:lnTo>
                    <a:pt x="9448" y="438"/>
                  </a:lnTo>
                  <a:cubicBezTo>
                    <a:pt x="9511" y="612"/>
                    <a:pt x="9575" y="779"/>
                    <a:pt x="9638" y="952"/>
                  </a:cubicBezTo>
                  <a:lnTo>
                    <a:pt x="9724" y="952"/>
                  </a:lnTo>
                  <a:cubicBezTo>
                    <a:pt x="9787" y="1234"/>
                    <a:pt x="9851" y="1531"/>
                    <a:pt x="9913" y="1809"/>
                  </a:cubicBezTo>
                  <a:cubicBezTo>
                    <a:pt x="9942" y="1990"/>
                    <a:pt x="9973" y="2163"/>
                    <a:pt x="10000" y="2338"/>
                  </a:cubicBezTo>
                  <a:lnTo>
                    <a:pt x="10000" y="2764"/>
                  </a:lnTo>
                  <a:lnTo>
                    <a:pt x="10000" y="3198"/>
                  </a:lnTo>
                  <a:lnTo>
                    <a:pt x="10000" y="3625"/>
                  </a:lnTo>
                  <a:lnTo>
                    <a:pt x="9913" y="3625"/>
                  </a:lnTo>
                  <a:lnTo>
                    <a:pt x="9810" y="3625"/>
                  </a:lnTo>
                  <a:cubicBezTo>
                    <a:pt x="9781" y="3801"/>
                    <a:pt x="9754" y="3977"/>
                    <a:pt x="9724" y="4150"/>
                  </a:cubicBezTo>
                  <a:lnTo>
                    <a:pt x="9552" y="4150"/>
                  </a:lnTo>
                  <a:lnTo>
                    <a:pt x="9362" y="4150"/>
                  </a:lnTo>
                  <a:lnTo>
                    <a:pt x="9086" y="4150"/>
                  </a:lnTo>
                  <a:lnTo>
                    <a:pt x="8810" y="4150"/>
                  </a:lnTo>
                  <a:lnTo>
                    <a:pt x="8551" y="4150"/>
                  </a:lnTo>
                  <a:lnTo>
                    <a:pt x="8277" y="4150"/>
                  </a:lnTo>
                  <a:lnTo>
                    <a:pt x="7914" y="4150"/>
                  </a:lnTo>
                  <a:lnTo>
                    <a:pt x="7553" y="4150"/>
                  </a:lnTo>
                  <a:lnTo>
                    <a:pt x="7171" y="4569"/>
                  </a:lnTo>
                  <a:lnTo>
                    <a:pt x="6725" y="4569"/>
                  </a:lnTo>
                  <a:lnTo>
                    <a:pt x="6276" y="4569"/>
                  </a:lnTo>
                  <a:lnTo>
                    <a:pt x="5448" y="4996"/>
                  </a:lnTo>
                  <a:lnTo>
                    <a:pt x="4637" y="5511"/>
                  </a:lnTo>
                  <a:lnTo>
                    <a:pt x="3914" y="5956"/>
                  </a:lnTo>
                  <a:lnTo>
                    <a:pt x="3172" y="6386"/>
                  </a:lnTo>
                  <a:lnTo>
                    <a:pt x="2809" y="6386"/>
                  </a:lnTo>
                  <a:cubicBezTo>
                    <a:pt x="2724" y="6527"/>
                    <a:pt x="2637" y="6666"/>
                    <a:pt x="2551" y="6807"/>
                  </a:cubicBezTo>
                  <a:lnTo>
                    <a:pt x="2172" y="7335"/>
                  </a:lnTo>
                  <a:lnTo>
                    <a:pt x="1914" y="7335"/>
                  </a:lnTo>
                  <a:cubicBezTo>
                    <a:pt x="1849" y="7477"/>
                    <a:pt x="1786" y="7612"/>
                    <a:pt x="1723" y="7755"/>
                  </a:cubicBezTo>
                  <a:lnTo>
                    <a:pt x="1448" y="7755"/>
                  </a:lnTo>
                  <a:cubicBezTo>
                    <a:pt x="1390" y="7900"/>
                    <a:pt x="1333" y="8045"/>
                    <a:pt x="1275" y="8190"/>
                  </a:cubicBezTo>
                  <a:lnTo>
                    <a:pt x="999" y="8706"/>
                  </a:lnTo>
                  <a:lnTo>
                    <a:pt x="809" y="8706"/>
                  </a:lnTo>
                  <a:cubicBezTo>
                    <a:pt x="782" y="8853"/>
                    <a:pt x="752" y="8999"/>
                    <a:pt x="724" y="9132"/>
                  </a:cubicBezTo>
                  <a:lnTo>
                    <a:pt x="534" y="9132"/>
                  </a:lnTo>
                  <a:cubicBezTo>
                    <a:pt x="505" y="9275"/>
                    <a:pt x="477" y="9431"/>
                    <a:pt x="447" y="9574"/>
                  </a:cubicBezTo>
                  <a:lnTo>
                    <a:pt x="361" y="9574"/>
                  </a:lnTo>
                  <a:lnTo>
                    <a:pt x="275" y="9574"/>
                  </a:lnTo>
                  <a:cubicBezTo>
                    <a:pt x="212" y="9717"/>
                    <a:pt x="147" y="9856"/>
                    <a:pt x="85" y="10000"/>
                  </a:cubicBezTo>
                  <a:cubicBezTo>
                    <a:pt x="56" y="9857"/>
                    <a:pt x="27" y="9713"/>
                    <a:pt x="0" y="9574"/>
                  </a:cubicBez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41" name="Freeform 17"/>
            <p:cNvSpPr/>
            <p:nvPr/>
          </p:nvSpPr>
          <p:spPr>
            <a:xfrm>
              <a:off x="7842324" y="2613025"/>
              <a:ext cx="168275" cy="781050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0" h="10000">
                  <a:moveTo>
                    <a:pt x="8963" y="2358"/>
                  </a:moveTo>
                  <a:lnTo>
                    <a:pt x="8963" y="2581"/>
                  </a:lnTo>
                  <a:lnTo>
                    <a:pt x="8963" y="2907"/>
                  </a:lnTo>
                  <a:lnTo>
                    <a:pt x="8963" y="3333"/>
                  </a:lnTo>
                  <a:lnTo>
                    <a:pt x="9530" y="3760"/>
                  </a:lnTo>
                  <a:lnTo>
                    <a:pt x="9530" y="4187"/>
                  </a:lnTo>
                  <a:lnTo>
                    <a:pt x="9530" y="4837"/>
                  </a:lnTo>
                  <a:lnTo>
                    <a:pt x="9530" y="5366"/>
                  </a:lnTo>
                  <a:lnTo>
                    <a:pt x="9530" y="6118"/>
                  </a:lnTo>
                  <a:lnTo>
                    <a:pt x="10000" y="6768"/>
                  </a:lnTo>
                  <a:lnTo>
                    <a:pt x="10000" y="7317"/>
                  </a:lnTo>
                  <a:lnTo>
                    <a:pt x="9530" y="7846"/>
                  </a:lnTo>
                  <a:lnTo>
                    <a:pt x="9530" y="8272"/>
                  </a:lnTo>
                  <a:lnTo>
                    <a:pt x="8963" y="8699"/>
                  </a:lnTo>
                  <a:lnTo>
                    <a:pt x="8491" y="9024"/>
                  </a:lnTo>
                  <a:lnTo>
                    <a:pt x="8491" y="9248"/>
                  </a:lnTo>
                  <a:lnTo>
                    <a:pt x="7550" y="9451"/>
                  </a:lnTo>
                  <a:lnTo>
                    <a:pt x="6511" y="9675"/>
                  </a:lnTo>
                  <a:lnTo>
                    <a:pt x="5001" y="9878"/>
                  </a:lnTo>
                  <a:lnTo>
                    <a:pt x="4531" y="10000"/>
                  </a:lnTo>
                  <a:lnTo>
                    <a:pt x="3493" y="7744"/>
                  </a:lnTo>
                  <a:lnTo>
                    <a:pt x="4055" y="7520"/>
                  </a:lnTo>
                  <a:lnTo>
                    <a:pt x="4531" y="7317"/>
                  </a:lnTo>
                  <a:lnTo>
                    <a:pt x="4531" y="6992"/>
                  </a:lnTo>
                  <a:lnTo>
                    <a:pt x="4531" y="6565"/>
                  </a:lnTo>
                  <a:lnTo>
                    <a:pt x="4531" y="6016"/>
                  </a:lnTo>
                  <a:lnTo>
                    <a:pt x="4531" y="5691"/>
                  </a:lnTo>
                  <a:lnTo>
                    <a:pt x="4531" y="5488"/>
                  </a:lnTo>
                  <a:lnTo>
                    <a:pt x="4531" y="5041"/>
                  </a:lnTo>
                  <a:lnTo>
                    <a:pt x="4531" y="4736"/>
                  </a:lnTo>
                  <a:lnTo>
                    <a:pt x="4531" y="4411"/>
                  </a:lnTo>
                  <a:lnTo>
                    <a:pt x="4531" y="3984"/>
                  </a:lnTo>
                  <a:lnTo>
                    <a:pt x="4055" y="3537"/>
                  </a:lnTo>
                  <a:lnTo>
                    <a:pt x="4055" y="3110"/>
                  </a:lnTo>
                  <a:lnTo>
                    <a:pt x="4055" y="2683"/>
                  </a:lnTo>
                  <a:lnTo>
                    <a:pt x="3493" y="2256"/>
                  </a:lnTo>
                  <a:lnTo>
                    <a:pt x="3493" y="1931"/>
                  </a:lnTo>
                  <a:lnTo>
                    <a:pt x="3020" y="1606"/>
                  </a:lnTo>
                  <a:lnTo>
                    <a:pt x="2550" y="1402"/>
                  </a:lnTo>
                  <a:lnTo>
                    <a:pt x="2076" y="1179"/>
                  </a:lnTo>
                  <a:lnTo>
                    <a:pt x="1512" y="976"/>
                  </a:lnTo>
                  <a:lnTo>
                    <a:pt x="1040" y="854"/>
                  </a:lnTo>
                  <a:lnTo>
                    <a:pt x="568" y="650"/>
                  </a:lnTo>
                  <a:lnTo>
                    <a:pt x="0" y="427"/>
                  </a:lnTo>
                  <a:lnTo>
                    <a:pt x="0" y="325"/>
                  </a:lnTo>
                  <a:lnTo>
                    <a:pt x="0" y="224"/>
                  </a:lnTo>
                  <a:lnTo>
                    <a:pt x="568" y="102"/>
                  </a:lnTo>
                  <a:lnTo>
                    <a:pt x="1040" y="0"/>
                  </a:lnTo>
                  <a:lnTo>
                    <a:pt x="2550" y="0"/>
                  </a:lnTo>
                  <a:lnTo>
                    <a:pt x="3493" y="0"/>
                  </a:lnTo>
                  <a:lnTo>
                    <a:pt x="5001" y="102"/>
                  </a:lnTo>
                  <a:lnTo>
                    <a:pt x="6039" y="224"/>
                  </a:lnTo>
                  <a:lnTo>
                    <a:pt x="6982" y="224"/>
                  </a:lnTo>
                  <a:lnTo>
                    <a:pt x="7550" y="325"/>
                  </a:lnTo>
                  <a:lnTo>
                    <a:pt x="8491" y="427"/>
                  </a:lnTo>
                  <a:lnTo>
                    <a:pt x="8963" y="528"/>
                  </a:lnTo>
                  <a:lnTo>
                    <a:pt x="9530" y="650"/>
                  </a:lnTo>
                  <a:lnTo>
                    <a:pt x="8963" y="752"/>
                  </a:lnTo>
                  <a:lnTo>
                    <a:pt x="8963" y="976"/>
                  </a:lnTo>
                  <a:lnTo>
                    <a:pt x="8963" y="1077"/>
                  </a:lnTo>
                  <a:lnTo>
                    <a:pt x="8491" y="1280"/>
                  </a:lnTo>
                  <a:lnTo>
                    <a:pt x="8491" y="1606"/>
                  </a:lnTo>
                  <a:lnTo>
                    <a:pt x="8491" y="1931"/>
                  </a:lnTo>
                  <a:lnTo>
                    <a:pt x="8963" y="235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42" name="Freeform 17"/>
            <p:cNvSpPr/>
            <p:nvPr/>
          </p:nvSpPr>
          <p:spPr>
            <a:xfrm>
              <a:off x="7694686" y="3217863"/>
              <a:ext cx="225425" cy="176212"/>
            </a:xfrm>
            <a:custGeom>
              <a:avLst/>
              <a:gdLst>
                <a:gd name="txL" fmla="*/ 0 w 9660"/>
                <a:gd name="txT" fmla="*/ 0 h 10000"/>
                <a:gd name="txR" fmla="*/ 9660 w 9660"/>
                <a:gd name="txB" fmla="*/ 10000 h 1000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txL" t="txT" r="txR" b="txB"/>
              <a:pathLst>
                <a:path w="9660" h="10000">
                  <a:moveTo>
                    <a:pt x="9660" y="10000"/>
                  </a:moveTo>
                  <a:lnTo>
                    <a:pt x="8911" y="10000"/>
                  </a:lnTo>
                  <a:lnTo>
                    <a:pt x="8572" y="10000"/>
                  </a:lnTo>
                  <a:cubicBezTo>
                    <a:pt x="8458" y="9819"/>
                    <a:pt x="8346" y="9637"/>
                    <a:pt x="8231" y="9456"/>
                  </a:cubicBezTo>
                  <a:lnTo>
                    <a:pt x="7482" y="9008"/>
                  </a:lnTo>
                  <a:cubicBezTo>
                    <a:pt x="7370" y="8708"/>
                    <a:pt x="7257" y="8408"/>
                    <a:pt x="7143" y="8108"/>
                  </a:cubicBezTo>
                  <a:lnTo>
                    <a:pt x="6394" y="6666"/>
                  </a:lnTo>
                  <a:lnTo>
                    <a:pt x="5373" y="5678"/>
                  </a:lnTo>
                  <a:lnTo>
                    <a:pt x="4967" y="5220"/>
                  </a:lnTo>
                  <a:lnTo>
                    <a:pt x="4286" y="4772"/>
                  </a:lnTo>
                  <a:lnTo>
                    <a:pt x="3538" y="4239"/>
                  </a:lnTo>
                  <a:lnTo>
                    <a:pt x="2857" y="3339"/>
                  </a:lnTo>
                  <a:lnTo>
                    <a:pt x="2109" y="2797"/>
                  </a:lnTo>
                  <a:lnTo>
                    <a:pt x="1768" y="2349"/>
                  </a:lnTo>
                  <a:lnTo>
                    <a:pt x="1020" y="2349"/>
                  </a:lnTo>
                  <a:lnTo>
                    <a:pt x="680" y="1891"/>
                  </a:lnTo>
                  <a:lnTo>
                    <a:pt x="339" y="1438"/>
                  </a:lnTo>
                  <a:lnTo>
                    <a:pt x="0" y="899"/>
                  </a:lnTo>
                  <a:lnTo>
                    <a:pt x="339" y="899"/>
                  </a:lnTo>
                  <a:lnTo>
                    <a:pt x="680" y="899"/>
                  </a:lnTo>
                  <a:lnTo>
                    <a:pt x="1020" y="899"/>
                  </a:lnTo>
                  <a:lnTo>
                    <a:pt x="1428" y="899"/>
                  </a:lnTo>
                  <a:lnTo>
                    <a:pt x="1768" y="899"/>
                  </a:lnTo>
                  <a:lnTo>
                    <a:pt x="2450" y="899"/>
                  </a:lnTo>
                  <a:lnTo>
                    <a:pt x="3197" y="899"/>
                  </a:lnTo>
                  <a:lnTo>
                    <a:pt x="4626" y="1438"/>
                  </a:lnTo>
                  <a:lnTo>
                    <a:pt x="5715" y="1438"/>
                  </a:lnTo>
                  <a:lnTo>
                    <a:pt x="6802" y="1438"/>
                  </a:lnTo>
                  <a:lnTo>
                    <a:pt x="7482" y="1438"/>
                  </a:lnTo>
                  <a:lnTo>
                    <a:pt x="8231" y="1438"/>
                  </a:lnTo>
                  <a:lnTo>
                    <a:pt x="8572" y="899"/>
                  </a:lnTo>
                  <a:cubicBezTo>
                    <a:pt x="8684" y="599"/>
                    <a:pt x="8800" y="300"/>
                    <a:pt x="8911" y="0"/>
                  </a:cubicBez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94" name="组合 48"/>
          <p:cNvGrpSpPr>
            <a:grpSpLocks noChangeAspect="1"/>
          </p:cNvGrpSpPr>
          <p:nvPr/>
        </p:nvGrpSpPr>
        <p:grpSpPr>
          <a:xfrm>
            <a:off x="7723188" y="3511550"/>
            <a:ext cx="354012" cy="360363"/>
            <a:chOff x="7388553" y="3259138"/>
            <a:chExt cx="1198562" cy="1219200"/>
          </a:xfrm>
        </p:grpSpPr>
        <p:sp>
          <p:nvSpPr>
            <p:cNvPr id="66627" name="Freeform 28"/>
            <p:cNvSpPr/>
            <p:nvPr/>
          </p:nvSpPr>
          <p:spPr>
            <a:xfrm>
              <a:off x="7564765" y="3519488"/>
              <a:ext cx="334963" cy="177800"/>
            </a:xfrm>
            <a:custGeom>
              <a:avLst/>
              <a:gdLst>
                <a:gd name="txL" fmla="*/ 0 w 211"/>
                <a:gd name="txT" fmla="*/ 0 h 112"/>
                <a:gd name="txR" fmla="*/ 211 w 211"/>
                <a:gd name="txB" fmla="*/ 112 h 112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11" h="112">
                  <a:moveTo>
                    <a:pt x="122" y="43"/>
                  </a:moveTo>
                  <a:lnTo>
                    <a:pt x="132" y="32"/>
                  </a:lnTo>
                  <a:lnTo>
                    <a:pt x="143" y="27"/>
                  </a:lnTo>
                  <a:lnTo>
                    <a:pt x="143" y="22"/>
                  </a:lnTo>
                  <a:lnTo>
                    <a:pt x="148" y="16"/>
                  </a:lnTo>
                  <a:lnTo>
                    <a:pt x="148" y="11"/>
                  </a:lnTo>
                  <a:lnTo>
                    <a:pt x="143" y="6"/>
                  </a:lnTo>
                  <a:lnTo>
                    <a:pt x="148" y="6"/>
                  </a:lnTo>
                  <a:lnTo>
                    <a:pt x="148" y="0"/>
                  </a:lnTo>
                  <a:lnTo>
                    <a:pt x="153" y="0"/>
                  </a:lnTo>
                  <a:lnTo>
                    <a:pt x="159" y="0"/>
                  </a:lnTo>
                  <a:lnTo>
                    <a:pt x="169" y="0"/>
                  </a:lnTo>
                  <a:lnTo>
                    <a:pt x="180" y="6"/>
                  </a:lnTo>
                  <a:lnTo>
                    <a:pt x="190" y="11"/>
                  </a:lnTo>
                  <a:lnTo>
                    <a:pt x="201" y="16"/>
                  </a:lnTo>
                  <a:lnTo>
                    <a:pt x="206" y="22"/>
                  </a:lnTo>
                  <a:lnTo>
                    <a:pt x="211" y="27"/>
                  </a:lnTo>
                  <a:lnTo>
                    <a:pt x="211" y="32"/>
                  </a:lnTo>
                  <a:lnTo>
                    <a:pt x="211" y="37"/>
                  </a:lnTo>
                  <a:lnTo>
                    <a:pt x="211" y="43"/>
                  </a:lnTo>
                  <a:lnTo>
                    <a:pt x="206" y="43"/>
                  </a:lnTo>
                  <a:lnTo>
                    <a:pt x="206" y="48"/>
                  </a:lnTo>
                  <a:lnTo>
                    <a:pt x="201" y="53"/>
                  </a:lnTo>
                  <a:lnTo>
                    <a:pt x="190" y="59"/>
                  </a:lnTo>
                  <a:lnTo>
                    <a:pt x="174" y="64"/>
                  </a:lnTo>
                  <a:lnTo>
                    <a:pt x="159" y="69"/>
                  </a:lnTo>
                  <a:lnTo>
                    <a:pt x="137" y="80"/>
                  </a:lnTo>
                  <a:lnTo>
                    <a:pt x="111" y="85"/>
                  </a:lnTo>
                  <a:lnTo>
                    <a:pt x="85" y="96"/>
                  </a:lnTo>
                  <a:lnTo>
                    <a:pt x="58" y="101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12"/>
                  </a:lnTo>
                  <a:lnTo>
                    <a:pt x="16" y="112"/>
                  </a:lnTo>
                  <a:lnTo>
                    <a:pt x="11" y="112"/>
                  </a:lnTo>
                  <a:lnTo>
                    <a:pt x="5" y="112"/>
                  </a:lnTo>
                  <a:lnTo>
                    <a:pt x="5" y="106"/>
                  </a:lnTo>
                  <a:lnTo>
                    <a:pt x="0" y="106"/>
                  </a:lnTo>
                  <a:lnTo>
                    <a:pt x="5" y="106"/>
                  </a:lnTo>
                  <a:lnTo>
                    <a:pt x="5" y="101"/>
                  </a:lnTo>
                  <a:lnTo>
                    <a:pt x="11" y="101"/>
                  </a:lnTo>
                  <a:lnTo>
                    <a:pt x="21" y="96"/>
                  </a:lnTo>
                  <a:lnTo>
                    <a:pt x="27" y="90"/>
                  </a:lnTo>
                  <a:lnTo>
                    <a:pt x="37" y="85"/>
                  </a:lnTo>
                  <a:lnTo>
                    <a:pt x="48" y="80"/>
                  </a:lnTo>
                  <a:lnTo>
                    <a:pt x="74" y="69"/>
                  </a:lnTo>
                  <a:lnTo>
                    <a:pt x="90" y="59"/>
                  </a:lnTo>
                  <a:lnTo>
                    <a:pt x="111" y="48"/>
                  </a:lnTo>
                  <a:lnTo>
                    <a:pt x="122" y="43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28" name="Freeform 30"/>
            <p:cNvSpPr/>
            <p:nvPr/>
          </p:nvSpPr>
          <p:spPr>
            <a:xfrm>
              <a:off x="7498090" y="3662363"/>
              <a:ext cx="855663" cy="252413"/>
            </a:xfrm>
            <a:custGeom>
              <a:avLst/>
              <a:gdLst>
                <a:gd name="txL" fmla="*/ 0 w 539"/>
                <a:gd name="txT" fmla="*/ 0 h 159"/>
                <a:gd name="txR" fmla="*/ 539 w 539"/>
                <a:gd name="txB" fmla="*/ 159 h 15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539" h="159">
                  <a:moveTo>
                    <a:pt x="143" y="138"/>
                  </a:moveTo>
                  <a:lnTo>
                    <a:pt x="121" y="143"/>
                  </a:lnTo>
                  <a:lnTo>
                    <a:pt x="106" y="149"/>
                  </a:lnTo>
                  <a:lnTo>
                    <a:pt x="95" y="154"/>
                  </a:lnTo>
                  <a:lnTo>
                    <a:pt x="79" y="154"/>
                  </a:lnTo>
                  <a:lnTo>
                    <a:pt x="69" y="159"/>
                  </a:lnTo>
                  <a:lnTo>
                    <a:pt x="58" y="159"/>
                  </a:lnTo>
                  <a:lnTo>
                    <a:pt x="53" y="159"/>
                  </a:lnTo>
                  <a:lnTo>
                    <a:pt x="47" y="159"/>
                  </a:lnTo>
                  <a:lnTo>
                    <a:pt x="37" y="159"/>
                  </a:lnTo>
                  <a:lnTo>
                    <a:pt x="26" y="159"/>
                  </a:lnTo>
                  <a:lnTo>
                    <a:pt x="21" y="154"/>
                  </a:lnTo>
                  <a:lnTo>
                    <a:pt x="10" y="149"/>
                  </a:lnTo>
                  <a:lnTo>
                    <a:pt x="5" y="143"/>
                  </a:lnTo>
                  <a:lnTo>
                    <a:pt x="0" y="143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5" y="133"/>
                  </a:lnTo>
                  <a:lnTo>
                    <a:pt x="10" y="133"/>
                  </a:lnTo>
                  <a:lnTo>
                    <a:pt x="26" y="128"/>
                  </a:lnTo>
                  <a:lnTo>
                    <a:pt x="42" y="128"/>
                  </a:lnTo>
                  <a:lnTo>
                    <a:pt x="58" y="122"/>
                  </a:lnTo>
                  <a:lnTo>
                    <a:pt x="79" y="117"/>
                  </a:lnTo>
                  <a:lnTo>
                    <a:pt x="95" y="112"/>
                  </a:lnTo>
                  <a:lnTo>
                    <a:pt x="116" y="106"/>
                  </a:lnTo>
                  <a:lnTo>
                    <a:pt x="127" y="106"/>
                  </a:lnTo>
                  <a:lnTo>
                    <a:pt x="132" y="101"/>
                  </a:lnTo>
                  <a:lnTo>
                    <a:pt x="143" y="101"/>
                  </a:lnTo>
                  <a:lnTo>
                    <a:pt x="153" y="96"/>
                  </a:lnTo>
                  <a:lnTo>
                    <a:pt x="164" y="96"/>
                  </a:lnTo>
                  <a:lnTo>
                    <a:pt x="174" y="90"/>
                  </a:lnTo>
                  <a:lnTo>
                    <a:pt x="185" y="90"/>
                  </a:lnTo>
                  <a:lnTo>
                    <a:pt x="201" y="85"/>
                  </a:lnTo>
                  <a:lnTo>
                    <a:pt x="211" y="80"/>
                  </a:lnTo>
                  <a:lnTo>
                    <a:pt x="227" y="75"/>
                  </a:lnTo>
                  <a:lnTo>
                    <a:pt x="243" y="69"/>
                  </a:lnTo>
                  <a:lnTo>
                    <a:pt x="259" y="69"/>
                  </a:lnTo>
                  <a:lnTo>
                    <a:pt x="280" y="64"/>
                  </a:lnTo>
                  <a:lnTo>
                    <a:pt x="296" y="53"/>
                  </a:lnTo>
                  <a:lnTo>
                    <a:pt x="317" y="48"/>
                  </a:lnTo>
                  <a:lnTo>
                    <a:pt x="338" y="43"/>
                  </a:lnTo>
                  <a:lnTo>
                    <a:pt x="354" y="37"/>
                  </a:lnTo>
                  <a:lnTo>
                    <a:pt x="375" y="32"/>
                  </a:lnTo>
                  <a:lnTo>
                    <a:pt x="391" y="27"/>
                  </a:lnTo>
                  <a:lnTo>
                    <a:pt x="401" y="27"/>
                  </a:lnTo>
                  <a:lnTo>
                    <a:pt x="417" y="22"/>
                  </a:lnTo>
                  <a:lnTo>
                    <a:pt x="428" y="16"/>
                  </a:lnTo>
                  <a:lnTo>
                    <a:pt x="438" y="16"/>
                  </a:lnTo>
                  <a:lnTo>
                    <a:pt x="449" y="11"/>
                  </a:lnTo>
                  <a:lnTo>
                    <a:pt x="459" y="11"/>
                  </a:lnTo>
                  <a:lnTo>
                    <a:pt x="470" y="6"/>
                  </a:lnTo>
                  <a:lnTo>
                    <a:pt x="475" y="6"/>
                  </a:lnTo>
                  <a:lnTo>
                    <a:pt x="480" y="6"/>
                  </a:lnTo>
                  <a:lnTo>
                    <a:pt x="486" y="0"/>
                  </a:lnTo>
                  <a:lnTo>
                    <a:pt x="491" y="0"/>
                  </a:lnTo>
                  <a:lnTo>
                    <a:pt x="496" y="0"/>
                  </a:lnTo>
                  <a:lnTo>
                    <a:pt x="507" y="6"/>
                  </a:lnTo>
                  <a:lnTo>
                    <a:pt x="512" y="6"/>
                  </a:lnTo>
                  <a:lnTo>
                    <a:pt x="523" y="11"/>
                  </a:lnTo>
                  <a:lnTo>
                    <a:pt x="528" y="16"/>
                  </a:lnTo>
                  <a:lnTo>
                    <a:pt x="533" y="22"/>
                  </a:lnTo>
                  <a:lnTo>
                    <a:pt x="539" y="27"/>
                  </a:lnTo>
                  <a:lnTo>
                    <a:pt x="539" y="32"/>
                  </a:lnTo>
                  <a:lnTo>
                    <a:pt x="533" y="32"/>
                  </a:lnTo>
                  <a:lnTo>
                    <a:pt x="528" y="32"/>
                  </a:lnTo>
                  <a:lnTo>
                    <a:pt x="523" y="37"/>
                  </a:lnTo>
                  <a:lnTo>
                    <a:pt x="517" y="37"/>
                  </a:lnTo>
                  <a:lnTo>
                    <a:pt x="512" y="43"/>
                  </a:lnTo>
                  <a:lnTo>
                    <a:pt x="507" y="43"/>
                  </a:lnTo>
                  <a:lnTo>
                    <a:pt x="496" y="48"/>
                  </a:lnTo>
                  <a:lnTo>
                    <a:pt x="480" y="48"/>
                  </a:lnTo>
                  <a:lnTo>
                    <a:pt x="470" y="53"/>
                  </a:lnTo>
                  <a:lnTo>
                    <a:pt x="454" y="53"/>
                  </a:lnTo>
                  <a:lnTo>
                    <a:pt x="433" y="59"/>
                  </a:lnTo>
                  <a:lnTo>
                    <a:pt x="396" y="69"/>
                  </a:lnTo>
                  <a:lnTo>
                    <a:pt x="359" y="75"/>
                  </a:lnTo>
                  <a:lnTo>
                    <a:pt x="327" y="85"/>
                  </a:lnTo>
                  <a:lnTo>
                    <a:pt x="290" y="96"/>
                  </a:lnTo>
                  <a:lnTo>
                    <a:pt x="253" y="106"/>
                  </a:lnTo>
                  <a:lnTo>
                    <a:pt x="216" y="117"/>
                  </a:lnTo>
                  <a:lnTo>
                    <a:pt x="179" y="128"/>
                  </a:lnTo>
                  <a:lnTo>
                    <a:pt x="143" y="13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29" name="Freeform 32"/>
            <p:cNvSpPr/>
            <p:nvPr/>
          </p:nvSpPr>
          <p:spPr>
            <a:xfrm>
              <a:off x="8160078" y="3427413"/>
              <a:ext cx="184150" cy="117475"/>
            </a:xfrm>
            <a:custGeom>
              <a:avLst/>
              <a:gdLst>
                <a:gd name="txL" fmla="*/ 0 w 116"/>
                <a:gd name="txT" fmla="*/ 0 h 74"/>
                <a:gd name="txR" fmla="*/ 116 w 116"/>
                <a:gd name="txB" fmla="*/ 74 h 7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16" h="74">
                  <a:moveTo>
                    <a:pt x="116" y="58"/>
                  </a:moveTo>
                  <a:lnTo>
                    <a:pt x="116" y="69"/>
                  </a:lnTo>
                  <a:lnTo>
                    <a:pt x="111" y="74"/>
                  </a:lnTo>
                  <a:lnTo>
                    <a:pt x="106" y="74"/>
                  </a:lnTo>
                  <a:lnTo>
                    <a:pt x="100" y="74"/>
                  </a:lnTo>
                  <a:lnTo>
                    <a:pt x="90" y="74"/>
                  </a:lnTo>
                  <a:lnTo>
                    <a:pt x="85" y="74"/>
                  </a:lnTo>
                  <a:lnTo>
                    <a:pt x="79" y="69"/>
                  </a:lnTo>
                  <a:lnTo>
                    <a:pt x="74" y="64"/>
                  </a:lnTo>
                  <a:lnTo>
                    <a:pt x="63" y="58"/>
                  </a:lnTo>
                  <a:lnTo>
                    <a:pt x="53" y="53"/>
                  </a:lnTo>
                  <a:lnTo>
                    <a:pt x="42" y="43"/>
                  </a:lnTo>
                  <a:lnTo>
                    <a:pt x="32" y="37"/>
                  </a:lnTo>
                  <a:lnTo>
                    <a:pt x="27" y="32"/>
                  </a:lnTo>
                  <a:lnTo>
                    <a:pt x="16" y="27"/>
                  </a:lnTo>
                  <a:lnTo>
                    <a:pt x="11" y="21"/>
                  </a:lnTo>
                  <a:lnTo>
                    <a:pt x="5" y="16"/>
                  </a:lnTo>
                  <a:lnTo>
                    <a:pt x="0" y="11"/>
                  </a:lnTo>
                  <a:lnTo>
                    <a:pt x="0" y="5"/>
                  </a:lnTo>
                  <a:lnTo>
                    <a:pt x="0" y="0"/>
                  </a:lnTo>
                  <a:lnTo>
                    <a:pt x="32" y="0"/>
                  </a:lnTo>
                  <a:lnTo>
                    <a:pt x="48" y="0"/>
                  </a:lnTo>
                  <a:lnTo>
                    <a:pt x="63" y="5"/>
                  </a:lnTo>
                  <a:lnTo>
                    <a:pt x="79" y="5"/>
                  </a:lnTo>
                  <a:lnTo>
                    <a:pt x="90" y="11"/>
                  </a:lnTo>
                  <a:lnTo>
                    <a:pt x="100" y="21"/>
                  </a:lnTo>
                  <a:lnTo>
                    <a:pt x="106" y="27"/>
                  </a:lnTo>
                  <a:lnTo>
                    <a:pt x="111" y="32"/>
                  </a:lnTo>
                  <a:lnTo>
                    <a:pt x="116" y="43"/>
                  </a:lnTo>
                  <a:lnTo>
                    <a:pt x="116" y="53"/>
                  </a:lnTo>
                  <a:lnTo>
                    <a:pt x="116" y="5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0" name="Freeform 33"/>
            <p:cNvSpPr/>
            <p:nvPr/>
          </p:nvSpPr>
          <p:spPr>
            <a:xfrm>
              <a:off x="7388553" y="3940176"/>
              <a:ext cx="579437" cy="269875"/>
            </a:xfrm>
            <a:custGeom>
              <a:avLst/>
              <a:gdLst>
                <a:gd name="txL" fmla="*/ 0 w 365"/>
                <a:gd name="txT" fmla="*/ 0 h 170"/>
                <a:gd name="txR" fmla="*/ 365 w 365"/>
                <a:gd name="txB" fmla="*/ 170 h 17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365" h="170">
                  <a:moveTo>
                    <a:pt x="212" y="95"/>
                  </a:moveTo>
                  <a:lnTo>
                    <a:pt x="196" y="106"/>
                  </a:lnTo>
                  <a:lnTo>
                    <a:pt x="180" y="111"/>
                  </a:lnTo>
                  <a:lnTo>
                    <a:pt x="159" y="122"/>
                  </a:lnTo>
                  <a:lnTo>
                    <a:pt x="148" y="127"/>
                  </a:lnTo>
                  <a:lnTo>
                    <a:pt x="132" y="138"/>
                  </a:lnTo>
                  <a:lnTo>
                    <a:pt x="116" y="143"/>
                  </a:lnTo>
                  <a:lnTo>
                    <a:pt x="106" y="148"/>
                  </a:lnTo>
                  <a:lnTo>
                    <a:pt x="95" y="154"/>
                  </a:lnTo>
                  <a:lnTo>
                    <a:pt x="85" y="159"/>
                  </a:lnTo>
                  <a:lnTo>
                    <a:pt x="79" y="159"/>
                  </a:lnTo>
                  <a:lnTo>
                    <a:pt x="69" y="164"/>
                  </a:lnTo>
                  <a:lnTo>
                    <a:pt x="64" y="164"/>
                  </a:lnTo>
                  <a:lnTo>
                    <a:pt x="58" y="170"/>
                  </a:lnTo>
                  <a:lnTo>
                    <a:pt x="53" y="170"/>
                  </a:lnTo>
                  <a:lnTo>
                    <a:pt x="48" y="170"/>
                  </a:lnTo>
                  <a:lnTo>
                    <a:pt x="43" y="170"/>
                  </a:lnTo>
                  <a:lnTo>
                    <a:pt x="37" y="170"/>
                  </a:lnTo>
                  <a:lnTo>
                    <a:pt x="32" y="170"/>
                  </a:lnTo>
                  <a:lnTo>
                    <a:pt x="21" y="159"/>
                  </a:lnTo>
                  <a:lnTo>
                    <a:pt x="16" y="148"/>
                  </a:lnTo>
                  <a:lnTo>
                    <a:pt x="6" y="138"/>
                  </a:lnTo>
                  <a:lnTo>
                    <a:pt x="0" y="127"/>
                  </a:lnTo>
                  <a:lnTo>
                    <a:pt x="0" y="122"/>
                  </a:lnTo>
                  <a:lnTo>
                    <a:pt x="6" y="117"/>
                  </a:lnTo>
                  <a:lnTo>
                    <a:pt x="6" y="111"/>
                  </a:lnTo>
                  <a:lnTo>
                    <a:pt x="11" y="111"/>
                  </a:lnTo>
                  <a:lnTo>
                    <a:pt x="16" y="111"/>
                  </a:lnTo>
                  <a:lnTo>
                    <a:pt x="27" y="111"/>
                  </a:lnTo>
                  <a:lnTo>
                    <a:pt x="27" y="117"/>
                  </a:lnTo>
                  <a:lnTo>
                    <a:pt x="32" y="117"/>
                  </a:lnTo>
                  <a:lnTo>
                    <a:pt x="37" y="117"/>
                  </a:lnTo>
                  <a:lnTo>
                    <a:pt x="43" y="117"/>
                  </a:lnTo>
                  <a:lnTo>
                    <a:pt x="48" y="117"/>
                  </a:lnTo>
                  <a:lnTo>
                    <a:pt x="53" y="117"/>
                  </a:lnTo>
                  <a:lnTo>
                    <a:pt x="58" y="111"/>
                  </a:lnTo>
                  <a:lnTo>
                    <a:pt x="64" y="111"/>
                  </a:lnTo>
                  <a:lnTo>
                    <a:pt x="74" y="106"/>
                  </a:lnTo>
                  <a:lnTo>
                    <a:pt x="79" y="106"/>
                  </a:lnTo>
                  <a:lnTo>
                    <a:pt x="90" y="101"/>
                  </a:lnTo>
                  <a:lnTo>
                    <a:pt x="101" y="95"/>
                  </a:lnTo>
                  <a:lnTo>
                    <a:pt x="116" y="90"/>
                  </a:lnTo>
                  <a:lnTo>
                    <a:pt x="127" y="85"/>
                  </a:lnTo>
                  <a:lnTo>
                    <a:pt x="143" y="80"/>
                  </a:lnTo>
                  <a:lnTo>
                    <a:pt x="159" y="74"/>
                  </a:lnTo>
                  <a:lnTo>
                    <a:pt x="175" y="69"/>
                  </a:lnTo>
                  <a:lnTo>
                    <a:pt x="190" y="58"/>
                  </a:lnTo>
                  <a:lnTo>
                    <a:pt x="212" y="53"/>
                  </a:lnTo>
                  <a:lnTo>
                    <a:pt x="227" y="48"/>
                  </a:lnTo>
                  <a:lnTo>
                    <a:pt x="248" y="37"/>
                  </a:lnTo>
                  <a:lnTo>
                    <a:pt x="264" y="32"/>
                  </a:lnTo>
                  <a:lnTo>
                    <a:pt x="280" y="27"/>
                  </a:lnTo>
                  <a:lnTo>
                    <a:pt x="291" y="21"/>
                  </a:lnTo>
                  <a:lnTo>
                    <a:pt x="307" y="16"/>
                  </a:lnTo>
                  <a:lnTo>
                    <a:pt x="317" y="11"/>
                  </a:lnTo>
                  <a:lnTo>
                    <a:pt x="328" y="11"/>
                  </a:lnTo>
                  <a:lnTo>
                    <a:pt x="338" y="5"/>
                  </a:lnTo>
                  <a:lnTo>
                    <a:pt x="344" y="5"/>
                  </a:lnTo>
                  <a:lnTo>
                    <a:pt x="354" y="5"/>
                  </a:lnTo>
                  <a:lnTo>
                    <a:pt x="359" y="0"/>
                  </a:lnTo>
                  <a:lnTo>
                    <a:pt x="365" y="0"/>
                  </a:lnTo>
                  <a:lnTo>
                    <a:pt x="365" y="5"/>
                  </a:lnTo>
                  <a:lnTo>
                    <a:pt x="359" y="11"/>
                  </a:lnTo>
                  <a:lnTo>
                    <a:pt x="354" y="16"/>
                  </a:lnTo>
                  <a:lnTo>
                    <a:pt x="344" y="21"/>
                  </a:lnTo>
                  <a:lnTo>
                    <a:pt x="338" y="27"/>
                  </a:lnTo>
                  <a:lnTo>
                    <a:pt x="328" y="32"/>
                  </a:lnTo>
                  <a:lnTo>
                    <a:pt x="317" y="37"/>
                  </a:lnTo>
                  <a:lnTo>
                    <a:pt x="307" y="43"/>
                  </a:lnTo>
                  <a:lnTo>
                    <a:pt x="296" y="53"/>
                  </a:lnTo>
                  <a:lnTo>
                    <a:pt x="280" y="58"/>
                  </a:lnTo>
                  <a:lnTo>
                    <a:pt x="264" y="69"/>
                  </a:lnTo>
                  <a:lnTo>
                    <a:pt x="248" y="74"/>
                  </a:lnTo>
                  <a:lnTo>
                    <a:pt x="233" y="85"/>
                  </a:lnTo>
                  <a:lnTo>
                    <a:pt x="212" y="95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1" name="Freeform 34"/>
            <p:cNvSpPr/>
            <p:nvPr/>
          </p:nvSpPr>
          <p:spPr>
            <a:xfrm>
              <a:off x="7883853" y="3814763"/>
              <a:ext cx="485775" cy="444500"/>
            </a:xfrm>
            <a:custGeom>
              <a:avLst/>
              <a:gdLst>
                <a:gd name="txL" fmla="*/ 0 w 306"/>
                <a:gd name="txT" fmla="*/ 0 h 280"/>
                <a:gd name="txR" fmla="*/ 306 w 306"/>
                <a:gd name="txB" fmla="*/ 280 h 28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306" h="280">
                  <a:moveTo>
                    <a:pt x="306" y="42"/>
                  </a:moveTo>
                  <a:lnTo>
                    <a:pt x="306" y="47"/>
                  </a:lnTo>
                  <a:lnTo>
                    <a:pt x="301" y="53"/>
                  </a:lnTo>
                  <a:lnTo>
                    <a:pt x="301" y="58"/>
                  </a:lnTo>
                  <a:lnTo>
                    <a:pt x="296" y="63"/>
                  </a:lnTo>
                  <a:lnTo>
                    <a:pt x="290" y="69"/>
                  </a:lnTo>
                  <a:lnTo>
                    <a:pt x="285" y="79"/>
                  </a:lnTo>
                  <a:lnTo>
                    <a:pt x="280" y="84"/>
                  </a:lnTo>
                  <a:lnTo>
                    <a:pt x="269" y="95"/>
                  </a:lnTo>
                  <a:lnTo>
                    <a:pt x="253" y="116"/>
                  </a:lnTo>
                  <a:lnTo>
                    <a:pt x="232" y="137"/>
                  </a:lnTo>
                  <a:lnTo>
                    <a:pt x="206" y="159"/>
                  </a:lnTo>
                  <a:lnTo>
                    <a:pt x="179" y="180"/>
                  </a:lnTo>
                  <a:lnTo>
                    <a:pt x="153" y="201"/>
                  </a:lnTo>
                  <a:lnTo>
                    <a:pt x="127" y="222"/>
                  </a:lnTo>
                  <a:lnTo>
                    <a:pt x="100" y="238"/>
                  </a:lnTo>
                  <a:lnTo>
                    <a:pt x="69" y="254"/>
                  </a:lnTo>
                  <a:lnTo>
                    <a:pt x="53" y="259"/>
                  </a:lnTo>
                  <a:lnTo>
                    <a:pt x="42" y="270"/>
                  </a:lnTo>
                  <a:lnTo>
                    <a:pt x="32" y="270"/>
                  </a:lnTo>
                  <a:lnTo>
                    <a:pt x="21" y="275"/>
                  </a:lnTo>
                  <a:lnTo>
                    <a:pt x="10" y="280"/>
                  </a:lnTo>
                  <a:lnTo>
                    <a:pt x="5" y="280"/>
                  </a:lnTo>
                  <a:lnTo>
                    <a:pt x="0" y="280"/>
                  </a:lnTo>
                  <a:lnTo>
                    <a:pt x="0" y="275"/>
                  </a:lnTo>
                  <a:lnTo>
                    <a:pt x="5" y="275"/>
                  </a:lnTo>
                  <a:lnTo>
                    <a:pt x="10" y="270"/>
                  </a:lnTo>
                  <a:lnTo>
                    <a:pt x="21" y="259"/>
                  </a:lnTo>
                  <a:lnTo>
                    <a:pt x="32" y="254"/>
                  </a:lnTo>
                  <a:lnTo>
                    <a:pt x="42" y="243"/>
                  </a:lnTo>
                  <a:lnTo>
                    <a:pt x="58" y="233"/>
                  </a:lnTo>
                  <a:lnTo>
                    <a:pt x="74" y="217"/>
                  </a:lnTo>
                  <a:lnTo>
                    <a:pt x="111" y="190"/>
                  </a:lnTo>
                  <a:lnTo>
                    <a:pt x="142" y="164"/>
                  </a:lnTo>
                  <a:lnTo>
                    <a:pt x="158" y="153"/>
                  </a:lnTo>
                  <a:lnTo>
                    <a:pt x="169" y="143"/>
                  </a:lnTo>
                  <a:lnTo>
                    <a:pt x="185" y="127"/>
                  </a:lnTo>
                  <a:lnTo>
                    <a:pt x="195" y="116"/>
                  </a:lnTo>
                  <a:lnTo>
                    <a:pt x="211" y="95"/>
                  </a:lnTo>
                  <a:lnTo>
                    <a:pt x="227" y="74"/>
                  </a:lnTo>
                  <a:lnTo>
                    <a:pt x="232" y="63"/>
                  </a:lnTo>
                  <a:lnTo>
                    <a:pt x="237" y="58"/>
                  </a:lnTo>
                  <a:lnTo>
                    <a:pt x="243" y="47"/>
                  </a:lnTo>
                  <a:lnTo>
                    <a:pt x="243" y="42"/>
                  </a:lnTo>
                  <a:lnTo>
                    <a:pt x="248" y="32"/>
                  </a:lnTo>
                  <a:lnTo>
                    <a:pt x="248" y="26"/>
                  </a:lnTo>
                  <a:lnTo>
                    <a:pt x="248" y="16"/>
                  </a:lnTo>
                  <a:lnTo>
                    <a:pt x="248" y="10"/>
                  </a:lnTo>
                  <a:lnTo>
                    <a:pt x="248" y="5"/>
                  </a:lnTo>
                  <a:lnTo>
                    <a:pt x="248" y="0"/>
                  </a:lnTo>
                  <a:lnTo>
                    <a:pt x="253" y="0"/>
                  </a:lnTo>
                  <a:lnTo>
                    <a:pt x="259" y="0"/>
                  </a:lnTo>
                  <a:lnTo>
                    <a:pt x="264" y="0"/>
                  </a:lnTo>
                  <a:lnTo>
                    <a:pt x="274" y="5"/>
                  </a:lnTo>
                  <a:lnTo>
                    <a:pt x="285" y="10"/>
                  </a:lnTo>
                  <a:lnTo>
                    <a:pt x="296" y="21"/>
                  </a:lnTo>
                  <a:lnTo>
                    <a:pt x="301" y="26"/>
                  </a:lnTo>
                  <a:lnTo>
                    <a:pt x="301" y="37"/>
                  </a:lnTo>
                  <a:lnTo>
                    <a:pt x="306" y="42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2" name="Freeform 29"/>
            <p:cNvSpPr/>
            <p:nvPr/>
          </p:nvSpPr>
          <p:spPr>
            <a:xfrm>
              <a:off x="7606040" y="4249738"/>
              <a:ext cx="141288" cy="160338"/>
            </a:xfrm>
            <a:custGeom>
              <a:avLst/>
              <a:gdLst>
                <a:gd name="txL" fmla="*/ 0 w 8898"/>
                <a:gd name="txT" fmla="*/ 0 h 10000"/>
                <a:gd name="txR" fmla="*/ 8898 w 8898"/>
                <a:gd name="txB" fmla="*/ 10000 h 1000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txL" t="txT" r="txR" b="txB"/>
              <a:pathLst>
                <a:path w="8898" h="10000">
                  <a:moveTo>
                    <a:pt x="8898" y="10000"/>
                  </a:moveTo>
                  <a:lnTo>
                    <a:pt x="8400" y="10000"/>
                  </a:lnTo>
                  <a:lnTo>
                    <a:pt x="7399" y="10000"/>
                  </a:lnTo>
                  <a:lnTo>
                    <a:pt x="6800" y="9409"/>
                  </a:lnTo>
                  <a:lnTo>
                    <a:pt x="6301" y="8912"/>
                  </a:lnTo>
                  <a:lnTo>
                    <a:pt x="6301" y="7821"/>
                  </a:lnTo>
                  <a:lnTo>
                    <a:pt x="5799" y="6829"/>
                  </a:lnTo>
                  <a:lnTo>
                    <a:pt x="5199" y="5740"/>
                  </a:lnTo>
                  <a:lnTo>
                    <a:pt x="4200" y="4153"/>
                  </a:lnTo>
                  <a:lnTo>
                    <a:pt x="3099" y="3165"/>
                  </a:lnTo>
                  <a:lnTo>
                    <a:pt x="2101" y="2667"/>
                  </a:lnTo>
                  <a:lnTo>
                    <a:pt x="1499" y="2074"/>
                  </a:lnTo>
                  <a:lnTo>
                    <a:pt x="1000" y="1579"/>
                  </a:lnTo>
                  <a:lnTo>
                    <a:pt x="500" y="1579"/>
                  </a:lnTo>
                  <a:lnTo>
                    <a:pt x="0" y="1084"/>
                  </a:lnTo>
                  <a:lnTo>
                    <a:pt x="0" y="488"/>
                  </a:lnTo>
                  <a:lnTo>
                    <a:pt x="500" y="488"/>
                  </a:lnTo>
                  <a:lnTo>
                    <a:pt x="1000" y="488"/>
                  </a:lnTo>
                  <a:lnTo>
                    <a:pt x="1499" y="488"/>
                  </a:lnTo>
                  <a:lnTo>
                    <a:pt x="2600" y="1084"/>
                  </a:lnTo>
                  <a:lnTo>
                    <a:pt x="3099" y="1084"/>
                  </a:lnTo>
                  <a:lnTo>
                    <a:pt x="4700" y="1084"/>
                  </a:lnTo>
                  <a:lnTo>
                    <a:pt x="6301" y="1084"/>
                  </a:lnTo>
                  <a:lnTo>
                    <a:pt x="7399" y="1084"/>
                  </a:lnTo>
                  <a:lnTo>
                    <a:pt x="7899" y="1084"/>
                  </a:lnTo>
                  <a:lnTo>
                    <a:pt x="8400" y="1084"/>
                  </a:lnTo>
                  <a:lnTo>
                    <a:pt x="8400" y="488"/>
                  </a:lnTo>
                  <a:lnTo>
                    <a:pt x="8400" y="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3" name="Freeform 29"/>
            <p:cNvSpPr/>
            <p:nvPr/>
          </p:nvSpPr>
          <p:spPr>
            <a:xfrm>
              <a:off x="7715578" y="3629026"/>
              <a:ext cx="101600" cy="782637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1031720775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1892930481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0" h="10000">
                  <a:moveTo>
                    <a:pt x="5003" y="9675"/>
                  </a:moveTo>
                  <a:lnTo>
                    <a:pt x="4222" y="9878"/>
                  </a:lnTo>
                  <a:lnTo>
                    <a:pt x="3283" y="10000"/>
                  </a:lnTo>
                  <a:lnTo>
                    <a:pt x="2502" y="10000"/>
                  </a:lnTo>
                  <a:lnTo>
                    <a:pt x="938" y="10000"/>
                  </a:lnTo>
                  <a:lnTo>
                    <a:pt x="938" y="8174"/>
                  </a:lnTo>
                  <a:lnTo>
                    <a:pt x="2502" y="8174"/>
                  </a:lnTo>
                  <a:lnTo>
                    <a:pt x="2502" y="8053"/>
                  </a:lnTo>
                  <a:lnTo>
                    <a:pt x="2502" y="7951"/>
                  </a:lnTo>
                  <a:lnTo>
                    <a:pt x="2502" y="7850"/>
                  </a:lnTo>
                  <a:lnTo>
                    <a:pt x="3283" y="7627"/>
                  </a:lnTo>
                  <a:lnTo>
                    <a:pt x="3283" y="7424"/>
                  </a:lnTo>
                  <a:lnTo>
                    <a:pt x="3283" y="7201"/>
                  </a:lnTo>
                  <a:lnTo>
                    <a:pt x="3283" y="6978"/>
                  </a:lnTo>
                  <a:lnTo>
                    <a:pt x="3283" y="6450"/>
                  </a:lnTo>
                  <a:lnTo>
                    <a:pt x="3283" y="6024"/>
                  </a:lnTo>
                  <a:lnTo>
                    <a:pt x="3283" y="5598"/>
                  </a:lnTo>
                  <a:lnTo>
                    <a:pt x="3283" y="5274"/>
                  </a:lnTo>
                  <a:lnTo>
                    <a:pt x="3283" y="5051"/>
                  </a:lnTo>
                  <a:lnTo>
                    <a:pt x="3283" y="4848"/>
                  </a:lnTo>
                  <a:lnTo>
                    <a:pt x="3283" y="4625"/>
                  </a:lnTo>
                  <a:lnTo>
                    <a:pt x="3283" y="4402"/>
                  </a:lnTo>
                  <a:lnTo>
                    <a:pt x="3283" y="4077"/>
                  </a:lnTo>
                  <a:lnTo>
                    <a:pt x="3283" y="3773"/>
                  </a:lnTo>
                  <a:lnTo>
                    <a:pt x="3283" y="3448"/>
                  </a:lnTo>
                  <a:lnTo>
                    <a:pt x="3283" y="3022"/>
                  </a:lnTo>
                  <a:lnTo>
                    <a:pt x="2502" y="2373"/>
                  </a:lnTo>
                  <a:lnTo>
                    <a:pt x="1721" y="1501"/>
                  </a:lnTo>
                  <a:lnTo>
                    <a:pt x="938" y="751"/>
                  </a:lnTo>
                  <a:lnTo>
                    <a:pt x="0" y="0"/>
                  </a:lnTo>
                  <a:lnTo>
                    <a:pt x="1721" y="223"/>
                  </a:lnTo>
                  <a:lnTo>
                    <a:pt x="4222" y="426"/>
                  </a:lnTo>
                  <a:lnTo>
                    <a:pt x="5783" y="548"/>
                  </a:lnTo>
                  <a:lnTo>
                    <a:pt x="7499" y="649"/>
                  </a:lnTo>
                  <a:lnTo>
                    <a:pt x="8282" y="751"/>
                  </a:lnTo>
                  <a:lnTo>
                    <a:pt x="9062" y="872"/>
                  </a:lnTo>
                  <a:lnTo>
                    <a:pt x="10000" y="974"/>
                  </a:lnTo>
                  <a:lnTo>
                    <a:pt x="10000" y="1075"/>
                  </a:lnTo>
                  <a:lnTo>
                    <a:pt x="10000" y="1176"/>
                  </a:lnTo>
                  <a:lnTo>
                    <a:pt x="10000" y="1400"/>
                  </a:lnTo>
                  <a:lnTo>
                    <a:pt x="10000" y="1501"/>
                  </a:lnTo>
                  <a:lnTo>
                    <a:pt x="9062" y="1501"/>
                  </a:lnTo>
                  <a:lnTo>
                    <a:pt x="9062" y="1623"/>
                  </a:lnTo>
                  <a:lnTo>
                    <a:pt x="9062" y="1724"/>
                  </a:lnTo>
                  <a:lnTo>
                    <a:pt x="9062" y="1826"/>
                  </a:lnTo>
                  <a:lnTo>
                    <a:pt x="9062" y="2049"/>
                  </a:lnTo>
                  <a:lnTo>
                    <a:pt x="9062" y="2150"/>
                  </a:lnTo>
                  <a:lnTo>
                    <a:pt x="9062" y="2373"/>
                  </a:lnTo>
                  <a:lnTo>
                    <a:pt x="9062" y="2576"/>
                  </a:lnTo>
                  <a:lnTo>
                    <a:pt x="9062" y="2799"/>
                  </a:lnTo>
                  <a:lnTo>
                    <a:pt x="9062" y="3022"/>
                  </a:lnTo>
                  <a:lnTo>
                    <a:pt x="9062" y="3327"/>
                  </a:lnTo>
                  <a:lnTo>
                    <a:pt x="9062" y="3550"/>
                  </a:lnTo>
                  <a:lnTo>
                    <a:pt x="9062" y="3874"/>
                  </a:lnTo>
                  <a:lnTo>
                    <a:pt x="9062" y="4199"/>
                  </a:lnTo>
                  <a:lnTo>
                    <a:pt x="9062" y="4523"/>
                  </a:lnTo>
                  <a:lnTo>
                    <a:pt x="9062" y="4949"/>
                  </a:lnTo>
                  <a:lnTo>
                    <a:pt x="9062" y="5700"/>
                  </a:lnTo>
                  <a:lnTo>
                    <a:pt x="9062" y="6349"/>
                  </a:lnTo>
                  <a:lnTo>
                    <a:pt x="9062" y="6876"/>
                  </a:lnTo>
                  <a:lnTo>
                    <a:pt x="9062" y="7424"/>
                  </a:lnTo>
                  <a:lnTo>
                    <a:pt x="9062" y="7850"/>
                  </a:lnTo>
                  <a:lnTo>
                    <a:pt x="9062" y="8174"/>
                  </a:lnTo>
                  <a:lnTo>
                    <a:pt x="9062" y="8499"/>
                  </a:lnTo>
                  <a:lnTo>
                    <a:pt x="9062" y="8600"/>
                  </a:lnTo>
                  <a:lnTo>
                    <a:pt x="9062" y="8702"/>
                  </a:lnTo>
                  <a:lnTo>
                    <a:pt x="8282" y="9026"/>
                  </a:lnTo>
                  <a:lnTo>
                    <a:pt x="7499" y="9249"/>
                  </a:lnTo>
                  <a:lnTo>
                    <a:pt x="6562" y="9554"/>
                  </a:lnTo>
                  <a:lnTo>
                    <a:pt x="5003" y="9675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4" name="Freeform 31"/>
            <p:cNvSpPr/>
            <p:nvPr/>
          </p:nvSpPr>
          <p:spPr>
            <a:xfrm>
              <a:off x="7909253" y="3259138"/>
              <a:ext cx="677862" cy="1219200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0" h="10000">
                  <a:moveTo>
                    <a:pt x="8642" y="9727"/>
                  </a:moveTo>
                  <a:lnTo>
                    <a:pt x="8290" y="9583"/>
                  </a:lnTo>
                  <a:lnTo>
                    <a:pt x="7775" y="9453"/>
                  </a:lnTo>
                  <a:lnTo>
                    <a:pt x="7283" y="9245"/>
                  </a:lnTo>
                  <a:lnTo>
                    <a:pt x="6792" y="9036"/>
                  </a:lnTo>
                  <a:lnTo>
                    <a:pt x="6557" y="8893"/>
                  </a:lnTo>
                  <a:lnTo>
                    <a:pt x="6300" y="8763"/>
                  </a:lnTo>
                  <a:lnTo>
                    <a:pt x="6042" y="8620"/>
                  </a:lnTo>
                  <a:lnTo>
                    <a:pt x="5808" y="8490"/>
                  </a:lnTo>
                  <a:lnTo>
                    <a:pt x="5550" y="8281"/>
                  </a:lnTo>
                  <a:lnTo>
                    <a:pt x="5316" y="8073"/>
                  </a:lnTo>
                  <a:lnTo>
                    <a:pt x="5059" y="7865"/>
                  </a:lnTo>
                  <a:lnTo>
                    <a:pt x="4684" y="7656"/>
                  </a:lnTo>
                  <a:lnTo>
                    <a:pt x="4075" y="7174"/>
                  </a:lnTo>
                  <a:lnTo>
                    <a:pt x="3583" y="6758"/>
                  </a:lnTo>
                  <a:lnTo>
                    <a:pt x="3091" y="6276"/>
                  </a:lnTo>
                  <a:lnTo>
                    <a:pt x="2717" y="5729"/>
                  </a:lnTo>
                  <a:lnTo>
                    <a:pt x="2342" y="5247"/>
                  </a:lnTo>
                  <a:lnTo>
                    <a:pt x="1967" y="4766"/>
                  </a:lnTo>
                  <a:lnTo>
                    <a:pt x="1733" y="4284"/>
                  </a:lnTo>
                  <a:lnTo>
                    <a:pt x="1593" y="3997"/>
                  </a:lnTo>
                  <a:lnTo>
                    <a:pt x="1475" y="3789"/>
                  </a:lnTo>
                  <a:lnTo>
                    <a:pt x="1241" y="3307"/>
                  </a:lnTo>
                  <a:cubicBezTo>
                    <a:pt x="1194" y="3125"/>
                    <a:pt x="1148" y="2942"/>
                    <a:pt x="1101" y="2760"/>
                  </a:cubicBezTo>
                  <a:lnTo>
                    <a:pt x="867" y="2214"/>
                  </a:lnTo>
                  <a:lnTo>
                    <a:pt x="726" y="1654"/>
                  </a:lnTo>
                  <a:lnTo>
                    <a:pt x="726" y="1380"/>
                  </a:lnTo>
                  <a:lnTo>
                    <a:pt x="609" y="1107"/>
                  </a:lnTo>
                  <a:lnTo>
                    <a:pt x="492" y="898"/>
                  </a:lnTo>
                  <a:lnTo>
                    <a:pt x="492" y="690"/>
                  </a:lnTo>
                  <a:lnTo>
                    <a:pt x="375" y="560"/>
                  </a:lnTo>
                  <a:lnTo>
                    <a:pt x="375" y="417"/>
                  </a:lnTo>
                  <a:lnTo>
                    <a:pt x="234" y="352"/>
                  </a:lnTo>
                  <a:lnTo>
                    <a:pt x="234" y="273"/>
                  </a:lnTo>
                  <a:lnTo>
                    <a:pt x="117" y="273"/>
                  </a:lnTo>
                  <a:lnTo>
                    <a:pt x="0" y="208"/>
                  </a:lnTo>
                  <a:lnTo>
                    <a:pt x="0" y="143"/>
                  </a:lnTo>
                  <a:lnTo>
                    <a:pt x="117" y="78"/>
                  </a:lnTo>
                  <a:lnTo>
                    <a:pt x="117" y="0"/>
                  </a:lnTo>
                  <a:lnTo>
                    <a:pt x="234" y="0"/>
                  </a:lnTo>
                  <a:lnTo>
                    <a:pt x="375" y="0"/>
                  </a:lnTo>
                  <a:lnTo>
                    <a:pt x="609" y="0"/>
                  </a:lnTo>
                  <a:lnTo>
                    <a:pt x="726" y="78"/>
                  </a:lnTo>
                  <a:lnTo>
                    <a:pt x="984" y="78"/>
                  </a:lnTo>
                  <a:lnTo>
                    <a:pt x="1358" y="208"/>
                  </a:lnTo>
                  <a:lnTo>
                    <a:pt x="1593" y="273"/>
                  </a:lnTo>
                  <a:lnTo>
                    <a:pt x="1850" y="273"/>
                  </a:lnTo>
                  <a:lnTo>
                    <a:pt x="1967" y="352"/>
                  </a:lnTo>
                  <a:lnTo>
                    <a:pt x="1967" y="417"/>
                  </a:lnTo>
                  <a:lnTo>
                    <a:pt x="1850" y="482"/>
                  </a:lnTo>
                  <a:lnTo>
                    <a:pt x="1850" y="560"/>
                  </a:lnTo>
                  <a:lnTo>
                    <a:pt x="1850" y="690"/>
                  </a:lnTo>
                  <a:lnTo>
                    <a:pt x="1733" y="833"/>
                  </a:lnTo>
                  <a:lnTo>
                    <a:pt x="1733" y="898"/>
                  </a:lnTo>
                  <a:lnTo>
                    <a:pt x="1733" y="1042"/>
                  </a:lnTo>
                  <a:lnTo>
                    <a:pt x="1733" y="1107"/>
                  </a:lnTo>
                  <a:lnTo>
                    <a:pt x="1733" y="1250"/>
                  </a:lnTo>
                  <a:lnTo>
                    <a:pt x="1733" y="1523"/>
                  </a:lnTo>
                  <a:lnTo>
                    <a:pt x="1850" y="1862"/>
                  </a:lnTo>
                  <a:lnTo>
                    <a:pt x="1850" y="2214"/>
                  </a:lnTo>
                  <a:lnTo>
                    <a:pt x="1967" y="2552"/>
                  </a:lnTo>
                  <a:lnTo>
                    <a:pt x="2084" y="2969"/>
                  </a:lnTo>
                  <a:lnTo>
                    <a:pt x="2342" y="3385"/>
                  </a:lnTo>
                  <a:lnTo>
                    <a:pt x="2600" y="3867"/>
                  </a:lnTo>
                  <a:lnTo>
                    <a:pt x="2834" y="4349"/>
                  </a:lnTo>
                  <a:lnTo>
                    <a:pt x="3208" y="4896"/>
                  </a:lnTo>
                  <a:lnTo>
                    <a:pt x="3583" y="5521"/>
                  </a:lnTo>
                  <a:lnTo>
                    <a:pt x="3817" y="5794"/>
                  </a:lnTo>
                  <a:lnTo>
                    <a:pt x="4075" y="6003"/>
                  </a:lnTo>
                  <a:lnTo>
                    <a:pt x="4333" y="6276"/>
                  </a:lnTo>
                  <a:lnTo>
                    <a:pt x="4684" y="6549"/>
                  </a:lnTo>
                  <a:lnTo>
                    <a:pt x="4941" y="6823"/>
                  </a:lnTo>
                  <a:lnTo>
                    <a:pt x="5176" y="7109"/>
                  </a:lnTo>
                  <a:lnTo>
                    <a:pt x="5550" y="7318"/>
                  </a:lnTo>
                  <a:lnTo>
                    <a:pt x="5808" y="7513"/>
                  </a:lnTo>
                  <a:lnTo>
                    <a:pt x="6183" y="7721"/>
                  </a:lnTo>
                  <a:lnTo>
                    <a:pt x="6417" y="7930"/>
                  </a:lnTo>
                  <a:lnTo>
                    <a:pt x="6792" y="8073"/>
                  </a:lnTo>
                  <a:lnTo>
                    <a:pt x="7049" y="8203"/>
                  </a:lnTo>
                  <a:lnTo>
                    <a:pt x="7283" y="8346"/>
                  </a:lnTo>
                  <a:lnTo>
                    <a:pt x="7541" y="8490"/>
                  </a:lnTo>
                  <a:lnTo>
                    <a:pt x="7775" y="8555"/>
                  </a:lnTo>
                  <a:lnTo>
                    <a:pt x="8033" y="8685"/>
                  </a:lnTo>
                  <a:lnTo>
                    <a:pt x="8150" y="8763"/>
                  </a:lnTo>
                  <a:lnTo>
                    <a:pt x="8290" y="8763"/>
                  </a:lnTo>
                  <a:lnTo>
                    <a:pt x="8407" y="8828"/>
                  </a:lnTo>
                  <a:lnTo>
                    <a:pt x="8525" y="8828"/>
                  </a:lnTo>
                  <a:lnTo>
                    <a:pt x="8642" y="8763"/>
                  </a:lnTo>
                  <a:lnTo>
                    <a:pt x="10000" y="9935"/>
                  </a:lnTo>
                  <a:lnTo>
                    <a:pt x="10000" y="10000"/>
                  </a:lnTo>
                  <a:lnTo>
                    <a:pt x="9766" y="9935"/>
                  </a:lnTo>
                  <a:lnTo>
                    <a:pt x="9508" y="9935"/>
                  </a:lnTo>
                  <a:lnTo>
                    <a:pt x="9133" y="9857"/>
                  </a:lnTo>
                  <a:lnTo>
                    <a:pt x="8642" y="9727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5" name="Freeform 31"/>
            <p:cNvSpPr/>
            <p:nvPr/>
          </p:nvSpPr>
          <p:spPr>
            <a:xfrm>
              <a:off x="8479165" y="4167188"/>
              <a:ext cx="107950" cy="311150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0" h="10000">
                  <a:moveTo>
                    <a:pt x="0" y="5408"/>
                  </a:moveTo>
                  <a:lnTo>
                    <a:pt x="747" y="5408"/>
                  </a:lnTo>
                  <a:lnTo>
                    <a:pt x="1487" y="5157"/>
                  </a:lnTo>
                  <a:lnTo>
                    <a:pt x="1487" y="4854"/>
                  </a:lnTo>
                  <a:cubicBezTo>
                    <a:pt x="1762" y="4757"/>
                    <a:pt x="2065" y="4683"/>
                    <a:pt x="2361" y="4594"/>
                  </a:cubicBezTo>
                  <a:lnTo>
                    <a:pt x="2361" y="4338"/>
                  </a:lnTo>
                  <a:cubicBezTo>
                    <a:pt x="2606" y="4151"/>
                    <a:pt x="2857" y="3960"/>
                    <a:pt x="3089" y="3772"/>
                  </a:cubicBezTo>
                  <a:lnTo>
                    <a:pt x="3089" y="3269"/>
                  </a:lnTo>
                  <a:cubicBezTo>
                    <a:pt x="3334" y="3076"/>
                    <a:pt x="3592" y="2892"/>
                    <a:pt x="3815" y="2704"/>
                  </a:cubicBezTo>
                  <a:lnTo>
                    <a:pt x="3815" y="1888"/>
                  </a:lnTo>
                  <a:cubicBezTo>
                    <a:pt x="4077" y="1724"/>
                    <a:pt x="4317" y="1546"/>
                    <a:pt x="4549" y="1378"/>
                  </a:cubicBezTo>
                  <a:lnTo>
                    <a:pt x="4549" y="1066"/>
                  </a:lnTo>
                  <a:cubicBezTo>
                    <a:pt x="4850" y="907"/>
                    <a:pt x="5138" y="733"/>
                    <a:pt x="5437" y="554"/>
                  </a:cubicBezTo>
                  <a:lnTo>
                    <a:pt x="5437" y="253"/>
                  </a:lnTo>
                  <a:cubicBezTo>
                    <a:pt x="5688" y="172"/>
                    <a:pt x="5939" y="85"/>
                    <a:pt x="6190" y="0"/>
                  </a:cubicBezTo>
                  <a:lnTo>
                    <a:pt x="6916" y="0"/>
                  </a:lnTo>
                  <a:lnTo>
                    <a:pt x="6916" y="253"/>
                  </a:lnTo>
                  <a:lnTo>
                    <a:pt x="6916" y="554"/>
                  </a:lnTo>
                  <a:lnTo>
                    <a:pt x="6916" y="1066"/>
                  </a:lnTo>
                  <a:lnTo>
                    <a:pt x="7811" y="1378"/>
                  </a:lnTo>
                  <a:lnTo>
                    <a:pt x="7811" y="1888"/>
                  </a:lnTo>
                  <a:lnTo>
                    <a:pt x="7811" y="2704"/>
                  </a:lnTo>
                  <a:lnTo>
                    <a:pt x="7811" y="3772"/>
                  </a:lnTo>
                  <a:cubicBezTo>
                    <a:pt x="8036" y="4233"/>
                    <a:pt x="8285" y="4696"/>
                    <a:pt x="8533" y="5157"/>
                  </a:cubicBezTo>
                  <a:cubicBezTo>
                    <a:pt x="8789" y="5508"/>
                    <a:pt x="9016" y="5865"/>
                    <a:pt x="9274" y="6223"/>
                  </a:cubicBezTo>
                  <a:cubicBezTo>
                    <a:pt x="9508" y="6664"/>
                    <a:pt x="9763" y="7105"/>
                    <a:pt x="10000" y="7549"/>
                  </a:cubicBezTo>
                  <a:lnTo>
                    <a:pt x="10000" y="7855"/>
                  </a:lnTo>
                  <a:lnTo>
                    <a:pt x="10000" y="8360"/>
                  </a:lnTo>
                  <a:lnTo>
                    <a:pt x="10000" y="8933"/>
                  </a:lnTo>
                  <a:lnTo>
                    <a:pt x="10000" y="9184"/>
                  </a:lnTo>
                  <a:lnTo>
                    <a:pt x="10000" y="9445"/>
                  </a:lnTo>
                  <a:lnTo>
                    <a:pt x="10000" y="9741"/>
                  </a:lnTo>
                  <a:lnTo>
                    <a:pt x="10000" y="10000"/>
                  </a:lnTo>
                  <a:lnTo>
                    <a:pt x="8533" y="9741"/>
                  </a:lnTo>
                  <a:lnTo>
                    <a:pt x="6916" y="9741"/>
                  </a:lnTo>
                  <a:lnTo>
                    <a:pt x="4549" y="944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95" name="组合 47"/>
          <p:cNvGrpSpPr>
            <a:grpSpLocks noChangeAspect="1"/>
          </p:cNvGrpSpPr>
          <p:nvPr/>
        </p:nvGrpSpPr>
        <p:grpSpPr>
          <a:xfrm>
            <a:off x="7761288" y="4749800"/>
            <a:ext cx="354012" cy="358775"/>
            <a:chOff x="7308365" y="4584700"/>
            <a:chExt cx="1198562" cy="1219200"/>
          </a:xfrm>
        </p:grpSpPr>
        <p:sp>
          <p:nvSpPr>
            <p:cNvPr id="66617" name="Freeform 30"/>
            <p:cNvSpPr/>
            <p:nvPr/>
          </p:nvSpPr>
          <p:spPr>
            <a:xfrm>
              <a:off x="7417902" y="4987925"/>
              <a:ext cx="855663" cy="252413"/>
            </a:xfrm>
            <a:custGeom>
              <a:avLst/>
              <a:gdLst>
                <a:gd name="txL" fmla="*/ 0 w 539"/>
                <a:gd name="txT" fmla="*/ 0 h 159"/>
                <a:gd name="txR" fmla="*/ 539 w 539"/>
                <a:gd name="txB" fmla="*/ 159 h 15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539" h="159">
                  <a:moveTo>
                    <a:pt x="143" y="138"/>
                  </a:moveTo>
                  <a:lnTo>
                    <a:pt x="121" y="143"/>
                  </a:lnTo>
                  <a:lnTo>
                    <a:pt x="106" y="149"/>
                  </a:lnTo>
                  <a:lnTo>
                    <a:pt x="95" y="154"/>
                  </a:lnTo>
                  <a:lnTo>
                    <a:pt x="79" y="154"/>
                  </a:lnTo>
                  <a:lnTo>
                    <a:pt x="69" y="159"/>
                  </a:lnTo>
                  <a:lnTo>
                    <a:pt x="58" y="159"/>
                  </a:lnTo>
                  <a:lnTo>
                    <a:pt x="53" y="159"/>
                  </a:lnTo>
                  <a:lnTo>
                    <a:pt x="47" y="159"/>
                  </a:lnTo>
                  <a:lnTo>
                    <a:pt x="37" y="159"/>
                  </a:lnTo>
                  <a:lnTo>
                    <a:pt x="26" y="159"/>
                  </a:lnTo>
                  <a:lnTo>
                    <a:pt x="21" y="154"/>
                  </a:lnTo>
                  <a:lnTo>
                    <a:pt x="10" y="149"/>
                  </a:lnTo>
                  <a:lnTo>
                    <a:pt x="5" y="143"/>
                  </a:lnTo>
                  <a:lnTo>
                    <a:pt x="0" y="143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5" y="133"/>
                  </a:lnTo>
                  <a:lnTo>
                    <a:pt x="10" y="133"/>
                  </a:lnTo>
                  <a:lnTo>
                    <a:pt x="26" y="128"/>
                  </a:lnTo>
                  <a:lnTo>
                    <a:pt x="42" y="128"/>
                  </a:lnTo>
                  <a:lnTo>
                    <a:pt x="58" y="122"/>
                  </a:lnTo>
                  <a:lnTo>
                    <a:pt x="79" y="117"/>
                  </a:lnTo>
                  <a:lnTo>
                    <a:pt x="95" y="112"/>
                  </a:lnTo>
                  <a:lnTo>
                    <a:pt x="116" y="106"/>
                  </a:lnTo>
                  <a:lnTo>
                    <a:pt x="127" y="106"/>
                  </a:lnTo>
                  <a:lnTo>
                    <a:pt x="132" y="101"/>
                  </a:lnTo>
                  <a:lnTo>
                    <a:pt x="143" y="101"/>
                  </a:lnTo>
                  <a:lnTo>
                    <a:pt x="153" y="96"/>
                  </a:lnTo>
                  <a:lnTo>
                    <a:pt x="164" y="96"/>
                  </a:lnTo>
                  <a:lnTo>
                    <a:pt x="174" y="90"/>
                  </a:lnTo>
                  <a:lnTo>
                    <a:pt x="185" y="90"/>
                  </a:lnTo>
                  <a:lnTo>
                    <a:pt x="201" y="85"/>
                  </a:lnTo>
                  <a:lnTo>
                    <a:pt x="211" y="80"/>
                  </a:lnTo>
                  <a:lnTo>
                    <a:pt x="227" y="75"/>
                  </a:lnTo>
                  <a:lnTo>
                    <a:pt x="243" y="69"/>
                  </a:lnTo>
                  <a:lnTo>
                    <a:pt x="259" y="69"/>
                  </a:lnTo>
                  <a:lnTo>
                    <a:pt x="280" y="64"/>
                  </a:lnTo>
                  <a:lnTo>
                    <a:pt x="296" y="53"/>
                  </a:lnTo>
                  <a:lnTo>
                    <a:pt x="317" y="48"/>
                  </a:lnTo>
                  <a:lnTo>
                    <a:pt x="338" y="43"/>
                  </a:lnTo>
                  <a:lnTo>
                    <a:pt x="354" y="37"/>
                  </a:lnTo>
                  <a:lnTo>
                    <a:pt x="375" y="32"/>
                  </a:lnTo>
                  <a:lnTo>
                    <a:pt x="391" y="27"/>
                  </a:lnTo>
                  <a:lnTo>
                    <a:pt x="401" y="27"/>
                  </a:lnTo>
                  <a:lnTo>
                    <a:pt x="417" y="22"/>
                  </a:lnTo>
                  <a:lnTo>
                    <a:pt x="428" y="16"/>
                  </a:lnTo>
                  <a:lnTo>
                    <a:pt x="438" y="16"/>
                  </a:lnTo>
                  <a:lnTo>
                    <a:pt x="449" y="11"/>
                  </a:lnTo>
                  <a:lnTo>
                    <a:pt x="459" y="11"/>
                  </a:lnTo>
                  <a:lnTo>
                    <a:pt x="470" y="6"/>
                  </a:lnTo>
                  <a:lnTo>
                    <a:pt x="475" y="6"/>
                  </a:lnTo>
                  <a:lnTo>
                    <a:pt x="480" y="6"/>
                  </a:lnTo>
                  <a:lnTo>
                    <a:pt x="486" y="0"/>
                  </a:lnTo>
                  <a:lnTo>
                    <a:pt x="491" y="0"/>
                  </a:lnTo>
                  <a:lnTo>
                    <a:pt x="496" y="0"/>
                  </a:lnTo>
                  <a:lnTo>
                    <a:pt x="507" y="6"/>
                  </a:lnTo>
                  <a:lnTo>
                    <a:pt x="512" y="6"/>
                  </a:lnTo>
                  <a:lnTo>
                    <a:pt x="523" y="11"/>
                  </a:lnTo>
                  <a:lnTo>
                    <a:pt x="528" y="16"/>
                  </a:lnTo>
                  <a:lnTo>
                    <a:pt x="533" y="22"/>
                  </a:lnTo>
                  <a:lnTo>
                    <a:pt x="539" y="27"/>
                  </a:lnTo>
                  <a:lnTo>
                    <a:pt x="539" y="32"/>
                  </a:lnTo>
                  <a:lnTo>
                    <a:pt x="533" y="32"/>
                  </a:lnTo>
                  <a:lnTo>
                    <a:pt x="528" y="32"/>
                  </a:lnTo>
                  <a:lnTo>
                    <a:pt x="523" y="37"/>
                  </a:lnTo>
                  <a:lnTo>
                    <a:pt x="517" y="37"/>
                  </a:lnTo>
                  <a:lnTo>
                    <a:pt x="512" y="43"/>
                  </a:lnTo>
                  <a:lnTo>
                    <a:pt x="507" y="43"/>
                  </a:lnTo>
                  <a:lnTo>
                    <a:pt x="496" y="48"/>
                  </a:lnTo>
                  <a:lnTo>
                    <a:pt x="480" y="48"/>
                  </a:lnTo>
                  <a:lnTo>
                    <a:pt x="470" y="53"/>
                  </a:lnTo>
                  <a:lnTo>
                    <a:pt x="454" y="53"/>
                  </a:lnTo>
                  <a:lnTo>
                    <a:pt x="433" y="59"/>
                  </a:lnTo>
                  <a:lnTo>
                    <a:pt x="396" y="69"/>
                  </a:lnTo>
                  <a:lnTo>
                    <a:pt x="359" y="75"/>
                  </a:lnTo>
                  <a:lnTo>
                    <a:pt x="327" y="85"/>
                  </a:lnTo>
                  <a:lnTo>
                    <a:pt x="290" y="96"/>
                  </a:lnTo>
                  <a:lnTo>
                    <a:pt x="253" y="106"/>
                  </a:lnTo>
                  <a:lnTo>
                    <a:pt x="216" y="117"/>
                  </a:lnTo>
                  <a:lnTo>
                    <a:pt x="179" y="128"/>
                  </a:lnTo>
                  <a:lnTo>
                    <a:pt x="143" y="13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6618" name="组合 46"/>
            <p:cNvGrpSpPr>
              <a:grpSpLocks noChangeAspect="1"/>
            </p:cNvGrpSpPr>
            <p:nvPr/>
          </p:nvGrpSpPr>
          <p:grpSpPr>
            <a:xfrm>
              <a:off x="7308365" y="4584700"/>
              <a:ext cx="1198562" cy="1219200"/>
              <a:chOff x="7308365" y="4584700"/>
              <a:chExt cx="1198562" cy="1219200"/>
            </a:xfrm>
          </p:grpSpPr>
          <p:sp>
            <p:nvSpPr>
              <p:cNvPr id="66619" name="Freeform 28"/>
              <p:cNvSpPr/>
              <p:nvPr/>
            </p:nvSpPr>
            <p:spPr>
              <a:xfrm>
                <a:off x="7484577" y="4845050"/>
                <a:ext cx="334963" cy="177800"/>
              </a:xfrm>
              <a:custGeom>
                <a:avLst/>
                <a:gdLst>
                  <a:gd name="txL" fmla="*/ 0 w 211"/>
                  <a:gd name="txT" fmla="*/ 0 h 112"/>
                  <a:gd name="txR" fmla="*/ 211 w 211"/>
                  <a:gd name="txB" fmla="*/ 112 h 112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211" h="112">
                    <a:moveTo>
                      <a:pt x="122" y="43"/>
                    </a:moveTo>
                    <a:lnTo>
                      <a:pt x="132" y="32"/>
                    </a:lnTo>
                    <a:lnTo>
                      <a:pt x="143" y="27"/>
                    </a:lnTo>
                    <a:lnTo>
                      <a:pt x="143" y="22"/>
                    </a:lnTo>
                    <a:lnTo>
                      <a:pt x="148" y="16"/>
                    </a:lnTo>
                    <a:lnTo>
                      <a:pt x="148" y="11"/>
                    </a:lnTo>
                    <a:lnTo>
                      <a:pt x="143" y="6"/>
                    </a:lnTo>
                    <a:lnTo>
                      <a:pt x="148" y="6"/>
                    </a:lnTo>
                    <a:lnTo>
                      <a:pt x="148" y="0"/>
                    </a:lnTo>
                    <a:lnTo>
                      <a:pt x="153" y="0"/>
                    </a:lnTo>
                    <a:lnTo>
                      <a:pt x="159" y="0"/>
                    </a:lnTo>
                    <a:lnTo>
                      <a:pt x="169" y="0"/>
                    </a:lnTo>
                    <a:lnTo>
                      <a:pt x="180" y="6"/>
                    </a:lnTo>
                    <a:lnTo>
                      <a:pt x="190" y="11"/>
                    </a:lnTo>
                    <a:lnTo>
                      <a:pt x="201" y="16"/>
                    </a:lnTo>
                    <a:lnTo>
                      <a:pt x="206" y="22"/>
                    </a:lnTo>
                    <a:lnTo>
                      <a:pt x="211" y="27"/>
                    </a:lnTo>
                    <a:lnTo>
                      <a:pt x="211" y="32"/>
                    </a:lnTo>
                    <a:lnTo>
                      <a:pt x="211" y="37"/>
                    </a:lnTo>
                    <a:lnTo>
                      <a:pt x="211" y="43"/>
                    </a:lnTo>
                    <a:lnTo>
                      <a:pt x="206" y="43"/>
                    </a:lnTo>
                    <a:lnTo>
                      <a:pt x="206" y="48"/>
                    </a:lnTo>
                    <a:lnTo>
                      <a:pt x="201" y="53"/>
                    </a:lnTo>
                    <a:lnTo>
                      <a:pt x="190" y="59"/>
                    </a:lnTo>
                    <a:lnTo>
                      <a:pt x="174" y="64"/>
                    </a:lnTo>
                    <a:lnTo>
                      <a:pt x="159" y="69"/>
                    </a:lnTo>
                    <a:lnTo>
                      <a:pt x="137" y="80"/>
                    </a:lnTo>
                    <a:lnTo>
                      <a:pt x="111" y="85"/>
                    </a:lnTo>
                    <a:lnTo>
                      <a:pt x="85" y="96"/>
                    </a:lnTo>
                    <a:lnTo>
                      <a:pt x="58" y="101"/>
                    </a:lnTo>
                    <a:lnTo>
                      <a:pt x="48" y="106"/>
                    </a:lnTo>
                    <a:lnTo>
                      <a:pt x="37" y="106"/>
                    </a:lnTo>
                    <a:lnTo>
                      <a:pt x="27" y="112"/>
                    </a:lnTo>
                    <a:lnTo>
                      <a:pt x="16" y="112"/>
                    </a:lnTo>
                    <a:lnTo>
                      <a:pt x="11" y="112"/>
                    </a:lnTo>
                    <a:lnTo>
                      <a:pt x="5" y="112"/>
                    </a:lnTo>
                    <a:lnTo>
                      <a:pt x="5" y="106"/>
                    </a:lnTo>
                    <a:lnTo>
                      <a:pt x="0" y="106"/>
                    </a:lnTo>
                    <a:lnTo>
                      <a:pt x="5" y="106"/>
                    </a:lnTo>
                    <a:lnTo>
                      <a:pt x="5" y="101"/>
                    </a:lnTo>
                    <a:lnTo>
                      <a:pt x="11" y="101"/>
                    </a:lnTo>
                    <a:lnTo>
                      <a:pt x="21" y="96"/>
                    </a:lnTo>
                    <a:lnTo>
                      <a:pt x="27" y="90"/>
                    </a:lnTo>
                    <a:lnTo>
                      <a:pt x="37" y="85"/>
                    </a:lnTo>
                    <a:lnTo>
                      <a:pt x="48" y="80"/>
                    </a:lnTo>
                    <a:lnTo>
                      <a:pt x="74" y="69"/>
                    </a:lnTo>
                    <a:lnTo>
                      <a:pt x="90" y="59"/>
                    </a:lnTo>
                    <a:lnTo>
                      <a:pt x="111" y="48"/>
                    </a:lnTo>
                    <a:lnTo>
                      <a:pt x="122" y="43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0" name="Freeform 32"/>
              <p:cNvSpPr/>
              <p:nvPr/>
            </p:nvSpPr>
            <p:spPr>
              <a:xfrm>
                <a:off x="8079890" y="4752975"/>
                <a:ext cx="184150" cy="117475"/>
              </a:xfrm>
              <a:custGeom>
                <a:avLst/>
                <a:gdLst>
                  <a:gd name="txL" fmla="*/ 0 w 116"/>
                  <a:gd name="txT" fmla="*/ 0 h 74"/>
                  <a:gd name="txR" fmla="*/ 116 w 116"/>
                  <a:gd name="txB" fmla="*/ 74 h 74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16" h="74">
                    <a:moveTo>
                      <a:pt x="116" y="58"/>
                    </a:moveTo>
                    <a:lnTo>
                      <a:pt x="116" y="69"/>
                    </a:lnTo>
                    <a:lnTo>
                      <a:pt x="111" y="74"/>
                    </a:lnTo>
                    <a:lnTo>
                      <a:pt x="106" y="74"/>
                    </a:lnTo>
                    <a:lnTo>
                      <a:pt x="100" y="74"/>
                    </a:lnTo>
                    <a:lnTo>
                      <a:pt x="90" y="74"/>
                    </a:lnTo>
                    <a:lnTo>
                      <a:pt x="85" y="74"/>
                    </a:lnTo>
                    <a:lnTo>
                      <a:pt x="79" y="69"/>
                    </a:lnTo>
                    <a:lnTo>
                      <a:pt x="74" y="64"/>
                    </a:lnTo>
                    <a:lnTo>
                      <a:pt x="63" y="58"/>
                    </a:lnTo>
                    <a:lnTo>
                      <a:pt x="53" y="53"/>
                    </a:lnTo>
                    <a:lnTo>
                      <a:pt x="42" y="43"/>
                    </a:lnTo>
                    <a:lnTo>
                      <a:pt x="32" y="37"/>
                    </a:lnTo>
                    <a:lnTo>
                      <a:pt x="27" y="32"/>
                    </a:lnTo>
                    <a:lnTo>
                      <a:pt x="16" y="27"/>
                    </a:lnTo>
                    <a:lnTo>
                      <a:pt x="11" y="21"/>
                    </a:lnTo>
                    <a:lnTo>
                      <a:pt x="5" y="16"/>
                    </a:lnTo>
                    <a:lnTo>
                      <a:pt x="0" y="11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48" y="0"/>
                    </a:lnTo>
                    <a:lnTo>
                      <a:pt x="63" y="5"/>
                    </a:lnTo>
                    <a:lnTo>
                      <a:pt x="79" y="5"/>
                    </a:lnTo>
                    <a:lnTo>
                      <a:pt x="90" y="11"/>
                    </a:lnTo>
                    <a:lnTo>
                      <a:pt x="100" y="21"/>
                    </a:lnTo>
                    <a:lnTo>
                      <a:pt x="106" y="27"/>
                    </a:lnTo>
                    <a:lnTo>
                      <a:pt x="111" y="32"/>
                    </a:lnTo>
                    <a:lnTo>
                      <a:pt x="116" y="43"/>
                    </a:lnTo>
                    <a:lnTo>
                      <a:pt x="116" y="53"/>
                    </a:lnTo>
                    <a:lnTo>
                      <a:pt x="116" y="58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1" name="Freeform 33"/>
              <p:cNvSpPr/>
              <p:nvPr/>
            </p:nvSpPr>
            <p:spPr>
              <a:xfrm>
                <a:off x="7308365" y="5265738"/>
                <a:ext cx="579437" cy="269875"/>
              </a:xfrm>
              <a:custGeom>
                <a:avLst/>
                <a:gdLst>
                  <a:gd name="txL" fmla="*/ 0 w 365"/>
                  <a:gd name="txT" fmla="*/ 0 h 170"/>
                  <a:gd name="txR" fmla="*/ 365 w 365"/>
                  <a:gd name="txB" fmla="*/ 170 h 17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365" h="170">
                    <a:moveTo>
                      <a:pt x="212" y="95"/>
                    </a:moveTo>
                    <a:lnTo>
                      <a:pt x="196" y="106"/>
                    </a:lnTo>
                    <a:lnTo>
                      <a:pt x="180" y="111"/>
                    </a:lnTo>
                    <a:lnTo>
                      <a:pt x="159" y="122"/>
                    </a:lnTo>
                    <a:lnTo>
                      <a:pt x="148" y="127"/>
                    </a:lnTo>
                    <a:lnTo>
                      <a:pt x="132" y="138"/>
                    </a:lnTo>
                    <a:lnTo>
                      <a:pt x="116" y="143"/>
                    </a:lnTo>
                    <a:lnTo>
                      <a:pt x="106" y="148"/>
                    </a:lnTo>
                    <a:lnTo>
                      <a:pt x="95" y="154"/>
                    </a:lnTo>
                    <a:lnTo>
                      <a:pt x="85" y="159"/>
                    </a:lnTo>
                    <a:lnTo>
                      <a:pt x="79" y="159"/>
                    </a:lnTo>
                    <a:lnTo>
                      <a:pt x="69" y="164"/>
                    </a:lnTo>
                    <a:lnTo>
                      <a:pt x="64" y="164"/>
                    </a:lnTo>
                    <a:lnTo>
                      <a:pt x="58" y="170"/>
                    </a:lnTo>
                    <a:lnTo>
                      <a:pt x="53" y="170"/>
                    </a:lnTo>
                    <a:lnTo>
                      <a:pt x="48" y="170"/>
                    </a:lnTo>
                    <a:lnTo>
                      <a:pt x="43" y="170"/>
                    </a:lnTo>
                    <a:lnTo>
                      <a:pt x="37" y="170"/>
                    </a:lnTo>
                    <a:lnTo>
                      <a:pt x="32" y="170"/>
                    </a:lnTo>
                    <a:lnTo>
                      <a:pt x="21" y="159"/>
                    </a:lnTo>
                    <a:lnTo>
                      <a:pt x="16" y="148"/>
                    </a:lnTo>
                    <a:lnTo>
                      <a:pt x="6" y="138"/>
                    </a:lnTo>
                    <a:lnTo>
                      <a:pt x="0" y="127"/>
                    </a:lnTo>
                    <a:lnTo>
                      <a:pt x="0" y="122"/>
                    </a:lnTo>
                    <a:lnTo>
                      <a:pt x="6" y="117"/>
                    </a:lnTo>
                    <a:lnTo>
                      <a:pt x="6" y="111"/>
                    </a:lnTo>
                    <a:lnTo>
                      <a:pt x="11" y="111"/>
                    </a:lnTo>
                    <a:lnTo>
                      <a:pt x="16" y="111"/>
                    </a:lnTo>
                    <a:lnTo>
                      <a:pt x="27" y="111"/>
                    </a:lnTo>
                    <a:lnTo>
                      <a:pt x="27" y="117"/>
                    </a:lnTo>
                    <a:lnTo>
                      <a:pt x="32" y="117"/>
                    </a:lnTo>
                    <a:lnTo>
                      <a:pt x="37" y="117"/>
                    </a:lnTo>
                    <a:lnTo>
                      <a:pt x="43" y="117"/>
                    </a:lnTo>
                    <a:lnTo>
                      <a:pt x="48" y="117"/>
                    </a:lnTo>
                    <a:lnTo>
                      <a:pt x="53" y="117"/>
                    </a:lnTo>
                    <a:lnTo>
                      <a:pt x="58" y="111"/>
                    </a:lnTo>
                    <a:lnTo>
                      <a:pt x="64" y="111"/>
                    </a:lnTo>
                    <a:lnTo>
                      <a:pt x="74" y="106"/>
                    </a:lnTo>
                    <a:lnTo>
                      <a:pt x="79" y="106"/>
                    </a:lnTo>
                    <a:lnTo>
                      <a:pt x="90" y="101"/>
                    </a:lnTo>
                    <a:lnTo>
                      <a:pt x="101" y="95"/>
                    </a:lnTo>
                    <a:lnTo>
                      <a:pt x="116" y="90"/>
                    </a:lnTo>
                    <a:lnTo>
                      <a:pt x="127" y="85"/>
                    </a:lnTo>
                    <a:lnTo>
                      <a:pt x="143" y="80"/>
                    </a:lnTo>
                    <a:lnTo>
                      <a:pt x="159" y="74"/>
                    </a:lnTo>
                    <a:lnTo>
                      <a:pt x="175" y="69"/>
                    </a:lnTo>
                    <a:lnTo>
                      <a:pt x="190" y="58"/>
                    </a:lnTo>
                    <a:lnTo>
                      <a:pt x="212" y="53"/>
                    </a:lnTo>
                    <a:lnTo>
                      <a:pt x="227" y="48"/>
                    </a:lnTo>
                    <a:lnTo>
                      <a:pt x="248" y="37"/>
                    </a:lnTo>
                    <a:lnTo>
                      <a:pt x="264" y="32"/>
                    </a:lnTo>
                    <a:lnTo>
                      <a:pt x="280" y="27"/>
                    </a:lnTo>
                    <a:lnTo>
                      <a:pt x="291" y="21"/>
                    </a:lnTo>
                    <a:lnTo>
                      <a:pt x="307" y="16"/>
                    </a:lnTo>
                    <a:lnTo>
                      <a:pt x="317" y="11"/>
                    </a:lnTo>
                    <a:lnTo>
                      <a:pt x="328" y="11"/>
                    </a:lnTo>
                    <a:lnTo>
                      <a:pt x="338" y="5"/>
                    </a:lnTo>
                    <a:lnTo>
                      <a:pt x="344" y="5"/>
                    </a:lnTo>
                    <a:lnTo>
                      <a:pt x="354" y="5"/>
                    </a:lnTo>
                    <a:lnTo>
                      <a:pt x="359" y="0"/>
                    </a:lnTo>
                    <a:lnTo>
                      <a:pt x="365" y="0"/>
                    </a:lnTo>
                    <a:lnTo>
                      <a:pt x="365" y="5"/>
                    </a:lnTo>
                    <a:lnTo>
                      <a:pt x="359" y="11"/>
                    </a:lnTo>
                    <a:lnTo>
                      <a:pt x="354" y="16"/>
                    </a:lnTo>
                    <a:lnTo>
                      <a:pt x="344" y="21"/>
                    </a:lnTo>
                    <a:lnTo>
                      <a:pt x="338" y="27"/>
                    </a:lnTo>
                    <a:lnTo>
                      <a:pt x="328" y="32"/>
                    </a:lnTo>
                    <a:lnTo>
                      <a:pt x="317" y="37"/>
                    </a:lnTo>
                    <a:lnTo>
                      <a:pt x="307" y="43"/>
                    </a:lnTo>
                    <a:lnTo>
                      <a:pt x="296" y="53"/>
                    </a:lnTo>
                    <a:lnTo>
                      <a:pt x="280" y="58"/>
                    </a:lnTo>
                    <a:lnTo>
                      <a:pt x="264" y="69"/>
                    </a:lnTo>
                    <a:lnTo>
                      <a:pt x="248" y="74"/>
                    </a:lnTo>
                    <a:lnTo>
                      <a:pt x="233" y="85"/>
                    </a:lnTo>
                    <a:lnTo>
                      <a:pt x="212" y="95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5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2" name="Freeform 34"/>
              <p:cNvSpPr/>
              <p:nvPr/>
            </p:nvSpPr>
            <p:spPr>
              <a:xfrm>
                <a:off x="7803665" y="5140325"/>
                <a:ext cx="485775" cy="444500"/>
              </a:xfrm>
              <a:custGeom>
                <a:avLst/>
                <a:gdLst>
                  <a:gd name="txL" fmla="*/ 0 w 306"/>
                  <a:gd name="txT" fmla="*/ 0 h 280"/>
                  <a:gd name="txR" fmla="*/ 306 w 306"/>
                  <a:gd name="txB" fmla="*/ 280 h 28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306" h="280">
                    <a:moveTo>
                      <a:pt x="306" y="42"/>
                    </a:moveTo>
                    <a:lnTo>
                      <a:pt x="306" y="47"/>
                    </a:lnTo>
                    <a:lnTo>
                      <a:pt x="301" y="53"/>
                    </a:lnTo>
                    <a:lnTo>
                      <a:pt x="301" y="58"/>
                    </a:lnTo>
                    <a:lnTo>
                      <a:pt x="296" y="63"/>
                    </a:lnTo>
                    <a:lnTo>
                      <a:pt x="290" y="69"/>
                    </a:lnTo>
                    <a:lnTo>
                      <a:pt x="285" y="79"/>
                    </a:lnTo>
                    <a:lnTo>
                      <a:pt x="280" y="84"/>
                    </a:lnTo>
                    <a:lnTo>
                      <a:pt x="269" y="95"/>
                    </a:lnTo>
                    <a:lnTo>
                      <a:pt x="253" y="116"/>
                    </a:lnTo>
                    <a:lnTo>
                      <a:pt x="232" y="137"/>
                    </a:lnTo>
                    <a:lnTo>
                      <a:pt x="206" y="159"/>
                    </a:lnTo>
                    <a:lnTo>
                      <a:pt x="179" y="180"/>
                    </a:lnTo>
                    <a:lnTo>
                      <a:pt x="153" y="201"/>
                    </a:lnTo>
                    <a:lnTo>
                      <a:pt x="127" y="222"/>
                    </a:lnTo>
                    <a:lnTo>
                      <a:pt x="100" y="238"/>
                    </a:lnTo>
                    <a:lnTo>
                      <a:pt x="69" y="254"/>
                    </a:lnTo>
                    <a:lnTo>
                      <a:pt x="53" y="259"/>
                    </a:lnTo>
                    <a:lnTo>
                      <a:pt x="42" y="270"/>
                    </a:lnTo>
                    <a:lnTo>
                      <a:pt x="32" y="270"/>
                    </a:lnTo>
                    <a:lnTo>
                      <a:pt x="21" y="275"/>
                    </a:lnTo>
                    <a:lnTo>
                      <a:pt x="10" y="280"/>
                    </a:lnTo>
                    <a:lnTo>
                      <a:pt x="5" y="280"/>
                    </a:lnTo>
                    <a:lnTo>
                      <a:pt x="0" y="280"/>
                    </a:lnTo>
                    <a:lnTo>
                      <a:pt x="0" y="275"/>
                    </a:lnTo>
                    <a:lnTo>
                      <a:pt x="5" y="275"/>
                    </a:lnTo>
                    <a:lnTo>
                      <a:pt x="10" y="270"/>
                    </a:lnTo>
                    <a:lnTo>
                      <a:pt x="21" y="259"/>
                    </a:lnTo>
                    <a:lnTo>
                      <a:pt x="32" y="254"/>
                    </a:lnTo>
                    <a:lnTo>
                      <a:pt x="42" y="243"/>
                    </a:lnTo>
                    <a:lnTo>
                      <a:pt x="58" y="233"/>
                    </a:lnTo>
                    <a:lnTo>
                      <a:pt x="74" y="217"/>
                    </a:lnTo>
                    <a:lnTo>
                      <a:pt x="111" y="190"/>
                    </a:lnTo>
                    <a:lnTo>
                      <a:pt x="142" y="164"/>
                    </a:lnTo>
                    <a:lnTo>
                      <a:pt x="158" y="153"/>
                    </a:lnTo>
                    <a:lnTo>
                      <a:pt x="169" y="143"/>
                    </a:lnTo>
                    <a:lnTo>
                      <a:pt x="185" y="127"/>
                    </a:lnTo>
                    <a:lnTo>
                      <a:pt x="195" y="116"/>
                    </a:lnTo>
                    <a:lnTo>
                      <a:pt x="211" y="95"/>
                    </a:lnTo>
                    <a:lnTo>
                      <a:pt x="227" y="74"/>
                    </a:lnTo>
                    <a:lnTo>
                      <a:pt x="232" y="63"/>
                    </a:lnTo>
                    <a:lnTo>
                      <a:pt x="237" y="58"/>
                    </a:lnTo>
                    <a:lnTo>
                      <a:pt x="243" y="47"/>
                    </a:lnTo>
                    <a:lnTo>
                      <a:pt x="243" y="42"/>
                    </a:lnTo>
                    <a:lnTo>
                      <a:pt x="248" y="32"/>
                    </a:lnTo>
                    <a:lnTo>
                      <a:pt x="248" y="26"/>
                    </a:lnTo>
                    <a:lnTo>
                      <a:pt x="248" y="16"/>
                    </a:lnTo>
                    <a:lnTo>
                      <a:pt x="248" y="10"/>
                    </a:lnTo>
                    <a:lnTo>
                      <a:pt x="248" y="5"/>
                    </a:lnTo>
                    <a:lnTo>
                      <a:pt x="248" y="0"/>
                    </a:lnTo>
                    <a:lnTo>
                      <a:pt x="253" y="0"/>
                    </a:lnTo>
                    <a:lnTo>
                      <a:pt x="259" y="0"/>
                    </a:lnTo>
                    <a:lnTo>
                      <a:pt x="264" y="0"/>
                    </a:lnTo>
                    <a:lnTo>
                      <a:pt x="274" y="5"/>
                    </a:lnTo>
                    <a:lnTo>
                      <a:pt x="285" y="10"/>
                    </a:lnTo>
                    <a:lnTo>
                      <a:pt x="296" y="21"/>
                    </a:lnTo>
                    <a:lnTo>
                      <a:pt x="301" y="26"/>
                    </a:lnTo>
                    <a:lnTo>
                      <a:pt x="301" y="37"/>
                    </a:lnTo>
                    <a:lnTo>
                      <a:pt x="306" y="42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3" name="Freeform 29"/>
              <p:cNvSpPr/>
              <p:nvPr/>
            </p:nvSpPr>
            <p:spPr>
              <a:xfrm>
                <a:off x="7525852" y="5575300"/>
                <a:ext cx="141288" cy="160338"/>
              </a:xfrm>
              <a:custGeom>
                <a:avLst/>
                <a:gdLst>
                  <a:gd name="txL" fmla="*/ 0 w 8898"/>
                  <a:gd name="txT" fmla="*/ 0 h 10000"/>
                  <a:gd name="txR" fmla="*/ 8898 w 8898"/>
                  <a:gd name="txB" fmla="*/ 10000 h 1000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</a:cxnLst>
                <a:rect l="txL" t="txT" r="txR" b="txB"/>
                <a:pathLst>
                  <a:path w="8898" h="10000">
                    <a:moveTo>
                      <a:pt x="8898" y="10000"/>
                    </a:moveTo>
                    <a:lnTo>
                      <a:pt x="8400" y="10000"/>
                    </a:lnTo>
                    <a:lnTo>
                      <a:pt x="7399" y="10000"/>
                    </a:lnTo>
                    <a:lnTo>
                      <a:pt x="6800" y="9409"/>
                    </a:lnTo>
                    <a:lnTo>
                      <a:pt x="6301" y="8912"/>
                    </a:lnTo>
                    <a:lnTo>
                      <a:pt x="6301" y="7821"/>
                    </a:lnTo>
                    <a:lnTo>
                      <a:pt x="5799" y="6829"/>
                    </a:lnTo>
                    <a:lnTo>
                      <a:pt x="5199" y="5740"/>
                    </a:lnTo>
                    <a:lnTo>
                      <a:pt x="4200" y="4153"/>
                    </a:lnTo>
                    <a:lnTo>
                      <a:pt x="3099" y="3165"/>
                    </a:lnTo>
                    <a:lnTo>
                      <a:pt x="2101" y="2667"/>
                    </a:lnTo>
                    <a:lnTo>
                      <a:pt x="1499" y="2074"/>
                    </a:lnTo>
                    <a:lnTo>
                      <a:pt x="1000" y="1579"/>
                    </a:lnTo>
                    <a:lnTo>
                      <a:pt x="500" y="1579"/>
                    </a:lnTo>
                    <a:lnTo>
                      <a:pt x="0" y="1084"/>
                    </a:lnTo>
                    <a:lnTo>
                      <a:pt x="0" y="488"/>
                    </a:lnTo>
                    <a:lnTo>
                      <a:pt x="500" y="488"/>
                    </a:lnTo>
                    <a:lnTo>
                      <a:pt x="1000" y="488"/>
                    </a:lnTo>
                    <a:lnTo>
                      <a:pt x="1499" y="488"/>
                    </a:lnTo>
                    <a:lnTo>
                      <a:pt x="2600" y="1084"/>
                    </a:lnTo>
                    <a:lnTo>
                      <a:pt x="3099" y="1084"/>
                    </a:lnTo>
                    <a:lnTo>
                      <a:pt x="4700" y="1084"/>
                    </a:lnTo>
                    <a:lnTo>
                      <a:pt x="6301" y="1084"/>
                    </a:lnTo>
                    <a:lnTo>
                      <a:pt x="7399" y="1084"/>
                    </a:lnTo>
                    <a:lnTo>
                      <a:pt x="7899" y="1084"/>
                    </a:lnTo>
                    <a:lnTo>
                      <a:pt x="8400" y="1084"/>
                    </a:lnTo>
                    <a:lnTo>
                      <a:pt x="8400" y="488"/>
                    </a:lnTo>
                    <a:lnTo>
                      <a:pt x="8400" y="0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4" name="Freeform 29"/>
              <p:cNvSpPr/>
              <p:nvPr/>
            </p:nvSpPr>
            <p:spPr>
              <a:xfrm>
                <a:off x="7635390" y="4954588"/>
                <a:ext cx="101600" cy="782637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1031720775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1892930481" y="2147483647"/>
                  </a:cxn>
                  <a:cxn ang="0">
                    <a:pos x="0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5003" y="9675"/>
                    </a:moveTo>
                    <a:lnTo>
                      <a:pt x="4222" y="9878"/>
                    </a:lnTo>
                    <a:lnTo>
                      <a:pt x="3283" y="10000"/>
                    </a:lnTo>
                    <a:lnTo>
                      <a:pt x="2502" y="10000"/>
                    </a:lnTo>
                    <a:lnTo>
                      <a:pt x="938" y="10000"/>
                    </a:lnTo>
                    <a:lnTo>
                      <a:pt x="938" y="8174"/>
                    </a:lnTo>
                    <a:lnTo>
                      <a:pt x="2502" y="8174"/>
                    </a:lnTo>
                    <a:lnTo>
                      <a:pt x="2502" y="8053"/>
                    </a:lnTo>
                    <a:lnTo>
                      <a:pt x="2502" y="7951"/>
                    </a:lnTo>
                    <a:lnTo>
                      <a:pt x="2502" y="7850"/>
                    </a:lnTo>
                    <a:lnTo>
                      <a:pt x="3283" y="7627"/>
                    </a:lnTo>
                    <a:lnTo>
                      <a:pt x="3283" y="7424"/>
                    </a:lnTo>
                    <a:lnTo>
                      <a:pt x="3283" y="7201"/>
                    </a:lnTo>
                    <a:lnTo>
                      <a:pt x="3283" y="6978"/>
                    </a:lnTo>
                    <a:lnTo>
                      <a:pt x="3283" y="6450"/>
                    </a:lnTo>
                    <a:lnTo>
                      <a:pt x="3283" y="6024"/>
                    </a:lnTo>
                    <a:lnTo>
                      <a:pt x="3283" y="5598"/>
                    </a:lnTo>
                    <a:lnTo>
                      <a:pt x="3283" y="5274"/>
                    </a:lnTo>
                    <a:lnTo>
                      <a:pt x="3283" y="5051"/>
                    </a:lnTo>
                    <a:lnTo>
                      <a:pt x="3283" y="4848"/>
                    </a:lnTo>
                    <a:lnTo>
                      <a:pt x="3283" y="4625"/>
                    </a:lnTo>
                    <a:lnTo>
                      <a:pt x="3283" y="4402"/>
                    </a:lnTo>
                    <a:lnTo>
                      <a:pt x="3283" y="4077"/>
                    </a:lnTo>
                    <a:lnTo>
                      <a:pt x="3283" y="3773"/>
                    </a:lnTo>
                    <a:lnTo>
                      <a:pt x="3283" y="3448"/>
                    </a:lnTo>
                    <a:lnTo>
                      <a:pt x="3283" y="3022"/>
                    </a:lnTo>
                    <a:lnTo>
                      <a:pt x="2502" y="2373"/>
                    </a:lnTo>
                    <a:lnTo>
                      <a:pt x="1721" y="1501"/>
                    </a:lnTo>
                    <a:lnTo>
                      <a:pt x="938" y="751"/>
                    </a:lnTo>
                    <a:lnTo>
                      <a:pt x="0" y="0"/>
                    </a:lnTo>
                    <a:lnTo>
                      <a:pt x="1721" y="223"/>
                    </a:lnTo>
                    <a:lnTo>
                      <a:pt x="4222" y="426"/>
                    </a:lnTo>
                    <a:lnTo>
                      <a:pt x="5783" y="548"/>
                    </a:lnTo>
                    <a:lnTo>
                      <a:pt x="7499" y="649"/>
                    </a:lnTo>
                    <a:lnTo>
                      <a:pt x="8282" y="751"/>
                    </a:lnTo>
                    <a:lnTo>
                      <a:pt x="9062" y="872"/>
                    </a:lnTo>
                    <a:lnTo>
                      <a:pt x="10000" y="974"/>
                    </a:lnTo>
                    <a:lnTo>
                      <a:pt x="10000" y="1075"/>
                    </a:lnTo>
                    <a:lnTo>
                      <a:pt x="10000" y="1176"/>
                    </a:lnTo>
                    <a:lnTo>
                      <a:pt x="10000" y="1400"/>
                    </a:lnTo>
                    <a:lnTo>
                      <a:pt x="10000" y="1501"/>
                    </a:lnTo>
                    <a:lnTo>
                      <a:pt x="9062" y="1501"/>
                    </a:lnTo>
                    <a:lnTo>
                      <a:pt x="9062" y="1623"/>
                    </a:lnTo>
                    <a:lnTo>
                      <a:pt x="9062" y="1724"/>
                    </a:lnTo>
                    <a:lnTo>
                      <a:pt x="9062" y="1826"/>
                    </a:lnTo>
                    <a:lnTo>
                      <a:pt x="9062" y="2049"/>
                    </a:lnTo>
                    <a:lnTo>
                      <a:pt x="9062" y="2150"/>
                    </a:lnTo>
                    <a:lnTo>
                      <a:pt x="9062" y="2373"/>
                    </a:lnTo>
                    <a:lnTo>
                      <a:pt x="9062" y="2576"/>
                    </a:lnTo>
                    <a:lnTo>
                      <a:pt x="9062" y="2799"/>
                    </a:lnTo>
                    <a:lnTo>
                      <a:pt x="9062" y="3022"/>
                    </a:lnTo>
                    <a:lnTo>
                      <a:pt x="9062" y="3327"/>
                    </a:lnTo>
                    <a:lnTo>
                      <a:pt x="9062" y="3550"/>
                    </a:lnTo>
                    <a:lnTo>
                      <a:pt x="9062" y="3874"/>
                    </a:lnTo>
                    <a:lnTo>
                      <a:pt x="9062" y="4199"/>
                    </a:lnTo>
                    <a:lnTo>
                      <a:pt x="9062" y="4523"/>
                    </a:lnTo>
                    <a:lnTo>
                      <a:pt x="9062" y="4949"/>
                    </a:lnTo>
                    <a:lnTo>
                      <a:pt x="9062" y="5700"/>
                    </a:lnTo>
                    <a:lnTo>
                      <a:pt x="9062" y="6349"/>
                    </a:lnTo>
                    <a:lnTo>
                      <a:pt x="9062" y="6876"/>
                    </a:lnTo>
                    <a:lnTo>
                      <a:pt x="9062" y="7424"/>
                    </a:lnTo>
                    <a:lnTo>
                      <a:pt x="9062" y="7850"/>
                    </a:lnTo>
                    <a:lnTo>
                      <a:pt x="9062" y="8174"/>
                    </a:lnTo>
                    <a:lnTo>
                      <a:pt x="9062" y="8499"/>
                    </a:lnTo>
                    <a:lnTo>
                      <a:pt x="9062" y="8600"/>
                    </a:lnTo>
                    <a:lnTo>
                      <a:pt x="9062" y="8702"/>
                    </a:lnTo>
                    <a:lnTo>
                      <a:pt x="8282" y="9026"/>
                    </a:lnTo>
                    <a:lnTo>
                      <a:pt x="7499" y="9249"/>
                    </a:lnTo>
                    <a:lnTo>
                      <a:pt x="6562" y="9554"/>
                    </a:lnTo>
                    <a:lnTo>
                      <a:pt x="5003" y="9675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5" name="Freeform 31"/>
              <p:cNvSpPr/>
              <p:nvPr/>
            </p:nvSpPr>
            <p:spPr>
              <a:xfrm>
                <a:off x="7829065" y="4584700"/>
                <a:ext cx="677862" cy="1219200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8642" y="9727"/>
                    </a:moveTo>
                    <a:lnTo>
                      <a:pt x="8290" y="9583"/>
                    </a:lnTo>
                    <a:lnTo>
                      <a:pt x="7775" y="9453"/>
                    </a:lnTo>
                    <a:lnTo>
                      <a:pt x="7283" y="9245"/>
                    </a:lnTo>
                    <a:lnTo>
                      <a:pt x="6792" y="9036"/>
                    </a:lnTo>
                    <a:lnTo>
                      <a:pt x="6557" y="8893"/>
                    </a:lnTo>
                    <a:lnTo>
                      <a:pt x="6300" y="8763"/>
                    </a:lnTo>
                    <a:lnTo>
                      <a:pt x="6042" y="8620"/>
                    </a:lnTo>
                    <a:lnTo>
                      <a:pt x="5808" y="8490"/>
                    </a:lnTo>
                    <a:lnTo>
                      <a:pt x="5550" y="8281"/>
                    </a:lnTo>
                    <a:lnTo>
                      <a:pt x="5316" y="8073"/>
                    </a:lnTo>
                    <a:lnTo>
                      <a:pt x="5059" y="7865"/>
                    </a:lnTo>
                    <a:lnTo>
                      <a:pt x="4684" y="7656"/>
                    </a:lnTo>
                    <a:lnTo>
                      <a:pt x="4075" y="7174"/>
                    </a:lnTo>
                    <a:lnTo>
                      <a:pt x="3583" y="6758"/>
                    </a:lnTo>
                    <a:lnTo>
                      <a:pt x="3091" y="6276"/>
                    </a:lnTo>
                    <a:lnTo>
                      <a:pt x="2717" y="5729"/>
                    </a:lnTo>
                    <a:lnTo>
                      <a:pt x="2342" y="5247"/>
                    </a:lnTo>
                    <a:lnTo>
                      <a:pt x="1967" y="4766"/>
                    </a:lnTo>
                    <a:lnTo>
                      <a:pt x="1733" y="4284"/>
                    </a:lnTo>
                    <a:lnTo>
                      <a:pt x="1593" y="3997"/>
                    </a:lnTo>
                    <a:lnTo>
                      <a:pt x="1475" y="3789"/>
                    </a:lnTo>
                    <a:lnTo>
                      <a:pt x="1241" y="3307"/>
                    </a:lnTo>
                    <a:cubicBezTo>
                      <a:pt x="1194" y="3125"/>
                      <a:pt x="1148" y="2942"/>
                      <a:pt x="1101" y="2760"/>
                    </a:cubicBezTo>
                    <a:lnTo>
                      <a:pt x="867" y="2214"/>
                    </a:lnTo>
                    <a:lnTo>
                      <a:pt x="726" y="1654"/>
                    </a:lnTo>
                    <a:lnTo>
                      <a:pt x="726" y="1380"/>
                    </a:lnTo>
                    <a:lnTo>
                      <a:pt x="609" y="1107"/>
                    </a:lnTo>
                    <a:lnTo>
                      <a:pt x="492" y="898"/>
                    </a:lnTo>
                    <a:lnTo>
                      <a:pt x="492" y="690"/>
                    </a:lnTo>
                    <a:lnTo>
                      <a:pt x="375" y="560"/>
                    </a:lnTo>
                    <a:lnTo>
                      <a:pt x="375" y="417"/>
                    </a:lnTo>
                    <a:lnTo>
                      <a:pt x="234" y="352"/>
                    </a:lnTo>
                    <a:lnTo>
                      <a:pt x="234" y="273"/>
                    </a:lnTo>
                    <a:lnTo>
                      <a:pt x="117" y="273"/>
                    </a:lnTo>
                    <a:lnTo>
                      <a:pt x="0" y="208"/>
                    </a:lnTo>
                    <a:lnTo>
                      <a:pt x="0" y="143"/>
                    </a:lnTo>
                    <a:lnTo>
                      <a:pt x="117" y="78"/>
                    </a:lnTo>
                    <a:lnTo>
                      <a:pt x="117" y="0"/>
                    </a:lnTo>
                    <a:lnTo>
                      <a:pt x="234" y="0"/>
                    </a:lnTo>
                    <a:lnTo>
                      <a:pt x="375" y="0"/>
                    </a:lnTo>
                    <a:lnTo>
                      <a:pt x="609" y="0"/>
                    </a:lnTo>
                    <a:lnTo>
                      <a:pt x="726" y="78"/>
                    </a:lnTo>
                    <a:lnTo>
                      <a:pt x="984" y="78"/>
                    </a:lnTo>
                    <a:lnTo>
                      <a:pt x="1358" y="208"/>
                    </a:lnTo>
                    <a:lnTo>
                      <a:pt x="1593" y="273"/>
                    </a:lnTo>
                    <a:lnTo>
                      <a:pt x="1850" y="273"/>
                    </a:lnTo>
                    <a:lnTo>
                      <a:pt x="1967" y="352"/>
                    </a:lnTo>
                    <a:lnTo>
                      <a:pt x="1967" y="417"/>
                    </a:lnTo>
                    <a:lnTo>
                      <a:pt x="1850" y="482"/>
                    </a:lnTo>
                    <a:lnTo>
                      <a:pt x="1850" y="560"/>
                    </a:lnTo>
                    <a:lnTo>
                      <a:pt x="1850" y="690"/>
                    </a:lnTo>
                    <a:lnTo>
                      <a:pt x="1733" y="833"/>
                    </a:lnTo>
                    <a:lnTo>
                      <a:pt x="1733" y="898"/>
                    </a:lnTo>
                    <a:lnTo>
                      <a:pt x="1733" y="1042"/>
                    </a:lnTo>
                    <a:lnTo>
                      <a:pt x="1733" y="1107"/>
                    </a:lnTo>
                    <a:lnTo>
                      <a:pt x="1733" y="1250"/>
                    </a:lnTo>
                    <a:lnTo>
                      <a:pt x="1733" y="1523"/>
                    </a:lnTo>
                    <a:lnTo>
                      <a:pt x="1850" y="1862"/>
                    </a:lnTo>
                    <a:lnTo>
                      <a:pt x="1850" y="2214"/>
                    </a:lnTo>
                    <a:lnTo>
                      <a:pt x="1967" y="2552"/>
                    </a:lnTo>
                    <a:lnTo>
                      <a:pt x="2084" y="2969"/>
                    </a:lnTo>
                    <a:lnTo>
                      <a:pt x="2342" y="3385"/>
                    </a:lnTo>
                    <a:lnTo>
                      <a:pt x="2600" y="3867"/>
                    </a:lnTo>
                    <a:lnTo>
                      <a:pt x="2834" y="4349"/>
                    </a:lnTo>
                    <a:lnTo>
                      <a:pt x="3208" y="4896"/>
                    </a:lnTo>
                    <a:lnTo>
                      <a:pt x="3583" y="5521"/>
                    </a:lnTo>
                    <a:lnTo>
                      <a:pt x="3817" y="5794"/>
                    </a:lnTo>
                    <a:lnTo>
                      <a:pt x="4075" y="6003"/>
                    </a:lnTo>
                    <a:lnTo>
                      <a:pt x="4333" y="6276"/>
                    </a:lnTo>
                    <a:lnTo>
                      <a:pt x="4684" y="6549"/>
                    </a:lnTo>
                    <a:lnTo>
                      <a:pt x="4941" y="6823"/>
                    </a:lnTo>
                    <a:lnTo>
                      <a:pt x="5176" y="7109"/>
                    </a:lnTo>
                    <a:lnTo>
                      <a:pt x="5550" y="7318"/>
                    </a:lnTo>
                    <a:lnTo>
                      <a:pt x="5808" y="7513"/>
                    </a:lnTo>
                    <a:lnTo>
                      <a:pt x="6183" y="7721"/>
                    </a:lnTo>
                    <a:lnTo>
                      <a:pt x="6417" y="7930"/>
                    </a:lnTo>
                    <a:lnTo>
                      <a:pt x="6792" y="8073"/>
                    </a:lnTo>
                    <a:lnTo>
                      <a:pt x="7049" y="8203"/>
                    </a:lnTo>
                    <a:lnTo>
                      <a:pt x="7283" y="8346"/>
                    </a:lnTo>
                    <a:lnTo>
                      <a:pt x="7541" y="8490"/>
                    </a:lnTo>
                    <a:lnTo>
                      <a:pt x="7775" y="8555"/>
                    </a:lnTo>
                    <a:lnTo>
                      <a:pt x="8033" y="8685"/>
                    </a:lnTo>
                    <a:lnTo>
                      <a:pt x="8150" y="8763"/>
                    </a:lnTo>
                    <a:lnTo>
                      <a:pt x="8290" y="8763"/>
                    </a:lnTo>
                    <a:lnTo>
                      <a:pt x="8407" y="8828"/>
                    </a:lnTo>
                    <a:lnTo>
                      <a:pt x="8525" y="8828"/>
                    </a:lnTo>
                    <a:lnTo>
                      <a:pt x="8642" y="8763"/>
                    </a:lnTo>
                    <a:lnTo>
                      <a:pt x="10000" y="9935"/>
                    </a:lnTo>
                    <a:lnTo>
                      <a:pt x="10000" y="10000"/>
                    </a:lnTo>
                    <a:lnTo>
                      <a:pt x="9766" y="9935"/>
                    </a:lnTo>
                    <a:lnTo>
                      <a:pt x="9508" y="9935"/>
                    </a:lnTo>
                    <a:lnTo>
                      <a:pt x="9133" y="9857"/>
                    </a:lnTo>
                    <a:lnTo>
                      <a:pt x="8642" y="9727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6" name="Freeform 31"/>
              <p:cNvSpPr/>
              <p:nvPr/>
            </p:nvSpPr>
            <p:spPr>
              <a:xfrm>
                <a:off x="8398977" y="5492750"/>
                <a:ext cx="107950" cy="311150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0" y="5408"/>
                    </a:moveTo>
                    <a:lnTo>
                      <a:pt x="747" y="5408"/>
                    </a:lnTo>
                    <a:lnTo>
                      <a:pt x="1487" y="5157"/>
                    </a:lnTo>
                    <a:lnTo>
                      <a:pt x="1487" y="4854"/>
                    </a:lnTo>
                    <a:cubicBezTo>
                      <a:pt x="1762" y="4757"/>
                      <a:pt x="2065" y="4683"/>
                      <a:pt x="2361" y="4594"/>
                    </a:cubicBezTo>
                    <a:lnTo>
                      <a:pt x="2361" y="4338"/>
                    </a:lnTo>
                    <a:cubicBezTo>
                      <a:pt x="2606" y="4151"/>
                      <a:pt x="2857" y="3960"/>
                      <a:pt x="3089" y="3772"/>
                    </a:cubicBezTo>
                    <a:lnTo>
                      <a:pt x="3089" y="3269"/>
                    </a:lnTo>
                    <a:cubicBezTo>
                      <a:pt x="3334" y="3076"/>
                      <a:pt x="3592" y="2892"/>
                      <a:pt x="3815" y="2704"/>
                    </a:cubicBezTo>
                    <a:lnTo>
                      <a:pt x="3815" y="1888"/>
                    </a:lnTo>
                    <a:cubicBezTo>
                      <a:pt x="4077" y="1724"/>
                      <a:pt x="4317" y="1546"/>
                      <a:pt x="4549" y="1378"/>
                    </a:cubicBezTo>
                    <a:lnTo>
                      <a:pt x="4549" y="1066"/>
                    </a:lnTo>
                    <a:cubicBezTo>
                      <a:pt x="4850" y="907"/>
                      <a:pt x="5138" y="733"/>
                      <a:pt x="5437" y="554"/>
                    </a:cubicBezTo>
                    <a:lnTo>
                      <a:pt x="5437" y="253"/>
                    </a:lnTo>
                    <a:cubicBezTo>
                      <a:pt x="5688" y="172"/>
                      <a:pt x="5939" y="85"/>
                      <a:pt x="6190" y="0"/>
                    </a:cubicBezTo>
                    <a:lnTo>
                      <a:pt x="6916" y="0"/>
                    </a:lnTo>
                    <a:lnTo>
                      <a:pt x="6916" y="253"/>
                    </a:lnTo>
                    <a:lnTo>
                      <a:pt x="6916" y="554"/>
                    </a:lnTo>
                    <a:lnTo>
                      <a:pt x="6916" y="1066"/>
                    </a:lnTo>
                    <a:lnTo>
                      <a:pt x="7811" y="1378"/>
                    </a:lnTo>
                    <a:lnTo>
                      <a:pt x="7811" y="1888"/>
                    </a:lnTo>
                    <a:lnTo>
                      <a:pt x="7811" y="2704"/>
                    </a:lnTo>
                    <a:lnTo>
                      <a:pt x="7811" y="3772"/>
                    </a:lnTo>
                    <a:cubicBezTo>
                      <a:pt x="8036" y="4233"/>
                      <a:pt x="8285" y="4696"/>
                      <a:pt x="8533" y="5157"/>
                    </a:cubicBezTo>
                    <a:cubicBezTo>
                      <a:pt x="8789" y="5508"/>
                      <a:pt x="9016" y="5865"/>
                      <a:pt x="9274" y="6223"/>
                    </a:cubicBezTo>
                    <a:cubicBezTo>
                      <a:pt x="9508" y="6664"/>
                      <a:pt x="9763" y="7105"/>
                      <a:pt x="10000" y="7549"/>
                    </a:cubicBezTo>
                    <a:lnTo>
                      <a:pt x="10000" y="7855"/>
                    </a:lnTo>
                    <a:lnTo>
                      <a:pt x="10000" y="8360"/>
                    </a:lnTo>
                    <a:lnTo>
                      <a:pt x="10000" y="8933"/>
                    </a:lnTo>
                    <a:lnTo>
                      <a:pt x="10000" y="9184"/>
                    </a:lnTo>
                    <a:lnTo>
                      <a:pt x="10000" y="9445"/>
                    </a:lnTo>
                    <a:lnTo>
                      <a:pt x="10000" y="9741"/>
                    </a:lnTo>
                    <a:lnTo>
                      <a:pt x="10000" y="10000"/>
                    </a:lnTo>
                    <a:lnTo>
                      <a:pt x="8533" y="9741"/>
                    </a:lnTo>
                    <a:lnTo>
                      <a:pt x="6916" y="9741"/>
                    </a:lnTo>
                    <a:lnTo>
                      <a:pt x="4549" y="9445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6596" name="组合 56"/>
          <p:cNvGrpSpPr>
            <a:grpSpLocks noChangeAspect="1"/>
          </p:cNvGrpSpPr>
          <p:nvPr/>
        </p:nvGrpSpPr>
        <p:grpSpPr>
          <a:xfrm>
            <a:off x="7745413" y="2406650"/>
            <a:ext cx="280987" cy="287338"/>
            <a:chOff x="6044812" y="2970212"/>
            <a:chExt cx="441326" cy="454026"/>
          </a:xfrm>
        </p:grpSpPr>
        <p:sp>
          <p:nvSpPr>
            <p:cNvPr id="66614" name="Freeform 47"/>
            <p:cNvSpPr/>
            <p:nvPr/>
          </p:nvSpPr>
          <p:spPr>
            <a:xfrm>
              <a:off x="6044812" y="2970212"/>
              <a:ext cx="252413" cy="277813"/>
            </a:xfrm>
            <a:custGeom>
              <a:avLst/>
              <a:gdLst>
                <a:gd name="txL" fmla="*/ 0 w 159"/>
                <a:gd name="txT" fmla="*/ 0 h 175"/>
                <a:gd name="txR" fmla="*/ 159 w 159"/>
                <a:gd name="txB" fmla="*/ 175 h 175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59" h="175">
                  <a:moveTo>
                    <a:pt x="95" y="103"/>
                  </a:moveTo>
                  <a:lnTo>
                    <a:pt x="87" y="119"/>
                  </a:lnTo>
                  <a:lnTo>
                    <a:pt x="71" y="127"/>
                  </a:lnTo>
                  <a:lnTo>
                    <a:pt x="40" y="151"/>
                  </a:lnTo>
                  <a:lnTo>
                    <a:pt x="24" y="159"/>
                  </a:lnTo>
                  <a:lnTo>
                    <a:pt x="8" y="167"/>
                  </a:lnTo>
                  <a:lnTo>
                    <a:pt x="0" y="175"/>
                  </a:lnTo>
                  <a:lnTo>
                    <a:pt x="0" y="167"/>
                  </a:lnTo>
                  <a:lnTo>
                    <a:pt x="8" y="159"/>
                  </a:lnTo>
                  <a:lnTo>
                    <a:pt x="24" y="143"/>
                  </a:lnTo>
                  <a:lnTo>
                    <a:pt x="48" y="119"/>
                  </a:lnTo>
                  <a:lnTo>
                    <a:pt x="79" y="87"/>
                  </a:lnTo>
                  <a:lnTo>
                    <a:pt x="87" y="79"/>
                  </a:lnTo>
                  <a:lnTo>
                    <a:pt x="103" y="64"/>
                  </a:lnTo>
                  <a:lnTo>
                    <a:pt x="119" y="40"/>
                  </a:lnTo>
                  <a:lnTo>
                    <a:pt x="119" y="32"/>
                  </a:lnTo>
                  <a:lnTo>
                    <a:pt x="127" y="24"/>
                  </a:lnTo>
                  <a:lnTo>
                    <a:pt x="127" y="8"/>
                  </a:lnTo>
                  <a:lnTo>
                    <a:pt x="119" y="8"/>
                  </a:lnTo>
                  <a:lnTo>
                    <a:pt x="127" y="0"/>
                  </a:lnTo>
                  <a:lnTo>
                    <a:pt x="135" y="8"/>
                  </a:lnTo>
                  <a:lnTo>
                    <a:pt x="143" y="8"/>
                  </a:lnTo>
                  <a:lnTo>
                    <a:pt x="151" y="24"/>
                  </a:lnTo>
                  <a:lnTo>
                    <a:pt x="159" y="32"/>
                  </a:lnTo>
                  <a:lnTo>
                    <a:pt x="151" y="40"/>
                  </a:lnTo>
                  <a:lnTo>
                    <a:pt x="143" y="48"/>
                  </a:lnTo>
                  <a:lnTo>
                    <a:pt x="143" y="56"/>
                  </a:lnTo>
                  <a:lnTo>
                    <a:pt x="119" y="79"/>
                  </a:lnTo>
                  <a:lnTo>
                    <a:pt x="95" y="103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15" name="Freeform 48"/>
            <p:cNvSpPr/>
            <p:nvPr/>
          </p:nvSpPr>
          <p:spPr>
            <a:xfrm>
              <a:off x="6082912" y="3046412"/>
              <a:ext cx="365125" cy="377825"/>
            </a:xfrm>
            <a:custGeom>
              <a:avLst/>
              <a:gdLst>
                <a:gd name="txL" fmla="*/ 0 w 230"/>
                <a:gd name="txT" fmla="*/ 0 h 238"/>
                <a:gd name="txR" fmla="*/ 230 w 230"/>
                <a:gd name="txB" fmla="*/ 238 h 238"/>
              </a:gdLst>
              <a:ahLst/>
              <a:cxnLst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30" h="238">
                  <a:moveTo>
                    <a:pt x="8" y="238"/>
                  </a:moveTo>
                  <a:lnTo>
                    <a:pt x="8" y="238"/>
                  </a:lnTo>
                  <a:lnTo>
                    <a:pt x="0" y="230"/>
                  </a:lnTo>
                  <a:lnTo>
                    <a:pt x="0" y="222"/>
                  </a:lnTo>
                  <a:lnTo>
                    <a:pt x="0" y="214"/>
                  </a:lnTo>
                  <a:lnTo>
                    <a:pt x="0" y="206"/>
                  </a:lnTo>
                  <a:lnTo>
                    <a:pt x="8" y="206"/>
                  </a:lnTo>
                  <a:lnTo>
                    <a:pt x="16" y="198"/>
                  </a:lnTo>
                  <a:lnTo>
                    <a:pt x="24" y="190"/>
                  </a:lnTo>
                  <a:lnTo>
                    <a:pt x="40" y="182"/>
                  </a:lnTo>
                  <a:lnTo>
                    <a:pt x="47" y="174"/>
                  </a:lnTo>
                  <a:lnTo>
                    <a:pt x="63" y="167"/>
                  </a:lnTo>
                  <a:lnTo>
                    <a:pt x="79" y="151"/>
                  </a:lnTo>
                  <a:lnTo>
                    <a:pt x="95" y="127"/>
                  </a:lnTo>
                  <a:lnTo>
                    <a:pt x="119" y="103"/>
                  </a:lnTo>
                  <a:lnTo>
                    <a:pt x="135" y="87"/>
                  </a:lnTo>
                  <a:lnTo>
                    <a:pt x="151" y="63"/>
                  </a:lnTo>
                  <a:lnTo>
                    <a:pt x="167" y="47"/>
                  </a:lnTo>
                  <a:lnTo>
                    <a:pt x="175" y="39"/>
                  </a:lnTo>
                  <a:lnTo>
                    <a:pt x="175" y="31"/>
                  </a:lnTo>
                  <a:lnTo>
                    <a:pt x="183" y="24"/>
                  </a:lnTo>
                  <a:lnTo>
                    <a:pt x="183" y="8"/>
                  </a:lnTo>
                  <a:lnTo>
                    <a:pt x="183" y="0"/>
                  </a:lnTo>
                  <a:lnTo>
                    <a:pt x="190" y="8"/>
                  </a:lnTo>
                  <a:lnTo>
                    <a:pt x="206" y="16"/>
                  </a:lnTo>
                  <a:lnTo>
                    <a:pt x="214" y="24"/>
                  </a:lnTo>
                  <a:lnTo>
                    <a:pt x="214" y="31"/>
                  </a:lnTo>
                  <a:lnTo>
                    <a:pt x="206" y="47"/>
                  </a:lnTo>
                  <a:lnTo>
                    <a:pt x="190" y="63"/>
                  </a:lnTo>
                  <a:lnTo>
                    <a:pt x="167" y="87"/>
                  </a:lnTo>
                  <a:lnTo>
                    <a:pt x="143" y="111"/>
                  </a:lnTo>
                  <a:lnTo>
                    <a:pt x="127" y="127"/>
                  </a:lnTo>
                  <a:lnTo>
                    <a:pt x="103" y="151"/>
                  </a:lnTo>
                  <a:lnTo>
                    <a:pt x="87" y="167"/>
                  </a:lnTo>
                  <a:lnTo>
                    <a:pt x="63" y="182"/>
                  </a:lnTo>
                  <a:lnTo>
                    <a:pt x="55" y="190"/>
                  </a:lnTo>
                  <a:lnTo>
                    <a:pt x="47" y="198"/>
                  </a:lnTo>
                  <a:lnTo>
                    <a:pt x="55" y="198"/>
                  </a:lnTo>
                  <a:lnTo>
                    <a:pt x="63" y="198"/>
                  </a:lnTo>
                  <a:lnTo>
                    <a:pt x="71" y="198"/>
                  </a:lnTo>
                  <a:lnTo>
                    <a:pt x="79" y="198"/>
                  </a:lnTo>
                  <a:lnTo>
                    <a:pt x="95" y="198"/>
                  </a:lnTo>
                  <a:lnTo>
                    <a:pt x="111" y="198"/>
                  </a:lnTo>
                  <a:lnTo>
                    <a:pt x="135" y="190"/>
                  </a:lnTo>
                  <a:lnTo>
                    <a:pt x="151" y="190"/>
                  </a:lnTo>
                  <a:lnTo>
                    <a:pt x="175" y="190"/>
                  </a:lnTo>
                  <a:lnTo>
                    <a:pt x="190" y="182"/>
                  </a:lnTo>
                  <a:lnTo>
                    <a:pt x="198" y="182"/>
                  </a:lnTo>
                  <a:lnTo>
                    <a:pt x="214" y="182"/>
                  </a:lnTo>
                  <a:lnTo>
                    <a:pt x="222" y="182"/>
                  </a:lnTo>
                  <a:lnTo>
                    <a:pt x="230" y="182"/>
                  </a:lnTo>
                  <a:lnTo>
                    <a:pt x="230" y="198"/>
                  </a:lnTo>
                  <a:lnTo>
                    <a:pt x="206" y="198"/>
                  </a:lnTo>
                  <a:lnTo>
                    <a:pt x="183" y="198"/>
                  </a:lnTo>
                  <a:lnTo>
                    <a:pt x="167" y="206"/>
                  </a:lnTo>
                  <a:lnTo>
                    <a:pt x="151" y="206"/>
                  </a:lnTo>
                  <a:lnTo>
                    <a:pt x="127" y="214"/>
                  </a:lnTo>
                  <a:lnTo>
                    <a:pt x="103" y="214"/>
                  </a:lnTo>
                  <a:lnTo>
                    <a:pt x="79" y="222"/>
                  </a:lnTo>
                  <a:lnTo>
                    <a:pt x="55" y="222"/>
                  </a:lnTo>
                  <a:lnTo>
                    <a:pt x="40" y="230"/>
                  </a:lnTo>
                  <a:lnTo>
                    <a:pt x="32" y="230"/>
                  </a:lnTo>
                  <a:lnTo>
                    <a:pt x="16" y="238"/>
                  </a:lnTo>
                  <a:lnTo>
                    <a:pt x="8" y="23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16" name="Freeform 49"/>
            <p:cNvSpPr/>
            <p:nvPr/>
          </p:nvSpPr>
          <p:spPr>
            <a:xfrm>
              <a:off x="6348025" y="3260725"/>
              <a:ext cx="138113" cy="163513"/>
            </a:xfrm>
            <a:custGeom>
              <a:avLst/>
              <a:gdLst>
                <a:gd name="txL" fmla="*/ 0 w 87"/>
                <a:gd name="txT" fmla="*/ 0 h 103"/>
                <a:gd name="txR" fmla="*/ 87 w 87"/>
                <a:gd name="txB" fmla="*/ 103 h 103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87" h="103">
                  <a:moveTo>
                    <a:pt x="39" y="16"/>
                  </a:moveTo>
                  <a:lnTo>
                    <a:pt x="47" y="32"/>
                  </a:lnTo>
                  <a:lnTo>
                    <a:pt x="63" y="39"/>
                  </a:lnTo>
                  <a:lnTo>
                    <a:pt x="71" y="47"/>
                  </a:lnTo>
                  <a:lnTo>
                    <a:pt x="79" y="55"/>
                  </a:lnTo>
                  <a:lnTo>
                    <a:pt x="87" y="71"/>
                  </a:lnTo>
                  <a:lnTo>
                    <a:pt x="87" y="87"/>
                  </a:lnTo>
                  <a:lnTo>
                    <a:pt x="87" y="95"/>
                  </a:lnTo>
                  <a:lnTo>
                    <a:pt x="79" y="103"/>
                  </a:lnTo>
                  <a:lnTo>
                    <a:pt x="71" y="103"/>
                  </a:lnTo>
                  <a:lnTo>
                    <a:pt x="71" y="95"/>
                  </a:lnTo>
                  <a:lnTo>
                    <a:pt x="63" y="87"/>
                  </a:lnTo>
                  <a:lnTo>
                    <a:pt x="55" y="79"/>
                  </a:lnTo>
                  <a:lnTo>
                    <a:pt x="39" y="63"/>
                  </a:lnTo>
                  <a:lnTo>
                    <a:pt x="31" y="47"/>
                  </a:lnTo>
                  <a:lnTo>
                    <a:pt x="16" y="32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0" y="0"/>
                  </a:lnTo>
                  <a:lnTo>
                    <a:pt x="8" y="0"/>
                  </a:lnTo>
                  <a:lnTo>
                    <a:pt x="23" y="8"/>
                  </a:lnTo>
                  <a:lnTo>
                    <a:pt x="39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97" name="组合 67"/>
          <p:cNvGrpSpPr>
            <a:grpSpLocks noChangeAspect="1"/>
          </p:cNvGrpSpPr>
          <p:nvPr/>
        </p:nvGrpSpPr>
        <p:grpSpPr>
          <a:xfrm>
            <a:off x="7764463" y="5167313"/>
            <a:ext cx="350837" cy="360362"/>
            <a:chOff x="6146208" y="3417152"/>
            <a:chExt cx="444500" cy="457200"/>
          </a:xfrm>
        </p:grpSpPr>
        <p:sp>
          <p:nvSpPr>
            <p:cNvPr id="66609" name="Freeform 56"/>
            <p:cNvSpPr/>
            <p:nvPr/>
          </p:nvSpPr>
          <p:spPr>
            <a:xfrm>
              <a:off x="6222408" y="3417152"/>
              <a:ext cx="88900" cy="431800"/>
            </a:xfrm>
            <a:custGeom>
              <a:avLst/>
              <a:gdLst>
                <a:gd name="txL" fmla="*/ 0 w 56"/>
                <a:gd name="txT" fmla="*/ 0 h 272"/>
                <a:gd name="txR" fmla="*/ 56 w 56"/>
                <a:gd name="txB" fmla="*/ 272 h 272"/>
              </a:gdLst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56" h="272">
                  <a:moveTo>
                    <a:pt x="24" y="8"/>
                  </a:move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56" y="16"/>
                  </a:lnTo>
                  <a:lnTo>
                    <a:pt x="56" y="24"/>
                  </a:lnTo>
                  <a:lnTo>
                    <a:pt x="56" y="32"/>
                  </a:lnTo>
                  <a:lnTo>
                    <a:pt x="56" y="48"/>
                  </a:lnTo>
                  <a:lnTo>
                    <a:pt x="56" y="64"/>
                  </a:lnTo>
                  <a:lnTo>
                    <a:pt x="48" y="80"/>
                  </a:lnTo>
                  <a:lnTo>
                    <a:pt x="48" y="104"/>
                  </a:lnTo>
                  <a:lnTo>
                    <a:pt x="48" y="128"/>
                  </a:lnTo>
                  <a:lnTo>
                    <a:pt x="48" y="152"/>
                  </a:lnTo>
                  <a:lnTo>
                    <a:pt x="48" y="184"/>
                  </a:lnTo>
                  <a:lnTo>
                    <a:pt x="56" y="208"/>
                  </a:lnTo>
                  <a:lnTo>
                    <a:pt x="48" y="232"/>
                  </a:lnTo>
                  <a:lnTo>
                    <a:pt x="48" y="248"/>
                  </a:lnTo>
                  <a:lnTo>
                    <a:pt x="48" y="264"/>
                  </a:lnTo>
                  <a:lnTo>
                    <a:pt x="40" y="272"/>
                  </a:lnTo>
                  <a:lnTo>
                    <a:pt x="32" y="272"/>
                  </a:lnTo>
                  <a:lnTo>
                    <a:pt x="24" y="264"/>
                  </a:lnTo>
                  <a:lnTo>
                    <a:pt x="24" y="256"/>
                  </a:lnTo>
                  <a:lnTo>
                    <a:pt x="16" y="248"/>
                  </a:lnTo>
                  <a:lnTo>
                    <a:pt x="0" y="240"/>
                  </a:lnTo>
                  <a:lnTo>
                    <a:pt x="8" y="240"/>
                  </a:lnTo>
                  <a:lnTo>
                    <a:pt x="16" y="240"/>
                  </a:lnTo>
                  <a:lnTo>
                    <a:pt x="24" y="240"/>
                  </a:lnTo>
                  <a:lnTo>
                    <a:pt x="32" y="240"/>
                  </a:lnTo>
                  <a:lnTo>
                    <a:pt x="32" y="232"/>
                  </a:lnTo>
                  <a:lnTo>
                    <a:pt x="40" y="224"/>
                  </a:lnTo>
                  <a:lnTo>
                    <a:pt x="40" y="208"/>
                  </a:lnTo>
                  <a:lnTo>
                    <a:pt x="40" y="184"/>
                  </a:lnTo>
                  <a:lnTo>
                    <a:pt x="40" y="136"/>
                  </a:lnTo>
                  <a:lnTo>
                    <a:pt x="40" y="96"/>
                  </a:lnTo>
                  <a:lnTo>
                    <a:pt x="40" y="72"/>
                  </a:lnTo>
                  <a:lnTo>
                    <a:pt x="40" y="56"/>
                  </a:lnTo>
                  <a:lnTo>
                    <a:pt x="40" y="48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24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10" name="Freeform 57"/>
            <p:cNvSpPr/>
            <p:nvPr/>
          </p:nvSpPr>
          <p:spPr>
            <a:xfrm>
              <a:off x="6362108" y="3531452"/>
              <a:ext cx="228600" cy="50800"/>
            </a:xfrm>
            <a:custGeom>
              <a:avLst/>
              <a:gdLst>
                <a:gd name="txL" fmla="*/ 0 w 144"/>
                <a:gd name="txT" fmla="*/ 0 h 32"/>
                <a:gd name="txR" fmla="*/ 144 w 144"/>
                <a:gd name="txB" fmla="*/ 32 h 32"/>
              </a:gdLst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txL" t="txT" r="txR" b="txB"/>
              <a:pathLst>
                <a:path w="144" h="32">
                  <a:moveTo>
                    <a:pt x="120" y="0"/>
                  </a:moveTo>
                  <a:lnTo>
                    <a:pt x="128" y="0"/>
                  </a:lnTo>
                  <a:lnTo>
                    <a:pt x="136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36" y="16"/>
                  </a:lnTo>
                  <a:lnTo>
                    <a:pt x="128" y="16"/>
                  </a:lnTo>
                  <a:lnTo>
                    <a:pt x="120" y="24"/>
                  </a:lnTo>
                  <a:lnTo>
                    <a:pt x="104" y="24"/>
                  </a:lnTo>
                  <a:lnTo>
                    <a:pt x="72" y="24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32" y="16"/>
                  </a:lnTo>
                  <a:lnTo>
                    <a:pt x="56" y="16"/>
                  </a:lnTo>
                  <a:lnTo>
                    <a:pt x="80" y="8"/>
                  </a:lnTo>
                  <a:lnTo>
                    <a:pt x="104" y="8"/>
                  </a:lnTo>
                  <a:lnTo>
                    <a:pt x="112" y="0"/>
                  </a:lnTo>
                  <a:lnTo>
                    <a:pt x="120" y="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11" name="Freeform 58"/>
            <p:cNvSpPr/>
            <p:nvPr/>
          </p:nvSpPr>
          <p:spPr>
            <a:xfrm>
              <a:off x="6412908" y="3569552"/>
              <a:ext cx="88900" cy="304800"/>
            </a:xfrm>
            <a:custGeom>
              <a:avLst/>
              <a:gdLst>
                <a:gd name="txL" fmla="*/ 0 w 56"/>
                <a:gd name="txT" fmla="*/ 0 h 192"/>
                <a:gd name="txR" fmla="*/ 56 w 56"/>
                <a:gd name="txB" fmla="*/ 192 h 192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56" h="192">
                  <a:moveTo>
                    <a:pt x="56" y="144"/>
                  </a:moveTo>
                  <a:lnTo>
                    <a:pt x="48" y="152"/>
                  </a:lnTo>
                  <a:lnTo>
                    <a:pt x="48" y="168"/>
                  </a:lnTo>
                  <a:lnTo>
                    <a:pt x="48" y="176"/>
                  </a:lnTo>
                  <a:lnTo>
                    <a:pt x="40" y="184"/>
                  </a:lnTo>
                  <a:lnTo>
                    <a:pt x="40" y="192"/>
                  </a:lnTo>
                  <a:lnTo>
                    <a:pt x="32" y="192"/>
                  </a:lnTo>
                  <a:lnTo>
                    <a:pt x="24" y="184"/>
                  </a:lnTo>
                  <a:lnTo>
                    <a:pt x="24" y="176"/>
                  </a:lnTo>
                  <a:lnTo>
                    <a:pt x="8" y="168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8" y="152"/>
                  </a:lnTo>
                  <a:lnTo>
                    <a:pt x="16" y="152"/>
                  </a:lnTo>
                  <a:lnTo>
                    <a:pt x="24" y="152"/>
                  </a:lnTo>
                  <a:lnTo>
                    <a:pt x="32" y="152"/>
                  </a:lnTo>
                  <a:lnTo>
                    <a:pt x="32" y="144"/>
                  </a:lnTo>
                  <a:lnTo>
                    <a:pt x="32" y="128"/>
                  </a:lnTo>
                  <a:lnTo>
                    <a:pt x="40" y="112"/>
                  </a:lnTo>
                  <a:lnTo>
                    <a:pt x="40" y="96"/>
                  </a:lnTo>
                  <a:lnTo>
                    <a:pt x="40" y="80"/>
                  </a:lnTo>
                  <a:lnTo>
                    <a:pt x="40" y="64"/>
                  </a:lnTo>
                  <a:lnTo>
                    <a:pt x="40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16"/>
                  </a:lnTo>
                  <a:lnTo>
                    <a:pt x="56" y="24"/>
                  </a:lnTo>
                  <a:lnTo>
                    <a:pt x="56" y="32"/>
                  </a:lnTo>
                  <a:lnTo>
                    <a:pt x="56" y="40"/>
                  </a:lnTo>
                  <a:lnTo>
                    <a:pt x="56" y="48"/>
                  </a:lnTo>
                  <a:lnTo>
                    <a:pt x="56" y="56"/>
                  </a:lnTo>
                  <a:lnTo>
                    <a:pt x="48" y="80"/>
                  </a:lnTo>
                  <a:lnTo>
                    <a:pt x="56" y="104"/>
                  </a:lnTo>
                  <a:lnTo>
                    <a:pt x="56" y="120"/>
                  </a:lnTo>
                  <a:lnTo>
                    <a:pt x="56" y="14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12" name="Freeform 59"/>
            <p:cNvSpPr/>
            <p:nvPr/>
          </p:nvSpPr>
          <p:spPr>
            <a:xfrm>
              <a:off x="6184308" y="3544152"/>
              <a:ext cx="177800" cy="63500"/>
            </a:xfrm>
            <a:custGeom>
              <a:avLst/>
              <a:gdLst>
                <a:gd name="txL" fmla="*/ 0 w 112"/>
                <a:gd name="txT" fmla="*/ 0 h 40"/>
                <a:gd name="txR" fmla="*/ 112 w 112"/>
                <a:gd name="txB" fmla="*/ 40 h 40"/>
              </a:gdLst>
              <a:ahLst/>
              <a:cxnLst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12" h="40">
                  <a:moveTo>
                    <a:pt x="8" y="32"/>
                  </a:moveTo>
                  <a:lnTo>
                    <a:pt x="0" y="32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96" y="0"/>
                  </a:lnTo>
                  <a:lnTo>
                    <a:pt x="104" y="8"/>
                  </a:lnTo>
                  <a:lnTo>
                    <a:pt x="112" y="16"/>
                  </a:lnTo>
                  <a:lnTo>
                    <a:pt x="88" y="24"/>
                  </a:lnTo>
                  <a:lnTo>
                    <a:pt x="72" y="24"/>
                  </a:lnTo>
                  <a:lnTo>
                    <a:pt x="56" y="32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24" y="40"/>
                  </a:lnTo>
                  <a:lnTo>
                    <a:pt x="16" y="40"/>
                  </a:lnTo>
                  <a:lnTo>
                    <a:pt x="8" y="32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13" name="Freeform 60"/>
            <p:cNvSpPr/>
            <p:nvPr/>
          </p:nvSpPr>
          <p:spPr>
            <a:xfrm>
              <a:off x="6146208" y="3633052"/>
              <a:ext cx="203200" cy="127000"/>
            </a:xfrm>
            <a:custGeom>
              <a:avLst/>
              <a:gdLst>
                <a:gd name="txL" fmla="*/ 0 w 128"/>
                <a:gd name="txT" fmla="*/ 0 h 80"/>
                <a:gd name="txR" fmla="*/ 128 w 128"/>
                <a:gd name="txB" fmla="*/ 80 h 8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8" h="80">
                  <a:moveTo>
                    <a:pt x="40" y="48"/>
                  </a:moveTo>
                  <a:lnTo>
                    <a:pt x="48" y="40"/>
                  </a:lnTo>
                  <a:lnTo>
                    <a:pt x="64" y="32"/>
                  </a:lnTo>
                  <a:lnTo>
                    <a:pt x="96" y="16"/>
                  </a:lnTo>
                  <a:lnTo>
                    <a:pt x="104" y="8"/>
                  </a:lnTo>
                  <a:lnTo>
                    <a:pt x="120" y="8"/>
                  </a:lnTo>
                  <a:lnTo>
                    <a:pt x="128" y="0"/>
                  </a:lnTo>
                  <a:lnTo>
                    <a:pt x="120" y="8"/>
                  </a:lnTo>
                  <a:lnTo>
                    <a:pt x="112" y="16"/>
                  </a:lnTo>
                  <a:lnTo>
                    <a:pt x="88" y="40"/>
                  </a:lnTo>
                  <a:lnTo>
                    <a:pt x="64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24" y="80"/>
                  </a:lnTo>
                  <a:lnTo>
                    <a:pt x="16" y="80"/>
                  </a:lnTo>
                  <a:lnTo>
                    <a:pt x="8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0" y="56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0" y="4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98" name="组合 83"/>
          <p:cNvGrpSpPr>
            <a:grpSpLocks noChangeAspect="1"/>
          </p:cNvGrpSpPr>
          <p:nvPr/>
        </p:nvGrpSpPr>
        <p:grpSpPr>
          <a:xfrm>
            <a:off x="7740650" y="4024313"/>
            <a:ext cx="350838" cy="358775"/>
            <a:chOff x="4563208" y="3323289"/>
            <a:chExt cx="444500" cy="457200"/>
          </a:xfrm>
        </p:grpSpPr>
        <p:sp>
          <p:nvSpPr>
            <p:cNvPr id="66599" name="Freeform 67"/>
            <p:cNvSpPr/>
            <p:nvPr/>
          </p:nvSpPr>
          <p:spPr>
            <a:xfrm>
              <a:off x="4563208" y="3361389"/>
              <a:ext cx="139700" cy="254000"/>
            </a:xfrm>
            <a:custGeom>
              <a:avLst/>
              <a:gdLst>
                <a:gd name="txL" fmla="*/ 0 w 88"/>
                <a:gd name="txT" fmla="*/ 0 h 160"/>
                <a:gd name="txR" fmla="*/ 88 w 88"/>
                <a:gd name="txB" fmla="*/ 160 h 16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88" h="160">
                  <a:moveTo>
                    <a:pt x="64" y="32"/>
                  </a:moveTo>
                  <a:lnTo>
                    <a:pt x="64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88" y="8"/>
                  </a:lnTo>
                  <a:lnTo>
                    <a:pt x="88" y="16"/>
                  </a:lnTo>
                  <a:lnTo>
                    <a:pt x="80" y="24"/>
                  </a:lnTo>
                  <a:lnTo>
                    <a:pt x="80" y="40"/>
                  </a:lnTo>
                  <a:lnTo>
                    <a:pt x="72" y="56"/>
                  </a:lnTo>
                  <a:lnTo>
                    <a:pt x="64" y="72"/>
                  </a:lnTo>
                  <a:lnTo>
                    <a:pt x="56" y="88"/>
                  </a:lnTo>
                  <a:lnTo>
                    <a:pt x="48" y="104"/>
                  </a:lnTo>
                  <a:lnTo>
                    <a:pt x="40" y="112"/>
                  </a:lnTo>
                  <a:lnTo>
                    <a:pt x="24" y="136"/>
                  </a:lnTo>
                  <a:lnTo>
                    <a:pt x="16" y="152"/>
                  </a:lnTo>
                  <a:lnTo>
                    <a:pt x="8" y="152"/>
                  </a:lnTo>
                  <a:lnTo>
                    <a:pt x="0" y="160"/>
                  </a:lnTo>
                  <a:lnTo>
                    <a:pt x="0" y="152"/>
                  </a:lnTo>
                  <a:lnTo>
                    <a:pt x="8" y="144"/>
                  </a:lnTo>
                  <a:lnTo>
                    <a:pt x="16" y="136"/>
                  </a:lnTo>
                  <a:lnTo>
                    <a:pt x="32" y="104"/>
                  </a:lnTo>
                  <a:lnTo>
                    <a:pt x="48" y="80"/>
                  </a:lnTo>
                  <a:lnTo>
                    <a:pt x="56" y="48"/>
                  </a:lnTo>
                  <a:lnTo>
                    <a:pt x="64" y="32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0" name="Freeform 68"/>
            <p:cNvSpPr/>
            <p:nvPr/>
          </p:nvSpPr>
          <p:spPr>
            <a:xfrm>
              <a:off x="4652108" y="3450289"/>
              <a:ext cx="101600" cy="38100"/>
            </a:xfrm>
            <a:custGeom>
              <a:avLst/>
              <a:gdLst>
                <a:gd name="txL" fmla="*/ 0 w 64"/>
                <a:gd name="txT" fmla="*/ 0 h 24"/>
                <a:gd name="txR" fmla="*/ 64 w 64"/>
                <a:gd name="txB" fmla="*/ 24 h 24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64" h="24">
                  <a:moveTo>
                    <a:pt x="0" y="8"/>
                  </a:moveTo>
                  <a:lnTo>
                    <a:pt x="16" y="8"/>
                  </a:lnTo>
                  <a:lnTo>
                    <a:pt x="32" y="0"/>
                  </a:lnTo>
                  <a:lnTo>
                    <a:pt x="40" y="0"/>
                  </a:lnTo>
                  <a:lnTo>
                    <a:pt x="48" y="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0" y="16"/>
                  </a:lnTo>
                  <a:lnTo>
                    <a:pt x="24" y="24"/>
                  </a:lnTo>
                  <a:lnTo>
                    <a:pt x="0" y="24"/>
                  </a:lnTo>
                  <a:lnTo>
                    <a:pt x="0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1" name="Freeform 69"/>
            <p:cNvSpPr/>
            <p:nvPr/>
          </p:nvSpPr>
          <p:spPr>
            <a:xfrm>
              <a:off x="4868008" y="3361389"/>
              <a:ext cx="50800" cy="38100"/>
            </a:xfrm>
            <a:custGeom>
              <a:avLst/>
              <a:gdLst>
                <a:gd name="txL" fmla="*/ 0 w 32"/>
                <a:gd name="txT" fmla="*/ 0 h 24"/>
                <a:gd name="txR" fmla="*/ 32 w 32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32" h="24">
                  <a:moveTo>
                    <a:pt x="32" y="16"/>
                  </a:moveTo>
                  <a:lnTo>
                    <a:pt x="32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0"/>
                  </a:lnTo>
                  <a:lnTo>
                    <a:pt x="8" y="0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32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2" name="Freeform 70"/>
            <p:cNvSpPr/>
            <p:nvPr/>
          </p:nvSpPr>
          <p:spPr>
            <a:xfrm>
              <a:off x="4766408" y="3437589"/>
              <a:ext cx="152400" cy="63500"/>
            </a:xfrm>
            <a:custGeom>
              <a:avLst/>
              <a:gdLst>
                <a:gd name="txL" fmla="*/ 0 w 96"/>
                <a:gd name="txT" fmla="*/ 0 h 40"/>
                <a:gd name="txR" fmla="*/ 96 w 96"/>
                <a:gd name="txB" fmla="*/ 40 h 4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96" h="40">
                  <a:moveTo>
                    <a:pt x="96" y="8"/>
                  </a:moveTo>
                  <a:lnTo>
                    <a:pt x="88" y="8"/>
                  </a:lnTo>
                  <a:lnTo>
                    <a:pt x="72" y="16"/>
                  </a:lnTo>
                  <a:lnTo>
                    <a:pt x="56" y="24"/>
                  </a:lnTo>
                  <a:lnTo>
                    <a:pt x="40" y="32"/>
                  </a:lnTo>
                  <a:lnTo>
                    <a:pt x="24" y="40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0" y="40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16"/>
                  </a:lnTo>
                  <a:lnTo>
                    <a:pt x="56" y="8"/>
                  </a:lnTo>
                  <a:lnTo>
                    <a:pt x="64" y="8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88" y="0"/>
                  </a:lnTo>
                  <a:lnTo>
                    <a:pt x="96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3" name="Freeform 71"/>
            <p:cNvSpPr/>
            <p:nvPr/>
          </p:nvSpPr>
          <p:spPr>
            <a:xfrm>
              <a:off x="4753708" y="3551889"/>
              <a:ext cx="190500" cy="152400"/>
            </a:xfrm>
            <a:custGeom>
              <a:avLst/>
              <a:gdLst>
                <a:gd name="txL" fmla="*/ 0 w 120"/>
                <a:gd name="txT" fmla="*/ 0 h 96"/>
                <a:gd name="txR" fmla="*/ 120 w 120"/>
                <a:gd name="txB" fmla="*/ 96 h 9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0" h="96">
                  <a:moveTo>
                    <a:pt x="96" y="40"/>
                  </a:moveTo>
                  <a:lnTo>
                    <a:pt x="80" y="56"/>
                  </a:lnTo>
                  <a:lnTo>
                    <a:pt x="56" y="72"/>
                  </a:lnTo>
                  <a:lnTo>
                    <a:pt x="40" y="88"/>
                  </a:lnTo>
                  <a:lnTo>
                    <a:pt x="16" y="96"/>
                  </a:lnTo>
                  <a:lnTo>
                    <a:pt x="8" y="96"/>
                  </a:lnTo>
                  <a:lnTo>
                    <a:pt x="0" y="96"/>
                  </a:lnTo>
                  <a:lnTo>
                    <a:pt x="8" y="96"/>
                  </a:lnTo>
                  <a:lnTo>
                    <a:pt x="8" y="88"/>
                  </a:lnTo>
                  <a:lnTo>
                    <a:pt x="16" y="88"/>
                  </a:lnTo>
                  <a:lnTo>
                    <a:pt x="32" y="72"/>
                  </a:lnTo>
                  <a:lnTo>
                    <a:pt x="56" y="64"/>
                  </a:lnTo>
                  <a:lnTo>
                    <a:pt x="72" y="48"/>
                  </a:lnTo>
                  <a:lnTo>
                    <a:pt x="88" y="24"/>
                  </a:lnTo>
                  <a:lnTo>
                    <a:pt x="96" y="16"/>
                  </a:lnTo>
                  <a:lnTo>
                    <a:pt x="96" y="8"/>
                  </a:lnTo>
                  <a:lnTo>
                    <a:pt x="104" y="8"/>
                  </a:lnTo>
                  <a:lnTo>
                    <a:pt x="104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120" y="16"/>
                  </a:lnTo>
                  <a:lnTo>
                    <a:pt x="112" y="24"/>
                  </a:lnTo>
                  <a:lnTo>
                    <a:pt x="104" y="32"/>
                  </a:lnTo>
                  <a:lnTo>
                    <a:pt x="96" y="4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4" name="Freeform 72"/>
            <p:cNvSpPr/>
            <p:nvPr/>
          </p:nvSpPr>
          <p:spPr>
            <a:xfrm>
              <a:off x="4626708" y="3526489"/>
              <a:ext cx="114300" cy="38100"/>
            </a:xfrm>
            <a:custGeom>
              <a:avLst/>
              <a:gdLst>
                <a:gd name="txL" fmla="*/ 0 w 72"/>
                <a:gd name="txT" fmla="*/ 0 h 24"/>
                <a:gd name="txR" fmla="*/ 72 w 72"/>
                <a:gd name="txB" fmla="*/ 24 h 24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72" h="24">
                  <a:moveTo>
                    <a:pt x="0" y="16"/>
                  </a:moveTo>
                  <a:lnTo>
                    <a:pt x="24" y="8"/>
                  </a:lnTo>
                  <a:lnTo>
                    <a:pt x="48" y="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72" y="8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0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5" name="Freeform 73"/>
            <p:cNvSpPr/>
            <p:nvPr/>
          </p:nvSpPr>
          <p:spPr>
            <a:xfrm>
              <a:off x="4652108" y="3539189"/>
              <a:ext cx="101600" cy="228600"/>
            </a:xfrm>
            <a:custGeom>
              <a:avLst/>
              <a:gdLst>
                <a:gd name="txL" fmla="*/ 0 w 64"/>
                <a:gd name="txT" fmla="*/ 0 h 144"/>
                <a:gd name="txR" fmla="*/ 64 w 64"/>
                <a:gd name="txB" fmla="*/ 144 h 14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4" h="144">
                  <a:moveTo>
                    <a:pt x="8" y="144"/>
                  </a:moveTo>
                  <a:lnTo>
                    <a:pt x="8" y="144"/>
                  </a:lnTo>
                  <a:lnTo>
                    <a:pt x="0" y="136"/>
                  </a:lnTo>
                  <a:lnTo>
                    <a:pt x="0" y="128"/>
                  </a:lnTo>
                  <a:lnTo>
                    <a:pt x="0" y="120"/>
                  </a:lnTo>
                  <a:lnTo>
                    <a:pt x="8" y="112"/>
                  </a:lnTo>
                  <a:lnTo>
                    <a:pt x="8" y="104"/>
                  </a:lnTo>
                  <a:lnTo>
                    <a:pt x="8" y="96"/>
                  </a:lnTo>
                  <a:lnTo>
                    <a:pt x="8" y="88"/>
                  </a:lnTo>
                  <a:lnTo>
                    <a:pt x="16" y="72"/>
                  </a:lnTo>
                  <a:lnTo>
                    <a:pt x="16" y="4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32" y="16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32" y="48"/>
                  </a:lnTo>
                  <a:lnTo>
                    <a:pt x="24" y="72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24" y="96"/>
                  </a:lnTo>
                  <a:lnTo>
                    <a:pt x="32" y="96"/>
                  </a:lnTo>
                  <a:lnTo>
                    <a:pt x="40" y="96"/>
                  </a:lnTo>
                  <a:lnTo>
                    <a:pt x="48" y="88"/>
                  </a:lnTo>
                  <a:lnTo>
                    <a:pt x="56" y="80"/>
                  </a:lnTo>
                  <a:lnTo>
                    <a:pt x="64" y="80"/>
                  </a:lnTo>
                  <a:lnTo>
                    <a:pt x="64" y="88"/>
                  </a:lnTo>
                  <a:lnTo>
                    <a:pt x="56" y="96"/>
                  </a:lnTo>
                  <a:lnTo>
                    <a:pt x="40" y="112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16" y="128"/>
                  </a:lnTo>
                  <a:lnTo>
                    <a:pt x="16" y="136"/>
                  </a:lnTo>
                  <a:lnTo>
                    <a:pt x="16" y="144"/>
                  </a:lnTo>
                  <a:lnTo>
                    <a:pt x="8" y="14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6" name="Freeform 74"/>
            <p:cNvSpPr/>
            <p:nvPr/>
          </p:nvSpPr>
          <p:spPr>
            <a:xfrm>
              <a:off x="4601308" y="3589989"/>
              <a:ext cx="152400" cy="50800"/>
            </a:xfrm>
            <a:custGeom>
              <a:avLst/>
              <a:gdLst>
                <a:gd name="txL" fmla="*/ 0 w 96"/>
                <a:gd name="txT" fmla="*/ 0 h 32"/>
                <a:gd name="txR" fmla="*/ 96 w 96"/>
                <a:gd name="txB" fmla="*/ 32 h 32"/>
              </a:gdLst>
              <a:ahLst/>
              <a:cxnLst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txL" t="txT" r="txR" b="txB"/>
              <a:pathLst>
                <a:path w="96" h="32">
                  <a:moveTo>
                    <a:pt x="88" y="0"/>
                  </a:moveTo>
                  <a:lnTo>
                    <a:pt x="96" y="8"/>
                  </a:lnTo>
                  <a:lnTo>
                    <a:pt x="88" y="16"/>
                  </a:lnTo>
                  <a:lnTo>
                    <a:pt x="80" y="16"/>
                  </a:lnTo>
                  <a:lnTo>
                    <a:pt x="72" y="24"/>
                  </a:lnTo>
                  <a:lnTo>
                    <a:pt x="56" y="24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24" y="16"/>
                  </a:lnTo>
                  <a:lnTo>
                    <a:pt x="40" y="16"/>
                  </a:lnTo>
                  <a:lnTo>
                    <a:pt x="56" y="8"/>
                  </a:lnTo>
                  <a:lnTo>
                    <a:pt x="64" y="8"/>
                  </a:lnTo>
                  <a:lnTo>
                    <a:pt x="72" y="8"/>
                  </a:lnTo>
                  <a:lnTo>
                    <a:pt x="80" y="0"/>
                  </a:lnTo>
                  <a:lnTo>
                    <a:pt x="88" y="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7" name="Freeform 75"/>
            <p:cNvSpPr/>
            <p:nvPr/>
          </p:nvSpPr>
          <p:spPr>
            <a:xfrm>
              <a:off x="4779108" y="3323289"/>
              <a:ext cx="228600" cy="457200"/>
            </a:xfrm>
            <a:custGeom>
              <a:avLst/>
              <a:gdLst>
                <a:gd name="txL" fmla="*/ 0 w 144"/>
                <a:gd name="txT" fmla="*/ 0 h 288"/>
                <a:gd name="txR" fmla="*/ 144 w 144"/>
                <a:gd name="txB" fmla="*/ 288 h 28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44" h="288">
                  <a:moveTo>
                    <a:pt x="144" y="272"/>
                  </a:moveTo>
                  <a:lnTo>
                    <a:pt x="144" y="280"/>
                  </a:lnTo>
                  <a:lnTo>
                    <a:pt x="144" y="288"/>
                  </a:lnTo>
                  <a:lnTo>
                    <a:pt x="136" y="288"/>
                  </a:lnTo>
                  <a:lnTo>
                    <a:pt x="120" y="280"/>
                  </a:lnTo>
                  <a:lnTo>
                    <a:pt x="104" y="272"/>
                  </a:lnTo>
                  <a:lnTo>
                    <a:pt x="96" y="264"/>
                  </a:lnTo>
                  <a:lnTo>
                    <a:pt x="80" y="240"/>
                  </a:lnTo>
                  <a:lnTo>
                    <a:pt x="64" y="224"/>
                  </a:lnTo>
                  <a:lnTo>
                    <a:pt x="48" y="200"/>
                  </a:lnTo>
                  <a:lnTo>
                    <a:pt x="40" y="168"/>
                  </a:lnTo>
                  <a:lnTo>
                    <a:pt x="32" y="136"/>
                  </a:lnTo>
                  <a:lnTo>
                    <a:pt x="24" y="104"/>
                  </a:lnTo>
                  <a:lnTo>
                    <a:pt x="16" y="72"/>
                  </a:lnTo>
                  <a:lnTo>
                    <a:pt x="16" y="48"/>
                  </a:lnTo>
                  <a:lnTo>
                    <a:pt x="16" y="32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8" y="0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32" y="16"/>
                  </a:lnTo>
                  <a:lnTo>
                    <a:pt x="32" y="24"/>
                  </a:lnTo>
                  <a:lnTo>
                    <a:pt x="32" y="40"/>
                  </a:lnTo>
                  <a:lnTo>
                    <a:pt x="32" y="56"/>
                  </a:lnTo>
                  <a:lnTo>
                    <a:pt x="32" y="80"/>
                  </a:lnTo>
                  <a:lnTo>
                    <a:pt x="40" y="96"/>
                  </a:lnTo>
                  <a:lnTo>
                    <a:pt x="40" y="112"/>
                  </a:lnTo>
                  <a:lnTo>
                    <a:pt x="40" y="120"/>
                  </a:lnTo>
                  <a:lnTo>
                    <a:pt x="48" y="136"/>
                  </a:lnTo>
                  <a:lnTo>
                    <a:pt x="48" y="152"/>
                  </a:lnTo>
                  <a:lnTo>
                    <a:pt x="56" y="168"/>
                  </a:lnTo>
                  <a:lnTo>
                    <a:pt x="64" y="184"/>
                  </a:lnTo>
                  <a:lnTo>
                    <a:pt x="72" y="200"/>
                  </a:lnTo>
                  <a:lnTo>
                    <a:pt x="72" y="208"/>
                  </a:lnTo>
                  <a:lnTo>
                    <a:pt x="88" y="232"/>
                  </a:lnTo>
                  <a:lnTo>
                    <a:pt x="104" y="248"/>
                  </a:lnTo>
                  <a:lnTo>
                    <a:pt x="112" y="256"/>
                  </a:lnTo>
                  <a:lnTo>
                    <a:pt x="120" y="256"/>
                  </a:lnTo>
                  <a:lnTo>
                    <a:pt x="128" y="256"/>
                  </a:lnTo>
                  <a:lnTo>
                    <a:pt x="128" y="248"/>
                  </a:lnTo>
                  <a:lnTo>
                    <a:pt x="128" y="240"/>
                  </a:lnTo>
                  <a:lnTo>
                    <a:pt x="128" y="232"/>
                  </a:lnTo>
                  <a:lnTo>
                    <a:pt x="128" y="224"/>
                  </a:lnTo>
                  <a:lnTo>
                    <a:pt x="136" y="216"/>
                  </a:lnTo>
                  <a:lnTo>
                    <a:pt x="136" y="224"/>
                  </a:lnTo>
                  <a:lnTo>
                    <a:pt x="136" y="232"/>
                  </a:lnTo>
                  <a:lnTo>
                    <a:pt x="136" y="240"/>
                  </a:lnTo>
                  <a:lnTo>
                    <a:pt x="136" y="256"/>
                  </a:lnTo>
                  <a:lnTo>
                    <a:pt x="144" y="264"/>
                  </a:lnTo>
                  <a:lnTo>
                    <a:pt x="144" y="272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8" name="Freeform 76"/>
            <p:cNvSpPr/>
            <p:nvPr/>
          </p:nvSpPr>
          <p:spPr>
            <a:xfrm>
              <a:off x="4766408" y="3501089"/>
              <a:ext cx="165100" cy="76200"/>
            </a:xfrm>
            <a:custGeom>
              <a:avLst/>
              <a:gdLst>
                <a:gd name="txL" fmla="*/ 0 w 104"/>
                <a:gd name="txT" fmla="*/ 0 h 48"/>
                <a:gd name="txR" fmla="*/ 104 w 104"/>
                <a:gd name="txB" fmla="*/ 48 h 4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4" h="48">
                  <a:moveTo>
                    <a:pt x="64" y="24"/>
                  </a:moveTo>
                  <a:lnTo>
                    <a:pt x="48" y="40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16" y="48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72" y="8"/>
                  </a:lnTo>
                  <a:lnTo>
                    <a:pt x="80" y="0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04" y="8"/>
                  </a:lnTo>
                  <a:lnTo>
                    <a:pt x="96" y="8"/>
                  </a:lnTo>
                  <a:lnTo>
                    <a:pt x="80" y="16"/>
                  </a:lnTo>
                  <a:lnTo>
                    <a:pt x="64" y="2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313" y="2673350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87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163" y="2673350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758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7589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认识独体字（笔画）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Single-Component Characters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71686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64125" y="2673350"/>
            <a:ext cx="1901825" cy="188436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67600" name="Freeform 16"/>
          <p:cNvSpPr/>
          <p:nvPr/>
        </p:nvSpPr>
        <p:spPr bwMode="auto">
          <a:xfrm>
            <a:off x="1884363" y="3227388"/>
            <a:ext cx="1104900" cy="168275"/>
          </a:xfrm>
          <a:custGeom>
            <a:avLst/>
            <a:gdLst/>
            <a:ahLst/>
            <a:cxnLst>
              <a:cxn ang="0">
                <a:pos x="696" y="37"/>
              </a:cxn>
              <a:cxn ang="0">
                <a:pos x="690" y="42"/>
              </a:cxn>
              <a:cxn ang="0">
                <a:pos x="669" y="42"/>
              </a:cxn>
              <a:cxn ang="0">
                <a:pos x="638" y="42"/>
              </a:cxn>
              <a:cxn ang="0">
                <a:pos x="580" y="48"/>
              </a:cxn>
              <a:cxn ang="0">
                <a:pos x="511" y="53"/>
              </a:cxn>
              <a:cxn ang="0">
                <a:pos x="458" y="64"/>
              </a:cxn>
              <a:cxn ang="0">
                <a:pos x="379" y="74"/>
              </a:cxn>
              <a:cxn ang="0">
                <a:pos x="269" y="85"/>
              </a:cxn>
              <a:cxn ang="0">
                <a:pos x="189" y="95"/>
              </a:cxn>
              <a:cxn ang="0">
                <a:pos x="142" y="101"/>
              </a:cxn>
              <a:cxn ang="0">
                <a:pos x="110" y="101"/>
              </a:cxn>
              <a:cxn ang="0">
                <a:pos x="89" y="106"/>
              </a:cxn>
              <a:cxn ang="0">
                <a:pos x="68" y="101"/>
              </a:cxn>
              <a:cxn ang="0">
                <a:pos x="42" y="101"/>
              </a:cxn>
              <a:cxn ang="0">
                <a:pos x="21" y="90"/>
              </a:cxn>
              <a:cxn ang="0">
                <a:pos x="10" y="85"/>
              </a:cxn>
              <a:cxn ang="0">
                <a:pos x="5" y="79"/>
              </a:cxn>
              <a:cxn ang="0">
                <a:pos x="0" y="74"/>
              </a:cxn>
              <a:cxn ang="0">
                <a:pos x="94" y="64"/>
              </a:cxn>
              <a:cxn ang="0">
                <a:pos x="179" y="53"/>
              </a:cxn>
              <a:cxn ang="0">
                <a:pos x="226" y="53"/>
              </a:cxn>
              <a:cxn ang="0">
                <a:pos x="279" y="42"/>
              </a:cxn>
              <a:cxn ang="0">
                <a:pos x="337" y="37"/>
              </a:cxn>
              <a:cxn ang="0">
                <a:pos x="406" y="21"/>
              </a:cxn>
              <a:cxn ang="0">
                <a:pos x="474" y="11"/>
              </a:cxn>
              <a:cxn ang="0">
                <a:pos x="532" y="5"/>
              </a:cxn>
              <a:cxn ang="0">
                <a:pos x="574" y="0"/>
              </a:cxn>
              <a:cxn ang="0">
                <a:pos x="601" y="0"/>
              </a:cxn>
              <a:cxn ang="0">
                <a:pos x="643" y="0"/>
              </a:cxn>
              <a:cxn ang="0">
                <a:pos x="669" y="11"/>
              </a:cxn>
              <a:cxn ang="0">
                <a:pos x="690" y="26"/>
              </a:cxn>
              <a:cxn ang="0">
                <a:pos x="696" y="37"/>
              </a:cxn>
            </a:cxnLst>
            <a:rect l="0" t="0" r="r" b="b"/>
            <a:pathLst>
              <a:path w="696" h="106">
                <a:moveTo>
                  <a:pt x="696" y="37"/>
                </a:moveTo>
                <a:lnTo>
                  <a:pt x="696" y="37"/>
                </a:lnTo>
                <a:lnTo>
                  <a:pt x="696" y="37"/>
                </a:lnTo>
                <a:lnTo>
                  <a:pt x="690" y="42"/>
                </a:lnTo>
                <a:lnTo>
                  <a:pt x="680" y="42"/>
                </a:lnTo>
                <a:lnTo>
                  <a:pt x="669" y="42"/>
                </a:lnTo>
                <a:lnTo>
                  <a:pt x="654" y="42"/>
                </a:lnTo>
                <a:lnTo>
                  <a:pt x="638" y="42"/>
                </a:lnTo>
                <a:lnTo>
                  <a:pt x="622" y="48"/>
                </a:lnTo>
                <a:lnTo>
                  <a:pt x="580" y="48"/>
                </a:lnTo>
                <a:lnTo>
                  <a:pt x="532" y="53"/>
                </a:lnTo>
                <a:lnTo>
                  <a:pt x="511" y="53"/>
                </a:lnTo>
                <a:lnTo>
                  <a:pt x="485" y="58"/>
                </a:lnTo>
                <a:lnTo>
                  <a:pt x="458" y="64"/>
                </a:lnTo>
                <a:lnTo>
                  <a:pt x="432" y="64"/>
                </a:lnTo>
                <a:lnTo>
                  <a:pt x="379" y="74"/>
                </a:lnTo>
                <a:lnTo>
                  <a:pt x="327" y="79"/>
                </a:lnTo>
                <a:lnTo>
                  <a:pt x="269" y="85"/>
                </a:lnTo>
                <a:lnTo>
                  <a:pt x="216" y="90"/>
                </a:lnTo>
                <a:lnTo>
                  <a:pt x="189" y="95"/>
                </a:lnTo>
                <a:lnTo>
                  <a:pt x="163" y="95"/>
                </a:lnTo>
                <a:lnTo>
                  <a:pt x="142" y="101"/>
                </a:lnTo>
                <a:lnTo>
                  <a:pt x="126" y="101"/>
                </a:lnTo>
                <a:lnTo>
                  <a:pt x="110" y="101"/>
                </a:lnTo>
                <a:lnTo>
                  <a:pt x="94" y="101"/>
                </a:lnTo>
                <a:lnTo>
                  <a:pt x="89" y="106"/>
                </a:lnTo>
                <a:lnTo>
                  <a:pt x="79" y="106"/>
                </a:lnTo>
                <a:lnTo>
                  <a:pt x="68" y="101"/>
                </a:lnTo>
                <a:lnTo>
                  <a:pt x="58" y="101"/>
                </a:lnTo>
                <a:lnTo>
                  <a:pt x="42" y="101"/>
                </a:lnTo>
                <a:lnTo>
                  <a:pt x="31" y="95"/>
                </a:lnTo>
                <a:lnTo>
                  <a:pt x="21" y="90"/>
                </a:lnTo>
                <a:lnTo>
                  <a:pt x="15" y="90"/>
                </a:lnTo>
                <a:lnTo>
                  <a:pt x="10" y="85"/>
                </a:lnTo>
                <a:lnTo>
                  <a:pt x="5" y="85"/>
                </a:lnTo>
                <a:lnTo>
                  <a:pt x="5" y="79"/>
                </a:lnTo>
                <a:lnTo>
                  <a:pt x="0" y="79"/>
                </a:lnTo>
                <a:lnTo>
                  <a:pt x="0" y="74"/>
                </a:lnTo>
                <a:lnTo>
                  <a:pt x="47" y="69"/>
                </a:lnTo>
                <a:lnTo>
                  <a:pt x="94" y="64"/>
                </a:lnTo>
                <a:lnTo>
                  <a:pt x="137" y="58"/>
                </a:lnTo>
                <a:lnTo>
                  <a:pt x="179" y="53"/>
                </a:lnTo>
                <a:lnTo>
                  <a:pt x="200" y="53"/>
                </a:lnTo>
                <a:lnTo>
                  <a:pt x="226" y="53"/>
                </a:lnTo>
                <a:lnTo>
                  <a:pt x="247" y="48"/>
                </a:lnTo>
                <a:lnTo>
                  <a:pt x="279" y="42"/>
                </a:lnTo>
                <a:lnTo>
                  <a:pt x="305" y="42"/>
                </a:lnTo>
                <a:lnTo>
                  <a:pt x="337" y="37"/>
                </a:lnTo>
                <a:lnTo>
                  <a:pt x="374" y="32"/>
                </a:lnTo>
                <a:lnTo>
                  <a:pt x="406" y="21"/>
                </a:lnTo>
                <a:lnTo>
                  <a:pt x="443" y="16"/>
                </a:lnTo>
                <a:lnTo>
                  <a:pt x="474" y="11"/>
                </a:lnTo>
                <a:lnTo>
                  <a:pt x="506" y="11"/>
                </a:lnTo>
                <a:lnTo>
                  <a:pt x="532" y="5"/>
                </a:lnTo>
                <a:lnTo>
                  <a:pt x="553" y="0"/>
                </a:lnTo>
                <a:lnTo>
                  <a:pt x="574" y="0"/>
                </a:lnTo>
                <a:lnTo>
                  <a:pt x="590" y="0"/>
                </a:lnTo>
                <a:lnTo>
                  <a:pt x="601" y="0"/>
                </a:lnTo>
                <a:lnTo>
                  <a:pt x="622" y="0"/>
                </a:lnTo>
                <a:lnTo>
                  <a:pt x="643" y="0"/>
                </a:lnTo>
                <a:lnTo>
                  <a:pt x="659" y="5"/>
                </a:lnTo>
                <a:lnTo>
                  <a:pt x="669" y="11"/>
                </a:lnTo>
                <a:lnTo>
                  <a:pt x="680" y="16"/>
                </a:lnTo>
                <a:lnTo>
                  <a:pt x="690" y="26"/>
                </a:lnTo>
                <a:lnTo>
                  <a:pt x="696" y="32"/>
                </a:lnTo>
                <a:lnTo>
                  <a:pt x="696" y="37"/>
                </a:lnTo>
                <a:lnTo>
                  <a:pt x="696" y="37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2" name="Freeform 18"/>
          <p:cNvSpPr/>
          <p:nvPr/>
        </p:nvSpPr>
        <p:spPr bwMode="auto">
          <a:xfrm>
            <a:off x="1874838" y="3798888"/>
            <a:ext cx="250825" cy="301625"/>
          </a:xfrm>
          <a:custGeom>
            <a:avLst/>
            <a:gdLst/>
            <a:ahLst/>
            <a:cxnLst>
              <a:cxn ang="0">
                <a:pos x="32" y="190"/>
              </a:cxn>
              <a:cxn ang="0">
                <a:pos x="27" y="190"/>
              </a:cxn>
              <a:cxn ang="0">
                <a:pos x="21" y="190"/>
              </a:cxn>
              <a:cxn ang="0">
                <a:pos x="16" y="190"/>
              </a:cxn>
              <a:cxn ang="0">
                <a:pos x="16" y="185"/>
              </a:cxn>
              <a:cxn ang="0">
                <a:pos x="11" y="185"/>
              </a:cxn>
              <a:cxn ang="0">
                <a:pos x="11" y="174"/>
              </a:cxn>
              <a:cxn ang="0">
                <a:pos x="6" y="169"/>
              </a:cxn>
              <a:cxn ang="0">
                <a:pos x="0" y="153"/>
              </a:cxn>
              <a:cxn ang="0">
                <a:pos x="0" y="142"/>
              </a:cxn>
              <a:cxn ang="0">
                <a:pos x="0" y="137"/>
              </a:cxn>
              <a:cxn ang="0">
                <a:pos x="6" y="127"/>
              </a:cxn>
              <a:cxn ang="0">
                <a:pos x="6" y="121"/>
              </a:cxn>
              <a:cxn ang="0">
                <a:pos x="11" y="121"/>
              </a:cxn>
              <a:cxn ang="0">
                <a:pos x="16" y="116"/>
              </a:cxn>
              <a:cxn ang="0">
                <a:pos x="21" y="116"/>
              </a:cxn>
              <a:cxn ang="0">
                <a:pos x="27" y="111"/>
              </a:cxn>
              <a:cxn ang="0">
                <a:pos x="32" y="111"/>
              </a:cxn>
              <a:cxn ang="0">
                <a:pos x="37" y="105"/>
              </a:cxn>
              <a:cxn ang="0">
                <a:pos x="48" y="100"/>
              </a:cxn>
              <a:cxn ang="0">
                <a:pos x="58" y="95"/>
              </a:cxn>
              <a:cxn ang="0">
                <a:pos x="69" y="90"/>
              </a:cxn>
              <a:cxn ang="0">
                <a:pos x="79" y="79"/>
              </a:cxn>
              <a:cxn ang="0">
                <a:pos x="90" y="68"/>
              </a:cxn>
              <a:cxn ang="0">
                <a:pos x="100" y="52"/>
              </a:cxn>
              <a:cxn ang="0">
                <a:pos x="116" y="37"/>
              </a:cxn>
              <a:cxn ang="0">
                <a:pos x="127" y="21"/>
              </a:cxn>
              <a:cxn ang="0">
                <a:pos x="143" y="0"/>
              </a:cxn>
              <a:cxn ang="0">
                <a:pos x="148" y="5"/>
              </a:cxn>
              <a:cxn ang="0">
                <a:pos x="153" y="15"/>
              </a:cxn>
              <a:cxn ang="0">
                <a:pos x="158" y="21"/>
              </a:cxn>
              <a:cxn ang="0">
                <a:pos x="158" y="37"/>
              </a:cxn>
              <a:cxn ang="0">
                <a:pos x="158" y="47"/>
              </a:cxn>
              <a:cxn ang="0">
                <a:pos x="153" y="63"/>
              </a:cxn>
              <a:cxn ang="0">
                <a:pos x="153" y="74"/>
              </a:cxn>
              <a:cxn ang="0">
                <a:pos x="148" y="90"/>
              </a:cxn>
              <a:cxn ang="0">
                <a:pos x="137" y="105"/>
              </a:cxn>
              <a:cxn ang="0">
                <a:pos x="122" y="121"/>
              </a:cxn>
              <a:cxn ang="0">
                <a:pos x="111" y="137"/>
              </a:cxn>
              <a:cxn ang="0">
                <a:pos x="90" y="153"/>
              </a:cxn>
              <a:cxn ang="0">
                <a:pos x="79" y="164"/>
              </a:cxn>
              <a:cxn ang="0">
                <a:pos x="69" y="169"/>
              </a:cxn>
              <a:cxn ang="0">
                <a:pos x="64" y="174"/>
              </a:cxn>
              <a:cxn ang="0">
                <a:pos x="53" y="179"/>
              </a:cxn>
              <a:cxn ang="0">
                <a:pos x="48" y="185"/>
              </a:cxn>
              <a:cxn ang="0">
                <a:pos x="42" y="190"/>
              </a:cxn>
              <a:cxn ang="0">
                <a:pos x="37" y="190"/>
              </a:cxn>
              <a:cxn ang="0">
                <a:pos x="32" y="190"/>
              </a:cxn>
              <a:cxn ang="0">
                <a:pos x="32" y="190"/>
              </a:cxn>
            </a:cxnLst>
            <a:rect l="0" t="0" r="r" b="b"/>
            <a:pathLst>
              <a:path w="158" h="190">
                <a:moveTo>
                  <a:pt x="32" y="190"/>
                </a:moveTo>
                <a:lnTo>
                  <a:pt x="27" y="190"/>
                </a:lnTo>
                <a:lnTo>
                  <a:pt x="21" y="190"/>
                </a:lnTo>
                <a:lnTo>
                  <a:pt x="16" y="190"/>
                </a:lnTo>
                <a:lnTo>
                  <a:pt x="16" y="185"/>
                </a:lnTo>
                <a:lnTo>
                  <a:pt x="11" y="185"/>
                </a:lnTo>
                <a:lnTo>
                  <a:pt x="11" y="174"/>
                </a:lnTo>
                <a:lnTo>
                  <a:pt x="6" y="169"/>
                </a:lnTo>
                <a:lnTo>
                  <a:pt x="0" y="153"/>
                </a:lnTo>
                <a:lnTo>
                  <a:pt x="0" y="142"/>
                </a:lnTo>
                <a:lnTo>
                  <a:pt x="0" y="137"/>
                </a:lnTo>
                <a:lnTo>
                  <a:pt x="6" y="127"/>
                </a:lnTo>
                <a:lnTo>
                  <a:pt x="6" y="121"/>
                </a:lnTo>
                <a:lnTo>
                  <a:pt x="11" y="121"/>
                </a:lnTo>
                <a:lnTo>
                  <a:pt x="16" y="116"/>
                </a:lnTo>
                <a:lnTo>
                  <a:pt x="21" y="116"/>
                </a:lnTo>
                <a:lnTo>
                  <a:pt x="27" y="111"/>
                </a:lnTo>
                <a:lnTo>
                  <a:pt x="32" y="111"/>
                </a:lnTo>
                <a:lnTo>
                  <a:pt x="37" y="105"/>
                </a:lnTo>
                <a:lnTo>
                  <a:pt x="48" y="100"/>
                </a:lnTo>
                <a:lnTo>
                  <a:pt x="58" y="95"/>
                </a:lnTo>
                <a:lnTo>
                  <a:pt x="69" y="90"/>
                </a:lnTo>
                <a:lnTo>
                  <a:pt x="79" y="79"/>
                </a:lnTo>
                <a:lnTo>
                  <a:pt x="90" y="68"/>
                </a:lnTo>
                <a:lnTo>
                  <a:pt x="100" y="52"/>
                </a:lnTo>
                <a:lnTo>
                  <a:pt x="116" y="37"/>
                </a:lnTo>
                <a:lnTo>
                  <a:pt x="127" y="21"/>
                </a:lnTo>
                <a:lnTo>
                  <a:pt x="143" y="0"/>
                </a:lnTo>
                <a:lnTo>
                  <a:pt x="148" y="5"/>
                </a:lnTo>
                <a:lnTo>
                  <a:pt x="153" y="15"/>
                </a:lnTo>
                <a:lnTo>
                  <a:pt x="158" y="21"/>
                </a:lnTo>
                <a:lnTo>
                  <a:pt x="158" y="37"/>
                </a:lnTo>
                <a:lnTo>
                  <a:pt x="158" y="47"/>
                </a:lnTo>
                <a:lnTo>
                  <a:pt x="153" y="63"/>
                </a:lnTo>
                <a:lnTo>
                  <a:pt x="153" y="74"/>
                </a:lnTo>
                <a:lnTo>
                  <a:pt x="148" y="90"/>
                </a:lnTo>
                <a:lnTo>
                  <a:pt x="137" y="105"/>
                </a:lnTo>
                <a:lnTo>
                  <a:pt x="122" y="121"/>
                </a:lnTo>
                <a:lnTo>
                  <a:pt x="111" y="137"/>
                </a:lnTo>
                <a:lnTo>
                  <a:pt x="90" y="153"/>
                </a:lnTo>
                <a:lnTo>
                  <a:pt x="79" y="164"/>
                </a:lnTo>
                <a:lnTo>
                  <a:pt x="69" y="169"/>
                </a:lnTo>
                <a:lnTo>
                  <a:pt x="64" y="174"/>
                </a:lnTo>
                <a:lnTo>
                  <a:pt x="53" y="179"/>
                </a:lnTo>
                <a:lnTo>
                  <a:pt x="48" y="185"/>
                </a:lnTo>
                <a:lnTo>
                  <a:pt x="42" y="190"/>
                </a:lnTo>
                <a:lnTo>
                  <a:pt x="37" y="190"/>
                </a:lnTo>
                <a:lnTo>
                  <a:pt x="32" y="190"/>
                </a:lnTo>
                <a:lnTo>
                  <a:pt x="32" y="190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3" name="Freeform 19"/>
          <p:cNvSpPr/>
          <p:nvPr/>
        </p:nvSpPr>
        <p:spPr bwMode="auto">
          <a:xfrm>
            <a:off x="2728913" y="3806825"/>
            <a:ext cx="342900" cy="260350"/>
          </a:xfrm>
          <a:custGeom>
            <a:avLst/>
            <a:gdLst/>
            <a:ahLst/>
            <a:cxnLst>
              <a:cxn ang="0">
                <a:pos x="106" y="111"/>
              </a:cxn>
              <a:cxn ang="0">
                <a:pos x="85" y="95"/>
              </a:cxn>
              <a:cxn ang="0">
                <a:pos x="69" y="85"/>
              </a:cxn>
              <a:cxn ang="0">
                <a:pos x="58" y="69"/>
              </a:cxn>
              <a:cxn ang="0">
                <a:pos x="42" y="58"/>
              </a:cxn>
              <a:cxn ang="0">
                <a:pos x="32" y="53"/>
              </a:cxn>
              <a:cxn ang="0">
                <a:pos x="27" y="42"/>
              </a:cxn>
              <a:cxn ang="0">
                <a:pos x="21" y="37"/>
              </a:cxn>
              <a:cxn ang="0">
                <a:pos x="16" y="32"/>
              </a:cxn>
              <a:cxn ang="0">
                <a:pos x="5" y="21"/>
              </a:cxn>
              <a:cxn ang="0">
                <a:pos x="0" y="10"/>
              </a:cxn>
              <a:cxn ang="0">
                <a:pos x="0" y="5"/>
              </a:cxn>
              <a:cxn ang="0">
                <a:pos x="0" y="5"/>
              </a:cxn>
              <a:cxn ang="0">
                <a:pos x="0" y="0"/>
              </a:cxn>
              <a:cxn ang="0">
                <a:pos x="0" y="0"/>
              </a:cxn>
              <a:cxn ang="0">
                <a:pos x="5" y="0"/>
              </a:cxn>
              <a:cxn ang="0">
                <a:pos x="11" y="0"/>
              </a:cxn>
              <a:cxn ang="0">
                <a:pos x="16" y="0"/>
              </a:cxn>
              <a:cxn ang="0">
                <a:pos x="21" y="0"/>
              </a:cxn>
              <a:cxn ang="0">
                <a:pos x="27" y="0"/>
              </a:cxn>
              <a:cxn ang="0">
                <a:pos x="37" y="0"/>
              </a:cxn>
              <a:cxn ang="0">
                <a:pos x="42" y="5"/>
              </a:cxn>
              <a:cxn ang="0">
                <a:pos x="53" y="10"/>
              </a:cxn>
              <a:cxn ang="0">
                <a:pos x="69" y="10"/>
              </a:cxn>
              <a:cxn ang="0">
                <a:pos x="79" y="16"/>
              </a:cxn>
              <a:cxn ang="0">
                <a:pos x="95" y="21"/>
              </a:cxn>
              <a:cxn ang="0">
                <a:pos x="111" y="32"/>
              </a:cxn>
              <a:cxn ang="0">
                <a:pos x="132" y="37"/>
              </a:cxn>
              <a:cxn ang="0">
                <a:pos x="148" y="47"/>
              </a:cxn>
              <a:cxn ang="0">
                <a:pos x="164" y="53"/>
              </a:cxn>
              <a:cxn ang="0">
                <a:pos x="180" y="63"/>
              </a:cxn>
              <a:cxn ang="0">
                <a:pos x="190" y="74"/>
              </a:cxn>
              <a:cxn ang="0">
                <a:pos x="201" y="79"/>
              </a:cxn>
              <a:cxn ang="0">
                <a:pos x="206" y="85"/>
              </a:cxn>
              <a:cxn ang="0">
                <a:pos x="211" y="95"/>
              </a:cxn>
              <a:cxn ang="0">
                <a:pos x="216" y="100"/>
              </a:cxn>
              <a:cxn ang="0">
                <a:pos x="216" y="111"/>
              </a:cxn>
              <a:cxn ang="0">
                <a:pos x="216" y="127"/>
              </a:cxn>
              <a:cxn ang="0">
                <a:pos x="216" y="137"/>
              </a:cxn>
              <a:cxn ang="0">
                <a:pos x="211" y="148"/>
              </a:cxn>
              <a:cxn ang="0">
                <a:pos x="206" y="153"/>
              </a:cxn>
              <a:cxn ang="0">
                <a:pos x="201" y="164"/>
              </a:cxn>
              <a:cxn ang="0">
                <a:pos x="201" y="164"/>
              </a:cxn>
              <a:cxn ang="0">
                <a:pos x="195" y="164"/>
              </a:cxn>
              <a:cxn ang="0">
                <a:pos x="190" y="164"/>
              </a:cxn>
              <a:cxn ang="0">
                <a:pos x="185" y="164"/>
              </a:cxn>
              <a:cxn ang="0">
                <a:pos x="180" y="159"/>
              </a:cxn>
              <a:cxn ang="0">
                <a:pos x="169" y="153"/>
              </a:cxn>
              <a:cxn ang="0">
                <a:pos x="158" y="143"/>
              </a:cxn>
              <a:cxn ang="0">
                <a:pos x="143" y="132"/>
              </a:cxn>
              <a:cxn ang="0">
                <a:pos x="127" y="122"/>
              </a:cxn>
              <a:cxn ang="0">
                <a:pos x="106" y="111"/>
              </a:cxn>
              <a:cxn ang="0">
                <a:pos x="106" y="111"/>
              </a:cxn>
            </a:cxnLst>
            <a:rect l="0" t="0" r="r" b="b"/>
            <a:pathLst>
              <a:path w="216" h="164">
                <a:moveTo>
                  <a:pt x="106" y="111"/>
                </a:moveTo>
                <a:lnTo>
                  <a:pt x="85" y="95"/>
                </a:lnTo>
                <a:lnTo>
                  <a:pt x="69" y="85"/>
                </a:lnTo>
                <a:lnTo>
                  <a:pt x="58" y="69"/>
                </a:lnTo>
                <a:lnTo>
                  <a:pt x="42" y="58"/>
                </a:lnTo>
                <a:lnTo>
                  <a:pt x="32" y="53"/>
                </a:lnTo>
                <a:lnTo>
                  <a:pt x="27" y="42"/>
                </a:lnTo>
                <a:lnTo>
                  <a:pt x="21" y="37"/>
                </a:lnTo>
                <a:lnTo>
                  <a:pt x="16" y="32"/>
                </a:lnTo>
                <a:lnTo>
                  <a:pt x="5" y="21"/>
                </a:lnTo>
                <a:lnTo>
                  <a:pt x="0" y="10"/>
                </a:lnTo>
                <a:lnTo>
                  <a:pt x="0" y="5"/>
                </a:lnTo>
                <a:lnTo>
                  <a:pt x="0" y="5"/>
                </a:lnTo>
                <a:lnTo>
                  <a:pt x="0" y="0"/>
                </a:lnTo>
                <a:lnTo>
                  <a:pt x="0" y="0"/>
                </a:lnTo>
                <a:lnTo>
                  <a:pt x="5" y="0"/>
                </a:lnTo>
                <a:lnTo>
                  <a:pt x="11" y="0"/>
                </a:lnTo>
                <a:lnTo>
                  <a:pt x="16" y="0"/>
                </a:lnTo>
                <a:lnTo>
                  <a:pt x="21" y="0"/>
                </a:lnTo>
                <a:lnTo>
                  <a:pt x="27" y="0"/>
                </a:lnTo>
                <a:lnTo>
                  <a:pt x="37" y="0"/>
                </a:lnTo>
                <a:lnTo>
                  <a:pt x="42" y="5"/>
                </a:lnTo>
                <a:lnTo>
                  <a:pt x="53" y="10"/>
                </a:lnTo>
                <a:lnTo>
                  <a:pt x="69" y="10"/>
                </a:lnTo>
                <a:lnTo>
                  <a:pt x="79" y="16"/>
                </a:lnTo>
                <a:lnTo>
                  <a:pt x="95" y="21"/>
                </a:lnTo>
                <a:lnTo>
                  <a:pt x="111" y="32"/>
                </a:lnTo>
                <a:lnTo>
                  <a:pt x="132" y="37"/>
                </a:lnTo>
                <a:lnTo>
                  <a:pt x="148" y="47"/>
                </a:lnTo>
                <a:lnTo>
                  <a:pt x="164" y="53"/>
                </a:lnTo>
                <a:lnTo>
                  <a:pt x="180" y="63"/>
                </a:lnTo>
                <a:lnTo>
                  <a:pt x="190" y="74"/>
                </a:lnTo>
                <a:lnTo>
                  <a:pt x="201" y="79"/>
                </a:lnTo>
                <a:lnTo>
                  <a:pt x="206" y="85"/>
                </a:lnTo>
                <a:lnTo>
                  <a:pt x="211" y="95"/>
                </a:lnTo>
                <a:lnTo>
                  <a:pt x="216" y="100"/>
                </a:lnTo>
                <a:lnTo>
                  <a:pt x="216" y="111"/>
                </a:lnTo>
                <a:lnTo>
                  <a:pt x="216" y="127"/>
                </a:lnTo>
                <a:lnTo>
                  <a:pt x="216" y="137"/>
                </a:lnTo>
                <a:lnTo>
                  <a:pt x="211" y="148"/>
                </a:lnTo>
                <a:lnTo>
                  <a:pt x="206" y="153"/>
                </a:lnTo>
                <a:lnTo>
                  <a:pt x="201" y="164"/>
                </a:lnTo>
                <a:lnTo>
                  <a:pt x="201" y="164"/>
                </a:lnTo>
                <a:lnTo>
                  <a:pt x="195" y="164"/>
                </a:lnTo>
                <a:lnTo>
                  <a:pt x="190" y="164"/>
                </a:lnTo>
                <a:lnTo>
                  <a:pt x="185" y="164"/>
                </a:lnTo>
                <a:lnTo>
                  <a:pt x="180" y="159"/>
                </a:lnTo>
                <a:lnTo>
                  <a:pt x="169" y="153"/>
                </a:lnTo>
                <a:lnTo>
                  <a:pt x="158" y="143"/>
                </a:lnTo>
                <a:lnTo>
                  <a:pt x="143" y="132"/>
                </a:lnTo>
                <a:lnTo>
                  <a:pt x="127" y="122"/>
                </a:lnTo>
                <a:lnTo>
                  <a:pt x="106" y="111"/>
                </a:lnTo>
                <a:lnTo>
                  <a:pt x="106" y="111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2" name="Freeform 28"/>
          <p:cNvSpPr/>
          <p:nvPr/>
        </p:nvSpPr>
        <p:spPr bwMode="auto">
          <a:xfrm>
            <a:off x="5597525" y="3267075"/>
            <a:ext cx="334963" cy="177800"/>
          </a:xfrm>
          <a:custGeom>
            <a:avLst/>
            <a:gdLst/>
            <a:ahLst/>
            <a:cxnLst>
              <a:cxn ang="0">
                <a:pos x="122" y="43"/>
              </a:cxn>
              <a:cxn ang="0">
                <a:pos x="132" y="32"/>
              </a:cxn>
              <a:cxn ang="0">
                <a:pos x="143" y="27"/>
              </a:cxn>
              <a:cxn ang="0">
                <a:pos x="143" y="22"/>
              </a:cxn>
              <a:cxn ang="0">
                <a:pos x="148" y="16"/>
              </a:cxn>
              <a:cxn ang="0">
                <a:pos x="148" y="16"/>
              </a:cxn>
              <a:cxn ang="0">
                <a:pos x="148" y="11"/>
              </a:cxn>
              <a:cxn ang="0">
                <a:pos x="143" y="6"/>
              </a:cxn>
              <a:cxn ang="0">
                <a:pos x="148" y="6"/>
              </a:cxn>
              <a:cxn ang="0">
                <a:pos x="148" y="0"/>
              </a:cxn>
              <a:cxn ang="0">
                <a:pos x="153" y="0"/>
              </a:cxn>
              <a:cxn ang="0">
                <a:pos x="159" y="0"/>
              </a:cxn>
              <a:cxn ang="0">
                <a:pos x="169" y="0"/>
              </a:cxn>
              <a:cxn ang="0">
                <a:pos x="180" y="6"/>
              </a:cxn>
              <a:cxn ang="0">
                <a:pos x="190" y="11"/>
              </a:cxn>
              <a:cxn ang="0">
                <a:pos x="201" y="16"/>
              </a:cxn>
              <a:cxn ang="0">
                <a:pos x="206" y="22"/>
              </a:cxn>
              <a:cxn ang="0">
                <a:pos x="211" y="27"/>
              </a:cxn>
              <a:cxn ang="0">
                <a:pos x="211" y="32"/>
              </a:cxn>
              <a:cxn ang="0">
                <a:pos x="211" y="37"/>
              </a:cxn>
              <a:cxn ang="0">
                <a:pos x="211" y="43"/>
              </a:cxn>
              <a:cxn ang="0">
                <a:pos x="206" y="43"/>
              </a:cxn>
              <a:cxn ang="0">
                <a:pos x="206" y="48"/>
              </a:cxn>
              <a:cxn ang="0">
                <a:pos x="201" y="53"/>
              </a:cxn>
              <a:cxn ang="0">
                <a:pos x="190" y="59"/>
              </a:cxn>
              <a:cxn ang="0">
                <a:pos x="174" y="64"/>
              </a:cxn>
              <a:cxn ang="0">
                <a:pos x="159" y="69"/>
              </a:cxn>
              <a:cxn ang="0">
                <a:pos x="137" y="80"/>
              </a:cxn>
              <a:cxn ang="0">
                <a:pos x="111" y="85"/>
              </a:cxn>
              <a:cxn ang="0">
                <a:pos x="85" y="96"/>
              </a:cxn>
              <a:cxn ang="0">
                <a:pos x="58" y="101"/>
              </a:cxn>
              <a:cxn ang="0">
                <a:pos x="48" y="106"/>
              </a:cxn>
              <a:cxn ang="0">
                <a:pos x="37" y="106"/>
              </a:cxn>
              <a:cxn ang="0">
                <a:pos x="27" y="112"/>
              </a:cxn>
              <a:cxn ang="0">
                <a:pos x="16" y="112"/>
              </a:cxn>
              <a:cxn ang="0">
                <a:pos x="11" y="112"/>
              </a:cxn>
              <a:cxn ang="0">
                <a:pos x="5" y="112"/>
              </a:cxn>
              <a:cxn ang="0">
                <a:pos x="5" y="112"/>
              </a:cxn>
              <a:cxn ang="0">
                <a:pos x="5" y="106"/>
              </a:cxn>
              <a:cxn ang="0">
                <a:pos x="0" y="106"/>
              </a:cxn>
              <a:cxn ang="0">
                <a:pos x="5" y="106"/>
              </a:cxn>
              <a:cxn ang="0">
                <a:pos x="5" y="101"/>
              </a:cxn>
              <a:cxn ang="0">
                <a:pos x="11" y="101"/>
              </a:cxn>
              <a:cxn ang="0">
                <a:pos x="21" y="96"/>
              </a:cxn>
              <a:cxn ang="0">
                <a:pos x="27" y="90"/>
              </a:cxn>
              <a:cxn ang="0">
                <a:pos x="37" y="85"/>
              </a:cxn>
              <a:cxn ang="0">
                <a:pos x="48" y="80"/>
              </a:cxn>
              <a:cxn ang="0">
                <a:pos x="74" y="69"/>
              </a:cxn>
              <a:cxn ang="0">
                <a:pos x="90" y="59"/>
              </a:cxn>
              <a:cxn ang="0">
                <a:pos x="111" y="48"/>
              </a:cxn>
              <a:cxn ang="0">
                <a:pos x="122" y="43"/>
              </a:cxn>
              <a:cxn ang="0">
                <a:pos x="122" y="43"/>
              </a:cxn>
            </a:cxnLst>
            <a:rect l="0" t="0" r="r" b="b"/>
            <a:pathLst>
              <a:path w="211" h="112">
                <a:moveTo>
                  <a:pt x="122" y="43"/>
                </a:moveTo>
                <a:lnTo>
                  <a:pt x="132" y="32"/>
                </a:lnTo>
                <a:lnTo>
                  <a:pt x="143" y="27"/>
                </a:lnTo>
                <a:lnTo>
                  <a:pt x="143" y="22"/>
                </a:lnTo>
                <a:lnTo>
                  <a:pt x="148" y="16"/>
                </a:lnTo>
                <a:lnTo>
                  <a:pt x="148" y="16"/>
                </a:lnTo>
                <a:lnTo>
                  <a:pt x="148" y="11"/>
                </a:lnTo>
                <a:lnTo>
                  <a:pt x="143" y="6"/>
                </a:lnTo>
                <a:lnTo>
                  <a:pt x="148" y="6"/>
                </a:lnTo>
                <a:lnTo>
                  <a:pt x="148" y="0"/>
                </a:lnTo>
                <a:lnTo>
                  <a:pt x="153" y="0"/>
                </a:lnTo>
                <a:lnTo>
                  <a:pt x="159" y="0"/>
                </a:lnTo>
                <a:lnTo>
                  <a:pt x="169" y="0"/>
                </a:lnTo>
                <a:lnTo>
                  <a:pt x="180" y="6"/>
                </a:lnTo>
                <a:lnTo>
                  <a:pt x="190" y="11"/>
                </a:lnTo>
                <a:lnTo>
                  <a:pt x="201" y="16"/>
                </a:lnTo>
                <a:lnTo>
                  <a:pt x="206" y="22"/>
                </a:lnTo>
                <a:lnTo>
                  <a:pt x="211" y="27"/>
                </a:lnTo>
                <a:lnTo>
                  <a:pt x="211" y="32"/>
                </a:lnTo>
                <a:lnTo>
                  <a:pt x="211" y="37"/>
                </a:lnTo>
                <a:lnTo>
                  <a:pt x="211" y="43"/>
                </a:lnTo>
                <a:lnTo>
                  <a:pt x="206" y="43"/>
                </a:lnTo>
                <a:lnTo>
                  <a:pt x="206" y="48"/>
                </a:lnTo>
                <a:lnTo>
                  <a:pt x="201" y="53"/>
                </a:lnTo>
                <a:lnTo>
                  <a:pt x="190" y="59"/>
                </a:lnTo>
                <a:lnTo>
                  <a:pt x="174" y="64"/>
                </a:lnTo>
                <a:lnTo>
                  <a:pt x="159" y="69"/>
                </a:lnTo>
                <a:lnTo>
                  <a:pt x="137" y="80"/>
                </a:lnTo>
                <a:lnTo>
                  <a:pt x="111" y="85"/>
                </a:lnTo>
                <a:lnTo>
                  <a:pt x="85" y="96"/>
                </a:lnTo>
                <a:lnTo>
                  <a:pt x="58" y="101"/>
                </a:lnTo>
                <a:lnTo>
                  <a:pt x="48" y="106"/>
                </a:lnTo>
                <a:lnTo>
                  <a:pt x="37" y="106"/>
                </a:lnTo>
                <a:lnTo>
                  <a:pt x="27" y="112"/>
                </a:lnTo>
                <a:lnTo>
                  <a:pt x="16" y="112"/>
                </a:lnTo>
                <a:lnTo>
                  <a:pt x="11" y="112"/>
                </a:lnTo>
                <a:lnTo>
                  <a:pt x="5" y="112"/>
                </a:lnTo>
                <a:lnTo>
                  <a:pt x="5" y="112"/>
                </a:lnTo>
                <a:lnTo>
                  <a:pt x="5" y="106"/>
                </a:lnTo>
                <a:lnTo>
                  <a:pt x="0" y="106"/>
                </a:lnTo>
                <a:lnTo>
                  <a:pt x="5" y="106"/>
                </a:lnTo>
                <a:lnTo>
                  <a:pt x="5" y="101"/>
                </a:lnTo>
                <a:lnTo>
                  <a:pt x="11" y="101"/>
                </a:lnTo>
                <a:lnTo>
                  <a:pt x="21" y="96"/>
                </a:lnTo>
                <a:lnTo>
                  <a:pt x="27" y="90"/>
                </a:lnTo>
                <a:lnTo>
                  <a:pt x="37" y="85"/>
                </a:lnTo>
                <a:lnTo>
                  <a:pt x="48" y="80"/>
                </a:lnTo>
                <a:lnTo>
                  <a:pt x="74" y="69"/>
                </a:lnTo>
                <a:lnTo>
                  <a:pt x="90" y="59"/>
                </a:lnTo>
                <a:lnTo>
                  <a:pt x="111" y="48"/>
                </a:lnTo>
                <a:lnTo>
                  <a:pt x="122" y="43"/>
                </a:lnTo>
                <a:lnTo>
                  <a:pt x="122" y="43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4" name="Freeform 30"/>
          <p:cNvSpPr/>
          <p:nvPr/>
        </p:nvSpPr>
        <p:spPr bwMode="auto">
          <a:xfrm>
            <a:off x="5530850" y="3409950"/>
            <a:ext cx="855663" cy="252413"/>
          </a:xfrm>
          <a:custGeom>
            <a:avLst/>
            <a:gdLst/>
            <a:ahLst/>
            <a:cxnLst>
              <a:cxn ang="0">
                <a:pos x="121" y="143"/>
              </a:cxn>
              <a:cxn ang="0">
                <a:pos x="95" y="154"/>
              </a:cxn>
              <a:cxn ang="0">
                <a:pos x="69" y="159"/>
              </a:cxn>
              <a:cxn ang="0">
                <a:pos x="53" y="159"/>
              </a:cxn>
              <a:cxn ang="0">
                <a:pos x="37" y="159"/>
              </a:cxn>
              <a:cxn ang="0">
                <a:pos x="21" y="154"/>
              </a:cxn>
              <a:cxn ang="0">
                <a:pos x="5" y="143"/>
              </a:cxn>
              <a:cxn ang="0">
                <a:pos x="0" y="138"/>
              </a:cxn>
              <a:cxn ang="0">
                <a:pos x="0" y="133"/>
              </a:cxn>
              <a:cxn ang="0">
                <a:pos x="5" y="133"/>
              </a:cxn>
              <a:cxn ang="0">
                <a:pos x="26" y="128"/>
              </a:cxn>
              <a:cxn ang="0">
                <a:pos x="58" y="122"/>
              </a:cxn>
              <a:cxn ang="0">
                <a:pos x="95" y="112"/>
              </a:cxn>
              <a:cxn ang="0">
                <a:pos x="127" y="106"/>
              </a:cxn>
              <a:cxn ang="0">
                <a:pos x="143" y="101"/>
              </a:cxn>
              <a:cxn ang="0">
                <a:pos x="164" y="96"/>
              </a:cxn>
              <a:cxn ang="0">
                <a:pos x="185" y="90"/>
              </a:cxn>
              <a:cxn ang="0">
                <a:pos x="211" y="80"/>
              </a:cxn>
              <a:cxn ang="0">
                <a:pos x="243" y="69"/>
              </a:cxn>
              <a:cxn ang="0">
                <a:pos x="280" y="64"/>
              </a:cxn>
              <a:cxn ang="0">
                <a:pos x="317" y="48"/>
              </a:cxn>
              <a:cxn ang="0">
                <a:pos x="354" y="37"/>
              </a:cxn>
              <a:cxn ang="0">
                <a:pos x="391" y="27"/>
              </a:cxn>
              <a:cxn ang="0">
                <a:pos x="417" y="22"/>
              </a:cxn>
              <a:cxn ang="0">
                <a:pos x="438" y="16"/>
              </a:cxn>
              <a:cxn ang="0">
                <a:pos x="459" y="11"/>
              </a:cxn>
              <a:cxn ang="0">
                <a:pos x="475" y="6"/>
              </a:cxn>
              <a:cxn ang="0">
                <a:pos x="486" y="0"/>
              </a:cxn>
              <a:cxn ang="0">
                <a:pos x="491" y="0"/>
              </a:cxn>
              <a:cxn ang="0">
                <a:pos x="507" y="6"/>
              </a:cxn>
              <a:cxn ang="0">
                <a:pos x="523" y="11"/>
              </a:cxn>
              <a:cxn ang="0">
                <a:pos x="533" y="22"/>
              </a:cxn>
              <a:cxn ang="0">
                <a:pos x="539" y="27"/>
              </a:cxn>
              <a:cxn ang="0">
                <a:pos x="533" y="32"/>
              </a:cxn>
              <a:cxn ang="0">
                <a:pos x="523" y="37"/>
              </a:cxn>
              <a:cxn ang="0">
                <a:pos x="512" y="43"/>
              </a:cxn>
              <a:cxn ang="0">
                <a:pos x="496" y="48"/>
              </a:cxn>
              <a:cxn ang="0">
                <a:pos x="470" y="53"/>
              </a:cxn>
              <a:cxn ang="0">
                <a:pos x="433" y="59"/>
              </a:cxn>
              <a:cxn ang="0">
                <a:pos x="359" y="75"/>
              </a:cxn>
              <a:cxn ang="0">
                <a:pos x="290" y="96"/>
              </a:cxn>
              <a:cxn ang="0">
                <a:pos x="216" y="117"/>
              </a:cxn>
              <a:cxn ang="0">
                <a:pos x="143" y="138"/>
              </a:cxn>
            </a:cxnLst>
            <a:rect l="0" t="0" r="r" b="b"/>
            <a:pathLst>
              <a:path w="539" h="159">
                <a:moveTo>
                  <a:pt x="143" y="138"/>
                </a:moveTo>
                <a:lnTo>
                  <a:pt x="121" y="143"/>
                </a:lnTo>
                <a:lnTo>
                  <a:pt x="106" y="149"/>
                </a:lnTo>
                <a:lnTo>
                  <a:pt x="95" y="154"/>
                </a:lnTo>
                <a:lnTo>
                  <a:pt x="79" y="154"/>
                </a:lnTo>
                <a:lnTo>
                  <a:pt x="69" y="159"/>
                </a:lnTo>
                <a:lnTo>
                  <a:pt x="58" y="159"/>
                </a:lnTo>
                <a:lnTo>
                  <a:pt x="53" y="159"/>
                </a:lnTo>
                <a:lnTo>
                  <a:pt x="47" y="159"/>
                </a:lnTo>
                <a:lnTo>
                  <a:pt x="37" y="159"/>
                </a:lnTo>
                <a:lnTo>
                  <a:pt x="26" y="159"/>
                </a:lnTo>
                <a:lnTo>
                  <a:pt x="21" y="154"/>
                </a:lnTo>
                <a:lnTo>
                  <a:pt x="10" y="149"/>
                </a:lnTo>
                <a:lnTo>
                  <a:pt x="5" y="143"/>
                </a:lnTo>
                <a:lnTo>
                  <a:pt x="0" y="143"/>
                </a:lnTo>
                <a:lnTo>
                  <a:pt x="0" y="138"/>
                </a:lnTo>
                <a:lnTo>
                  <a:pt x="0" y="138"/>
                </a:lnTo>
                <a:lnTo>
                  <a:pt x="0" y="133"/>
                </a:lnTo>
                <a:lnTo>
                  <a:pt x="5" y="133"/>
                </a:lnTo>
                <a:lnTo>
                  <a:pt x="5" y="133"/>
                </a:lnTo>
                <a:lnTo>
                  <a:pt x="10" y="133"/>
                </a:lnTo>
                <a:lnTo>
                  <a:pt x="26" y="128"/>
                </a:lnTo>
                <a:lnTo>
                  <a:pt x="42" y="128"/>
                </a:lnTo>
                <a:lnTo>
                  <a:pt x="58" y="122"/>
                </a:lnTo>
                <a:lnTo>
                  <a:pt x="79" y="117"/>
                </a:lnTo>
                <a:lnTo>
                  <a:pt x="95" y="112"/>
                </a:lnTo>
                <a:lnTo>
                  <a:pt x="116" y="106"/>
                </a:lnTo>
                <a:lnTo>
                  <a:pt x="127" y="106"/>
                </a:lnTo>
                <a:lnTo>
                  <a:pt x="132" y="101"/>
                </a:lnTo>
                <a:lnTo>
                  <a:pt x="143" y="101"/>
                </a:lnTo>
                <a:lnTo>
                  <a:pt x="153" y="96"/>
                </a:lnTo>
                <a:lnTo>
                  <a:pt x="164" y="96"/>
                </a:lnTo>
                <a:lnTo>
                  <a:pt x="174" y="90"/>
                </a:lnTo>
                <a:lnTo>
                  <a:pt x="185" y="90"/>
                </a:lnTo>
                <a:lnTo>
                  <a:pt x="201" y="85"/>
                </a:lnTo>
                <a:lnTo>
                  <a:pt x="211" y="80"/>
                </a:lnTo>
                <a:lnTo>
                  <a:pt x="227" y="75"/>
                </a:lnTo>
                <a:lnTo>
                  <a:pt x="243" y="69"/>
                </a:lnTo>
                <a:lnTo>
                  <a:pt x="259" y="69"/>
                </a:lnTo>
                <a:lnTo>
                  <a:pt x="280" y="64"/>
                </a:lnTo>
                <a:lnTo>
                  <a:pt x="296" y="53"/>
                </a:lnTo>
                <a:lnTo>
                  <a:pt x="317" y="48"/>
                </a:lnTo>
                <a:lnTo>
                  <a:pt x="338" y="43"/>
                </a:lnTo>
                <a:lnTo>
                  <a:pt x="354" y="37"/>
                </a:lnTo>
                <a:lnTo>
                  <a:pt x="375" y="32"/>
                </a:lnTo>
                <a:lnTo>
                  <a:pt x="391" y="27"/>
                </a:lnTo>
                <a:lnTo>
                  <a:pt x="401" y="27"/>
                </a:lnTo>
                <a:lnTo>
                  <a:pt x="417" y="22"/>
                </a:lnTo>
                <a:lnTo>
                  <a:pt x="428" y="16"/>
                </a:lnTo>
                <a:lnTo>
                  <a:pt x="438" y="16"/>
                </a:lnTo>
                <a:lnTo>
                  <a:pt x="449" y="11"/>
                </a:lnTo>
                <a:lnTo>
                  <a:pt x="459" y="11"/>
                </a:lnTo>
                <a:lnTo>
                  <a:pt x="470" y="6"/>
                </a:lnTo>
                <a:lnTo>
                  <a:pt x="475" y="6"/>
                </a:lnTo>
                <a:lnTo>
                  <a:pt x="480" y="6"/>
                </a:lnTo>
                <a:lnTo>
                  <a:pt x="486" y="0"/>
                </a:lnTo>
                <a:lnTo>
                  <a:pt x="491" y="0"/>
                </a:lnTo>
                <a:lnTo>
                  <a:pt x="491" y="0"/>
                </a:lnTo>
                <a:lnTo>
                  <a:pt x="496" y="0"/>
                </a:lnTo>
                <a:lnTo>
                  <a:pt x="507" y="6"/>
                </a:lnTo>
                <a:lnTo>
                  <a:pt x="512" y="6"/>
                </a:lnTo>
                <a:lnTo>
                  <a:pt x="523" y="11"/>
                </a:lnTo>
                <a:lnTo>
                  <a:pt x="528" y="16"/>
                </a:lnTo>
                <a:lnTo>
                  <a:pt x="533" y="22"/>
                </a:lnTo>
                <a:lnTo>
                  <a:pt x="539" y="27"/>
                </a:lnTo>
                <a:lnTo>
                  <a:pt x="539" y="27"/>
                </a:lnTo>
                <a:lnTo>
                  <a:pt x="539" y="32"/>
                </a:lnTo>
                <a:lnTo>
                  <a:pt x="533" y="32"/>
                </a:lnTo>
                <a:lnTo>
                  <a:pt x="528" y="32"/>
                </a:lnTo>
                <a:lnTo>
                  <a:pt x="523" y="37"/>
                </a:lnTo>
                <a:lnTo>
                  <a:pt x="517" y="37"/>
                </a:lnTo>
                <a:lnTo>
                  <a:pt x="512" y="43"/>
                </a:lnTo>
                <a:lnTo>
                  <a:pt x="507" y="43"/>
                </a:lnTo>
                <a:lnTo>
                  <a:pt x="496" y="48"/>
                </a:lnTo>
                <a:lnTo>
                  <a:pt x="480" y="48"/>
                </a:lnTo>
                <a:lnTo>
                  <a:pt x="470" y="53"/>
                </a:lnTo>
                <a:lnTo>
                  <a:pt x="454" y="53"/>
                </a:lnTo>
                <a:lnTo>
                  <a:pt x="433" y="59"/>
                </a:lnTo>
                <a:lnTo>
                  <a:pt x="396" y="69"/>
                </a:lnTo>
                <a:lnTo>
                  <a:pt x="359" y="75"/>
                </a:lnTo>
                <a:lnTo>
                  <a:pt x="327" y="85"/>
                </a:lnTo>
                <a:lnTo>
                  <a:pt x="290" y="96"/>
                </a:lnTo>
                <a:lnTo>
                  <a:pt x="253" y="106"/>
                </a:lnTo>
                <a:lnTo>
                  <a:pt x="216" y="117"/>
                </a:lnTo>
                <a:lnTo>
                  <a:pt x="179" y="128"/>
                </a:lnTo>
                <a:lnTo>
                  <a:pt x="143" y="138"/>
                </a:lnTo>
                <a:lnTo>
                  <a:pt x="143" y="138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6" name="Freeform 32"/>
          <p:cNvSpPr/>
          <p:nvPr/>
        </p:nvSpPr>
        <p:spPr bwMode="auto">
          <a:xfrm>
            <a:off x="6192838" y="3175000"/>
            <a:ext cx="184150" cy="117475"/>
          </a:xfrm>
          <a:custGeom>
            <a:avLst/>
            <a:gdLst/>
            <a:ahLst/>
            <a:cxnLst>
              <a:cxn ang="0">
                <a:pos x="116" y="58"/>
              </a:cxn>
              <a:cxn ang="0">
                <a:pos x="116" y="69"/>
              </a:cxn>
              <a:cxn ang="0">
                <a:pos x="111" y="74"/>
              </a:cxn>
              <a:cxn ang="0">
                <a:pos x="106" y="74"/>
              </a:cxn>
              <a:cxn ang="0">
                <a:pos x="100" y="74"/>
              </a:cxn>
              <a:cxn ang="0">
                <a:pos x="90" y="74"/>
              </a:cxn>
              <a:cxn ang="0">
                <a:pos x="85" y="74"/>
              </a:cxn>
              <a:cxn ang="0">
                <a:pos x="79" y="69"/>
              </a:cxn>
              <a:cxn ang="0">
                <a:pos x="74" y="64"/>
              </a:cxn>
              <a:cxn ang="0">
                <a:pos x="63" y="58"/>
              </a:cxn>
              <a:cxn ang="0">
                <a:pos x="53" y="53"/>
              </a:cxn>
              <a:cxn ang="0">
                <a:pos x="42" y="43"/>
              </a:cxn>
              <a:cxn ang="0">
                <a:pos x="32" y="37"/>
              </a:cxn>
              <a:cxn ang="0">
                <a:pos x="27" y="32"/>
              </a:cxn>
              <a:cxn ang="0">
                <a:pos x="16" y="27"/>
              </a:cxn>
              <a:cxn ang="0">
                <a:pos x="11" y="21"/>
              </a:cxn>
              <a:cxn ang="0">
                <a:pos x="5" y="16"/>
              </a:cxn>
              <a:cxn ang="0">
                <a:pos x="0" y="11"/>
              </a:cxn>
              <a:cxn ang="0">
                <a:pos x="0" y="5"/>
              </a:cxn>
              <a:cxn ang="0">
                <a:pos x="0" y="0"/>
              </a:cxn>
              <a:cxn ang="0">
                <a:pos x="32" y="0"/>
              </a:cxn>
              <a:cxn ang="0">
                <a:pos x="48" y="0"/>
              </a:cxn>
              <a:cxn ang="0">
                <a:pos x="63" y="5"/>
              </a:cxn>
              <a:cxn ang="0">
                <a:pos x="79" y="5"/>
              </a:cxn>
              <a:cxn ang="0">
                <a:pos x="90" y="11"/>
              </a:cxn>
              <a:cxn ang="0">
                <a:pos x="100" y="21"/>
              </a:cxn>
              <a:cxn ang="0">
                <a:pos x="106" y="27"/>
              </a:cxn>
              <a:cxn ang="0">
                <a:pos x="111" y="32"/>
              </a:cxn>
              <a:cxn ang="0">
                <a:pos x="116" y="43"/>
              </a:cxn>
              <a:cxn ang="0">
                <a:pos x="116" y="53"/>
              </a:cxn>
              <a:cxn ang="0">
                <a:pos x="116" y="58"/>
              </a:cxn>
              <a:cxn ang="0">
                <a:pos x="116" y="58"/>
              </a:cxn>
            </a:cxnLst>
            <a:rect l="0" t="0" r="r" b="b"/>
            <a:pathLst>
              <a:path w="116" h="74">
                <a:moveTo>
                  <a:pt x="116" y="58"/>
                </a:moveTo>
                <a:lnTo>
                  <a:pt x="116" y="69"/>
                </a:lnTo>
                <a:lnTo>
                  <a:pt x="111" y="74"/>
                </a:lnTo>
                <a:lnTo>
                  <a:pt x="106" y="74"/>
                </a:lnTo>
                <a:lnTo>
                  <a:pt x="100" y="74"/>
                </a:lnTo>
                <a:lnTo>
                  <a:pt x="90" y="74"/>
                </a:lnTo>
                <a:lnTo>
                  <a:pt x="85" y="74"/>
                </a:lnTo>
                <a:lnTo>
                  <a:pt x="79" y="69"/>
                </a:lnTo>
                <a:lnTo>
                  <a:pt x="74" y="64"/>
                </a:lnTo>
                <a:lnTo>
                  <a:pt x="63" y="58"/>
                </a:lnTo>
                <a:lnTo>
                  <a:pt x="53" y="53"/>
                </a:lnTo>
                <a:lnTo>
                  <a:pt x="42" y="43"/>
                </a:lnTo>
                <a:lnTo>
                  <a:pt x="32" y="37"/>
                </a:lnTo>
                <a:lnTo>
                  <a:pt x="27" y="32"/>
                </a:lnTo>
                <a:lnTo>
                  <a:pt x="16" y="27"/>
                </a:lnTo>
                <a:lnTo>
                  <a:pt x="11" y="21"/>
                </a:lnTo>
                <a:lnTo>
                  <a:pt x="5" y="16"/>
                </a:lnTo>
                <a:lnTo>
                  <a:pt x="0" y="11"/>
                </a:lnTo>
                <a:lnTo>
                  <a:pt x="0" y="5"/>
                </a:lnTo>
                <a:lnTo>
                  <a:pt x="0" y="0"/>
                </a:lnTo>
                <a:lnTo>
                  <a:pt x="32" y="0"/>
                </a:lnTo>
                <a:lnTo>
                  <a:pt x="48" y="0"/>
                </a:lnTo>
                <a:lnTo>
                  <a:pt x="63" y="5"/>
                </a:lnTo>
                <a:lnTo>
                  <a:pt x="79" y="5"/>
                </a:lnTo>
                <a:lnTo>
                  <a:pt x="90" y="11"/>
                </a:lnTo>
                <a:lnTo>
                  <a:pt x="100" y="21"/>
                </a:lnTo>
                <a:lnTo>
                  <a:pt x="106" y="27"/>
                </a:lnTo>
                <a:lnTo>
                  <a:pt x="111" y="32"/>
                </a:lnTo>
                <a:lnTo>
                  <a:pt x="116" y="43"/>
                </a:lnTo>
                <a:lnTo>
                  <a:pt x="116" y="53"/>
                </a:lnTo>
                <a:lnTo>
                  <a:pt x="116" y="58"/>
                </a:lnTo>
                <a:lnTo>
                  <a:pt x="116" y="58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7" name="Freeform 33"/>
          <p:cNvSpPr/>
          <p:nvPr/>
        </p:nvSpPr>
        <p:spPr bwMode="auto">
          <a:xfrm>
            <a:off x="5421313" y="3687763"/>
            <a:ext cx="579438" cy="269875"/>
          </a:xfrm>
          <a:custGeom>
            <a:avLst/>
            <a:gdLst/>
            <a:ahLst/>
            <a:cxnLst>
              <a:cxn ang="0">
                <a:pos x="196" y="106"/>
              </a:cxn>
              <a:cxn ang="0">
                <a:pos x="159" y="122"/>
              </a:cxn>
              <a:cxn ang="0">
                <a:pos x="132" y="138"/>
              </a:cxn>
              <a:cxn ang="0">
                <a:pos x="106" y="148"/>
              </a:cxn>
              <a:cxn ang="0">
                <a:pos x="85" y="159"/>
              </a:cxn>
              <a:cxn ang="0">
                <a:pos x="69" y="164"/>
              </a:cxn>
              <a:cxn ang="0">
                <a:pos x="58" y="170"/>
              </a:cxn>
              <a:cxn ang="0">
                <a:pos x="48" y="170"/>
              </a:cxn>
              <a:cxn ang="0">
                <a:pos x="43" y="170"/>
              </a:cxn>
              <a:cxn ang="0">
                <a:pos x="37" y="170"/>
              </a:cxn>
              <a:cxn ang="0">
                <a:pos x="21" y="159"/>
              </a:cxn>
              <a:cxn ang="0">
                <a:pos x="6" y="138"/>
              </a:cxn>
              <a:cxn ang="0">
                <a:pos x="0" y="122"/>
              </a:cxn>
              <a:cxn ang="0">
                <a:pos x="6" y="111"/>
              </a:cxn>
              <a:cxn ang="0">
                <a:pos x="16" y="111"/>
              </a:cxn>
              <a:cxn ang="0">
                <a:pos x="27" y="117"/>
              </a:cxn>
              <a:cxn ang="0">
                <a:pos x="37" y="117"/>
              </a:cxn>
              <a:cxn ang="0">
                <a:pos x="48" y="117"/>
              </a:cxn>
              <a:cxn ang="0">
                <a:pos x="53" y="117"/>
              </a:cxn>
              <a:cxn ang="0">
                <a:pos x="64" y="111"/>
              </a:cxn>
              <a:cxn ang="0">
                <a:pos x="79" y="106"/>
              </a:cxn>
              <a:cxn ang="0">
                <a:pos x="101" y="95"/>
              </a:cxn>
              <a:cxn ang="0">
                <a:pos x="127" y="85"/>
              </a:cxn>
              <a:cxn ang="0">
                <a:pos x="159" y="74"/>
              </a:cxn>
              <a:cxn ang="0">
                <a:pos x="190" y="58"/>
              </a:cxn>
              <a:cxn ang="0">
                <a:pos x="227" y="48"/>
              </a:cxn>
              <a:cxn ang="0">
                <a:pos x="264" y="32"/>
              </a:cxn>
              <a:cxn ang="0">
                <a:pos x="291" y="21"/>
              </a:cxn>
              <a:cxn ang="0">
                <a:pos x="317" y="11"/>
              </a:cxn>
              <a:cxn ang="0">
                <a:pos x="338" y="5"/>
              </a:cxn>
              <a:cxn ang="0">
                <a:pos x="354" y="5"/>
              </a:cxn>
              <a:cxn ang="0">
                <a:pos x="359" y="0"/>
              </a:cxn>
              <a:cxn ang="0">
                <a:pos x="365" y="0"/>
              </a:cxn>
              <a:cxn ang="0">
                <a:pos x="365" y="5"/>
              </a:cxn>
              <a:cxn ang="0">
                <a:pos x="359" y="11"/>
              </a:cxn>
              <a:cxn ang="0">
                <a:pos x="354" y="16"/>
              </a:cxn>
              <a:cxn ang="0">
                <a:pos x="338" y="27"/>
              </a:cxn>
              <a:cxn ang="0">
                <a:pos x="317" y="37"/>
              </a:cxn>
              <a:cxn ang="0">
                <a:pos x="296" y="53"/>
              </a:cxn>
              <a:cxn ang="0">
                <a:pos x="264" y="69"/>
              </a:cxn>
              <a:cxn ang="0">
                <a:pos x="233" y="85"/>
              </a:cxn>
              <a:cxn ang="0">
                <a:pos x="212" y="95"/>
              </a:cxn>
            </a:cxnLst>
            <a:rect l="0" t="0" r="r" b="b"/>
            <a:pathLst>
              <a:path w="365" h="170">
                <a:moveTo>
                  <a:pt x="212" y="95"/>
                </a:moveTo>
                <a:lnTo>
                  <a:pt x="196" y="106"/>
                </a:lnTo>
                <a:lnTo>
                  <a:pt x="180" y="111"/>
                </a:lnTo>
                <a:lnTo>
                  <a:pt x="159" y="122"/>
                </a:lnTo>
                <a:lnTo>
                  <a:pt x="148" y="127"/>
                </a:lnTo>
                <a:lnTo>
                  <a:pt x="132" y="138"/>
                </a:lnTo>
                <a:lnTo>
                  <a:pt x="116" y="143"/>
                </a:lnTo>
                <a:lnTo>
                  <a:pt x="106" y="148"/>
                </a:lnTo>
                <a:lnTo>
                  <a:pt x="95" y="154"/>
                </a:lnTo>
                <a:lnTo>
                  <a:pt x="85" y="159"/>
                </a:lnTo>
                <a:lnTo>
                  <a:pt x="79" y="159"/>
                </a:lnTo>
                <a:lnTo>
                  <a:pt x="69" y="164"/>
                </a:lnTo>
                <a:lnTo>
                  <a:pt x="64" y="164"/>
                </a:lnTo>
                <a:lnTo>
                  <a:pt x="58" y="170"/>
                </a:lnTo>
                <a:lnTo>
                  <a:pt x="53" y="170"/>
                </a:lnTo>
                <a:lnTo>
                  <a:pt x="48" y="170"/>
                </a:lnTo>
                <a:lnTo>
                  <a:pt x="48" y="170"/>
                </a:lnTo>
                <a:lnTo>
                  <a:pt x="43" y="170"/>
                </a:lnTo>
                <a:lnTo>
                  <a:pt x="37" y="170"/>
                </a:lnTo>
                <a:lnTo>
                  <a:pt x="37" y="170"/>
                </a:lnTo>
                <a:lnTo>
                  <a:pt x="32" y="170"/>
                </a:lnTo>
                <a:lnTo>
                  <a:pt x="21" y="159"/>
                </a:lnTo>
                <a:lnTo>
                  <a:pt x="16" y="148"/>
                </a:lnTo>
                <a:lnTo>
                  <a:pt x="6" y="138"/>
                </a:lnTo>
                <a:lnTo>
                  <a:pt x="0" y="127"/>
                </a:lnTo>
                <a:lnTo>
                  <a:pt x="0" y="122"/>
                </a:lnTo>
                <a:lnTo>
                  <a:pt x="6" y="117"/>
                </a:lnTo>
                <a:lnTo>
                  <a:pt x="6" y="111"/>
                </a:lnTo>
                <a:lnTo>
                  <a:pt x="11" y="111"/>
                </a:lnTo>
                <a:lnTo>
                  <a:pt x="16" y="111"/>
                </a:lnTo>
                <a:lnTo>
                  <a:pt x="27" y="111"/>
                </a:lnTo>
                <a:lnTo>
                  <a:pt x="27" y="117"/>
                </a:lnTo>
                <a:lnTo>
                  <a:pt x="32" y="117"/>
                </a:lnTo>
                <a:lnTo>
                  <a:pt x="37" y="117"/>
                </a:lnTo>
                <a:lnTo>
                  <a:pt x="43" y="117"/>
                </a:lnTo>
                <a:lnTo>
                  <a:pt x="48" y="117"/>
                </a:lnTo>
                <a:lnTo>
                  <a:pt x="48" y="117"/>
                </a:lnTo>
                <a:lnTo>
                  <a:pt x="53" y="117"/>
                </a:lnTo>
                <a:lnTo>
                  <a:pt x="58" y="111"/>
                </a:lnTo>
                <a:lnTo>
                  <a:pt x="64" y="111"/>
                </a:lnTo>
                <a:lnTo>
                  <a:pt x="74" y="106"/>
                </a:lnTo>
                <a:lnTo>
                  <a:pt x="79" y="106"/>
                </a:lnTo>
                <a:lnTo>
                  <a:pt x="90" y="101"/>
                </a:lnTo>
                <a:lnTo>
                  <a:pt x="101" y="95"/>
                </a:lnTo>
                <a:lnTo>
                  <a:pt x="116" y="90"/>
                </a:lnTo>
                <a:lnTo>
                  <a:pt x="127" y="85"/>
                </a:lnTo>
                <a:lnTo>
                  <a:pt x="143" y="80"/>
                </a:lnTo>
                <a:lnTo>
                  <a:pt x="159" y="74"/>
                </a:lnTo>
                <a:lnTo>
                  <a:pt x="175" y="69"/>
                </a:lnTo>
                <a:lnTo>
                  <a:pt x="190" y="58"/>
                </a:lnTo>
                <a:lnTo>
                  <a:pt x="212" y="53"/>
                </a:lnTo>
                <a:lnTo>
                  <a:pt x="227" y="48"/>
                </a:lnTo>
                <a:lnTo>
                  <a:pt x="248" y="37"/>
                </a:lnTo>
                <a:lnTo>
                  <a:pt x="264" y="32"/>
                </a:lnTo>
                <a:lnTo>
                  <a:pt x="280" y="27"/>
                </a:lnTo>
                <a:lnTo>
                  <a:pt x="291" y="21"/>
                </a:lnTo>
                <a:lnTo>
                  <a:pt x="307" y="16"/>
                </a:lnTo>
                <a:lnTo>
                  <a:pt x="317" y="11"/>
                </a:lnTo>
                <a:lnTo>
                  <a:pt x="328" y="11"/>
                </a:lnTo>
                <a:lnTo>
                  <a:pt x="338" y="5"/>
                </a:lnTo>
                <a:lnTo>
                  <a:pt x="344" y="5"/>
                </a:lnTo>
                <a:lnTo>
                  <a:pt x="354" y="5"/>
                </a:lnTo>
                <a:lnTo>
                  <a:pt x="359" y="0"/>
                </a:lnTo>
                <a:lnTo>
                  <a:pt x="359" y="0"/>
                </a:lnTo>
                <a:lnTo>
                  <a:pt x="365" y="0"/>
                </a:lnTo>
                <a:lnTo>
                  <a:pt x="365" y="0"/>
                </a:lnTo>
                <a:lnTo>
                  <a:pt x="365" y="0"/>
                </a:lnTo>
                <a:lnTo>
                  <a:pt x="365" y="5"/>
                </a:lnTo>
                <a:lnTo>
                  <a:pt x="365" y="5"/>
                </a:lnTo>
                <a:lnTo>
                  <a:pt x="359" y="11"/>
                </a:lnTo>
                <a:lnTo>
                  <a:pt x="359" y="11"/>
                </a:lnTo>
                <a:lnTo>
                  <a:pt x="354" y="16"/>
                </a:lnTo>
                <a:lnTo>
                  <a:pt x="344" y="21"/>
                </a:lnTo>
                <a:lnTo>
                  <a:pt x="338" y="27"/>
                </a:lnTo>
                <a:lnTo>
                  <a:pt x="328" y="32"/>
                </a:lnTo>
                <a:lnTo>
                  <a:pt x="317" y="37"/>
                </a:lnTo>
                <a:lnTo>
                  <a:pt x="307" y="43"/>
                </a:lnTo>
                <a:lnTo>
                  <a:pt x="296" y="53"/>
                </a:lnTo>
                <a:lnTo>
                  <a:pt x="280" y="58"/>
                </a:lnTo>
                <a:lnTo>
                  <a:pt x="264" y="69"/>
                </a:lnTo>
                <a:lnTo>
                  <a:pt x="248" y="74"/>
                </a:lnTo>
                <a:lnTo>
                  <a:pt x="233" y="85"/>
                </a:lnTo>
                <a:lnTo>
                  <a:pt x="212" y="95"/>
                </a:lnTo>
                <a:lnTo>
                  <a:pt x="212" y="95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8" name="Freeform 34"/>
          <p:cNvSpPr/>
          <p:nvPr/>
        </p:nvSpPr>
        <p:spPr bwMode="auto">
          <a:xfrm>
            <a:off x="5916613" y="3562350"/>
            <a:ext cx="485775" cy="444500"/>
          </a:xfrm>
          <a:custGeom>
            <a:avLst/>
            <a:gdLst/>
            <a:ahLst/>
            <a:cxnLst>
              <a:cxn ang="0">
                <a:pos x="306" y="42"/>
              </a:cxn>
              <a:cxn ang="0">
                <a:pos x="306" y="47"/>
              </a:cxn>
              <a:cxn ang="0">
                <a:pos x="301" y="53"/>
              </a:cxn>
              <a:cxn ang="0">
                <a:pos x="301" y="58"/>
              </a:cxn>
              <a:cxn ang="0">
                <a:pos x="296" y="63"/>
              </a:cxn>
              <a:cxn ang="0">
                <a:pos x="290" y="69"/>
              </a:cxn>
              <a:cxn ang="0">
                <a:pos x="285" y="79"/>
              </a:cxn>
              <a:cxn ang="0">
                <a:pos x="280" y="84"/>
              </a:cxn>
              <a:cxn ang="0">
                <a:pos x="269" y="95"/>
              </a:cxn>
              <a:cxn ang="0">
                <a:pos x="253" y="116"/>
              </a:cxn>
              <a:cxn ang="0">
                <a:pos x="232" y="137"/>
              </a:cxn>
              <a:cxn ang="0">
                <a:pos x="206" y="159"/>
              </a:cxn>
              <a:cxn ang="0">
                <a:pos x="179" y="180"/>
              </a:cxn>
              <a:cxn ang="0">
                <a:pos x="153" y="201"/>
              </a:cxn>
              <a:cxn ang="0">
                <a:pos x="127" y="222"/>
              </a:cxn>
              <a:cxn ang="0">
                <a:pos x="100" y="238"/>
              </a:cxn>
              <a:cxn ang="0">
                <a:pos x="69" y="254"/>
              </a:cxn>
              <a:cxn ang="0">
                <a:pos x="53" y="259"/>
              </a:cxn>
              <a:cxn ang="0">
                <a:pos x="42" y="270"/>
              </a:cxn>
              <a:cxn ang="0">
                <a:pos x="32" y="270"/>
              </a:cxn>
              <a:cxn ang="0">
                <a:pos x="21" y="275"/>
              </a:cxn>
              <a:cxn ang="0">
                <a:pos x="10" y="280"/>
              </a:cxn>
              <a:cxn ang="0">
                <a:pos x="5" y="280"/>
              </a:cxn>
              <a:cxn ang="0">
                <a:pos x="5" y="280"/>
              </a:cxn>
              <a:cxn ang="0">
                <a:pos x="0" y="280"/>
              </a:cxn>
              <a:cxn ang="0">
                <a:pos x="0" y="275"/>
              </a:cxn>
              <a:cxn ang="0">
                <a:pos x="5" y="275"/>
              </a:cxn>
              <a:cxn ang="0">
                <a:pos x="10" y="270"/>
              </a:cxn>
              <a:cxn ang="0">
                <a:pos x="21" y="259"/>
              </a:cxn>
              <a:cxn ang="0">
                <a:pos x="32" y="254"/>
              </a:cxn>
              <a:cxn ang="0">
                <a:pos x="42" y="243"/>
              </a:cxn>
              <a:cxn ang="0">
                <a:pos x="58" y="233"/>
              </a:cxn>
              <a:cxn ang="0">
                <a:pos x="74" y="217"/>
              </a:cxn>
              <a:cxn ang="0">
                <a:pos x="111" y="190"/>
              </a:cxn>
              <a:cxn ang="0">
                <a:pos x="142" y="164"/>
              </a:cxn>
              <a:cxn ang="0">
                <a:pos x="158" y="153"/>
              </a:cxn>
              <a:cxn ang="0">
                <a:pos x="169" y="143"/>
              </a:cxn>
              <a:cxn ang="0">
                <a:pos x="185" y="127"/>
              </a:cxn>
              <a:cxn ang="0">
                <a:pos x="195" y="116"/>
              </a:cxn>
              <a:cxn ang="0">
                <a:pos x="211" y="95"/>
              </a:cxn>
              <a:cxn ang="0">
                <a:pos x="227" y="74"/>
              </a:cxn>
              <a:cxn ang="0">
                <a:pos x="232" y="63"/>
              </a:cxn>
              <a:cxn ang="0">
                <a:pos x="237" y="58"/>
              </a:cxn>
              <a:cxn ang="0">
                <a:pos x="243" y="47"/>
              </a:cxn>
              <a:cxn ang="0">
                <a:pos x="243" y="42"/>
              </a:cxn>
              <a:cxn ang="0">
                <a:pos x="248" y="32"/>
              </a:cxn>
              <a:cxn ang="0">
                <a:pos x="248" y="26"/>
              </a:cxn>
              <a:cxn ang="0">
                <a:pos x="248" y="16"/>
              </a:cxn>
              <a:cxn ang="0">
                <a:pos x="248" y="10"/>
              </a:cxn>
              <a:cxn ang="0">
                <a:pos x="248" y="10"/>
              </a:cxn>
              <a:cxn ang="0">
                <a:pos x="248" y="5"/>
              </a:cxn>
              <a:cxn ang="0">
                <a:pos x="248" y="0"/>
              </a:cxn>
              <a:cxn ang="0">
                <a:pos x="253" y="0"/>
              </a:cxn>
              <a:cxn ang="0">
                <a:pos x="259" y="0"/>
              </a:cxn>
              <a:cxn ang="0">
                <a:pos x="264" y="0"/>
              </a:cxn>
              <a:cxn ang="0">
                <a:pos x="274" y="5"/>
              </a:cxn>
              <a:cxn ang="0">
                <a:pos x="285" y="10"/>
              </a:cxn>
              <a:cxn ang="0">
                <a:pos x="296" y="21"/>
              </a:cxn>
              <a:cxn ang="0">
                <a:pos x="301" y="26"/>
              </a:cxn>
              <a:cxn ang="0">
                <a:pos x="301" y="37"/>
              </a:cxn>
              <a:cxn ang="0">
                <a:pos x="306" y="42"/>
              </a:cxn>
              <a:cxn ang="0">
                <a:pos x="306" y="42"/>
              </a:cxn>
            </a:cxnLst>
            <a:rect l="0" t="0" r="r" b="b"/>
            <a:pathLst>
              <a:path w="306" h="280">
                <a:moveTo>
                  <a:pt x="306" y="42"/>
                </a:moveTo>
                <a:lnTo>
                  <a:pt x="306" y="47"/>
                </a:lnTo>
                <a:lnTo>
                  <a:pt x="301" y="53"/>
                </a:lnTo>
                <a:lnTo>
                  <a:pt x="301" y="58"/>
                </a:lnTo>
                <a:lnTo>
                  <a:pt x="296" y="63"/>
                </a:lnTo>
                <a:lnTo>
                  <a:pt x="290" y="69"/>
                </a:lnTo>
                <a:lnTo>
                  <a:pt x="285" y="79"/>
                </a:lnTo>
                <a:lnTo>
                  <a:pt x="280" y="84"/>
                </a:lnTo>
                <a:lnTo>
                  <a:pt x="269" y="95"/>
                </a:lnTo>
                <a:lnTo>
                  <a:pt x="253" y="116"/>
                </a:lnTo>
                <a:lnTo>
                  <a:pt x="232" y="137"/>
                </a:lnTo>
                <a:lnTo>
                  <a:pt x="206" y="159"/>
                </a:lnTo>
                <a:lnTo>
                  <a:pt x="179" y="180"/>
                </a:lnTo>
                <a:lnTo>
                  <a:pt x="153" y="201"/>
                </a:lnTo>
                <a:lnTo>
                  <a:pt x="127" y="222"/>
                </a:lnTo>
                <a:lnTo>
                  <a:pt x="100" y="238"/>
                </a:lnTo>
                <a:lnTo>
                  <a:pt x="69" y="254"/>
                </a:lnTo>
                <a:lnTo>
                  <a:pt x="53" y="259"/>
                </a:lnTo>
                <a:lnTo>
                  <a:pt x="42" y="270"/>
                </a:lnTo>
                <a:lnTo>
                  <a:pt x="32" y="270"/>
                </a:lnTo>
                <a:lnTo>
                  <a:pt x="21" y="275"/>
                </a:lnTo>
                <a:lnTo>
                  <a:pt x="10" y="280"/>
                </a:lnTo>
                <a:lnTo>
                  <a:pt x="5" y="280"/>
                </a:lnTo>
                <a:lnTo>
                  <a:pt x="5" y="280"/>
                </a:lnTo>
                <a:lnTo>
                  <a:pt x="0" y="280"/>
                </a:lnTo>
                <a:lnTo>
                  <a:pt x="0" y="275"/>
                </a:lnTo>
                <a:lnTo>
                  <a:pt x="5" y="275"/>
                </a:lnTo>
                <a:lnTo>
                  <a:pt x="10" y="270"/>
                </a:lnTo>
                <a:lnTo>
                  <a:pt x="21" y="259"/>
                </a:lnTo>
                <a:lnTo>
                  <a:pt x="32" y="254"/>
                </a:lnTo>
                <a:lnTo>
                  <a:pt x="42" y="243"/>
                </a:lnTo>
                <a:lnTo>
                  <a:pt x="58" y="233"/>
                </a:lnTo>
                <a:lnTo>
                  <a:pt x="74" y="217"/>
                </a:lnTo>
                <a:lnTo>
                  <a:pt x="111" y="190"/>
                </a:lnTo>
                <a:lnTo>
                  <a:pt x="142" y="164"/>
                </a:lnTo>
                <a:lnTo>
                  <a:pt x="158" y="153"/>
                </a:lnTo>
                <a:lnTo>
                  <a:pt x="169" y="143"/>
                </a:lnTo>
                <a:lnTo>
                  <a:pt x="185" y="127"/>
                </a:lnTo>
                <a:lnTo>
                  <a:pt x="195" y="116"/>
                </a:lnTo>
                <a:lnTo>
                  <a:pt x="211" y="95"/>
                </a:lnTo>
                <a:lnTo>
                  <a:pt x="227" y="74"/>
                </a:lnTo>
                <a:lnTo>
                  <a:pt x="232" y="63"/>
                </a:lnTo>
                <a:lnTo>
                  <a:pt x="237" y="58"/>
                </a:lnTo>
                <a:lnTo>
                  <a:pt x="243" y="47"/>
                </a:lnTo>
                <a:lnTo>
                  <a:pt x="243" y="42"/>
                </a:lnTo>
                <a:lnTo>
                  <a:pt x="248" y="32"/>
                </a:lnTo>
                <a:lnTo>
                  <a:pt x="248" y="26"/>
                </a:lnTo>
                <a:lnTo>
                  <a:pt x="248" y="16"/>
                </a:lnTo>
                <a:lnTo>
                  <a:pt x="248" y="10"/>
                </a:lnTo>
                <a:lnTo>
                  <a:pt x="248" y="10"/>
                </a:lnTo>
                <a:lnTo>
                  <a:pt x="248" y="5"/>
                </a:lnTo>
                <a:lnTo>
                  <a:pt x="248" y="0"/>
                </a:lnTo>
                <a:lnTo>
                  <a:pt x="253" y="0"/>
                </a:lnTo>
                <a:lnTo>
                  <a:pt x="259" y="0"/>
                </a:lnTo>
                <a:lnTo>
                  <a:pt x="264" y="0"/>
                </a:lnTo>
                <a:lnTo>
                  <a:pt x="274" y="5"/>
                </a:lnTo>
                <a:lnTo>
                  <a:pt x="285" y="10"/>
                </a:lnTo>
                <a:lnTo>
                  <a:pt x="296" y="21"/>
                </a:lnTo>
                <a:lnTo>
                  <a:pt x="301" y="26"/>
                </a:lnTo>
                <a:lnTo>
                  <a:pt x="301" y="37"/>
                </a:lnTo>
                <a:lnTo>
                  <a:pt x="306" y="42"/>
                </a:lnTo>
                <a:lnTo>
                  <a:pt x="306" y="42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5" name="Freeform 41"/>
          <p:cNvSpPr/>
          <p:nvPr/>
        </p:nvSpPr>
        <p:spPr bwMode="auto">
          <a:xfrm>
            <a:off x="9136063" y="3073400"/>
            <a:ext cx="788988" cy="176213"/>
          </a:xfrm>
          <a:custGeom>
            <a:avLst/>
            <a:gdLst/>
            <a:ahLst/>
            <a:cxnLst>
              <a:cxn ang="0">
                <a:pos x="11" y="90"/>
              </a:cxn>
              <a:cxn ang="0">
                <a:pos x="0" y="79"/>
              </a:cxn>
              <a:cxn ang="0">
                <a:pos x="0" y="74"/>
              </a:cxn>
              <a:cxn ang="0">
                <a:pos x="11" y="74"/>
              </a:cxn>
              <a:cxn ang="0">
                <a:pos x="27" y="74"/>
              </a:cxn>
              <a:cxn ang="0">
                <a:pos x="37" y="74"/>
              </a:cxn>
              <a:cxn ang="0">
                <a:pos x="58" y="74"/>
              </a:cxn>
              <a:cxn ang="0">
                <a:pos x="80" y="69"/>
              </a:cxn>
              <a:cxn ang="0">
                <a:pos x="106" y="69"/>
              </a:cxn>
              <a:cxn ang="0">
                <a:pos x="143" y="64"/>
              </a:cxn>
              <a:cxn ang="0">
                <a:pos x="196" y="53"/>
              </a:cxn>
              <a:cxn ang="0">
                <a:pos x="254" y="37"/>
              </a:cxn>
              <a:cxn ang="0">
                <a:pos x="322" y="21"/>
              </a:cxn>
              <a:cxn ang="0">
                <a:pos x="381" y="6"/>
              </a:cxn>
              <a:cxn ang="0">
                <a:pos x="423" y="0"/>
              </a:cxn>
              <a:cxn ang="0">
                <a:pos x="454" y="0"/>
              </a:cxn>
              <a:cxn ang="0">
                <a:pos x="476" y="6"/>
              </a:cxn>
              <a:cxn ang="0">
                <a:pos x="486" y="11"/>
              </a:cxn>
              <a:cxn ang="0">
                <a:pos x="491" y="16"/>
              </a:cxn>
              <a:cxn ang="0">
                <a:pos x="497" y="21"/>
              </a:cxn>
              <a:cxn ang="0">
                <a:pos x="497" y="32"/>
              </a:cxn>
              <a:cxn ang="0">
                <a:pos x="491" y="37"/>
              </a:cxn>
              <a:cxn ang="0">
                <a:pos x="476" y="48"/>
              </a:cxn>
              <a:cxn ang="0">
                <a:pos x="449" y="53"/>
              </a:cxn>
              <a:cxn ang="0">
                <a:pos x="418" y="64"/>
              </a:cxn>
              <a:cxn ang="0">
                <a:pos x="375" y="69"/>
              </a:cxn>
              <a:cxn ang="0">
                <a:pos x="322" y="79"/>
              </a:cxn>
              <a:cxn ang="0">
                <a:pos x="259" y="85"/>
              </a:cxn>
              <a:cxn ang="0">
                <a:pos x="206" y="95"/>
              </a:cxn>
              <a:cxn ang="0">
                <a:pos x="169" y="101"/>
              </a:cxn>
              <a:cxn ang="0">
                <a:pos x="143" y="106"/>
              </a:cxn>
              <a:cxn ang="0">
                <a:pos x="117" y="106"/>
              </a:cxn>
              <a:cxn ang="0">
                <a:pos x="95" y="111"/>
              </a:cxn>
              <a:cxn ang="0">
                <a:pos x="80" y="111"/>
              </a:cxn>
              <a:cxn ang="0">
                <a:pos x="69" y="111"/>
              </a:cxn>
              <a:cxn ang="0">
                <a:pos x="58" y="111"/>
              </a:cxn>
              <a:cxn ang="0">
                <a:pos x="37" y="106"/>
              </a:cxn>
              <a:cxn ang="0">
                <a:pos x="16" y="95"/>
              </a:cxn>
            </a:cxnLst>
            <a:rect l="0" t="0" r="r" b="b"/>
            <a:pathLst>
              <a:path w="497" h="111">
                <a:moveTo>
                  <a:pt x="16" y="95"/>
                </a:moveTo>
                <a:lnTo>
                  <a:pt x="11" y="90"/>
                </a:lnTo>
                <a:lnTo>
                  <a:pt x="6" y="85"/>
                </a:lnTo>
                <a:lnTo>
                  <a:pt x="0" y="79"/>
                </a:lnTo>
                <a:lnTo>
                  <a:pt x="0" y="74"/>
                </a:lnTo>
                <a:lnTo>
                  <a:pt x="0" y="74"/>
                </a:lnTo>
                <a:lnTo>
                  <a:pt x="6" y="74"/>
                </a:lnTo>
                <a:lnTo>
                  <a:pt x="11" y="74"/>
                </a:lnTo>
                <a:lnTo>
                  <a:pt x="21" y="74"/>
                </a:lnTo>
                <a:lnTo>
                  <a:pt x="27" y="74"/>
                </a:lnTo>
                <a:lnTo>
                  <a:pt x="32" y="74"/>
                </a:lnTo>
                <a:lnTo>
                  <a:pt x="37" y="74"/>
                </a:lnTo>
                <a:lnTo>
                  <a:pt x="48" y="74"/>
                </a:lnTo>
                <a:lnTo>
                  <a:pt x="58" y="74"/>
                </a:lnTo>
                <a:lnTo>
                  <a:pt x="69" y="69"/>
                </a:lnTo>
                <a:lnTo>
                  <a:pt x="80" y="69"/>
                </a:lnTo>
                <a:lnTo>
                  <a:pt x="95" y="69"/>
                </a:lnTo>
                <a:lnTo>
                  <a:pt x="106" y="69"/>
                </a:lnTo>
                <a:lnTo>
                  <a:pt x="127" y="64"/>
                </a:lnTo>
                <a:lnTo>
                  <a:pt x="143" y="64"/>
                </a:lnTo>
                <a:lnTo>
                  <a:pt x="169" y="58"/>
                </a:lnTo>
                <a:lnTo>
                  <a:pt x="196" y="53"/>
                </a:lnTo>
                <a:lnTo>
                  <a:pt x="222" y="43"/>
                </a:lnTo>
                <a:lnTo>
                  <a:pt x="254" y="37"/>
                </a:lnTo>
                <a:lnTo>
                  <a:pt x="291" y="27"/>
                </a:lnTo>
                <a:lnTo>
                  <a:pt x="322" y="21"/>
                </a:lnTo>
                <a:lnTo>
                  <a:pt x="354" y="11"/>
                </a:lnTo>
                <a:lnTo>
                  <a:pt x="381" y="6"/>
                </a:lnTo>
                <a:lnTo>
                  <a:pt x="402" y="6"/>
                </a:lnTo>
                <a:lnTo>
                  <a:pt x="423" y="0"/>
                </a:lnTo>
                <a:lnTo>
                  <a:pt x="439" y="0"/>
                </a:lnTo>
                <a:lnTo>
                  <a:pt x="454" y="0"/>
                </a:lnTo>
                <a:lnTo>
                  <a:pt x="465" y="0"/>
                </a:lnTo>
                <a:lnTo>
                  <a:pt x="476" y="6"/>
                </a:lnTo>
                <a:lnTo>
                  <a:pt x="481" y="6"/>
                </a:lnTo>
                <a:lnTo>
                  <a:pt x="486" y="11"/>
                </a:lnTo>
                <a:lnTo>
                  <a:pt x="491" y="11"/>
                </a:lnTo>
                <a:lnTo>
                  <a:pt x="491" y="16"/>
                </a:lnTo>
                <a:lnTo>
                  <a:pt x="497" y="21"/>
                </a:lnTo>
                <a:lnTo>
                  <a:pt x="497" y="21"/>
                </a:lnTo>
                <a:lnTo>
                  <a:pt x="497" y="27"/>
                </a:lnTo>
                <a:lnTo>
                  <a:pt x="497" y="32"/>
                </a:lnTo>
                <a:lnTo>
                  <a:pt x="497" y="37"/>
                </a:lnTo>
                <a:lnTo>
                  <a:pt x="491" y="37"/>
                </a:lnTo>
                <a:lnTo>
                  <a:pt x="481" y="43"/>
                </a:lnTo>
                <a:lnTo>
                  <a:pt x="476" y="48"/>
                </a:lnTo>
                <a:lnTo>
                  <a:pt x="465" y="48"/>
                </a:lnTo>
                <a:lnTo>
                  <a:pt x="449" y="53"/>
                </a:lnTo>
                <a:lnTo>
                  <a:pt x="439" y="58"/>
                </a:lnTo>
                <a:lnTo>
                  <a:pt x="418" y="64"/>
                </a:lnTo>
                <a:lnTo>
                  <a:pt x="396" y="64"/>
                </a:lnTo>
                <a:lnTo>
                  <a:pt x="375" y="69"/>
                </a:lnTo>
                <a:lnTo>
                  <a:pt x="349" y="74"/>
                </a:lnTo>
                <a:lnTo>
                  <a:pt x="322" y="79"/>
                </a:lnTo>
                <a:lnTo>
                  <a:pt x="291" y="85"/>
                </a:lnTo>
                <a:lnTo>
                  <a:pt x="259" y="85"/>
                </a:lnTo>
                <a:lnTo>
                  <a:pt x="222" y="90"/>
                </a:lnTo>
                <a:lnTo>
                  <a:pt x="206" y="95"/>
                </a:lnTo>
                <a:lnTo>
                  <a:pt x="185" y="95"/>
                </a:lnTo>
                <a:lnTo>
                  <a:pt x="169" y="101"/>
                </a:lnTo>
                <a:lnTo>
                  <a:pt x="159" y="101"/>
                </a:lnTo>
                <a:lnTo>
                  <a:pt x="143" y="106"/>
                </a:lnTo>
                <a:lnTo>
                  <a:pt x="127" y="106"/>
                </a:lnTo>
                <a:lnTo>
                  <a:pt x="117" y="106"/>
                </a:lnTo>
                <a:lnTo>
                  <a:pt x="106" y="106"/>
                </a:lnTo>
                <a:lnTo>
                  <a:pt x="95" y="111"/>
                </a:lnTo>
                <a:lnTo>
                  <a:pt x="90" y="111"/>
                </a:lnTo>
                <a:lnTo>
                  <a:pt x="80" y="111"/>
                </a:lnTo>
                <a:lnTo>
                  <a:pt x="74" y="111"/>
                </a:lnTo>
                <a:lnTo>
                  <a:pt x="69" y="111"/>
                </a:lnTo>
                <a:lnTo>
                  <a:pt x="64" y="111"/>
                </a:lnTo>
                <a:lnTo>
                  <a:pt x="58" y="111"/>
                </a:lnTo>
                <a:lnTo>
                  <a:pt x="58" y="111"/>
                </a:lnTo>
                <a:lnTo>
                  <a:pt x="37" y="106"/>
                </a:lnTo>
                <a:lnTo>
                  <a:pt x="27" y="101"/>
                </a:lnTo>
                <a:lnTo>
                  <a:pt x="16" y="95"/>
                </a:lnTo>
                <a:lnTo>
                  <a:pt x="16" y="95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6" name="Freeform 42"/>
          <p:cNvSpPr/>
          <p:nvPr/>
        </p:nvSpPr>
        <p:spPr bwMode="auto">
          <a:xfrm>
            <a:off x="9263063" y="3216275"/>
            <a:ext cx="166688" cy="720725"/>
          </a:xfrm>
          <a:custGeom>
            <a:avLst/>
            <a:gdLst/>
            <a:ahLst/>
            <a:cxnLst>
              <a:cxn ang="0">
                <a:pos x="42" y="5"/>
              </a:cxn>
              <a:cxn ang="0">
                <a:pos x="47" y="0"/>
              </a:cxn>
              <a:cxn ang="0">
                <a:pos x="58" y="5"/>
              </a:cxn>
              <a:cxn ang="0">
                <a:pos x="68" y="11"/>
              </a:cxn>
              <a:cxn ang="0">
                <a:pos x="84" y="26"/>
              </a:cxn>
              <a:cxn ang="0">
                <a:pos x="100" y="42"/>
              </a:cxn>
              <a:cxn ang="0">
                <a:pos x="105" y="53"/>
              </a:cxn>
              <a:cxn ang="0">
                <a:pos x="105" y="63"/>
              </a:cxn>
              <a:cxn ang="0">
                <a:pos x="105" y="85"/>
              </a:cxn>
              <a:cxn ang="0">
                <a:pos x="105" y="106"/>
              </a:cxn>
              <a:cxn ang="0">
                <a:pos x="105" y="158"/>
              </a:cxn>
              <a:cxn ang="0">
                <a:pos x="100" y="232"/>
              </a:cxn>
              <a:cxn ang="0">
                <a:pos x="89" y="296"/>
              </a:cxn>
              <a:cxn ang="0">
                <a:pos x="79" y="333"/>
              </a:cxn>
              <a:cxn ang="0">
                <a:pos x="63" y="364"/>
              </a:cxn>
              <a:cxn ang="0">
                <a:pos x="52" y="396"/>
              </a:cxn>
              <a:cxn ang="0">
                <a:pos x="37" y="423"/>
              </a:cxn>
              <a:cxn ang="0">
                <a:pos x="21" y="438"/>
              </a:cxn>
              <a:cxn ang="0">
                <a:pos x="10" y="449"/>
              </a:cxn>
              <a:cxn ang="0">
                <a:pos x="0" y="454"/>
              </a:cxn>
              <a:cxn ang="0">
                <a:pos x="0" y="454"/>
              </a:cxn>
              <a:cxn ang="0">
                <a:pos x="0" y="444"/>
              </a:cxn>
              <a:cxn ang="0">
                <a:pos x="0" y="433"/>
              </a:cxn>
              <a:cxn ang="0">
                <a:pos x="10" y="412"/>
              </a:cxn>
              <a:cxn ang="0">
                <a:pos x="21" y="391"/>
              </a:cxn>
              <a:cxn ang="0">
                <a:pos x="31" y="349"/>
              </a:cxn>
              <a:cxn ang="0">
                <a:pos x="52" y="280"/>
              </a:cxn>
              <a:cxn ang="0">
                <a:pos x="58" y="206"/>
              </a:cxn>
              <a:cxn ang="0">
                <a:pos x="63" y="132"/>
              </a:cxn>
              <a:cxn ang="0">
                <a:pos x="58" y="100"/>
              </a:cxn>
              <a:cxn ang="0">
                <a:pos x="58" y="74"/>
              </a:cxn>
              <a:cxn ang="0">
                <a:pos x="52" y="53"/>
              </a:cxn>
              <a:cxn ang="0">
                <a:pos x="47" y="37"/>
              </a:cxn>
              <a:cxn ang="0">
                <a:pos x="42" y="16"/>
              </a:cxn>
              <a:cxn ang="0">
                <a:pos x="42" y="5"/>
              </a:cxn>
            </a:cxnLst>
            <a:rect l="0" t="0" r="r" b="b"/>
            <a:pathLst>
              <a:path w="105" h="454">
                <a:moveTo>
                  <a:pt x="42" y="5"/>
                </a:moveTo>
                <a:lnTo>
                  <a:pt x="42" y="5"/>
                </a:lnTo>
                <a:lnTo>
                  <a:pt x="42" y="0"/>
                </a:lnTo>
                <a:lnTo>
                  <a:pt x="47" y="0"/>
                </a:lnTo>
                <a:lnTo>
                  <a:pt x="52" y="0"/>
                </a:lnTo>
                <a:lnTo>
                  <a:pt x="58" y="5"/>
                </a:lnTo>
                <a:lnTo>
                  <a:pt x="63" y="5"/>
                </a:lnTo>
                <a:lnTo>
                  <a:pt x="68" y="11"/>
                </a:lnTo>
                <a:lnTo>
                  <a:pt x="73" y="16"/>
                </a:lnTo>
                <a:lnTo>
                  <a:pt x="84" y="26"/>
                </a:lnTo>
                <a:lnTo>
                  <a:pt x="95" y="37"/>
                </a:lnTo>
                <a:lnTo>
                  <a:pt x="100" y="42"/>
                </a:lnTo>
                <a:lnTo>
                  <a:pt x="105" y="48"/>
                </a:lnTo>
                <a:lnTo>
                  <a:pt x="105" y="53"/>
                </a:lnTo>
                <a:lnTo>
                  <a:pt x="105" y="58"/>
                </a:lnTo>
                <a:lnTo>
                  <a:pt x="105" y="63"/>
                </a:lnTo>
                <a:lnTo>
                  <a:pt x="105" y="74"/>
                </a:lnTo>
                <a:lnTo>
                  <a:pt x="105" y="85"/>
                </a:lnTo>
                <a:lnTo>
                  <a:pt x="105" y="95"/>
                </a:lnTo>
                <a:lnTo>
                  <a:pt x="105" y="106"/>
                </a:lnTo>
                <a:lnTo>
                  <a:pt x="105" y="122"/>
                </a:lnTo>
                <a:lnTo>
                  <a:pt x="105" y="158"/>
                </a:lnTo>
                <a:lnTo>
                  <a:pt x="105" y="195"/>
                </a:lnTo>
                <a:lnTo>
                  <a:pt x="100" y="232"/>
                </a:lnTo>
                <a:lnTo>
                  <a:pt x="89" y="275"/>
                </a:lnTo>
                <a:lnTo>
                  <a:pt x="89" y="296"/>
                </a:lnTo>
                <a:lnTo>
                  <a:pt x="84" y="312"/>
                </a:lnTo>
                <a:lnTo>
                  <a:pt x="79" y="333"/>
                </a:lnTo>
                <a:lnTo>
                  <a:pt x="73" y="349"/>
                </a:lnTo>
                <a:lnTo>
                  <a:pt x="63" y="364"/>
                </a:lnTo>
                <a:lnTo>
                  <a:pt x="58" y="380"/>
                </a:lnTo>
                <a:lnTo>
                  <a:pt x="52" y="396"/>
                </a:lnTo>
                <a:lnTo>
                  <a:pt x="42" y="407"/>
                </a:lnTo>
                <a:lnTo>
                  <a:pt x="37" y="423"/>
                </a:lnTo>
                <a:lnTo>
                  <a:pt x="26" y="433"/>
                </a:lnTo>
                <a:lnTo>
                  <a:pt x="21" y="438"/>
                </a:lnTo>
                <a:lnTo>
                  <a:pt x="15" y="444"/>
                </a:lnTo>
                <a:lnTo>
                  <a:pt x="10" y="449"/>
                </a:lnTo>
                <a:lnTo>
                  <a:pt x="5" y="454"/>
                </a:lnTo>
                <a:lnTo>
                  <a:pt x="0" y="454"/>
                </a:lnTo>
                <a:lnTo>
                  <a:pt x="0" y="454"/>
                </a:lnTo>
                <a:lnTo>
                  <a:pt x="0" y="454"/>
                </a:lnTo>
                <a:lnTo>
                  <a:pt x="0" y="449"/>
                </a:lnTo>
                <a:lnTo>
                  <a:pt x="0" y="444"/>
                </a:lnTo>
                <a:lnTo>
                  <a:pt x="0" y="438"/>
                </a:lnTo>
                <a:lnTo>
                  <a:pt x="0" y="433"/>
                </a:lnTo>
                <a:lnTo>
                  <a:pt x="5" y="423"/>
                </a:lnTo>
                <a:lnTo>
                  <a:pt x="10" y="412"/>
                </a:lnTo>
                <a:lnTo>
                  <a:pt x="15" y="401"/>
                </a:lnTo>
                <a:lnTo>
                  <a:pt x="21" y="391"/>
                </a:lnTo>
                <a:lnTo>
                  <a:pt x="26" y="375"/>
                </a:lnTo>
                <a:lnTo>
                  <a:pt x="31" y="349"/>
                </a:lnTo>
                <a:lnTo>
                  <a:pt x="42" y="317"/>
                </a:lnTo>
                <a:lnTo>
                  <a:pt x="52" y="280"/>
                </a:lnTo>
                <a:lnTo>
                  <a:pt x="58" y="243"/>
                </a:lnTo>
                <a:lnTo>
                  <a:pt x="58" y="206"/>
                </a:lnTo>
                <a:lnTo>
                  <a:pt x="63" y="169"/>
                </a:lnTo>
                <a:lnTo>
                  <a:pt x="63" y="132"/>
                </a:lnTo>
                <a:lnTo>
                  <a:pt x="63" y="116"/>
                </a:lnTo>
                <a:lnTo>
                  <a:pt x="58" y="100"/>
                </a:lnTo>
                <a:lnTo>
                  <a:pt x="58" y="90"/>
                </a:lnTo>
                <a:lnTo>
                  <a:pt x="58" y="74"/>
                </a:lnTo>
                <a:lnTo>
                  <a:pt x="52" y="63"/>
                </a:lnTo>
                <a:lnTo>
                  <a:pt x="52" y="53"/>
                </a:lnTo>
                <a:lnTo>
                  <a:pt x="47" y="48"/>
                </a:lnTo>
                <a:lnTo>
                  <a:pt x="47" y="37"/>
                </a:lnTo>
                <a:lnTo>
                  <a:pt x="42" y="26"/>
                </a:lnTo>
                <a:lnTo>
                  <a:pt x="42" y="16"/>
                </a:lnTo>
                <a:lnTo>
                  <a:pt x="37" y="11"/>
                </a:lnTo>
                <a:lnTo>
                  <a:pt x="42" y="5"/>
                </a:lnTo>
                <a:lnTo>
                  <a:pt x="42" y="5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8" name="Freeform 44"/>
          <p:cNvSpPr/>
          <p:nvPr/>
        </p:nvSpPr>
        <p:spPr bwMode="auto">
          <a:xfrm>
            <a:off x="8985250" y="3551238"/>
            <a:ext cx="193675" cy="638175"/>
          </a:xfrm>
          <a:custGeom>
            <a:avLst/>
            <a:gdLst/>
            <a:ahLst/>
            <a:cxnLst>
              <a:cxn ang="0">
                <a:pos x="16" y="37"/>
              </a:cxn>
              <a:cxn ang="0">
                <a:pos x="11" y="32"/>
              </a:cxn>
              <a:cxn ang="0">
                <a:pos x="6" y="27"/>
              </a:cxn>
              <a:cxn ang="0">
                <a:pos x="6" y="16"/>
              </a:cxn>
              <a:cxn ang="0">
                <a:pos x="0" y="11"/>
              </a:cxn>
              <a:cxn ang="0">
                <a:pos x="0" y="11"/>
              </a:cxn>
              <a:cxn ang="0">
                <a:pos x="0" y="6"/>
              </a:cxn>
              <a:cxn ang="0">
                <a:pos x="0" y="6"/>
              </a:cxn>
              <a:cxn ang="0">
                <a:pos x="6" y="0"/>
              </a:cxn>
              <a:cxn ang="0">
                <a:pos x="11" y="0"/>
              </a:cxn>
              <a:cxn ang="0">
                <a:pos x="11" y="0"/>
              </a:cxn>
              <a:cxn ang="0">
                <a:pos x="21" y="0"/>
              </a:cxn>
              <a:cxn ang="0">
                <a:pos x="27" y="0"/>
              </a:cxn>
              <a:cxn ang="0">
                <a:pos x="37" y="6"/>
              </a:cxn>
              <a:cxn ang="0">
                <a:pos x="48" y="6"/>
              </a:cxn>
              <a:cxn ang="0">
                <a:pos x="58" y="6"/>
              </a:cxn>
              <a:cxn ang="0">
                <a:pos x="74" y="11"/>
              </a:cxn>
              <a:cxn ang="0">
                <a:pos x="79" y="53"/>
              </a:cxn>
              <a:cxn ang="0">
                <a:pos x="90" y="90"/>
              </a:cxn>
              <a:cxn ang="0">
                <a:pos x="95" y="132"/>
              </a:cxn>
              <a:cxn ang="0">
                <a:pos x="101" y="169"/>
              </a:cxn>
              <a:cxn ang="0">
                <a:pos x="106" y="201"/>
              </a:cxn>
              <a:cxn ang="0">
                <a:pos x="111" y="233"/>
              </a:cxn>
              <a:cxn ang="0">
                <a:pos x="111" y="264"/>
              </a:cxn>
              <a:cxn ang="0">
                <a:pos x="116" y="291"/>
              </a:cxn>
              <a:cxn ang="0">
                <a:pos x="116" y="317"/>
              </a:cxn>
              <a:cxn ang="0">
                <a:pos x="122" y="338"/>
              </a:cxn>
              <a:cxn ang="0">
                <a:pos x="122" y="354"/>
              </a:cxn>
              <a:cxn ang="0">
                <a:pos x="122" y="370"/>
              </a:cxn>
              <a:cxn ang="0">
                <a:pos x="122" y="386"/>
              </a:cxn>
              <a:cxn ang="0">
                <a:pos x="116" y="391"/>
              </a:cxn>
              <a:cxn ang="0">
                <a:pos x="116" y="396"/>
              </a:cxn>
              <a:cxn ang="0">
                <a:pos x="111" y="402"/>
              </a:cxn>
              <a:cxn ang="0">
                <a:pos x="106" y="402"/>
              </a:cxn>
              <a:cxn ang="0">
                <a:pos x="106" y="396"/>
              </a:cxn>
              <a:cxn ang="0">
                <a:pos x="101" y="396"/>
              </a:cxn>
              <a:cxn ang="0">
                <a:pos x="95" y="386"/>
              </a:cxn>
              <a:cxn ang="0">
                <a:pos x="95" y="381"/>
              </a:cxn>
              <a:cxn ang="0">
                <a:pos x="90" y="370"/>
              </a:cxn>
              <a:cxn ang="0">
                <a:pos x="90" y="354"/>
              </a:cxn>
              <a:cxn ang="0">
                <a:pos x="85" y="338"/>
              </a:cxn>
              <a:cxn ang="0">
                <a:pos x="79" y="322"/>
              </a:cxn>
              <a:cxn ang="0">
                <a:pos x="79" y="307"/>
              </a:cxn>
              <a:cxn ang="0">
                <a:pos x="74" y="285"/>
              </a:cxn>
              <a:cxn ang="0">
                <a:pos x="69" y="270"/>
              </a:cxn>
              <a:cxn ang="0">
                <a:pos x="69" y="248"/>
              </a:cxn>
              <a:cxn ang="0">
                <a:pos x="64" y="222"/>
              </a:cxn>
              <a:cxn ang="0">
                <a:pos x="58" y="201"/>
              </a:cxn>
              <a:cxn ang="0">
                <a:pos x="58" y="175"/>
              </a:cxn>
              <a:cxn ang="0">
                <a:pos x="53" y="148"/>
              </a:cxn>
              <a:cxn ang="0">
                <a:pos x="48" y="127"/>
              </a:cxn>
              <a:cxn ang="0">
                <a:pos x="43" y="106"/>
              </a:cxn>
              <a:cxn ang="0">
                <a:pos x="37" y="90"/>
              </a:cxn>
              <a:cxn ang="0">
                <a:pos x="32" y="74"/>
              </a:cxn>
              <a:cxn ang="0">
                <a:pos x="27" y="58"/>
              </a:cxn>
              <a:cxn ang="0">
                <a:pos x="21" y="48"/>
              </a:cxn>
              <a:cxn ang="0">
                <a:pos x="16" y="37"/>
              </a:cxn>
              <a:cxn ang="0">
                <a:pos x="16" y="37"/>
              </a:cxn>
            </a:cxnLst>
            <a:rect l="0" t="0" r="r" b="b"/>
            <a:pathLst>
              <a:path w="122" h="402">
                <a:moveTo>
                  <a:pt x="16" y="37"/>
                </a:moveTo>
                <a:lnTo>
                  <a:pt x="11" y="32"/>
                </a:lnTo>
                <a:lnTo>
                  <a:pt x="6" y="27"/>
                </a:lnTo>
                <a:lnTo>
                  <a:pt x="6" y="16"/>
                </a:lnTo>
                <a:lnTo>
                  <a:pt x="0" y="11"/>
                </a:lnTo>
                <a:lnTo>
                  <a:pt x="0" y="11"/>
                </a:lnTo>
                <a:lnTo>
                  <a:pt x="0" y="6"/>
                </a:lnTo>
                <a:lnTo>
                  <a:pt x="0" y="6"/>
                </a:lnTo>
                <a:lnTo>
                  <a:pt x="6" y="0"/>
                </a:lnTo>
                <a:lnTo>
                  <a:pt x="11" y="0"/>
                </a:lnTo>
                <a:lnTo>
                  <a:pt x="11" y="0"/>
                </a:lnTo>
                <a:lnTo>
                  <a:pt x="21" y="0"/>
                </a:lnTo>
                <a:lnTo>
                  <a:pt x="27" y="0"/>
                </a:lnTo>
                <a:lnTo>
                  <a:pt x="37" y="6"/>
                </a:lnTo>
                <a:lnTo>
                  <a:pt x="48" y="6"/>
                </a:lnTo>
                <a:lnTo>
                  <a:pt x="58" y="6"/>
                </a:lnTo>
                <a:lnTo>
                  <a:pt x="74" y="11"/>
                </a:lnTo>
                <a:lnTo>
                  <a:pt x="79" y="53"/>
                </a:lnTo>
                <a:lnTo>
                  <a:pt x="90" y="90"/>
                </a:lnTo>
                <a:lnTo>
                  <a:pt x="95" y="132"/>
                </a:lnTo>
                <a:lnTo>
                  <a:pt x="101" y="169"/>
                </a:lnTo>
                <a:lnTo>
                  <a:pt x="106" y="201"/>
                </a:lnTo>
                <a:lnTo>
                  <a:pt x="111" y="233"/>
                </a:lnTo>
                <a:lnTo>
                  <a:pt x="111" y="264"/>
                </a:lnTo>
                <a:lnTo>
                  <a:pt x="116" y="291"/>
                </a:lnTo>
                <a:lnTo>
                  <a:pt x="116" y="317"/>
                </a:lnTo>
                <a:lnTo>
                  <a:pt x="122" y="338"/>
                </a:lnTo>
                <a:lnTo>
                  <a:pt x="122" y="354"/>
                </a:lnTo>
                <a:lnTo>
                  <a:pt x="122" y="370"/>
                </a:lnTo>
                <a:lnTo>
                  <a:pt x="122" y="386"/>
                </a:lnTo>
                <a:lnTo>
                  <a:pt x="116" y="391"/>
                </a:lnTo>
                <a:lnTo>
                  <a:pt x="116" y="396"/>
                </a:lnTo>
                <a:lnTo>
                  <a:pt x="111" y="402"/>
                </a:lnTo>
                <a:lnTo>
                  <a:pt x="106" y="402"/>
                </a:lnTo>
                <a:lnTo>
                  <a:pt x="106" y="396"/>
                </a:lnTo>
                <a:lnTo>
                  <a:pt x="101" y="396"/>
                </a:lnTo>
                <a:lnTo>
                  <a:pt x="95" y="386"/>
                </a:lnTo>
                <a:lnTo>
                  <a:pt x="95" y="381"/>
                </a:lnTo>
                <a:lnTo>
                  <a:pt x="90" y="370"/>
                </a:lnTo>
                <a:lnTo>
                  <a:pt x="90" y="354"/>
                </a:lnTo>
                <a:lnTo>
                  <a:pt x="85" y="338"/>
                </a:lnTo>
                <a:lnTo>
                  <a:pt x="79" y="322"/>
                </a:lnTo>
                <a:lnTo>
                  <a:pt x="79" y="307"/>
                </a:lnTo>
                <a:lnTo>
                  <a:pt x="74" y="285"/>
                </a:lnTo>
                <a:lnTo>
                  <a:pt x="69" y="270"/>
                </a:lnTo>
                <a:lnTo>
                  <a:pt x="69" y="248"/>
                </a:lnTo>
                <a:lnTo>
                  <a:pt x="64" y="222"/>
                </a:lnTo>
                <a:lnTo>
                  <a:pt x="58" y="201"/>
                </a:lnTo>
                <a:lnTo>
                  <a:pt x="58" y="175"/>
                </a:lnTo>
                <a:lnTo>
                  <a:pt x="53" y="148"/>
                </a:lnTo>
                <a:lnTo>
                  <a:pt x="48" y="127"/>
                </a:lnTo>
                <a:lnTo>
                  <a:pt x="43" y="106"/>
                </a:lnTo>
                <a:lnTo>
                  <a:pt x="37" y="90"/>
                </a:lnTo>
                <a:lnTo>
                  <a:pt x="32" y="74"/>
                </a:lnTo>
                <a:lnTo>
                  <a:pt x="27" y="58"/>
                </a:lnTo>
                <a:lnTo>
                  <a:pt x="21" y="48"/>
                </a:lnTo>
                <a:lnTo>
                  <a:pt x="16" y="37"/>
                </a:lnTo>
                <a:lnTo>
                  <a:pt x="16" y="37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9" name="Freeform 45"/>
          <p:cNvSpPr/>
          <p:nvPr/>
        </p:nvSpPr>
        <p:spPr bwMode="auto">
          <a:xfrm>
            <a:off x="9136063" y="3970338"/>
            <a:ext cx="712788" cy="127000"/>
          </a:xfrm>
          <a:custGeom>
            <a:avLst/>
            <a:gdLst/>
            <a:ahLst/>
            <a:cxnLst>
              <a:cxn ang="0">
                <a:pos x="0" y="43"/>
              </a:cxn>
              <a:cxn ang="0">
                <a:pos x="0" y="43"/>
              </a:cxn>
              <a:cxn ang="0">
                <a:pos x="6" y="43"/>
              </a:cxn>
              <a:cxn ang="0">
                <a:pos x="11" y="43"/>
              </a:cxn>
              <a:cxn ang="0">
                <a:pos x="16" y="43"/>
              </a:cxn>
              <a:cxn ang="0">
                <a:pos x="21" y="43"/>
              </a:cxn>
              <a:cxn ang="0">
                <a:pos x="27" y="37"/>
              </a:cxn>
              <a:cxn ang="0">
                <a:pos x="37" y="37"/>
              </a:cxn>
              <a:cxn ang="0">
                <a:pos x="48" y="37"/>
              </a:cxn>
              <a:cxn ang="0">
                <a:pos x="58" y="37"/>
              </a:cxn>
              <a:cxn ang="0">
                <a:pos x="69" y="32"/>
              </a:cxn>
              <a:cxn ang="0">
                <a:pos x="85" y="32"/>
              </a:cxn>
              <a:cxn ang="0">
                <a:pos x="95" y="32"/>
              </a:cxn>
              <a:cxn ang="0">
                <a:pos x="111" y="27"/>
              </a:cxn>
              <a:cxn ang="0">
                <a:pos x="127" y="27"/>
              </a:cxn>
              <a:cxn ang="0">
                <a:pos x="143" y="21"/>
              </a:cxn>
              <a:cxn ang="0">
                <a:pos x="159" y="21"/>
              </a:cxn>
              <a:cxn ang="0">
                <a:pos x="196" y="16"/>
              </a:cxn>
              <a:cxn ang="0">
                <a:pos x="227" y="11"/>
              </a:cxn>
              <a:cxn ang="0">
                <a:pos x="259" y="11"/>
              </a:cxn>
              <a:cxn ang="0">
                <a:pos x="286" y="6"/>
              </a:cxn>
              <a:cxn ang="0">
                <a:pos x="307" y="6"/>
              </a:cxn>
              <a:cxn ang="0">
                <a:pos x="333" y="0"/>
              </a:cxn>
              <a:cxn ang="0">
                <a:pos x="349" y="0"/>
              </a:cxn>
              <a:cxn ang="0">
                <a:pos x="365" y="0"/>
              </a:cxn>
              <a:cxn ang="0">
                <a:pos x="381" y="0"/>
              </a:cxn>
              <a:cxn ang="0">
                <a:pos x="396" y="6"/>
              </a:cxn>
              <a:cxn ang="0">
                <a:pos x="407" y="6"/>
              </a:cxn>
              <a:cxn ang="0">
                <a:pos x="418" y="11"/>
              </a:cxn>
              <a:cxn ang="0">
                <a:pos x="428" y="16"/>
              </a:cxn>
              <a:cxn ang="0">
                <a:pos x="439" y="27"/>
              </a:cxn>
              <a:cxn ang="0">
                <a:pos x="444" y="37"/>
              </a:cxn>
              <a:cxn ang="0">
                <a:pos x="449" y="48"/>
              </a:cxn>
              <a:cxn ang="0">
                <a:pos x="412" y="48"/>
              </a:cxn>
              <a:cxn ang="0">
                <a:pos x="375" y="48"/>
              </a:cxn>
              <a:cxn ang="0">
                <a:pos x="333" y="48"/>
              </a:cxn>
              <a:cxn ang="0">
                <a:pos x="312" y="48"/>
              </a:cxn>
              <a:cxn ang="0">
                <a:pos x="291" y="48"/>
              </a:cxn>
              <a:cxn ang="0">
                <a:pos x="264" y="53"/>
              </a:cxn>
              <a:cxn ang="0">
                <a:pos x="238" y="53"/>
              </a:cxn>
              <a:cxn ang="0">
                <a:pos x="206" y="58"/>
              </a:cxn>
              <a:cxn ang="0">
                <a:pos x="169" y="58"/>
              </a:cxn>
              <a:cxn ang="0">
                <a:pos x="132" y="64"/>
              </a:cxn>
              <a:cxn ang="0">
                <a:pos x="90" y="69"/>
              </a:cxn>
              <a:cxn ang="0">
                <a:pos x="48" y="74"/>
              </a:cxn>
              <a:cxn ang="0">
                <a:pos x="0" y="80"/>
              </a:cxn>
              <a:cxn ang="0">
                <a:pos x="0" y="43"/>
              </a:cxn>
              <a:cxn ang="0">
                <a:pos x="0" y="43"/>
              </a:cxn>
            </a:cxnLst>
            <a:rect l="0" t="0" r="r" b="b"/>
            <a:pathLst>
              <a:path w="449" h="80">
                <a:moveTo>
                  <a:pt x="0" y="43"/>
                </a:moveTo>
                <a:lnTo>
                  <a:pt x="0" y="43"/>
                </a:lnTo>
                <a:lnTo>
                  <a:pt x="6" y="43"/>
                </a:lnTo>
                <a:lnTo>
                  <a:pt x="11" y="43"/>
                </a:lnTo>
                <a:lnTo>
                  <a:pt x="16" y="43"/>
                </a:lnTo>
                <a:lnTo>
                  <a:pt x="21" y="43"/>
                </a:lnTo>
                <a:lnTo>
                  <a:pt x="27" y="37"/>
                </a:lnTo>
                <a:lnTo>
                  <a:pt x="37" y="37"/>
                </a:lnTo>
                <a:lnTo>
                  <a:pt x="48" y="37"/>
                </a:lnTo>
                <a:lnTo>
                  <a:pt x="58" y="37"/>
                </a:lnTo>
                <a:lnTo>
                  <a:pt x="69" y="32"/>
                </a:lnTo>
                <a:lnTo>
                  <a:pt x="85" y="32"/>
                </a:lnTo>
                <a:lnTo>
                  <a:pt x="95" y="32"/>
                </a:lnTo>
                <a:lnTo>
                  <a:pt x="111" y="27"/>
                </a:lnTo>
                <a:lnTo>
                  <a:pt x="127" y="27"/>
                </a:lnTo>
                <a:lnTo>
                  <a:pt x="143" y="21"/>
                </a:lnTo>
                <a:lnTo>
                  <a:pt x="159" y="21"/>
                </a:lnTo>
                <a:lnTo>
                  <a:pt x="196" y="16"/>
                </a:lnTo>
                <a:lnTo>
                  <a:pt x="227" y="11"/>
                </a:lnTo>
                <a:lnTo>
                  <a:pt x="259" y="11"/>
                </a:lnTo>
                <a:lnTo>
                  <a:pt x="286" y="6"/>
                </a:lnTo>
                <a:lnTo>
                  <a:pt x="307" y="6"/>
                </a:lnTo>
                <a:lnTo>
                  <a:pt x="333" y="0"/>
                </a:lnTo>
                <a:lnTo>
                  <a:pt x="349" y="0"/>
                </a:lnTo>
                <a:lnTo>
                  <a:pt x="365" y="0"/>
                </a:lnTo>
                <a:lnTo>
                  <a:pt x="381" y="0"/>
                </a:lnTo>
                <a:lnTo>
                  <a:pt x="396" y="6"/>
                </a:lnTo>
                <a:lnTo>
                  <a:pt x="407" y="6"/>
                </a:lnTo>
                <a:lnTo>
                  <a:pt x="418" y="11"/>
                </a:lnTo>
                <a:lnTo>
                  <a:pt x="428" y="16"/>
                </a:lnTo>
                <a:lnTo>
                  <a:pt x="439" y="27"/>
                </a:lnTo>
                <a:lnTo>
                  <a:pt x="444" y="37"/>
                </a:lnTo>
                <a:lnTo>
                  <a:pt x="449" y="48"/>
                </a:lnTo>
                <a:lnTo>
                  <a:pt x="412" y="48"/>
                </a:lnTo>
                <a:lnTo>
                  <a:pt x="375" y="48"/>
                </a:lnTo>
                <a:lnTo>
                  <a:pt x="333" y="48"/>
                </a:lnTo>
                <a:lnTo>
                  <a:pt x="312" y="48"/>
                </a:lnTo>
                <a:lnTo>
                  <a:pt x="291" y="48"/>
                </a:lnTo>
                <a:lnTo>
                  <a:pt x="264" y="53"/>
                </a:lnTo>
                <a:lnTo>
                  <a:pt x="238" y="53"/>
                </a:lnTo>
                <a:lnTo>
                  <a:pt x="206" y="58"/>
                </a:lnTo>
                <a:lnTo>
                  <a:pt x="169" y="58"/>
                </a:lnTo>
                <a:lnTo>
                  <a:pt x="132" y="64"/>
                </a:lnTo>
                <a:lnTo>
                  <a:pt x="90" y="69"/>
                </a:lnTo>
                <a:lnTo>
                  <a:pt x="48" y="74"/>
                </a:lnTo>
                <a:lnTo>
                  <a:pt x="0" y="80"/>
                </a:lnTo>
                <a:lnTo>
                  <a:pt x="0" y="43"/>
                </a:lnTo>
                <a:lnTo>
                  <a:pt x="0" y="43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Freeform 20"/>
          <p:cNvSpPr/>
          <p:nvPr/>
        </p:nvSpPr>
        <p:spPr bwMode="auto">
          <a:xfrm>
            <a:off x="1941513" y="3003550"/>
            <a:ext cx="587375" cy="763588"/>
          </a:xfrm>
          <a:custGeom>
            <a:avLst/>
            <a:gdLst>
              <a:gd name="connsiteX0" fmla="*/ 1483 w 10000"/>
              <a:gd name="connsiteY0" fmla="*/ 7484 h 10000"/>
              <a:gd name="connsiteX1" fmla="*/ 1664 w 10000"/>
              <a:gd name="connsiteY1" fmla="*/ 7152 h 10000"/>
              <a:gd name="connsiteX2" fmla="*/ 1911 w 10000"/>
              <a:gd name="connsiteY2" fmla="*/ 6819 h 10000"/>
              <a:gd name="connsiteX3" fmla="*/ 2092 w 10000"/>
              <a:gd name="connsiteY3" fmla="*/ 6486 h 10000"/>
              <a:gd name="connsiteX4" fmla="*/ 2356 w 10000"/>
              <a:gd name="connsiteY4" fmla="*/ 6050 h 10000"/>
              <a:gd name="connsiteX5" fmla="*/ 2619 w 10000"/>
              <a:gd name="connsiteY5" fmla="*/ 5509 h 10000"/>
              <a:gd name="connsiteX6" fmla="*/ 2883 w 10000"/>
              <a:gd name="connsiteY6" fmla="*/ 4948 h 10000"/>
              <a:gd name="connsiteX7" fmla="*/ 3130 w 10000"/>
              <a:gd name="connsiteY7" fmla="*/ 4304 h 10000"/>
              <a:gd name="connsiteX8" fmla="*/ 3476 w 10000"/>
              <a:gd name="connsiteY8" fmla="*/ 3638 h 10000"/>
              <a:gd name="connsiteX9" fmla="*/ 3740 w 10000"/>
              <a:gd name="connsiteY9" fmla="*/ 2973 h 10000"/>
              <a:gd name="connsiteX10" fmla="*/ 4003 w 10000"/>
              <a:gd name="connsiteY10" fmla="*/ 2432 h 10000"/>
              <a:gd name="connsiteX11" fmla="*/ 4185 w 10000"/>
              <a:gd name="connsiteY11" fmla="*/ 1871 h 10000"/>
              <a:gd name="connsiteX12" fmla="*/ 4349 w 10000"/>
              <a:gd name="connsiteY12" fmla="*/ 1435 h 10000"/>
              <a:gd name="connsiteX13" fmla="*/ 4432 w 10000"/>
              <a:gd name="connsiteY13" fmla="*/ 1102 h 10000"/>
              <a:gd name="connsiteX14" fmla="*/ 4530 w 10000"/>
              <a:gd name="connsiteY14" fmla="*/ 769 h 10000"/>
              <a:gd name="connsiteX15" fmla="*/ 4530 w 10000"/>
              <a:gd name="connsiteY15" fmla="*/ 665 h 10000"/>
              <a:gd name="connsiteX16" fmla="*/ 4530 w 10000"/>
              <a:gd name="connsiteY16" fmla="*/ 437 h 10000"/>
              <a:gd name="connsiteX17" fmla="*/ 4432 w 10000"/>
              <a:gd name="connsiteY17" fmla="*/ 437 h 10000"/>
              <a:gd name="connsiteX18" fmla="*/ 4432 w 10000"/>
              <a:gd name="connsiteY18" fmla="*/ 333 h 10000"/>
              <a:gd name="connsiteX19" fmla="*/ 4349 w 10000"/>
              <a:gd name="connsiteY19" fmla="*/ 229 h 10000"/>
              <a:gd name="connsiteX20" fmla="*/ 4349 w 10000"/>
              <a:gd name="connsiteY20" fmla="*/ 229 h 10000"/>
              <a:gd name="connsiteX21" fmla="*/ 4349 w 10000"/>
              <a:gd name="connsiteY21" fmla="*/ 125 h 10000"/>
              <a:gd name="connsiteX22" fmla="*/ 4349 w 10000"/>
              <a:gd name="connsiteY22" fmla="*/ 0 h 10000"/>
              <a:gd name="connsiteX23" fmla="*/ 4432 w 10000"/>
              <a:gd name="connsiteY23" fmla="*/ 0 h 10000"/>
              <a:gd name="connsiteX24" fmla="*/ 4613 w 10000"/>
              <a:gd name="connsiteY24" fmla="*/ 0 h 10000"/>
              <a:gd name="connsiteX25" fmla="*/ 4794 w 10000"/>
              <a:gd name="connsiteY25" fmla="*/ 0 h 10000"/>
              <a:gd name="connsiteX26" fmla="*/ 5041 w 10000"/>
              <a:gd name="connsiteY26" fmla="*/ 0 h 10000"/>
              <a:gd name="connsiteX27" fmla="*/ 5222 w 10000"/>
              <a:gd name="connsiteY27" fmla="*/ 125 h 10000"/>
              <a:gd name="connsiteX28" fmla="*/ 5486 w 10000"/>
              <a:gd name="connsiteY28" fmla="*/ 229 h 10000"/>
              <a:gd name="connsiteX29" fmla="*/ 5651 w 10000"/>
              <a:gd name="connsiteY29" fmla="*/ 333 h 10000"/>
              <a:gd name="connsiteX30" fmla="*/ 5832 w 10000"/>
              <a:gd name="connsiteY30" fmla="*/ 437 h 10000"/>
              <a:gd name="connsiteX31" fmla="*/ 5997 w 10000"/>
              <a:gd name="connsiteY31" fmla="*/ 665 h 10000"/>
              <a:gd name="connsiteX32" fmla="*/ 6096 w 10000"/>
              <a:gd name="connsiteY32" fmla="*/ 769 h 10000"/>
              <a:gd name="connsiteX33" fmla="*/ 6096 w 10000"/>
              <a:gd name="connsiteY33" fmla="*/ 894 h 10000"/>
              <a:gd name="connsiteX34" fmla="*/ 6096 w 10000"/>
              <a:gd name="connsiteY34" fmla="*/ 998 h 10000"/>
              <a:gd name="connsiteX35" fmla="*/ 6096 w 10000"/>
              <a:gd name="connsiteY35" fmla="*/ 1206 h 10000"/>
              <a:gd name="connsiteX36" fmla="*/ 5997 w 10000"/>
              <a:gd name="connsiteY36" fmla="*/ 1331 h 10000"/>
              <a:gd name="connsiteX37" fmla="*/ 5914 w 10000"/>
              <a:gd name="connsiteY37" fmla="*/ 1538 h 10000"/>
              <a:gd name="connsiteX38" fmla="*/ 5750 w 10000"/>
              <a:gd name="connsiteY38" fmla="*/ 1767 h 10000"/>
              <a:gd name="connsiteX39" fmla="*/ 5568 w 10000"/>
              <a:gd name="connsiteY39" fmla="*/ 1975 h 10000"/>
              <a:gd name="connsiteX40" fmla="*/ 5486 w 10000"/>
              <a:gd name="connsiteY40" fmla="*/ 2204 h 10000"/>
              <a:gd name="connsiteX41" fmla="*/ 5305 w 10000"/>
              <a:gd name="connsiteY41" fmla="*/ 2432 h 10000"/>
              <a:gd name="connsiteX42" fmla="*/ 5140 w 10000"/>
              <a:gd name="connsiteY42" fmla="*/ 2744 h 10000"/>
              <a:gd name="connsiteX43" fmla="*/ 4959 w 10000"/>
              <a:gd name="connsiteY43" fmla="*/ 3077 h 10000"/>
              <a:gd name="connsiteX44" fmla="*/ 4695 w 10000"/>
              <a:gd name="connsiteY44" fmla="*/ 3514 h 10000"/>
              <a:gd name="connsiteX45" fmla="*/ 4530 w 10000"/>
              <a:gd name="connsiteY45" fmla="*/ 3971 h 10000"/>
              <a:gd name="connsiteX46" fmla="*/ 4267 w 10000"/>
              <a:gd name="connsiteY46" fmla="*/ 4407 h 10000"/>
              <a:gd name="connsiteX47" fmla="*/ 3921 w 10000"/>
              <a:gd name="connsiteY47" fmla="*/ 4948 h 10000"/>
              <a:gd name="connsiteX48" fmla="*/ 3657 w 10000"/>
              <a:gd name="connsiteY48" fmla="*/ 5385 h 10000"/>
              <a:gd name="connsiteX49" fmla="*/ 3476 w 10000"/>
              <a:gd name="connsiteY49" fmla="*/ 5842 h 10000"/>
              <a:gd name="connsiteX50" fmla="*/ 3229 w 10000"/>
              <a:gd name="connsiteY50" fmla="*/ 6279 h 10000"/>
              <a:gd name="connsiteX51" fmla="*/ 2965 w 10000"/>
              <a:gd name="connsiteY51" fmla="*/ 6611 h 10000"/>
              <a:gd name="connsiteX52" fmla="*/ 2784 w 10000"/>
              <a:gd name="connsiteY52" fmla="*/ 6923 h 10000"/>
              <a:gd name="connsiteX53" fmla="*/ 2619 w 10000"/>
              <a:gd name="connsiteY53" fmla="*/ 7256 h 10000"/>
              <a:gd name="connsiteX54" fmla="*/ 2438 w 10000"/>
              <a:gd name="connsiteY54" fmla="*/ 7484 h 10000"/>
              <a:gd name="connsiteX55" fmla="*/ 2273 w 10000"/>
              <a:gd name="connsiteY55" fmla="*/ 7692 h 10000"/>
              <a:gd name="connsiteX56" fmla="*/ 2092 w 10000"/>
              <a:gd name="connsiteY56" fmla="*/ 7921 h 10000"/>
              <a:gd name="connsiteX57" fmla="*/ 2010 w 10000"/>
              <a:gd name="connsiteY57" fmla="*/ 8150 h 10000"/>
              <a:gd name="connsiteX58" fmla="*/ 1911 w 10000"/>
              <a:gd name="connsiteY58" fmla="*/ 8254 h 10000"/>
              <a:gd name="connsiteX59" fmla="*/ 1829 w 10000"/>
              <a:gd name="connsiteY59" fmla="*/ 8358 h 10000"/>
              <a:gd name="connsiteX60" fmla="*/ 1746 w 10000"/>
              <a:gd name="connsiteY60" fmla="*/ 8462 h 10000"/>
              <a:gd name="connsiteX61" fmla="*/ 1746 w 10000"/>
              <a:gd name="connsiteY61" fmla="*/ 8586 h 10000"/>
              <a:gd name="connsiteX62" fmla="*/ 1746 w 10000"/>
              <a:gd name="connsiteY62" fmla="*/ 8586 h 10000"/>
              <a:gd name="connsiteX63" fmla="*/ 1829 w 10000"/>
              <a:gd name="connsiteY63" fmla="*/ 8586 h 10000"/>
              <a:gd name="connsiteX64" fmla="*/ 1911 w 10000"/>
              <a:gd name="connsiteY64" fmla="*/ 8690 h 10000"/>
              <a:gd name="connsiteX65" fmla="*/ 2010 w 10000"/>
              <a:gd name="connsiteY65" fmla="*/ 8690 h 10000"/>
              <a:gd name="connsiteX66" fmla="*/ 2175 w 10000"/>
              <a:gd name="connsiteY66" fmla="*/ 8690 h 10000"/>
              <a:gd name="connsiteX67" fmla="*/ 2273 w 10000"/>
              <a:gd name="connsiteY67" fmla="*/ 8586 h 10000"/>
              <a:gd name="connsiteX68" fmla="*/ 2356 w 10000"/>
              <a:gd name="connsiteY68" fmla="*/ 8586 h 10000"/>
              <a:gd name="connsiteX69" fmla="*/ 2521 w 10000"/>
              <a:gd name="connsiteY69" fmla="*/ 8586 h 10000"/>
              <a:gd name="connsiteX70" fmla="*/ 2702 w 10000"/>
              <a:gd name="connsiteY70" fmla="*/ 8586 h 10000"/>
              <a:gd name="connsiteX71" fmla="*/ 2883 w 10000"/>
              <a:gd name="connsiteY71" fmla="*/ 8462 h 10000"/>
              <a:gd name="connsiteX72" fmla="*/ 3048 w 10000"/>
              <a:gd name="connsiteY72" fmla="*/ 8462 h 10000"/>
              <a:gd name="connsiteX73" fmla="*/ 3311 w 10000"/>
              <a:gd name="connsiteY73" fmla="*/ 8462 h 10000"/>
              <a:gd name="connsiteX74" fmla="*/ 3575 w 10000"/>
              <a:gd name="connsiteY74" fmla="*/ 8462 h 10000"/>
              <a:gd name="connsiteX75" fmla="*/ 3921 w 10000"/>
              <a:gd name="connsiteY75" fmla="*/ 8358 h 10000"/>
              <a:gd name="connsiteX76" fmla="*/ 4267 w 10000"/>
              <a:gd name="connsiteY76" fmla="*/ 8358 h 10000"/>
              <a:gd name="connsiteX77" fmla="*/ 4613 w 10000"/>
              <a:gd name="connsiteY77" fmla="*/ 8358 h 10000"/>
              <a:gd name="connsiteX78" fmla="*/ 4959 w 10000"/>
              <a:gd name="connsiteY78" fmla="*/ 8254 h 10000"/>
              <a:gd name="connsiteX79" fmla="*/ 5387 w 10000"/>
              <a:gd name="connsiteY79" fmla="*/ 8150 h 10000"/>
              <a:gd name="connsiteX80" fmla="*/ 5832 w 10000"/>
              <a:gd name="connsiteY80" fmla="*/ 8150 h 10000"/>
              <a:gd name="connsiteX81" fmla="*/ 6343 w 10000"/>
              <a:gd name="connsiteY81" fmla="*/ 8025 h 10000"/>
              <a:gd name="connsiteX82" fmla="*/ 6787 w 10000"/>
              <a:gd name="connsiteY82" fmla="*/ 8025 h 10000"/>
              <a:gd name="connsiteX83" fmla="*/ 7298 w 10000"/>
              <a:gd name="connsiteY83" fmla="*/ 7921 h 10000"/>
              <a:gd name="connsiteX84" fmla="*/ 7743 w 10000"/>
              <a:gd name="connsiteY84" fmla="*/ 7817 h 10000"/>
              <a:gd name="connsiteX85" fmla="*/ 8171 w 10000"/>
              <a:gd name="connsiteY85" fmla="*/ 7817 h 10000"/>
              <a:gd name="connsiteX86" fmla="*/ 8435 w 10000"/>
              <a:gd name="connsiteY86" fmla="*/ 7692 h 10000"/>
              <a:gd name="connsiteX87" fmla="*/ 8699 w 10000"/>
              <a:gd name="connsiteY87" fmla="*/ 7692 h 10000"/>
              <a:gd name="connsiteX88" fmla="*/ 8962 w 10000"/>
              <a:gd name="connsiteY88" fmla="*/ 7692 h 10000"/>
              <a:gd name="connsiteX89" fmla="*/ 9127 w 10000"/>
              <a:gd name="connsiteY89" fmla="*/ 7692 h 10000"/>
              <a:gd name="connsiteX90" fmla="*/ 9226 w 10000"/>
              <a:gd name="connsiteY90" fmla="*/ 7588 h 10000"/>
              <a:gd name="connsiteX91" fmla="*/ 9473 w 10000"/>
              <a:gd name="connsiteY91" fmla="*/ 7692 h 10000"/>
              <a:gd name="connsiteX92" fmla="*/ 9654 w 10000"/>
              <a:gd name="connsiteY92" fmla="*/ 7817 h 10000"/>
              <a:gd name="connsiteX93" fmla="*/ 9736 w 10000"/>
              <a:gd name="connsiteY93" fmla="*/ 7817 h 10000"/>
              <a:gd name="connsiteX94" fmla="*/ 9918 w 10000"/>
              <a:gd name="connsiteY94" fmla="*/ 8025 h 10000"/>
              <a:gd name="connsiteX95" fmla="*/ 10000 w 10000"/>
              <a:gd name="connsiteY95" fmla="*/ 8150 h 10000"/>
              <a:gd name="connsiteX96" fmla="*/ 10000 w 10000"/>
              <a:gd name="connsiteY96" fmla="*/ 8254 h 10000"/>
              <a:gd name="connsiteX97" fmla="*/ 10000 w 10000"/>
              <a:gd name="connsiteY97" fmla="*/ 8358 h 10000"/>
              <a:gd name="connsiteX98" fmla="*/ 10000 w 10000"/>
              <a:gd name="connsiteY98" fmla="*/ 8358 h 10000"/>
              <a:gd name="connsiteX99" fmla="*/ 10000 w 10000"/>
              <a:gd name="connsiteY99" fmla="*/ 8462 h 10000"/>
              <a:gd name="connsiteX100" fmla="*/ 9918 w 10000"/>
              <a:gd name="connsiteY100" fmla="*/ 8462 h 10000"/>
              <a:gd name="connsiteX101" fmla="*/ 9819 w 10000"/>
              <a:gd name="connsiteY101" fmla="*/ 8462 h 10000"/>
              <a:gd name="connsiteX102" fmla="*/ 9736 w 10000"/>
              <a:gd name="connsiteY102" fmla="*/ 8586 h 10000"/>
              <a:gd name="connsiteX103" fmla="*/ 9572 w 10000"/>
              <a:gd name="connsiteY103" fmla="*/ 8586 h 10000"/>
              <a:gd name="connsiteX104" fmla="*/ 9390 w 10000"/>
              <a:gd name="connsiteY104" fmla="*/ 8586 h 10000"/>
              <a:gd name="connsiteX105" fmla="*/ 9127 w 10000"/>
              <a:gd name="connsiteY105" fmla="*/ 8586 h 10000"/>
              <a:gd name="connsiteX106" fmla="*/ 8863 w 10000"/>
              <a:gd name="connsiteY106" fmla="*/ 8586 h 10000"/>
              <a:gd name="connsiteX107" fmla="*/ 8616 w 10000"/>
              <a:gd name="connsiteY107" fmla="*/ 8586 h 10000"/>
              <a:gd name="connsiteX108" fmla="*/ 8353 w 10000"/>
              <a:gd name="connsiteY108" fmla="*/ 8586 h 10000"/>
              <a:gd name="connsiteX109" fmla="*/ 8007 w 10000"/>
              <a:gd name="connsiteY109" fmla="*/ 8586 h 10000"/>
              <a:gd name="connsiteX110" fmla="*/ 7661 w 10000"/>
              <a:gd name="connsiteY110" fmla="*/ 8586 h 10000"/>
              <a:gd name="connsiteX111" fmla="*/ 7298 w 10000"/>
              <a:gd name="connsiteY111" fmla="*/ 8690 h 10000"/>
              <a:gd name="connsiteX112" fmla="*/ 6870 w 10000"/>
              <a:gd name="connsiteY112" fmla="*/ 8690 h 10000"/>
              <a:gd name="connsiteX113" fmla="*/ 6442 w 10000"/>
              <a:gd name="connsiteY113" fmla="*/ 8690 h 10000"/>
              <a:gd name="connsiteX114" fmla="*/ 5651 w 10000"/>
              <a:gd name="connsiteY114" fmla="*/ 8794 h 10000"/>
              <a:gd name="connsiteX115" fmla="*/ 4876 w 10000"/>
              <a:gd name="connsiteY115" fmla="*/ 8919 h 10000"/>
              <a:gd name="connsiteX116" fmla="*/ 4185 w 10000"/>
              <a:gd name="connsiteY116" fmla="*/ 9023 h 10000"/>
              <a:gd name="connsiteX117" fmla="*/ 3476 w 10000"/>
              <a:gd name="connsiteY117" fmla="*/ 9127 h 10000"/>
              <a:gd name="connsiteX118" fmla="*/ 3130 w 10000"/>
              <a:gd name="connsiteY118" fmla="*/ 9127 h 10000"/>
              <a:gd name="connsiteX119" fmla="*/ 2883 w 10000"/>
              <a:gd name="connsiteY119" fmla="*/ 9231 h 10000"/>
              <a:gd name="connsiteX120" fmla="*/ 2521 w 10000"/>
              <a:gd name="connsiteY120" fmla="*/ 9356 h 10000"/>
              <a:gd name="connsiteX121" fmla="*/ 2273 w 10000"/>
              <a:gd name="connsiteY121" fmla="*/ 9356 h 10000"/>
              <a:gd name="connsiteX122" fmla="*/ 2092 w 10000"/>
              <a:gd name="connsiteY122" fmla="*/ 9459 h 10000"/>
              <a:gd name="connsiteX123" fmla="*/ 1829 w 10000"/>
              <a:gd name="connsiteY123" fmla="*/ 9459 h 10000"/>
              <a:gd name="connsiteX124" fmla="*/ 1664 w 10000"/>
              <a:gd name="connsiteY124" fmla="*/ 9563 h 10000"/>
              <a:gd name="connsiteX125" fmla="*/ 1400 w 10000"/>
              <a:gd name="connsiteY125" fmla="*/ 9688 h 10000"/>
              <a:gd name="connsiteX126" fmla="*/ 1219 w 10000"/>
              <a:gd name="connsiteY126" fmla="*/ 9688 h 10000"/>
              <a:gd name="connsiteX127" fmla="*/ 1137 w 10000"/>
              <a:gd name="connsiteY127" fmla="*/ 9792 h 10000"/>
              <a:gd name="connsiteX128" fmla="*/ 956 w 10000"/>
              <a:gd name="connsiteY128" fmla="*/ 9792 h 10000"/>
              <a:gd name="connsiteX129" fmla="*/ 873 w 10000"/>
              <a:gd name="connsiteY129" fmla="*/ 9896 h 10000"/>
              <a:gd name="connsiteX130" fmla="*/ 791 w 10000"/>
              <a:gd name="connsiteY130" fmla="*/ 9896 h 10000"/>
              <a:gd name="connsiteX131" fmla="*/ 708 w 10000"/>
              <a:gd name="connsiteY131" fmla="*/ 9896 h 10000"/>
              <a:gd name="connsiteX132" fmla="*/ 527 w 10000"/>
              <a:gd name="connsiteY132" fmla="*/ 10000 h 10000"/>
              <a:gd name="connsiteX133" fmla="*/ 445 w 10000"/>
              <a:gd name="connsiteY133" fmla="*/ 9896 h 10000"/>
              <a:gd name="connsiteX134" fmla="*/ 362 w 10000"/>
              <a:gd name="connsiteY134" fmla="*/ 9896 h 10000"/>
              <a:gd name="connsiteX135" fmla="*/ 264 w 10000"/>
              <a:gd name="connsiteY135" fmla="*/ 9792 h 10000"/>
              <a:gd name="connsiteX136" fmla="*/ 181 w 10000"/>
              <a:gd name="connsiteY136" fmla="*/ 9563 h 10000"/>
              <a:gd name="connsiteX137" fmla="*/ 99 w 10000"/>
              <a:gd name="connsiteY137" fmla="*/ 9356 h 10000"/>
              <a:gd name="connsiteX138" fmla="*/ 0 w 10000"/>
              <a:gd name="connsiteY138" fmla="*/ 9231 h 10000"/>
              <a:gd name="connsiteX139" fmla="*/ 0 w 10000"/>
              <a:gd name="connsiteY139" fmla="*/ 9127 h 10000"/>
              <a:gd name="connsiteX140" fmla="*/ 0 w 10000"/>
              <a:gd name="connsiteY140" fmla="*/ 9023 h 10000"/>
              <a:gd name="connsiteX141" fmla="*/ 0 w 10000"/>
              <a:gd name="connsiteY141" fmla="*/ 9023 h 10000"/>
              <a:gd name="connsiteX142" fmla="*/ 99 w 10000"/>
              <a:gd name="connsiteY142" fmla="*/ 8919 h 10000"/>
              <a:gd name="connsiteX143" fmla="*/ 181 w 10000"/>
              <a:gd name="connsiteY143" fmla="*/ 8794 h 10000"/>
              <a:gd name="connsiteX144" fmla="*/ 362 w 10000"/>
              <a:gd name="connsiteY144" fmla="*/ 8690 h 10000"/>
              <a:gd name="connsiteX145" fmla="*/ 527 w 10000"/>
              <a:gd name="connsiteY145" fmla="*/ 8586 h 10000"/>
              <a:gd name="connsiteX146" fmla="*/ 610 w 10000"/>
              <a:gd name="connsiteY146" fmla="*/ 8462 h 10000"/>
              <a:gd name="connsiteX147" fmla="*/ 708 w 10000"/>
              <a:gd name="connsiteY147" fmla="*/ 8358 h 10000"/>
              <a:gd name="connsiteX148" fmla="*/ 873 w 10000"/>
              <a:gd name="connsiteY148" fmla="*/ 8254 h 10000"/>
              <a:gd name="connsiteX149" fmla="*/ 1054 w 10000"/>
              <a:gd name="connsiteY149" fmla="*/ 8025 h 10000"/>
              <a:gd name="connsiteX150" fmla="*/ 1137 w 10000"/>
              <a:gd name="connsiteY150" fmla="*/ 7921 h 10000"/>
              <a:gd name="connsiteX151" fmla="*/ 1318 w 10000"/>
              <a:gd name="connsiteY151" fmla="*/ 7692 h 10000"/>
              <a:gd name="connsiteX152" fmla="*/ 1483 w 10000"/>
              <a:gd name="connsiteY152" fmla="*/ 7484 h 10000"/>
              <a:gd name="connsiteX153" fmla="*/ 1483 w 10000"/>
              <a:gd name="connsiteY153" fmla="*/ 7484 h 10000"/>
              <a:gd name="connsiteX0-1" fmla="*/ 1483 w 10000"/>
              <a:gd name="connsiteY0-2" fmla="*/ 7484 h 10000"/>
              <a:gd name="connsiteX1-3" fmla="*/ 1664 w 10000"/>
              <a:gd name="connsiteY1-4" fmla="*/ 7152 h 10000"/>
              <a:gd name="connsiteX2-5" fmla="*/ 1911 w 10000"/>
              <a:gd name="connsiteY2-6" fmla="*/ 6819 h 10000"/>
              <a:gd name="connsiteX3-7" fmla="*/ 2092 w 10000"/>
              <a:gd name="connsiteY3-8" fmla="*/ 6486 h 10000"/>
              <a:gd name="connsiteX4-9" fmla="*/ 2356 w 10000"/>
              <a:gd name="connsiteY4-10" fmla="*/ 6050 h 10000"/>
              <a:gd name="connsiteX5-11" fmla="*/ 2619 w 10000"/>
              <a:gd name="connsiteY5-12" fmla="*/ 5509 h 10000"/>
              <a:gd name="connsiteX6-13" fmla="*/ 2883 w 10000"/>
              <a:gd name="connsiteY6-14" fmla="*/ 4948 h 10000"/>
              <a:gd name="connsiteX7-15" fmla="*/ 3130 w 10000"/>
              <a:gd name="connsiteY7-16" fmla="*/ 4304 h 10000"/>
              <a:gd name="connsiteX8-17" fmla="*/ 3476 w 10000"/>
              <a:gd name="connsiteY8-18" fmla="*/ 3638 h 10000"/>
              <a:gd name="connsiteX9-19" fmla="*/ 3740 w 10000"/>
              <a:gd name="connsiteY9-20" fmla="*/ 2973 h 10000"/>
              <a:gd name="connsiteX10-21" fmla="*/ 4003 w 10000"/>
              <a:gd name="connsiteY10-22" fmla="*/ 2432 h 10000"/>
              <a:gd name="connsiteX11-23" fmla="*/ 4185 w 10000"/>
              <a:gd name="connsiteY11-24" fmla="*/ 1871 h 10000"/>
              <a:gd name="connsiteX12-25" fmla="*/ 4349 w 10000"/>
              <a:gd name="connsiteY12-26" fmla="*/ 1435 h 10000"/>
              <a:gd name="connsiteX13-27" fmla="*/ 4432 w 10000"/>
              <a:gd name="connsiteY13-28" fmla="*/ 1102 h 10000"/>
              <a:gd name="connsiteX14-29" fmla="*/ 4530 w 10000"/>
              <a:gd name="connsiteY14-30" fmla="*/ 769 h 10000"/>
              <a:gd name="connsiteX15-31" fmla="*/ 4530 w 10000"/>
              <a:gd name="connsiteY15-32" fmla="*/ 665 h 10000"/>
              <a:gd name="connsiteX16-33" fmla="*/ 4530 w 10000"/>
              <a:gd name="connsiteY16-34" fmla="*/ 437 h 10000"/>
              <a:gd name="connsiteX17-35" fmla="*/ 4432 w 10000"/>
              <a:gd name="connsiteY17-36" fmla="*/ 437 h 10000"/>
              <a:gd name="connsiteX18-37" fmla="*/ 4432 w 10000"/>
              <a:gd name="connsiteY18-38" fmla="*/ 333 h 10000"/>
              <a:gd name="connsiteX19-39" fmla="*/ 4349 w 10000"/>
              <a:gd name="connsiteY19-40" fmla="*/ 229 h 10000"/>
              <a:gd name="connsiteX20-41" fmla="*/ 4349 w 10000"/>
              <a:gd name="connsiteY20-42" fmla="*/ 229 h 10000"/>
              <a:gd name="connsiteX21-43" fmla="*/ 4349 w 10000"/>
              <a:gd name="connsiteY21-44" fmla="*/ 125 h 10000"/>
              <a:gd name="connsiteX22-45" fmla="*/ 4349 w 10000"/>
              <a:gd name="connsiteY22-46" fmla="*/ 0 h 10000"/>
              <a:gd name="connsiteX23-47" fmla="*/ 4432 w 10000"/>
              <a:gd name="connsiteY23-48" fmla="*/ 0 h 10000"/>
              <a:gd name="connsiteX24-49" fmla="*/ 4613 w 10000"/>
              <a:gd name="connsiteY24-50" fmla="*/ 0 h 10000"/>
              <a:gd name="connsiteX25-51" fmla="*/ 4794 w 10000"/>
              <a:gd name="connsiteY25-52" fmla="*/ 0 h 10000"/>
              <a:gd name="connsiteX26-53" fmla="*/ 5041 w 10000"/>
              <a:gd name="connsiteY26-54" fmla="*/ 0 h 10000"/>
              <a:gd name="connsiteX27-55" fmla="*/ 5222 w 10000"/>
              <a:gd name="connsiteY27-56" fmla="*/ 125 h 10000"/>
              <a:gd name="connsiteX28-57" fmla="*/ 5486 w 10000"/>
              <a:gd name="connsiteY28-58" fmla="*/ 229 h 10000"/>
              <a:gd name="connsiteX29-59" fmla="*/ 5651 w 10000"/>
              <a:gd name="connsiteY29-60" fmla="*/ 333 h 10000"/>
              <a:gd name="connsiteX30-61" fmla="*/ 5832 w 10000"/>
              <a:gd name="connsiteY30-62" fmla="*/ 437 h 10000"/>
              <a:gd name="connsiteX31-63" fmla="*/ 5997 w 10000"/>
              <a:gd name="connsiteY31-64" fmla="*/ 665 h 10000"/>
              <a:gd name="connsiteX32-65" fmla="*/ 6096 w 10000"/>
              <a:gd name="connsiteY32-66" fmla="*/ 769 h 10000"/>
              <a:gd name="connsiteX33-67" fmla="*/ 6096 w 10000"/>
              <a:gd name="connsiteY33-68" fmla="*/ 894 h 10000"/>
              <a:gd name="connsiteX34-69" fmla="*/ 6096 w 10000"/>
              <a:gd name="connsiteY34-70" fmla="*/ 998 h 10000"/>
              <a:gd name="connsiteX35-71" fmla="*/ 6096 w 10000"/>
              <a:gd name="connsiteY35-72" fmla="*/ 1206 h 10000"/>
              <a:gd name="connsiteX36-73" fmla="*/ 5997 w 10000"/>
              <a:gd name="connsiteY36-74" fmla="*/ 1331 h 10000"/>
              <a:gd name="connsiteX37-75" fmla="*/ 5914 w 10000"/>
              <a:gd name="connsiteY37-76" fmla="*/ 1538 h 10000"/>
              <a:gd name="connsiteX38-77" fmla="*/ 5750 w 10000"/>
              <a:gd name="connsiteY38-78" fmla="*/ 1767 h 10000"/>
              <a:gd name="connsiteX39-79" fmla="*/ 5568 w 10000"/>
              <a:gd name="connsiteY39-80" fmla="*/ 1975 h 10000"/>
              <a:gd name="connsiteX40-81" fmla="*/ 5486 w 10000"/>
              <a:gd name="connsiteY40-82" fmla="*/ 2204 h 10000"/>
              <a:gd name="connsiteX41-83" fmla="*/ 5305 w 10000"/>
              <a:gd name="connsiteY41-84" fmla="*/ 2432 h 10000"/>
              <a:gd name="connsiteX42-85" fmla="*/ 5140 w 10000"/>
              <a:gd name="connsiteY42-86" fmla="*/ 2744 h 10000"/>
              <a:gd name="connsiteX43-87" fmla="*/ 4959 w 10000"/>
              <a:gd name="connsiteY43-88" fmla="*/ 3077 h 10000"/>
              <a:gd name="connsiteX44-89" fmla="*/ 4695 w 10000"/>
              <a:gd name="connsiteY44-90" fmla="*/ 3514 h 10000"/>
              <a:gd name="connsiteX45-91" fmla="*/ 4530 w 10000"/>
              <a:gd name="connsiteY45-92" fmla="*/ 3971 h 10000"/>
              <a:gd name="connsiteX46-93" fmla="*/ 4267 w 10000"/>
              <a:gd name="connsiteY46-94" fmla="*/ 4407 h 10000"/>
              <a:gd name="connsiteX47-95" fmla="*/ 3921 w 10000"/>
              <a:gd name="connsiteY47-96" fmla="*/ 4948 h 10000"/>
              <a:gd name="connsiteX48-97" fmla="*/ 3657 w 10000"/>
              <a:gd name="connsiteY48-98" fmla="*/ 5385 h 10000"/>
              <a:gd name="connsiteX49-99" fmla="*/ 3476 w 10000"/>
              <a:gd name="connsiteY49-100" fmla="*/ 5842 h 10000"/>
              <a:gd name="connsiteX50-101" fmla="*/ 3229 w 10000"/>
              <a:gd name="connsiteY50-102" fmla="*/ 6279 h 10000"/>
              <a:gd name="connsiteX51-103" fmla="*/ 2965 w 10000"/>
              <a:gd name="connsiteY51-104" fmla="*/ 6611 h 10000"/>
              <a:gd name="connsiteX52-105" fmla="*/ 2784 w 10000"/>
              <a:gd name="connsiteY52-106" fmla="*/ 6923 h 10000"/>
              <a:gd name="connsiteX53-107" fmla="*/ 2619 w 10000"/>
              <a:gd name="connsiteY53-108" fmla="*/ 7256 h 10000"/>
              <a:gd name="connsiteX54-109" fmla="*/ 2438 w 10000"/>
              <a:gd name="connsiteY54-110" fmla="*/ 7484 h 10000"/>
              <a:gd name="connsiteX55-111" fmla="*/ 2273 w 10000"/>
              <a:gd name="connsiteY55-112" fmla="*/ 7692 h 10000"/>
              <a:gd name="connsiteX56-113" fmla="*/ 2092 w 10000"/>
              <a:gd name="connsiteY56-114" fmla="*/ 7921 h 10000"/>
              <a:gd name="connsiteX57-115" fmla="*/ 2010 w 10000"/>
              <a:gd name="connsiteY57-116" fmla="*/ 8150 h 10000"/>
              <a:gd name="connsiteX58-117" fmla="*/ 1911 w 10000"/>
              <a:gd name="connsiteY58-118" fmla="*/ 8254 h 10000"/>
              <a:gd name="connsiteX59-119" fmla="*/ 1829 w 10000"/>
              <a:gd name="connsiteY59-120" fmla="*/ 8358 h 10000"/>
              <a:gd name="connsiteX60-121" fmla="*/ 1746 w 10000"/>
              <a:gd name="connsiteY60-122" fmla="*/ 8462 h 10000"/>
              <a:gd name="connsiteX61-123" fmla="*/ 1746 w 10000"/>
              <a:gd name="connsiteY61-124" fmla="*/ 8586 h 10000"/>
              <a:gd name="connsiteX62-125" fmla="*/ 1746 w 10000"/>
              <a:gd name="connsiteY62-126" fmla="*/ 8586 h 10000"/>
              <a:gd name="connsiteX63-127" fmla="*/ 1829 w 10000"/>
              <a:gd name="connsiteY63-128" fmla="*/ 8586 h 10000"/>
              <a:gd name="connsiteX64-129" fmla="*/ 1911 w 10000"/>
              <a:gd name="connsiteY64-130" fmla="*/ 8690 h 10000"/>
              <a:gd name="connsiteX65-131" fmla="*/ 2010 w 10000"/>
              <a:gd name="connsiteY65-132" fmla="*/ 8690 h 10000"/>
              <a:gd name="connsiteX66-133" fmla="*/ 2175 w 10000"/>
              <a:gd name="connsiteY66-134" fmla="*/ 8690 h 10000"/>
              <a:gd name="connsiteX67-135" fmla="*/ 2273 w 10000"/>
              <a:gd name="connsiteY67-136" fmla="*/ 8586 h 10000"/>
              <a:gd name="connsiteX68-137" fmla="*/ 2356 w 10000"/>
              <a:gd name="connsiteY68-138" fmla="*/ 8586 h 10000"/>
              <a:gd name="connsiteX69-139" fmla="*/ 2521 w 10000"/>
              <a:gd name="connsiteY69-140" fmla="*/ 8586 h 10000"/>
              <a:gd name="connsiteX70-141" fmla="*/ 2702 w 10000"/>
              <a:gd name="connsiteY70-142" fmla="*/ 8586 h 10000"/>
              <a:gd name="connsiteX71-143" fmla="*/ 2883 w 10000"/>
              <a:gd name="connsiteY71-144" fmla="*/ 8462 h 10000"/>
              <a:gd name="connsiteX72-145" fmla="*/ 3048 w 10000"/>
              <a:gd name="connsiteY72-146" fmla="*/ 8462 h 10000"/>
              <a:gd name="connsiteX73-147" fmla="*/ 3311 w 10000"/>
              <a:gd name="connsiteY73-148" fmla="*/ 8462 h 10000"/>
              <a:gd name="connsiteX74-149" fmla="*/ 3575 w 10000"/>
              <a:gd name="connsiteY74-150" fmla="*/ 8462 h 10000"/>
              <a:gd name="connsiteX75-151" fmla="*/ 3921 w 10000"/>
              <a:gd name="connsiteY75-152" fmla="*/ 8358 h 10000"/>
              <a:gd name="connsiteX76-153" fmla="*/ 4267 w 10000"/>
              <a:gd name="connsiteY76-154" fmla="*/ 8358 h 10000"/>
              <a:gd name="connsiteX77-155" fmla="*/ 4613 w 10000"/>
              <a:gd name="connsiteY77-156" fmla="*/ 8358 h 10000"/>
              <a:gd name="connsiteX78-157" fmla="*/ 4959 w 10000"/>
              <a:gd name="connsiteY78-158" fmla="*/ 8254 h 10000"/>
              <a:gd name="connsiteX79-159" fmla="*/ 5387 w 10000"/>
              <a:gd name="connsiteY79-160" fmla="*/ 8150 h 10000"/>
              <a:gd name="connsiteX80-161" fmla="*/ 5832 w 10000"/>
              <a:gd name="connsiteY80-162" fmla="*/ 8150 h 10000"/>
              <a:gd name="connsiteX81-163" fmla="*/ 6343 w 10000"/>
              <a:gd name="connsiteY81-164" fmla="*/ 8025 h 10000"/>
              <a:gd name="connsiteX82-165" fmla="*/ 6787 w 10000"/>
              <a:gd name="connsiteY82-166" fmla="*/ 8025 h 10000"/>
              <a:gd name="connsiteX83-167" fmla="*/ 7298 w 10000"/>
              <a:gd name="connsiteY83-168" fmla="*/ 7921 h 10000"/>
              <a:gd name="connsiteX84-169" fmla="*/ 7743 w 10000"/>
              <a:gd name="connsiteY84-170" fmla="*/ 7817 h 10000"/>
              <a:gd name="connsiteX85-171" fmla="*/ 8171 w 10000"/>
              <a:gd name="connsiteY85-172" fmla="*/ 7817 h 10000"/>
              <a:gd name="connsiteX86-173" fmla="*/ 8435 w 10000"/>
              <a:gd name="connsiteY86-174" fmla="*/ 7692 h 10000"/>
              <a:gd name="connsiteX87-175" fmla="*/ 8699 w 10000"/>
              <a:gd name="connsiteY87-176" fmla="*/ 7692 h 10000"/>
              <a:gd name="connsiteX88-177" fmla="*/ 8962 w 10000"/>
              <a:gd name="connsiteY88-178" fmla="*/ 7692 h 10000"/>
              <a:gd name="connsiteX89-179" fmla="*/ 9127 w 10000"/>
              <a:gd name="connsiteY89-180" fmla="*/ 7692 h 10000"/>
              <a:gd name="connsiteX90-181" fmla="*/ 9226 w 10000"/>
              <a:gd name="connsiteY90-182" fmla="*/ 7588 h 10000"/>
              <a:gd name="connsiteX91-183" fmla="*/ 9654 w 10000"/>
              <a:gd name="connsiteY91-184" fmla="*/ 7817 h 10000"/>
              <a:gd name="connsiteX92-185" fmla="*/ 9736 w 10000"/>
              <a:gd name="connsiteY92-186" fmla="*/ 7817 h 10000"/>
              <a:gd name="connsiteX93-187" fmla="*/ 9918 w 10000"/>
              <a:gd name="connsiteY93-188" fmla="*/ 8025 h 10000"/>
              <a:gd name="connsiteX94-189" fmla="*/ 10000 w 10000"/>
              <a:gd name="connsiteY94-190" fmla="*/ 8150 h 10000"/>
              <a:gd name="connsiteX95-191" fmla="*/ 10000 w 10000"/>
              <a:gd name="connsiteY95-192" fmla="*/ 8254 h 10000"/>
              <a:gd name="connsiteX96-193" fmla="*/ 10000 w 10000"/>
              <a:gd name="connsiteY96-194" fmla="*/ 8358 h 10000"/>
              <a:gd name="connsiteX97-195" fmla="*/ 10000 w 10000"/>
              <a:gd name="connsiteY97-196" fmla="*/ 8358 h 10000"/>
              <a:gd name="connsiteX98-197" fmla="*/ 10000 w 10000"/>
              <a:gd name="connsiteY98-198" fmla="*/ 8462 h 10000"/>
              <a:gd name="connsiteX99-199" fmla="*/ 9918 w 10000"/>
              <a:gd name="connsiteY99-200" fmla="*/ 8462 h 10000"/>
              <a:gd name="connsiteX100-201" fmla="*/ 9819 w 10000"/>
              <a:gd name="connsiteY100-202" fmla="*/ 8462 h 10000"/>
              <a:gd name="connsiteX101-203" fmla="*/ 9736 w 10000"/>
              <a:gd name="connsiteY101-204" fmla="*/ 8586 h 10000"/>
              <a:gd name="connsiteX102-205" fmla="*/ 9572 w 10000"/>
              <a:gd name="connsiteY102-206" fmla="*/ 8586 h 10000"/>
              <a:gd name="connsiteX103-207" fmla="*/ 9390 w 10000"/>
              <a:gd name="connsiteY103-208" fmla="*/ 8586 h 10000"/>
              <a:gd name="connsiteX104-209" fmla="*/ 9127 w 10000"/>
              <a:gd name="connsiteY104-210" fmla="*/ 8586 h 10000"/>
              <a:gd name="connsiteX105-211" fmla="*/ 8863 w 10000"/>
              <a:gd name="connsiteY105-212" fmla="*/ 8586 h 10000"/>
              <a:gd name="connsiteX106-213" fmla="*/ 8616 w 10000"/>
              <a:gd name="connsiteY106-214" fmla="*/ 8586 h 10000"/>
              <a:gd name="connsiteX107-215" fmla="*/ 8353 w 10000"/>
              <a:gd name="connsiteY107-216" fmla="*/ 8586 h 10000"/>
              <a:gd name="connsiteX108-217" fmla="*/ 8007 w 10000"/>
              <a:gd name="connsiteY108-218" fmla="*/ 8586 h 10000"/>
              <a:gd name="connsiteX109-219" fmla="*/ 7661 w 10000"/>
              <a:gd name="connsiteY109-220" fmla="*/ 8586 h 10000"/>
              <a:gd name="connsiteX110-221" fmla="*/ 7298 w 10000"/>
              <a:gd name="connsiteY110-222" fmla="*/ 8690 h 10000"/>
              <a:gd name="connsiteX111-223" fmla="*/ 6870 w 10000"/>
              <a:gd name="connsiteY111-224" fmla="*/ 8690 h 10000"/>
              <a:gd name="connsiteX112-225" fmla="*/ 6442 w 10000"/>
              <a:gd name="connsiteY112-226" fmla="*/ 8690 h 10000"/>
              <a:gd name="connsiteX113-227" fmla="*/ 5651 w 10000"/>
              <a:gd name="connsiteY113-228" fmla="*/ 8794 h 10000"/>
              <a:gd name="connsiteX114-229" fmla="*/ 4876 w 10000"/>
              <a:gd name="connsiteY114-230" fmla="*/ 8919 h 10000"/>
              <a:gd name="connsiteX115-231" fmla="*/ 4185 w 10000"/>
              <a:gd name="connsiteY115-232" fmla="*/ 9023 h 10000"/>
              <a:gd name="connsiteX116-233" fmla="*/ 3476 w 10000"/>
              <a:gd name="connsiteY116-234" fmla="*/ 9127 h 10000"/>
              <a:gd name="connsiteX117-235" fmla="*/ 3130 w 10000"/>
              <a:gd name="connsiteY117-236" fmla="*/ 9127 h 10000"/>
              <a:gd name="connsiteX118-237" fmla="*/ 2883 w 10000"/>
              <a:gd name="connsiteY118-238" fmla="*/ 9231 h 10000"/>
              <a:gd name="connsiteX119-239" fmla="*/ 2521 w 10000"/>
              <a:gd name="connsiteY119-240" fmla="*/ 9356 h 10000"/>
              <a:gd name="connsiteX120-241" fmla="*/ 2273 w 10000"/>
              <a:gd name="connsiteY120-242" fmla="*/ 9356 h 10000"/>
              <a:gd name="connsiteX121-243" fmla="*/ 2092 w 10000"/>
              <a:gd name="connsiteY121-244" fmla="*/ 9459 h 10000"/>
              <a:gd name="connsiteX122-245" fmla="*/ 1829 w 10000"/>
              <a:gd name="connsiteY122-246" fmla="*/ 9459 h 10000"/>
              <a:gd name="connsiteX123-247" fmla="*/ 1664 w 10000"/>
              <a:gd name="connsiteY123-248" fmla="*/ 9563 h 10000"/>
              <a:gd name="connsiteX124-249" fmla="*/ 1400 w 10000"/>
              <a:gd name="connsiteY124-250" fmla="*/ 9688 h 10000"/>
              <a:gd name="connsiteX125-251" fmla="*/ 1219 w 10000"/>
              <a:gd name="connsiteY125-252" fmla="*/ 9688 h 10000"/>
              <a:gd name="connsiteX126-253" fmla="*/ 1137 w 10000"/>
              <a:gd name="connsiteY126-254" fmla="*/ 9792 h 10000"/>
              <a:gd name="connsiteX127-255" fmla="*/ 956 w 10000"/>
              <a:gd name="connsiteY127-256" fmla="*/ 9792 h 10000"/>
              <a:gd name="connsiteX128-257" fmla="*/ 873 w 10000"/>
              <a:gd name="connsiteY128-258" fmla="*/ 9896 h 10000"/>
              <a:gd name="connsiteX129-259" fmla="*/ 791 w 10000"/>
              <a:gd name="connsiteY129-260" fmla="*/ 9896 h 10000"/>
              <a:gd name="connsiteX130-261" fmla="*/ 708 w 10000"/>
              <a:gd name="connsiteY130-262" fmla="*/ 9896 h 10000"/>
              <a:gd name="connsiteX131-263" fmla="*/ 527 w 10000"/>
              <a:gd name="connsiteY131-264" fmla="*/ 10000 h 10000"/>
              <a:gd name="connsiteX132-265" fmla="*/ 445 w 10000"/>
              <a:gd name="connsiteY132-266" fmla="*/ 9896 h 10000"/>
              <a:gd name="connsiteX133-267" fmla="*/ 362 w 10000"/>
              <a:gd name="connsiteY133-268" fmla="*/ 9896 h 10000"/>
              <a:gd name="connsiteX134-269" fmla="*/ 264 w 10000"/>
              <a:gd name="connsiteY134-270" fmla="*/ 9792 h 10000"/>
              <a:gd name="connsiteX135-271" fmla="*/ 181 w 10000"/>
              <a:gd name="connsiteY135-272" fmla="*/ 9563 h 10000"/>
              <a:gd name="connsiteX136-273" fmla="*/ 99 w 10000"/>
              <a:gd name="connsiteY136-274" fmla="*/ 9356 h 10000"/>
              <a:gd name="connsiteX137-275" fmla="*/ 0 w 10000"/>
              <a:gd name="connsiteY137-276" fmla="*/ 9231 h 10000"/>
              <a:gd name="connsiteX138-277" fmla="*/ 0 w 10000"/>
              <a:gd name="connsiteY138-278" fmla="*/ 9127 h 10000"/>
              <a:gd name="connsiteX139-279" fmla="*/ 0 w 10000"/>
              <a:gd name="connsiteY139-280" fmla="*/ 9023 h 10000"/>
              <a:gd name="connsiteX140-281" fmla="*/ 0 w 10000"/>
              <a:gd name="connsiteY140-282" fmla="*/ 9023 h 10000"/>
              <a:gd name="connsiteX141-283" fmla="*/ 99 w 10000"/>
              <a:gd name="connsiteY141-284" fmla="*/ 8919 h 10000"/>
              <a:gd name="connsiteX142-285" fmla="*/ 181 w 10000"/>
              <a:gd name="connsiteY142-286" fmla="*/ 8794 h 10000"/>
              <a:gd name="connsiteX143-287" fmla="*/ 362 w 10000"/>
              <a:gd name="connsiteY143-288" fmla="*/ 8690 h 10000"/>
              <a:gd name="connsiteX144-289" fmla="*/ 527 w 10000"/>
              <a:gd name="connsiteY144-290" fmla="*/ 8586 h 10000"/>
              <a:gd name="connsiteX145-291" fmla="*/ 610 w 10000"/>
              <a:gd name="connsiteY145-292" fmla="*/ 8462 h 10000"/>
              <a:gd name="connsiteX146-293" fmla="*/ 708 w 10000"/>
              <a:gd name="connsiteY146-294" fmla="*/ 8358 h 10000"/>
              <a:gd name="connsiteX147-295" fmla="*/ 873 w 10000"/>
              <a:gd name="connsiteY147-296" fmla="*/ 8254 h 10000"/>
              <a:gd name="connsiteX148-297" fmla="*/ 1054 w 10000"/>
              <a:gd name="connsiteY148-298" fmla="*/ 8025 h 10000"/>
              <a:gd name="connsiteX149-299" fmla="*/ 1137 w 10000"/>
              <a:gd name="connsiteY149-300" fmla="*/ 7921 h 10000"/>
              <a:gd name="connsiteX150-301" fmla="*/ 1318 w 10000"/>
              <a:gd name="connsiteY150-302" fmla="*/ 7692 h 10000"/>
              <a:gd name="connsiteX151-303" fmla="*/ 1483 w 10000"/>
              <a:gd name="connsiteY151-304" fmla="*/ 7484 h 10000"/>
              <a:gd name="connsiteX152-305" fmla="*/ 1483 w 10000"/>
              <a:gd name="connsiteY152-306" fmla="*/ 7484 h 10000"/>
              <a:gd name="connsiteX0-307" fmla="*/ 1483 w 10000"/>
              <a:gd name="connsiteY0-308" fmla="*/ 7484 h 10000"/>
              <a:gd name="connsiteX1-309" fmla="*/ 1664 w 10000"/>
              <a:gd name="connsiteY1-310" fmla="*/ 7152 h 10000"/>
              <a:gd name="connsiteX2-311" fmla="*/ 1911 w 10000"/>
              <a:gd name="connsiteY2-312" fmla="*/ 6819 h 10000"/>
              <a:gd name="connsiteX3-313" fmla="*/ 2092 w 10000"/>
              <a:gd name="connsiteY3-314" fmla="*/ 6486 h 10000"/>
              <a:gd name="connsiteX4-315" fmla="*/ 2356 w 10000"/>
              <a:gd name="connsiteY4-316" fmla="*/ 6050 h 10000"/>
              <a:gd name="connsiteX5-317" fmla="*/ 2619 w 10000"/>
              <a:gd name="connsiteY5-318" fmla="*/ 5509 h 10000"/>
              <a:gd name="connsiteX6-319" fmla="*/ 2883 w 10000"/>
              <a:gd name="connsiteY6-320" fmla="*/ 4948 h 10000"/>
              <a:gd name="connsiteX7-321" fmla="*/ 3130 w 10000"/>
              <a:gd name="connsiteY7-322" fmla="*/ 4304 h 10000"/>
              <a:gd name="connsiteX8-323" fmla="*/ 3476 w 10000"/>
              <a:gd name="connsiteY8-324" fmla="*/ 3638 h 10000"/>
              <a:gd name="connsiteX9-325" fmla="*/ 3740 w 10000"/>
              <a:gd name="connsiteY9-326" fmla="*/ 2973 h 10000"/>
              <a:gd name="connsiteX10-327" fmla="*/ 4003 w 10000"/>
              <a:gd name="connsiteY10-328" fmla="*/ 2432 h 10000"/>
              <a:gd name="connsiteX11-329" fmla="*/ 4185 w 10000"/>
              <a:gd name="connsiteY11-330" fmla="*/ 1871 h 10000"/>
              <a:gd name="connsiteX12-331" fmla="*/ 4349 w 10000"/>
              <a:gd name="connsiteY12-332" fmla="*/ 1435 h 10000"/>
              <a:gd name="connsiteX13-333" fmla="*/ 4432 w 10000"/>
              <a:gd name="connsiteY13-334" fmla="*/ 1102 h 10000"/>
              <a:gd name="connsiteX14-335" fmla="*/ 4530 w 10000"/>
              <a:gd name="connsiteY14-336" fmla="*/ 769 h 10000"/>
              <a:gd name="connsiteX15-337" fmla="*/ 4530 w 10000"/>
              <a:gd name="connsiteY15-338" fmla="*/ 665 h 10000"/>
              <a:gd name="connsiteX16-339" fmla="*/ 4530 w 10000"/>
              <a:gd name="connsiteY16-340" fmla="*/ 437 h 10000"/>
              <a:gd name="connsiteX17-341" fmla="*/ 4432 w 10000"/>
              <a:gd name="connsiteY17-342" fmla="*/ 437 h 10000"/>
              <a:gd name="connsiteX18-343" fmla="*/ 4432 w 10000"/>
              <a:gd name="connsiteY18-344" fmla="*/ 333 h 10000"/>
              <a:gd name="connsiteX19-345" fmla="*/ 4349 w 10000"/>
              <a:gd name="connsiteY19-346" fmla="*/ 229 h 10000"/>
              <a:gd name="connsiteX20-347" fmla="*/ 4349 w 10000"/>
              <a:gd name="connsiteY20-348" fmla="*/ 229 h 10000"/>
              <a:gd name="connsiteX21-349" fmla="*/ 4349 w 10000"/>
              <a:gd name="connsiteY21-350" fmla="*/ 125 h 10000"/>
              <a:gd name="connsiteX22-351" fmla="*/ 4349 w 10000"/>
              <a:gd name="connsiteY22-352" fmla="*/ 0 h 10000"/>
              <a:gd name="connsiteX23-353" fmla="*/ 4432 w 10000"/>
              <a:gd name="connsiteY23-354" fmla="*/ 0 h 10000"/>
              <a:gd name="connsiteX24-355" fmla="*/ 4613 w 10000"/>
              <a:gd name="connsiteY24-356" fmla="*/ 0 h 10000"/>
              <a:gd name="connsiteX25-357" fmla="*/ 4794 w 10000"/>
              <a:gd name="connsiteY25-358" fmla="*/ 0 h 10000"/>
              <a:gd name="connsiteX26-359" fmla="*/ 5041 w 10000"/>
              <a:gd name="connsiteY26-360" fmla="*/ 0 h 10000"/>
              <a:gd name="connsiteX27-361" fmla="*/ 5222 w 10000"/>
              <a:gd name="connsiteY27-362" fmla="*/ 125 h 10000"/>
              <a:gd name="connsiteX28-363" fmla="*/ 5486 w 10000"/>
              <a:gd name="connsiteY28-364" fmla="*/ 229 h 10000"/>
              <a:gd name="connsiteX29-365" fmla="*/ 5651 w 10000"/>
              <a:gd name="connsiteY29-366" fmla="*/ 333 h 10000"/>
              <a:gd name="connsiteX30-367" fmla="*/ 5832 w 10000"/>
              <a:gd name="connsiteY30-368" fmla="*/ 437 h 10000"/>
              <a:gd name="connsiteX31-369" fmla="*/ 5997 w 10000"/>
              <a:gd name="connsiteY31-370" fmla="*/ 665 h 10000"/>
              <a:gd name="connsiteX32-371" fmla="*/ 6096 w 10000"/>
              <a:gd name="connsiteY32-372" fmla="*/ 769 h 10000"/>
              <a:gd name="connsiteX33-373" fmla="*/ 6096 w 10000"/>
              <a:gd name="connsiteY33-374" fmla="*/ 894 h 10000"/>
              <a:gd name="connsiteX34-375" fmla="*/ 6096 w 10000"/>
              <a:gd name="connsiteY34-376" fmla="*/ 998 h 10000"/>
              <a:gd name="connsiteX35-377" fmla="*/ 6096 w 10000"/>
              <a:gd name="connsiteY35-378" fmla="*/ 1206 h 10000"/>
              <a:gd name="connsiteX36-379" fmla="*/ 5997 w 10000"/>
              <a:gd name="connsiteY36-380" fmla="*/ 1331 h 10000"/>
              <a:gd name="connsiteX37-381" fmla="*/ 5914 w 10000"/>
              <a:gd name="connsiteY37-382" fmla="*/ 1538 h 10000"/>
              <a:gd name="connsiteX38-383" fmla="*/ 5750 w 10000"/>
              <a:gd name="connsiteY38-384" fmla="*/ 1767 h 10000"/>
              <a:gd name="connsiteX39-385" fmla="*/ 5568 w 10000"/>
              <a:gd name="connsiteY39-386" fmla="*/ 1975 h 10000"/>
              <a:gd name="connsiteX40-387" fmla="*/ 5486 w 10000"/>
              <a:gd name="connsiteY40-388" fmla="*/ 2204 h 10000"/>
              <a:gd name="connsiteX41-389" fmla="*/ 5305 w 10000"/>
              <a:gd name="connsiteY41-390" fmla="*/ 2432 h 10000"/>
              <a:gd name="connsiteX42-391" fmla="*/ 5140 w 10000"/>
              <a:gd name="connsiteY42-392" fmla="*/ 2744 h 10000"/>
              <a:gd name="connsiteX43-393" fmla="*/ 4959 w 10000"/>
              <a:gd name="connsiteY43-394" fmla="*/ 3077 h 10000"/>
              <a:gd name="connsiteX44-395" fmla="*/ 4695 w 10000"/>
              <a:gd name="connsiteY44-396" fmla="*/ 3514 h 10000"/>
              <a:gd name="connsiteX45-397" fmla="*/ 4530 w 10000"/>
              <a:gd name="connsiteY45-398" fmla="*/ 3971 h 10000"/>
              <a:gd name="connsiteX46-399" fmla="*/ 4267 w 10000"/>
              <a:gd name="connsiteY46-400" fmla="*/ 4407 h 10000"/>
              <a:gd name="connsiteX47-401" fmla="*/ 3921 w 10000"/>
              <a:gd name="connsiteY47-402" fmla="*/ 4948 h 10000"/>
              <a:gd name="connsiteX48-403" fmla="*/ 3657 w 10000"/>
              <a:gd name="connsiteY48-404" fmla="*/ 5385 h 10000"/>
              <a:gd name="connsiteX49-405" fmla="*/ 3476 w 10000"/>
              <a:gd name="connsiteY49-406" fmla="*/ 5842 h 10000"/>
              <a:gd name="connsiteX50-407" fmla="*/ 3229 w 10000"/>
              <a:gd name="connsiteY50-408" fmla="*/ 6279 h 10000"/>
              <a:gd name="connsiteX51-409" fmla="*/ 2965 w 10000"/>
              <a:gd name="connsiteY51-410" fmla="*/ 6611 h 10000"/>
              <a:gd name="connsiteX52-411" fmla="*/ 2784 w 10000"/>
              <a:gd name="connsiteY52-412" fmla="*/ 6923 h 10000"/>
              <a:gd name="connsiteX53-413" fmla="*/ 2619 w 10000"/>
              <a:gd name="connsiteY53-414" fmla="*/ 7256 h 10000"/>
              <a:gd name="connsiteX54-415" fmla="*/ 2438 w 10000"/>
              <a:gd name="connsiteY54-416" fmla="*/ 7484 h 10000"/>
              <a:gd name="connsiteX55-417" fmla="*/ 2273 w 10000"/>
              <a:gd name="connsiteY55-418" fmla="*/ 7692 h 10000"/>
              <a:gd name="connsiteX56-419" fmla="*/ 2092 w 10000"/>
              <a:gd name="connsiteY56-420" fmla="*/ 7921 h 10000"/>
              <a:gd name="connsiteX57-421" fmla="*/ 2010 w 10000"/>
              <a:gd name="connsiteY57-422" fmla="*/ 8150 h 10000"/>
              <a:gd name="connsiteX58-423" fmla="*/ 1911 w 10000"/>
              <a:gd name="connsiteY58-424" fmla="*/ 8254 h 10000"/>
              <a:gd name="connsiteX59-425" fmla="*/ 1829 w 10000"/>
              <a:gd name="connsiteY59-426" fmla="*/ 8358 h 10000"/>
              <a:gd name="connsiteX60-427" fmla="*/ 1746 w 10000"/>
              <a:gd name="connsiteY60-428" fmla="*/ 8462 h 10000"/>
              <a:gd name="connsiteX61-429" fmla="*/ 1746 w 10000"/>
              <a:gd name="connsiteY61-430" fmla="*/ 8586 h 10000"/>
              <a:gd name="connsiteX62-431" fmla="*/ 1746 w 10000"/>
              <a:gd name="connsiteY62-432" fmla="*/ 8586 h 10000"/>
              <a:gd name="connsiteX63-433" fmla="*/ 1829 w 10000"/>
              <a:gd name="connsiteY63-434" fmla="*/ 8586 h 10000"/>
              <a:gd name="connsiteX64-435" fmla="*/ 1911 w 10000"/>
              <a:gd name="connsiteY64-436" fmla="*/ 8690 h 10000"/>
              <a:gd name="connsiteX65-437" fmla="*/ 2010 w 10000"/>
              <a:gd name="connsiteY65-438" fmla="*/ 8690 h 10000"/>
              <a:gd name="connsiteX66-439" fmla="*/ 2175 w 10000"/>
              <a:gd name="connsiteY66-440" fmla="*/ 8690 h 10000"/>
              <a:gd name="connsiteX67-441" fmla="*/ 2273 w 10000"/>
              <a:gd name="connsiteY67-442" fmla="*/ 8586 h 10000"/>
              <a:gd name="connsiteX68-443" fmla="*/ 2356 w 10000"/>
              <a:gd name="connsiteY68-444" fmla="*/ 8586 h 10000"/>
              <a:gd name="connsiteX69-445" fmla="*/ 2521 w 10000"/>
              <a:gd name="connsiteY69-446" fmla="*/ 8586 h 10000"/>
              <a:gd name="connsiteX70-447" fmla="*/ 2702 w 10000"/>
              <a:gd name="connsiteY70-448" fmla="*/ 8586 h 10000"/>
              <a:gd name="connsiteX71-449" fmla="*/ 2883 w 10000"/>
              <a:gd name="connsiteY71-450" fmla="*/ 8462 h 10000"/>
              <a:gd name="connsiteX72-451" fmla="*/ 3048 w 10000"/>
              <a:gd name="connsiteY72-452" fmla="*/ 8462 h 10000"/>
              <a:gd name="connsiteX73-453" fmla="*/ 3311 w 10000"/>
              <a:gd name="connsiteY73-454" fmla="*/ 8462 h 10000"/>
              <a:gd name="connsiteX74-455" fmla="*/ 3575 w 10000"/>
              <a:gd name="connsiteY74-456" fmla="*/ 8462 h 10000"/>
              <a:gd name="connsiteX75-457" fmla="*/ 3921 w 10000"/>
              <a:gd name="connsiteY75-458" fmla="*/ 8358 h 10000"/>
              <a:gd name="connsiteX76-459" fmla="*/ 4267 w 10000"/>
              <a:gd name="connsiteY76-460" fmla="*/ 8358 h 10000"/>
              <a:gd name="connsiteX77-461" fmla="*/ 4613 w 10000"/>
              <a:gd name="connsiteY77-462" fmla="*/ 8358 h 10000"/>
              <a:gd name="connsiteX78-463" fmla="*/ 4959 w 10000"/>
              <a:gd name="connsiteY78-464" fmla="*/ 8254 h 10000"/>
              <a:gd name="connsiteX79-465" fmla="*/ 5387 w 10000"/>
              <a:gd name="connsiteY79-466" fmla="*/ 8150 h 10000"/>
              <a:gd name="connsiteX80-467" fmla="*/ 5832 w 10000"/>
              <a:gd name="connsiteY80-468" fmla="*/ 8150 h 10000"/>
              <a:gd name="connsiteX81-469" fmla="*/ 6343 w 10000"/>
              <a:gd name="connsiteY81-470" fmla="*/ 8025 h 10000"/>
              <a:gd name="connsiteX82-471" fmla="*/ 6787 w 10000"/>
              <a:gd name="connsiteY82-472" fmla="*/ 8025 h 10000"/>
              <a:gd name="connsiteX83-473" fmla="*/ 7298 w 10000"/>
              <a:gd name="connsiteY83-474" fmla="*/ 7921 h 10000"/>
              <a:gd name="connsiteX84-475" fmla="*/ 7743 w 10000"/>
              <a:gd name="connsiteY84-476" fmla="*/ 7817 h 10000"/>
              <a:gd name="connsiteX85-477" fmla="*/ 8171 w 10000"/>
              <a:gd name="connsiteY85-478" fmla="*/ 7817 h 10000"/>
              <a:gd name="connsiteX86-479" fmla="*/ 8435 w 10000"/>
              <a:gd name="connsiteY86-480" fmla="*/ 7692 h 10000"/>
              <a:gd name="connsiteX87-481" fmla="*/ 8699 w 10000"/>
              <a:gd name="connsiteY87-482" fmla="*/ 7692 h 10000"/>
              <a:gd name="connsiteX88-483" fmla="*/ 8962 w 10000"/>
              <a:gd name="connsiteY88-484" fmla="*/ 7692 h 10000"/>
              <a:gd name="connsiteX89-485" fmla="*/ 9127 w 10000"/>
              <a:gd name="connsiteY89-486" fmla="*/ 7692 h 10000"/>
              <a:gd name="connsiteX90-487" fmla="*/ 9226 w 10000"/>
              <a:gd name="connsiteY90-488" fmla="*/ 7588 h 10000"/>
              <a:gd name="connsiteX91-489" fmla="*/ 9654 w 10000"/>
              <a:gd name="connsiteY91-490" fmla="*/ 7817 h 10000"/>
              <a:gd name="connsiteX92-491" fmla="*/ 9918 w 10000"/>
              <a:gd name="connsiteY92-492" fmla="*/ 8025 h 10000"/>
              <a:gd name="connsiteX93-493" fmla="*/ 10000 w 10000"/>
              <a:gd name="connsiteY93-494" fmla="*/ 8150 h 10000"/>
              <a:gd name="connsiteX94-495" fmla="*/ 10000 w 10000"/>
              <a:gd name="connsiteY94-496" fmla="*/ 8254 h 10000"/>
              <a:gd name="connsiteX95-497" fmla="*/ 10000 w 10000"/>
              <a:gd name="connsiteY95-498" fmla="*/ 8358 h 10000"/>
              <a:gd name="connsiteX96-499" fmla="*/ 10000 w 10000"/>
              <a:gd name="connsiteY96-500" fmla="*/ 8358 h 10000"/>
              <a:gd name="connsiteX97-501" fmla="*/ 10000 w 10000"/>
              <a:gd name="connsiteY97-502" fmla="*/ 8462 h 10000"/>
              <a:gd name="connsiteX98-503" fmla="*/ 9918 w 10000"/>
              <a:gd name="connsiteY98-504" fmla="*/ 8462 h 10000"/>
              <a:gd name="connsiteX99-505" fmla="*/ 9819 w 10000"/>
              <a:gd name="connsiteY99-506" fmla="*/ 8462 h 10000"/>
              <a:gd name="connsiteX100-507" fmla="*/ 9736 w 10000"/>
              <a:gd name="connsiteY100-508" fmla="*/ 8586 h 10000"/>
              <a:gd name="connsiteX101-509" fmla="*/ 9572 w 10000"/>
              <a:gd name="connsiteY101-510" fmla="*/ 8586 h 10000"/>
              <a:gd name="connsiteX102-511" fmla="*/ 9390 w 10000"/>
              <a:gd name="connsiteY102-512" fmla="*/ 8586 h 10000"/>
              <a:gd name="connsiteX103-513" fmla="*/ 9127 w 10000"/>
              <a:gd name="connsiteY103-514" fmla="*/ 8586 h 10000"/>
              <a:gd name="connsiteX104-515" fmla="*/ 8863 w 10000"/>
              <a:gd name="connsiteY104-516" fmla="*/ 8586 h 10000"/>
              <a:gd name="connsiteX105-517" fmla="*/ 8616 w 10000"/>
              <a:gd name="connsiteY105-518" fmla="*/ 8586 h 10000"/>
              <a:gd name="connsiteX106-519" fmla="*/ 8353 w 10000"/>
              <a:gd name="connsiteY106-520" fmla="*/ 8586 h 10000"/>
              <a:gd name="connsiteX107-521" fmla="*/ 8007 w 10000"/>
              <a:gd name="connsiteY107-522" fmla="*/ 8586 h 10000"/>
              <a:gd name="connsiteX108-523" fmla="*/ 7661 w 10000"/>
              <a:gd name="connsiteY108-524" fmla="*/ 8586 h 10000"/>
              <a:gd name="connsiteX109-525" fmla="*/ 7298 w 10000"/>
              <a:gd name="connsiteY109-526" fmla="*/ 8690 h 10000"/>
              <a:gd name="connsiteX110-527" fmla="*/ 6870 w 10000"/>
              <a:gd name="connsiteY110-528" fmla="*/ 8690 h 10000"/>
              <a:gd name="connsiteX111-529" fmla="*/ 6442 w 10000"/>
              <a:gd name="connsiteY111-530" fmla="*/ 8690 h 10000"/>
              <a:gd name="connsiteX112-531" fmla="*/ 5651 w 10000"/>
              <a:gd name="connsiteY112-532" fmla="*/ 8794 h 10000"/>
              <a:gd name="connsiteX113-533" fmla="*/ 4876 w 10000"/>
              <a:gd name="connsiteY113-534" fmla="*/ 8919 h 10000"/>
              <a:gd name="connsiteX114-535" fmla="*/ 4185 w 10000"/>
              <a:gd name="connsiteY114-536" fmla="*/ 9023 h 10000"/>
              <a:gd name="connsiteX115-537" fmla="*/ 3476 w 10000"/>
              <a:gd name="connsiteY115-538" fmla="*/ 9127 h 10000"/>
              <a:gd name="connsiteX116-539" fmla="*/ 3130 w 10000"/>
              <a:gd name="connsiteY116-540" fmla="*/ 9127 h 10000"/>
              <a:gd name="connsiteX117-541" fmla="*/ 2883 w 10000"/>
              <a:gd name="connsiteY117-542" fmla="*/ 9231 h 10000"/>
              <a:gd name="connsiteX118-543" fmla="*/ 2521 w 10000"/>
              <a:gd name="connsiteY118-544" fmla="*/ 9356 h 10000"/>
              <a:gd name="connsiteX119-545" fmla="*/ 2273 w 10000"/>
              <a:gd name="connsiteY119-546" fmla="*/ 9356 h 10000"/>
              <a:gd name="connsiteX120-547" fmla="*/ 2092 w 10000"/>
              <a:gd name="connsiteY120-548" fmla="*/ 9459 h 10000"/>
              <a:gd name="connsiteX121-549" fmla="*/ 1829 w 10000"/>
              <a:gd name="connsiteY121-550" fmla="*/ 9459 h 10000"/>
              <a:gd name="connsiteX122-551" fmla="*/ 1664 w 10000"/>
              <a:gd name="connsiteY122-552" fmla="*/ 9563 h 10000"/>
              <a:gd name="connsiteX123-553" fmla="*/ 1400 w 10000"/>
              <a:gd name="connsiteY123-554" fmla="*/ 9688 h 10000"/>
              <a:gd name="connsiteX124-555" fmla="*/ 1219 w 10000"/>
              <a:gd name="connsiteY124-556" fmla="*/ 9688 h 10000"/>
              <a:gd name="connsiteX125-557" fmla="*/ 1137 w 10000"/>
              <a:gd name="connsiteY125-558" fmla="*/ 9792 h 10000"/>
              <a:gd name="connsiteX126-559" fmla="*/ 956 w 10000"/>
              <a:gd name="connsiteY126-560" fmla="*/ 9792 h 10000"/>
              <a:gd name="connsiteX127-561" fmla="*/ 873 w 10000"/>
              <a:gd name="connsiteY127-562" fmla="*/ 9896 h 10000"/>
              <a:gd name="connsiteX128-563" fmla="*/ 791 w 10000"/>
              <a:gd name="connsiteY128-564" fmla="*/ 9896 h 10000"/>
              <a:gd name="connsiteX129-565" fmla="*/ 708 w 10000"/>
              <a:gd name="connsiteY129-566" fmla="*/ 9896 h 10000"/>
              <a:gd name="connsiteX130-567" fmla="*/ 527 w 10000"/>
              <a:gd name="connsiteY130-568" fmla="*/ 10000 h 10000"/>
              <a:gd name="connsiteX131-569" fmla="*/ 445 w 10000"/>
              <a:gd name="connsiteY131-570" fmla="*/ 9896 h 10000"/>
              <a:gd name="connsiteX132-571" fmla="*/ 362 w 10000"/>
              <a:gd name="connsiteY132-572" fmla="*/ 9896 h 10000"/>
              <a:gd name="connsiteX133-573" fmla="*/ 264 w 10000"/>
              <a:gd name="connsiteY133-574" fmla="*/ 9792 h 10000"/>
              <a:gd name="connsiteX134-575" fmla="*/ 181 w 10000"/>
              <a:gd name="connsiteY134-576" fmla="*/ 9563 h 10000"/>
              <a:gd name="connsiteX135-577" fmla="*/ 99 w 10000"/>
              <a:gd name="connsiteY135-578" fmla="*/ 9356 h 10000"/>
              <a:gd name="connsiteX136-579" fmla="*/ 0 w 10000"/>
              <a:gd name="connsiteY136-580" fmla="*/ 9231 h 10000"/>
              <a:gd name="connsiteX137-581" fmla="*/ 0 w 10000"/>
              <a:gd name="connsiteY137-582" fmla="*/ 9127 h 10000"/>
              <a:gd name="connsiteX138-583" fmla="*/ 0 w 10000"/>
              <a:gd name="connsiteY138-584" fmla="*/ 9023 h 10000"/>
              <a:gd name="connsiteX139-585" fmla="*/ 0 w 10000"/>
              <a:gd name="connsiteY139-586" fmla="*/ 9023 h 10000"/>
              <a:gd name="connsiteX140-587" fmla="*/ 99 w 10000"/>
              <a:gd name="connsiteY140-588" fmla="*/ 8919 h 10000"/>
              <a:gd name="connsiteX141-589" fmla="*/ 181 w 10000"/>
              <a:gd name="connsiteY141-590" fmla="*/ 8794 h 10000"/>
              <a:gd name="connsiteX142-591" fmla="*/ 362 w 10000"/>
              <a:gd name="connsiteY142-592" fmla="*/ 8690 h 10000"/>
              <a:gd name="connsiteX143-593" fmla="*/ 527 w 10000"/>
              <a:gd name="connsiteY143-594" fmla="*/ 8586 h 10000"/>
              <a:gd name="connsiteX144-595" fmla="*/ 610 w 10000"/>
              <a:gd name="connsiteY144-596" fmla="*/ 8462 h 10000"/>
              <a:gd name="connsiteX145-597" fmla="*/ 708 w 10000"/>
              <a:gd name="connsiteY145-598" fmla="*/ 8358 h 10000"/>
              <a:gd name="connsiteX146-599" fmla="*/ 873 w 10000"/>
              <a:gd name="connsiteY146-600" fmla="*/ 8254 h 10000"/>
              <a:gd name="connsiteX147-601" fmla="*/ 1054 w 10000"/>
              <a:gd name="connsiteY147-602" fmla="*/ 8025 h 10000"/>
              <a:gd name="connsiteX148-603" fmla="*/ 1137 w 10000"/>
              <a:gd name="connsiteY148-604" fmla="*/ 7921 h 10000"/>
              <a:gd name="connsiteX149-605" fmla="*/ 1318 w 10000"/>
              <a:gd name="connsiteY149-606" fmla="*/ 7692 h 10000"/>
              <a:gd name="connsiteX150-607" fmla="*/ 1483 w 10000"/>
              <a:gd name="connsiteY150-608" fmla="*/ 7484 h 10000"/>
              <a:gd name="connsiteX151-609" fmla="*/ 1483 w 10000"/>
              <a:gd name="connsiteY151-610" fmla="*/ 7484 h 10000"/>
              <a:gd name="connsiteX0-611" fmla="*/ 1483 w 10000"/>
              <a:gd name="connsiteY0-612" fmla="*/ 7484 h 10000"/>
              <a:gd name="connsiteX1-613" fmla="*/ 1664 w 10000"/>
              <a:gd name="connsiteY1-614" fmla="*/ 7152 h 10000"/>
              <a:gd name="connsiteX2-615" fmla="*/ 1911 w 10000"/>
              <a:gd name="connsiteY2-616" fmla="*/ 6819 h 10000"/>
              <a:gd name="connsiteX3-617" fmla="*/ 2092 w 10000"/>
              <a:gd name="connsiteY3-618" fmla="*/ 6486 h 10000"/>
              <a:gd name="connsiteX4-619" fmla="*/ 2356 w 10000"/>
              <a:gd name="connsiteY4-620" fmla="*/ 6050 h 10000"/>
              <a:gd name="connsiteX5-621" fmla="*/ 2619 w 10000"/>
              <a:gd name="connsiteY5-622" fmla="*/ 5509 h 10000"/>
              <a:gd name="connsiteX6-623" fmla="*/ 2883 w 10000"/>
              <a:gd name="connsiteY6-624" fmla="*/ 4948 h 10000"/>
              <a:gd name="connsiteX7-625" fmla="*/ 3130 w 10000"/>
              <a:gd name="connsiteY7-626" fmla="*/ 4304 h 10000"/>
              <a:gd name="connsiteX8-627" fmla="*/ 3476 w 10000"/>
              <a:gd name="connsiteY8-628" fmla="*/ 3638 h 10000"/>
              <a:gd name="connsiteX9-629" fmla="*/ 3740 w 10000"/>
              <a:gd name="connsiteY9-630" fmla="*/ 2973 h 10000"/>
              <a:gd name="connsiteX10-631" fmla="*/ 4003 w 10000"/>
              <a:gd name="connsiteY10-632" fmla="*/ 2432 h 10000"/>
              <a:gd name="connsiteX11-633" fmla="*/ 4185 w 10000"/>
              <a:gd name="connsiteY11-634" fmla="*/ 1871 h 10000"/>
              <a:gd name="connsiteX12-635" fmla="*/ 4349 w 10000"/>
              <a:gd name="connsiteY12-636" fmla="*/ 1435 h 10000"/>
              <a:gd name="connsiteX13-637" fmla="*/ 4432 w 10000"/>
              <a:gd name="connsiteY13-638" fmla="*/ 1102 h 10000"/>
              <a:gd name="connsiteX14-639" fmla="*/ 4530 w 10000"/>
              <a:gd name="connsiteY14-640" fmla="*/ 769 h 10000"/>
              <a:gd name="connsiteX15-641" fmla="*/ 4530 w 10000"/>
              <a:gd name="connsiteY15-642" fmla="*/ 665 h 10000"/>
              <a:gd name="connsiteX16-643" fmla="*/ 4530 w 10000"/>
              <a:gd name="connsiteY16-644" fmla="*/ 437 h 10000"/>
              <a:gd name="connsiteX17-645" fmla="*/ 4432 w 10000"/>
              <a:gd name="connsiteY17-646" fmla="*/ 437 h 10000"/>
              <a:gd name="connsiteX18-647" fmla="*/ 4432 w 10000"/>
              <a:gd name="connsiteY18-648" fmla="*/ 333 h 10000"/>
              <a:gd name="connsiteX19-649" fmla="*/ 4349 w 10000"/>
              <a:gd name="connsiteY19-650" fmla="*/ 229 h 10000"/>
              <a:gd name="connsiteX20-651" fmla="*/ 4349 w 10000"/>
              <a:gd name="connsiteY20-652" fmla="*/ 229 h 10000"/>
              <a:gd name="connsiteX21-653" fmla="*/ 4349 w 10000"/>
              <a:gd name="connsiteY21-654" fmla="*/ 125 h 10000"/>
              <a:gd name="connsiteX22-655" fmla="*/ 4349 w 10000"/>
              <a:gd name="connsiteY22-656" fmla="*/ 0 h 10000"/>
              <a:gd name="connsiteX23-657" fmla="*/ 4432 w 10000"/>
              <a:gd name="connsiteY23-658" fmla="*/ 0 h 10000"/>
              <a:gd name="connsiteX24-659" fmla="*/ 4613 w 10000"/>
              <a:gd name="connsiteY24-660" fmla="*/ 0 h 10000"/>
              <a:gd name="connsiteX25-661" fmla="*/ 4794 w 10000"/>
              <a:gd name="connsiteY25-662" fmla="*/ 0 h 10000"/>
              <a:gd name="connsiteX26-663" fmla="*/ 5041 w 10000"/>
              <a:gd name="connsiteY26-664" fmla="*/ 0 h 10000"/>
              <a:gd name="connsiteX27-665" fmla="*/ 5222 w 10000"/>
              <a:gd name="connsiteY27-666" fmla="*/ 125 h 10000"/>
              <a:gd name="connsiteX28-667" fmla="*/ 5486 w 10000"/>
              <a:gd name="connsiteY28-668" fmla="*/ 229 h 10000"/>
              <a:gd name="connsiteX29-669" fmla="*/ 5651 w 10000"/>
              <a:gd name="connsiteY29-670" fmla="*/ 333 h 10000"/>
              <a:gd name="connsiteX30-671" fmla="*/ 5832 w 10000"/>
              <a:gd name="connsiteY30-672" fmla="*/ 437 h 10000"/>
              <a:gd name="connsiteX31-673" fmla="*/ 5997 w 10000"/>
              <a:gd name="connsiteY31-674" fmla="*/ 665 h 10000"/>
              <a:gd name="connsiteX32-675" fmla="*/ 6096 w 10000"/>
              <a:gd name="connsiteY32-676" fmla="*/ 769 h 10000"/>
              <a:gd name="connsiteX33-677" fmla="*/ 6096 w 10000"/>
              <a:gd name="connsiteY33-678" fmla="*/ 894 h 10000"/>
              <a:gd name="connsiteX34-679" fmla="*/ 6096 w 10000"/>
              <a:gd name="connsiteY34-680" fmla="*/ 998 h 10000"/>
              <a:gd name="connsiteX35-681" fmla="*/ 6096 w 10000"/>
              <a:gd name="connsiteY35-682" fmla="*/ 1206 h 10000"/>
              <a:gd name="connsiteX36-683" fmla="*/ 5997 w 10000"/>
              <a:gd name="connsiteY36-684" fmla="*/ 1331 h 10000"/>
              <a:gd name="connsiteX37-685" fmla="*/ 5914 w 10000"/>
              <a:gd name="connsiteY37-686" fmla="*/ 1538 h 10000"/>
              <a:gd name="connsiteX38-687" fmla="*/ 5750 w 10000"/>
              <a:gd name="connsiteY38-688" fmla="*/ 1767 h 10000"/>
              <a:gd name="connsiteX39-689" fmla="*/ 5568 w 10000"/>
              <a:gd name="connsiteY39-690" fmla="*/ 1975 h 10000"/>
              <a:gd name="connsiteX40-691" fmla="*/ 5486 w 10000"/>
              <a:gd name="connsiteY40-692" fmla="*/ 2204 h 10000"/>
              <a:gd name="connsiteX41-693" fmla="*/ 5305 w 10000"/>
              <a:gd name="connsiteY41-694" fmla="*/ 2432 h 10000"/>
              <a:gd name="connsiteX42-695" fmla="*/ 5140 w 10000"/>
              <a:gd name="connsiteY42-696" fmla="*/ 2744 h 10000"/>
              <a:gd name="connsiteX43-697" fmla="*/ 4959 w 10000"/>
              <a:gd name="connsiteY43-698" fmla="*/ 3077 h 10000"/>
              <a:gd name="connsiteX44-699" fmla="*/ 4695 w 10000"/>
              <a:gd name="connsiteY44-700" fmla="*/ 3514 h 10000"/>
              <a:gd name="connsiteX45-701" fmla="*/ 4530 w 10000"/>
              <a:gd name="connsiteY45-702" fmla="*/ 3971 h 10000"/>
              <a:gd name="connsiteX46-703" fmla="*/ 4267 w 10000"/>
              <a:gd name="connsiteY46-704" fmla="*/ 4407 h 10000"/>
              <a:gd name="connsiteX47-705" fmla="*/ 3921 w 10000"/>
              <a:gd name="connsiteY47-706" fmla="*/ 4948 h 10000"/>
              <a:gd name="connsiteX48-707" fmla="*/ 3657 w 10000"/>
              <a:gd name="connsiteY48-708" fmla="*/ 5385 h 10000"/>
              <a:gd name="connsiteX49-709" fmla="*/ 3476 w 10000"/>
              <a:gd name="connsiteY49-710" fmla="*/ 5842 h 10000"/>
              <a:gd name="connsiteX50-711" fmla="*/ 3229 w 10000"/>
              <a:gd name="connsiteY50-712" fmla="*/ 6279 h 10000"/>
              <a:gd name="connsiteX51-713" fmla="*/ 2965 w 10000"/>
              <a:gd name="connsiteY51-714" fmla="*/ 6611 h 10000"/>
              <a:gd name="connsiteX52-715" fmla="*/ 2784 w 10000"/>
              <a:gd name="connsiteY52-716" fmla="*/ 6923 h 10000"/>
              <a:gd name="connsiteX53-717" fmla="*/ 2619 w 10000"/>
              <a:gd name="connsiteY53-718" fmla="*/ 7256 h 10000"/>
              <a:gd name="connsiteX54-719" fmla="*/ 2438 w 10000"/>
              <a:gd name="connsiteY54-720" fmla="*/ 7484 h 10000"/>
              <a:gd name="connsiteX55-721" fmla="*/ 2273 w 10000"/>
              <a:gd name="connsiteY55-722" fmla="*/ 7692 h 10000"/>
              <a:gd name="connsiteX56-723" fmla="*/ 2092 w 10000"/>
              <a:gd name="connsiteY56-724" fmla="*/ 7921 h 10000"/>
              <a:gd name="connsiteX57-725" fmla="*/ 2010 w 10000"/>
              <a:gd name="connsiteY57-726" fmla="*/ 8150 h 10000"/>
              <a:gd name="connsiteX58-727" fmla="*/ 1911 w 10000"/>
              <a:gd name="connsiteY58-728" fmla="*/ 8254 h 10000"/>
              <a:gd name="connsiteX59-729" fmla="*/ 1829 w 10000"/>
              <a:gd name="connsiteY59-730" fmla="*/ 8358 h 10000"/>
              <a:gd name="connsiteX60-731" fmla="*/ 1746 w 10000"/>
              <a:gd name="connsiteY60-732" fmla="*/ 8462 h 10000"/>
              <a:gd name="connsiteX61-733" fmla="*/ 1746 w 10000"/>
              <a:gd name="connsiteY61-734" fmla="*/ 8586 h 10000"/>
              <a:gd name="connsiteX62-735" fmla="*/ 1746 w 10000"/>
              <a:gd name="connsiteY62-736" fmla="*/ 8586 h 10000"/>
              <a:gd name="connsiteX63-737" fmla="*/ 1829 w 10000"/>
              <a:gd name="connsiteY63-738" fmla="*/ 8586 h 10000"/>
              <a:gd name="connsiteX64-739" fmla="*/ 1911 w 10000"/>
              <a:gd name="connsiteY64-740" fmla="*/ 8690 h 10000"/>
              <a:gd name="connsiteX65-741" fmla="*/ 2010 w 10000"/>
              <a:gd name="connsiteY65-742" fmla="*/ 8690 h 10000"/>
              <a:gd name="connsiteX66-743" fmla="*/ 2175 w 10000"/>
              <a:gd name="connsiteY66-744" fmla="*/ 8690 h 10000"/>
              <a:gd name="connsiteX67-745" fmla="*/ 2273 w 10000"/>
              <a:gd name="connsiteY67-746" fmla="*/ 8586 h 10000"/>
              <a:gd name="connsiteX68-747" fmla="*/ 2356 w 10000"/>
              <a:gd name="connsiteY68-748" fmla="*/ 8586 h 10000"/>
              <a:gd name="connsiteX69-749" fmla="*/ 2521 w 10000"/>
              <a:gd name="connsiteY69-750" fmla="*/ 8586 h 10000"/>
              <a:gd name="connsiteX70-751" fmla="*/ 2702 w 10000"/>
              <a:gd name="connsiteY70-752" fmla="*/ 8586 h 10000"/>
              <a:gd name="connsiteX71-753" fmla="*/ 2883 w 10000"/>
              <a:gd name="connsiteY71-754" fmla="*/ 8462 h 10000"/>
              <a:gd name="connsiteX72-755" fmla="*/ 3048 w 10000"/>
              <a:gd name="connsiteY72-756" fmla="*/ 8462 h 10000"/>
              <a:gd name="connsiteX73-757" fmla="*/ 3311 w 10000"/>
              <a:gd name="connsiteY73-758" fmla="*/ 8462 h 10000"/>
              <a:gd name="connsiteX74-759" fmla="*/ 3575 w 10000"/>
              <a:gd name="connsiteY74-760" fmla="*/ 8462 h 10000"/>
              <a:gd name="connsiteX75-761" fmla="*/ 3921 w 10000"/>
              <a:gd name="connsiteY75-762" fmla="*/ 8358 h 10000"/>
              <a:gd name="connsiteX76-763" fmla="*/ 4267 w 10000"/>
              <a:gd name="connsiteY76-764" fmla="*/ 8358 h 10000"/>
              <a:gd name="connsiteX77-765" fmla="*/ 4613 w 10000"/>
              <a:gd name="connsiteY77-766" fmla="*/ 8358 h 10000"/>
              <a:gd name="connsiteX78-767" fmla="*/ 4959 w 10000"/>
              <a:gd name="connsiteY78-768" fmla="*/ 8254 h 10000"/>
              <a:gd name="connsiteX79-769" fmla="*/ 5387 w 10000"/>
              <a:gd name="connsiteY79-770" fmla="*/ 8150 h 10000"/>
              <a:gd name="connsiteX80-771" fmla="*/ 5832 w 10000"/>
              <a:gd name="connsiteY80-772" fmla="*/ 8150 h 10000"/>
              <a:gd name="connsiteX81-773" fmla="*/ 6343 w 10000"/>
              <a:gd name="connsiteY81-774" fmla="*/ 8025 h 10000"/>
              <a:gd name="connsiteX82-775" fmla="*/ 6787 w 10000"/>
              <a:gd name="connsiteY82-776" fmla="*/ 8025 h 10000"/>
              <a:gd name="connsiteX83-777" fmla="*/ 7298 w 10000"/>
              <a:gd name="connsiteY83-778" fmla="*/ 7921 h 10000"/>
              <a:gd name="connsiteX84-779" fmla="*/ 7743 w 10000"/>
              <a:gd name="connsiteY84-780" fmla="*/ 7817 h 10000"/>
              <a:gd name="connsiteX85-781" fmla="*/ 8171 w 10000"/>
              <a:gd name="connsiteY85-782" fmla="*/ 7817 h 10000"/>
              <a:gd name="connsiteX86-783" fmla="*/ 8435 w 10000"/>
              <a:gd name="connsiteY86-784" fmla="*/ 7692 h 10000"/>
              <a:gd name="connsiteX87-785" fmla="*/ 8699 w 10000"/>
              <a:gd name="connsiteY87-786" fmla="*/ 7692 h 10000"/>
              <a:gd name="connsiteX88-787" fmla="*/ 8962 w 10000"/>
              <a:gd name="connsiteY88-788" fmla="*/ 7692 h 10000"/>
              <a:gd name="connsiteX89-789" fmla="*/ 9127 w 10000"/>
              <a:gd name="connsiteY89-790" fmla="*/ 7692 h 10000"/>
              <a:gd name="connsiteX90-791" fmla="*/ 9226 w 10000"/>
              <a:gd name="connsiteY90-792" fmla="*/ 7588 h 10000"/>
              <a:gd name="connsiteX91-793" fmla="*/ 9918 w 10000"/>
              <a:gd name="connsiteY91-794" fmla="*/ 8025 h 10000"/>
              <a:gd name="connsiteX92-795" fmla="*/ 10000 w 10000"/>
              <a:gd name="connsiteY92-796" fmla="*/ 8150 h 10000"/>
              <a:gd name="connsiteX93-797" fmla="*/ 10000 w 10000"/>
              <a:gd name="connsiteY93-798" fmla="*/ 8254 h 10000"/>
              <a:gd name="connsiteX94-799" fmla="*/ 10000 w 10000"/>
              <a:gd name="connsiteY94-800" fmla="*/ 8358 h 10000"/>
              <a:gd name="connsiteX95-801" fmla="*/ 10000 w 10000"/>
              <a:gd name="connsiteY95-802" fmla="*/ 8358 h 10000"/>
              <a:gd name="connsiteX96-803" fmla="*/ 10000 w 10000"/>
              <a:gd name="connsiteY96-804" fmla="*/ 8462 h 10000"/>
              <a:gd name="connsiteX97-805" fmla="*/ 9918 w 10000"/>
              <a:gd name="connsiteY97-806" fmla="*/ 8462 h 10000"/>
              <a:gd name="connsiteX98-807" fmla="*/ 9819 w 10000"/>
              <a:gd name="connsiteY98-808" fmla="*/ 8462 h 10000"/>
              <a:gd name="connsiteX99-809" fmla="*/ 9736 w 10000"/>
              <a:gd name="connsiteY99-810" fmla="*/ 8586 h 10000"/>
              <a:gd name="connsiteX100-811" fmla="*/ 9572 w 10000"/>
              <a:gd name="connsiteY100-812" fmla="*/ 8586 h 10000"/>
              <a:gd name="connsiteX101-813" fmla="*/ 9390 w 10000"/>
              <a:gd name="connsiteY101-814" fmla="*/ 8586 h 10000"/>
              <a:gd name="connsiteX102-815" fmla="*/ 9127 w 10000"/>
              <a:gd name="connsiteY102-816" fmla="*/ 8586 h 10000"/>
              <a:gd name="connsiteX103-817" fmla="*/ 8863 w 10000"/>
              <a:gd name="connsiteY103-818" fmla="*/ 8586 h 10000"/>
              <a:gd name="connsiteX104-819" fmla="*/ 8616 w 10000"/>
              <a:gd name="connsiteY104-820" fmla="*/ 8586 h 10000"/>
              <a:gd name="connsiteX105-821" fmla="*/ 8353 w 10000"/>
              <a:gd name="connsiteY105-822" fmla="*/ 8586 h 10000"/>
              <a:gd name="connsiteX106-823" fmla="*/ 8007 w 10000"/>
              <a:gd name="connsiteY106-824" fmla="*/ 8586 h 10000"/>
              <a:gd name="connsiteX107-825" fmla="*/ 7661 w 10000"/>
              <a:gd name="connsiteY107-826" fmla="*/ 8586 h 10000"/>
              <a:gd name="connsiteX108-827" fmla="*/ 7298 w 10000"/>
              <a:gd name="connsiteY108-828" fmla="*/ 8690 h 10000"/>
              <a:gd name="connsiteX109-829" fmla="*/ 6870 w 10000"/>
              <a:gd name="connsiteY109-830" fmla="*/ 8690 h 10000"/>
              <a:gd name="connsiteX110-831" fmla="*/ 6442 w 10000"/>
              <a:gd name="connsiteY110-832" fmla="*/ 8690 h 10000"/>
              <a:gd name="connsiteX111-833" fmla="*/ 5651 w 10000"/>
              <a:gd name="connsiteY111-834" fmla="*/ 8794 h 10000"/>
              <a:gd name="connsiteX112-835" fmla="*/ 4876 w 10000"/>
              <a:gd name="connsiteY112-836" fmla="*/ 8919 h 10000"/>
              <a:gd name="connsiteX113-837" fmla="*/ 4185 w 10000"/>
              <a:gd name="connsiteY113-838" fmla="*/ 9023 h 10000"/>
              <a:gd name="connsiteX114-839" fmla="*/ 3476 w 10000"/>
              <a:gd name="connsiteY114-840" fmla="*/ 9127 h 10000"/>
              <a:gd name="connsiteX115-841" fmla="*/ 3130 w 10000"/>
              <a:gd name="connsiteY115-842" fmla="*/ 9127 h 10000"/>
              <a:gd name="connsiteX116-843" fmla="*/ 2883 w 10000"/>
              <a:gd name="connsiteY116-844" fmla="*/ 9231 h 10000"/>
              <a:gd name="connsiteX117-845" fmla="*/ 2521 w 10000"/>
              <a:gd name="connsiteY117-846" fmla="*/ 9356 h 10000"/>
              <a:gd name="connsiteX118-847" fmla="*/ 2273 w 10000"/>
              <a:gd name="connsiteY118-848" fmla="*/ 9356 h 10000"/>
              <a:gd name="connsiteX119-849" fmla="*/ 2092 w 10000"/>
              <a:gd name="connsiteY119-850" fmla="*/ 9459 h 10000"/>
              <a:gd name="connsiteX120-851" fmla="*/ 1829 w 10000"/>
              <a:gd name="connsiteY120-852" fmla="*/ 9459 h 10000"/>
              <a:gd name="connsiteX121-853" fmla="*/ 1664 w 10000"/>
              <a:gd name="connsiteY121-854" fmla="*/ 9563 h 10000"/>
              <a:gd name="connsiteX122-855" fmla="*/ 1400 w 10000"/>
              <a:gd name="connsiteY122-856" fmla="*/ 9688 h 10000"/>
              <a:gd name="connsiteX123-857" fmla="*/ 1219 w 10000"/>
              <a:gd name="connsiteY123-858" fmla="*/ 9688 h 10000"/>
              <a:gd name="connsiteX124-859" fmla="*/ 1137 w 10000"/>
              <a:gd name="connsiteY124-860" fmla="*/ 9792 h 10000"/>
              <a:gd name="connsiteX125-861" fmla="*/ 956 w 10000"/>
              <a:gd name="connsiteY125-862" fmla="*/ 9792 h 10000"/>
              <a:gd name="connsiteX126-863" fmla="*/ 873 w 10000"/>
              <a:gd name="connsiteY126-864" fmla="*/ 9896 h 10000"/>
              <a:gd name="connsiteX127-865" fmla="*/ 791 w 10000"/>
              <a:gd name="connsiteY127-866" fmla="*/ 9896 h 10000"/>
              <a:gd name="connsiteX128-867" fmla="*/ 708 w 10000"/>
              <a:gd name="connsiteY128-868" fmla="*/ 9896 h 10000"/>
              <a:gd name="connsiteX129-869" fmla="*/ 527 w 10000"/>
              <a:gd name="connsiteY129-870" fmla="*/ 10000 h 10000"/>
              <a:gd name="connsiteX130-871" fmla="*/ 445 w 10000"/>
              <a:gd name="connsiteY130-872" fmla="*/ 9896 h 10000"/>
              <a:gd name="connsiteX131-873" fmla="*/ 362 w 10000"/>
              <a:gd name="connsiteY131-874" fmla="*/ 9896 h 10000"/>
              <a:gd name="connsiteX132-875" fmla="*/ 264 w 10000"/>
              <a:gd name="connsiteY132-876" fmla="*/ 9792 h 10000"/>
              <a:gd name="connsiteX133-877" fmla="*/ 181 w 10000"/>
              <a:gd name="connsiteY133-878" fmla="*/ 9563 h 10000"/>
              <a:gd name="connsiteX134-879" fmla="*/ 99 w 10000"/>
              <a:gd name="connsiteY134-880" fmla="*/ 9356 h 10000"/>
              <a:gd name="connsiteX135-881" fmla="*/ 0 w 10000"/>
              <a:gd name="connsiteY135-882" fmla="*/ 9231 h 10000"/>
              <a:gd name="connsiteX136-883" fmla="*/ 0 w 10000"/>
              <a:gd name="connsiteY136-884" fmla="*/ 9127 h 10000"/>
              <a:gd name="connsiteX137-885" fmla="*/ 0 w 10000"/>
              <a:gd name="connsiteY137-886" fmla="*/ 9023 h 10000"/>
              <a:gd name="connsiteX138-887" fmla="*/ 0 w 10000"/>
              <a:gd name="connsiteY138-888" fmla="*/ 9023 h 10000"/>
              <a:gd name="connsiteX139-889" fmla="*/ 99 w 10000"/>
              <a:gd name="connsiteY139-890" fmla="*/ 8919 h 10000"/>
              <a:gd name="connsiteX140-891" fmla="*/ 181 w 10000"/>
              <a:gd name="connsiteY140-892" fmla="*/ 8794 h 10000"/>
              <a:gd name="connsiteX141-893" fmla="*/ 362 w 10000"/>
              <a:gd name="connsiteY141-894" fmla="*/ 8690 h 10000"/>
              <a:gd name="connsiteX142-895" fmla="*/ 527 w 10000"/>
              <a:gd name="connsiteY142-896" fmla="*/ 8586 h 10000"/>
              <a:gd name="connsiteX143-897" fmla="*/ 610 w 10000"/>
              <a:gd name="connsiteY143-898" fmla="*/ 8462 h 10000"/>
              <a:gd name="connsiteX144-899" fmla="*/ 708 w 10000"/>
              <a:gd name="connsiteY144-900" fmla="*/ 8358 h 10000"/>
              <a:gd name="connsiteX145-901" fmla="*/ 873 w 10000"/>
              <a:gd name="connsiteY145-902" fmla="*/ 8254 h 10000"/>
              <a:gd name="connsiteX146-903" fmla="*/ 1054 w 10000"/>
              <a:gd name="connsiteY146-904" fmla="*/ 8025 h 10000"/>
              <a:gd name="connsiteX147-905" fmla="*/ 1137 w 10000"/>
              <a:gd name="connsiteY147-906" fmla="*/ 7921 h 10000"/>
              <a:gd name="connsiteX148-907" fmla="*/ 1318 w 10000"/>
              <a:gd name="connsiteY148-908" fmla="*/ 7692 h 10000"/>
              <a:gd name="connsiteX149-909" fmla="*/ 1483 w 10000"/>
              <a:gd name="connsiteY149-910" fmla="*/ 7484 h 10000"/>
              <a:gd name="connsiteX150-911" fmla="*/ 1483 w 10000"/>
              <a:gd name="connsiteY150-912" fmla="*/ 7484 h 10000"/>
              <a:gd name="connsiteX0-913" fmla="*/ 1483 w 10000"/>
              <a:gd name="connsiteY0-914" fmla="*/ 7484 h 10000"/>
              <a:gd name="connsiteX1-915" fmla="*/ 1664 w 10000"/>
              <a:gd name="connsiteY1-916" fmla="*/ 7152 h 10000"/>
              <a:gd name="connsiteX2-917" fmla="*/ 1911 w 10000"/>
              <a:gd name="connsiteY2-918" fmla="*/ 6819 h 10000"/>
              <a:gd name="connsiteX3-919" fmla="*/ 2092 w 10000"/>
              <a:gd name="connsiteY3-920" fmla="*/ 6486 h 10000"/>
              <a:gd name="connsiteX4-921" fmla="*/ 2356 w 10000"/>
              <a:gd name="connsiteY4-922" fmla="*/ 6050 h 10000"/>
              <a:gd name="connsiteX5-923" fmla="*/ 2619 w 10000"/>
              <a:gd name="connsiteY5-924" fmla="*/ 5509 h 10000"/>
              <a:gd name="connsiteX6-925" fmla="*/ 2883 w 10000"/>
              <a:gd name="connsiteY6-926" fmla="*/ 4948 h 10000"/>
              <a:gd name="connsiteX7-927" fmla="*/ 3130 w 10000"/>
              <a:gd name="connsiteY7-928" fmla="*/ 4304 h 10000"/>
              <a:gd name="connsiteX8-929" fmla="*/ 3476 w 10000"/>
              <a:gd name="connsiteY8-930" fmla="*/ 3638 h 10000"/>
              <a:gd name="connsiteX9-931" fmla="*/ 3740 w 10000"/>
              <a:gd name="connsiteY9-932" fmla="*/ 2973 h 10000"/>
              <a:gd name="connsiteX10-933" fmla="*/ 4003 w 10000"/>
              <a:gd name="connsiteY10-934" fmla="*/ 2432 h 10000"/>
              <a:gd name="connsiteX11-935" fmla="*/ 4185 w 10000"/>
              <a:gd name="connsiteY11-936" fmla="*/ 1871 h 10000"/>
              <a:gd name="connsiteX12-937" fmla="*/ 4349 w 10000"/>
              <a:gd name="connsiteY12-938" fmla="*/ 1435 h 10000"/>
              <a:gd name="connsiteX13-939" fmla="*/ 4432 w 10000"/>
              <a:gd name="connsiteY13-940" fmla="*/ 1102 h 10000"/>
              <a:gd name="connsiteX14-941" fmla="*/ 4530 w 10000"/>
              <a:gd name="connsiteY14-942" fmla="*/ 769 h 10000"/>
              <a:gd name="connsiteX15-943" fmla="*/ 4530 w 10000"/>
              <a:gd name="connsiteY15-944" fmla="*/ 665 h 10000"/>
              <a:gd name="connsiteX16-945" fmla="*/ 4530 w 10000"/>
              <a:gd name="connsiteY16-946" fmla="*/ 437 h 10000"/>
              <a:gd name="connsiteX17-947" fmla="*/ 4432 w 10000"/>
              <a:gd name="connsiteY17-948" fmla="*/ 437 h 10000"/>
              <a:gd name="connsiteX18-949" fmla="*/ 4432 w 10000"/>
              <a:gd name="connsiteY18-950" fmla="*/ 333 h 10000"/>
              <a:gd name="connsiteX19-951" fmla="*/ 4349 w 10000"/>
              <a:gd name="connsiteY19-952" fmla="*/ 229 h 10000"/>
              <a:gd name="connsiteX20-953" fmla="*/ 4349 w 10000"/>
              <a:gd name="connsiteY20-954" fmla="*/ 229 h 10000"/>
              <a:gd name="connsiteX21-955" fmla="*/ 4349 w 10000"/>
              <a:gd name="connsiteY21-956" fmla="*/ 125 h 10000"/>
              <a:gd name="connsiteX22-957" fmla="*/ 4349 w 10000"/>
              <a:gd name="connsiteY22-958" fmla="*/ 0 h 10000"/>
              <a:gd name="connsiteX23-959" fmla="*/ 4432 w 10000"/>
              <a:gd name="connsiteY23-960" fmla="*/ 0 h 10000"/>
              <a:gd name="connsiteX24-961" fmla="*/ 4613 w 10000"/>
              <a:gd name="connsiteY24-962" fmla="*/ 0 h 10000"/>
              <a:gd name="connsiteX25-963" fmla="*/ 4794 w 10000"/>
              <a:gd name="connsiteY25-964" fmla="*/ 0 h 10000"/>
              <a:gd name="connsiteX26-965" fmla="*/ 5041 w 10000"/>
              <a:gd name="connsiteY26-966" fmla="*/ 0 h 10000"/>
              <a:gd name="connsiteX27-967" fmla="*/ 5222 w 10000"/>
              <a:gd name="connsiteY27-968" fmla="*/ 125 h 10000"/>
              <a:gd name="connsiteX28-969" fmla="*/ 5486 w 10000"/>
              <a:gd name="connsiteY28-970" fmla="*/ 229 h 10000"/>
              <a:gd name="connsiteX29-971" fmla="*/ 5651 w 10000"/>
              <a:gd name="connsiteY29-972" fmla="*/ 333 h 10000"/>
              <a:gd name="connsiteX30-973" fmla="*/ 5832 w 10000"/>
              <a:gd name="connsiteY30-974" fmla="*/ 437 h 10000"/>
              <a:gd name="connsiteX31-975" fmla="*/ 5997 w 10000"/>
              <a:gd name="connsiteY31-976" fmla="*/ 665 h 10000"/>
              <a:gd name="connsiteX32-977" fmla="*/ 6096 w 10000"/>
              <a:gd name="connsiteY32-978" fmla="*/ 769 h 10000"/>
              <a:gd name="connsiteX33-979" fmla="*/ 6096 w 10000"/>
              <a:gd name="connsiteY33-980" fmla="*/ 894 h 10000"/>
              <a:gd name="connsiteX34-981" fmla="*/ 6096 w 10000"/>
              <a:gd name="connsiteY34-982" fmla="*/ 998 h 10000"/>
              <a:gd name="connsiteX35-983" fmla="*/ 6096 w 10000"/>
              <a:gd name="connsiteY35-984" fmla="*/ 1206 h 10000"/>
              <a:gd name="connsiteX36-985" fmla="*/ 5997 w 10000"/>
              <a:gd name="connsiteY36-986" fmla="*/ 1331 h 10000"/>
              <a:gd name="connsiteX37-987" fmla="*/ 5914 w 10000"/>
              <a:gd name="connsiteY37-988" fmla="*/ 1538 h 10000"/>
              <a:gd name="connsiteX38-989" fmla="*/ 5750 w 10000"/>
              <a:gd name="connsiteY38-990" fmla="*/ 1767 h 10000"/>
              <a:gd name="connsiteX39-991" fmla="*/ 5568 w 10000"/>
              <a:gd name="connsiteY39-992" fmla="*/ 1975 h 10000"/>
              <a:gd name="connsiteX40-993" fmla="*/ 5486 w 10000"/>
              <a:gd name="connsiteY40-994" fmla="*/ 2204 h 10000"/>
              <a:gd name="connsiteX41-995" fmla="*/ 5305 w 10000"/>
              <a:gd name="connsiteY41-996" fmla="*/ 2432 h 10000"/>
              <a:gd name="connsiteX42-997" fmla="*/ 5140 w 10000"/>
              <a:gd name="connsiteY42-998" fmla="*/ 2744 h 10000"/>
              <a:gd name="connsiteX43-999" fmla="*/ 4959 w 10000"/>
              <a:gd name="connsiteY43-1000" fmla="*/ 3077 h 10000"/>
              <a:gd name="connsiteX44-1001" fmla="*/ 4695 w 10000"/>
              <a:gd name="connsiteY44-1002" fmla="*/ 3514 h 10000"/>
              <a:gd name="connsiteX45-1003" fmla="*/ 4530 w 10000"/>
              <a:gd name="connsiteY45-1004" fmla="*/ 3971 h 10000"/>
              <a:gd name="connsiteX46-1005" fmla="*/ 4267 w 10000"/>
              <a:gd name="connsiteY46-1006" fmla="*/ 4407 h 10000"/>
              <a:gd name="connsiteX47-1007" fmla="*/ 3921 w 10000"/>
              <a:gd name="connsiteY47-1008" fmla="*/ 4948 h 10000"/>
              <a:gd name="connsiteX48-1009" fmla="*/ 3657 w 10000"/>
              <a:gd name="connsiteY48-1010" fmla="*/ 5385 h 10000"/>
              <a:gd name="connsiteX49-1011" fmla="*/ 3476 w 10000"/>
              <a:gd name="connsiteY49-1012" fmla="*/ 5842 h 10000"/>
              <a:gd name="connsiteX50-1013" fmla="*/ 3229 w 10000"/>
              <a:gd name="connsiteY50-1014" fmla="*/ 6279 h 10000"/>
              <a:gd name="connsiteX51-1015" fmla="*/ 2965 w 10000"/>
              <a:gd name="connsiteY51-1016" fmla="*/ 6611 h 10000"/>
              <a:gd name="connsiteX52-1017" fmla="*/ 2784 w 10000"/>
              <a:gd name="connsiteY52-1018" fmla="*/ 6923 h 10000"/>
              <a:gd name="connsiteX53-1019" fmla="*/ 2619 w 10000"/>
              <a:gd name="connsiteY53-1020" fmla="*/ 7256 h 10000"/>
              <a:gd name="connsiteX54-1021" fmla="*/ 2438 w 10000"/>
              <a:gd name="connsiteY54-1022" fmla="*/ 7484 h 10000"/>
              <a:gd name="connsiteX55-1023" fmla="*/ 2273 w 10000"/>
              <a:gd name="connsiteY55-1024" fmla="*/ 7692 h 10000"/>
              <a:gd name="connsiteX56-1025" fmla="*/ 2092 w 10000"/>
              <a:gd name="connsiteY56-1026" fmla="*/ 7921 h 10000"/>
              <a:gd name="connsiteX57-1027" fmla="*/ 2010 w 10000"/>
              <a:gd name="connsiteY57-1028" fmla="*/ 8150 h 10000"/>
              <a:gd name="connsiteX58-1029" fmla="*/ 1911 w 10000"/>
              <a:gd name="connsiteY58-1030" fmla="*/ 8254 h 10000"/>
              <a:gd name="connsiteX59-1031" fmla="*/ 1829 w 10000"/>
              <a:gd name="connsiteY59-1032" fmla="*/ 8358 h 10000"/>
              <a:gd name="connsiteX60-1033" fmla="*/ 1746 w 10000"/>
              <a:gd name="connsiteY60-1034" fmla="*/ 8462 h 10000"/>
              <a:gd name="connsiteX61-1035" fmla="*/ 1746 w 10000"/>
              <a:gd name="connsiteY61-1036" fmla="*/ 8586 h 10000"/>
              <a:gd name="connsiteX62-1037" fmla="*/ 1746 w 10000"/>
              <a:gd name="connsiteY62-1038" fmla="*/ 8586 h 10000"/>
              <a:gd name="connsiteX63-1039" fmla="*/ 1829 w 10000"/>
              <a:gd name="connsiteY63-1040" fmla="*/ 8586 h 10000"/>
              <a:gd name="connsiteX64-1041" fmla="*/ 1911 w 10000"/>
              <a:gd name="connsiteY64-1042" fmla="*/ 8690 h 10000"/>
              <a:gd name="connsiteX65-1043" fmla="*/ 2010 w 10000"/>
              <a:gd name="connsiteY65-1044" fmla="*/ 8690 h 10000"/>
              <a:gd name="connsiteX66-1045" fmla="*/ 2175 w 10000"/>
              <a:gd name="connsiteY66-1046" fmla="*/ 8690 h 10000"/>
              <a:gd name="connsiteX67-1047" fmla="*/ 2273 w 10000"/>
              <a:gd name="connsiteY67-1048" fmla="*/ 8586 h 10000"/>
              <a:gd name="connsiteX68-1049" fmla="*/ 2356 w 10000"/>
              <a:gd name="connsiteY68-1050" fmla="*/ 8586 h 10000"/>
              <a:gd name="connsiteX69-1051" fmla="*/ 2521 w 10000"/>
              <a:gd name="connsiteY69-1052" fmla="*/ 8586 h 10000"/>
              <a:gd name="connsiteX70-1053" fmla="*/ 2702 w 10000"/>
              <a:gd name="connsiteY70-1054" fmla="*/ 8586 h 10000"/>
              <a:gd name="connsiteX71-1055" fmla="*/ 2883 w 10000"/>
              <a:gd name="connsiteY71-1056" fmla="*/ 8462 h 10000"/>
              <a:gd name="connsiteX72-1057" fmla="*/ 3048 w 10000"/>
              <a:gd name="connsiteY72-1058" fmla="*/ 8462 h 10000"/>
              <a:gd name="connsiteX73-1059" fmla="*/ 3311 w 10000"/>
              <a:gd name="connsiteY73-1060" fmla="*/ 8462 h 10000"/>
              <a:gd name="connsiteX74-1061" fmla="*/ 3575 w 10000"/>
              <a:gd name="connsiteY74-1062" fmla="*/ 8462 h 10000"/>
              <a:gd name="connsiteX75-1063" fmla="*/ 3921 w 10000"/>
              <a:gd name="connsiteY75-1064" fmla="*/ 8358 h 10000"/>
              <a:gd name="connsiteX76-1065" fmla="*/ 4267 w 10000"/>
              <a:gd name="connsiteY76-1066" fmla="*/ 8358 h 10000"/>
              <a:gd name="connsiteX77-1067" fmla="*/ 4613 w 10000"/>
              <a:gd name="connsiteY77-1068" fmla="*/ 8358 h 10000"/>
              <a:gd name="connsiteX78-1069" fmla="*/ 4959 w 10000"/>
              <a:gd name="connsiteY78-1070" fmla="*/ 8254 h 10000"/>
              <a:gd name="connsiteX79-1071" fmla="*/ 5387 w 10000"/>
              <a:gd name="connsiteY79-1072" fmla="*/ 8150 h 10000"/>
              <a:gd name="connsiteX80-1073" fmla="*/ 5832 w 10000"/>
              <a:gd name="connsiteY80-1074" fmla="*/ 8150 h 10000"/>
              <a:gd name="connsiteX81-1075" fmla="*/ 6343 w 10000"/>
              <a:gd name="connsiteY81-1076" fmla="*/ 8025 h 10000"/>
              <a:gd name="connsiteX82-1077" fmla="*/ 6787 w 10000"/>
              <a:gd name="connsiteY82-1078" fmla="*/ 8025 h 10000"/>
              <a:gd name="connsiteX83-1079" fmla="*/ 7298 w 10000"/>
              <a:gd name="connsiteY83-1080" fmla="*/ 7921 h 10000"/>
              <a:gd name="connsiteX84-1081" fmla="*/ 7743 w 10000"/>
              <a:gd name="connsiteY84-1082" fmla="*/ 7817 h 10000"/>
              <a:gd name="connsiteX85-1083" fmla="*/ 8171 w 10000"/>
              <a:gd name="connsiteY85-1084" fmla="*/ 7817 h 10000"/>
              <a:gd name="connsiteX86-1085" fmla="*/ 8435 w 10000"/>
              <a:gd name="connsiteY86-1086" fmla="*/ 7692 h 10000"/>
              <a:gd name="connsiteX87-1087" fmla="*/ 8699 w 10000"/>
              <a:gd name="connsiteY87-1088" fmla="*/ 7692 h 10000"/>
              <a:gd name="connsiteX88-1089" fmla="*/ 8962 w 10000"/>
              <a:gd name="connsiteY88-1090" fmla="*/ 7692 h 10000"/>
              <a:gd name="connsiteX89-1091" fmla="*/ 9127 w 10000"/>
              <a:gd name="connsiteY89-1092" fmla="*/ 7692 h 10000"/>
              <a:gd name="connsiteX90-1093" fmla="*/ 9226 w 10000"/>
              <a:gd name="connsiteY90-1094" fmla="*/ 7588 h 10000"/>
              <a:gd name="connsiteX91-1095" fmla="*/ 10000 w 10000"/>
              <a:gd name="connsiteY91-1096" fmla="*/ 8150 h 10000"/>
              <a:gd name="connsiteX92-1097" fmla="*/ 10000 w 10000"/>
              <a:gd name="connsiteY92-1098" fmla="*/ 8254 h 10000"/>
              <a:gd name="connsiteX93-1099" fmla="*/ 10000 w 10000"/>
              <a:gd name="connsiteY93-1100" fmla="*/ 8358 h 10000"/>
              <a:gd name="connsiteX94-1101" fmla="*/ 10000 w 10000"/>
              <a:gd name="connsiteY94-1102" fmla="*/ 8358 h 10000"/>
              <a:gd name="connsiteX95-1103" fmla="*/ 10000 w 10000"/>
              <a:gd name="connsiteY95-1104" fmla="*/ 8462 h 10000"/>
              <a:gd name="connsiteX96-1105" fmla="*/ 9918 w 10000"/>
              <a:gd name="connsiteY96-1106" fmla="*/ 8462 h 10000"/>
              <a:gd name="connsiteX97-1107" fmla="*/ 9819 w 10000"/>
              <a:gd name="connsiteY97-1108" fmla="*/ 8462 h 10000"/>
              <a:gd name="connsiteX98-1109" fmla="*/ 9736 w 10000"/>
              <a:gd name="connsiteY98-1110" fmla="*/ 8586 h 10000"/>
              <a:gd name="connsiteX99-1111" fmla="*/ 9572 w 10000"/>
              <a:gd name="connsiteY99-1112" fmla="*/ 8586 h 10000"/>
              <a:gd name="connsiteX100-1113" fmla="*/ 9390 w 10000"/>
              <a:gd name="connsiteY100-1114" fmla="*/ 8586 h 10000"/>
              <a:gd name="connsiteX101-1115" fmla="*/ 9127 w 10000"/>
              <a:gd name="connsiteY101-1116" fmla="*/ 8586 h 10000"/>
              <a:gd name="connsiteX102-1117" fmla="*/ 8863 w 10000"/>
              <a:gd name="connsiteY102-1118" fmla="*/ 8586 h 10000"/>
              <a:gd name="connsiteX103-1119" fmla="*/ 8616 w 10000"/>
              <a:gd name="connsiteY103-1120" fmla="*/ 8586 h 10000"/>
              <a:gd name="connsiteX104-1121" fmla="*/ 8353 w 10000"/>
              <a:gd name="connsiteY104-1122" fmla="*/ 8586 h 10000"/>
              <a:gd name="connsiteX105-1123" fmla="*/ 8007 w 10000"/>
              <a:gd name="connsiteY105-1124" fmla="*/ 8586 h 10000"/>
              <a:gd name="connsiteX106-1125" fmla="*/ 7661 w 10000"/>
              <a:gd name="connsiteY106-1126" fmla="*/ 8586 h 10000"/>
              <a:gd name="connsiteX107-1127" fmla="*/ 7298 w 10000"/>
              <a:gd name="connsiteY107-1128" fmla="*/ 8690 h 10000"/>
              <a:gd name="connsiteX108-1129" fmla="*/ 6870 w 10000"/>
              <a:gd name="connsiteY108-1130" fmla="*/ 8690 h 10000"/>
              <a:gd name="connsiteX109-1131" fmla="*/ 6442 w 10000"/>
              <a:gd name="connsiteY109-1132" fmla="*/ 8690 h 10000"/>
              <a:gd name="connsiteX110-1133" fmla="*/ 5651 w 10000"/>
              <a:gd name="connsiteY110-1134" fmla="*/ 8794 h 10000"/>
              <a:gd name="connsiteX111-1135" fmla="*/ 4876 w 10000"/>
              <a:gd name="connsiteY111-1136" fmla="*/ 8919 h 10000"/>
              <a:gd name="connsiteX112-1137" fmla="*/ 4185 w 10000"/>
              <a:gd name="connsiteY112-1138" fmla="*/ 9023 h 10000"/>
              <a:gd name="connsiteX113-1139" fmla="*/ 3476 w 10000"/>
              <a:gd name="connsiteY113-1140" fmla="*/ 9127 h 10000"/>
              <a:gd name="connsiteX114-1141" fmla="*/ 3130 w 10000"/>
              <a:gd name="connsiteY114-1142" fmla="*/ 9127 h 10000"/>
              <a:gd name="connsiteX115-1143" fmla="*/ 2883 w 10000"/>
              <a:gd name="connsiteY115-1144" fmla="*/ 9231 h 10000"/>
              <a:gd name="connsiteX116-1145" fmla="*/ 2521 w 10000"/>
              <a:gd name="connsiteY116-1146" fmla="*/ 9356 h 10000"/>
              <a:gd name="connsiteX117-1147" fmla="*/ 2273 w 10000"/>
              <a:gd name="connsiteY117-1148" fmla="*/ 9356 h 10000"/>
              <a:gd name="connsiteX118-1149" fmla="*/ 2092 w 10000"/>
              <a:gd name="connsiteY118-1150" fmla="*/ 9459 h 10000"/>
              <a:gd name="connsiteX119-1151" fmla="*/ 1829 w 10000"/>
              <a:gd name="connsiteY119-1152" fmla="*/ 9459 h 10000"/>
              <a:gd name="connsiteX120-1153" fmla="*/ 1664 w 10000"/>
              <a:gd name="connsiteY120-1154" fmla="*/ 9563 h 10000"/>
              <a:gd name="connsiteX121-1155" fmla="*/ 1400 w 10000"/>
              <a:gd name="connsiteY121-1156" fmla="*/ 9688 h 10000"/>
              <a:gd name="connsiteX122-1157" fmla="*/ 1219 w 10000"/>
              <a:gd name="connsiteY122-1158" fmla="*/ 9688 h 10000"/>
              <a:gd name="connsiteX123-1159" fmla="*/ 1137 w 10000"/>
              <a:gd name="connsiteY123-1160" fmla="*/ 9792 h 10000"/>
              <a:gd name="connsiteX124-1161" fmla="*/ 956 w 10000"/>
              <a:gd name="connsiteY124-1162" fmla="*/ 9792 h 10000"/>
              <a:gd name="connsiteX125-1163" fmla="*/ 873 w 10000"/>
              <a:gd name="connsiteY125-1164" fmla="*/ 9896 h 10000"/>
              <a:gd name="connsiteX126-1165" fmla="*/ 791 w 10000"/>
              <a:gd name="connsiteY126-1166" fmla="*/ 9896 h 10000"/>
              <a:gd name="connsiteX127-1167" fmla="*/ 708 w 10000"/>
              <a:gd name="connsiteY127-1168" fmla="*/ 9896 h 10000"/>
              <a:gd name="connsiteX128-1169" fmla="*/ 527 w 10000"/>
              <a:gd name="connsiteY128-1170" fmla="*/ 10000 h 10000"/>
              <a:gd name="connsiteX129-1171" fmla="*/ 445 w 10000"/>
              <a:gd name="connsiteY129-1172" fmla="*/ 9896 h 10000"/>
              <a:gd name="connsiteX130-1173" fmla="*/ 362 w 10000"/>
              <a:gd name="connsiteY130-1174" fmla="*/ 9896 h 10000"/>
              <a:gd name="connsiteX131-1175" fmla="*/ 264 w 10000"/>
              <a:gd name="connsiteY131-1176" fmla="*/ 9792 h 10000"/>
              <a:gd name="connsiteX132-1177" fmla="*/ 181 w 10000"/>
              <a:gd name="connsiteY132-1178" fmla="*/ 9563 h 10000"/>
              <a:gd name="connsiteX133-1179" fmla="*/ 99 w 10000"/>
              <a:gd name="connsiteY133-1180" fmla="*/ 9356 h 10000"/>
              <a:gd name="connsiteX134-1181" fmla="*/ 0 w 10000"/>
              <a:gd name="connsiteY134-1182" fmla="*/ 9231 h 10000"/>
              <a:gd name="connsiteX135-1183" fmla="*/ 0 w 10000"/>
              <a:gd name="connsiteY135-1184" fmla="*/ 9127 h 10000"/>
              <a:gd name="connsiteX136-1185" fmla="*/ 0 w 10000"/>
              <a:gd name="connsiteY136-1186" fmla="*/ 9023 h 10000"/>
              <a:gd name="connsiteX137-1187" fmla="*/ 0 w 10000"/>
              <a:gd name="connsiteY137-1188" fmla="*/ 9023 h 10000"/>
              <a:gd name="connsiteX138-1189" fmla="*/ 99 w 10000"/>
              <a:gd name="connsiteY138-1190" fmla="*/ 8919 h 10000"/>
              <a:gd name="connsiteX139-1191" fmla="*/ 181 w 10000"/>
              <a:gd name="connsiteY139-1192" fmla="*/ 8794 h 10000"/>
              <a:gd name="connsiteX140-1193" fmla="*/ 362 w 10000"/>
              <a:gd name="connsiteY140-1194" fmla="*/ 8690 h 10000"/>
              <a:gd name="connsiteX141-1195" fmla="*/ 527 w 10000"/>
              <a:gd name="connsiteY141-1196" fmla="*/ 8586 h 10000"/>
              <a:gd name="connsiteX142-1197" fmla="*/ 610 w 10000"/>
              <a:gd name="connsiteY142-1198" fmla="*/ 8462 h 10000"/>
              <a:gd name="connsiteX143-1199" fmla="*/ 708 w 10000"/>
              <a:gd name="connsiteY143-1200" fmla="*/ 8358 h 10000"/>
              <a:gd name="connsiteX144-1201" fmla="*/ 873 w 10000"/>
              <a:gd name="connsiteY144-1202" fmla="*/ 8254 h 10000"/>
              <a:gd name="connsiteX145-1203" fmla="*/ 1054 w 10000"/>
              <a:gd name="connsiteY145-1204" fmla="*/ 8025 h 10000"/>
              <a:gd name="connsiteX146-1205" fmla="*/ 1137 w 10000"/>
              <a:gd name="connsiteY146-1206" fmla="*/ 7921 h 10000"/>
              <a:gd name="connsiteX147-1207" fmla="*/ 1318 w 10000"/>
              <a:gd name="connsiteY147-1208" fmla="*/ 7692 h 10000"/>
              <a:gd name="connsiteX148-1209" fmla="*/ 1483 w 10000"/>
              <a:gd name="connsiteY148-1210" fmla="*/ 7484 h 10000"/>
              <a:gd name="connsiteX149-1211" fmla="*/ 1483 w 10000"/>
              <a:gd name="connsiteY149-1212" fmla="*/ 7484 h 10000"/>
              <a:gd name="connsiteX0-1213" fmla="*/ 1483 w 10000"/>
              <a:gd name="connsiteY0-1214" fmla="*/ 7484 h 10000"/>
              <a:gd name="connsiteX1-1215" fmla="*/ 1664 w 10000"/>
              <a:gd name="connsiteY1-1216" fmla="*/ 7152 h 10000"/>
              <a:gd name="connsiteX2-1217" fmla="*/ 1911 w 10000"/>
              <a:gd name="connsiteY2-1218" fmla="*/ 6819 h 10000"/>
              <a:gd name="connsiteX3-1219" fmla="*/ 2092 w 10000"/>
              <a:gd name="connsiteY3-1220" fmla="*/ 6486 h 10000"/>
              <a:gd name="connsiteX4-1221" fmla="*/ 2356 w 10000"/>
              <a:gd name="connsiteY4-1222" fmla="*/ 6050 h 10000"/>
              <a:gd name="connsiteX5-1223" fmla="*/ 2619 w 10000"/>
              <a:gd name="connsiteY5-1224" fmla="*/ 5509 h 10000"/>
              <a:gd name="connsiteX6-1225" fmla="*/ 2883 w 10000"/>
              <a:gd name="connsiteY6-1226" fmla="*/ 4948 h 10000"/>
              <a:gd name="connsiteX7-1227" fmla="*/ 3130 w 10000"/>
              <a:gd name="connsiteY7-1228" fmla="*/ 4304 h 10000"/>
              <a:gd name="connsiteX8-1229" fmla="*/ 3476 w 10000"/>
              <a:gd name="connsiteY8-1230" fmla="*/ 3638 h 10000"/>
              <a:gd name="connsiteX9-1231" fmla="*/ 3740 w 10000"/>
              <a:gd name="connsiteY9-1232" fmla="*/ 2973 h 10000"/>
              <a:gd name="connsiteX10-1233" fmla="*/ 4003 w 10000"/>
              <a:gd name="connsiteY10-1234" fmla="*/ 2432 h 10000"/>
              <a:gd name="connsiteX11-1235" fmla="*/ 4185 w 10000"/>
              <a:gd name="connsiteY11-1236" fmla="*/ 1871 h 10000"/>
              <a:gd name="connsiteX12-1237" fmla="*/ 4349 w 10000"/>
              <a:gd name="connsiteY12-1238" fmla="*/ 1435 h 10000"/>
              <a:gd name="connsiteX13-1239" fmla="*/ 4432 w 10000"/>
              <a:gd name="connsiteY13-1240" fmla="*/ 1102 h 10000"/>
              <a:gd name="connsiteX14-1241" fmla="*/ 4530 w 10000"/>
              <a:gd name="connsiteY14-1242" fmla="*/ 769 h 10000"/>
              <a:gd name="connsiteX15-1243" fmla="*/ 4530 w 10000"/>
              <a:gd name="connsiteY15-1244" fmla="*/ 665 h 10000"/>
              <a:gd name="connsiteX16-1245" fmla="*/ 4530 w 10000"/>
              <a:gd name="connsiteY16-1246" fmla="*/ 437 h 10000"/>
              <a:gd name="connsiteX17-1247" fmla="*/ 4432 w 10000"/>
              <a:gd name="connsiteY17-1248" fmla="*/ 437 h 10000"/>
              <a:gd name="connsiteX18-1249" fmla="*/ 4432 w 10000"/>
              <a:gd name="connsiteY18-1250" fmla="*/ 333 h 10000"/>
              <a:gd name="connsiteX19-1251" fmla="*/ 4349 w 10000"/>
              <a:gd name="connsiteY19-1252" fmla="*/ 229 h 10000"/>
              <a:gd name="connsiteX20-1253" fmla="*/ 4349 w 10000"/>
              <a:gd name="connsiteY20-1254" fmla="*/ 229 h 10000"/>
              <a:gd name="connsiteX21-1255" fmla="*/ 4349 w 10000"/>
              <a:gd name="connsiteY21-1256" fmla="*/ 125 h 10000"/>
              <a:gd name="connsiteX22-1257" fmla="*/ 4349 w 10000"/>
              <a:gd name="connsiteY22-1258" fmla="*/ 0 h 10000"/>
              <a:gd name="connsiteX23-1259" fmla="*/ 4432 w 10000"/>
              <a:gd name="connsiteY23-1260" fmla="*/ 0 h 10000"/>
              <a:gd name="connsiteX24-1261" fmla="*/ 4613 w 10000"/>
              <a:gd name="connsiteY24-1262" fmla="*/ 0 h 10000"/>
              <a:gd name="connsiteX25-1263" fmla="*/ 4794 w 10000"/>
              <a:gd name="connsiteY25-1264" fmla="*/ 0 h 10000"/>
              <a:gd name="connsiteX26-1265" fmla="*/ 5041 w 10000"/>
              <a:gd name="connsiteY26-1266" fmla="*/ 0 h 10000"/>
              <a:gd name="connsiteX27-1267" fmla="*/ 5222 w 10000"/>
              <a:gd name="connsiteY27-1268" fmla="*/ 125 h 10000"/>
              <a:gd name="connsiteX28-1269" fmla="*/ 5486 w 10000"/>
              <a:gd name="connsiteY28-1270" fmla="*/ 229 h 10000"/>
              <a:gd name="connsiteX29-1271" fmla="*/ 5651 w 10000"/>
              <a:gd name="connsiteY29-1272" fmla="*/ 333 h 10000"/>
              <a:gd name="connsiteX30-1273" fmla="*/ 5832 w 10000"/>
              <a:gd name="connsiteY30-1274" fmla="*/ 437 h 10000"/>
              <a:gd name="connsiteX31-1275" fmla="*/ 5997 w 10000"/>
              <a:gd name="connsiteY31-1276" fmla="*/ 665 h 10000"/>
              <a:gd name="connsiteX32-1277" fmla="*/ 6096 w 10000"/>
              <a:gd name="connsiteY32-1278" fmla="*/ 769 h 10000"/>
              <a:gd name="connsiteX33-1279" fmla="*/ 6096 w 10000"/>
              <a:gd name="connsiteY33-1280" fmla="*/ 894 h 10000"/>
              <a:gd name="connsiteX34-1281" fmla="*/ 6096 w 10000"/>
              <a:gd name="connsiteY34-1282" fmla="*/ 998 h 10000"/>
              <a:gd name="connsiteX35-1283" fmla="*/ 6096 w 10000"/>
              <a:gd name="connsiteY35-1284" fmla="*/ 1206 h 10000"/>
              <a:gd name="connsiteX36-1285" fmla="*/ 5997 w 10000"/>
              <a:gd name="connsiteY36-1286" fmla="*/ 1331 h 10000"/>
              <a:gd name="connsiteX37-1287" fmla="*/ 5914 w 10000"/>
              <a:gd name="connsiteY37-1288" fmla="*/ 1538 h 10000"/>
              <a:gd name="connsiteX38-1289" fmla="*/ 5750 w 10000"/>
              <a:gd name="connsiteY38-1290" fmla="*/ 1767 h 10000"/>
              <a:gd name="connsiteX39-1291" fmla="*/ 5568 w 10000"/>
              <a:gd name="connsiteY39-1292" fmla="*/ 1975 h 10000"/>
              <a:gd name="connsiteX40-1293" fmla="*/ 5486 w 10000"/>
              <a:gd name="connsiteY40-1294" fmla="*/ 2204 h 10000"/>
              <a:gd name="connsiteX41-1295" fmla="*/ 5305 w 10000"/>
              <a:gd name="connsiteY41-1296" fmla="*/ 2432 h 10000"/>
              <a:gd name="connsiteX42-1297" fmla="*/ 5140 w 10000"/>
              <a:gd name="connsiteY42-1298" fmla="*/ 2744 h 10000"/>
              <a:gd name="connsiteX43-1299" fmla="*/ 4959 w 10000"/>
              <a:gd name="connsiteY43-1300" fmla="*/ 3077 h 10000"/>
              <a:gd name="connsiteX44-1301" fmla="*/ 4695 w 10000"/>
              <a:gd name="connsiteY44-1302" fmla="*/ 3514 h 10000"/>
              <a:gd name="connsiteX45-1303" fmla="*/ 4530 w 10000"/>
              <a:gd name="connsiteY45-1304" fmla="*/ 3971 h 10000"/>
              <a:gd name="connsiteX46-1305" fmla="*/ 4267 w 10000"/>
              <a:gd name="connsiteY46-1306" fmla="*/ 4407 h 10000"/>
              <a:gd name="connsiteX47-1307" fmla="*/ 3921 w 10000"/>
              <a:gd name="connsiteY47-1308" fmla="*/ 4948 h 10000"/>
              <a:gd name="connsiteX48-1309" fmla="*/ 3657 w 10000"/>
              <a:gd name="connsiteY48-1310" fmla="*/ 5385 h 10000"/>
              <a:gd name="connsiteX49-1311" fmla="*/ 3476 w 10000"/>
              <a:gd name="connsiteY49-1312" fmla="*/ 5842 h 10000"/>
              <a:gd name="connsiteX50-1313" fmla="*/ 3229 w 10000"/>
              <a:gd name="connsiteY50-1314" fmla="*/ 6279 h 10000"/>
              <a:gd name="connsiteX51-1315" fmla="*/ 2965 w 10000"/>
              <a:gd name="connsiteY51-1316" fmla="*/ 6611 h 10000"/>
              <a:gd name="connsiteX52-1317" fmla="*/ 2784 w 10000"/>
              <a:gd name="connsiteY52-1318" fmla="*/ 6923 h 10000"/>
              <a:gd name="connsiteX53-1319" fmla="*/ 2619 w 10000"/>
              <a:gd name="connsiteY53-1320" fmla="*/ 7256 h 10000"/>
              <a:gd name="connsiteX54-1321" fmla="*/ 2438 w 10000"/>
              <a:gd name="connsiteY54-1322" fmla="*/ 7484 h 10000"/>
              <a:gd name="connsiteX55-1323" fmla="*/ 2273 w 10000"/>
              <a:gd name="connsiteY55-1324" fmla="*/ 7692 h 10000"/>
              <a:gd name="connsiteX56-1325" fmla="*/ 2092 w 10000"/>
              <a:gd name="connsiteY56-1326" fmla="*/ 7921 h 10000"/>
              <a:gd name="connsiteX57-1327" fmla="*/ 2010 w 10000"/>
              <a:gd name="connsiteY57-1328" fmla="*/ 8150 h 10000"/>
              <a:gd name="connsiteX58-1329" fmla="*/ 1911 w 10000"/>
              <a:gd name="connsiteY58-1330" fmla="*/ 8254 h 10000"/>
              <a:gd name="connsiteX59-1331" fmla="*/ 1829 w 10000"/>
              <a:gd name="connsiteY59-1332" fmla="*/ 8358 h 10000"/>
              <a:gd name="connsiteX60-1333" fmla="*/ 1746 w 10000"/>
              <a:gd name="connsiteY60-1334" fmla="*/ 8462 h 10000"/>
              <a:gd name="connsiteX61-1335" fmla="*/ 1746 w 10000"/>
              <a:gd name="connsiteY61-1336" fmla="*/ 8586 h 10000"/>
              <a:gd name="connsiteX62-1337" fmla="*/ 1746 w 10000"/>
              <a:gd name="connsiteY62-1338" fmla="*/ 8586 h 10000"/>
              <a:gd name="connsiteX63-1339" fmla="*/ 1829 w 10000"/>
              <a:gd name="connsiteY63-1340" fmla="*/ 8586 h 10000"/>
              <a:gd name="connsiteX64-1341" fmla="*/ 1911 w 10000"/>
              <a:gd name="connsiteY64-1342" fmla="*/ 8690 h 10000"/>
              <a:gd name="connsiteX65-1343" fmla="*/ 2010 w 10000"/>
              <a:gd name="connsiteY65-1344" fmla="*/ 8690 h 10000"/>
              <a:gd name="connsiteX66-1345" fmla="*/ 2175 w 10000"/>
              <a:gd name="connsiteY66-1346" fmla="*/ 8690 h 10000"/>
              <a:gd name="connsiteX67-1347" fmla="*/ 2273 w 10000"/>
              <a:gd name="connsiteY67-1348" fmla="*/ 8586 h 10000"/>
              <a:gd name="connsiteX68-1349" fmla="*/ 2356 w 10000"/>
              <a:gd name="connsiteY68-1350" fmla="*/ 8586 h 10000"/>
              <a:gd name="connsiteX69-1351" fmla="*/ 2521 w 10000"/>
              <a:gd name="connsiteY69-1352" fmla="*/ 8586 h 10000"/>
              <a:gd name="connsiteX70-1353" fmla="*/ 2702 w 10000"/>
              <a:gd name="connsiteY70-1354" fmla="*/ 8586 h 10000"/>
              <a:gd name="connsiteX71-1355" fmla="*/ 2883 w 10000"/>
              <a:gd name="connsiteY71-1356" fmla="*/ 8462 h 10000"/>
              <a:gd name="connsiteX72-1357" fmla="*/ 3048 w 10000"/>
              <a:gd name="connsiteY72-1358" fmla="*/ 8462 h 10000"/>
              <a:gd name="connsiteX73-1359" fmla="*/ 3311 w 10000"/>
              <a:gd name="connsiteY73-1360" fmla="*/ 8462 h 10000"/>
              <a:gd name="connsiteX74-1361" fmla="*/ 3575 w 10000"/>
              <a:gd name="connsiteY74-1362" fmla="*/ 8462 h 10000"/>
              <a:gd name="connsiteX75-1363" fmla="*/ 3921 w 10000"/>
              <a:gd name="connsiteY75-1364" fmla="*/ 8358 h 10000"/>
              <a:gd name="connsiteX76-1365" fmla="*/ 4267 w 10000"/>
              <a:gd name="connsiteY76-1366" fmla="*/ 8358 h 10000"/>
              <a:gd name="connsiteX77-1367" fmla="*/ 4613 w 10000"/>
              <a:gd name="connsiteY77-1368" fmla="*/ 8358 h 10000"/>
              <a:gd name="connsiteX78-1369" fmla="*/ 4959 w 10000"/>
              <a:gd name="connsiteY78-1370" fmla="*/ 8254 h 10000"/>
              <a:gd name="connsiteX79-1371" fmla="*/ 5387 w 10000"/>
              <a:gd name="connsiteY79-1372" fmla="*/ 8150 h 10000"/>
              <a:gd name="connsiteX80-1373" fmla="*/ 5832 w 10000"/>
              <a:gd name="connsiteY80-1374" fmla="*/ 8150 h 10000"/>
              <a:gd name="connsiteX81-1375" fmla="*/ 6343 w 10000"/>
              <a:gd name="connsiteY81-1376" fmla="*/ 8025 h 10000"/>
              <a:gd name="connsiteX82-1377" fmla="*/ 6787 w 10000"/>
              <a:gd name="connsiteY82-1378" fmla="*/ 8025 h 10000"/>
              <a:gd name="connsiteX83-1379" fmla="*/ 7298 w 10000"/>
              <a:gd name="connsiteY83-1380" fmla="*/ 7921 h 10000"/>
              <a:gd name="connsiteX84-1381" fmla="*/ 7743 w 10000"/>
              <a:gd name="connsiteY84-1382" fmla="*/ 7817 h 10000"/>
              <a:gd name="connsiteX85-1383" fmla="*/ 8171 w 10000"/>
              <a:gd name="connsiteY85-1384" fmla="*/ 7817 h 10000"/>
              <a:gd name="connsiteX86-1385" fmla="*/ 8435 w 10000"/>
              <a:gd name="connsiteY86-1386" fmla="*/ 7692 h 10000"/>
              <a:gd name="connsiteX87-1387" fmla="*/ 8699 w 10000"/>
              <a:gd name="connsiteY87-1388" fmla="*/ 7692 h 10000"/>
              <a:gd name="connsiteX88-1389" fmla="*/ 8962 w 10000"/>
              <a:gd name="connsiteY88-1390" fmla="*/ 7692 h 10000"/>
              <a:gd name="connsiteX89-1391" fmla="*/ 9127 w 10000"/>
              <a:gd name="connsiteY89-1392" fmla="*/ 7692 h 10000"/>
              <a:gd name="connsiteX90-1393" fmla="*/ 9226 w 10000"/>
              <a:gd name="connsiteY90-1394" fmla="*/ 7588 h 10000"/>
              <a:gd name="connsiteX91-1395" fmla="*/ 10000 w 10000"/>
              <a:gd name="connsiteY91-1396" fmla="*/ 8254 h 10000"/>
              <a:gd name="connsiteX92-1397" fmla="*/ 10000 w 10000"/>
              <a:gd name="connsiteY92-1398" fmla="*/ 8358 h 10000"/>
              <a:gd name="connsiteX93-1399" fmla="*/ 10000 w 10000"/>
              <a:gd name="connsiteY93-1400" fmla="*/ 8358 h 10000"/>
              <a:gd name="connsiteX94-1401" fmla="*/ 10000 w 10000"/>
              <a:gd name="connsiteY94-1402" fmla="*/ 8462 h 10000"/>
              <a:gd name="connsiteX95-1403" fmla="*/ 9918 w 10000"/>
              <a:gd name="connsiteY95-1404" fmla="*/ 8462 h 10000"/>
              <a:gd name="connsiteX96-1405" fmla="*/ 9819 w 10000"/>
              <a:gd name="connsiteY96-1406" fmla="*/ 8462 h 10000"/>
              <a:gd name="connsiteX97-1407" fmla="*/ 9736 w 10000"/>
              <a:gd name="connsiteY97-1408" fmla="*/ 8586 h 10000"/>
              <a:gd name="connsiteX98-1409" fmla="*/ 9572 w 10000"/>
              <a:gd name="connsiteY98-1410" fmla="*/ 8586 h 10000"/>
              <a:gd name="connsiteX99-1411" fmla="*/ 9390 w 10000"/>
              <a:gd name="connsiteY99-1412" fmla="*/ 8586 h 10000"/>
              <a:gd name="connsiteX100-1413" fmla="*/ 9127 w 10000"/>
              <a:gd name="connsiteY100-1414" fmla="*/ 8586 h 10000"/>
              <a:gd name="connsiteX101-1415" fmla="*/ 8863 w 10000"/>
              <a:gd name="connsiteY101-1416" fmla="*/ 8586 h 10000"/>
              <a:gd name="connsiteX102-1417" fmla="*/ 8616 w 10000"/>
              <a:gd name="connsiteY102-1418" fmla="*/ 8586 h 10000"/>
              <a:gd name="connsiteX103-1419" fmla="*/ 8353 w 10000"/>
              <a:gd name="connsiteY103-1420" fmla="*/ 8586 h 10000"/>
              <a:gd name="connsiteX104-1421" fmla="*/ 8007 w 10000"/>
              <a:gd name="connsiteY104-1422" fmla="*/ 8586 h 10000"/>
              <a:gd name="connsiteX105-1423" fmla="*/ 7661 w 10000"/>
              <a:gd name="connsiteY105-1424" fmla="*/ 8586 h 10000"/>
              <a:gd name="connsiteX106-1425" fmla="*/ 7298 w 10000"/>
              <a:gd name="connsiteY106-1426" fmla="*/ 8690 h 10000"/>
              <a:gd name="connsiteX107-1427" fmla="*/ 6870 w 10000"/>
              <a:gd name="connsiteY107-1428" fmla="*/ 8690 h 10000"/>
              <a:gd name="connsiteX108-1429" fmla="*/ 6442 w 10000"/>
              <a:gd name="connsiteY108-1430" fmla="*/ 8690 h 10000"/>
              <a:gd name="connsiteX109-1431" fmla="*/ 5651 w 10000"/>
              <a:gd name="connsiteY109-1432" fmla="*/ 8794 h 10000"/>
              <a:gd name="connsiteX110-1433" fmla="*/ 4876 w 10000"/>
              <a:gd name="connsiteY110-1434" fmla="*/ 8919 h 10000"/>
              <a:gd name="connsiteX111-1435" fmla="*/ 4185 w 10000"/>
              <a:gd name="connsiteY111-1436" fmla="*/ 9023 h 10000"/>
              <a:gd name="connsiteX112-1437" fmla="*/ 3476 w 10000"/>
              <a:gd name="connsiteY112-1438" fmla="*/ 9127 h 10000"/>
              <a:gd name="connsiteX113-1439" fmla="*/ 3130 w 10000"/>
              <a:gd name="connsiteY113-1440" fmla="*/ 9127 h 10000"/>
              <a:gd name="connsiteX114-1441" fmla="*/ 2883 w 10000"/>
              <a:gd name="connsiteY114-1442" fmla="*/ 9231 h 10000"/>
              <a:gd name="connsiteX115-1443" fmla="*/ 2521 w 10000"/>
              <a:gd name="connsiteY115-1444" fmla="*/ 9356 h 10000"/>
              <a:gd name="connsiteX116-1445" fmla="*/ 2273 w 10000"/>
              <a:gd name="connsiteY116-1446" fmla="*/ 9356 h 10000"/>
              <a:gd name="connsiteX117-1447" fmla="*/ 2092 w 10000"/>
              <a:gd name="connsiteY117-1448" fmla="*/ 9459 h 10000"/>
              <a:gd name="connsiteX118-1449" fmla="*/ 1829 w 10000"/>
              <a:gd name="connsiteY118-1450" fmla="*/ 9459 h 10000"/>
              <a:gd name="connsiteX119-1451" fmla="*/ 1664 w 10000"/>
              <a:gd name="connsiteY119-1452" fmla="*/ 9563 h 10000"/>
              <a:gd name="connsiteX120-1453" fmla="*/ 1400 w 10000"/>
              <a:gd name="connsiteY120-1454" fmla="*/ 9688 h 10000"/>
              <a:gd name="connsiteX121-1455" fmla="*/ 1219 w 10000"/>
              <a:gd name="connsiteY121-1456" fmla="*/ 9688 h 10000"/>
              <a:gd name="connsiteX122-1457" fmla="*/ 1137 w 10000"/>
              <a:gd name="connsiteY122-1458" fmla="*/ 9792 h 10000"/>
              <a:gd name="connsiteX123-1459" fmla="*/ 956 w 10000"/>
              <a:gd name="connsiteY123-1460" fmla="*/ 9792 h 10000"/>
              <a:gd name="connsiteX124-1461" fmla="*/ 873 w 10000"/>
              <a:gd name="connsiteY124-1462" fmla="*/ 9896 h 10000"/>
              <a:gd name="connsiteX125-1463" fmla="*/ 791 w 10000"/>
              <a:gd name="connsiteY125-1464" fmla="*/ 9896 h 10000"/>
              <a:gd name="connsiteX126-1465" fmla="*/ 708 w 10000"/>
              <a:gd name="connsiteY126-1466" fmla="*/ 9896 h 10000"/>
              <a:gd name="connsiteX127-1467" fmla="*/ 527 w 10000"/>
              <a:gd name="connsiteY127-1468" fmla="*/ 10000 h 10000"/>
              <a:gd name="connsiteX128-1469" fmla="*/ 445 w 10000"/>
              <a:gd name="connsiteY128-1470" fmla="*/ 9896 h 10000"/>
              <a:gd name="connsiteX129-1471" fmla="*/ 362 w 10000"/>
              <a:gd name="connsiteY129-1472" fmla="*/ 9896 h 10000"/>
              <a:gd name="connsiteX130-1473" fmla="*/ 264 w 10000"/>
              <a:gd name="connsiteY130-1474" fmla="*/ 9792 h 10000"/>
              <a:gd name="connsiteX131-1475" fmla="*/ 181 w 10000"/>
              <a:gd name="connsiteY131-1476" fmla="*/ 9563 h 10000"/>
              <a:gd name="connsiteX132-1477" fmla="*/ 99 w 10000"/>
              <a:gd name="connsiteY132-1478" fmla="*/ 9356 h 10000"/>
              <a:gd name="connsiteX133-1479" fmla="*/ 0 w 10000"/>
              <a:gd name="connsiteY133-1480" fmla="*/ 9231 h 10000"/>
              <a:gd name="connsiteX134-1481" fmla="*/ 0 w 10000"/>
              <a:gd name="connsiteY134-1482" fmla="*/ 9127 h 10000"/>
              <a:gd name="connsiteX135-1483" fmla="*/ 0 w 10000"/>
              <a:gd name="connsiteY135-1484" fmla="*/ 9023 h 10000"/>
              <a:gd name="connsiteX136-1485" fmla="*/ 0 w 10000"/>
              <a:gd name="connsiteY136-1486" fmla="*/ 9023 h 10000"/>
              <a:gd name="connsiteX137-1487" fmla="*/ 99 w 10000"/>
              <a:gd name="connsiteY137-1488" fmla="*/ 8919 h 10000"/>
              <a:gd name="connsiteX138-1489" fmla="*/ 181 w 10000"/>
              <a:gd name="connsiteY138-1490" fmla="*/ 8794 h 10000"/>
              <a:gd name="connsiteX139-1491" fmla="*/ 362 w 10000"/>
              <a:gd name="connsiteY139-1492" fmla="*/ 8690 h 10000"/>
              <a:gd name="connsiteX140-1493" fmla="*/ 527 w 10000"/>
              <a:gd name="connsiteY140-1494" fmla="*/ 8586 h 10000"/>
              <a:gd name="connsiteX141-1495" fmla="*/ 610 w 10000"/>
              <a:gd name="connsiteY141-1496" fmla="*/ 8462 h 10000"/>
              <a:gd name="connsiteX142-1497" fmla="*/ 708 w 10000"/>
              <a:gd name="connsiteY142-1498" fmla="*/ 8358 h 10000"/>
              <a:gd name="connsiteX143-1499" fmla="*/ 873 w 10000"/>
              <a:gd name="connsiteY143-1500" fmla="*/ 8254 h 10000"/>
              <a:gd name="connsiteX144-1501" fmla="*/ 1054 w 10000"/>
              <a:gd name="connsiteY144-1502" fmla="*/ 8025 h 10000"/>
              <a:gd name="connsiteX145-1503" fmla="*/ 1137 w 10000"/>
              <a:gd name="connsiteY145-1504" fmla="*/ 7921 h 10000"/>
              <a:gd name="connsiteX146-1505" fmla="*/ 1318 w 10000"/>
              <a:gd name="connsiteY146-1506" fmla="*/ 7692 h 10000"/>
              <a:gd name="connsiteX147-1507" fmla="*/ 1483 w 10000"/>
              <a:gd name="connsiteY147-1508" fmla="*/ 7484 h 10000"/>
              <a:gd name="connsiteX148-1509" fmla="*/ 1483 w 10000"/>
              <a:gd name="connsiteY148-1510" fmla="*/ 7484 h 10000"/>
              <a:gd name="connsiteX0-1511" fmla="*/ 1483 w 10000"/>
              <a:gd name="connsiteY0-1512" fmla="*/ 7484 h 10000"/>
              <a:gd name="connsiteX1-1513" fmla="*/ 1664 w 10000"/>
              <a:gd name="connsiteY1-1514" fmla="*/ 7152 h 10000"/>
              <a:gd name="connsiteX2-1515" fmla="*/ 1911 w 10000"/>
              <a:gd name="connsiteY2-1516" fmla="*/ 6819 h 10000"/>
              <a:gd name="connsiteX3-1517" fmla="*/ 2092 w 10000"/>
              <a:gd name="connsiteY3-1518" fmla="*/ 6486 h 10000"/>
              <a:gd name="connsiteX4-1519" fmla="*/ 2356 w 10000"/>
              <a:gd name="connsiteY4-1520" fmla="*/ 6050 h 10000"/>
              <a:gd name="connsiteX5-1521" fmla="*/ 2619 w 10000"/>
              <a:gd name="connsiteY5-1522" fmla="*/ 5509 h 10000"/>
              <a:gd name="connsiteX6-1523" fmla="*/ 2883 w 10000"/>
              <a:gd name="connsiteY6-1524" fmla="*/ 4948 h 10000"/>
              <a:gd name="connsiteX7-1525" fmla="*/ 3130 w 10000"/>
              <a:gd name="connsiteY7-1526" fmla="*/ 4304 h 10000"/>
              <a:gd name="connsiteX8-1527" fmla="*/ 3476 w 10000"/>
              <a:gd name="connsiteY8-1528" fmla="*/ 3638 h 10000"/>
              <a:gd name="connsiteX9-1529" fmla="*/ 3740 w 10000"/>
              <a:gd name="connsiteY9-1530" fmla="*/ 2973 h 10000"/>
              <a:gd name="connsiteX10-1531" fmla="*/ 4003 w 10000"/>
              <a:gd name="connsiteY10-1532" fmla="*/ 2432 h 10000"/>
              <a:gd name="connsiteX11-1533" fmla="*/ 4185 w 10000"/>
              <a:gd name="connsiteY11-1534" fmla="*/ 1871 h 10000"/>
              <a:gd name="connsiteX12-1535" fmla="*/ 4349 w 10000"/>
              <a:gd name="connsiteY12-1536" fmla="*/ 1435 h 10000"/>
              <a:gd name="connsiteX13-1537" fmla="*/ 4432 w 10000"/>
              <a:gd name="connsiteY13-1538" fmla="*/ 1102 h 10000"/>
              <a:gd name="connsiteX14-1539" fmla="*/ 4530 w 10000"/>
              <a:gd name="connsiteY14-1540" fmla="*/ 769 h 10000"/>
              <a:gd name="connsiteX15-1541" fmla="*/ 4530 w 10000"/>
              <a:gd name="connsiteY15-1542" fmla="*/ 665 h 10000"/>
              <a:gd name="connsiteX16-1543" fmla="*/ 4530 w 10000"/>
              <a:gd name="connsiteY16-1544" fmla="*/ 437 h 10000"/>
              <a:gd name="connsiteX17-1545" fmla="*/ 4432 w 10000"/>
              <a:gd name="connsiteY17-1546" fmla="*/ 437 h 10000"/>
              <a:gd name="connsiteX18-1547" fmla="*/ 4432 w 10000"/>
              <a:gd name="connsiteY18-1548" fmla="*/ 333 h 10000"/>
              <a:gd name="connsiteX19-1549" fmla="*/ 4349 w 10000"/>
              <a:gd name="connsiteY19-1550" fmla="*/ 229 h 10000"/>
              <a:gd name="connsiteX20-1551" fmla="*/ 4349 w 10000"/>
              <a:gd name="connsiteY20-1552" fmla="*/ 229 h 10000"/>
              <a:gd name="connsiteX21-1553" fmla="*/ 4349 w 10000"/>
              <a:gd name="connsiteY21-1554" fmla="*/ 125 h 10000"/>
              <a:gd name="connsiteX22-1555" fmla="*/ 4349 w 10000"/>
              <a:gd name="connsiteY22-1556" fmla="*/ 0 h 10000"/>
              <a:gd name="connsiteX23-1557" fmla="*/ 4432 w 10000"/>
              <a:gd name="connsiteY23-1558" fmla="*/ 0 h 10000"/>
              <a:gd name="connsiteX24-1559" fmla="*/ 4613 w 10000"/>
              <a:gd name="connsiteY24-1560" fmla="*/ 0 h 10000"/>
              <a:gd name="connsiteX25-1561" fmla="*/ 4794 w 10000"/>
              <a:gd name="connsiteY25-1562" fmla="*/ 0 h 10000"/>
              <a:gd name="connsiteX26-1563" fmla="*/ 5041 w 10000"/>
              <a:gd name="connsiteY26-1564" fmla="*/ 0 h 10000"/>
              <a:gd name="connsiteX27-1565" fmla="*/ 5222 w 10000"/>
              <a:gd name="connsiteY27-1566" fmla="*/ 125 h 10000"/>
              <a:gd name="connsiteX28-1567" fmla="*/ 5486 w 10000"/>
              <a:gd name="connsiteY28-1568" fmla="*/ 229 h 10000"/>
              <a:gd name="connsiteX29-1569" fmla="*/ 5651 w 10000"/>
              <a:gd name="connsiteY29-1570" fmla="*/ 333 h 10000"/>
              <a:gd name="connsiteX30-1571" fmla="*/ 5832 w 10000"/>
              <a:gd name="connsiteY30-1572" fmla="*/ 437 h 10000"/>
              <a:gd name="connsiteX31-1573" fmla="*/ 5997 w 10000"/>
              <a:gd name="connsiteY31-1574" fmla="*/ 665 h 10000"/>
              <a:gd name="connsiteX32-1575" fmla="*/ 6096 w 10000"/>
              <a:gd name="connsiteY32-1576" fmla="*/ 769 h 10000"/>
              <a:gd name="connsiteX33-1577" fmla="*/ 6096 w 10000"/>
              <a:gd name="connsiteY33-1578" fmla="*/ 894 h 10000"/>
              <a:gd name="connsiteX34-1579" fmla="*/ 6096 w 10000"/>
              <a:gd name="connsiteY34-1580" fmla="*/ 998 h 10000"/>
              <a:gd name="connsiteX35-1581" fmla="*/ 6096 w 10000"/>
              <a:gd name="connsiteY35-1582" fmla="*/ 1206 h 10000"/>
              <a:gd name="connsiteX36-1583" fmla="*/ 5997 w 10000"/>
              <a:gd name="connsiteY36-1584" fmla="*/ 1331 h 10000"/>
              <a:gd name="connsiteX37-1585" fmla="*/ 5914 w 10000"/>
              <a:gd name="connsiteY37-1586" fmla="*/ 1538 h 10000"/>
              <a:gd name="connsiteX38-1587" fmla="*/ 5750 w 10000"/>
              <a:gd name="connsiteY38-1588" fmla="*/ 1767 h 10000"/>
              <a:gd name="connsiteX39-1589" fmla="*/ 5568 w 10000"/>
              <a:gd name="connsiteY39-1590" fmla="*/ 1975 h 10000"/>
              <a:gd name="connsiteX40-1591" fmla="*/ 5486 w 10000"/>
              <a:gd name="connsiteY40-1592" fmla="*/ 2204 h 10000"/>
              <a:gd name="connsiteX41-1593" fmla="*/ 5305 w 10000"/>
              <a:gd name="connsiteY41-1594" fmla="*/ 2432 h 10000"/>
              <a:gd name="connsiteX42-1595" fmla="*/ 5140 w 10000"/>
              <a:gd name="connsiteY42-1596" fmla="*/ 2744 h 10000"/>
              <a:gd name="connsiteX43-1597" fmla="*/ 4959 w 10000"/>
              <a:gd name="connsiteY43-1598" fmla="*/ 3077 h 10000"/>
              <a:gd name="connsiteX44-1599" fmla="*/ 4695 w 10000"/>
              <a:gd name="connsiteY44-1600" fmla="*/ 3514 h 10000"/>
              <a:gd name="connsiteX45-1601" fmla="*/ 4530 w 10000"/>
              <a:gd name="connsiteY45-1602" fmla="*/ 3971 h 10000"/>
              <a:gd name="connsiteX46-1603" fmla="*/ 4267 w 10000"/>
              <a:gd name="connsiteY46-1604" fmla="*/ 4407 h 10000"/>
              <a:gd name="connsiteX47-1605" fmla="*/ 3921 w 10000"/>
              <a:gd name="connsiteY47-1606" fmla="*/ 4948 h 10000"/>
              <a:gd name="connsiteX48-1607" fmla="*/ 3657 w 10000"/>
              <a:gd name="connsiteY48-1608" fmla="*/ 5385 h 10000"/>
              <a:gd name="connsiteX49-1609" fmla="*/ 3476 w 10000"/>
              <a:gd name="connsiteY49-1610" fmla="*/ 5842 h 10000"/>
              <a:gd name="connsiteX50-1611" fmla="*/ 3229 w 10000"/>
              <a:gd name="connsiteY50-1612" fmla="*/ 6279 h 10000"/>
              <a:gd name="connsiteX51-1613" fmla="*/ 2965 w 10000"/>
              <a:gd name="connsiteY51-1614" fmla="*/ 6611 h 10000"/>
              <a:gd name="connsiteX52-1615" fmla="*/ 2784 w 10000"/>
              <a:gd name="connsiteY52-1616" fmla="*/ 6923 h 10000"/>
              <a:gd name="connsiteX53-1617" fmla="*/ 2619 w 10000"/>
              <a:gd name="connsiteY53-1618" fmla="*/ 7256 h 10000"/>
              <a:gd name="connsiteX54-1619" fmla="*/ 2438 w 10000"/>
              <a:gd name="connsiteY54-1620" fmla="*/ 7484 h 10000"/>
              <a:gd name="connsiteX55-1621" fmla="*/ 2273 w 10000"/>
              <a:gd name="connsiteY55-1622" fmla="*/ 7692 h 10000"/>
              <a:gd name="connsiteX56-1623" fmla="*/ 2092 w 10000"/>
              <a:gd name="connsiteY56-1624" fmla="*/ 7921 h 10000"/>
              <a:gd name="connsiteX57-1625" fmla="*/ 2010 w 10000"/>
              <a:gd name="connsiteY57-1626" fmla="*/ 8150 h 10000"/>
              <a:gd name="connsiteX58-1627" fmla="*/ 1911 w 10000"/>
              <a:gd name="connsiteY58-1628" fmla="*/ 8254 h 10000"/>
              <a:gd name="connsiteX59-1629" fmla="*/ 1829 w 10000"/>
              <a:gd name="connsiteY59-1630" fmla="*/ 8358 h 10000"/>
              <a:gd name="connsiteX60-1631" fmla="*/ 1746 w 10000"/>
              <a:gd name="connsiteY60-1632" fmla="*/ 8462 h 10000"/>
              <a:gd name="connsiteX61-1633" fmla="*/ 1746 w 10000"/>
              <a:gd name="connsiteY61-1634" fmla="*/ 8586 h 10000"/>
              <a:gd name="connsiteX62-1635" fmla="*/ 1746 w 10000"/>
              <a:gd name="connsiteY62-1636" fmla="*/ 8586 h 10000"/>
              <a:gd name="connsiteX63-1637" fmla="*/ 1829 w 10000"/>
              <a:gd name="connsiteY63-1638" fmla="*/ 8586 h 10000"/>
              <a:gd name="connsiteX64-1639" fmla="*/ 1911 w 10000"/>
              <a:gd name="connsiteY64-1640" fmla="*/ 8690 h 10000"/>
              <a:gd name="connsiteX65-1641" fmla="*/ 2010 w 10000"/>
              <a:gd name="connsiteY65-1642" fmla="*/ 8690 h 10000"/>
              <a:gd name="connsiteX66-1643" fmla="*/ 2175 w 10000"/>
              <a:gd name="connsiteY66-1644" fmla="*/ 8690 h 10000"/>
              <a:gd name="connsiteX67-1645" fmla="*/ 2273 w 10000"/>
              <a:gd name="connsiteY67-1646" fmla="*/ 8586 h 10000"/>
              <a:gd name="connsiteX68-1647" fmla="*/ 2356 w 10000"/>
              <a:gd name="connsiteY68-1648" fmla="*/ 8586 h 10000"/>
              <a:gd name="connsiteX69-1649" fmla="*/ 2521 w 10000"/>
              <a:gd name="connsiteY69-1650" fmla="*/ 8586 h 10000"/>
              <a:gd name="connsiteX70-1651" fmla="*/ 2702 w 10000"/>
              <a:gd name="connsiteY70-1652" fmla="*/ 8586 h 10000"/>
              <a:gd name="connsiteX71-1653" fmla="*/ 2883 w 10000"/>
              <a:gd name="connsiteY71-1654" fmla="*/ 8462 h 10000"/>
              <a:gd name="connsiteX72-1655" fmla="*/ 3048 w 10000"/>
              <a:gd name="connsiteY72-1656" fmla="*/ 8462 h 10000"/>
              <a:gd name="connsiteX73-1657" fmla="*/ 3311 w 10000"/>
              <a:gd name="connsiteY73-1658" fmla="*/ 8462 h 10000"/>
              <a:gd name="connsiteX74-1659" fmla="*/ 3575 w 10000"/>
              <a:gd name="connsiteY74-1660" fmla="*/ 8462 h 10000"/>
              <a:gd name="connsiteX75-1661" fmla="*/ 3921 w 10000"/>
              <a:gd name="connsiteY75-1662" fmla="*/ 8358 h 10000"/>
              <a:gd name="connsiteX76-1663" fmla="*/ 4267 w 10000"/>
              <a:gd name="connsiteY76-1664" fmla="*/ 8358 h 10000"/>
              <a:gd name="connsiteX77-1665" fmla="*/ 4613 w 10000"/>
              <a:gd name="connsiteY77-1666" fmla="*/ 8358 h 10000"/>
              <a:gd name="connsiteX78-1667" fmla="*/ 4959 w 10000"/>
              <a:gd name="connsiteY78-1668" fmla="*/ 8254 h 10000"/>
              <a:gd name="connsiteX79-1669" fmla="*/ 5387 w 10000"/>
              <a:gd name="connsiteY79-1670" fmla="*/ 8150 h 10000"/>
              <a:gd name="connsiteX80-1671" fmla="*/ 5832 w 10000"/>
              <a:gd name="connsiteY80-1672" fmla="*/ 8150 h 10000"/>
              <a:gd name="connsiteX81-1673" fmla="*/ 6343 w 10000"/>
              <a:gd name="connsiteY81-1674" fmla="*/ 8025 h 10000"/>
              <a:gd name="connsiteX82-1675" fmla="*/ 6787 w 10000"/>
              <a:gd name="connsiteY82-1676" fmla="*/ 8025 h 10000"/>
              <a:gd name="connsiteX83-1677" fmla="*/ 7298 w 10000"/>
              <a:gd name="connsiteY83-1678" fmla="*/ 7921 h 10000"/>
              <a:gd name="connsiteX84-1679" fmla="*/ 7743 w 10000"/>
              <a:gd name="connsiteY84-1680" fmla="*/ 7817 h 10000"/>
              <a:gd name="connsiteX85-1681" fmla="*/ 8171 w 10000"/>
              <a:gd name="connsiteY85-1682" fmla="*/ 7817 h 10000"/>
              <a:gd name="connsiteX86-1683" fmla="*/ 8435 w 10000"/>
              <a:gd name="connsiteY86-1684" fmla="*/ 7692 h 10000"/>
              <a:gd name="connsiteX87-1685" fmla="*/ 8699 w 10000"/>
              <a:gd name="connsiteY87-1686" fmla="*/ 7692 h 10000"/>
              <a:gd name="connsiteX88-1687" fmla="*/ 8962 w 10000"/>
              <a:gd name="connsiteY88-1688" fmla="*/ 7692 h 10000"/>
              <a:gd name="connsiteX89-1689" fmla="*/ 9127 w 10000"/>
              <a:gd name="connsiteY89-1690" fmla="*/ 7692 h 10000"/>
              <a:gd name="connsiteX90-1691" fmla="*/ 9226 w 10000"/>
              <a:gd name="connsiteY90-1692" fmla="*/ 7588 h 10000"/>
              <a:gd name="connsiteX91-1693" fmla="*/ 10000 w 10000"/>
              <a:gd name="connsiteY91-1694" fmla="*/ 8254 h 10000"/>
              <a:gd name="connsiteX92-1695" fmla="*/ 10000 w 10000"/>
              <a:gd name="connsiteY92-1696" fmla="*/ 8358 h 10000"/>
              <a:gd name="connsiteX93-1697" fmla="*/ 10000 w 10000"/>
              <a:gd name="connsiteY93-1698" fmla="*/ 8358 h 10000"/>
              <a:gd name="connsiteX94-1699" fmla="*/ 10000 w 10000"/>
              <a:gd name="connsiteY94-1700" fmla="*/ 8462 h 10000"/>
              <a:gd name="connsiteX95-1701" fmla="*/ 9819 w 10000"/>
              <a:gd name="connsiteY95-1702" fmla="*/ 8462 h 10000"/>
              <a:gd name="connsiteX96-1703" fmla="*/ 9736 w 10000"/>
              <a:gd name="connsiteY96-1704" fmla="*/ 8586 h 10000"/>
              <a:gd name="connsiteX97-1705" fmla="*/ 9572 w 10000"/>
              <a:gd name="connsiteY97-1706" fmla="*/ 8586 h 10000"/>
              <a:gd name="connsiteX98-1707" fmla="*/ 9390 w 10000"/>
              <a:gd name="connsiteY98-1708" fmla="*/ 8586 h 10000"/>
              <a:gd name="connsiteX99-1709" fmla="*/ 9127 w 10000"/>
              <a:gd name="connsiteY99-1710" fmla="*/ 8586 h 10000"/>
              <a:gd name="connsiteX100-1711" fmla="*/ 8863 w 10000"/>
              <a:gd name="connsiteY100-1712" fmla="*/ 8586 h 10000"/>
              <a:gd name="connsiteX101-1713" fmla="*/ 8616 w 10000"/>
              <a:gd name="connsiteY101-1714" fmla="*/ 8586 h 10000"/>
              <a:gd name="connsiteX102-1715" fmla="*/ 8353 w 10000"/>
              <a:gd name="connsiteY102-1716" fmla="*/ 8586 h 10000"/>
              <a:gd name="connsiteX103-1717" fmla="*/ 8007 w 10000"/>
              <a:gd name="connsiteY103-1718" fmla="*/ 8586 h 10000"/>
              <a:gd name="connsiteX104-1719" fmla="*/ 7661 w 10000"/>
              <a:gd name="connsiteY104-1720" fmla="*/ 8586 h 10000"/>
              <a:gd name="connsiteX105-1721" fmla="*/ 7298 w 10000"/>
              <a:gd name="connsiteY105-1722" fmla="*/ 8690 h 10000"/>
              <a:gd name="connsiteX106-1723" fmla="*/ 6870 w 10000"/>
              <a:gd name="connsiteY106-1724" fmla="*/ 8690 h 10000"/>
              <a:gd name="connsiteX107-1725" fmla="*/ 6442 w 10000"/>
              <a:gd name="connsiteY107-1726" fmla="*/ 8690 h 10000"/>
              <a:gd name="connsiteX108-1727" fmla="*/ 5651 w 10000"/>
              <a:gd name="connsiteY108-1728" fmla="*/ 8794 h 10000"/>
              <a:gd name="connsiteX109-1729" fmla="*/ 4876 w 10000"/>
              <a:gd name="connsiteY109-1730" fmla="*/ 8919 h 10000"/>
              <a:gd name="connsiteX110-1731" fmla="*/ 4185 w 10000"/>
              <a:gd name="connsiteY110-1732" fmla="*/ 9023 h 10000"/>
              <a:gd name="connsiteX111-1733" fmla="*/ 3476 w 10000"/>
              <a:gd name="connsiteY111-1734" fmla="*/ 9127 h 10000"/>
              <a:gd name="connsiteX112-1735" fmla="*/ 3130 w 10000"/>
              <a:gd name="connsiteY112-1736" fmla="*/ 9127 h 10000"/>
              <a:gd name="connsiteX113-1737" fmla="*/ 2883 w 10000"/>
              <a:gd name="connsiteY113-1738" fmla="*/ 9231 h 10000"/>
              <a:gd name="connsiteX114-1739" fmla="*/ 2521 w 10000"/>
              <a:gd name="connsiteY114-1740" fmla="*/ 9356 h 10000"/>
              <a:gd name="connsiteX115-1741" fmla="*/ 2273 w 10000"/>
              <a:gd name="connsiteY115-1742" fmla="*/ 9356 h 10000"/>
              <a:gd name="connsiteX116-1743" fmla="*/ 2092 w 10000"/>
              <a:gd name="connsiteY116-1744" fmla="*/ 9459 h 10000"/>
              <a:gd name="connsiteX117-1745" fmla="*/ 1829 w 10000"/>
              <a:gd name="connsiteY117-1746" fmla="*/ 9459 h 10000"/>
              <a:gd name="connsiteX118-1747" fmla="*/ 1664 w 10000"/>
              <a:gd name="connsiteY118-1748" fmla="*/ 9563 h 10000"/>
              <a:gd name="connsiteX119-1749" fmla="*/ 1400 w 10000"/>
              <a:gd name="connsiteY119-1750" fmla="*/ 9688 h 10000"/>
              <a:gd name="connsiteX120-1751" fmla="*/ 1219 w 10000"/>
              <a:gd name="connsiteY120-1752" fmla="*/ 9688 h 10000"/>
              <a:gd name="connsiteX121-1753" fmla="*/ 1137 w 10000"/>
              <a:gd name="connsiteY121-1754" fmla="*/ 9792 h 10000"/>
              <a:gd name="connsiteX122-1755" fmla="*/ 956 w 10000"/>
              <a:gd name="connsiteY122-1756" fmla="*/ 9792 h 10000"/>
              <a:gd name="connsiteX123-1757" fmla="*/ 873 w 10000"/>
              <a:gd name="connsiteY123-1758" fmla="*/ 9896 h 10000"/>
              <a:gd name="connsiteX124-1759" fmla="*/ 791 w 10000"/>
              <a:gd name="connsiteY124-1760" fmla="*/ 9896 h 10000"/>
              <a:gd name="connsiteX125-1761" fmla="*/ 708 w 10000"/>
              <a:gd name="connsiteY125-1762" fmla="*/ 9896 h 10000"/>
              <a:gd name="connsiteX126-1763" fmla="*/ 527 w 10000"/>
              <a:gd name="connsiteY126-1764" fmla="*/ 10000 h 10000"/>
              <a:gd name="connsiteX127-1765" fmla="*/ 445 w 10000"/>
              <a:gd name="connsiteY127-1766" fmla="*/ 9896 h 10000"/>
              <a:gd name="connsiteX128-1767" fmla="*/ 362 w 10000"/>
              <a:gd name="connsiteY128-1768" fmla="*/ 9896 h 10000"/>
              <a:gd name="connsiteX129-1769" fmla="*/ 264 w 10000"/>
              <a:gd name="connsiteY129-1770" fmla="*/ 9792 h 10000"/>
              <a:gd name="connsiteX130-1771" fmla="*/ 181 w 10000"/>
              <a:gd name="connsiteY130-1772" fmla="*/ 9563 h 10000"/>
              <a:gd name="connsiteX131-1773" fmla="*/ 99 w 10000"/>
              <a:gd name="connsiteY131-1774" fmla="*/ 9356 h 10000"/>
              <a:gd name="connsiteX132-1775" fmla="*/ 0 w 10000"/>
              <a:gd name="connsiteY132-1776" fmla="*/ 9231 h 10000"/>
              <a:gd name="connsiteX133-1777" fmla="*/ 0 w 10000"/>
              <a:gd name="connsiteY133-1778" fmla="*/ 9127 h 10000"/>
              <a:gd name="connsiteX134-1779" fmla="*/ 0 w 10000"/>
              <a:gd name="connsiteY134-1780" fmla="*/ 9023 h 10000"/>
              <a:gd name="connsiteX135-1781" fmla="*/ 0 w 10000"/>
              <a:gd name="connsiteY135-1782" fmla="*/ 9023 h 10000"/>
              <a:gd name="connsiteX136-1783" fmla="*/ 99 w 10000"/>
              <a:gd name="connsiteY136-1784" fmla="*/ 8919 h 10000"/>
              <a:gd name="connsiteX137-1785" fmla="*/ 181 w 10000"/>
              <a:gd name="connsiteY137-1786" fmla="*/ 8794 h 10000"/>
              <a:gd name="connsiteX138-1787" fmla="*/ 362 w 10000"/>
              <a:gd name="connsiteY138-1788" fmla="*/ 8690 h 10000"/>
              <a:gd name="connsiteX139-1789" fmla="*/ 527 w 10000"/>
              <a:gd name="connsiteY139-1790" fmla="*/ 8586 h 10000"/>
              <a:gd name="connsiteX140-1791" fmla="*/ 610 w 10000"/>
              <a:gd name="connsiteY140-1792" fmla="*/ 8462 h 10000"/>
              <a:gd name="connsiteX141-1793" fmla="*/ 708 w 10000"/>
              <a:gd name="connsiteY141-1794" fmla="*/ 8358 h 10000"/>
              <a:gd name="connsiteX142-1795" fmla="*/ 873 w 10000"/>
              <a:gd name="connsiteY142-1796" fmla="*/ 8254 h 10000"/>
              <a:gd name="connsiteX143-1797" fmla="*/ 1054 w 10000"/>
              <a:gd name="connsiteY143-1798" fmla="*/ 8025 h 10000"/>
              <a:gd name="connsiteX144-1799" fmla="*/ 1137 w 10000"/>
              <a:gd name="connsiteY144-1800" fmla="*/ 7921 h 10000"/>
              <a:gd name="connsiteX145-1801" fmla="*/ 1318 w 10000"/>
              <a:gd name="connsiteY145-1802" fmla="*/ 7692 h 10000"/>
              <a:gd name="connsiteX146-1803" fmla="*/ 1483 w 10000"/>
              <a:gd name="connsiteY146-1804" fmla="*/ 7484 h 10000"/>
              <a:gd name="connsiteX147-1805" fmla="*/ 1483 w 10000"/>
              <a:gd name="connsiteY147-1806" fmla="*/ 7484 h 10000"/>
              <a:gd name="connsiteX0-1807" fmla="*/ 1483 w 10000"/>
              <a:gd name="connsiteY0-1808" fmla="*/ 7484 h 10000"/>
              <a:gd name="connsiteX1-1809" fmla="*/ 1664 w 10000"/>
              <a:gd name="connsiteY1-1810" fmla="*/ 7152 h 10000"/>
              <a:gd name="connsiteX2-1811" fmla="*/ 1911 w 10000"/>
              <a:gd name="connsiteY2-1812" fmla="*/ 6819 h 10000"/>
              <a:gd name="connsiteX3-1813" fmla="*/ 2092 w 10000"/>
              <a:gd name="connsiteY3-1814" fmla="*/ 6486 h 10000"/>
              <a:gd name="connsiteX4-1815" fmla="*/ 2356 w 10000"/>
              <a:gd name="connsiteY4-1816" fmla="*/ 6050 h 10000"/>
              <a:gd name="connsiteX5-1817" fmla="*/ 2619 w 10000"/>
              <a:gd name="connsiteY5-1818" fmla="*/ 5509 h 10000"/>
              <a:gd name="connsiteX6-1819" fmla="*/ 2883 w 10000"/>
              <a:gd name="connsiteY6-1820" fmla="*/ 4948 h 10000"/>
              <a:gd name="connsiteX7-1821" fmla="*/ 3130 w 10000"/>
              <a:gd name="connsiteY7-1822" fmla="*/ 4304 h 10000"/>
              <a:gd name="connsiteX8-1823" fmla="*/ 3476 w 10000"/>
              <a:gd name="connsiteY8-1824" fmla="*/ 3638 h 10000"/>
              <a:gd name="connsiteX9-1825" fmla="*/ 3740 w 10000"/>
              <a:gd name="connsiteY9-1826" fmla="*/ 2973 h 10000"/>
              <a:gd name="connsiteX10-1827" fmla="*/ 4003 w 10000"/>
              <a:gd name="connsiteY10-1828" fmla="*/ 2432 h 10000"/>
              <a:gd name="connsiteX11-1829" fmla="*/ 4185 w 10000"/>
              <a:gd name="connsiteY11-1830" fmla="*/ 1871 h 10000"/>
              <a:gd name="connsiteX12-1831" fmla="*/ 4349 w 10000"/>
              <a:gd name="connsiteY12-1832" fmla="*/ 1435 h 10000"/>
              <a:gd name="connsiteX13-1833" fmla="*/ 4432 w 10000"/>
              <a:gd name="connsiteY13-1834" fmla="*/ 1102 h 10000"/>
              <a:gd name="connsiteX14-1835" fmla="*/ 4530 w 10000"/>
              <a:gd name="connsiteY14-1836" fmla="*/ 769 h 10000"/>
              <a:gd name="connsiteX15-1837" fmla="*/ 4530 w 10000"/>
              <a:gd name="connsiteY15-1838" fmla="*/ 665 h 10000"/>
              <a:gd name="connsiteX16-1839" fmla="*/ 4530 w 10000"/>
              <a:gd name="connsiteY16-1840" fmla="*/ 437 h 10000"/>
              <a:gd name="connsiteX17-1841" fmla="*/ 4432 w 10000"/>
              <a:gd name="connsiteY17-1842" fmla="*/ 437 h 10000"/>
              <a:gd name="connsiteX18-1843" fmla="*/ 4432 w 10000"/>
              <a:gd name="connsiteY18-1844" fmla="*/ 333 h 10000"/>
              <a:gd name="connsiteX19-1845" fmla="*/ 4349 w 10000"/>
              <a:gd name="connsiteY19-1846" fmla="*/ 229 h 10000"/>
              <a:gd name="connsiteX20-1847" fmla="*/ 4349 w 10000"/>
              <a:gd name="connsiteY20-1848" fmla="*/ 229 h 10000"/>
              <a:gd name="connsiteX21-1849" fmla="*/ 4349 w 10000"/>
              <a:gd name="connsiteY21-1850" fmla="*/ 125 h 10000"/>
              <a:gd name="connsiteX22-1851" fmla="*/ 4349 w 10000"/>
              <a:gd name="connsiteY22-1852" fmla="*/ 0 h 10000"/>
              <a:gd name="connsiteX23-1853" fmla="*/ 4432 w 10000"/>
              <a:gd name="connsiteY23-1854" fmla="*/ 0 h 10000"/>
              <a:gd name="connsiteX24-1855" fmla="*/ 4613 w 10000"/>
              <a:gd name="connsiteY24-1856" fmla="*/ 0 h 10000"/>
              <a:gd name="connsiteX25-1857" fmla="*/ 4794 w 10000"/>
              <a:gd name="connsiteY25-1858" fmla="*/ 0 h 10000"/>
              <a:gd name="connsiteX26-1859" fmla="*/ 5041 w 10000"/>
              <a:gd name="connsiteY26-1860" fmla="*/ 0 h 10000"/>
              <a:gd name="connsiteX27-1861" fmla="*/ 5222 w 10000"/>
              <a:gd name="connsiteY27-1862" fmla="*/ 125 h 10000"/>
              <a:gd name="connsiteX28-1863" fmla="*/ 5486 w 10000"/>
              <a:gd name="connsiteY28-1864" fmla="*/ 229 h 10000"/>
              <a:gd name="connsiteX29-1865" fmla="*/ 5651 w 10000"/>
              <a:gd name="connsiteY29-1866" fmla="*/ 333 h 10000"/>
              <a:gd name="connsiteX30-1867" fmla="*/ 5832 w 10000"/>
              <a:gd name="connsiteY30-1868" fmla="*/ 437 h 10000"/>
              <a:gd name="connsiteX31-1869" fmla="*/ 5997 w 10000"/>
              <a:gd name="connsiteY31-1870" fmla="*/ 665 h 10000"/>
              <a:gd name="connsiteX32-1871" fmla="*/ 6096 w 10000"/>
              <a:gd name="connsiteY32-1872" fmla="*/ 769 h 10000"/>
              <a:gd name="connsiteX33-1873" fmla="*/ 6096 w 10000"/>
              <a:gd name="connsiteY33-1874" fmla="*/ 894 h 10000"/>
              <a:gd name="connsiteX34-1875" fmla="*/ 6096 w 10000"/>
              <a:gd name="connsiteY34-1876" fmla="*/ 998 h 10000"/>
              <a:gd name="connsiteX35-1877" fmla="*/ 6096 w 10000"/>
              <a:gd name="connsiteY35-1878" fmla="*/ 1206 h 10000"/>
              <a:gd name="connsiteX36-1879" fmla="*/ 5997 w 10000"/>
              <a:gd name="connsiteY36-1880" fmla="*/ 1331 h 10000"/>
              <a:gd name="connsiteX37-1881" fmla="*/ 5914 w 10000"/>
              <a:gd name="connsiteY37-1882" fmla="*/ 1538 h 10000"/>
              <a:gd name="connsiteX38-1883" fmla="*/ 5750 w 10000"/>
              <a:gd name="connsiteY38-1884" fmla="*/ 1767 h 10000"/>
              <a:gd name="connsiteX39-1885" fmla="*/ 5568 w 10000"/>
              <a:gd name="connsiteY39-1886" fmla="*/ 1975 h 10000"/>
              <a:gd name="connsiteX40-1887" fmla="*/ 5486 w 10000"/>
              <a:gd name="connsiteY40-1888" fmla="*/ 2204 h 10000"/>
              <a:gd name="connsiteX41-1889" fmla="*/ 5305 w 10000"/>
              <a:gd name="connsiteY41-1890" fmla="*/ 2432 h 10000"/>
              <a:gd name="connsiteX42-1891" fmla="*/ 5140 w 10000"/>
              <a:gd name="connsiteY42-1892" fmla="*/ 2744 h 10000"/>
              <a:gd name="connsiteX43-1893" fmla="*/ 4959 w 10000"/>
              <a:gd name="connsiteY43-1894" fmla="*/ 3077 h 10000"/>
              <a:gd name="connsiteX44-1895" fmla="*/ 4695 w 10000"/>
              <a:gd name="connsiteY44-1896" fmla="*/ 3514 h 10000"/>
              <a:gd name="connsiteX45-1897" fmla="*/ 4530 w 10000"/>
              <a:gd name="connsiteY45-1898" fmla="*/ 3971 h 10000"/>
              <a:gd name="connsiteX46-1899" fmla="*/ 4267 w 10000"/>
              <a:gd name="connsiteY46-1900" fmla="*/ 4407 h 10000"/>
              <a:gd name="connsiteX47-1901" fmla="*/ 3921 w 10000"/>
              <a:gd name="connsiteY47-1902" fmla="*/ 4948 h 10000"/>
              <a:gd name="connsiteX48-1903" fmla="*/ 3657 w 10000"/>
              <a:gd name="connsiteY48-1904" fmla="*/ 5385 h 10000"/>
              <a:gd name="connsiteX49-1905" fmla="*/ 3476 w 10000"/>
              <a:gd name="connsiteY49-1906" fmla="*/ 5842 h 10000"/>
              <a:gd name="connsiteX50-1907" fmla="*/ 3229 w 10000"/>
              <a:gd name="connsiteY50-1908" fmla="*/ 6279 h 10000"/>
              <a:gd name="connsiteX51-1909" fmla="*/ 2965 w 10000"/>
              <a:gd name="connsiteY51-1910" fmla="*/ 6611 h 10000"/>
              <a:gd name="connsiteX52-1911" fmla="*/ 2784 w 10000"/>
              <a:gd name="connsiteY52-1912" fmla="*/ 6923 h 10000"/>
              <a:gd name="connsiteX53-1913" fmla="*/ 2619 w 10000"/>
              <a:gd name="connsiteY53-1914" fmla="*/ 7256 h 10000"/>
              <a:gd name="connsiteX54-1915" fmla="*/ 2438 w 10000"/>
              <a:gd name="connsiteY54-1916" fmla="*/ 7484 h 10000"/>
              <a:gd name="connsiteX55-1917" fmla="*/ 2273 w 10000"/>
              <a:gd name="connsiteY55-1918" fmla="*/ 7692 h 10000"/>
              <a:gd name="connsiteX56-1919" fmla="*/ 2092 w 10000"/>
              <a:gd name="connsiteY56-1920" fmla="*/ 7921 h 10000"/>
              <a:gd name="connsiteX57-1921" fmla="*/ 2010 w 10000"/>
              <a:gd name="connsiteY57-1922" fmla="*/ 8150 h 10000"/>
              <a:gd name="connsiteX58-1923" fmla="*/ 1911 w 10000"/>
              <a:gd name="connsiteY58-1924" fmla="*/ 8254 h 10000"/>
              <a:gd name="connsiteX59-1925" fmla="*/ 1829 w 10000"/>
              <a:gd name="connsiteY59-1926" fmla="*/ 8358 h 10000"/>
              <a:gd name="connsiteX60-1927" fmla="*/ 1746 w 10000"/>
              <a:gd name="connsiteY60-1928" fmla="*/ 8462 h 10000"/>
              <a:gd name="connsiteX61-1929" fmla="*/ 1746 w 10000"/>
              <a:gd name="connsiteY61-1930" fmla="*/ 8586 h 10000"/>
              <a:gd name="connsiteX62-1931" fmla="*/ 1746 w 10000"/>
              <a:gd name="connsiteY62-1932" fmla="*/ 8586 h 10000"/>
              <a:gd name="connsiteX63-1933" fmla="*/ 1829 w 10000"/>
              <a:gd name="connsiteY63-1934" fmla="*/ 8586 h 10000"/>
              <a:gd name="connsiteX64-1935" fmla="*/ 1911 w 10000"/>
              <a:gd name="connsiteY64-1936" fmla="*/ 8690 h 10000"/>
              <a:gd name="connsiteX65-1937" fmla="*/ 2010 w 10000"/>
              <a:gd name="connsiteY65-1938" fmla="*/ 8690 h 10000"/>
              <a:gd name="connsiteX66-1939" fmla="*/ 2175 w 10000"/>
              <a:gd name="connsiteY66-1940" fmla="*/ 8690 h 10000"/>
              <a:gd name="connsiteX67-1941" fmla="*/ 2273 w 10000"/>
              <a:gd name="connsiteY67-1942" fmla="*/ 8586 h 10000"/>
              <a:gd name="connsiteX68-1943" fmla="*/ 2356 w 10000"/>
              <a:gd name="connsiteY68-1944" fmla="*/ 8586 h 10000"/>
              <a:gd name="connsiteX69-1945" fmla="*/ 2521 w 10000"/>
              <a:gd name="connsiteY69-1946" fmla="*/ 8586 h 10000"/>
              <a:gd name="connsiteX70-1947" fmla="*/ 2702 w 10000"/>
              <a:gd name="connsiteY70-1948" fmla="*/ 8586 h 10000"/>
              <a:gd name="connsiteX71-1949" fmla="*/ 2883 w 10000"/>
              <a:gd name="connsiteY71-1950" fmla="*/ 8462 h 10000"/>
              <a:gd name="connsiteX72-1951" fmla="*/ 3048 w 10000"/>
              <a:gd name="connsiteY72-1952" fmla="*/ 8462 h 10000"/>
              <a:gd name="connsiteX73-1953" fmla="*/ 3311 w 10000"/>
              <a:gd name="connsiteY73-1954" fmla="*/ 8462 h 10000"/>
              <a:gd name="connsiteX74-1955" fmla="*/ 3575 w 10000"/>
              <a:gd name="connsiteY74-1956" fmla="*/ 8462 h 10000"/>
              <a:gd name="connsiteX75-1957" fmla="*/ 3921 w 10000"/>
              <a:gd name="connsiteY75-1958" fmla="*/ 8358 h 10000"/>
              <a:gd name="connsiteX76-1959" fmla="*/ 4267 w 10000"/>
              <a:gd name="connsiteY76-1960" fmla="*/ 8358 h 10000"/>
              <a:gd name="connsiteX77-1961" fmla="*/ 4613 w 10000"/>
              <a:gd name="connsiteY77-1962" fmla="*/ 8358 h 10000"/>
              <a:gd name="connsiteX78-1963" fmla="*/ 4959 w 10000"/>
              <a:gd name="connsiteY78-1964" fmla="*/ 8254 h 10000"/>
              <a:gd name="connsiteX79-1965" fmla="*/ 5387 w 10000"/>
              <a:gd name="connsiteY79-1966" fmla="*/ 8150 h 10000"/>
              <a:gd name="connsiteX80-1967" fmla="*/ 5832 w 10000"/>
              <a:gd name="connsiteY80-1968" fmla="*/ 8150 h 10000"/>
              <a:gd name="connsiteX81-1969" fmla="*/ 6343 w 10000"/>
              <a:gd name="connsiteY81-1970" fmla="*/ 8025 h 10000"/>
              <a:gd name="connsiteX82-1971" fmla="*/ 6787 w 10000"/>
              <a:gd name="connsiteY82-1972" fmla="*/ 8025 h 10000"/>
              <a:gd name="connsiteX83-1973" fmla="*/ 7298 w 10000"/>
              <a:gd name="connsiteY83-1974" fmla="*/ 7921 h 10000"/>
              <a:gd name="connsiteX84-1975" fmla="*/ 7743 w 10000"/>
              <a:gd name="connsiteY84-1976" fmla="*/ 7817 h 10000"/>
              <a:gd name="connsiteX85-1977" fmla="*/ 8171 w 10000"/>
              <a:gd name="connsiteY85-1978" fmla="*/ 7817 h 10000"/>
              <a:gd name="connsiteX86-1979" fmla="*/ 8435 w 10000"/>
              <a:gd name="connsiteY86-1980" fmla="*/ 7692 h 10000"/>
              <a:gd name="connsiteX87-1981" fmla="*/ 8699 w 10000"/>
              <a:gd name="connsiteY87-1982" fmla="*/ 7692 h 10000"/>
              <a:gd name="connsiteX88-1983" fmla="*/ 8962 w 10000"/>
              <a:gd name="connsiteY88-1984" fmla="*/ 7692 h 10000"/>
              <a:gd name="connsiteX89-1985" fmla="*/ 9127 w 10000"/>
              <a:gd name="connsiteY89-1986" fmla="*/ 7692 h 10000"/>
              <a:gd name="connsiteX90-1987" fmla="*/ 9226 w 10000"/>
              <a:gd name="connsiteY90-1988" fmla="*/ 7588 h 10000"/>
              <a:gd name="connsiteX91-1989" fmla="*/ 10000 w 10000"/>
              <a:gd name="connsiteY91-1990" fmla="*/ 8254 h 10000"/>
              <a:gd name="connsiteX92-1991" fmla="*/ 10000 w 10000"/>
              <a:gd name="connsiteY92-1992" fmla="*/ 8358 h 10000"/>
              <a:gd name="connsiteX93-1993" fmla="*/ 10000 w 10000"/>
              <a:gd name="connsiteY93-1994" fmla="*/ 8358 h 10000"/>
              <a:gd name="connsiteX94-1995" fmla="*/ 10000 w 10000"/>
              <a:gd name="connsiteY94-1996" fmla="*/ 8462 h 10000"/>
              <a:gd name="connsiteX95-1997" fmla="*/ 9819 w 10000"/>
              <a:gd name="connsiteY95-1998" fmla="*/ 8462 h 10000"/>
              <a:gd name="connsiteX96-1999" fmla="*/ 9572 w 10000"/>
              <a:gd name="connsiteY96-2000" fmla="*/ 8586 h 10000"/>
              <a:gd name="connsiteX97-2001" fmla="*/ 9390 w 10000"/>
              <a:gd name="connsiteY97-2002" fmla="*/ 8586 h 10000"/>
              <a:gd name="connsiteX98-2003" fmla="*/ 9127 w 10000"/>
              <a:gd name="connsiteY98-2004" fmla="*/ 8586 h 10000"/>
              <a:gd name="connsiteX99-2005" fmla="*/ 8863 w 10000"/>
              <a:gd name="connsiteY99-2006" fmla="*/ 8586 h 10000"/>
              <a:gd name="connsiteX100-2007" fmla="*/ 8616 w 10000"/>
              <a:gd name="connsiteY100-2008" fmla="*/ 8586 h 10000"/>
              <a:gd name="connsiteX101-2009" fmla="*/ 8353 w 10000"/>
              <a:gd name="connsiteY101-2010" fmla="*/ 8586 h 10000"/>
              <a:gd name="connsiteX102-2011" fmla="*/ 8007 w 10000"/>
              <a:gd name="connsiteY102-2012" fmla="*/ 8586 h 10000"/>
              <a:gd name="connsiteX103-2013" fmla="*/ 7661 w 10000"/>
              <a:gd name="connsiteY103-2014" fmla="*/ 8586 h 10000"/>
              <a:gd name="connsiteX104-2015" fmla="*/ 7298 w 10000"/>
              <a:gd name="connsiteY104-2016" fmla="*/ 8690 h 10000"/>
              <a:gd name="connsiteX105-2017" fmla="*/ 6870 w 10000"/>
              <a:gd name="connsiteY105-2018" fmla="*/ 8690 h 10000"/>
              <a:gd name="connsiteX106-2019" fmla="*/ 6442 w 10000"/>
              <a:gd name="connsiteY106-2020" fmla="*/ 8690 h 10000"/>
              <a:gd name="connsiteX107-2021" fmla="*/ 5651 w 10000"/>
              <a:gd name="connsiteY107-2022" fmla="*/ 8794 h 10000"/>
              <a:gd name="connsiteX108-2023" fmla="*/ 4876 w 10000"/>
              <a:gd name="connsiteY108-2024" fmla="*/ 8919 h 10000"/>
              <a:gd name="connsiteX109-2025" fmla="*/ 4185 w 10000"/>
              <a:gd name="connsiteY109-2026" fmla="*/ 9023 h 10000"/>
              <a:gd name="connsiteX110-2027" fmla="*/ 3476 w 10000"/>
              <a:gd name="connsiteY110-2028" fmla="*/ 9127 h 10000"/>
              <a:gd name="connsiteX111-2029" fmla="*/ 3130 w 10000"/>
              <a:gd name="connsiteY111-2030" fmla="*/ 9127 h 10000"/>
              <a:gd name="connsiteX112-2031" fmla="*/ 2883 w 10000"/>
              <a:gd name="connsiteY112-2032" fmla="*/ 9231 h 10000"/>
              <a:gd name="connsiteX113-2033" fmla="*/ 2521 w 10000"/>
              <a:gd name="connsiteY113-2034" fmla="*/ 9356 h 10000"/>
              <a:gd name="connsiteX114-2035" fmla="*/ 2273 w 10000"/>
              <a:gd name="connsiteY114-2036" fmla="*/ 9356 h 10000"/>
              <a:gd name="connsiteX115-2037" fmla="*/ 2092 w 10000"/>
              <a:gd name="connsiteY115-2038" fmla="*/ 9459 h 10000"/>
              <a:gd name="connsiteX116-2039" fmla="*/ 1829 w 10000"/>
              <a:gd name="connsiteY116-2040" fmla="*/ 9459 h 10000"/>
              <a:gd name="connsiteX117-2041" fmla="*/ 1664 w 10000"/>
              <a:gd name="connsiteY117-2042" fmla="*/ 9563 h 10000"/>
              <a:gd name="connsiteX118-2043" fmla="*/ 1400 w 10000"/>
              <a:gd name="connsiteY118-2044" fmla="*/ 9688 h 10000"/>
              <a:gd name="connsiteX119-2045" fmla="*/ 1219 w 10000"/>
              <a:gd name="connsiteY119-2046" fmla="*/ 9688 h 10000"/>
              <a:gd name="connsiteX120-2047" fmla="*/ 1137 w 10000"/>
              <a:gd name="connsiteY120-2048" fmla="*/ 9792 h 10000"/>
              <a:gd name="connsiteX121-2049" fmla="*/ 956 w 10000"/>
              <a:gd name="connsiteY121-2050" fmla="*/ 9792 h 10000"/>
              <a:gd name="connsiteX122-2051" fmla="*/ 873 w 10000"/>
              <a:gd name="connsiteY122-2052" fmla="*/ 9896 h 10000"/>
              <a:gd name="connsiteX123-2053" fmla="*/ 791 w 10000"/>
              <a:gd name="connsiteY123-2054" fmla="*/ 9896 h 10000"/>
              <a:gd name="connsiteX124-2055" fmla="*/ 708 w 10000"/>
              <a:gd name="connsiteY124-2056" fmla="*/ 9896 h 10000"/>
              <a:gd name="connsiteX125-2057" fmla="*/ 527 w 10000"/>
              <a:gd name="connsiteY125-2058" fmla="*/ 10000 h 10000"/>
              <a:gd name="connsiteX126-2059" fmla="*/ 445 w 10000"/>
              <a:gd name="connsiteY126-2060" fmla="*/ 9896 h 10000"/>
              <a:gd name="connsiteX127-2061" fmla="*/ 362 w 10000"/>
              <a:gd name="connsiteY127-2062" fmla="*/ 9896 h 10000"/>
              <a:gd name="connsiteX128-2063" fmla="*/ 264 w 10000"/>
              <a:gd name="connsiteY128-2064" fmla="*/ 9792 h 10000"/>
              <a:gd name="connsiteX129-2065" fmla="*/ 181 w 10000"/>
              <a:gd name="connsiteY129-2066" fmla="*/ 9563 h 10000"/>
              <a:gd name="connsiteX130-2067" fmla="*/ 99 w 10000"/>
              <a:gd name="connsiteY130-2068" fmla="*/ 9356 h 10000"/>
              <a:gd name="connsiteX131-2069" fmla="*/ 0 w 10000"/>
              <a:gd name="connsiteY131-2070" fmla="*/ 9231 h 10000"/>
              <a:gd name="connsiteX132-2071" fmla="*/ 0 w 10000"/>
              <a:gd name="connsiteY132-2072" fmla="*/ 9127 h 10000"/>
              <a:gd name="connsiteX133-2073" fmla="*/ 0 w 10000"/>
              <a:gd name="connsiteY133-2074" fmla="*/ 9023 h 10000"/>
              <a:gd name="connsiteX134-2075" fmla="*/ 0 w 10000"/>
              <a:gd name="connsiteY134-2076" fmla="*/ 9023 h 10000"/>
              <a:gd name="connsiteX135-2077" fmla="*/ 99 w 10000"/>
              <a:gd name="connsiteY135-2078" fmla="*/ 8919 h 10000"/>
              <a:gd name="connsiteX136-2079" fmla="*/ 181 w 10000"/>
              <a:gd name="connsiteY136-2080" fmla="*/ 8794 h 10000"/>
              <a:gd name="connsiteX137-2081" fmla="*/ 362 w 10000"/>
              <a:gd name="connsiteY137-2082" fmla="*/ 8690 h 10000"/>
              <a:gd name="connsiteX138-2083" fmla="*/ 527 w 10000"/>
              <a:gd name="connsiteY138-2084" fmla="*/ 8586 h 10000"/>
              <a:gd name="connsiteX139-2085" fmla="*/ 610 w 10000"/>
              <a:gd name="connsiteY139-2086" fmla="*/ 8462 h 10000"/>
              <a:gd name="connsiteX140-2087" fmla="*/ 708 w 10000"/>
              <a:gd name="connsiteY140-2088" fmla="*/ 8358 h 10000"/>
              <a:gd name="connsiteX141-2089" fmla="*/ 873 w 10000"/>
              <a:gd name="connsiteY141-2090" fmla="*/ 8254 h 10000"/>
              <a:gd name="connsiteX142-2091" fmla="*/ 1054 w 10000"/>
              <a:gd name="connsiteY142-2092" fmla="*/ 8025 h 10000"/>
              <a:gd name="connsiteX143-2093" fmla="*/ 1137 w 10000"/>
              <a:gd name="connsiteY143-2094" fmla="*/ 7921 h 10000"/>
              <a:gd name="connsiteX144-2095" fmla="*/ 1318 w 10000"/>
              <a:gd name="connsiteY144-2096" fmla="*/ 7692 h 10000"/>
              <a:gd name="connsiteX145-2097" fmla="*/ 1483 w 10000"/>
              <a:gd name="connsiteY145-2098" fmla="*/ 7484 h 10000"/>
              <a:gd name="connsiteX146-2099" fmla="*/ 1483 w 10000"/>
              <a:gd name="connsiteY146-2100" fmla="*/ 7484 h 10000"/>
              <a:gd name="connsiteX0-2101" fmla="*/ 1483 w 10000"/>
              <a:gd name="connsiteY0-2102" fmla="*/ 7484 h 10000"/>
              <a:gd name="connsiteX1-2103" fmla="*/ 1664 w 10000"/>
              <a:gd name="connsiteY1-2104" fmla="*/ 7152 h 10000"/>
              <a:gd name="connsiteX2-2105" fmla="*/ 1911 w 10000"/>
              <a:gd name="connsiteY2-2106" fmla="*/ 6819 h 10000"/>
              <a:gd name="connsiteX3-2107" fmla="*/ 2092 w 10000"/>
              <a:gd name="connsiteY3-2108" fmla="*/ 6486 h 10000"/>
              <a:gd name="connsiteX4-2109" fmla="*/ 2356 w 10000"/>
              <a:gd name="connsiteY4-2110" fmla="*/ 6050 h 10000"/>
              <a:gd name="connsiteX5-2111" fmla="*/ 2619 w 10000"/>
              <a:gd name="connsiteY5-2112" fmla="*/ 5509 h 10000"/>
              <a:gd name="connsiteX6-2113" fmla="*/ 2883 w 10000"/>
              <a:gd name="connsiteY6-2114" fmla="*/ 4948 h 10000"/>
              <a:gd name="connsiteX7-2115" fmla="*/ 3130 w 10000"/>
              <a:gd name="connsiteY7-2116" fmla="*/ 4304 h 10000"/>
              <a:gd name="connsiteX8-2117" fmla="*/ 3476 w 10000"/>
              <a:gd name="connsiteY8-2118" fmla="*/ 3638 h 10000"/>
              <a:gd name="connsiteX9-2119" fmla="*/ 3740 w 10000"/>
              <a:gd name="connsiteY9-2120" fmla="*/ 2973 h 10000"/>
              <a:gd name="connsiteX10-2121" fmla="*/ 4003 w 10000"/>
              <a:gd name="connsiteY10-2122" fmla="*/ 2432 h 10000"/>
              <a:gd name="connsiteX11-2123" fmla="*/ 4185 w 10000"/>
              <a:gd name="connsiteY11-2124" fmla="*/ 1871 h 10000"/>
              <a:gd name="connsiteX12-2125" fmla="*/ 4349 w 10000"/>
              <a:gd name="connsiteY12-2126" fmla="*/ 1435 h 10000"/>
              <a:gd name="connsiteX13-2127" fmla="*/ 4432 w 10000"/>
              <a:gd name="connsiteY13-2128" fmla="*/ 1102 h 10000"/>
              <a:gd name="connsiteX14-2129" fmla="*/ 4530 w 10000"/>
              <a:gd name="connsiteY14-2130" fmla="*/ 769 h 10000"/>
              <a:gd name="connsiteX15-2131" fmla="*/ 4530 w 10000"/>
              <a:gd name="connsiteY15-2132" fmla="*/ 665 h 10000"/>
              <a:gd name="connsiteX16-2133" fmla="*/ 4530 w 10000"/>
              <a:gd name="connsiteY16-2134" fmla="*/ 437 h 10000"/>
              <a:gd name="connsiteX17-2135" fmla="*/ 4432 w 10000"/>
              <a:gd name="connsiteY17-2136" fmla="*/ 437 h 10000"/>
              <a:gd name="connsiteX18-2137" fmla="*/ 4432 w 10000"/>
              <a:gd name="connsiteY18-2138" fmla="*/ 333 h 10000"/>
              <a:gd name="connsiteX19-2139" fmla="*/ 4349 w 10000"/>
              <a:gd name="connsiteY19-2140" fmla="*/ 229 h 10000"/>
              <a:gd name="connsiteX20-2141" fmla="*/ 4349 w 10000"/>
              <a:gd name="connsiteY20-2142" fmla="*/ 229 h 10000"/>
              <a:gd name="connsiteX21-2143" fmla="*/ 4349 w 10000"/>
              <a:gd name="connsiteY21-2144" fmla="*/ 125 h 10000"/>
              <a:gd name="connsiteX22-2145" fmla="*/ 4349 w 10000"/>
              <a:gd name="connsiteY22-2146" fmla="*/ 0 h 10000"/>
              <a:gd name="connsiteX23-2147" fmla="*/ 4432 w 10000"/>
              <a:gd name="connsiteY23-2148" fmla="*/ 0 h 10000"/>
              <a:gd name="connsiteX24-2149" fmla="*/ 4613 w 10000"/>
              <a:gd name="connsiteY24-2150" fmla="*/ 0 h 10000"/>
              <a:gd name="connsiteX25-2151" fmla="*/ 4794 w 10000"/>
              <a:gd name="connsiteY25-2152" fmla="*/ 0 h 10000"/>
              <a:gd name="connsiteX26-2153" fmla="*/ 5041 w 10000"/>
              <a:gd name="connsiteY26-2154" fmla="*/ 0 h 10000"/>
              <a:gd name="connsiteX27-2155" fmla="*/ 5222 w 10000"/>
              <a:gd name="connsiteY27-2156" fmla="*/ 125 h 10000"/>
              <a:gd name="connsiteX28-2157" fmla="*/ 5486 w 10000"/>
              <a:gd name="connsiteY28-2158" fmla="*/ 229 h 10000"/>
              <a:gd name="connsiteX29-2159" fmla="*/ 5651 w 10000"/>
              <a:gd name="connsiteY29-2160" fmla="*/ 333 h 10000"/>
              <a:gd name="connsiteX30-2161" fmla="*/ 5832 w 10000"/>
              <a:gd name="connsiteY30-2162" fmla="*/ 437 h 10000"/>
              <a:gd name="connsiteX31-2163" fmla="*/ 5997 w 10000"/>
              <a:gd name="connsiteY31-2164" fmla="*/ 665 h 10000"/>
              <a:gd name="connsiteX32-2165" fmla="*/ 6096 w 10000"/>
              <a:gd name="connsiteY32-2166" fmla="*/ 769 h 10000"/>
              <a:gd name="connsiteX33-2167" fmla="*/ 6096 w 10000"/>
              <a:gd name="connsiteY33-2168" fmla="*/ 894 h 10000"/>
              <a:gd name="connsiteX34-2169" fmla="*/ 6096 w 10000"/>
              <a:gd name="connsiteY34-2170" fmla="*/ 998 h 10000"/>
              <a:gd name="connsiteX35-2171" fmla="*/ 6096 w 10000"/>
              <a:gd name="connsiteY35-2172" fmla="*/ 1206 h 10000"/>
              <a:gd name="connsiteX36-2173" fmla="*/ 5997 w 10000"/>
              <a:gd name="connsiteY36-2174" fmla="*/ 1331 h 10000"/>
              <a:gd name="connsiteX37-2175" fmla="*/ 5914 w 10000"/>
              <a:gd name="connsiteY37-2176" fmla="*/ 1538 h 10000"/>
              <a:gd name="connsiteX38-2177" fmla="*/ 5750 w 10000"/>
              <a:gd name="connsiteY38-2178" fmla="*/ 1767 h 10000"/>
              <a:gd name="connsiteX39-2179" fmla="*/ 5568 w 10000"/>
              <a:gd name="connsiteY39-2180" fmla="*/ 1975 h 10000"/>
              <a:gd name="connsiteX40-2181" fmla="*/ 5486 w 10000"/>
              <a:gd name="connsiteY40-2182" fmla="*/ 2204 h 10000"/>
              <a:gd name="connsiteX41-2183" fmla="*/ 5305 w 10000"/>
              <a:gd name="connsiteY41-2184" fmla="*/ 2432 h 10000"/>
              <a:gd name="connsiteX42-2185" fmla="*/ 5140 w 10000"/>
              <a:gd name="connsiteY42-2186" fmla="*/ 2744 h 10000"/>
              <a:gd name="connsiteX43-2187" fmla="*/ 4959 w 10000"/>
              <a:gd name="connsiteY43-2188" fmla="*/ 3077 h 10000"/>
              <a:gd name="connsiteX44-2189" fmla="*/ 4695 w 10000"/>
              <a:gd name="connsiteY44-2190" fmla="*/ 3514 h 10000"/>
              <a:gd name="connsiteX45-2191" fmla="*/ 4530 w 10000"/>
              <a:gd name="connsiteY45-2192" fmla="*/ 3971 h 10000"/>
              <a:gd name="connsiteX46-2193" fmla="*/ 4267 w 10000"/>
              <a:gd name="connsiteY46-2194" fmla="*/ 4407 h 10000"/>
              <a:gd name="connsiteX47-2195" fmla="*/ 3921 w 10000"/>
              <a:gd name="connsiteY47-2196" fmla="*/ 4948 h 10000"/>
              <a:gd name="connsiteX48-2197" fmla="*/ 3657 w 10000"/>
              <a:gd name="connsiteY48-2198" fmla="*/ 5385 h 10000"/>
              <a:gd name="connsiteX49-2199" fmla="*/ 3476 w 10000"/>
              <a:gd name="connsiteY49-2200" fmla="*/ 5842 h 10000"/>
              <a:gd name="connsiteX50-2201" fmla="*/ 3229 w 10000"/>
              <a:gd name="connsiteY50-2202" fmla="*/ 6279 h 10000"/>
              <a:gd name="connsiteX51-2203" fmla="*/ 2965 w 10000"/>
              <a:gd name="connsiteY51-2204" fmla="*/ 6611 h 10000"/>
              <a:gd name="connsiteX52-2205" fmla="*/ 2784 w 10000"/>
              <a:gd name="connsiteY52-2206" fmla="*/ 6923 h 10000"/>
              <a:gd name="connsiteX53-2207" fmla="*/ 2619 w 10000"/>
              <a:gd name="connsiteY53-2208" fmla="*/ 7256 h 10000"/>
              <a:gd name="connsiteX54-2209" fmla="*/ 2438 w 10000"/>
              <a:gd name="connsiteY54-2210" fmla="*/ 7484 h 10000"/>
              <a:gd name="connsiteX55-2211" fmla="*/ 2273 w 10000"/>
              <a:gd name="connsiteY55-2212" fmla="*/ 7692 h 10000"/>
              <a:gd name="connsiteX56-2213" fmla="*/ 2092 w 10000"/>
              <a:gd name="connsiteY56-2214" fmla="*/ 7921 h 10000"/>
              <a:gd name="connsiteX57-2215" fmla="*/ 2010 w 10000"/>
              <a:gd name="connsiteY57-2216" fmla="*/ 8150 h 10000"/>
              <a:gd name="connsiteX58-2217" fmla="*/ 1911 w 10000"/>
              <a:gd name="connsiteY58-2218" fmla="*/ 8254 h 10000"/>
              <a:gd name="connsiteX59-2219" fmla="*/ 1829 w 10000"/>
              <a:gd name="connsiteY59-2220" fmla="*/ 8358 h 10000"/>
              <a:gd name="connsiteX60-2221" fmla="*/ 1746 w 10000"/>
              <a:gd name="connsiteY60-2222" fmla="*/ 8462 h 10000"/>
              <a:gd name="connsiteX61-2223" fmla="*/ 1746 w 10000"/>
              <a:gd name="connsiteY61-2224" fmla="*/ 8586 h 10000"/>
              <a:gd name="connsiteX62-2225" fmla="*/ 1746 w 10000"/>
              <a:gd name="connsiteY62-2226" fmla="*/ 8586 h 10000"/>
              <a:gd name="connsiteX63-2227" fmla="*/ 1829 w 10000"/>
              <a:gd name="connsiteY63-2228" fmla="*/ 8586 h 10000"/>
              <a:gd name="connsiteX64-2229" fmla="*/ 1911 w 10000"/>
              <a:gd name="connsiteY64-2230" fmla="*/ 8690 h 10000"/>
              <a:gd name="connsiteX65-2231" fmla="*/ 2010 w 10000"/>
              <a:gd name="connsiteY65-2232" fmla="*/ 8690 h 10000"/>
              <a:gd name="connsiteX66-2233" fmla="*/ 2175 w 10000"/>
              <a:gd name="connsiteY66-2234" fmla="*/ 8690 h 10000"/>
              <a:gd name="connsiteX67-2235" fmla="*/ 2273 w 10000"/>
              <a:gd name="connsiteY67-2236" fmla="*/ 8586 h 10000"/>
              <a:gd name="connsiteX68-2237" fmla="*/ 2356 w 10000"/>
              <a:gd name="connsiteY68-2238" fmla="*/ 8586 h 10000"/>
              <a:gd name="connsiteX69-2239" fmla="*/ 2521 w 10000"/>
              <a:gd name="connsiteY69-2240" fmla="*/ 8586 h 10000"/>
              <a:gd name="connsiteX70-2241" fmla="*/ 2702 w 10000"/>
              <a:gd name="connsiteY70-2242" fmla="*/ 8586 h 10000"/>
              <a:gd name="connsiteX71-2243" fmla="*/ 2883 w 10000"/>
              <a:gd name="connsiteY71-2244" fmla="*/ 8462 h 10000"/>
              <a:gd name="connsiteX72-2245" fmla="*/ 3048 w 10000"/>
              <a:gd name="connsiteY72-2246" fmla="*/ 8462 h 10000"/>
              <a:gd name="connsiteX73-2247" fmla="*/ 3311 w 10000"/>
              <a:gd name="connsiteY73-2248" fmla="*/ 8462 h 10000"/>
              <a:gd name="connsiteX74-2249" fmla="*/ 3575 w 10000"/>
              <a:gd name="connsiteY74-2250" fmla="*/ 8462 h 10000"/>
              <a:gd name="connsiteX75-2251" fmla="*/ 3921 w 10000"/>
              <a:gd name="connsiteY75-2252" fmla="*/ 8358 h 10000"/>
              <a:gd name="connsiteX76-2253" fmla="*/ 4267 w 10000"/>
              <a:gd name="connsiteY76-2254" fmla="*/ 8358 h 10000"/>
              <a:gd name="connsiteX77-2255" fmla="*/ 4613 w 10000"/>
              <a:gd name="connsiteY77-2256" fmla="*/ 8358 h 10000"/>
              <a:gd name="connsiteX78-2257" fmla="*/ 4959 w 10000"/>
              <a:gd name="connsiteY78-2258" fmla="*/ 8254 h 10000"/>
              <a:gd name="connsiteX79-2259" fmla="*/ 5387 w 10000"/>
              <a:gd name="connsiteY79-2260" fmla="*/ 8150 h 10000"/>
              <a:gd name="connsiteX80-2261" fmla="*/ 5832 w 10000"/>
              <a:gd name="connsiteY80-2262" fmla="*/ 8150 h 10000"/>
              <a:gd name="connsiteX81-2263" fmla="*/ 6343 w 10000"/>
              <a:gd name="connsiteY81-2264" fmla="*/ 8025 h 10000"/>
              <a:gd name="connsiteX82-2265" fmla="*/ 6787 w 10000"/>
              <a:gd name="connsiteY82-2266" fmla="*/ 8025 h 10000"/>
              <a:gd name="connsiteX83-2267" fmla="*/ 7298 w 10000"/>
              <a:gd name="connsiteY83-2268" fmla="*/ 7921 h 10000"/>
              <a:gd name="connsiteX84-2269" fmla="*/ 7743 w 10000"/>
              <a:gd name="connsiteY84-2270" fmla="*/ 7817 h 10000"/>
              <a:gd name="connsiteX85-2271" fmla="*/ 8171 w 10000"/>
              <a:gd name="connsiteY85-2272" fmla="*/ 7817 h 10000"/>
              <a:gd name="connsiteX86-2273" fmla="*/ 8435 w 10000"/>
              <a:gd name="connsiteY86-2274" fmla="*/ 7692 h 10000"/>
              <a:gd name="connsiteX87-2275" fmla="*/ 8699 w 10000"/>
              <a:gd name="connsiteY87-2276" fmla="*/ 7692 h 10000"/>
              <a:gd name="connsiteX88-2277" fmla="*/ 8962 w 10000"/>
              <a:gd name="connsiteY88-2278" fmla="*/ 7692 h 10000"/>
              <a:gd name="connsiteX89-2279" fmla="*/ 9127 w 10000"/>
              <a:gd name="connsiteY89-2280" fmla="*/ 7692 h 10000"/>
              <a:gd name="connsiteX90-2281" fmla="*/ 9226 w 10000"/>
              <a:gd name="connsiteY90-2282" fmla="*/ 7588 h 10000"/>
              <a:gd name="connsiteX91-2283" fmla="*/ 10000 w 10000"/>
              <a:gd name="connsiteY91-2284" fmla="*/ 8254 h 10000"/>
              <a:gd name="connsiteX92-2285" fmla="*/ 10000 w 10000"/>
              <a:gd name="connsiteY92-2286" fmla="*/ 8358 h 10000"/>
              <a:gd name="connsiteX93-2287" fmla="*/ 10000 w 10000"/>
              <a:gd name="connsiteY93-2288" fmla="*/ 8358 h 10000"/>
              <a:gd name="connsiteX94-2289" fmla="*/ 9819 w 10000"/>
              <a:gd name="connsiteY94-2290" fmla="*/ 8462 h 10000"/>
              <a:gd name="connsiteX95-2291" fmla="*/ 9572 w 10000"/>
              <a:gd name="connsiteY95-2292" fmla="*/ 8586 h 10000"/>
              <a:gd name="connsiteX96-2293" fmla="*/ 9390 w 10000"/>
              <a:gd name="connsiteY96-2294" fmla="*/ 8586 h 10000"/>
              <a:gd name="connsiteX97-2295" fmla="*/ 9127 w 10000"/>
              <a:gd name="connsiteY97-2296" fmla="*/ 8586 h 10000"/>
              <a:gd name="connsiteX98-2297" fmla="*/ 8863 w 10000"/>
              <a:gd name="connsiteY98-2298" fmla="*/ 8586 h 10000"/>
              <a:gd name="connsiteX99-2299" fmla="*/ 8616 w 10000"/>
              <a:gd name="connsiteY99-2300" fmla="*/ 8586 h 10000"/>
              <a:gd name="connsiteX100-2301" fmla="*/ 8353 w 10000"/>
              <a:gd name="connsiteY100-2302" fmla="*/ 8586 h 10000"/>
              <a:gd name="connsiteX101-2303" fmla="*/ 8007 w 10000"/>
              <a:gd name="connsiteY101-2304" fmla="*/ 8586 h 10000"/>
              <a:gd name="connsiteX102-2305" fmla="*/ 7661 w 10000"/>
              <a:gd name="connsiteY102-2306" fmla="*/ 8586 h 10000"/>
              <a:gd name="connsiteX103-2307" fmla="*/ 7298 w 10000"/>
              <a:gd name="connsiteY103-2308" fmla="*/ 8690 h 10000"/>
              <a:gd name="connsiteX104-2309" fmla="*/ 6870 w 10000"/>
              <a:gd name="connsiteY104-2310" fmla="*/ 8690 h 10000"/>
              <a:gd name="connsiteX105-2311" fmla="*/ 6442 w 10000"/>
              <a:gd name="connsiteY105-2312" fmla="*/ 8690 h 10000"/>
              <a:gd name="connsiteX106-2313" fmla="*/ 5651 w 10000"/>
              <a:gd name="connsiteY106-2314" fmla="*/ 8794 h 10000"/>
              <a:gd name="connsiteX107-2315" fmla="*/ 4876 w 10000"/>
              <a:gd name="connsiteY107-2316" fmla="*/ 8919 h 10000"/>
              <a:gd name="connsiteX108-2317" fmla="*/ 4185 w 10000"/>
              <a:gd name="connsiteY108-2318" fmla="*/ 9023 h 10000"/>
              <a:gd name="connsiteX109-2319" fmla="*/ 3476 w 10000"/>
              <a:gd name="connsiteY109-2320" fmla="*/ 9127 h 10000"/>
              <a:gd name="connsiteX110-2321" fmla="*/ 3130 w 10000"/>
              <a:gd name="connsiteY110-2322" fmla="*/ 9127 h 10000"/>
              <a:gd name="connsiteX111-2323" fmla="*/ 2883 w 10000"/>
              <a:gd name="connsiteY111-2324" fmla="*/ 9231 h 10000"/>
              <a:gd name="connsiteX112-2325" fmla="*/ 2521 w 10000"/>
              <a:gd name="connsiteY112-2326" fmla="*/ 9356 h 10000"/>
              <a:gd name="connsiteX113-2327" fmla="*/ 2273 w 10000"/>
              <a:gd name="connsiteY113-2328" fmla="*/ 9356 h 10000"/>
              <a:gd name="connsiteX114-2329" fmla="*/ 2092 w 10000"/>
              <a:gd name="connsiteY114-2330" fmla="*/ 9459 h 10000"/>
              <a:gd name="connsiteX115-2331" fmla="*/ 1829 w 10000"/>
              <a:gd name="connsiteY115-2332" fmla="*/ 9459 h 10000"/>
              <a:gd name="connsiteX116-2333" fmla="*/ 1664 w 10000"/>
              <a:gd name="connsiteY116-2334" fmla="*/ 9563 h 10000"/>
              <a:gd name="connsiteX117-2335" fmla="*/ 1400 w 10000"/>
              <a:gd name="connsiteY117-2336" fmla="*/ 9688 h 10000"/>
              <a:gd name="connsiteX118-2337" fmla="*/ 1219 w 10000"/>
              <a:gd name="connsiteY118-2338" fmla="*/ 9688 h 10000"/>
              <a:gd name="connsiteX119-2339" fmla="*/ 1137 w 10000"/>
              <a:gd name="connsiteY119-2340" fmla="*/ 9792 h 10000"/>
              <a:gd name="connsiteX120-2341" fmla="*/ 956 w 10000"/>
              <a:gd name="connsiteY120-2342" fmla="*/ 9792 h 10000"/>
              <a:gd name="connsiteX121-2343" fmla="*/ 873 w 10000"/>
              <a:gd name="connsiteY121-2344" fmla="*/ 9896 h 10000"/>
              <a:gd name="connsiteX122-2345" fmla="*/ 791 w 10000"/>
              <a:gd name="connsiteY122-2346" fmla="*/ 9896 h 10000"/>
              <a:gd name="connsiteX123-2347" fmla="*/ 708 w 10000"/>
              <a:gd name="connsiteY123-2348" fmla="*/ 9896 h 10000"/>
              <a:gd name="connsiteX124-2349" fmla="*/ 527 w 10000"/>
              <a:gd name="connsiteY124-2350" fmla="*/ 10000 h 10000"/>
              <a:gd name="connsiteX125-2351" fmla="*/ 445 w 10000"/>
              <a:gd name="connsiteY125-2352" fmla="*/ 9896 h 10000"/>
              <a:gd name="connsiteX126-2353" fmla="*/ 362 w 10000"/>
              <a:gd name="connsiteY126-2354" fmla="*/ 9896 h 10000"/>
              <a:gd name="connsiteX127-2355" fmla="*/ 264 w 10000"/>
              <a:gd name="connsiteY127-2356" fmla="*/ 9792 h 10000"/>
              <a:gd name="connsiteX128-2357" fmla="*/ 181 w 10000"/>
              <a:gd name="connsiteY128-2358" fmla="*/ 9563 h 10000"/>
              <a:gd name="connsiteX129-2359" fmla="*/ 99 w 10000"/>
              <a:gd name="connsiteY129-2360" fmla="*/ 9356 h 10000"/>
              <a:gd name="connsiteX130-2361" fmla="*/ 0 w 10000"/>
              <a:gd name="connsiteY130-2362" fmla="*/ 9231 h 10000"/>
              <a:gd name="connsiteX131-2363" fmla="*/ 0 w 10000"/>
              <a:gd name="connsiteY131-2364" fmla="*/ 9127 h 10000"/>
              <a:gd name="connsiteX132-2365" fmla="*/ 0 w 10000"/>
              <a:gd name="connsiteY132-2366" fmla="*/ 9023 h 10000"/>
              <a:gd name="connsiteX133-2367" fmla="*/ 0 w 10000"/>
              <a:gd name="connsiteY133-2368" fmla="*/ 9023 h 10000"/>
              <a:gd name="connsiteX134-2369" fmla="*/ 99 w 10000"/>
              <a:gd name="connsiteY134-2370" fmla="*/ 8919 h 10000"/>
              <a:gd name="connsiteX135-2371" fmla="*/ 181 w 10000"/>
              <a:gd name="connsiteY135-2372" fmla="*/ 8794 h 10000"/>
              <a:gd name="connsiteX136-2373" fmla="*/ 362 w 10000"/>
              <a:gd name="connsiteY136-2374" fmla="*/ 8690 h 10000"/>
              <a:gd name="connsiteX137-2375" fmla="*/ 527 w 10000"/>
              <a:gd name="connsiteY137-2376" fmla="*/ 8586 h 10000"/>
              <a:gd name="connsiteX138-2377" fmla="*/ 610 w 10000"/>
              <a:gd name="connsiteY138-2378" fmla="*/ 8462 h 10000"/>
              <a:gd name="connsiteX139-2379" fmla="*/ 708 w 10000"/>
              <a:gd name="connsiteY139-2380" fmla="*/ 8358 h 10000"/>
              <a:gd name="connsiteX140-2381" fmla="*/ 873 w 10000"/>
              <a:gd name="connsiteY140-2382" fmla="*/ 8254 h 10000"/>
              <a:gd name="connsiteX141-2383" fmla="*/ 1054 w 10000"/>
              <a:gd name="connsiteY141-2384" fmla="*/ 8025 h 10000"/>
              <a:gd name="connsiteX142-2385" fmla="*/ 1137 w 10000"/>
              <a:gd name="connsiteY142-2386" fmla="*/ 7921 h 10000"/>
              <a:gd name="connsiteX143-2387" fmla="*/ 1318 w 10000"/>
              <a:gd name="connsiteY143-2388" fmla="*/ 7692 h 10000"/>
              <a:gd name="connsiteX144-2389" fmla="*/ 1483 w 10000"/>
              <a:gd name="connsiteY144-2390" fmla="*/ 7484 h 10000"/>
              <a:gd name="connsiteX145-2391" fmla="*/ 1483 w 10000"/>
              <a:gd name="connsiteY145-2392" fmla="*/ 7484 h 10000"/>
              <a:gd name="connsiteX0-2393" fmla="*/ 1483 w 10000"/>
              <a:gd name="connsiteY0-2394" fmla="*/ 7484 h 10000"/>
              <a:gd name="connsiteX1-2395" fmla="*/ 1664 w 10000"/>
              <a:gd name="connsiteY1-2396" fmla="*/ 7152 h 10000"/>
              <a:gd name="connsiteX2-2397" fmla="*/ 1911 w 10000"/>
              <a:gd name="connsiteY2-2398" fmla="*/ 6819 h 10000"/>
              <a:gd name="connsiteX3-2399" fmla="*/ 2092 w 10000"/>
              <a:gd name="connsiteY3-2400" fmla="*/ 6486 h 10000"/>
              <a:gd name="connsiteX4-2401" fmla="*/ 2356 w 10000"/>
              <a:gd name="connsiteY4-2402" fmla="*/ 6050 h 10000"/>
              <a:gd name="connsiteX5-2403" fmla="*/ 2619 w 10000"/>
              <a:gd name="connsiteY5-2404" fmla="*/ 5509 h 10000"/>
              <a:gd name="connsiteX6-2405" fmla="*/ 2883 w 10000"/>
              <a:gd name="connsiteY6-2406" fmla="*/ 4948 h 10000"/>
              <a:gd name="connsiteX7-2407" fmla="*/ 3130 w 10000"/>
              <a:gd name="connsiteY7-2408" fmla="*/ 4304 h 10000"/>
              <a:gd name="connsiteX8-2409" fmla="*/ 3476 w 10000"/>
              <a:gd name="connsiteY8-2410" fmla="*/ 3638 h 10000"/>
              <a:gd name="connsiteX9-2411" fmla="*/ 3740 w 10000"/>
              <a:gd name="connsiteY9-2412" fmla="*/ 2973 h 10000"/>
              <a:gd name="connsiteX10-2413" fmla="*/ 4003 w 10000"/>
              <a:gd name="connsiteY10-2414" fmla="*/ 2432 h 10000"/>
              <a:gd name="connsiteX11-2415" fmla="*/ 4185 w 10000"/>
              <a:gd name="connsiteY11-2416" fmla="*/ 1871 h 10000"/>
              <a:gd name="connsiteX12-2417" fmla="*/ 4349 w 10000"/>
              <a:gd name="connsiteY12-2418" fmla="*/ 1435 h 10000"/>
              <a:gd name="connsiteX13-2419" fmla="*/ 4432 w 10000"/>
              <a:gd name="connsiteY13-2420" fmla="*/ 1102 h 10000"/>
              <a:gd name="connsiteX14-2421" fmla="*/ 4530 w 10000"/>
              <a:gd name="connsiteY14-2422" fmla="*/ 769 h 10000"/>
              <a:gd name="connsiteX15-2423" fmla="*/ 4530 w 10000"/>
              <a:gd name="connsiteY15-2424" fmla="*/ 665 h 10000"/>
              <a:gd name="connsiteX16-2425" fmla="*/ 4530 w 10000"/>
              <a:gd name="connsiteY16-2426" fmla="*/ 437 h 10000"/>
              <a:gd name="connsiteX17-2427" fmla="*/ 4432 w 10000"/>
              <a:gd name="connsiteY17-2428" fmla="*/ 437 h 10000"/>
              <a:gd name="connsiteX18-2429" fmla="*/ 4432 w 10000"/>
              <a:gd name="connsiteY18-2430" fmla="*/ 333 h 10000"/>
              <a:gd name="connsiteX19-2431" fmla="*/ 4349 w 10000"/>
              <a:gd name="connsiteY19-2432" fmla="*/ 229 h 10000"/>
              <a:gd name="connsiteX20-2433" fmla="*/ 4349 w 10000"/>
              <a:gd name="connsiteY20-2434" fmla="*/ 229 h 10000"/>
              <a:gd name="connsiteX21-2435" fmla="*/ 4349 w 10000"/>
              <a:gd name="connsiteY21-2436" fmla="*/ 125 h 10000"/>
              <a:gd name="connsiteX22-2437" fmla="*/ 4349 w 10000"/>
              <a:gd name="connsiteY22-2438" fmla="*/ 0 h 10000"/>
              <a:gd name="connsiteX23-2439" fmla="*/ 4432 w 10000"/>
              <a:gd name="connsiteY23-2440" fmla="*/ 0 h 10000"/>
              <a:gd name="connsiteX24-2441" fmla="*/ 4613 w 10000"/>
              <a:gd name="connsiteY24-2442" fmla="*/ 0 h 10000"/>
              <a:gd name="connsiteX25-2443" fmla="*/ 4794 w 10000"/>
              <a:gd name="connsiteY25-2444" fmla="*/ 0 h 10000"/>
              <a:gd name="connsiteX26-2445" fmla="*/ 5041 w 10000"/>
              <a:gd name="connsiteY26-2446" fmla="*/ 0 h 10000"/>
              <a:gd name="connsiteX27-2447" fmla="*/ 5222 w 10000"/>
              <a:gd name="connsiteY27-2448" fmla="*/ 125 h 10000"/>
              <a:gd name="connsiteX28-2449" fmla="*/ 5486 w 10000"/>
              <a:gd name="connsiteY28-2450" fmla="*/ 229 h 10000"/>
              <a:gd name="connsiteX29-2451" fmla="*/ 5651 w 10000"/>
              <a:gd name="connsiteY29-2452" fmla="*/ 333 h 10000"/>
              <a:gd name="connsiteX30-2453" fmla="*/ 5832 w 10000"/>
              <a:gd name="connsiteY30-2454" fmla="*/ 437 h 10000"/>
              <a:gd name="connsiteX31-2455" fmla="*/ 5997 w 10000"/>
              <a:gd name="connsiteY31-2456" fmla="*/ 665 h 10000"/>
              <a:gd name="connsiteX32-2457" fmla="*/ 6096 w 10000"/>
              <a:gd name="connsiteY32-2458" fmla="*/ 769 h 10000"/>
              <a:gd name="connsiteX33-2459" fmla="*/ 6096 w 10000"/>
              <a:gd name="connsiteY33-2460" fmla="*/ 894 h 10000"/>
              <a:gd name="connsiteX34-2461" fmla="*/ 6096 w 10000"/>
              <a:gd name="connsiteY34-2462" fmla="*/ 998 h 10000"/>
              <a:gd name="connsiteX35-2463" fmla="*/ 6096 w 10000"/>
              <a:gd name="connsiteY35-2464" fmla="*/ 1206 h 10000"/>
              <a:gd name="connsiteX36-2465" fmla="*/ 5997 w 10000"/>
              <a:gd name="connsiteY36-2466" fmla="*/ 1331 h 10000"/>
              <a:gd name="connsiteX37-2467" fmla="*/ 5914 w 10000"/>
              <a:gd name="connsiteY37-2468" fmla="*/ 1538 h 10000"/>
              <a:gd name="connsiteX38-2469" fmla="*/ 5750 w 10000"/>
              <a:gd name="connsiteY38-2470" fmla="*/ 1767 h 10000"/>
              <a:gd name="connsiteX39-2471" fmla="*/ 5568 w 10000"/>
              <a:gd name="connsiteY39-2472" fmla="*/ 1975 h 10000"/>
              <a:gd name="connsiteX40-2473" fmla="*/ 5486 w 10000"/>
              <a:gd name="connsiteY40-2474" fmla="*/ 2204 h 10000"/>
              <a:gd name="connsiteX41-2475" fmla="*/ 5305 w 10000"/>
              <a:gd name="connsiteY41-2476" fmla="*/ 2432 h 10000"/>
              <a:gd name="connsiteX42-2477" fmla="*/ 5140 w 10000"/>
              <a:gd name="connsiteY42-2478" fmla="*/ 2744 h 10000"/>
              <a:gd name="connsiteX43-2479" fmla="*/ 4959 w 10000"/>
              <a:gd name="connsiteY43-2480" fmla="*/ 3077 h 10000"/>
              <a:gd name="connsiteX44-2481" fmla="*/ 4695 w 10000"/>
              <a:gd name="connsiteY44-2482" fmla="*/ 3514 h 10000"/>
              <a:gd name="connsiteX45-2483" fmla="*/ 4530 w 10000"/>
              <a:gd name="connsiteY45-2484" fmla="*/ 3971 h 10000"/>
              <a:gd name="connsiteX46-2485" fmla="*/ 4267 w 10000"/>
              <a:gd name="connsiteY46-2486" fmla="*/ 4407 h 10000"/>
              <a:gd name="connsiteX47-2487" fmla="*/ 3921 w 10000"/>
              <a:gd name="connsiteY47-2488" fmla="*/ 4948 h 10000"/>
              <a:gd name="connsiteX48-2489" fmla="*/ 3657 w 10000"/>
              <a:gd name="connsiteY48-2490" fmla="*/ 5385 h 10000"/>
              <a:gd name="connsiteX49-2491" fmla="*/ 3476 w 10000"/>
              <a:gd name="connsiteY49-2492" fmla="*/ 5842 h 10000"/>
              <a:gd name="connsiteX50-2493" fmla="*/ 3229 w 10000"/>
              <a:gd name="connsiteY50-2494" fmla="*/ 6279 h 10000"/>
              <a:gd name="connsiteX51-2495" fmla="*/ 2965 w 10000"/>
              <a:gd name="connsiteY51-2496" fmla="*/ 6611 h 10000"/>
              <a:gd name="connsiteX52-2497" fmla="*/ 2784 w 10000"/>
              <a:gd name="connsiteY52-2498" fmla="*/ 6923 h 10000"/>
              <a:gd name="connsiteX53-2499" fmla="*/ 2619 w 10000"/>
              <a:gd name="connsiteY53-2500" fmla="*/ 7256 h 10000"/>
              <a:gd name="connsiteX54-2501" fmla="*/ 2438 w 10000"/>
              <a:gd name="connsiteY54-2502" fmla="*/ 7484 h 10000"/>
              <a:gd name="connsiteX55-2503" fmla="*/ 2273 w 10000"/>
              <a:gd name="connsiteY55-2504" fmla="*/ 7692 h 10000"/>
              <a:gd name="connsiteX56-2505" fmla="*/ 2092 w 10000"/>
              <a:gd name="connsiteY56-2506" fmla="*/ 7921 h 10000"/>
              <a:gd name="connsiteX57-2507" fmla="*/ 2010 w 10000"/>
              <a:gd name="connsiteY57-2508" fmla="*/ 8150 h 10000"/>
              <a:gd name="connsiteX58-2509" fmla="*/ 1911 w 10000"/>
              <a:gd name="connsiteY58-2510" fmla="*/ 8254 h 10000"/>
              <a:gd name="connsiteX59-2511" fmla="*/ 1829 w 10000"/>
              <a:gd name="connsiteY59-2512" fmla="*/ 8358 h 10000"/>
              <a:gd name="connsiteX60-2513" fmla="*/ 1746 w 10000"/>
              <a:gd name="connsiteY60-2514" fmla="*/ 8462 h 10000"/>
              <a:gd name="connsiteX61-2515" fmla="*/ 1746 w 10000"/>
              <a:gd name="connsiteY61-2516" fmla="*/ 8586 h 10000"/>
              <a:gd name="connsiteX62-2517" fmla="*/ 1746 w 10000"/>
              <a:gd name="connsiteY62-2518" fmla="*/ 8586 h 10000"/>
              <a:gd name="connsiteX63-2519" fmla="*/ 1829 w 10000"/>
              <a:gd name="connsiteY63-2520" fmla="*/ 8586 h 10000"/>
              <a:gd name="connsiteX64-2521" fmla="*/ 1911 w 10000"/>
              <a:gd name="connsiteY64-2522" fmla="*/ 8690 h 10000"/>
              <a:gd name="connsiteX65-2523" fmla="*/ 2010 w 10000"/>
              <a:gd name="connsiteY65-2524" fmla="*/ 8690 h 10000"/>
              <a:gd name="connsiteX66-2525" fmla="*/ 2175 w 10000"/>
              <a:gd name="connsiteY66-2526" fmla="*/ 8690 h 10000"/>
              <a:gd name="connsiteX67-2527" fmla="*/ 2273 w 10000"/>
              <a:gd name="connsiteY67-2528" fmla="*/ 8586 h 10000"/>
              <a:gd name="connsiteX68-2529" fmla="*/ 2356 w 10000"/>
              <a:gd name="connsiteY68-2530" fmla="*/ 8586 h 10000"/>
              <a:gd name="connsiteX69-2531" fmla="*/ 2521 w 10000"/>
              <a:gd name="connsiteY69-2532" fmla="*/ 8586 h 10000"/>
              <a:gd name="connsiteX70-2533" fmla="*/ 2702 w 10000"/>
              <a:gd name="connsiteY70-2534" fmla="*/ 8586 h 10000"/>
              <a:gd name="connsiteX71-2535" fmla="*/ 2883 w 10000"/>
              <a:gd name="connsiteY71-2536" fmla="*/ 8462 h 10000"/>
              <a:gd name="connsiteX72-2537" fmla="*/ 3048 w 10000"/>
              <a:gd name="connsiteY72-2538" fmla="*/ 8462 h 10000"/>
              <a:gd name="connsiteX73-2539" fmla="*/ 3311 w 10000"/>
              <a:gd name="connsiteY73-2540" fmla="*/ 8462 h 10000"/>
              <a:gd name="connsiteX74-2541" fmla="*/ 3575 w 10000"/>
              <a:gd name="connsiteY74-2542" fmla="*/ 8462 h 10000"/>
              <a:gd name="connsiteX75-2543" fmla="*/ 3921 w 10000"/>
              <a:gd name="connsiteY75-2544" fmla="*/ 8358 h 10000"/>
              <a:gd name="connsiteX76-2545" fmla="*/ 4267 w 10000"/>
              <a:gd name="connsiteY76-2546" fmla="*/ 8358 h 10000"/>
              <a:gd name="connsiteX77-2547" fmla="*/ 4613 w 10000"/>
              <a:gd name="connsiteY77-2548" fmla="*/ 8358 h 10000"/>
              <a:gd name="connsiteX78-2549" fmla="*/ 4959 w 10000"/>
              <a:gd name="connsiteY78-2550" fmla="*/ 8254 h 10000"/>
              <a:gd name="connsiteX79-2551" fmla="*/ 5387 w 10000"/>
              <a:gd name="connsiteY79-2552" fmla="*/ 8150 h 10000"/>
              <a:gd name="connsiteX80-2553" fmla="*/ 5832 w 10000"/>
              <a:gd name="connsiteY80-2554" fmla="*/ 8150 h 10000"/>
              <a:gd name="connsiteX81-2555" fmla="*/ 6343 w 10000"/>
              <a:gd name="connsiteY81-2556" fmla="*/ 8025 h 10000"/>
              <a:gd name="connsiteX82-2557" fmla="*/ 6787 w 10000"/>
              <a:gd name="connsiteY82-2558" fmla="*/ 8025 h 10000"/>
              <a:gd name="connsiteX83-2559" fmla="*/ 7298 w 10000"/>
              <a:gd name="connsiteY83-2560" fmla="*/ 7921 h 10000"/>
              <a:gd name="connsiteX84-2561" fmla="*/ 7743 w 10000"/>
              <a:gd name="connsiteY84-2562" fmla="*/ 7817 h 10000"/>
              <a:gd name="connsiteX85-2563" fmla="*/ 8171 w 10000"/>
              <a:gd name="connsiteY85-2564" fmla="*/ 7817 h 10000"/>
              <a:gd name="connsiteX86-2565" fmla="*/ 8435 w 10000"/>
              <a:gd name="connsiteY86-2566" fmla="*/ 7692 h 10000"/>
              <a:gd name="connsiteX87-2567" fmla="*/ 8699 w 10000"/>
              <a:gd name="connsiteY87-2568" fmla="*/ 7692 h 10000"/>
              <a:gd name="connsiteX88-2569" fmla="*/ 8962 w 10000"/>
              <a:gd name="connsiteY88-2570" fmla="*/ 7692 h 10000"/>
              <a:gd name="connsiteX89-2571" fmla="*/ 9127 w 10000"/>
              <a:gd name="connsiteY89-2572" fmla="*/ 7692 h 10000"/>
              <a:gd name="connsiteX90-2573" fmla="*/ 9226 w 10000"/>
              <a:gd name="connsiteY90-2574" fmla="*/ 7588 h 10000"/>
              <a:gd name="connsiteX91-2575" fmla="*/ 10000 w 10000"/>
              <a:gd name="connsiteY91-2576" fmla="*/ 8254 h 10000"/>
              <a:gd name="connsiteX92-2577" fmla="*/ 10000 w 10000"/>
              <a:gd name="connsiteY92-2578" fmla="*/ 8358 h 10000"/>
              <a:gd name="connsiteX93-2579" fmla="*/ 9819 w 10000"/>
              <a:gd name="connsiteY93-2580" fmla="*/ 8462 h 10000"/>
              <a:gd name="connsiteX94-2581" fmla="*/ 9572 w 10000"/>
              <a:gd name="connsiteY94-2582" fmla="*/ 8586 h 10000"/>
              <a:gd name="connsiteX95-2583" fmla="*/ 9390 w 10000"/>
              <a:gd name="connsiteY95-2584" fmla="*/ 8586 h 10000"/>
              <a:gd name="connsiteX96-2585" fmla="*/ 9127 w 10000"/>
              <a:gd name="connsiteY96-2586" fmla="*/ 8586 h 10000"/>
              <a:gd name="connsiteX97-2587" fmla="*/ 8863 w 10000"/>
              <a:gd name="connsiteY97-2588" fmla="*/ 8586 h 10000"/>
              <a:gd name="connsiteX98-2589" fmla="*/ 8616 w 10000"/>
              <a:gd name="connsiteY98-2590" fmla="*/ 8586 h 10000"/>
              <a:gd name="connsiteX99-2591" fmla="*/ 8353 w 10000"/>
              <a:gd name="connsiteY99-2592" fmla="*/ 8586 h 10000"/>
              <a:gd name="connsiteX100-2593" fmla="*/ 8007 w 10000"/>
              <a:gd name="connsiteY100-2594" fmla="*/ 8586 h 10000"/>
              <a:gd name="connsiteX101-2595" fmla="*/ 7661 w 10000"/>
              <a:gd name="connsiteY101-2596" fmla="*/ 8586 h 10000"/>
              <a:gd name="connsiteX102-2597" fmla="*/ 7298 w 10000"/>
              <a:gd name="connsiteY102-2598" fmla="*/ 8690 h 10000"/>
              <a:gd name="connsiteX103-2599" fmla="*/ 6870 w 10000"/>
              <a:gd name="connsiteY103-2600" fmla="*/ 8690 h 10000"/>
              <a:gd name="connsiteX104-2601" fmla="*/ 6442 w 10000"/>
              <a:gd name="connsiteY104-2602" fmla="*/ 8690 h 10000"/>
              <a:gd name="connsiteX105-2603" fmla="*/ 5651 w 10000"/>
              <a:gd name="connsiteY105-2604" fmla="*/ 8794 h 10000"/>
              <a:gd name="connsiteX106-2605" fmla="*/ 4876 w 10000"/>
              <a:gd name="connsiteY106-2606" fmla="*/ 8919 h 10000"/>
              <a:gd name="connsiteX107-2607" fmla="*/ 4185 w 10000"/>
              <a:gd name="connsiteY107-2608" fmla="*/ 9023 h 10000"/>
              <a:gd name="connsiteX108-2609" fmla="*/ 3476 w 10000"/>
              <a:gd name="connsiteY108-2610" fmla="*/ 9127 h 10000"/>
              <a:gd name="connsiteX109-2611" fmla="*/ 3130 w 10000"/>
              <a:gd name="connsiteY109-2612" fmla="*/ 9127 h 10000"/>
              <a:gd name="connsiteX110-2613" fmla="*/ 2883 w 10000"/>
              <a:gd name="connsiteY110-2614" fmla="*/ 9231 h 10000"/>
              <a:gd name="connsiteX111-2615" fmla="*/ 2521 w 10000"/>
              <a:gd name="connsiteY111-2616" fmla="*/ 9356 h 10000"/>
              <a:gd name="connsiteX112-2617" fmla="*/ 2273 w 10000"/>
              <a:gd name="connsiteY112-2618" fmla="*/ 9356 h 10000"/>
              <a:gd name="connsiteX113-2619" fmla="*/ 2092 w 10000"/>
              <a:gd name="connsiteY113-2620" fmla="*/ 9459 h 10000"/>
              <a:gd name="connsiteX114-2621" fmla="*/ 1829 w 10000"/>
              <a:gd name="connsiteY114-2622" fmla="*/ 9459 h 10000"/>
              <a:gd name="connsiteX115-2623" fmla="*/ 1664 w 10000"/>
              <a:gd name="connsiteY115-2624" fmla="*/ 9563 h 10000"/>
              <a:gd name="connsiteX116-2625" fmla="*/ 1400 w 10000"/>
              <a:gd name="connsiteY116-2626" fmla="*/ 9688 h 10000"/>
              <a:gd name="connsiteX117-2627" fmla="*/ 1219 w 10000"/>
              <a:gd name="connsiteY117-2628" fmla="*/ 9688 h 10000"/>
              <a:gd name="connsiteX118-2629" fmla="*/ 1137 w 10000"/>
              <a:gd name="connsiteY118-2630" fmla="*/ 9792 h 10000"/>
              <a:gd name="connsiteX119-2631" fmla="*/ 956 w 10000"/>
              <a:gd name="connsiteY119-2632" fmla="*/ 9792 h 10000"/>
              <a:gd name="connsiteX120-2633" fmla="*/ 873 w 10000"/>
              <a:gd name="connsiteY120-2634" fmla="*/ 9896 h 10000"/>
              <a:gd name="connsiteX121-2635" fmla="*/ 791 w 10000"/>
              <a:gd name="connsiteY121-2636" fmla="*/ 9896 h 10000"/>
              <a:gd name="connsiteX122-2637" fmla="*/ 708 w 10000"/>
              <a:gd name="connsiteY122-2638" fmla="*/ 9896 h 10000"/>
              <a:gd name="connsiteX123-2639" fmla="*/ 527 w 10000"/>
              <a:gd name="connsiteY123-2640" fmla="*/ 10000 h 10000"/>
              <a:gd name="connsiteX124-2641" fmla="*/ 445 w 10000"/>
              <a:gd name="connsiteY124-2642" fmla="*/ 9896 h 10000"/>
              <a:gd name="connsiteX125-2643" fmla="*/ 362 w 10000"/>
              <a:gd name="connsiteY125-2644" fmla="*/ 9896 h 10000"/>
              <a:gd name="connsiteX126-2645" fmla="*/ 264 w 10000"/>
              <a:gd name="connsiteY126-2646" fmla="*/ 9792 h 10000"/>
              <a:gd name="connsiteX127-2647" fmla="*/ 181 w 10000"/>
              <a:gd name="connsiteY127-2648" fmla="*/ 9563 h 10000"/>
              <a:gd name="connsiteX128-2649" fmla="*/ 99 w 10000"/>
              <a:gd name="connsiteY128-2650" fmla="*/ 9356 h 10000"/>
              <a:gd name="connsiteX129-2651" fmla="*/ 0 w 10000"/>
              <a:gd name="connsiteY129-2652" fmla="*/ 9231 h 10000"/>
              <a:gd name="connsiteX130-2653" fmla="*/ 0 w 10000"/>
              <a:gd name="connsiteY130-2654" fmla="*/ 9127 h 10000"/>
              <a:gd name="connsiteX131-2655" fmla="*/ 0 w 10000"/>
              <a:gd name="connsiteY131-2656" fmla="*/ 9023 h 10000"/>
              <a:gd name="connsiteX132-2657" fmla="*/ 0 w 10000"/>
              <a:gd name="connsiteY132-2658" fmla="*/ 9023 h 10000"/>
              <a:gd name="connsiteX133-2659" fmla="*/ 99 w 10000"/>
              <a:gd name="connsiteY133-2660" fmla="*/ 8919 h 10000"/>
              <a:gd name="connsiteX134-2661" fmla="*/ 181 w 10000"/>
              <a:gd name="connsiteY134-2662" fmla="*/ 8794 h 10000"/>
              <a:gd name="connsiteX135-2663" fmla="*/ 362 w 10000"/>
              <a:gd name="connsiteY135-2664" fmla="*/ 8690 h 10000"/>
              <a:gd name="connsiteX136-2665" fmla="*/ 527 w 10000"/>
              <a:gd name="connsiteY136-2666" fmla="*/ 8586 h 10000"/>
              <a:gd name="connsiteX137-2667" fmla="*/ 610 w 10000"/>
              <a:gd name="connsiteY137-2668" fmla="*/ 8462 h 10000"/>
              <a:gd name="connsiteX138-2669" fmla="*/ 708 w 10000"/>
              <a:gd name="connsiteY138-2670" fmla="*/ 8358 h 10000"/>
              <a:gd name="connsiteX139-2671" fmla="*/ 873 w 10000"/>
              <a:gd name="connsiteY139-2672" fmla="*/ 8254 h 10000"/>
              <a:gd name="connsiteX140-2673" fmla="*/ 1054 w 10000"/>
              <a:gd name="connsiteY140-2674" fmla="*/ 8025 h 10000"/>
              <a:gd name="connsiteX141-2675" fmla="*/ 1137 w 10000"/>
              <a:gd name="connsiteY141-2676" fmla="*/ 7921 h 10000"/>
              <a:gd name="connsiteX142-2677" fmla="*/ 1318 w 10000"/>
              <a:gd name="connsiteY142-2678" fmla="*/ 7692 h 10000"/>
              <a:gd name="connsiteX143-2679" fmla="*/ 1483 w 10000"/>
              <a:gd name="connsiteY143-2680" fmla="*/ 7484 h 10000"/>
              <a:gd name="connsiteX144-2681" fmla="*/ 1483 w 10000"/>
              <a:gd name="connsiteY144-2682" fmla="*/ 7484 h 10000"/>
              <a:gd name="connsiteX0-2683" fmla="*/ 1483 w 10000"/>
              <a:gd name="connsiteY0-2684" fmla="*/ 7484 h 10000"/>
              <a:gd name="connsiteX1-2685" fmla="*/ 1664 w 10000"/>
              <a:gd name="connsiteY1-2686" fmla="*/ 7152 h 10000"/>
              <a:gd name="connsiteX2-2687" fmla="*/ 1911 w 10000"/>
              <a:gd name="connsiteY2-2688" fmla="*/ 6819 h 10000"/>
              <a:gd name="connsiteX3-2689" fmla="*/ 2092 w 10000"/>
              <a:gd name="connsiteY3-2690" fmla="*/ 6486 h 10000"/>
              <a:gd name="connsiteX4-2691" fmla="*/ 2356 w 10000"/>
              <a:gd name="connsiteY4-2692" fmla="*/ 6050 h 10000"/>
              <a:gd name="connsiteX5-2693" fmla="*/ 2619 w 10000"/>
              <a:gd name="connsiteY5-2694" fmla="*/ 5509 h 10000"/>
              <a:gd name="connsiteX6-2695" fmla="*/ 2883 w 10000"/>
              <a:gd name="connsiteY6-2696" fmla="*/ 4948 h 10000"/>
              <a:gd name="connsiteX7-2697" fmla="*/ 3130 w 10000"/>
              <a:gd name="connsiteY7-2698" fmla="*/ 4304 h 10000"/>
              <a:gd name="connsiteX8-2699" fmla="*/ 3476 w 10000"/>
              <a:gd name="connsiteY8-2700" fmla="*/ 3638 h 10000"/>
              <a:gd name="connsiteX9-2701" fmla="*/ 3740 w 10000"/>
              <a:gd name="connsiteY9-2702" fmla="*/ 2973 h 10000"/>
              <a:gd name="connsiteX10-2703" fmla="*/ 4003 w 10000"/>
              <a:gd name="connsiteY10-2704" fmla="*/ 2432 h 10000"/>
              <a:gd name="connsiteX11-2705" fmla="*/ 4185 w 10000"/>
              <a:gd name="connsiteY11-2706" fmla="*/ 1871 h 10000"/>
              <a:gd name="connsiteX12-2707" fmla="*/ 4349 w 10000"/>
              <a:gd name="connsiteY12-2708" fmla="*/ 1435 h 10000"/>
              <a:gd name="connsiteX13-2709" fmla="*/ 4432 w 10000"/>
              <a:gd name="connsiteY13-2710" fmla="*/ 1102 h 10000"/>
              <a:gd name="connsiteX14-2711" fmla="*/ 4530 w 10000"/>
              <a:gd name="connsiteY14-2712" fmla="*/ 769 h 10000"/>
              <a:gd name="connsiteX15-2713" fmla="*/ 4530 w 10000"/>
              <a:gd name="connsiteY15-2714" fmla="*/ 665 h 10000"/>
              <a:gd name="connsiteX16-2715" fmla="*/ 4530 w 10000"/>
              <a:gd name="connsiteY16-2716" fmla="*/ 437 h 10000"/>
              <a:gd name="connsiteX17-2717" fmla="*/ 4432 w 10000"/>
              <a:gd name="connsiteY17-2718" fmla="*/ 437 h 10000"/>
              <a:gd name="connsiteX18-2719" fmla="*/ 4432 w 10000"/>
              <a:gd name="connsiteY18-2720" fmla="*/ 333 h 10000"/>
              <a:gd name="connsiteX19-2721" fmla="*/ 4349 w 10000"/>
              <a:gd name="connsiteY19-2722" fmla="*/ 229 h 10000"/>
              <a:gd name="connsiteX20-2723" fmla="*/ 4349 w 10000"/>
              <a:gd name="connsiteY20-2724" fmla="*/ 229 h 10000"/>
              <a:gd name="connsiteX21-2725" fmla="*/ 4349 w 10000"/>
              <a:gd name="connsiteY21-2726" fmla="*/ 125 h 10000"/>
              <a:gd name="connsiteX22-2727" fmla="*/ 4349 w 10000"/>
              <a:gd name="connsiteY22-2728" fmla="*/ 0 h 10000"/>
              <a:gd name="connsiteX23-2729" fmla="*/ 4432 w 10000"/>
              <a:gd name="connsiteY23-2730" fmla="*/ 0 h 10000"/>
              <a:gd name="connsiteX24-2731" fmla="*/ 4613 w 10000"/>
              <a:gd name="connsiteY24-2732" fmla="*/ 0 h 10000"/>
              <a:gd name="connsiteX25-2733" fmla="*/ 4794 w 10000"/>
              <a:gd name="connsiteY25-2734" fmla="*/ 0 h 10000"/>
              <a:gd name="connsiteX26-2735" fmla="*/ 5041 w 10000"/>
              <a:gd name="connsiteY26-2736" fmla="*/ 0 h 10000"/>
              <a:gd name="connsiteX27-2737" fmla="*/ 5222 w 10000"/>
              <a:gd name="connsiteY27-2738" fmla="*/ 125 h 10000"/>
              <a:gd name="connsiteX28-2739" fmla="*/ 5486 w 10000"/>
              <a:gd name="connsiteY28-2740" fmla="*/ 229 h 10000"/>
              <a:gd name="connsiteX29-2741" fmla="*/ 5651 w 10000"/>
              <a:gd name="connsiteY29-2742" fmla="*/ 333 h 10000"/>
              <a:gd name="connsiteX30-2743" fmla="*/ 5832 w 10000"/>
              <a:gd name="connsiteY30-2744" fmla="*/ 437 h 10000"/>
              <a:gd name="connsiteX31-2745" fmla="*/ 5997 w 10000"/>
              <a:gd name="connsiteY31-2746" fmla="*/ 665 h 10000"/>
              <a:gd name="connsiteX32-2747" fmla="*/ 6096 w 10000"/>
              <a:gd name="connsiteY32-2748" fmla="*/ 769 h 10000"/>
              <a:gd name="connsiteX33-2749" fmla="*/ 6096 w 10000"/>
              <a:gd name="connsiteY33-2750" fmla="*/ 894 h 10000"/>
              <a:gd name="connsiteX34-2751" fmla="*/ 6096 w 10000"/>
              <a:gd name="connsiteY34-2752" fmla="*/ 998 h 10000"/>
              <a:gd name="connsiteX35-2753" fmla="*/ 6096 w 10000"/>
              <a:gd name="connsiteY35-2754" fmla="*/ 1206 h 10000"/>
              <a:gd name="connsiteX36-2755" fmla="*/ 5997 w 10000"/>
              <a:gd name="connsiteY36-2756" fmla="*/ 1331 h 10000"/>
              <a:gd name="connsiteX37-2757" fmla="*/ 5914 w 10000"/>
              <a:gd name="connsiteY37-2758" fmla="*/ 1538 h 10000"/>
              <a:gd name="connsiteX38-2759" fmla="*/ 5750 w 10000"/>
              <a:gd name="connsiteY38-2760" fmla="*/ 1767 h 10000"/>
              <a:gd name="connsiteX39-2761" fmla="*/ 5568 w 10000"/>
              <a:gd name="connsiteY39-2762" fmla="*/ 1975 h 10000"/>
              <a:gd name="connsiteX40-2763" fmla="*/ 5486 w 10000"/>
              <a:gd name="connsiteY40-2764" fmla="*/ 2204 h 10000"/>
              <a:gd name="connsiteX41-2765" fmla="*/ 5305 w 10000"/>
              <a:gd name="connsiteY41-2766" fmla="*/ 2432 h 10000"/>
              <a:gd name="connsiteX42-2767" fmla="*/ 5140 w 10000"/>
              <a:gd name="connsiteY42-2768" fmla="*/ 2744 h 10000"/>
              <a:gd name="connsiteX43-2769" fmla="*/ 4959 w 10000"/>
              <a:gd name="connsiteY43-2770" fmla="*/ 3077 h 10000"/>
              <a:gd name="connsiteX44-2771" fmla="*/ 4695 w 10000"/>
              <a:gd name="connsiteY44-2772" fmla="*/ 3514 h 10000"/>
              <a:gd name="connsiteX45-2773" fmla="*/ 4530 w 10000"/>
              <a:gd name="connsiteY45-2774" fmla="*/ 3971 h 10000"/>
              <a:gd name="connsiteX46-2775" fmla="*/ 4267 w 10000"/>
              <a:gd name="connsiteY46-2776" fmla="*/ 4407 h 10000"/>
              <a:gd name="connsiteX47-2777" fmla="*/ 3921 w 10000"/>
              <a:gd name="connsiteY47-2778" fmla="*/ 4948 h 10000"/>
              <a:gd name="connsiteX48-2779" fmla="*/ 3657 w 10000"/>
              <a:gd name="connsiteY48-2780" fmla="*/ 5385 h 10000"/>
              <a:gd name="connsiteX49-2781" fmla="*/ 3476 w 10000"/>
              <a:gd name="connsiteY49-2782" fmla="*/ 5842 h 10000"/>
              <a:gd name="connsiteX50-2783" fmla="*/ 3229 w 10000"/>
              <a:gd name="connsiteY50-2784" fmla="*/ 6279 h 10000"/>
              <a:gd name="connsiteX51-2785" fmla="*/ 2965 w 10000"/>
              <a:gd name="connsiteY51-2786" fmla="*/ 6611 h 10000"/>
              <a:gd name="connsiteX52-2787" fmla="*/ 2784 w 10000"/>
              <a:gd name="connsiteY52-2788" fmla="*/ 6923 h 10000"/>
              <a:gd name="connsiteX53-2789" fmla="*/ 2619 w 10000"/>
              <a:gd name="connsiteY53-2790" fmla="*/ 7256 h 10000"/>
              <a:gd name="connsiteX54-2791" fmla="*/ 2438 w 10000"/>
              <a:gd name="connsiteY54-2792" fmla="*/ 7484 h 10000"/>
              <a:gd name="connsiteX55-2793" fmla="*/ 2273 w 10000"/>
              <a:gd name="connsiteY55-2794" fmla="*/ 7692 h 10000"/>
              <a:gd name="connsiteX56-2795" fmla="*/ 2092 w 10000"/>
              <a:gd name="connsiteY56-2796" fmla="*/ 7921 h 10000"/>
              <a:gd name="connsiteX57-2797" fmla="*/ 2010 w 10000"/>
              <a:gd name="connsiteY57-2798" fmla="*/ 8150 h 10000"/>
              <a:gd name="connsiteX58-2799" fmla="*/ 1911 w 10000"/>
              <a:gd name="connsiteY58-2800" fmla="*/ 8254 h 10000"/>
              <a:gd name="connsiteX59-2801" fmla="*/ 1829 w 10000"/>
              <a:gd name="connsiteY59-2802" fmla="*/ 8358 h 10000"/>
              <a:gd name="connsiteX60-2803" fmla="*/ 1746 w 10000"/>
              <a:gd name="connsiteY60-2804" fmla="*/ 8462 h 10000"/>
              <a:gd name="connsiteX61-2805" fmla="*/ 1746 w 10000"/>
              <a:gd name="connsiteY61-2806" fmla="*/ 8586 h 10000"/>
              <a:gd name="connsiteX62-2807" fmla="*/ 1746 w 10000"/>
              <a:gd name="connsiteY62-2808" fmla="*/ 8586 h 10000"/>
              <a:gd name="connsiteX63-2809" fmla="*/ 1829 w 10000"/>
              <a:gd name="connsiteY63-2810" fmla="*/ 8586 h 10000"/>
              <a:gd name="connsiteX64-2811" fmla="*/ 1911 w 10000"/>
              <a:gd name="connsiteY64-2812" fmla="*/ 8690 h 10000"/>
              <a:gd name="connsiteX65-2813" fmla="*/ 2010 w 10000"/>
              <a:gd name="connsiteY65-2814" fmla="*/ 8690 h 10000"/>
              <a:gd name="connsiteX66-2815" fmla="*/ 2175 w 10000"/>
              <a:gd name="connsiteY66-2816" fmla="*/ 8690 h 10000"/>
              <a:gd name="connsiteX67-2817" fmla="*/ 2273 w 10000"/>
              <a:gd name="connsiteY67-2818" fmla="*/ 8586 h 10000"/>
              <a:gd name="connsiteX68-2819" fmla="*/ 2356 w 10000"/>
              <a:gd name="connsiteY68-2820" fmla="*/ 8586 h 10000"/>
              <a:gd name="connsiteX69-2821" fmla="*/ 2521 w 10000"/>
              <a:gd name="connsiteY69-2822" fmla="*/ 8586 h 10000"/>
              <a:gd name="connsiteX70-2823" fmla="*/ 2702 w 10000"/>
              <a:gd name="connsiteY70-2824" fmla="*/ 8586 h 10000"/>
              <a:gd name="connsiteX71-2825" fmla="*/ 2883 w 10000"/>
              <a:gd name="connsiteY71-2826" fmla="*/ 8462 h 10000"/>
              <a:gd name="connsiteX72-2827" fmla="*/ 3048 w 10000"/>
              <a:gd name="connsiteY72-2828" fmla="*/ 8462 h 10000"/>
              <a:gd name="connsiteX73-2829" fmla="*/ 3311 w 10000"/>
              <a:gd name="connsiteY73-2830" fmla="*/ 8462 h 10000"/>
              <a:gd name="connsiteX74-2831" fmla="*/ 3575 w 10000"/>
              <a:gd name="connsiteY74-2832" fmla="*/ 8462 h 10000"/>
              <a:gd name="connsiteX75-2833" fmla="*/ 3921 w 10000"/>
              <a:gd name="connsiteY75-2834" fmla="*/ 8358 h 10000"/>
              <a:gd name="connsiteX76-2835" fmla="*/ 4267 w 10000"/>
              <a:gd name="connsiteY76-2836" fmla="*/ 8358 h 10000"/>
              <a:gd name="connsiteX77-2837" fmla="*/ 4613 w 10000"/>
              <a:gd name="connsiteY77-2838" fmla="*/ 8358 h 10000"/>
              <a:gd name="connsiteX78-2839" fmla="*/ 4959 w 10000"/>
              <a:gd name="connsiteY78-2840" fmla="*/ 8254 h 10000"/>
              <a:gd name="connsiteX79-2841" fmla="*/ 5387 w 10000"/>
              <a:gd name="connsiteY79-2842" fmla="*/ 8150 h 10000"/>
              <a:gd name="connsiteX80-2843" fmla="*/ 5832 w 10000"/>
              <a:gd name="connsiteY80-2844" fmla="*/ 8150 h 10000"/>
              <a:gd name="connsiteX81-2845" fmla="*/ 6343 w 10000"/>
              <a:gd name="connsiteY81-2846" fmla="*/ 8025 h 10000"/>
              <a:gd name="connsiteX82-2847" fmla="*/ 6787 w 10000"/>
              <a:gd name="connsiteY82-2848" fmla="*/ 8025 h 10000"/>
              <a:gd name="connsiteX83-2849" fmla="*/ 7298 w 10000"/>
              <a:gd name="connsiteY83-2850" fmla="*/ 7921 h 10000"/>
              <a:gd name="connsiteX84-2851" fmla="*/ 7743 w 10000"/>
              <a:gd name="connsiteY84-2852" fmla="*/ 7817 h 10000"/>
              <a:gd name="connsiteX85-2853" fmla="*/ 8171 w 10000"/>
              <a:gd name="connsiteY85-2854" fmla="*/ 7817 h 10000"/>
              <a:gd name="connsiteX86-2855" fmla="*/ 8435 w 10000"/>
              <a:gd name="connsiteY86-2856" fmla="*/ 7692 h 10000"/>
              <a:gd name="connsiteX87-2857" fmla="*/ 8699 w 10000"/>
              <a:gd name="connsiteY87-2858" fmla="*/ 7692 h 10000"/>
              <a:gd name="connsiteX88-2859" fmla="*/ 8962 w 10000"/>
              <a:gd name="connsiteY88-2860" fmla="*/ 7692 h 10000"/>
              <a:gd name="connsiteX89-2861" fmla="*/ 9127 w 10000"/>
              <a:gd name="connsiteY89-2862" fmla="*/ 7692 h 10000"/>
              <a:gd name="connsiteX90-2863" fmla="*/ 9226 w 10000"/>
              <a:gd name="connsiteY90-2864" fmla="*/ 7588 h 10000"/>
              <a:gd name="connsiteX91-2865" fmla="*/ 10000 w 10000"/>
              <a:gd name="connsiteY91-2866" fmla="*/ 8254 h 10000"/>
              <a:gd name="connsiteX92-2867" fmla="*/ 9819 w 10000"/>
              <a:gd name="connsiteY92-2868" fmla="*/ 8462 h 10000"/>
              <a:gd name="connsiteX93-2869" fmla="*/ 9572 w 10000"/>
              <a:gd name="connsiteY93-2870" fmla="*/ 8586 h 10000"/>
              <a:gd name="connsiteX94-2871" fmla="*/ 9390 w 10000"/>
              <a:gd name="connsiteY94-2872" fmla="*/ 8586 h 10000"/>
              <a:gd name="connsiteX95-2873" fmla="*/ 9127 w 10000"/>
              <a:gd name="connsiteY95-2874" fmla="*/ 8586 h 10000"/>
              <a:gd name="connsiteX96-2875" fmla="*/ 8863 w 10000"/>
              <a:gd name="connsiteY96-2876" fmla="*/ 8586 h 10000"/>
              <a:gd name="connsiteX97-2877" fmla="*/ 8616 w 10000"/>
              <a:gd name="connsiteY97-2878" fmla="*/ 8586 h 10000"/>
              <a:gd name="connsiteX98-2879" fmla="*/ 8353 w 10000"/>
              <a:gd name="connsiteY98-2880" fmla="*/ 8586 h 10000"/>
              <a:gd name="connsiteX99-2881" fmla="*/ 8007 w 10000"/>
              <a:gd name="connsiteY99-2882" fmla="*/ 8586 h 10000"/>
              <a:gd name="connsiteX100-2883" fmla="*/ 7661 w 10000"/>
              <a:gd name="connsiteY100-2884" fmla="*/ 8586 h 10000"/>
              <a:gd name="connsiteX101-2885" fmla="*/ 7298 w 10000"/>
              <a:gd name="connsiteY101-2886" fmla="*/ 8690 h 10000"/>
              <a:gd name="connsiteX102-2887" fmla="*/ 6870 w 10000"/>
              <a:gd name="connsiteY102-2888" fmla="*/ 8690 h 10000"/>
              <a:gd name="connsiteX103-2889" fmla="*/ 6442 w 10000"/>
              <a:gd name="connsiteY103-2890" fmla="*/ 8690 h 10000"/>
              <a:gd name="connsiteX104-2891" fmla="*/ 5651 w 10000"/>
              <a:gd name="connsiteY104-2892" fmla="*/ 8794 h 10000"/>
              <a:gd name="connsiteX105-2893" fmla="*/ 4876 w 10000"/>
              <a:gd name="connsiteY105-2894" fmla="*/ 8919 h 10000"/>
              <a:gd name="connsiteX106-2895" fmla="*/ 4185 w 10000"/>
              <a:gd name="connsiteY106-2896" fmla="*/ 9023 h 10000"/>
              <a:gd name="connsiteX107-2897" fmla="*/ 3476 w 10000"/>
              <a:gd name="connsiteY107-2898" fmla="*/ 9127 h 10000"/>
              <a:gd name="connsiteX108-2899" fmla="*/ 3130 w 10000"/>
              <a:gd name="connsiteY108-2900" fmla="*/ 9127 h 10000"/>
              <a:gd name="connsiteX109-2901" fmla="*/ 2883 w 10000"/>
              <a:gd name="connsiteY109-2902" fmla="*/ 9231 h 10000"/>
              <a:gd name="connsiteX110-2903" fmla="*/ 2521 w 10000"/>
              <a:gd name="connsiteY110-2904" fmla="*/ 9356 h 10000"/>
              <a:gd name="connsiteX111-2905" fmla="*/ 2273 w 10000"/>
              <a:gd name="connsiteY111-2906" fmla="*/ 9356 h 10000"/>
              <a:gd name="connsiteX112-2907" fmla="*/ 2092 w 10000"/>
              <a:gd name="connsiteY112-2908" fmla="*/ 9459 h 10000"/>
              <a:gd name="connsiteX113-2909" fmla="*/ 1829 w 10000"/>
              <a:gd name="connsiteY113-2910" fmla="*/ 9459 h 10000"/>
              <a:gd name="connsiteX114-2911" fmla="*/ 1664 w 10000"/>
              <a:gd name="connsiteY114-2912" fmla="*/ 9563 h 10000"/>
              <a:gd name="connsiteX115-2913" fmla="*/ 1400 w 10000"/>
              <a:gd name="connsiteY115-2914" fmla="*/ 9688 h 10000"/>
              <a:gd name="connsiteX116-2915" fmla="*/ 1219 w 10000"/>
              <a:gd name="connsiteY116-2916" fmla="*/ 9688 h 10000"/>
              <a:gd name="connsiteX117-2917" fmla="*/ 1137 w 10000"/>
              <a:gd name="connsiteY117-2918" fmla="*/ 9792 h 10000"/>
              <a:gd name="connsiteX118-2919" fmla="*/ 956 w 10000"/>
              <a:gd name="connsiteY118-2920" fmla="*/ 9792 h 10000"/>
              <a:gd name="connsiteX119-2921" fmla="*/ 873 w 10000"/>
              <a:gd name="connsiteY119-2922" fmla="*/ 9896 h 10000"/>
              <a:gd name="connsiteX120-2923" fmla="*/ 791 w 10000"/>
              <a:gd name="connsiteY120-2924" fmla="*/ 9896 h 10000"/>
              <a:gd name="connsiteX121-2925" fmla="*/ 708 w 10000"/>
              <a:gd name="connsiteY121-2926" fmla="*/ 9896 h 10000"/>
              <a:gd name="connsiteX122-2927" fmla="*/ 527 w 10000"/>
              <a:gd name="connsiteY122-2928" fmla="*/ 10000 h 10000"/>
              <a:gd name="connsiteX123-2929" fmla="*/ 445 w 10000"/>
              <a:gd name="connsiteY123-2930" fmla="*/ 9896 h 10000"/>
              <a:gd name="connsiteX124-2931" fmla="*/ 362 w 10000"/>
              <a:gd name="connsiteY124-2932" fmla="*/ 9896 h 10000"/>
              <a:gd name="connsiteX125-2933" fmla="*/ 264 w 10000"/>
              <a:gd name="connsiteY125-2934" fmla="*/ 9792 h 10000"/>
              <a:gd name="connsiteX126-2935" fmla="*/ 181 w 10000"/>
              <a:gd name="connsiteY126-2936" fmla="*/ 9563 h 10000"/>
              <a:gd name="connsiteX127-2937" fmla="*/ 99 w 10000"/>
              <a:gd name="connsiteY127-2938" fmla="*/ 9356 h 10000"/>
              <a:gd name="connsiteX128-2939" fmla="*/ 0 w 10000"/>
              <a:gd name="connsiteY128-2940" fmla="*/ 9231 h 10000"/>
              <a:gd name="connsiteX129-2941" fmla="*/ 0 w 10000"/>
              <a:gd name="connsiteY129-2942" fmla="*/ 9127 h 10000"/>
              <a:gd name="connsiteX130-2943" fmla="*/ 0 w 10000"/>
              <a:gd name="connsiteY130-2944" fmla="*/ 9023 h 10000"/>
              <a:gd name="connsiteX131-2945" fmla="*/ 0 w 10000"/>
              <a:gd name="connsiteY131-2946" fmla="*/ 9023 h 10000"/>
              <a:gd name="connsiteX132-2947" fmla="*/ 99 w 10000"/>
              <a:gd name="connsiteY132-2948" fmla="*/ 8919 h 10000"/>
              <a:gd name="connsiteX133-2949" fmla="*/ 181 w 10000"/>
              <a:gd name="connsiteY133-2950" fmla="*/ 8794 h 10000"/>
              <a:gd name="connsiteX134-2951" fmla="*/ 362 w 10000"/>
              <a:gd name="connsiteY134-2952" fmla="*/ 8690 h 10000"/>
              <a:gd name="connsiteX135-2953" fmla="*/ 527 w 10000"/>
              <a:gd name="connsiteY135-2954" fmla="*/ 8586 h 10000"/>
              <a:gd name="connsiteX136-2955" fmla="*/ 610 w 10000"/>
              <a:gd name="connsiteY136-2956" fmla="*/ 8462 h 10000"/>
              <a:gd name="connsiteX137-2957" fmla="*/ 708 w 10000"/>
              <a:gd name="connsiteY137-2958" fmla="*/ 8358 h 10000"/>
              <a:gd name="connsiteX138-2959" fmla="*/ 873 w 10000"/>
              <a:gd name="connsiteY138-2960" fmla="*/ 8254 h 10000"/>
              <a:gd name="connsiteX139-2961" fmla="*/ 1054 w 10000"/>
              <a:gd name="connsiteY139-2962" fmla="*/ 8025 h 10000"/>
              <a:gd name="connsiteX140-2963" fmla="*/ 1137 w 10000"/>
              <a:gd name="connsiteY140-2964" fmla="*/ 7921 h 10000"/>
              <a:gd name="connsiteX141-2965" fmla="*/ 1318 w 10000"/>
              <a:gd name="connsiteY141-2966" fmla="*/ 7692 h 10000"/>
              <a:gd name="connsiteX142-2967" fmla="*/ 1483 w 10000"/>
              <a:gd name="connsiteY142-2968" fmla="*/ 7484 h 10000"/>
              <a:gd name="connsiteX143-2969" fmla="*/ 1483 w 10000"/>
              <a:gd name="connsiteY143-2970" fmla="*/ 7484 h 10000"/>
              <a:gd name="connsiteX0-2971" fmla="*/ 1483 w 9819"/>
              <a:gd name="connsiteY0-2972" fmla="*/ 7484 h 10000"/>
              <a:gd name="connsiteX1-2973" fmla="*/ 1664 w 9819"/>
              <a:gd name="connsiteY1-2974" fmla="*/ 7152 h 10000"/>
              <a:gd name="connsiteX2-2975" fmla="*/ 1911 w 9819"/>
              <a:gd name="connsiteY2-2976" fmla="*/ 6819 h 10000"/>
              <a:gd name="connsiteX3-2977" fmla="*/ 2092 w 9819"/>
              <a:gd name="connsiteY3-2978" fmla="*/ 6486 h 10000"/>
              <a:gd name="connsiteX4-2979" fmla="*/ 2356 w 9819"/>
              <a:gd name="connsiteY4-2980" fmla="*/ 6050 h 10000"/>
              <a:gd name="connsiteX5-2981" fmla="*/ 2619 w 9819"/>
              <a:gd name="connsiteY5-2982" fmla="*/ 5509 h 10000"/>
              <a:gd name="connsiteX6-2983" fmla="*/ 2883 w 9819"/>
              <a:gd name="connsiteY6-2984" fmla="*/ 4948 h 10000"/>
              <a:gd name="connsiteX7-2985" fmla="*/ 3130 w 9819"/>
              <a:gd name="connsiteY7-2986" fmla="*/ 4304 h 10000"/>
              <a:gd name="connsiteX8-2987" fmla="*/ 3476 w 9819"/>
              <a:gd name="connsiteY8-2988" fmla="*/ 3638 h 10000"/>
              <a:gd name="connsiteX9-2989" fmla="*/ 3740 w 9819"/>
              <a:gd name="connsiteY9-2990" fmla="*/ 2973 h 10000"/>
              <a:gd name="connsiteX10-2991" fmla="*/ 4003 w 9819"/>
              <a:gd name="connsiteY10-2992" fmla="*/ 2432 h 10000"/>
              <a:gd name="connsiteX11-2993" fmla="*/ 4185 w 9819"/>
              <a:gd name="connsiteY11-2994" fmla="*/ 1871 h 10000"/>
              <a:gd name="connsiteX12-2995" fmla="*/ 4349 w 9819"/>
              <a:gd name="connsiteY12-2996" fmla="*/ 1435 h 10000"/>
              <a:gd name="connsiteX13-2997" fmla="*/ 4432 w 9819"/>
              <a:gd name="connsiteY13-2998" fmla="*/ 1102 h 10000"/>
              <a:gd name="connsiteX14-2999" fmla="*/ 4530 w 9819"/>
              <a:gd name="connsiteY14-3000" fmla="*/ 769 h 10000"/>
              <a:gd name="connsiteX15-3001" fmla="*/ 4530 w 9819"/>
              <a:gd name="connsiteY15-3002" fmla="*/ 665 h 10000"/>
              <a:gd name="connsiteX16-3003" fmla="*/ 4530 w 9819"/>
              <a:gd name="connsiteY16-3004" fmla="*/ 437 h 10000"/>
              <a:gd name="connsiteX17-3005" fmla="*/ 4432 w 9819"/>
              <a:gd name="connsiteY17-3006" fmla="*/ 437 h 10000"/>
              <a:gd name="connsiteX18-3007" fmla="*/ 4432 w 9819"/>
              <a:gd name="connsiteY18-3008" fmla="*/ 333 h 10000"/>
              <a:gd name="connsiteX19-3009" fmla="*/ 4349 w 9819"/>
              <a:gd name="connsiteY19-3010" fmla="*/ 229 h 10000"/>
              <a:gd name="connsiteX20-3011" fmla="*/ 4349 w 9819"/>
              <a:gd name="connsiteY20-3012" fmla="*/ 229 h 10000"/>
              <a:gd name="connsiteX21-3013" fmla="*/ 4349 w 9819"/>
              <a:gd name="connsiteY21-3014" fmla="*/ 125 h 10000"/>
              <a:gd name="connsiteX22-3015" fmla="*/ 4349 w 9819"/>
              <a:gd name="connsiteY22-3016" fmla="*/ 0 h 10000"/>
              <a:gd name="connsiteX23-3017" fmla="*/ 4432 w 9819"/>
              <a:gd name="connsiteY23-3018" fmla="*/ 0 h 10000"/>
              <a:gd name="connsiteX24-3019" fmla="*/ 4613 w 9819"/>
              <a:gd name="connsiteY24-3020" fmla="*/ 0 h 10000"/>
              <a:gd name="connsiteX25-3021" fmla="*/ 4794 w 9819"/>
              <a:gd name="connsiteY25-3022" fmla="*/ 0 h 10000"/>
              <a:gd name="connsiteX26-3023" fmla="*/ 5041 w 9819"/>
              <a:gd name="connsiteY26-3024" fmla="*/ 0 h 10000"/>
              <a:gd name="connsiteX27-3025" fmla="*/ 5222 w 9819"/>
              <a:gd name="connsiteY27-3026" fmla="*/ 125 h 10000"/>
              <a:gd name="connsiteX28-3027" fmla="*/ 5486 w 9819"/>
              <a:gd name="connsiteY28-3028" fmla="*/ 229 h 10000"/>
              <a:gd name="connsiteX29-3029" fmla="*/ 5651 w 9819"/>
              <a:gd name="connsiteY29-3030" fmla="*/ 333 h 10000"/>
              <a:gd name="connsiteX30-3031" fmla="*/ 5832 w 9819"/>
              <a:gd name="connsiteY30-3032" fmla="*/ 437 h 10000"/>
              <a:gd name="connsiteX31-3033" fmla="*/ 5997 w 9819"/>
              <a:gd name="connsiteY31-3034" fmla="*/ 665 h 10000"/>
              <a:gd name="connsiteX32-3035" fmla="*/ 6096 w 9819"/>
              <a:gd name="connsiteY32-3036" fmla="*/ 769 h 10000"/>
              <a:gd name="connsiteX33-3037" fmla="*/ 6096 w 9819"/>
              <a:gd name="connsiteY33-3038" fmla="*/ 894 h 10000"/>
              <a:gd name="connsiteX34-3039" fmla="*/ 6096 w 9819"/>
              <a:gd name="connsiteY34-3040" fmla="*/ 998 h 10000"/>
              <a:gd name="connsiteX35-3041" fmla="*/ 6096 w 9819"/>
              <a:gd name="connsiteY35-3042" fmla="*/ 1206 h 10000"/>
              <a:gd name="connsiteX36-3043" fmla="*/ 5997 w 9819"/>
              <a:gd name="connsiteY36-3044" fmla="*/ 1331 h 10000"/>
              <a:gd name="connsiteX37-3045" fmla="*/ 5914 w 9819"/>
              <a:gd name="connsiteY37-3046" fmla="*/ 1538 h 10000"/>
              <a:gd name="connsiteX38-3047" fmla="*/ 5750 w 9819"/>
              <a:gd name="connsiteY38-3048" fmla="*/ 1767 h 10000"/>
              <a:gd name="connsiteX39-3049" fmla="*/ 5568 w 9819"/>
              <a:gd name="connsiteY39-3050" fmla="*/ 1975 h 10000"/>
              <a:gd name="connsiteX40-3051" fmla="*/ 5486 w 9819"/>
              <a:gd name="connsiteY40-3052" fmla="*/ 2204 h 10000"/>
              <a:gd name="connsiteX41-3053" fmla="*/ 5305 w 9819"/>
              <a:gd name="connsiteY41-3054" fmla="*/ 2432 h 10000"/>
              <a:gd name="connsiteX42-3055" fmla="*/ 5140 w 9819"/>
              <a:gd name="connsiteY42-3056" fmla="*/ 2744 h 10000"/>
              <a:gd name="connsiteX43-3057" fmla="*/ 4959 w 9819"/>
              <a:gd name="connsiteY43-3058" fmla="*/ 3077 h 10000"/>
              <a:gd name="connsiteX44-3059" fmla="*/ 4695 w 9819"/>
              <a:gd name="connsiteY44-3060" fmla="*/ 3514 h 10000"/>
              <a:gd name="connsiteX45-3061" fmla="*/ 4530 w 9819"/>
              <a:gd name="connsiteY45-3062" fmla="*/ 3971 h 10000"/>
              <a:gd name="connsiteX46-3063" fmla="*/ 4267 w 9819"/>
              <a:gd name="connsiteY46-3064" fmla="*/ 4407 h 10000"/>
              <a:gd name="connsiteX47-3065" fmla="*/ 3921 w 9819"/>
              <a:gd name="connsiteY47-3066" fmla="*/ 4948 h 10000"/>
              <a:gd name="connsiteX48-3067" fmla="*/ 3657 w 9819"/>
              <a:gd name="connsiteY48-3068" fmla="*/ 5385 h 10000"/>
              <a:gd name="connsiteX49-3069" fmla="*/ 3476 w 9819"/>
              <a:gd name="connsiteY49-3070" fmla="*/ 5842 h 10000"/>
              <a:gd name="connsiteX50-3071" fmla="*/ 3229 w 9819"/>
              <a:gd name="connsiteY50-3072" fmla="*/ 6279 h 10000"/>
              <a:gd name="connsiteX51-3073" fmla="*/ 2965 w 9819"/>
              <a:gd name="connsiteY51-3074" fmla="*/ 6611 h 10000"/>
              <a:gd name="connsiteX52-3075" fmla="*/ 2784 w 9819"/>
              <a:gd name="connsiteY52-3076" fmla="*/ 6923 h 10000"/>
              <a:gd name="connsiteX53-3077" fmla="*/ 2619 w 9819"/>
              <a:gd name="connsiteY53-3078" fmla="*/ 7256 h 10000"/>
              <a:gd name="connsiteX54-3079" fmla="*/ 2438 w 9819"/>
              <a:gd name="connsiteY54-3080" fmla="*/ 7484 h 10000"/>
              <a:gd name="connsiteX55-3081" fmla="*/ 2273 w 9819"/>
              <a:gd name="connsiteY55-3082" fmla="*/ 7692 h 10000"/>
              <a:gd name="connsiteX56-3083" fmla="*/ 2092 w 9819"/>
              <a:gd name="connsiteY56-3084" fmla="*/ 7921 h 10000"/>
              <a:gd name="connsiteX57-3085" fmla="*/ 2010 w 9819"/>
              <a:gd name="connsiteY57-3086" fmla="*/ 8150 h 10000"/>
              <a:gd name="connsiteX58-3087" fmla="*/ 1911 w 9819"/>
              <a:gd name="connsiteY58-3088" fmla="*/ 8254 h 10000"/>
              <a:gd name="connsiteX59-3089" fmla="*/ 1829 w 9819"/>
              <a:gd name="connsiteY59-3090" fmla="*/ 8358 h 10000"/>
              <a:gd name="connsiteX60-3091" fmla="*/ 1746 w 9819"/>
              <a:gd name="connsiteY60-3092" fmla="*/ 8462 h 10000"/>
              <a:gd name="connsiteX61-3093" fmla="*/ 1746 w 9819"/>
              <a:gd name="connsiteY61-3094" fmla="*/ 8586 h 10000"/>
              <a:gd name="connsiteX62-3095" fmla="*/ 1746 w 9819"/>
              <a:gd name="connsiteY62-3096" fmla="*/ 8586 h 10000"/>
              <a:gd name="connsiteX63-3097" fmla="*/ 1829 w 9819"/>
              <a:gd name="connsiteY63-3098" fmla="*/ 8586 h 10000"/>
              <a:gd name="connsiteX64-3099" fmla="*/ 1911 w 9819"/>
              <a:gd name="connsiteY64-3100" fmla="*/ 8690 h 10000"/>
              <a:gd name="connsiteX65-3101" fmla="*/ 2010 w 9819"/>
              <a:gd name="connsiteY65-3102" fmla="*/ 8690 h 10000"/>
              <a:gd name="connsiteX66-3103" fmla="*/ 2175 w 9819"/>
              <a:gd name="connsiteY66-3104" fmla="*/ 8690 h 10000"/>
              <a:gd name="connsiteX67-3105" fmla="*/ 2273 w 9819"/>
              <a:gd name="connsiteY67-3106" fmla="*/ 8586 h 10000"/>
              <a:gd name="connsiteX68-3107" fmla="*/ 2356 w 9819"/>
              <a:gd name="connsiteY68-3108" fmla="*/ 8586 h 10000"/>
              <a:gd name="connsiteX69-3109" fmla="*/ 2521 w 9819"/>
              <a:gd name="connsiteY69-3110" fmla="*/ 8586 h 10000"/>
              <a:gd name="connsiteX70-3111" fmla="*/ 2702 w 9819"/>
              <a:gd name="connsiteY70-3112" fmla="*/ 8586 h 10000"/>
              <a:gd name="connsiteX71-3113" fmla="*/ 2883 w 9819"/>
              <a:gd name="connsiteY71-3114" fmla="*/ 8462 h 10000"/>
              <a:gd name="connsiteX72-3115" fmla="*/ 3048 w 9819"/>
              <a:gd name="connsiteY72-3116" fmla="*/ 8462 h 10000"/>
              <a:gd name="connsiteX73-3117" fmla="*/ 3311 w 9819"/>
              <a:gd name="connsiteY73-3118" fmla="*/ 8462 h 10000"/>
              <a:gd name="connsiteX74-3119" fmla="*/ 3575 w 9819"/>
              <a:gd name="connsiteY74-3120" fmla="*/ 8462 h 10000"/>
              <a:gd name="connsiteX75-3121" fmla="*/ 3921 w 9819"/>
              <a:gd name="connsiteY75-3122" fmla="*/ 8358 h 10000"/>
              <a:gd name="connsiteX76-3123" fmla="*/ 4267 w 9819"/>
              <a:gd name="connsiteY76-3124" fmla="*/ 8358 h 10000"/>
              <a:gd name="connsiteX77-3125" fmla="*/ 4613 w 9819"/>
              <a:gd name="connsiteY77-3126" fmla="*/ 8358 h 10000"/>
              <a:gd name="connsiteX78-3127" fmla="*/ 4959 w 9819"/>
              <a:gd name="connsiteY78-3128" fmla="*/ 8254 h 10000"/>
              <a:gd name="connsiteX79-3129" fmla="*/ 5387 w 9819"/>
              <a:gd name="connsiteY79-3130" fmla="*/ 8150 h 10000"/>
              <a:gd name="connsiteX80-3131" fmla="*/ 5832 w 9819"/>
              <a:gd name="connsiteY80-3132" fmla="*/ 8150 h 10000"/>
              <a:gd name="connsiteX81-3133" fmla="*/ 6343 w 9819"/>
              <a:gd name="connsiteY81-3134" fmla="*/ 8025 h 10000"/>
              <a:gd name="connsiteX82-3135" fmla="*/ 6787 w 9819"/>
              <a:gd name="connsiteY82-3136" fmla="*/ 8025 h 10000"/>
              <a:gd name="connsiteX83-3137" fmla="*/ 7298 w 9819"/>
              <a:gd name="connsiteY83-3138" fmla="*/ 7921 h 10000"/>
              <a:gd name="connsiteX84-3139" fmla="*/ 7743 w 9819"/>
              <a:gd name="connsiteY84-3140" fmla="*/ 7817 h 10000"/>
              <a:gd name="connsiteX85-3141" fmla="*/ 8171 w 9819"/>
              <a:gd name="connsiteY85-3142" fmla="*/ 7817 h 10000"/>
              <a:gd name="connsiteX86-3143" fmla="*/ 8435 w 9819"/>
              <a:gd name="connsiteY86-3144" fmla="*/ 7692 h 10000"/>
              <a:gd name="connsiteX87-3145" fmla="*/ 8699 w 9819"/>
              <a:gd name="connsiteY87-3146" fmla="*/ 7692 h 10000"/>
              <a:gd name="connsiteX88-3147" fmla="*/ 8962 w 9819"/>
              <a:gd name="connsiteY88-3148" fmla="*/ 7692 h 10000"/>
              <a:gd name="connsiteX89-3149" fmla="*/ 9127 w 9819"/>
              <a:gd name="connsiteY89-3150" fmla="*/ 7692 h 10000"/>
              <a:gd name="connsiteX90-3151" fmla="*/ 9226 w 9819"/>
              <a:gd name="connsiteY90-3152" fmla="*/ 7588 h 10000"/>
              <a:gd name="connsiteX91-3153" fmla="*/ 9819 w 9819"/>
              <a:gd name="connsiteY91-3154" fmla="*/ 8462 h 10000"/>
              <a:gd name="connsiteX92-3155" fmla="*/ 9572 w 9819"/>
              <a:gd name="connsiteY92-3156" fmla="*/ 8586 h 10000"/>
              <a:gd name="connsiteX93-3157" fmla="*/ 9390 w 9819"/>
              <a:gd name="connsiteY93-3158" fmla="*/ 8586 h 10000"/>
              <a:gd name="connsiteX94-3159" fmla="*/ 9127 w 9819"/>
              <a:gd name="connsiteY94-3160" fmla="*/ 8586 h 10000"/>
              <a:gd name="connsiteX95-3161" fmla="*/ 8863 w 9819"/>
              <a:gd name="connsiteY95-3162" fmla="*/ 8586 h 10000"/>
              <a:gd name="connsiteX96-3163" fmla="*/ 8616 w 9819"/>
              <a:gd name="connsiteY96-3164" fmla="*/ 8586 h 10000"/>
              <a:gd name="connsiteX97-3165" fmla="*/ 8353 w 9819"/>
              <a:gd name="connsiteY97-3166" fmla="*/ 8586 h 10000"/>
              <a:gd name="connsiteX98-3167" fmla="*/ 8007 w 9819"/>
              <a:gd name="connsiteY98-3168" fmla="*/ 8586 h 10000"/>
              <a:gd name="connsiteX99-3169" fmla="*/ 7661 w 9819"/>
              <a:gd name="connsiteY99-3170" fmla="*/ 8586 h 10000"/>
              <a:gd name="connsiteX100-3171" fmla="*/ 7298 w 9819"/>
              <a:gd name="connsiteY100-3172" fmla="*/ 8690 h 10000"/>
              <a:gd name="connsiteX101-3173" fmla="*/ 6870 w 9819"/>
              <a:gd name="connsiteY101-3174" fmla="*/ 8690 h 10000"/>
              <a:gd name="connsiteX102-3175" fmla="*/ 6442 w 9819"/>
              <a:gd name="connsiteY102-3176" fmla="*/ 8690 h 10000"/>
              <a:gd name="connsiteX103-3177" fmla="*/ 5651 w 9819"/>
              <a:gd name="connsiteY103-3178" fmla="*/ 8794 h 10000"/>
              <a:gd name="connsiteX104-3179" fmla="*/ 4876 w 9819"/>
              <a:gd name="connsiteY104-3180" fmla="*/ 8919 h 10000"/>
              <a:gd name="connsiteX105-3181" fmla="*/ 4185 w 9819"/>
              <a:gd name="connsiteY105-3182" fmla="*/ 9023 h 10000"/>
              <a:gd name="connsiteX106-3183" fmla="*/ 3476 w 9819"/>
              <a:gd name="connsiteY106-3184" fmla="*/ 9127 h 10000"/>
              <a:gd name="connsiteX107-3185" fmla="*/ 3130 w 9819"/>
              <a:gd name="connsiteY107-3186" fmla="*/ 9127 h 10000"/>
              <a:gd name="connsiteX108-3187" fmla="*/ 2883 w 9819"/>
              <a:gd name="connsiteY108-3188" fmla="*/ 9231 h 10000"/>
              <a:gd name="connsiteX109-3189" fmla="*/ 2521 w 9819"/>
              <a:gd name="connsiteY109-3190" fmla="*/ 9356 h 10000"/>
              <a:gd name="connsiteX110-3191" fmla="*/ 2273 w 9819"/>
              <a:gd name="connsiteY110-3192" fmla="*/ 9356 h 10000"/>
              <a:gd name="connsiteX111-3193" fmla="*/ 2092 w 9819"/>
              <a:gd name="connsiteY111-3194" fmla="*/ 9459 h 10000"/>
              <a:gd name="connsiteX112-3195" fmla="*/ 1829 w 9819"/>
              <a:gd name="connsiteY112-3196" fmla="*/ 9459 h 10000"/>
              <a:gd name="connsiteX113-3197" fmla="*/ 1664 w 9819"/>
              <a:gd name="connsiteY113-3198" fmla="*/ 9563 h 10000"/>
              <a:gd name="connsiteX114-3199" fmla="*/ 1400 w 9819"/>
              <a:gd name="connsiteY114-3200" fmla="*/ 9688 h 10000"/>
              <a:gd name="connsiteX115-3201" fmla="*/ 1219 w 9819"/>
              <a:gd name="connsiteY115-3202" fmla="*/ 9688 h 10000"/>
              <a:gd name="connsiteX116-3203" fmla="*/ 1137 w 9819"/>
              <a:gd name="connsiteY116-3204" fmla="*/ 9792 h 10000"/>
              <a:gd name="connsiteX117-3205" fmla="*/ 956 w 9819"/>
              <a:gd name="connsiteY117-3206" fmla="*/ 9792 h 10000"/>
              <a:gd name="connsiteX118-3207" fmla="*/ 873 w 9819"/>
              <a:gd name="connsiteY118-3208" fmla="*/ 9896 h 10000"/>
              <a:gd name="connsiteX119-3209" fmla="*/ 791 w 9819"/>
              <a:gd name="connsiteY119-3210" fmla="*/ 9896 h 10000"/>
              <a:gd name="connsiteX120-3211" fmla="*/ 708 w 9819"/>
              <a:gd name="connsiteY120-3212" fmla="*/ 9896 h 10000"/>
              <a:gd name="connsiteX121-3213" fmla="*/ 527 w 9819"/>
              <a:gd name="connsiteY121-3214" fmla="*/ 10000 h 10000"/>
              <a:gd name="connsiteX122-3215" fmla="*/ 445 w 9819"/>
              <a:gd name="connsiteY122-3216" fmla="*/ 9896 h 10000"/>
              <a:gd name="connsiteX123-3217" fmla="*/ 362 w 9819"/>
              <a:gd name="connsiteY123-3218" fmla="*/ 9896 h 10000"/>
              <a:gd name="connsiteX124-3219" fmla="*/ 264 w 9819"/>
              <a:gd name="connsiteY124-3220" fmla="*/ 9792 h 10000"/>
              <a:gd name="connsiteX125-3221" fmla="*/ 181 w 9819"/>
              <a:gd name="connsiteY125-3222" fmla="*/ 9563 h 10000"/>
              <a:gd name="connsiteX126-3223" fmla="*/ 99 w 9819"/>
              <a:gd name="connsiteY126-3224" fmla="*/ 9356 h 10000"/>
              <a:gd name="connsiteX127-3225" fmla="*/ 0 w 9819"/>
              <a:gd name="connsiteY127-3226" fmla="*/ 9231 h 10000"/>
              <a:gd name="connsiteX128-3227" fmla="*/ 0 w 9819"/>
              <a:gd name="connsiteY128-3228" fmla="*/ 9127 h 10000"/>
              <a:gd name="connsiteX129-3229" fmla="*/ 0 w 9819"/>
              <a:gd name="connsiteY129-3230" fmla="*/ 9023 h 10000"/>
              <a:gd name="connsiteX130-3231" fmla="*/ 0 w 9819"/>
              <a:gd name="connsiteY130-3232" fmla="*/ 9023 h 10000"/>
              <a:gd name="connsiteX131-3233" fmla="*/ 99 w 9819"/>
              <a:gd name="connsiteY131-3234" fmla="*/ 8919 h 10000"/>
              <a:gd name="connsiteX132-3235" fmla="*/ 181 w 9819"/>
              <a:gd name="connsiteY132-3236" fmla="*/ 8794 h 10000"/>
              <a:gd name="connsiteX133-3237" fmla="*/ 362 w 9819"/>
              <a:gd name="connsiteY133-3238" fmla="*/ 8690 h 10000"/>
              <a:gd name="connsiteX134-3239" fmla="*/ 527 w 9819"/>
              <a:gd name="connsiteY134-3240" fmla="*/ 8586 h 10000"/>
              <a:gd name="connsiteX135-3241" fmla="*/ 610 w 9819"/>
              <a:gd name="connsiteY135-3242" fmla="*/ 8462 h 10000"/>
              <a:gd name="connsiteX136-3243" fmla="*/ 708 w 9819"/>
              <a:gd name="connsiteY136-3244" fmla="*/ 8358 h 10000"/>
              <a:gd name="connsiteX137-3245" fmla="*/ 873 w 9819"/>
              <a:gd name="connsiteY137-3246" fmla="*/ 8254 h 10000"/>
              <a:gd name="connsiteX138-3247" fmla="*/ 1054 w 9819"/>
              <a:gd name="connsiteY138-3248" fmla="*/ 8025 h 10000"/>
              <a:gd name="connsiteX139-3249" fmla="*/ 1137 w 9819"/>
              <a:gd name="connsiteY139-3250" fmla="*/ 7921 h 10000"/>
              <a:gd name="connsiteX140-3251" fmla="*/ 1318 w 9819"/>
              <a:gd name="connsiteY140-3252" fmla="*/ 7692 h 10000"/>
              <a:gd name="connsiteX141-3253" fmla="*/ 1483 w 9819"/>
              <a:gd name="connsiteY141-3254" fmla="*/ 7484 h 10000"/>
              <a:gd name="connsiteX142-3255" fmla="*/ 1483 w 9819"/>
              <a:gd name="connsiteY142-3256" fmla="*/ 7484 h 10000"/>
              <a:gd name="connsiteX0-3257" fmla="*/ 1510 w 10000"/>
              <a:gd name="connsiteY0-3258" fmla="*/ 7484 h 10000"/>
              <a:gd name="connsiteX1-3259" fmla="*/ 1695 w 10000"/>
              <a:gd name="connsiteY1-3260" fmla="*/ 7152 h 10000"/>
              <a:gd name="connsiteX2-3261" fmla="*/ 1946 w 10000"/>
              <a:gd name="connsiteY2-3262" fmla="*/ 6819 h 10000"/>
              <a:gd name="connsiteX3-3263" fmla="*/ 2131 w 10000"/>
              <a:gd name="connsiteY3-3264" fmla="*/ 6486 h 10000"/>
              <a:gd name="connsiteX4-3265" fmla="*/ 2399 w 10000"/>
              <a:gd name="connsiteY4-3266" fmla="*/ 6050 h 10000"/>
              <a:gd name="connsiteX5-3267" fmla="*/ 2667 w 10000"/>
              <a:gd name="connsiteY5-3268" fmla="*/ 5509 h 10000"/>
              <a:gd name="connsiteX6-3269" fmla="*/ 2936 w 10000"/>
              <a:gd name="connsiteY6-3270" fmla="*/ 4948 h 10000"/>
              <a:gd name="connsiteX7-3271" fmla="*/ 3188 w 10000"/>
              <a:gd name="connsiteY7-3272" fmla="*/ 4304 h 10000"/>
              <a:gd name="connsiteX8-3273" fmla="*/ 3540 w 10000"/>
              <a:gd name="connsiteY8-3274" fmla="*/ 3638 h 10000"/>
              <a:gd name="connsiteX9-3275" fmla="*/ 3809 w 10000"/>
              <a:gd name="connsiteY9-3276" fmla="*/ 2973 h 10000"/>
              <a:gd name="connsiteX10-3277" fmla="*/ 4077 w 10000"/>
              <a:gd name="connsiteY10-3278" fmla="*/ 2432 h 10000"/>
              <a:gd name="connsiteX11-3279" fmla="*/ 4262 w 10000"/>
              <a:gd name="connsiteY11-3280" fmla="*/ 1871 h 10000"/>
              <a:gd name="connsiteX12-3281" fmla="*/ 4429 w 10000"/>
              <a:gd name="connsiteY12-3282" fmla="*/ 1435 h 10000"/>
              <a:gd name="connsiteX13-3283" fmla="*/ 4514 w 10000"/>
              <a:gd name="connsiteY13-3284" fmla="*/ 1102 h 10000"/>
              <a:gd name="connsiteX14-3285" fmla="*/ 4614 w 10000"/>
              <a:gd name="connsiteY14-3286" fmla="*/ 769 h 10000"/>
              <a:gd name="connsiteX15-3287" fmla="*/ 4614 w 10000"/>
              <a:gd name="connsiteY15-3288" fmla="*/ 665 h 10000"/>
              <a:gd name="connsiteX16-3289" fmla="*/ 4614 w 10000"/>
              <a:gd name="connsiteY16-3290" fmla="*/ 437 h 10000"/>
              <a:gd name="connsiteX17-3291" fmla="*/ 4514 w 10000"/>
              <a:gd name="connsiteY17-3292" fmla="*/ 437 h 10000"/>
              <a:gd name="connsiteX18-3293" fmla="*/ 4514 w 10000"/>
              <a:gd name="connsiteY18-3294" fmla="*/ 333 h 10000"/>
              <a:gd name="connsiteX19-3295" fmla="*/ 4429 w 10000"/>
              <a:gd name="connsiteY19-3296" fmla="*/ 229 h 10000"/>
              <a:gd name="connsiteX20-3297" fmla="*/ 4429 w 10000"/>
              <a:gd name="connsiteY20-3298" fmla="*/ 229 h 10000"/>
              <a:gd name="connsiteX21-3299" fmla="*/ 4429 w 10000"/>
              <a:gd name="connsiteY21-3300" fmla="*/ 125 h 10000"/>
              <a:gd name="connsiteX22-3301" fmla="*/ 4429 w 10000"/>
              <a:gd name="connsiteY22-3302" fmla="*/ 0 h 10000"/>
              <a:gd name="connsiteX23-3303" fmla="*/ 4514 w 10000"/>
              <a:gd name="connsiteY23-3304" fmla="*/ 0 h 10000"/>
              <a:gd name="connsiteX24-3305" fmla="*/ 4698 w 10000"/>
              <a:gd name="connsiteY24-3306" fmla="*/ 0 h 10000"/>
              <a:gd name="connsiteX25-3307" fmla="*/ 4882 w 10000"/>
              <a:gd name="connsiteY25-3308" fmla="*/ 0 h 10000"/>
              <a:gd name="connsiteX26-3309" fmla="*/ 5134 w 10000"/>
              <a:gd name="connsiteY26-3310" fmla="*/ 0 h 10000"/>
              <a:gd name="connsiteX27-3311" fmla="*/ 5318 w 10000"/>
              <a:gd name="connsiteY27-3312" fmla="*/ 125 h 10000"/>
              <a:gd name="connsiteX28-3313" fmla="*/ 5587 w 10000"/>
              <a:gd name="connsiteY28-3314" fmla="*/ 229 h 10000"/>
              <a:gd name="connsiteX29-3315" fmla="*/ 5755 w 10000"/>
              <a:gd name="connsiteY29-3316" fmla="*/ 333 h 10000"/>
              <a:gd name="connsiteX30-3317" fmla="*/ 5940 w 10000"/>
              <a:gd name="connsiteY30-3318" fmla="*/ 437 h 10000"/>
              <a:gd name="connsiteX31-3319" fmla="*/ 6108 w 10000"/>
              <a:gd name="connsiteY31-3320" fmla="*/ 665 h 10000"/>
              <a:gd name="connsiteX32-3321" fmla="*/ 6208 w 10000"/>
              <a:gd name="connsiteY32-3322" fmla="*/ 769 h 10000"/>
              <a:gd name="connsiteX33-3323" fmla="*/ 6208 w 10000"/>
              <a:gd name="connsiteY33-3324" fmla="*/ 894 h 10000"/>
              <a:gd name="connsiteX34-3325" fmla="*/ 6208 w 10000"/>
              <a:gd name="connsiteY34-3326" fmla="*/ 998 h 10000"/>
              <a:gd name="connsiteX35-3327" fmla="*/ 6208 w 10000"/>
              <a:gd name="connsiteY35-3328" fmla="*/ 1206 h 10000"/>
              <a:gd name="connsiteX36-3329" fmla="*/ 6108 w 10000"/>
              <a:gd name="connsiteY36-3330" fmla="*/ 1331 h 10000"/>
              <a:gd name="connsiteX37-3331" fmla="*/ 6023 w 10000"/>
              <a:gd name="connsiteY37-3332" fmla="*/ 1538 h 10000"/>
              <a:gd name="connsiteX38-3333" fmla="*/ 5856 w 10000"/>
              <a:gd name="connsiteY38-3334" fmla="*/ 1767 h 10000"/>
              <a:gd name="connsiteX39-3335" fmla="*/ 5671 w 10000"/>
              <a:gd name="connsiteY39-3336" fmla="*/ 1975 h 10000"/>
              <a:gd name="connsiteX40-3337" fmla="*/ 5587 w 10000"/>
              <a:gd name="connsiteY40-3338" fmla="*/ 2204 h 10000"/>
              <a:gd name="connsiteX41-3339" fmla="*/ 5403 w 10000"/>
              <a:gd name="connsiteY41-3340" fmla="*/ 2432 h 10000"/>
              <a:gd name="connsiteX42-3341" fmla="*/ 5235 w 10000"/>
              <a:gd name="connsiteY42-3342" fmla="*/ 2744 h 10000"/>
              <a:gd name="connsiteX43-3343" fmla="*/ 5050 w 10000"/>
              <a:gd name="connsiteY43-3344" fmla="*/ 3077 h 10000"/>
              <a:gd name="connsiteX44-3345" fmla="*/ 4782 w 10000"/>
              <a:gd name="connsiteY44-3346" fmla="*/ 3514 h 10000"/>
              <a:gd name="connsiteX45-3347" fmla="*/ 4614 w 10000"/>
              <a:gd name="connsiteY45-3348" fmla="*/ 3971 h 10000"/>
              <a:gd name="connsiteX46-3349" fmla="*/ 4346 w 10000"/>
              <a:gd name="connsiteY46-3350" fmla="*/ 4407 h 10000"/>
              <a:gd name="connsiteX47-3351" fmla="*/ 3993 w 10000"/>
              <a:gd name="connsiteY47-3352" fmla="*/ 4948 h 10000"/>
              <a:gd name="connsiteX48-3353" fmla="*/ 3724 w 10000"/>
              <a:gd name="connsiteY48-3354" fmla="*/ 5385 h 10000"/>
              <a:gd name="connsiteX49-3355" fmla="*/ 3540 w 10000"/>
              <a:gd name="connsiteY49-3356" fmla="*/ 5842 h 10000"/>
              <a:gd name="connsiteX50-3357" fmla="*/ 3289 w 10000"/>
              <a:gd name="connsiteY50-3358" fmla="*/ 6279 h 10000"/>
              <a:gd name="connsiteX51-3359" fmla="*/ 3020 w 10000"/>
              <a:gd name="connsiteY51-3360" fmla="*/ 6611 h 10000"/>
              <a:gd name="connsiteX52-3361" fmla="*/ 2835 w 10000"/>
              <a:gd name="connsiteY52-3362" fmla="*/ 6923 h 10000"/>
              <a:gd name="connsiteX53-3363" fmla="*/ 2667 w 10000"/>
              <a:gd name="connsiteY53-3364" fmla="*/ 7256 h 10000"/>
              <a:gd name="connsiteX54-3365" fmla="*/ 2483 w 10000"/>
              <a:gd name="connsiteY54-3366" fmla="*/ 7484 h 10000"/>
              <a:gd name="connsiteX55-3367" fmla="*/ 2315 w 10000"/>
              <a:gd name="connsiteY55-3368" fmla="*/ 7692 h 10000"/>
              <a:gd name="connsiteX56-3369" fmla="*/ 2131 w 10000"/>
              <a:gd name="connsiteY56-3370" fmla="*/ 7921 h 10000"/>
              <a:gd name="connsiteX57-3371" fmla="*/ 2047 w 10000"/>
              <a:gd name="connsiteY57-3372" fmla="*/ 8150 h 10000"/>
              <a:gd name="connsiteX58-3373" fmla="*/ 1946 w 10000"/>
              <a:gd name="connsiteY58-3374" fmla="*/ 8254 h 10000"/>
              <a:gd name="connsiteX59-3375" fmla="*/ 1863 w 10000"/>
              <a:gd name="connsiteY59-3376" fmla="*/ 8358 h 10000"/>
              <a:gd name="connsiteX60-3377" fmla="*/ 1778 w 10000"/>
              <a:gd name="connsiteY60-3378" fmla="*/ 8462 h 10000"/>
              <a:gd name="connsiteX61-3379" fmla="*/ 1778 w 10000"/>
              <a:gd name="connsiteY61-3380" fmla="*/ 8586 h 10000"/>
              <a:gd name="connsiteX62-3381" fmla="*/ 1778 w 10000"/>
              <a:gd name="connsiteY62-3382" fmla="*/ 8586 h 10000"/>
              <a:gd name="connsiteX63-3383" fmla="*/ 1863 w 10000"/>
              <a:gd name="connsiteY63-3384" fmla="*/ 8586 h 10000"/>
              <a:gd name="connsiteX64-3385" fmla="*/ 1946 w 10000"/>
              <a:gd name="connsiteY64-3386" fmla="*/ 8690 h 10000"/>
              <a:gd name="connsiteX65-3387" fmla="*/ 2047 w 10000"/>
              <a:gd name="connsiteY65-3388" fmla="*/ 8690 h 10000"/>
              <a:gd name="connsiteX66-3389" fmla="*/ 2215 w 10000"/>
              <a:gd name="connsiteY66-3390" fmla="*/ 8690 h 10000"/>
              <a:gd name="connsiteX67-3391" fmla="*/ 2315 w 10000"/>
              <a:gd name="connsiteY67-3392" fmla="*/ 8586 h 10000"/>
              <a:gd name="connsiteX68-3393" fmla="*/ 2399 w 10000"/>
              <a:gd name="connsiteY68-3394" fmla="*/ 8586 h 10000"/>
              <a:gd name="connsiteX69-3395" fmla="*/ 2567 w 10000"/>
              <a:gd name="connsiteY69-3396" fmla="*/ 8586 h 10000"/>
              <a:gd name="connsiteX70-3397" fmla="*/ 2752 w 10000"/>
              <a:gd name="connsiteY70-3398" fmla="*/ 8586 h 10000"/>
              <a:gd name="connsiteX71-3399" fmla="*/ 2936 w 10000"/>
              <a:gd name="connsiteY71-3400" fmla="*/ 8462 h 10000"/>
              <a:gd name="connsiteX72-3401" fmla="*/ 3104 w 10000"/>
              <a:gd name="connsiteY72-3402" fmla="*/ 8462 h 10000"/>
              <a:gd name="connsiteX73-3403" fmla="*/ 3372 w 10000"/>
              <a:gd name="connsiteY73-3404" fmla="*/ 8462 h 10000"/>
              <a:gd name="connsiteX74-3405" fmla="*/ 3641 w 10000"/>
              <a:gd name="connsiteY74-3406" fmla="*/ 8462 h 10000"/>
              <a:gd name="connsiteX75-3407" fmla="*/ 3993 w 10000"/>
              <a:gd name="connsiteY75-3408" fmla="*/ 8358 h 10000"/>
              <a:gd name="connsiteX76-3409" fmla="*/ 4346 w 10000"/>
              <a:gd name="connsiteY76-3410" fmla="*/ 8358 h 10000"/>
              <a:gd name="connsiteX77-3411" fmla="*/ 4698 w 10000"/>
              <a:gd name="connsiteY77-3412" fmla="*/ 8358 h 10000"/>
              <a:gd name="connsiteX78-3413" fmla="*/ 5050 w 10000"/>
              <a:gd name="connsiteY78-3414" fmla="*/ 8254 h 10000"/>
              <a:gd name="connsiteX79-3415" fmla="*/ 5486 w 10000"/>
              <a:gd name="connsiteY79-3416" fmla="*/ 8150 h 10000"/>
              <a:gd name="connsiteX80-3417" fmla="*/ 5940 w 10000"/>
              <a:gd name="connsiteY80-3418" fmla="*/ 8150 h 10000"/>
              <a:gd name="connsiteX81-3419" fmla="*/ 6460 w 10000"/>
              <a:gd name="connsiteY81-3420" fmla="*/ 8025 h 10000"/>
              <a:gd name="connsiteX82-3421" fmla="*/ 6912 w 10000"/>
              <a:gd name="connsiteY82-3422" fmla="*/ 8025 h 10000"/>
              <a:gd name="connsiteX83-3423" fmla="*/ 7433 w 10000"/>
              <a:gd name="connsiteY83-3424" fmla="*/ 7921 h 10000"/>
              <a:gd name="connsiteX84-3425" fmla="*/ 7886 w 10000"/>
              <a:gd name="connsiteY84-3426" fmla="*/ 7817 h 10000"/>
              <a:gd name="connsiteX85-3427" fmla="*/ 8322 w 10000"/>
              <a:gd name="connsiteY85-3428" fmla="*/ 7817 h 10000"/>
              <a:gd name="connsiteX86-3429" fmla="*/ 8590 w 10000"/>
              <a:gd name="connsiteY86-3430" fmla="*/ 7692 h 10000"/>
              <a:gd name="connsiteX87-3431" fmla="*/ 8859 w 10000"/>
              <a:gd name="connsiteY87-3432" fmla="*/ 7692 h 10000"/>
              <a:gd name="connsiteX88-3433" fmla="*/ 9127 w 10000"/>
              <a:gd name="connsiteY88-3434" fmla="*/ 7692 h 10000"/>
              <a:gd name="connsiteX89-3435" fmla="*/ 9295 w 10000"/>
              <a:gd name="connsiteY89-3436" fmla="*/ 7692 h 10000"/>
              <a:gd name="connsiteX90-3437" fmla="*/ 10000 w 10000"/>
              <a:gd name="connsiteY90-3438" fmla="*/ 8462 h 10000"/>
              <a:gd name="connsiteX91-3439" fmla="*/ 9748 w 10000"/>
              <a:gd name="connsiteY91-3440" fmla="*/ 8586 h 10000"/>
              <a:gd name="connsiteX92-3441" fmla="*/ 9563 w 10000"/>
              <a:gd name="connsiteY92-3442" fmla="*/ 8586 h 10000"/>
              <a:gd name="connsiteX93-3443" fmla="*/ 9295 w 10000"/>
              <a:gd name="connsiteY93-3444" fmla="*/ 8586 h 10000"/>
              <a:gd name="connsiteX94-3445" fmla="*/ 9026 w 10000"/>
              <a:gd name="connsiteY94-3446" fmla="*/ 8586 h 10000"/>
              <a:gd name="connsiteX95-3447" fmla="*/ 8775 w 10000"/>
              <a:gd name="connsiteY95-3448" fmla="*/ 8586 h 10000"/>
              <a:gd name="connsiteX96-3449" fmla="*/ 8507 w 10000"/>
              <a:gd name="connsiteY96-3450" fmla="*/ 8586 h 10000"/>
              <a:gd name="connsiteX97-3451" fmla="*/ 8155 w 10000"/>
              <a:gd name="connsiteY97-3452" fmla="*/ 8586 h 10000"/>
              <a:gd name="connsiteX98-3453" fmla="*/ 7802 w 10000"/>
              <a:gd name="connsiteY98-3454" fmla="*/ 8586 h 10000"/>
              <a:gd name="connsiteX99-3455" fmla="*/ 7433 w 10000"/>
              <a:gd name="connsiteY99-3456" fmla="*/ 8690 h 10000"/>
              <a:gd name="connsiteX100-3457" fmla="*/ 6997 w 10000"/>
              <a:gd name="connsiteY100-3458" fmla="*/ 8690 h 10000"/>
              <a:gd name="connsiteX101-3459" fmla="*/ 6561 w 10000"/>
              <a:gd name="connsiteY101-3460" fmla="*/ 8690 h 10000"/>
              <a:gd name="connsiteX102-3461" fmla="*/ 5755 w 10000"/>
              <a:gd name="connsiteY102-3462" fmla="*/ 8794 h 10000"/>
              <a:gd name="connsiteX103-3463" fmla="*/ 4966 w 10000"/>
              <a:gd name="connsiteY103-3464" fmla="*/ 8919 h 10000"/>
              <a:gd name="connsiteX104-3465" fmla="*/ 4262 w 10000"/>
              <a:gd name="connsiteY104-3466" fmla="*/ 9023 h 10000"/>
              <a:gd name="connsiteX105-3467" fmla="*/ 3540 w 10000"/>
              <a:gd name="connsiteY105-3468" fmla="*/ 9127 h 10000"/>
              <a:gd name="connsiteX106-3469" fmla="*/ 3188 w 10000"/>
              <a:gd name="connsiteY106-3470" fmla="*/ 9127 h 10000"/>
              <a:gd name="connsiteX107-3471" fmla="*/ 2936 w 10000"/>
              <a:gd name="connsiteY107-3472" fmla="*/ 9231 h 10000"/>
              <a:gd name="connsiteX108-3473" fmla="*/ 2567 w 10000"/>
              <a:gd name="connsiteY108-3474" fmla="*/ 9356 h 10000"/>
              <a:gd name="connsiteX109-3475" fmla="*/ 2315 w 10000"/>
              <a:gd name="connsiteY109-3476" fmla="*/ 9356 h 10000"/>
              <a:gd name="connsiteX110-3477" fmla="*/ 2131 w 10000"/>
              <a:gd name="connsiteY110-3478" fmla="*/ 9459 h 10000"/>
              <a:gd name="connsiteX111-3479" fmla="*/ 1863 w 10000"/>
              <a:gd name="connsiteY111-3480" fmla="*/ 9459 h 10000"/>
              <a:gd name="connsiteX112-3481" fmla="*/ 1695 w 10000"/>
              <a:gd name="connsiteY112-3482" fmla="*/ 9563 h 10000"/>
              <a:gd name="connsiteX113-3483" fmla="*/ 1426 w 10000"/>
              <a:gd name="connsiteY113-3484" fmla="*/ 9688 h 10000"/>
              <a:gd name="connsiteX114-3485" fmla="*/ 1241 w 10000"/>
              <a:gd name="connsiteY114-3486" fmla="*/ 9688 h 10000"/>
              <a:gd name="connsiteX115-3487" fmla="*/ 1158 w 10000"/>
              <a:gd name="connsiteY115-3488" fmla="*/ 9792 h 10000"/>
              <a:gd name="connsiteX116-3489" fmla="*/ 974 w 10000"/>
              <a:gd name="connsiteY116-3490" fmla="*/ 9792 h 10000"/>
              <a:gd name="connsiteX117-3491" fmla="*/ 889 w 10000"/>
              <a:gd name="connsiteY117-3492" fmla="*/ 9896 h 10000"/>
              <a:gd name="connsiteX118-3493" fmla="*/ 806 w 10000"/>
              <a:gd name="connsiteY118-3494" fmla="*/ 9896 h 10000"/>
              <a:gd name="connsiteX119-3495" fmla="*/ 721 w 10000"/>
              <a:gd name="connsiteY119-3496" fmla="*/ 9896 h 10000"/>
              <a:gd name="connsiteX120-3497" fmla="*/ 537 w 10000"/>
              <a:gd name="connsiteY120-3498" fmla="*/ 10000 h 10000"/>
              <a:gd name="connsiteX121-3499" fmla="*/ 453 w 10000"/>
              <a:gd name="connsiteY121-3500" fmla="*/ 9896 h 10000"/>
              <a:gd name="connsiteX122-3501" fmla="*/ 369 w 10000"/>
              <a:gd name="connsiteY122-3502" fmla="*/ 9896 h 10000"/>
              <a:gd name="connsiteX123-3503" fmla="*/ 269 w 10000"/>
              <a:gd name="connsiteY123-3504" fmla="*/ 9792 h 10000"/>
              <a:gd name="connsiteX124-3505" fmla="*/ 184 w 10000"/>
              <a:gd name="connsiteY124-3506" fmla="*/ 9563 h 10000"/>
              <a:gd name="connsiteX125-3507" fmla="*/ 101 w 10000"/>
              <a:gd name="connsiteY125-3508" fmla="*/ 9356 h 10000"/>
              <a:gd name="connsiteX126-3509" fmla="*/ 0 w 10000"/>
              <a:gd name="connsiteY126-3510" fmla="*/ 9231 h 10000"/>
              <a:gd name="connsiteX127-3511" fmla="*/ 0 w 10000"/>
              <a:gd name="connsiteY127-3512" fmla="*/ 9127 h 10000"/>
              <a:gd name="connsiteX128-3513" fmla="*/ 0 w 10000"/>
              <a:gd name="connsiteY128-3514" fmla="*/ 9023 h 10000"/>
              <a:gd name="connsiteX129-3515" fmla="*/ 0 w 10000"/>
              <a:gd name="connsiteY129-3516" fmla="*/ 9023 h 10000"/>
              <a:gd name="connsiteX130-3517" fmla="*/ 101 w 10000"/>
              <a:gd name="connsiteY130-3518" fmla="*/ 8919 h 10000"/>
              <a:gd name="connsiteX131-3519" fmla="*/ 184 w 10000"/>
              <a:gd name="connsiteY131-3520" fmla="*/ 8794 h 10000"/>
              <a:gd name="connsiteX132-3521" fmla="*/ 369 w 10000"/>
              <a:gd name="connsiteY132-3522" fmla="*/ 8690 h 10000"/>
              <a:gd name="connsiteX133-3523" fmla="*/ 537 w 10000"/>
              <a:gd name="connsiteY133-3524" fmla="*/ 8586 h 10000"/>
              <a:gd name="connsiteX134-3525" fmla="*/ 621 w 10000"/>
              <a:gd name="connsiteY134-3526" fmla="*/ 8462 h 10000"/>
              <a:gd name="connsiteX135-3527" fmla="*/ 721 w 10000"/>
              <a:gd name="connsiteY135-3528" fmla="*/ 8358 h 10000"/>
              <a:gd name="connsiteX136-3529" fmla="*/ 889 w 10000"/>
              <a:gd name="connsiteY136-3530" fmla="*/ 8254 h 10000"/>
              <a:gd name="connsiteX137-3531" fmla="*/ 1073 w 10000"/>
              <a:gd name="connsiteY137-3532" fmla="*/ 8025 h 10000"/>
              <a:gd name="connsiteX138-3533" fmla="*/ 1158 w 10000"/>
              <a:gd name="connsiteY138-3534" fmla="*/ 7921 h 10000"/>
              <a:gd name="connsiteX139-3535" fmla="*/ 1342 w 10000"/>
              <a:gd name="connsiteY139-3536" fmla="*/ 7692 h 10000"/>
              <a:gd name="connsiteX140-3537" fmla="*/ 1510 w 10000"/>
              <a:gd name="connsiteY140-3538" fmla="*/ 7484 h 10000"/>
              <a:gd name="connsiteX141-3539" fmla="*/ 1510 w 10000"/>
              <a:gd name="connsiteY141-3540" fmla="*/ 7484 h 10000"/>
              <a:gd name="connsiteX0-3541" fmla="*/ 1510 w 10000"/>
              <a:gd name="connsiteY0-3542" fmla="*/ 7484 h 10000"/>
              <a:gd name="connsiteX1-3543" fmla="*/ 1695 w 10000"/>
              <a:gd name="connsiteY1-3544" fmla="*/ 7152 h 10000"/>
              <a:gd name="connsiteX2-3545" fmla="*/ 1946 w 10000"/>
              <a:gd name="connsiteY2-3546" fmla="*/ 6819 h 10000"/>
              <a:gd name="connsiteX3-3547" fmla="*/ 2131 w 10000"/>
              <a:gd name="connsiteY3-3548" fmla="*/ 6486 h 10000"/>
              <a:gd name="connsiteX4-3549" fmla="*/ 2399 w 10000"/>
              <a:gd name="connsiteY4-3550" fmla="*/ 6050 h 10000"/>
              <a:gd name="connsiteX5-3551" fmla="*/ 2667 w 10000"/>
              <a:gd name="connsiteY5-3552" fmla="*/ 5509 h 10000"/>
              <a:gd name="connsiteX6-3553" fmla="*/ 2936 w 10000"/>
              <a:gd name="connsiteY6-3554" fmla="*/ 4948 h 10000"/>
              <a:gd name="connsiteX7-3555" fmla="*/ 3188 w 10000"/>
              <a:gd name="connsiteY7-3556" fmla="*/ 4304 h 10000"/>
              <a:gd name="connsiteX8-3557" fmla="*/ 3540 w 10000"/>
              <a:gd name="connsiteY8-3558" fmla="*/ 3638 h 10000"/>
              <a:gd name="connsiteX9-3559" fmla="*/ 3809 w 10000"/>
              <a:gd name="connsiteY9-3560" fmla="*/ 2973 h 10000"/>
              <a:gd name="connsiteX10-3561" fmla="*/ 4077 w 10000"/>
              <a:gd name="connsiteY10-3562" fmla="*/ 2432 h 10000"/>
              <a:gd name="connsiteX11-3563" fmla="*/ 4262 w 10000"/>
              <a:gd name="connsiteY11-3564" fmla="*/ 1871 h 10000"/>
              <a:gd name="connsiteX12-3565" fmla="*/ 4429 w 10000"/>
              <a:gd name="connsiteY12-3566" fmla="*/ 1435 h 10000"/>
              <a:gd name="connsiteX13-3567" fmla="*/ 4514 w 10000"/>
              <a:gd name="connsiteY13-3568" fmla="*/ 1102 h 10000"/>
              <a:gd name="connsiteX14-3569" fmla="*/ 4614 w 10000"/>
              <a:gd name="connsiteY14-3570" fmla="*/ 769 h 10000"/>
              <a:gd name="connsiteX15-3571" fmla="*/ 4614 w 10000"/>
              <a:gd name="connsiteY15-3572" fmla="*/ 665 h 10000"/>
              <a:gd name="connsiteX16-3573" fmla="*/ 4614 w 10000"/>
              <a:gd name="connsiteY16-3574" fmla="*/ 437 h 10000"/>
              <a:gd name="connsiteX17-3575" fmla="*/ 4514 w 10000"/>
              <a:gd name="connsiteY17-3576" fmla="*/ 437 h 10000"/>
              <a:gd name="connsiteX18-3577" fmla="*/ 4514 w 10000"/>
              <a:gd name="connsiteY18-3578" fmla="*/ 333 h 10000"/>
              <a:gd name="connsiteX19-3579" fmla="*/ 4429 w 10000"/>
              <a:gd name="connsiteY19-3580" fmla="*/ 229 h 10000"/>
              <a:gd name="connsiteX20-3581" fmla="*/ 4429 w 10000"/>
              <a:gd name="connsiteY20-3582" fmla="*/ 229 h 10000"/>
              <a:gd name="connsiteX21-3583" fmla="*/ 4429 w 10000"/>
              <a:gd name="connsiteY21-3584" fmla="*/ 125 h 10000"/>
              <a:gd name="connsiteX22-3585" fmla="*/ 4429 w 10000"/>
              <a:gd name="connsiteY22-3586" fmla="*/ 0 h 10000"/>
              <a:gd name="connsiteX23-3587" fmla="*/ 4514 w 10000"/>
              <a:gd name="connsiteY23-3588" fmla="*/ 0 h 10000"/>
              <a:gd name="connsiteX24-3589" fmla="*/ 4698 w 10000"/>
              <a:gd name="connsiteY24-3590" fmla="*/ 0 h 10000"/>
              <a:gd name="connsiteX25-3591" fmla="*/ 4882 w 10000"/>
              <a:gd name="connsiteY25-3592" fmla="*/ 0 h 10000"/>
              <a:gd name="connsiteX26-3593" fmla="*/ 5134 w 10000"/>
              <a:gd name="connsiteY26-3594" fmla="*/ 0 h 10000"/>
              <a:gd name="connsiteX27-3595" fmla="*/ 5318 w 10000"/>
              <a:gd name="connsiteY27-3596" fmla="*/ 125 h 10000"/>
              <a:gd name="connsiteX28-3597" fmla="*/ 5587 w 10000"/>
              <a:gd name="connsiteY28-3598" fmla="*/ 229 h 10000"/>
              <a:gd name="connsiteX29-3599" fmla="*/ 5755 w 10000"/>
              <a:gd name="connsiteY29-3600" fmla="*/ 333 h 10000"/>
              <a:gd name="connsiteX30-3601" fmla="*/ 5940 w 10000"/>
              <a:gd name="connsiteY30-3602" fmla="*/ 437 h 10000"/>
              <a:gd name="connsiteX31-3603" fmla="*/ 6108 w 10000"/>
              <a:gd name="connsiteY31-3604" fmla="*/ 665 h 10000"/>
              <a:gd name="connsiteX32-3605" fmla="*/ 6208 w 10000"/>
              <a:gd name="connsiteY32-3606" fmla="*/ 769 h 10000"/>
              <a:gd name="connsiteX33-3607" fmla="*/ 6208 w 10000"/>
              <a:gd name="connsiteY33-3608" fmla="*/ 894 h 10000"/>
              <a:gd name="connsiteX34-3609" fmla="*/ 6208 w 10000"/>
              <a:gd name="connsiteY34-3610" fmla="*/ 998 h 10000"/>
              <a:gd name="connsiteX35-3611" fmla="*/ 6208 w 10000"/>
              <a:gd name="connsiteY35-3612" fmla="*/ 1206 h 10000"/>
              <a:gd name="connsiteX36-3613" fmla="*/ 6108 w 10000"/>
              <a:gd name="connsiteY36-3614" fmla="*/ 1331 h 10000"/>
              <a:gd name="connsiteX37-3615" fmla="*/ 6023 w 10000"/>
              <a:gd name="connsiteY37-3616" fmla="*/ 1538 h 10000"/>
              <a:gd name="connsiteX38-3617" fmla="*/ 5856 w 10000"/>
              <a:gd name="connsiteY38-3618" fmla="*/ 1767 h 10000"/>
              <a:gd name="connsiteX39-3619" fmla="*/ 5671 w 10000"/>
              <a:gd name="connsiteY39-3620" fmla="*/ 1975 h 10000"/>
              <a:gd name="connsiteX40-3621" fmla="*/ 5587 w 10000"/>
              <a:gd name="connsiteY40-3622" fmla="*/ 2204 h 10000"/>
              <a:gd name="connsiteX41-3623" fmla="*/ 5403 w 10000"/>
              <a:gd name="connsiteY41-3624" fmla="*/ 2432 h 10000"/>
              <a:gd name="connsiteX42-3625" fmla="*/ 5235 w 10000"/>
              <a:gd name="connsiteY42-3626" fmla="*/ 2744 h 10000"/>
              <a:gd name="connsiteX43-3627" fmla="*/ 5050 w 10000"/>
              <a:gd name="connsiteY43-3628" fmla="*/ 3077 h 10000"/>
              <a:gd name="connsiteX44-3629" fmla="*/ 4782 w 10000"/>
              <a:gd name="connsiteY44-3630" fmla="*/ 3514 h 10000"/>
              <a:gd name="connsiteX45-3631" fmla="*/ 4614 w 10000"/>
              <a:gd name="connsiteY45-3632" fmla="*/ 3971 h 10000"/>
              <a:gd name="connsiteX46-3633" fmla="*/ 4346 w 10000"/>
              <a:gd name="connsiteY46-3634" fmla="*/ 4407 h 10000"/>
              <a:gd name="connsiteX47-3635" fmla="*/ 3993 w 10000"/>
              <a:gd name="connsiteY47-3636" fmla="*/ 4948 h 10000"/>
              <a:gd name="connsiteX48-3637" fmla="*/ 3724 w 10000"/>
              <a:gd name="connsiteY48-3638" fmla="*/ 5385 h 10000"/>
              <a:gd name="connsiteX49-3639" fmla="*/ 3540 w 10000"/>
              <a:gd name="connsiteY49-3640" fmla="*/ 5842 h 10000"/>
              <a:gd name="connsiteX50-3641" fmla="*/ 3289 w 10000"/>
              <a:gd name="connsiteY50-3642" fmla="*/ 6279 h 10000"/>
              <a:gd name="connsiteX51-3643" fmla="*/ 3020 w 10000"/>
              <a:gd name="connsiteY51-3644" fmla="*/ 6611 h 10000"/>
              <a:gd name="connsiteX52-3645" fmla="*/ 2835 w 10000"/>
              <a:gd name="connsiteY52-3646" fmla="*/ 6923 h 10000"/>
              <a:gd name="connsiteX53-3647" fmla="*/ 2667 w 10000"/>
              <a:gd name="connsiteY53-3648" fmla="*/ 7256 h 10000"/>
              <a:gd name="connsiteX54-3649" fmla="*/ 2483 w 10000"/>
              <a:gd name="connsiteY54-3650" fmla="*/ 7484 h 10000"/>
              <a:gd name="connsiteX55-3651" fmla="*/ 2315 w 10000"/>
              <a:gd name="connsiteY55-3652" fmla="*/ 7692 h 10000"/>
              <a:gd name="connsiteX56-3653" fmla="*/ 2131 w 10000"/>
              <a:gd name="connsiteY56-3654" fmla="*/ 7921 h 10000"/>
              <a:gd name="connsiteX57-3655" fmla="*/ 2047 w 10000"/>
              <a:gd name="connsiteY57-3656" fmla="*/ 8150 h 10000"/>
              <a:gd name="connsiteX58-3657" fmla="*/ 1946 w 10000"/>
              <a:gd name="connsiteY58-3658" fmla="*/ 8254 h 10000"/>
              <a:gd name="connsiteX59-3659" fmla="*/ 1863 w 10000"/>
              <a:gd name="connsiteY59-3660" fmla="*/ 8358 h 10000"/>
              <a:gd name="connsiteX60-3661" fmla="*/ 1778 w 10000"/>
              <a:gd name="connsiteY60-3662" fmla="*/ 8462 h 10000"/>
              <a:gd name="connsiteX61-3663" fmla="*/ 1778 w 10000"/>
              <a:gd name="connsiteY61-3664" fmla="*/ 8586 h 10000"/>
              <a:gd name="connsiteX62-3665" fmla="*/ 1778 w 10000"/>
              <a:gd name="connsiteY62-3666" fmla="*/ 8586 h 10000"/>
              <a:gd name="connsiteX63-3667" fmla="*/ 1863 w 10000"/>
              <a:gd name="connsiteY63-3668" fmla="*/ 8586 h 10000"/>
              <a:gd name="connsiteX64-3669" fmla="*/ 1946 w 10000"/>
              <a:gd name="connsiteY64-3670" fmla="*/ 8690 h 10000"/>
              <a:gd name="connsiteX65-3671" fmla="*/ 2047 w 10000"/>
              <a:gd name="connsiteY65-3672" fmla="*/ 8690 h 10000"/>
              <a:gd name="connsiteX66-3673" fmla="*/ 2215 w 10000"/>
              <a:gd name="connsiteY66-3674" fmla="*/ 8690 h 10000"/>
              <a:gd name="connsiteX67-3675" fmla="*/ 2315 w 10000"/>
              <a:gd name="connsiteY67-3676" fmla="*/ 8586 h 10000"/>
              <a:gd name="connsiteX68-3677" fmla="*/ 2399 w 10000"/>
              <a:gd name="connsiteY68-3678" fmla="*/ 8586 h 10000"/>
              <a:gd name="connsiteX69-3679" fmla="*/ 2567 w 10000"/>
              <a:gd name="connsiteY69-3680" fmla="*/ 8586 h 10000"/>
              <a:gd name="connsiteX70-3681" fmla="*/ 2752 w 10000"/>
              <a:gd name="connsiteY70-3682" fmla="*/ 8586 h 10000"/>
              <a:gd name="connsiteX71-3683" fmla="*/ 2936 w 10000"/>
              <a:gd name="connsiteY71-3684" fmla="*/ 8462 h 10000"/>
              <a:gd name="connsiteX72-3685" fmla="*/ 3104 w 10000"/>
              <a:gd name="connsiteY72-3686" fmla="*/ 8462 h 10000"/>
              <a:gd name="connsiteX73-3687" fmla="*/ 3372 w 10000"/>
              <a:gd name="connsiteY73-3688" fmla="*/ 8462 h 10000"/>
              <a:gd name="connsiteX74-3689" fmla="*/ 3641 w 10000"/>
              <a:gd name="connsiteY74-3690" fmla="*/ 8462 h 10000"/>
              <a:gd name="connsiteX75-3691" fmla="*/ 3993 w 10000"/>
              <a:gd name="connsiteY75-3692" fmla="*/ 8358 h 10000"/>
              <a:gd name="connsiteX76-3693" fmla="*/ 4346 w 10000"/>
              <a:gd name="connsiteY76-3694" fmla="*/ 8358 h 10000"/>
              <a:gd name="connsiteX77-3695" fmla="*/ 4698 w 10000"/>
              <a:gd name="connsiteY77-3696" fmla="*/ 8358 h 10000"/>
              <a:gd name="connsiteX78-3697" fmla="*/ 5050 w 10000"/>
              <a:gd name="connsiteY78-3698" fmla="*/ 8254 h 10000"/>
              <a:gd name="connsiteX79-3699" fmla="*/ 5486 w 10000"/>
              <a:gd name="connsiteY79-3700" fmla="*/ 8150 h 10000"/>
              <a:gd name="connsiteX80-3701" fmla="*/ 5940 w 10000"/>
              <a:gd name="connsiteY80-3702" fmla="*/ 8150 h 10000"/>
              <a:gd name="connsiteX81-3703" fmla="*/ 6460 w 10000"/>
              <a:gd name="connsiteY81-3704" fmla="*/ 8025 h 10000"/>
              <a:gd name="connsiteX82-3705" fmla="*/ 6912 w 10000"/>
              <a:gd name="connsiteY82-3706" fmla="*/ 8025 h 10000"/>
              <a:gd name="connsiteX83-3707" fmla="*/ 7433 w 10000"/>
              <a:gd name="connsiteY83-3708" fmla="*/ 7921 h 10000"/>
              <a:gd name="connsiteX84-3709" fmla="*/ 7886 w 10000"/>
              <a:gd name="connsiteY84-3710" fmla="*/ 7817 h 10000"/>
              <a:gd name="connsiteX85-3711" fmla="*/ 8322 w 10000"/>
              <a:gd name="connsiteY85-3712" fmla="*/ 7817 h 10000"/>
              <a:gd name="connsiteX86-3713" fmla="*/ 8590 w 10000"/>
              <a:gd name="connsiteY86-3714" fmla="*/ 7692 h 10000"/>
              <a:gd name="connsiteX87-3715" fmla="*/ 8859 w 10000"/>
              <a:gd name="connsiteY87-3716" fmla="*/ 7692 h 10000"/>
              <a:gd name="connsiteX88-3717" fmla="*/ 9295 w 10000"/>
              <a:gd name="connsiteY88-3718" fmla="*/ 7692 h 10000"/>
              <a:gd name="connsiteX89-3719" fmla="*/ 10000 w 10000"/>
              <a:gd name="connsiteY89-3720" fmla="*/ 8462 h 10000"/>
              <a:gd name="connsiteX90-3721" fmla="*/ 9748 w 10000"/>
              <a:gd name="connsiteY90-3722" fmla="*/ 8586 h 10000"/>
              <a:gd name="connsiteX91-3723" fmla="*/ 9563 w 10000"/>
              <a:gd name="connsiteY91-3724" fmla="*/ 8586 h 10000"/>
              <a:gd name="connsiteX92-3725" fmla="*/ 9295 w 10000"/>
              <a:gd name="connsiteY92-3726" fmla="*/ 8586 h 10000"/>
              <a:gd name="connsiteX93-3727" fmla="*/ 9026 w 10000"/>
              <a:gd name="connsiteY93-3728" fmla="*/ 8586 h 10000"/>
              <a:gd name="connsiteX94-3729" fmla="*/ 8775 w 10000"/>
              <a:gd name="connsiteY94-3730" fmla="*/ 8586 h 10000"/>
              <a:gd name="connsiteX95-3731" fmla="*/ 8507 w 10000"/>
              <a:gd name="connsiteY95-3732" fmla="*/ 8586 h 10000"/>
              <a:gd name="connsiteX96-3733" fmla="*/ 8155 w 10000"/>
              <a:gd name="connsiteY96-3734" fmla="*/ 8586 h 10000"/>
              <a:gd name="connsiteX97-3735" fmla="*/ 7802 w 10000"/>
              <a:gd name="connsiteY97-3736" fmla="*/ 8586 h 10000"/>
              <a:gd name="connsiteX98-3737" fmla="*/ 7433 w 10000"/>
              <a:gd name="connsiteY98-3738" fmla="*/ 8690 h 10000"/>
              <a:gd name="connsiteX99-3739" fmla="*/ 6997 w 10000"/>
              <a:gd name="connsiteY99-3740" fmla="*/ 8690 h 10000"/>
              <a:gd name="connsiteX100-3741" fmla="*/ 6561 w 10000"/>
              <a:gd name="connsiteY100-3742" fmla="*/ 8690 h 10000"/>
              <a:gd name="connsiteX101-3743" fmla="*/ 5755 w 10000"/>
              <a:gd name="connsiteY101-3744" fmla="*/ 8794 h 10000"/>
              <a:gd name="connsiteX102-3745" fmla="*/ 4966 w 10000"/>
              <a:gd name="connsiteY102-3746" fmla="*/ 8919 h 10000"/>
              <a:gd name="connsiteX103-3747" fmla="*/ 4262 w 10000"/>
              <a:gd name="connsiteY103-3748" fmla="*/ 9023 h 10000"/>
              <a:gd name="connsiteX104-3749" fmla="*/ 3540 w 10000"/>
              <a:gd name="connsiteY104-3750" fmla="*/ 9127 h 10000"/>
              <a:gd name="connsiteX105-3751" fmla="*/ 3188 w 10000"/>
              <a:gd name="connsiteY105-3752" fmla="*/ 9127 h 10000"/>
              <a:gd name="connsiteX106-3753" fmla="*/ 2936 w 10000"/>
              <a:gd name="connsiteY106-3754" fmla="*/ 9231 h 10000"/>
              <a:gd name="connsiteX107-3755" fmla="*/ 2567 w 10000"/>
              <a:gd name="connsiteY107-3756" fmla="*/ 9356 h 10000"/>
              <a:gd name="connsiteX108-3757" fmla="*/ 2315 w 10000"/>
              <a:gd name="connsiteY108-3758" fmla="*/ 9356 h 10000"/>
              <a:gd name="connsiteX109-3759" fmla="*/ 2131 w 10000"/>
              <a:gd name="connsiteY109-3760" fmla="*/ 9459 h 10000"/>
              <a:gd name="connsiteX110-3761" fmla="*/ 1863 w 10000"/>
              <a:gd name="connsiteY110-3762" fmla="*/ 9459 h 10000"/>
              <a:gd name="connsiteX111-3763" fmla="*/ 1695 w 10000"/>
              <a:gd name="connsiteY111-3764" fmla="*/ 9563 h 10000"/>
              <a:gd name="connsiteX112-3765" fmla="*/ 1426 w 10000"/>
              <a:gd name="connsiteY112-3766" fmla="*/ 9688 h 10000"/>
              <a:gd name="connsiteX113-3767" fmla="*/ 1241 w 10000"/>
              <a:gd name="connsiteY113-3768" fmla="*/ 9688 h 10000"/>
              <a:gd name="connsiteX114-3769" fmla="*/ 1158 w 10000"/>
              <a:gd name="connsiteY114-3770" fmla="*/ 9792 h 10000"/>
              <a:gd name="connsiteX115-3771" fmla="*/ 974 w 10000"/>
              <a:gd name="connsiteY115-3772" fmla="*/ 9792 h 10000"/>
              <a:gd name="connsiteX116-3773" fmla="*/ 889 w 10000"/>
              <a:gd name="connsiteY116-3774" fmla="*/ 9896 h 10000"/>
              <a:gd name="connsiteX117-3775" fmla="*/ 806 w 10000"/>
              <a:gd name="connsiteY117-3776" fmla="*/ 9896 h 10000"/>
              <a:gd name="connsiteX118-3777" fmla="*/ 721 w 10000"/>
              <a:gd name="connsiteY118-3778" fmla="*/ 9896 h 10000"/>
              <a:gd name="connsiteX119-3779" fmla="*/ 537 w 10000"/>
              <a:gd name="connsiteY119-3780" fmla="*/ 10000 h 10000"/>
              <a:gd name="connsiteX120-3781" fmla="*/ 453 w 10000"/>
              <a:gd name="connsiteY120-3782" fmla="*/ 9896 h 10000"/>
              <a:gd name="connsiteX121-3783" fmla="*/ 369 w 10000"/>
              <a:gd name="connsiteY121-3784" fmla="*/ 9896 h 10000"/>
              <a:gd name="connsiteX122-3785" fmla="*/ 269 w 10000"/>
              <a:gd name="connsiteY122-3786" fmla="*/ 9792 h 10000"/>
              <a:gd name="connsiteX123-3787" fmla="*/ 184 w 10000"/>
              <a:gd name="connsiteY123-3788" fmla="*/ 9563 h 10000"/>
              <a:gd name="connsiteX124-3789" fmla="*/ 101 w 10000"/>
              <a:gd name="connsiteY124-3790" fmla="*/ 9356 h 10000"/>
              <a:gd name="connsiteX125-3791" fmla="*/ 0 w 10000"/>
              <a:gd name="connsiteY125-3792" fmla="*/ 9231 h 10000"/>
              <a:gd name="connsiteX126-3793" fmla="*/ 0 w 10000"/>
              <a:gd name="connsiteY126-3794" fmla="*/ 9127 h 10000"/>
              <a:gd name="connsiteX127-3795" fmla="*/ 0 w 10000"/>
              <a:gd name="connsiteY127-3796" fmla="*/ 9023 h 10000"/>
              <a:gd name="connsiteX128-3797" fmla="*/ 0 w 10000"/>
              <a:gd name="connsiteY128-3798" fmla="*/ 9023 h 10000"/>
              <a:gd name="connsiteX129-3799" fmla="*/ 101 w 10000"/>
              <a:gd name="connsiteY129-3800" fmla="*/ 8919 h 10000"/>
              <a:gd name="connsiteX130-3801" fmla="*/ 184 w 10000"/>
              <a:gd name="connsiteY130-3802" fmla="*/ 8794 h 10000"/>
              <a:gd name="connsiteX131-3803" fmla="*/ 369 w 10000"/>
              <a:gd name="connsiteY131-3804" fmla="*/ 8690 h 10000"/>
              <a:gd name="connsiteX132-3805" fmla="*/ 537 w 10000"/>
              <a:gd name="connsiteY132-3806" fmla="*/ 8586 h 10000"/>
              <a:gd name="connsiteX133-3807" fmla="*/ 621 w 10000"/>
              <a:gd name="connsiteY133-3808" fmla="*/ 8462 h 10000"/>
              <a:gd name="connsiteX134-3809" fmla="*/ 721 w 10000"/>
              <a:gd name="connsiteY134-3810" fmla="*/ 8358 h 10000"/>
              <a:gd name="connsiteX135-3811" fmla="*/ 889 w 10000"/>
              <a:gd name="connsiteY135-3812" fmla="*/ 8254 h 10000"/>
              <a:gd name="connsiteX136-3813" fmla="*/ 1073 w 10000"/>
              <a:gd name="connsiteY136-3814" fmla="*/ 8025 h 10000"/>
              <a:gd name="connsiteX137-3815" fmla="*/ 1158 w 10000"/>
              <a:gd name="connsiteY137-3816" fmla="*/ 7921 h 10000"/>
              <a:gd name="connsiteX138-3817" fmla="*/ 1342 w 10000"/>
              <a:gd name="connsiteY138-3818" fmla="*/ 7692 h 10000"/>
              <a:gd name="connsiteX139-3819" fmla="*/ 1510 w 10000"/>
              <a:gd name="connsiteY139-3820" fmla="*/ 7484 h 10000"/>
              <a:gd name="connsiteX140-3821" fmla="*/ 1510 w 10000"/>
              <a:gd name="connsiteY140-3822" fmla="*/ 7484 h 10000"/>
              <a:gd name="connsiteX0-3823" fmla="*/ 1510 w 10000"/>
              <a:gd name="connsiteY0-3824" fmla="*/ 7484 h 10000"/>
              <a:gd name="connsiteX1-3825" fmla="*/ 1695 w 10000"/>
              <a:gd name="connsiteY1-3826" fmla="*/ 7152 h 10000"/>
              <a:gd name="connsiteX2-3827" fmla="*/ 1946 w 10000"/>
              <a:gd name="connsiteY2-3828" fmla="*/ 6819 h 10000"/>
              <a:gd name="connsiteX3-3829" fmla="*/ 2131 w 10000"/>
              <a:gd name="connsiteY3-3830" fmla="*/ 6486 h 10000"/>
              <a:gd name="connsiteX4-3831" fmla="*/ 2399 w 10000"/>
              <a:gd name="connsiteY4-3832" fmla="*/ 6050 h 10000"/>
              <a:gd name="connsiteX5-3833" fmla="*/ 2667 w 10000"/>
              <a:gd name="connsiteY5-3834" fmla="*/ 5509 h 10000"/>
              <a:gd name="connsiteX6-3835" fmla="*/ 2936 w 10000"/>
              <a:gd name="connsiteY6-3836" fmla="*/ 4948 h 10000"/>
              <a:gd name="connsiteX7-3837" fmla="*/ 3188 w 10000"/>
              <a:gd name="connsiteY7-3838" fmla="*/ 4304 h 10000"/>
              <a:gd name="connsiteX8-3839" fmla="*/ 3540 w 10000"/>
              <a:gd name="connsiteY8-3840" fmla="*/ 3638 h 10000"/>
              <a:gd name="connsiteX9-3841" fmla="*/ 3809 w 10000"/>
              <a:gd name="connsiteY9-3842" fmla="*/ 2973 h 10000"/>
              <a:gd name="connsiteX10-3843" fmla="*/ 4077 w 10000"/>
              <a:gd name="connsiteY10-3844" fmla="*/ 2432 h 10000"/>
              <a:gd name="connsiteX11-3845" fmla="*/ 4262 w 10000"/>
              <a:gd name="connsiteY11-3846" fmla="*/ 1871 h 10000"/>
              <a:gd name="connsiteX12-3847" fmla="*/ 4429 w 10000"/>
              <a:gd name="connsiteY12-3848" fmla="*/ 1435 h 10000"/>
              <a:gd name="connsiteX13-3849" fmla="*/ 4514 w 10000"/>
              <a:gd name="connsiteY13-3850" fmla="*/ 1102 h 10000"/>
              <a:gd name="connsiteX14-3851" fmla="*/ 4614 w 10000"/>
              <a:gd name="connsiteY14-3852" fmla="*/ 769 h 10000"/>
              <a:gd name="connsiteX15-3853" fmla="*/ 4614 w 10000"/>
              <a:gd name="connsiteY15-3854" fmla="*/ 665 h 10000"/>
              <a:gd name="connsiteX16-3855" fmla="*/ 4614 w 10000"/>
              <a:gd name="connsiteY16-3856" fmla="*/ 437 h 10000"/>
              <a:gd name="connsiteX17-3857" fmla="*/ 4514 w 10000"/>
              <a:gd name="connsiteY17-3858" fmla="*/ 437 h 10000"/>
              <a:gd name="connsiteX18-3859" fmla="*/ 4514 w 10000"/>
              <a:gd name="connsiteY18-3860" fmla="*/ 333 h 10000"/>
              <a:gd name="connsiteX19-3861" fmla="*/ 4429 w 10000"/>
              <a:gd name="connsiteY19-3862" fmla="*/ 229 h 10000"/>
              <a:gd name="connsiteX20-3863" fmla="*/ 4429 w 10000"/>
              <a:gd name="connsiteY20-3864" fmla="*/ 229 h 10000"/>
              <a:gd name="connsiteX21-3865" fmla="*/ 4429 w 10000"/>
              <a:gd name="connsiteY21-3866" fmla="*/ 125 h 10000"/>
              <a:gd name="connsiteX22-3867" fmla="*/ 4429 w 10000"/>
              <a:gd name="connsiteY22-3868" fmla="*/ 0 h 10000"/>
              <a:gd name="connsiteX23-3869" fmla="*/ 4514 w 10000"/>
              <a:gd name="connsiteY23-3870" fmla="*/ 0 h 10000"/>
              <a:gd name="connsiteX24-3871" fmla="*/ 4698 w 10000"/>
              <a:gd name="connsiteY24-3872" fmla="*/ 0 h 10000"/>
              <a:gd name="connsiteX25-3873" fmla="*/ 4882 w 10000"/>
              <a:gd name="connsiteY25-3874" fmla="*/ 0 h 10000"/>
              <a:gd name="connsiteX26-3875" fmla="*/ 5134 w 10000"/>
              <a:gd name="connsiteY26-3876" fmla="*/ 0 h 10000"/>
              <a:gd name="connsiteX27-3877" fmla="*/ 5318 w 10000"/>
              <a:gd name="connsiteY27-3878" fmla="*/ 125 h 10000"/>
              <a:gd name="connsiteX28-3879" fmla="*/ 5587 w 10000"/>
              <a:gd name="connsiteY28-3880" fmla="*/ 229 h 10000"/>
              <a:gd name="connsiteX29-3881" fmla="*/ 5755 w 10000"/>
              <a:gd name="connsiteY29-3882" fmla="*/ 333 h 10000"/>
              <a:gd name="connsiteX30-3883" fmla="*/ 5940 w 10000"/>
              <a:gd name="connsiteY30-3884" fmla="*/ 437 h 10000"/>
              <a:gd name="connsiteX31-3885" fmla="*/ 6108 w 10000"/>
              <a:gd name="connsiteY31-3886" fmla="*/ 665 h 10000"/>
              <a:gd name="connsiteX32-3887" fmla="*/ 6208 w 10000"/>
              <a:gd name="connsiteY32-3888" fmla="*/ 769 h 10000"/>
              <a:gd name="connsiteX33-3889" fmla="*/ 6208 w 10000"/>
              <a:gd name="connsiteY33-3890" fmla="*/ 894 h 10000"/>
              <a:gd name="connsiteX34-3891" fmla="*/ 6208 w 10000"/>
              <a:gd name="connsiteY34-3892" fmla="*/ 998 h 10000"/>
              <a:gd name="connsiteX35-3893" fmla="*/ 6208 w 10000"/>
              <a:gd name="connsiteY35-3894" fmla="*/ 1206 h 10000"/>
              <a:gd name="connsiteX36-3895" fmla="*/ 6108 w 10000"/>
              <a:gd name="connsiteY36-3896" fmla="*/ 1331 h 10000"/>
              <a:gd name="connsiteX37-3897" fmla="*/ 6023 w 10000"/>
              <a:gd name="connsiteY37-3898" fmla="*/ 1538 h 10000"/>
              <a:gd name="connsiteX38-3899" fmla="*/ 5856 w 10000"/>
              <a:gd name="connsiteY38-3900" fmla="*/ 1767 h 10000"/>
              <a:gd name="connsiteX39-3901" fmla="*/ 5671 w 10000"/>
              <a:gd name="connsiteY39-3902" fmla="*/ 1975 h 10000"/>
              <a:gd name="connsiteX40-3903" fmla="*/ 5587 w 10000"/>
              <a:gd name="connsiteY40-3904" fmla="*/ 2204 h 10000"/>
              <a:gd name="connsiteX41-3905" fmla="*/ 5403 w 10000"/>
              <a:gd name="connsiteY41-3906" fmla="*/ 2432 h 10000"/>
              <a:gd name="connsiteX42-3907" fmla="*/ 5235 w 10000"/>
              <a:gd name="connsiteY42-3908" fmla="*/ 2744 h 10000"/>
              <a:gd name="connsiteX43-3909" fmla="*/ 5050 w 10000"/>
              <a:gd name="connsiteY43-3910" fmla="*/ 3077 h 10000"/>
              <a:gd name="connsiteX44-3911" fmla="*/ 4782 w 10000"/>
              <a:gd name="connsiteY44-3912" fmla="*/ 3514 h 10000"/>
              <a:gd name="connsiteX45-3913" fmla="*/ 4614 w 10000"/>
              <a:gd name="connsiteY45-3914" fmla="*/ 3971 h 10000"/>
              <a:gd name="connsiteX46-3915" fmla="*/ 4346 w 10000"/>
              <a:gd name="connsiteY46-3916" fmla="*/ 4407 h 10000"/>
              <a:gd name="connsiteX47-3917" fmla="*/ 3993 w 10000"/>
              <a:gd name="connsiteY47-3918" fmla="*/ 4948 h 10000"/>
              <a:gd name="connsiteX48-3919" fmla="*/ 3724 w 10000"/>
              <a:gd name="connsiteY48-3920" fmla="*/ 5385 h 10000"/>
              <a:gd name="connsiteX49-3921" fmla="*/ 3540 w 10000"/>
              <a:gd name="connsiteY49-3922" fmla="*/ 5842 h 10000"/>
              <a:gd name="connsiteX50-3923" fmla="*/ 3289 w 10000"/>
              <a:gd name="connsiteY50-3924" fmla="*/ 6279 h 10000"/>
              <a:gd name="connsiteX51-3925" fmla="*/ 3020 w 10000"/>
              <a:gd name="connsiteY51-3926" fmla="*/ 6611 h 10000"/>
              <a:gd name="connsiteX52-3927" fmla="*/ 2835 w 10000"/>
              <a:gd name="connsiteY52-3928" fmla="*/ 6923 h 10000"/>
              <a:gd name="connsiteX53-3929" fmla="*/ 2667 w 10000"/>
              <a:gd name="connsiteY53-3930" fmla="*/ 7256 h 10000"/>
              <a:gd name="connsiteX54-3931" fmla="*/ 2483 w 10000"/>
              <a:gd name="connsiteY54-3932" fmla="*/ 7484 h 10000"/>
              <a:gd name="connsiteX55-3933" fmla="*/ 2315 w 10000"/>
              <a:gd name="connsiteY55-3934" fmla="*/ 7692 h 10000"/>
              <a:gd name="connsiteX56-3935" fmla="*/ 2131 w 10000"/>
              <a:gd name="connsiteY56-3936" fmla="*/ 7921 h 10000"/>
              <a:gd name="connsiteX57-3937" fmla="*/ 2047 w 10000"/>
              <a:gd name="connsiteY57-3938" fmla="*/ 8150 h 10000"/>
              <a:gd name="connsiteX58-3939" fmla="*/ 1946 w 10000"/>
              <a:gd name="connsiteY58-3940" fmla="*/ 8254 h 10000"/>
              <a:gd name="connsiteX59-3941" fmla="*/ 1863 w 10000"/>
              <a:gd name="connsiteY59-3942" fmla="*/ 8358 h 10000"/>
              <a:gd name="connsiteX60-3943" fmla="*/ 1778 w 10000"/>
              <a:gd name="connsiteY60-3944" fmla="*/ 8462 h 10000"/>
              <a:gd name="connsiteX61-3945" fmla="*/ 1778 w 10000"/>
              <a:gd name="connsiteY61-3946" fmla="*/ 8586 h 10000"/>
              <a:gd name="connsiteX62-3947" fmla="*/ 1778 w 10000"/>
              <a:gd name="connsiteY62-3948" fmla="*/ 8586 h 10000"/>
              <a:gd name="connsiteX63-3949" fmla="*/ 1863 w 10000"/>
              <a:gd name="connsiteY63-3950" fmla="*/ 8586 h 10000"/>
              <a:gd name="connsiteX64-3951" fmla="*/ 1946 w 10000"/>
              <a:gd name="connsiteY64-3952" fmla="*/ 8690 h 10000"/>
              <a:gd name="connsiteX65-3953" fmla="*/ 2047 w 10000"/>
              <a:gd name="connsiteY65-3954" fmla="*/ 8690 h 10000"/>
              <a:gd name="connsiteX66-3955" fmla="*/ 2215 w 10000"/>
              <a:gd name="connsiteY66-3956" fmla="*/ 8690 h 10000"/>
              <a:gd name="connsiteX67-3957" fmla="*/ 2315 w 10000"/>
              <a:gd name="connsiteY67-3958" fmla="*/ 8586 h 10000"/>
              <a:gd name="connsiteX68-3959" fmla="*/ 2399 w 10000"/>
              <a:gd name="connsiteY68-3960" fmla="*/ 8586 h 10000"/>
              <a:gd name="connsiteX69-3961" fmla="*/ 2567 w 10000"/>
              <a:gd name="connsiteY69-3962" fmla="*/ 8586 h 10000"/>
              <a:gd name="connsiteX70-3963" fmla="*/ 2752 w 10000"/>
              <a:gd name="connsiteY70-3964" fmla="*/ 8586 h 10000"/>
              <a:gd name="connsiteX71-3965" fmla="*/ 2936 w 10000"/>
              <a:gd name="connsiteY71-3966" fmla="*/ 8462 h 10000"/>
              <a:gd name="connsiteX72-3967" fmla="*/ 3104 w 10000"/>
              <a:gd name="connsiteY72-3968" fmla="*/ 8462 h 10000"/>
              <a:gd name="connsiteX73-3969" fmla="*/ 3372 w 10000"/>
              <a:gd name="connsiteY73-3970" fmla="*/ 8462 h 10000"/>
              <a:gd name="connsiteX74-3971" fmla="*/ 3641 w 10000"/>
              <a:gd name="connsiteY74-3972" fmla="*/ 8462 h 10000"/>
              <a:gd name="connsiteX75-3973" fmla="*/ 3993 w 10000"/>
              <a:gd name="connsiteY75-3974" fmla="*/ 8358 h 10000"/>
              <a:gd name="connsiteX76-3975" fmla="*/ 4346 w 10000"/>
              <a:gd name="connsiteY76-3976" fmla="*/ 8358 h 10000"/>
              <a:gd name="connsiteX77-3977" fmla="*/ 4698 w 10000"/>
              <a:gd name="connsiteY77-3978" fmla="*/ 8358 h 10000"/>
              <a:gd name="connsiteX78-3979" fmla="*/ 5050 w 10000"/>
              <a:gd name="connsiteY78-3980" fmla="*/ 8254 h 10000"/>
              <a:gd name="connsiteX79-3981" fmla="*/ 5486 w 10000"/>
              <a:gd name="connsiteY79-3982" fmla="*/ 8150 h 10000"/>
              <a:gd name="connsiteX80-3983" fmla="*/ 5940 w 10000"/>
              <a:gd name="connsiteY80-3984" fmla="*/ 8150 h 10000"/>
              <a:gd name="connsiteX81-3985" fmla="*/ 6460 w 10000"/>
              <a:gd name="connsiteY81-3986" fmla="*/ 8025 h 10000"/>
              <a:gd name="connsiteX82-3987" fmla="*/ 6912 w 10000"/>
              <a:gd name="connsiteY82-3988" fmla="*/ 8025 h 10000"/>
              <a:gd name="connsiteX83-3989" fmla="*/ 7433 w 10000"/>
              <a:gd name="connsiteY83-3990" fmla="*/ 7921 h 10000"/>
              <a:gd name="connsiteX84-3991" fmla="*/ 7886 w 10000"/>
              <a:gd name="connsiteY84-3992" fmla="*/ 7817 h 10000"/>
              <a:gd name="connsiteX85-3993" fmla="*/ 8322 w 10000"/>
              <a:gd name="connsiteY85-3994" fmla="*/ 7817 h 10000"/>
              <a:gd name="connsiteX86-3995" fmla="*/ 8590 w 10000"/>
              <a:gd name="connsiteY86-3996" fmla="*/ 7692 h 10000"/>
              <a:gd name="connsiteX87-3997" fmla="*/ 8859 w 10000"/>
              <a:gd name="connsiteY87-3998" fmla="*/ 7692 h 10000"/>
              <a:gd name="connsiteX88-3999" fmla="*/ 10000 w 10000"/>
              <a:gd name="connsiteY88-4000" fmla="*/ 8462 h 10000"/>
              <a:gd name="connsiteX89-4001" fmla="*/ 9748 w 10000"/>
              <a:gd name="connsiteY89-4002" fmla="*/ 8586 h 10000"/>
              <a:gd name="connsiteX90-4003" fmla="*/ 9563 w 10000"/>
              <a:gd name="connsiteY90-4004" fmla="*/ 8586 h 10000"/>
              <a:gd name="connsiteX91-4005" fmla="*/ 9295 w 10000"/>
              <a:gd name="connsiteY91-4006" fmla="*/ 8586 h 10000"/>
              <a:gd name="connsiteX92-4007" fmla="*/ 9026 w 10000"/>
              <a:gd name="connsiteY92-4008" fmla="*/ 8586 h 10000"/>
              <a:gd name="connsiteX93-4009" fmla="*/ 8775 w 10000"/>
              <a:gd name="connsiteY93-4010" fmla="*/ 8586 h 10000"/>
              <a:gd name="connsiteX94-4011" fmla="*/ 8507 w 10000"/>
              <a:gd name="connsiteY94-4012" fmla="*/ 8586 h 10000"/>
              <a:gd name="connsiteX95-4013" fmla="*/ 8155 w 10000"/>
              <a:gd name="connsiteY95-4014" fmla="*/ 8586 h 10000"/>
              <a:gd name="connsiteX96-4015" fmla="*/ 7802 w 10000"/>
              <a:gd name="connsiteY96-4016" fmla="*/ 8586 h 10000"/>
              <a:gd name="connsiteX97-4017" fmla="*/ 7433 w 10000"/>
              <a:gd name="connsiteY97-4018" fmla="*/ 8690 h 10000"/>
              <a:gd name="connsiteX98-4019" fmla="*/ 6997 w 10000"/>
              <a:gd name="connsiteY98-4020" fmla="*/ 8690 h 10000"/>
              <a:gd name="connsiteX99-4021" fmla="*/ 6561 w 10000"/>
              <a:gd name="connsiteY99-4022" fmla="*/ 8690 h 10000"/>
              <a:gd name="connsiteX100-4023" fmla="*/ 5755 w 10000"/>
              <a:gd name="connsiteY100-4024" fmla="*/ 8794 h 10000"/>
              <a:gd name="connsiteX101-4025" fmla="*/ 4966 w 10000"/>
              <a:gd name="connsiteY101-4026" fmla="*/ 8919 h 10000"/>
              <a:gd name="connsiteX102-4027" fmla="*/ 4262 w 10000"/>
              <a:gd name="connsiteY102-4028" fmla="*/ 9023 h 10000"/>
              <a:gd name="connsiteX103-4029" fmla="*/ 3540 w 10000"/>
              <a:gd name="connsiteY103-4030" fmla="*/ 9127 h 10000"/>
              <a:gd name="connsiteX104-4031" fmla="*/ 3188 w 10000"/>
              <a:gd name="connsiteY104-4032" fmla="*/ 9127 h 10000"/>
              <a:gd name="connsiteX105-4033" fmla="*/ 2936 w 10000"/>
              <a:gd name="connsiteY105-4034" fmla="*/ 9231 h 10000"/>
              <a:gd name="connsiteX106-4035" fmla="*/ 2567 w 10000"/>
              <a:gd name="connsiteY106-4036" fmla="*/ 9356 h 10000"/>
              <a:gd name="connsiteX107-4037" fmla="*/ 2315 w 10000"/>
              <a:gd name="connsiteY107-4038" fmla="*/ 9356 h 10000"/>
              <a:gd name="connsiteX108-4039" fmla="*/ 2131 w 10000"/>
              <a:gd name="connsiteY108-4040" fmla="*/ 9459 h 10000"/>
              <a:gd name="connsiteX109-4041" fmla="*/ 1863 w 10000"/>
              <a:gd name="connsiteY109-4042" fmla="*/ 9459 h 10000"/>
              <a:gd name="connsiteX110-4043" fmla="*/ 1695 w 10000"/>
              <a:gd name="connsiteY110-4044" fmla="*/ 9563 h 10000"/>
              <a:gd name="connsiteX111-4045" fmla="*/ 1426 w 10000"/>
              <a:gd name="connsiteY111-4046" fmla="*/ 9688 h 10000"/>
              <a:gd name="connsiteX112-4047" fmla="*/ 1241 w 10000"/>
              <a:gd name="connsiteY112-4048" fmla="*/ 9688 h 10000"/>
              <a:gd name="connsiteX113-4049" fmla="*/ 1158 w 10000"/>
              <a:gd name="connsiteY113-4050" fmla="*/ 9792 h 10000"/>
              <a:gd name="connsiteX114-4051" fmla="*/ 974 w 10000"/>
              <a:gd name="connsiteY114-4052" fmla="*/ 9792 h 10000"/>
              <a:gd name="connsiteX115-4053" fmla="*/ 889 w 10000"/>
              <a:gd name="connsiteY115-4054" fmla="*/ 9896 h 10000"/>
              <a:gd name="connsiteX116-4055" fmla="*/ 806 w 10000"/>
              <a:gd name="connsiteY116-4056" fmla="*/ 9896 h 10000"/>
              <a:gd name="connsiteX117-4057" fmla="*/ 721 w 10000"/>
              <a:gd name="connsiteY117-4058" fmla="*/ 9896 h 10000"/>
              <a:gd name="connsiteX118-4059" fmla="*/ 537 w 10000"/>
              <a:gd name="connsiteY118-4060" fmla="*/ 10000 h 10000"/>
              <a:gd name="connsiteX119-4061" fmla="*/ 453 w 10000"/>
              <a:gd name="connsiteY119-4062" fmla="*/ 9896 h 10000"/>
              <a:gd name="connsiteX120-4063" fmla="*/ 369 w 10000"/>
              <a:gd name="connsiteY120-4064" fmla="*/ 9896 h 10000"/>
              <a:gd name="connsiteX121-4065" fmla="*/ 269 w 10000"/>
              <a:gd name="connsiteY121-4066" fmla="*/ 9792 h 10000"/>
              <a:gd name="connsiteX122-4067" fmla="*/ 184 w 10000"/>
              <a:gd name="connsiteY122-4068" fmla="*/ 9563 h 10000"/>
              <a:gd name="connsiteX123-4069" fmla="*/ 101 w 10000"/>
              <a:gd name="connsiteY123-4070" fmla="*/ 9356 h 10000"/>
              <a:gd name="connsiteX124-4071" fmla="*/ 0 w 10000"/>
              <a:gd name="connsiteY124-4072" fmla="*/ 9231 h 10000"/>
              <a:gd name="connsiteX125-4073" fmla="*/ 0 w 10000"/>
              <a:gd name="connsiteY125-4074" fmla="*/ 9127 h 10000"/>
              <a:gd name="connsiteX126-4075" fmla="*/ 0 w 10000"/>
              <a:gd name="connsiteY126-4076" fmla="*/ 9023 h 10000"/>
              <a:gd name="connsiteX127-4077" fmla="*/ 0 w 10000"/>
              <a:gd name="connsiteY127-4078" fmla="*/ 9023 h 10000"/>
              <a:gd name="connsiteX128-4079" fmla="*/ 101 w 10000"/>
              <a:gd name="connsiteY128-4080" fmla="*/ 8919 h 10000"/>
              <a:gd name="connsiteX129-4081" fmla="*/ 184 w 10000"/>
              <a:gd name="connsiteY129-4082" fmla="*/ 8794 h 10000"/>
              <a:gd name="connsiteX130-4083" fmla="*/ 369 w 10000"/>
              <a:gd name="connsiteY130-4084" fmla="*/ 8690 h 10000"/>
              <a:gd name="connsiteX131-4085" fmla="*/ 537 w 10000"/>
              <a:gd name="connsiteY131-4086" fmla="*/ 8586 h 10000"/>
              <a:gd name="connsiteX132-4087" fmla="*/ 621 w 10000"/>
              <a:gd name="connsiteY132-4088" fmla="*/ 8462 h 10000"/>
              <a:gd name="connsiteX133-4089" fmla="*/ 721 w 10000"/>
              <a:gd name="connsiteY133-4090" fmla="*/ 8358 h 10000"/>
              <a:gd name="connsiteX134-4091" fmla="*/ 889 w 10000"/>
              <a:gd name="connsiteY134-4092" fmla="*/ 8254 h 10000"/>
              <a:gd name="connsiteX135-4093" fmla="*/ 1073 w 10000"/>
              <a:gd name="connsiteY135-4094" fmla="*/ 8025 h 10000"/>
              <a:gd name="connsiteX136-4095" fmla="*/ 1158 w 10000"/>
              <a:gd name="connsiteY136-4096" fmla="*/ 7921 h 10000"/>
              <a:gd name="connsiteX137-4097" fmla="*/ 1342 w 10000"/>
              <a:gd name="connsiteY137-4098" fmla="*/ 7692 h 10000"/>
              <a:gd name="connsiteX138-4099" fmla="*/ 1510 w 10000"/>
              <a:gd name="connsiteY138-4100" fmla="*/ 7484 h 10000"/>
              <a:gd name="connsiteX139-4101" fmla="*/ 1510 w 10000"/>
              <a:gd name="connsiteY139-4102" fmla="*/ 7484 h 10000"/>
              <a:gd name="connsiteX0-4103" fmla="*/ 1510 w 10000"/>
              <a:gd name="connsiteY0-4104" fmla="*/ 7484 h 10000"/>
              <a:gd name="connsiteX1-4105" fmla="*/ 1695 w 10000"/>
              <a:gd name="connsiteY1-4106" fmla="*/ 7152 h 10000"/>
              <a:gd name="connsiteX2-4107" fmla="*/ 1946 w 10000"/>
              <a:gd name="connsiteY2-4108" fmla="*/ 6819 h 10000"/>
              <a:gd name="connsiteX3-4109" fmla="*/ 2131 w 10000"/>
              <a:gd name="connsiteY3-4110" fmla="*/ 6486 h 10000"/>
              <a:gd name="connsiteX4-4111" fmla="*/ 2399 w 10000"/>
              <a:gd name="connsiteY4-4112" fmla="*/ 6050 h 10000"/>
              <a:gd name="connsiteX5-4113" fmla="*/ 2667 w 10000"/>
              <a:gd name="connsiteY5-4114" fmla="*/ 5509 h 10000"/>
              <a:gd name="connsiteX6-4115" fmla="*/ 2936 w 10000"/>
              <a:gd name="connsiteY6-4116" fmla="*/ 4948 h 10000"/>
              <a:gd name="connsiteX7-4117" fmla="*/ 3188 w 10000"/>
              <a:gd name="connsiteY7-4118" fmla="*/ 4304 h 10000"/>
              <a:gd name="connsiteX8-4119" fmla="*/ 3540 w 10000"/>
              <a:gd name="connsiteY8-4120" fmla="*/ 3638 h 10000"/>
              <a:gd name="connsiteX9-4121" fmla="*/ 3809 w 10000"/>
              <a:gd name="connsiteY9-4122" fmla="*/ 2973 h 10000"/>
              <a:gd name="connsiteX10-4123" fmla="*/ 4077 w 10000"/>
              <a:gd name="connsiteY10-4124" fmla="*/ 2432 h 10000"/>
              <a:gd name="connsiteX11-4125" fmla="*/ 4262 w 10000"/>
              <a:gd name="connsiteY11-4126" fmla="*/ 1871 h 10000"/>
              <a:gd name="connsiteX12-4127" fmla="*/ 4429 w 10000"/>
              <a:gd name="connsiteY12-4128" fmla="*/ 1435 h 10000"/>
              <a:gd name="connsiteX13-4129" fmla="*/ 4514 w 10000"/>
              <a:gd name="connsiteY13-4130" fmla="*/ 1102 h 10000"/>
              <a:gd name="connsiteX14-4131" fmla="*/ 4614 w 10000"/>
              <a:gd name="connsiteY14-4132" fmla="*/ 769 h 10000"/>
              <a:gd name="connsiteX15-4133" fmla="*/ 4614 w 10000"/>
              <a:gd name="connsiteY15-4134" fmla="*/ 665 h 10000"/>
              <a:gd name="connsiteX16-4135" fmla="*/ 4614 w 10000"/>
              <a:gd name="connsiteY16-4136" fmla="*/ 437 h 10000"/>
              <a:gd name="connsiteX17-4137" fmla="*/ 4514 w 10000"/>
              <a:gd name="connsiteY17-4138" fmla="*/ 437 h 10000"/>
              <a:gd name="connsiteX18-4139" fmla="*/ 4514 w 10000"/>
              <a:gd name="connsiteY18-4140" fmla="*/ 333 h 10000"/>
              <a:gd name="connsiteX19-4141" fmla="*/ 4429 w 10000"/>
              <a:gd name="connsiteY19-4142" fmla="*/ 229 h 10000"/>
              <a:gd name="connsiteX20-4143" fmla="*/ 4429 w 10000"/>
              <a:gd name="connsiteY20-4144" fmla="*/ 229 h 10000"/>
              <a:gd name="connsiteX21-4145" fmla="*/ 4429 w 10000"/>
              <a:gd name="connsiteY21-4146" fmla="*/ 125 h 10000"/>
              <a:gd name="connsiteX22-4147" fmla="*/ 4429 w 10000"/>
              <a:gd name="connsiteY22-4148" fmla="*/ 0 h 10000"/>
              <a:gd name="connsiteX23-4149" fmla="*/ 4514 w 10000"/>
              <a:gd name="connsiteY23-4150" fmla="*/ 0 h 10000"/>
              <a:gd name="connsiteX24-4151" fmla="*/ 4698 w 10000"/>
              <a:gd name="connsiteY24-4152" fmla="*/ 0 h 10000"/>
              <a:gd name="connsiteX25-4153" fmla="*/ 4882 w 10000"/>
              <a:gd name="connsiteY25-4154" fmla="*/ 0 h 10000"/>
              <a:gd name="connsiteX26-4155" fmla="*/ 5134 w 10000"/>
              <a:gd name="connsiteY26-4156" fmla="*/ 0 h 10000"/>
              <a:gd name="connsiteX27-4157" fmla="*/ 5318 w 10000"/>
              <a:gd name="connsiteY27-4158" fmla="*/ 125 h 10000"/>
              <a:gd name="connsiteX28-4159" fmla="*/ 5587 w 10000"/>
              <a:gd name="connsiteY28-4160" fmla="*/ 229 h 10000"/>
              <a:gd name="connsiteX29-4161" fmla="*/ 5755 w 10000"/>
              <a:gd name="connsiteY29-4162" fmla="*/ 333 h 10000"/>
              <a:gd name="connsiteX30-4163" fmla="*/ 5940 w 10000"/>
              <a:gd name="connsiteY30-4164" fmla="*/ 437 h 10000"/>
              <a:gd name="connsiteX31-4165" fmla="*/ 6108 w 10000"/>
              <a:gd name="connsiteY31-4166" fmla="*/ 665 h 10000"/>
              <a:gd name="connsiteX32-4167" fmla="*/ 6208 w 10000"/>
              <a:gd name="connsiteY32-4168" fmla="*/ 769 h 10000"/>
              <a:gd name="connsiteX33-4169" fmla="*/ 6208 w 10000"/>
              <a:gd name="connsiteY33-4170" fmla="*/ 894 h 10000"/>
              <a:gd name="connsiteX34-4171" fmla="*/ 6208 w 10000"/>
              <a:gd name="connsiteY34-4172" fmla="*/ 998 h 10000"/>
              <a:gd name="connsiteX35-4173" fmla="*/ 6208 w 10000"/>
              <a:gd name="connsiteY35-4174" fmla="*/ 1206 h 10000"/>
              <a:gd name="connsiteX36-4175" fmla="*/ 6108 w 10000"/>
              <a:gd name="connsiteY36-4176" fmla="*/ 1331 h 10000"/>
              <a:gd name="connsiteX37-4177" fmla="*/ 6023 w 10000"/>
              <a:gd name="connsiteY37-4178" fmla="*/ 1538 h 10000"/>
              <a:gd name="connsiteX38-4179" fmla="*/ 5856 w 10000"/>
              <a:gd name="connsiteY38-4180" fmla="*/ 1767 h 10000"/>
              <a:gd name="connsiteX39-4181" fmla="*/ 5671 w 10000"/>
              <a:gd name="connsiteY39-4182" fmla="*/ 1975 h 10000"/>
              <a:gd name="connsiteX40-4183" fmla="*/ 5587 w 10000"/>
              <a:gd name="connsiteY40-4184" fmla="*/ 2204 h 10000"/>
              <a:gd name="connsiteX41-4185" fmla="*/ 5403 w 10000"/>
              <a:gd name="connsiteY41-4186" fmla="*/ 2432 h 10000"/>
              <a:gd name="connsiteX42-4187" fmla="*/ 5235 w 10000"/>
              <a:gd name="connsiteY42-4188" fmla="*/ 2744 h 10000"/>
              <a:gd name="connsiteX43-4189" fmla="*/ 5050 w 10000"/>
              <a:gd name="connsiteY43-4190" fmla="*/ 3077 h 10000"/>
              <a:gd name="connsiteX44-4191" fmla="*/ 4782 w 10000"/>
              <a:gd name="connsiteY44-4192" fmla="*/ 3514 h 10000"/>
              <a:gd name="connsiteX45-4193" fmla="*/ 4614 w 10000"/>
              <a:gd name="connsiteY45-4194" fmla="*/ 3971 h 10000"/>
              <a:gd name="connsiteX46-4195" fmla="*/ 4346 w 10000"/>
              <a:gd name="connsiteY46-4196" fmla="*/ 4407 h 10000"/>
              <a:gd name="connsiteX47-4197" fmla="*/ 3993 w 10000"/>
              <a:gd name="connsiteY47-4198" fmla="*/ 4948 h 10000"/>
              <a:gd name="connsiteX48-4199" fmla="*/ 3724 w 10000"/>
              <a:gd name="connsiteY48-4200" fmla="*/ 5385 h 10000"/>
              <a:gd name="connsiteX49-4201" fmla="*/ 3540 w 10000"/>
              <a:gd name="connsiteY49-4202" fmla="*/ 5842 h 10000"/>
              <a:gd name="connsiteX50-4203" fmla="*/ 3289 w 10000"/>
              <a:gd name="connsiteY50-4204" fmla="*/ 6279 h 10000"/>
              <a:gd name="connsiteX51-4205" fmla="*/ 3020 w 10000"/>
              <a:gd name="connsiteY51-4206" fmla="*/ 6611 h 10000"/>
              <a:gd name="connsiteX52-4207" fmla="*/ 2835 w 10000"/>
              <a:gd name="connsiteY52-4208" fmla="*/ 6923 h 10000"/>
              <a:gd name="connsiteX53-4209" fmla="*/ 2667 w 10000"/>
              <a:gd name="connsiteY53-4210" fmla="*/ 7256 h 10000"/>
              <a:gd name="connsiteX54-4211" fmla="*/ 2483 w 10000"/>
              <a:gd name="connsiteY54-4212" fmla="*/ 7484 h 10000"/>
              <a:gd name="connsiteX55-4213" fmla="*/ 2315 w 10000"/>
              <a:gd name="connsiteY55-4214" fmla="*/ 7692 h 10000"/>
              <a:gd name="connsiteX56-4215" fmla="*/ 2131 w 10000"/>
              <a:gd name="connsiteY56-4216" fmla="*/ 7921 h 10000"/>
              <a:gd name="connsiteX57-4217" fmla="*/ 2047 w 10000"/>
              <a:gd name="connsiteY57-4218" fmla="*/ 8150 h 10000"/>
              <a:gd name="connsiteX58-4219" fmla="*/ 1946 w 10000"/>
              <a:gd name="connsiteY58-4220" fmla="*/ 8254 h 10000"/>
              <a:gd name="connsiteX59-4221" fmla="*/ 1863 w 10000"/>
              <a:gd name="connsiteY59-4222" fmla="*/ 8358 h 10000"/>
              <a:gd name="connsiteX60-4223" fmla="*/ 1778 w 10000"/>
              <a:gd name="connsiteY60-4224" fmla="*/ 8462 h 10000"/>
              <a:gd name="connsiteX61-4225" fmla="*/ 1778 w 10000"/>
              <a:gd name="connsiteY61-4226" fmla="*/ 8586 h 10000"/>
              <a:gd name="connsiteX62-4227" fmla="*/ 1778 w 10000"/>
              <a:gd name="connsiteY62-4228" fmla="*/ 8586 h 10000"/>
              <a:gd name="connsiteX63-4229" fmla="*/ 1863 w 10000"/>
              <a:gd name="connsiteY63-4230" fmla="*/ 8586 h 10000"/>
              <a:gd name="connsiteX64-4231" fmla="*/ 1946 w 10000"/>
              <a:gd name="connsiteY64-4232" fmla="*/ 8690 h 10000"/>
              <a:gd name="connsiteX65-4233" fmla="*/ 2047 w 10000"/>
              <a:gd name="connsiteY65-4234" fmla="*/ 8690 h 10000"/>
              <a:gd name="connsiteX66-4235" fmla="*/ 2215 w 10000"/>
              <a:gd name="connsiteY66-4236" fmla="*/ 8690 h 10000"/>
              <a:gd name="connsiteX67-4237" fmla="*/ 2315 w 10000"/>
              <a:gd name="connsiteY67-4238" fmla="*/ 8586 h 10000"/>
              <a:gd name="connsiteX68-4239" fmla="*/ 2399 w 10000"/>
              <a:gd name="connsiteY68-4240" fmla="*/ 8586 h 10000"/>
              <a:gd name="connsiteX69-4241" fmla="*/ 2567 w 10000"/>
              <a:gd name="connsiteY69-4242" fmla="*/ 8586 h 10000"/>
              <a:gd name="connsiteX70-4243" fmla="*/ 2752 w 10000"/>
              <a:gd name="connsiteY70-4244" fmla="*/ 8586 h 10000"/>
              <a:gd name="connsiteX71-4245" fmla="*/ 2936 w 10000"/>
              <a:gd name="connsiteY71-4246" fmla="*/ 8462 h 10000"/>
              <a:gd name="connsiteX72-4247" fmla="*/ 3104 w 10000"/>
              <a:gd name="connsiteY72-4248" fmla="*/ 8462 h 10000"/>
              <a:gd name="connsiteX73-4249" fmla="*/ 3372 w 10000"/>
              <a:gd name="connsiteY73-4250" fmla="*/ 8462 h 10000"/>
              <a:gd name="connsiteX74-4251" fmla="*/ 3641 w 10000"/>
              <a:gd name="connsiteY74-4252" fmla="*/ 8462 h 10000"/>
              <a:gd name="connsiteX75-4253" fmla="*/ 3993 w 10000"/>
              <a:gd name="connsiteY75-4254" fmla="*/ 8358 h 10000"/>
              <a:gd name="connsiteX76-4255" fmla="*/ 4346 w 10000"/>
              <a:gd name="connsiteY76-4256" fmla="*/ 8358 h 10000"/>
              <a:gd name="connsiteX77-4257" fmla="*/ 4698 w 10000"/>
              <a:gd name="connsiteY77-4258" fmla="*/ 8358 h 10000"/>
              <a:gd name="connsiteX78-4259" fmla="*/ 5050 w 10000"/>
              <a:gd name="connsiteY78-4260" fmla="*/ 8254 h 10000"/>
              <a:gd name="connsiteX79-4261" fmla="*/ 5486 w 10000"/>
              <a:gd name="connsiteY79-4262" fmla="*/ 8150 h 10000"/>
              <a:gd name="connsiteX80-4263" fmla="*/ 5940 w 10000"/>
              <a:gd name="connsiteY80-4264" fmla="*/ 8150 h 10000"/>
              <a:gd name="connsiteX81-4265" fmla="*/ 6460 w 10000"/>
              <a:gd name="connsiteY81-4266" fmla="*/ 8025 h 10000"/>
              <a:gd name="connsiteX82-4267" fmla="*/ 6912 w 10000"/>
              <a:gd name="connsiteY82-4268" fmla="*/ 8025 h 10000"/>
              <a:gd name="connsiteX83-4269" fmla="*/ 7433 w 10000"/>
              <a:gd name="connsiteY83-4270" fmla="*/ 7921 h 10000"/>
              <a:gd name="connsiteX84-4271" fmla="*/ 7886 w 10000"/>
              <a:gd name="connsiteY84-4272" fmla="*/ 7817 h 10000"/>
              <a:gd name="connsiteX85-4273" fmla="*/ 8322 w 10000"/>
              <a:gd name="connsiteY85-4274" fmla="*/ 7817 h 10000"/>
              <a:gd name="connsiteX86-4275" fmla="*/ 8590 w 10000"/>
              <a:gd name="connsiteY86-4276" fmla="*/ 7692 h 10000"/>
              <a:gd name="connsiteX87-4277" fmla="*/ 10000 w 10000"/>
              <a:gd name="connsiteY87-4278" fmla="*/ 8462 h 10000"/>
              <a:gd name="connsiteX88-4279" fmla="*/ 9748 w 10000"/>
              <a:gd name="connsiteY88-4280" fmla="*/ 8586 h 10000"/>
              <a:gd name="connsiteX89-4281" fmla="*/ 9563 w 10000"/>
              <a:gd name="connsiteY89-4282" fmla="*/ 8586 h 10000"/>
              <a:gd name="connsiteX90-4283" fmla="*/ 9295 w 10000"/>
              <a:gd name="connsiteY90-4284" fmla="*/ 8586 h 10000"/>
              <a:gd name="connsiteX91-4285" fmla="*/ 9026 w 10000"/>
              <a:gd name="connsiteY91-4286" fmla="*/ 8586 h 10000"/>
              <a:gd name="connsiteX92-4287" fmla="*/ 8775 w 10000"/>
              <a:gd name="connsiteY92-4288" fmla="*/ 8586 h 10000"/>
              <a:gd name="connsiteX93-4289" fmla="*/ 8507 w 10000"/>
              <a:gd name="connsiteY93-4290" fmla="*/ 8586 h 10000"/>
              <a:gd name="connsiteX94-4291" fmla="*/ 8155 w 10000"/>
              <a:gd name="connsiteY94-4292" fmla="*/ 8586 h 10000"/>
              <a:gd name="connsiteX95-4293" fmla="*/ 7802 w 10000"/>
              <a:gd name="connsiteY95-4294" fmla="*/ 8586 h 10000"/>
              <a:gd name="connsiteX96-4295" fmla="*/ 7433 w 10000"/>
              <a:gd name="connsiteY96-4296" fmla="*/ 8690 h 10000"/>
              <a:gd name="connsiteX97-4297" fmla="*/ 6997 w 10000"/>
              <a:gd name="connsiteY97-4298" fmla="*/ 8690 h 10000"/>
              <a:gd name="connsiteX98-4299" fmla="*/ 6561 w 10000"/>
              <a:gd name="connsiteY98-4300" fmla="*/ 8690 h 10000"/>
              <a:gd name="connsiteX99-4301" fmla="*/ 5755 w 10000"/>
              <a:gd name="connsiteY99-4302" fmla="*/ 8794 h 10000"/>
              <a:gd name="connsiteX100-4303" fmla="*/ 4966 w 10000"/>
              <a:gd name="connsiteY100-4304" fmla="*/ 8919 h 10000"/>
              <a:gd name="connsiteX101-4305" fmla="*/ 4262 w 10000"/>
              <a:gd name="connsiteY101-4306" fmla="*/ 9023 h 10000"/>
              <a:gd name="connsiteX102-4307" fmla="*/ 3540 w 10000"/>
              <a:gd name="connsiteY102-4308" fmla="*/ 9127 h 10000"/>
              <a:gd name="connsiteX103-4309" fmla="*/ 3188 w 10000"/>
              <a:gd name="connsiteY103-4310" fmla="*/ 9127 h 10000"/>
              <a:gd name="connsiteX104-4311" fmla="*/ 2936 w 10000"/>
              <a:gd name="connsiteY104-4312" fmla="*/ 9231 h 10000"/>
              <a:gd name="connsiteX105-4313" fmla="*/ 2567 w 10000"/>
              <a:gd name="connsiteY105-4314" fmla="*/ 9356 h 10000"/>
              <a:gd name="connsiteX106-4315" fmla="*/ 2315 w 10000"/>
              <a:gd name="connsiteY106-4316" fmla="*/ 9356 h 10000"/>
              <a:gd name="connsiteX107-4317" fmla="*/ 2131 w 10000"/>
              <a:gd name="connsiteY107-4318" fmla="*/ 9459 h 10000"/>
              <a:gd name="connsiteX108-4319" fmla="*/ 1863 w 10000"/>
              <a:gd name="connsiteY108-4320" fmla="*/ 9459 h 10000"/>
              <a:gd name="connsiteX109-4321" fmla="*/ 1695 w 10000"/>
              <a:gd name="connsiteY109-4322" fmla="*/ 9563 h 10000"/>
              <a:gd name="connsiteX110-4323" fmla="*/ 1426 w 10000"/>
              <a:gd name="connsiteY110-4324" fmla="*/ 9688 h 10000"/>
              <a:gd name="connsiteX111-4325" fmla="*/ 1241 w 10000"/>
              <a:gd name="connsiteY111-4326" fmla="*/ 9688 h 10000"/>
              <a:gd name="connsiteX112-4327" fmla="*/ 1158 w 10000"/>
              <a:gd name="connsiteY112-4328" fmla="*/ 9792 h 10000"/>
              <a:gd name="connsiteX113-4329" fmla="*/ 974 w 10000"/>
              <a:gd name="connsiteY113-4330" fmla="*/ 9792 h 10000"/>
              <a:gd name="connsiteX114-4331" fmla="*/ 889 w 10000"/>
              <a:gd name="connsiteY114-4332" fmla="*/ 9896 h 10000"/>
              <a:gd name="connsiteX115-4333" fmla="*/ 806 w 10000"/>
              <a:gd name="connsiteY115-4334" fmla="*/ 9896 h 10000"/>
              <a:gd name="connsiteX116-4335" fmla="*/ 721 w 10000"/>
              <a:gd name="connsiteY116-4336" fmla="*/ 9896 h 10000"/>
              <a:gd name="connsiteX117-4337" fmla="*/ 537 w 10000"/>
              <a:gd name="connsiteY117-4338" fmla="*/ 10000 h 10000"/>
              <a:gd name="connsiteX118-4339" fmla="*/ 453 w 10000"/>
              <a:gd name="connsiteY118-4340" fmla="*/ 9896 h 10000"/>
              <a:gd name="connsiteX119-4341" fmla="*/ 369 w 10000"/>
              <a:gd name="connsiteY119-4342" fmla="*/ 9896 h 10000"/>
              <a:gd name="connsiteX120-4343" fmla="*/ 269 w 10000"/>
              <a:gd name="connsiteY120-4344" fmla="*/ 9792 h 10000"/>
              <a:gd name="connsiteX121-4345" fmla="*/ 184 w 10000"/>
              <a:gd name="connsiteY121-4346" fmla="*/ 9563 h 10000"/>
              <a:gd name="connsiteX122-4347" fmla="*/ 101 w 10000"/>
              <a:gd name="connsiteY122-4348" fmla="*/ 9356 h 10000"/>
              <a:gd name="connsiteX123-4349" fmla="*/ 0 w 10000"/>
              <a:gd name="connsiteY123-4350" fmla="*/ 9231 h 10000"/>
              <a:gd name="connsiteX124-4351" fmla="*/ 0 w 10000"/>
              <a:gd name="connsiteY124-4352" fmla="*/ 9127 h 10000"/>
              <a:gd name="connsiteX125-4353" fmla="*/ 0 w 10000"/>
              <a:gd name="connsiteY125-4354" fmla="*/ 9023 h 10000"/>
              <a:gd name="connsiteX126-4355" fmla="*/ 0 w 10000"/>
              <a:gd name="connsiteY126-4356" fmla="*/ 9023 h 10000"/>
              <a:gd name="connsiteX127-4357" fmla="*/ 101 w 10000"/>
              <a:gd name="connsiteY127-4358" fmla="*/ 8919 h 10000"/>
              <a:gd name="connsiteX128-4359" fmla="*/ 184 w 10000"/>
              <a:gd name="connsiteY128-4360" fmla="*/ 8794 h 10000"/>
              <a:gd name="connsiteX129-4361" fmla="*/ 369 w 10000"/>
              <a:gd name="connsiteY129-4362" fmla="*/ 8690 h 10000"/>
              <a:gd name="connsiteX130-4363" fmla="*/ 537 w 10000"/>
              <a:gd name="connsiteY130-4364" fmla="*/ 8586 h 10000"/>
              <a:gd name="connsiteX131-4365" fmla="*/ 621 w 10000"/>
              <a:gd name="connsiteY131-4366" fmla="*/ 8462 h 10000"/>
              <a:gd name="connsiteX132-4367" fmla="*/ 721 w 10000"/>
              <a:gd name="connsiteY132-4368" fmla="*/ 8358 h 10000"/>
              <a:gd name="connsiteX133-4369" fmla="*/ 889 w 10000"/>
              <a:gd name="connsiteY133-4370" fmla="*/ 8254 h 10000"/>
              <a:gd name="connsiteX134-4371" fmla="*/ 1073 w 10000"/>
              <a:gd name="connsiteY134-4372" fmla="*/ 8025 h 10000"/>
              <a:gd name="connsiteX135-4373" fmla="*/ 1158 w 10000"/>
              <a:gd name="connsiteY135-4374" fmla="*/ 7921 h 10000"/>
              <a:gd name="connsiteX136-4375" fmla="*/ 1342 w 10000"/>
              <a:gd name="connsiteY136-4376" fmla="*/ 7692 h 10000"/>
              <a:gd name="connsiteX137-4377" fmla="*/ 1510 w 10000"/>
              <a:gd name="connsiteY137-4378" fmla="*/ 7484 h 10000"/>
              <a:gd name="connsiteX138-4379" fmla="*/ 1510 w 10000"/>
              <a:gd name="connsiteY138-4380" fmla="*/ 7484 h 10000"/>
              <a:gd name="connsiteX0-4381" fmla="*/ 1510 w 10000"/>
              <a:gd name="connsiteY0-4382" fmla="*/ 7484 h 10000"/>
              <a:gd name="connsiteX1-4383" fmla="*/ 1695 w 10000"/>
              <a:gd name="connsiteY1-4384" fmla="*/ 7152 h 10000"/>
              <a:gd name="connsiteX2-4385" fmla="*/ 1946 w 10000"/>
              <a:gd name="connsiteY2-4386" fmla="*/ 6819 h 10000"/>
              <a:gd name="connsiteX3-4387" fmla="*/ 2131 w 10000"/>
              <a:gd name="connsiteY3-4388" fmla="*/ 6486 h 10000"/>
              <a:gd name="connsiteX4-4389" fmla="*/ 2399 w 10000"/>
              <a:gd name="connsiteY4-4390" fmla="*/ 6050 h 10000"/>
              <a:gd name="connsiteX5-4391" fmla="*/ 2667 w 10000"/>
              <a:gd name="connsiteY5-4392" fmla="*/ 5509 h 10000"/>
              <a:gd name="connsiteX6-4393" fmla="*/ 2936 w 10000"/>
              <a:gd name="connsiteY6-4394" fmla="*/ 4948 h 10000"/>
              <a:gd name="connsiteX7-4395" fmla="*/ 3188 w 10000"/>
              <a:gd name="connsiteY7-4396" fmla="*/ 4304 h 10000"/>
              <a:gd name="connsiteX8-4397" fmla="*/ 3540 w 10000"/>
              <a:gd name="connsiteY8-4398" fmla="*/ 3638 h 10000"/>
              <a:gd name="connsiteX9-4399" fmla="*/ 3809 w 10000"/>
              <a:gd name="connsiteY9-4400" fmla="*/ 2973 h 10000"/>
              <a:gd name="connsiteX10-4401" fmla="*/ 4077 w 10000"/>
              <a:gd name="connsiteY10-4402" fmla="*/ 2432 h 10000"/>
              <a:gd name="connsiteX11-4403" fmla="*/ 4262 w 10000"/>
              <a:gd name="connsiteY11-4404" fmla="*/ 1871 h 10000"/>
              <a:gd name="connsiteX12-4405" fmla="*/ 4429 w 10000"/>
              <a:gd name="connsiteY12-4406" fmla="*/ 1435 h 10000"/>
              <a:gd name="connsiteX13-4407" fmla="*/ 4514 w 10000"/>
              <a:gd name="connsiteY13-4408" fmla="*/ 1102 h 10000"/>
              <a:gd name="connsiteX14-4409" fmla="*/ 4614 w 10000"/>
              <a:gd name="connsiteY14-4410" fmla="*/ 769 h 10000"/>
              <a:gd name="connsiteX15-4411" fmla="*/ 4614 w 10000"/>
              <a:gd name="connsiteY15-4412" fmla="*/ 665 h 10000"/>
              <a:gd name="connsiteX16-4413" fmla="*/ 4614 w 10000"/>
              <a:gd name="connsiteY16-4414" fmla="*/ 437 h 10000"/>
              <a:gd name="connsiteX17-4415" fmla="*/ 4514 w 10000"/>
              <a:gd name="connsiteY17-4416" fmla="*/ 437 h 10000"/>
              <a:gd name="connsiteX18-4417" fmla="*/ 4514 w 10000"/>
              <a:gd name="connsiteY18-4418" fmla="*/ 333 h 10000"/>
              <a:gd name="connsiteX19-4419" fmla="*/ 4429 w 10000"/>
              <a:gd name="connsiteY19-4420" fmla="*/ 229 h 10000"/>
              <a:gd name="connsiteX20-4421" fmla="*/ 4429 w 10000"/>
              <a:gd name="connsiteY20-4422" fmla="*/ 229 h 10000"/>
              <a:gd name="connsiteX21-4423" fmla="*/ 4429 w 10000"/>
              <a:gd name="connsiteY21-4424" fmla="*/ 125 h 10000"/>
              <a:gd name="connsiteX22-4425" fmla="*/ 4429 w 10000"/>
              <a:gd name="connsiteY22-4426" fmla="*/ 0 h 10000"/>
              <a:gd name="connsiteX23-4427" fmla="*/ 4514 w 10000"/>
              <a:gd name="connsiteY23-4428" fmla="*/ 0 h 10000"/>
              <a:gd name="connsiteX24-4429" fmla="*/ 4698 w 10000"/>
              <a:gd name="connsiteY24-4430" fmla="*/ 0 h 10000"/>
              <a:gd name="connsiteX25-4431" fmla="*/ 4882 w 10000"/>
              <a:gd name="connsiteY25-4432" fmla="*/ 0 h 10000"/>
              <a:gd name="connsiteX26-4433" fmla="*/ 5134 w 10000"/>
              <a:gd name="connsiteY26-4434" fmla="*/ 0 h 10000"/>
              <a:gd name="connsiteX27-4435" fmla="*/ 5318 w 10000"/>
              <a:gd name="connsiteY27-4436" fmla="*/ 125 h 10000"/>
              <a:gd name="connsiteX28-4437" fmla="*/ 5587 w 10000"/>
              <a:gd name="connsiteY28-4438" fmla="*/ 229 h 10000"/>
              <a:gd name="connsiteX29-4439" fmla="*/ 5755 w 10000"/>
              <a:gd name="connsiteY29-4440" fmla="*/ 333 h 10000"/>
              <a:gd name="connsiteX30-4441" fmla="*/ 5940 w 10000"/>
              <a:gd name="connsiteY30-4442" fmla="*/ 437 h 10000"/>
              <a:gd name="connsiteX31-4443" fmla="*/ 6108 w 10000"/>
              <a:gd name="connsiteY31-4444" fmla="*/ 665 h 10000"/>
              <a:gd name="connsiteX32-4445" fmla="*/ 6208 w 10000"/>
              <a:gd name="connsiteY32-4446" fmla="*/ 769 h 10000"/>
              <a:gd name="connsiteX33-4447" fmla="*/ 6208 w 10000"/>
              <a:gd name="connsiteY33-4448" fmla="*/ 894 h 10000"/>
              <a:gd name="connsiteX34-4449" fmla="*/ 6208 w 10000"/>
              <a:gd name="connsiteY34-4450" fmla="*/ 998 h 10000"/>
              <a:gd name="connsiteX35-4451" fmla="*/ 6208 w 10000"/>
              <a:gd name="connsiteY35-4452" fmla="*/ 1206 h 10000"/>
              <a:gd name="connsiteX36-4453" fmla="*/ 6108 w 10000"/>
              <a:gd name="connsiteY36-4454" fmla="*/ 1331 h 10000"/>
              <a:gd name="connsiteX37-4455" fmla="*/ 6023 w 10000"/>
              <a:gd name="connsiteY37-4456" fmla="*/ 1538 h 10000"/>
              <a:gd name="connsiteX38-4457" fmla="*/ 5856 w 10000"/>
              <a:gd name="connsiteY38-4458" fmla="*/ 1767 h 10000"/>
              <a:gd name="connsiteX39-4459" fmla="*/ 5671 w 10000"/>
              <a:gd name="connsiteY39-4460" fmla="*/ 1975 h 10000"/>
              <a:gd name="connsiteX40-4461" fmla="*/ 5587 w 10000"/>
              <a:gd name="connsiteY40-4462" fmla="*/ 2204 h 10000"/>
              <a:gd name="connsiteX41-4463" fmla="*/ 5403 w 10000"/>
              <a:gd name="connsiteY41-4464" fmla="*/ 2432 h 10000"/>
              <a:gd name="connsiteX42-4465" fmla="*/ 5235 w 10000"/>
              <a:gd name="connsiteY42-4466" fmla="*/ 2744 h 10000"/>
              <a:gd name="connsiteX43-4467" fmla="*/ 5050 w 10000"/>
              <a:gd name="connsiteY43-4468" fmla="*/ 3077 h 10000"/>
              <a:gd name="connsiteX44-4469" fmla="*/ 4782 w 10000"/>
              <a:gd name="connsiteY44-4470" fmla="*/ 3514 h 10000"/>
              <a:gd name="connsiteX45-4471" fmla="*/ 4614 w 10000"/>
              <a:gd name="connsiteY45-4472" fmla="*/ 3971 h 10000"/>
              <a:gd name="connsiteX46-4473" fmla="*/ 4346 w 10000"/>
              <a:gd name="connsiteY46-4474" fmla="*/ 4407 h 10000"/>
              <a:gd name="connsiteX47-4475" fmla="*/ 3993 w 10000"/>
              <a:gd name="connsiteY47-4476" fmla="*/ 4948 h 10000"/>
              <a:gd name="connsiteX48-4477" fmla="*/ 3724 w 10000"/>
              <a:gd name="connsiteY48-4478" fmla="*/ 5385 h 10000"/>
              <a:gd name="connsiteX49-4479" fmla="*/ 3540 w 10000"/>
              <a:gd name="connsiteY49-4480" fmla="*/ 5842 h 10000"/>
              <a:gd name="connsiteX50-4481" fmla="*/ 3289 w 10000"/>
              <a:gd name="connsiteY50-4482" fmla="*/ 6279 h 10000"/>
              <a:gd name="connsiteX51-4483" fmla="*/ 3020 w 10000"/>
              <a:gd name="connsiteY51-4484" fmla="*/ 6611 h 10000"/>
              <a:gd name="connsiteX52-4485" fmla="*/ 2835 w 10000"/>
              <a:gd name="connsiteY52-4486" fmla="*/ 6923 h 10000"/>
              <a:gd name="connsiteX53-4487" fmla="*/ 2667 w 10000"/>
              <a:gd name="connsiteY53-4488" fmla="*/ 7256 h 10000"/>
              <a:gd name="connsiteX54-4489" fmla="*/ 2483 w 10000"/>
              <a:gd name="connsiteY54-4490" fmla="*/ 7484 h 10000"/>
              <a:gd name="connsiteX55-4491" fmla="*/ 2315 w 10000"/>
              <a:gd name="connsiteY55-4492" fmla="*/ 7692 h 10000"/>
              <a:gd name="connsiteX56-4493" fmla="*/ 2131 w 10000"/>
              <a:gd name="connsiteY56-4494" fmla="*/ 7921 h 10000"/>
              <a:gd name="connsiteX57-4495" fmla="*/ 2047 w 10000"/>
              <a:gd name="connsiteY57-4496" fmla="*/ 8150 h 10000"/>
              <a:gd name="connsiteX58-4497" fmla="*/ 1946 w 10000"/>
              <a:gd name="connsiteY58-4498" fmla="*/ 8254 h 10000"/>
              <a:gd name="connsiteX59-4499" fmla="*/ 1863 w 10000"/>
              <a:gd name="connsiteY59-4500" fmla="*/ 8358 h 10000"/>
              <a:gd name="connsiteX60-4501" fmla="*/ 1778 w 10000"/>
              <a:gd name="connsiteY60-4502" fmla="*/ 8462 h 10000"/>
              <a:gd name="connsiteX61-4503" fmla="*/ 1778 w 10000"/>
              <a:gd name="connsiteY61-4504" fmla="*/ 8586 h 10000"/>
              <a:gd name="connsiteX62-4505" fmla="*/ 1778 w 10000"/>
              <a:gd name="connsiteY62-4506" fmla="*/ 8586 h 10000"/>
              <a:gd name="connsiteX63-4507" fmla="*/ 1863 w 10000"/>
              <a:gd name="connsiteY63-4508" fmla="*/ 8586 h 10000"/>
              <a:gd name="connsiteX64-4509" fmla="*/ 1946 w 10000"/>
              <a:gd name="connsiteY64-4510" fmla="*/ 8690 h 10000"/>
              <a:gd name="connsiteX65-4511" fmla="*/ 2047 w 10000"/>
              <a:gd name="connsiteY65-4512" fmla="*/ 8690 h 10000"/>
              <a:gd name="connsiteX66-4513" fmla="*/ 2215 w 10000"/>
              <a:gd name="connsiteY66-4514" fmla="*/ 8690 h 10000"/>
              <a:gd name="connsiteX67-4515" fmla="*/ 2315 w 10000"/>
              <a:gd name="connsiteY67-4516" fmla="*/ 8586 h 10000"/>
              <a:gd name="connsiteX68-4517" fmla="*/ 2399 w 10000"/>
              <a:gd name="connsiteY68-4518" fmla="*/ 8586 h 10000"/>
              <a:gd name="connsiteX69-4519" fmla="*/ 2567 w 10000"/>
              <a:gd name="connsiteY69-4520" fmla="*/ 8586 h 10000"/>
              <a:gd name="connsiteX70-4521" fmla="*/ 2752 w 10000"/>
              <a:gd name="connsiteY70-4522" fmla="*/ 8586 h 10000"/>
              <a:gd name="connsiteX71-4523" fmla="*/ 2936 w 10000"/>
              <a:gd name="connsiteY71-4524" fmla="*/ 8462 h 10000"/>
              <a:gd name="connsiteX72-4525" fmla="*/ 3104 w 10000"/>
              <a:gd name="connsiteY72-4526" fmla="*/ 8462 h 10000"/>
              <a:gd name="connsiteX73-4527" fmla="*/ 3372 w 10000"/>
              <a:gd name="connsiteY73-4528" fmla="*/ 8462 h 10000"/>
              <a:gd name="connsiteX74-4529" fmla="*/ 3641 w 10000"/>
              <a:gd name="connsiteY74-4530" fmla="*/ 8462 h 10000"/>
              <a:gd name="connsiteX75-4531" fmla="*/ 3993 w 10000"/>
              <a:gd name="connsiteY75-4532" fmla="*/ 8358 h 10000"/>
              <a:gd name="connsiteX76-4533" fmla="*/ 4346 w 10000"/>
              <a:gd name="connsiteY76-4534" fmla="*/ 8358 h 10000"/>
              <a:gd name="connsiteX77-4535" fmla="*/ 4698 w 10000"/>
              <a:gd name="connsiteY77-4536" fmla="*/ 8358 h 10000"/>
              <a:gd name="connsiteX78-4537" fmla="*/ 5050 w 10000"/>
              <a:gd name="connsiteY78-4538" fmla="*/ 8254 h 10000"/>
              <a:gd name="connsiteX79-4539" fmla="*/ 5486 w 10000"/>
              <a:gd name="connsiteY79-4540" fmla="*/ 8150 h 10000"/>
              <a:gd name="connsiteX80-4541" fmla="*/ 5940 w 10000"/>
              <a:gd name="connsiteY80-4542" fmla="*/ 8150 h 10000"/>
              <a:gd name="connsiteX81-4543" fmla="*/ 6460 w 10000"/>
              <a:gd name="connsiteY81-4544" fmla="*/ 8025 h 10000"/>
              <a:gd name="connsiteX82-4545" fmla="*/ 6912 w 10000"/>
              <a:gd name="connsiteY82-4546" fmla="*/ 8025 h 10000"/>
              <a:gd name="connsiteX83-4547" fmla="*/ 7433 w 10000"/>
              <a:gd name="connsiteY83-4548" fmla="*/ 7921 h 10000"/>
              <a:gd name="connsiteX84-4549" fmla="*/ 7886 w 10000"/>
              <a:gd name="connsiteY84-4550" fmla="*/ 7817 h 10000"/>
              <a:gd name="connsiteX85-4551" fmla="*/ 8322 w 10000"/>
              <a:gd name="connsiteY85-4552" fmla="*/ 7817 h 10000"/>
              <a:gd name="connsiteX86-4553" fmla="*/ 10000 w 10000"/>
              <a:gd name="connsiteY86-4554" fmla="*/ 8462 h 10000"/>
              <a:gd name="connsiteX87-4555" fmla="*/ 9748 w 10000"/>
              <a:gd name="connsiteY87-4556" fmla="*/ 8586 h 10000"/>
              <a:gd name="connsiteX88-4557" fmla="*/ 9563 w 10000"/>
              <a:gd name="connsiteY88-4558" fmla="*/ 8586 h 10000"/>
              <a:gd name="connsiteX89-4559" fmla="*/ 9295 w 10000"/>
              <a:gd name="connsiteY89-4560" fmla="*/ 8586 h 10000"/>
              <a:gd name="connsiteX90-4561" fmla="*/ 9026 w 10000"/>
              <a:gd name="connsiteY90-4562" fmla="*/ 8586 h 10000"/>
              <a:gd name="connsiteX91-4563" fmla="*/ 8775 w 10000"/>
              <a:gd name="connsiteY91-4564" fmla="*/ 8586 h 10000"/>
              <a:gd name="connsiteX92-4565" fmla="*/ 8507 w 10000"/>
              <a:gd name="connsiteY92-4566" fmla="*/ 8586 h 10000"/>
              <a:gd name="connsiteX93-4567" fmla="*/ 8155 w 10000"/>
              <a:gd name="connsiteY93-4568" fmla="*/ 8586 h 10000"/>
              <a:gd name="connsiteX94-4569" fmla="*/ 7802 w 10000"/>
              <a:gd name="connsiteY94-4570" fmla="*/ 8586 h 10000"/>
              <a:gd name="connsiteX95-4571" fmla="*/ 7433 w 10000"/>
              <a:gd name="connsiteY95-4572" fmla="*/ 8690 h 10000"/>
              <a:gd name="connsiteX96-4573" fmla="*/ 6997 w 10000"/>
              <a:gd name="connsiteY96-4574" fmla="*/ 8690 h 10000"/>
              <a:gd name="connsiteX97-4575" fmla="*/ 6561 w 10000"/>
              <a:gd name="connsiteY97-4576" fmla="*/ 8690 h 10000"/>
              <a:gd name="connsiteX98-4577" fmla="*/ 5755 w 10000"/>
              <a:gd name="connsiteY98-4578" fmla="*/ 8794 h 10000"/>
              <a:gd name="connsiteX99-4579" fmla="*/ 4966 w 10000"/>
              <a:gd name="connsiteY99-4580" fmla="*/ 8919 h 10000"/>
              <a:gd name="connsiteX100-4581" fmla="*/ 4262 w 10000"/>
              <a:gd name="connsiteY100-4582" fmla="*/ 9023 h 10000"/>
              <a:gd name="connsiteX101-4583" fmla="*/ 3540 w 10000"/>
              <a:gd name="connsiteY101-4584" fmla="*/ 9127 h 10000"/>
              <a:gd name="connsiteX102-4585" fmla="*/ 3188 w 10000"/>
              <a:gd name="connsiteY102-4586" fmla="*/ 9127 h 10000"/>
              <a:gd name="connsiteX103-4587" fmla="*/ 2936 w 10000"/>
              <a:gd name="connsiteY103-4588" fmla="*/ 9231 h 10000"/>
              <a:gd name="connsiteX104-4589" fmla="*/ 2567 w 10000"/>
              <a:gd name="connsiteY104-4590" fmla="*/ 9356 h 10000"/>
              <a:gd name="connsiteX105-4591" fmla="*/ 2315 w 10000"/>
              <a:gd name="connsiteY105-4592" fmla="*/ 9356 h 10000"/>
              <a:gd name="connsiteX106-4593" fmla="*/ 2131 w 10000"/>
              <a:gd name="connsiteY106-4594" fmla="*/ 9459 h 10000"/>
              <a:gd name="connsiteX107-4595" fmla="*/ 1863 w 10000"/>
              <a:gd name="connsiteY107-4596" fmla="*/ 9459 h 10000"/>
              <a:gd name="connsiteX108-4597" fmla="*/ 1695 w 10000"/>
              <a:gd name="connsiteY108-4598" fmla="*/ 9563 h 10000"/>
              <a:gd name="connsiteX109-4599" fmla="*/ 1426 w 10000"/>
              <a:gd name="connsiteY109-4600" fmla="*/ 9688 h 10000"/>
              <a:gd name="connsiteX110-4601" fmla="*/ 1241 w 10000"/>
              <a:gd name="connsiteY110-4602" fmla="*/ 9688 h 10000"/>
              <a:gd name="connsiteX111-4603" fmla="*/ 1158 w 10000"/>
              <a:gd name="connsiteY111-4604" fmla="*/ 9792 h 10000"/>
              <a:gd name="connsiteX112-4605" fmla="*/ 974 w 10000"/>
              <a:gd name="connsiteY112-4606" fmla="*/ 9792 h 10000"/>
              <a:gd name="connsiteX113-4607" fmla="*/ 889 w 10000"/>
              <a:gd name="connsiteY113-4608" fmla="*/ 9896 h 10000"/>
              <a:gd name="connsiteX114-4609" fmla="*/ 806 w 10000"/>
              <a:gd name="connsiteY114-4610" fmla="*/ 9896 h 10000"/>
              <a:gd name="connsiteX115-4611" fmla="*/ 721 w 10000"/>
              <a:gd name="connsiteY115-4612" fmla="*/ 9896 h 10000"/>
              <a:gd name="connsiteX116-4613" fmla="*/ 537 w 10000"/>
              <a:gd name="connsiteY116-4614" fmla="*/ 10000 h 10000"/>
              <a:gd name="connsiteX117-4615" fmla="*/ 453 w 10000"/>
              <a:gd name="connsiteY117-4616" fmla="*/ 9896 h 10000"/>
              <a:gd name="connsiteX118-4617" fmla="*/ 369 w 10000"/>
              <a:gd name="connsiteY118-4618" fmla="*/ 9896 h 10000"/>
              <a:gd name="connsiteX119-4619" fmla="*/ 269 w 10000"/>
              <a:gd name="connsiteY119-4620" fmla="*/ 9792 h 10000"/>
              <a:gd name="connsiteX120-4621" fmla="*/ 184 w 10000"/>
              <a:gd name="connsiteY120-4622" fmla="*/ 9563 h 10000"/>
              <a:gd name="connsiteX121-4623" fmla="*/ 101 w 10000"/>
              <a:gd name="connsiteY121-4624" fmla="*/ 9356 h 10000"/>
              <a:gd name="connsiteX122-4625" fmla="*/ 0 w 10000"/>
              <a:gd name="connsiteY122-4626" fmla="*/ 9231 h 10000"/>
              <a:gd name="connsiteX123-4627" fmla="*/ 0 w 10000"/>
              <a:gd name="connsiteY123-4628" fmla="*/ 9127 h 10000"/>
              <a:gd name="connsiteX124-4629" fmla="*/ 0 w 10000"/>
              <a:gd name="connsiteY124-4630" fmla="*/ 9023 h 10000"/>
              <a:gd name="connsiteX125-4631" fmla="*/ 0 w 10000"/>
              <a:gd name="connsiteY125-4632" fmla="*/ 9023 h 10000"/>
              <a:gd name="connsiteX126-4633" fmla="*/ 101 w 10000"/>
              <a:gd name="connsiteY126-4634" fmla="*/ 8919 h 10000"/>
              <a:gd name="connsiteX127-4635" fmla="*/ 184 w 10000"/>
              <a:gd name="connsiteY127-4636" fmla="*/ 8794 h 10000"/>
              <a:gd name="connsiteX128-4637" fmla="*/ 369 w 10000"/>
              <a:gd name="connsiteY128-4638" fmla="*/ 8690 h 10000"/>
              <a:gd name="connsiteX129-4639" fmla="*/ 537 w 10000"/>
              <a:gd name="connsiteY129-4640" fmla="*/ 8586 h 10000"/>
              <a:gd name="connsiteX130-4641" fmla="*/ 621 w 10000"/>
              <a:gd name="connsiteY130-4642" fmla="*/ 8462 h 10000"/>
              <a:gd name="connsiteX131-4643" fmla="*/ 721 w 10000"/>
              <a:gd name="connsiteY131-4644" fmla="*/ 8358 h 10000"/>
              <a:gd name="connsiteX132-4645" fmla="*/ 889 w 10000"/>
              <a:gd name="connsiteY132-4646" fmla="*/ 8254 h 10000"/>
              <a:gd name="connsiteX133-4647" fmla="*/ 1073 w 10000"/>
              <a:gd name="connsiteY133-4648" fmla="*/ 8025 h 10000"/>
              <a:gd name="connsiteX134-4649" fmla="*/ 1158 w 10000"/>
              <a:gd name="connsiteY134-4650" fmla="*/ 7921 h 10000"/>
              <a:gd name="connsiteX135-4651" fmla="*/ 1342 w 10000"/>
              <a:gd name="connsiteY135-4652" fmla="*/ 7692 h 10000"/>
              <a:gd name="connsiteX136-4653" fmla="*/ 1510 w 10000"/>
              <a:gd name="connsiteY136-4654" fmla="*/ 7484 h 10000"/>
              <a:gd name="connsiteX137-4655" fmla="*/ 1510 w 10000"/>
              <a:gd name="connsiteY137-4656" fmla="*/ 7484 h 10000"/>
              <a:gd name="connsiteX0-4657" fmla="*/ 1510 w 10000"/>
              <a:gd name="connsiteY0-4658" fmla="*/ 7484 h 10000"/>
              <a:gd name="connsiteX1-4659" fmla="*/ 1695 w 10000"/>
              <a:gd name="connsiteY1-4660" fmla="*/ 7152 h 10000"/>
              <a:gd name="connsiteX2-4661" fmla="*/ 1946 w 10000"/>
              <a:gd name="connsiteY2-4662" fmla="*/ 6819 h 10000"/>
              <a:gd name="connsiteX3-4663" fmla="*/ 2131 w 10000"/>
              <a:gd name="connsiteY3-4664" fmla="*/ 6486 h 10000"/>
              <a:gd name="connsiteX4-4665" fmla="*/ 2399 w 10000"/>
              <a:gd name="connsiteY4-4666" fmla="*/ 6050 h 10000"/>
              <a:gd name="connsiteX5-4667" fmla="*/ 2667 w 10000"/>
              <a:gd name="connsiteY5-4668" fmla="*/ 5509 h 10000"/>
              <a:gd name="connsiteX6-4669" fmla="*/ 2936 w 10000"/>
              <a:gd name="connsiteY6-4670" fmla="*/ 4948 h 10000"/>
              <a:gd name="connsiteX7-4671" fmla="*/ 3188 w 10000"/>
              <a:gd name="connsiteY7-4672" fmla="*/ 4304 h 10000"/>
              <a:gd name="connsiteX8-4673" fmla="*/ 3540 w 10000"/>
              <a:gd name="connsiteY8-4674" fmla="*/ 3638 h 10000"/>
              <a:gd name="connsiteX9-4675" fmla="*/ 3809 w 10000"/>
              <a:gd name="connsiteY9-4676" fmla="*/ 2973 h 10000"/>
              <a:gd name="connsiteX10-4677" fmla="*/ 4077 w 10000"/>
              <a:gd name="connsiteY10-4678" fmla="*/ 2432 h 10000"/>
              <a:gd name="connsiteX11-4679" fmla="*/ 4262 w 10000"/>
              <a:gd name="connsiteY11-4680" fmla="*/ 1871 h 10000"/>
              <a:gd name="connsiteX12-4681" fmla="*/ 4429 w 10000"/>
              <a:gd name="connsiteY12-4682" fmla="*/ 1435 h 10000"/>
              <a:gd name="connsiteX13-4683" fmla="*/ 4514 w 10000"/>
              <a:gd name="connsiteY13-4684" fmla="*/ 1102 h 10000"/>
              <a:gd name="connsiteX14-4685" fmla="*/ 4614 w 10000"/>
              <a:gd name="connsiteY14-4686" fmla="*/ 769 h 10000"/>
              <a:gd name="connsiteX15-4687" fmla="*/ 4614 w 10000"/>
              <a:gd name="connsiteY15-4688" fmla="*/ 665 h 10000"/>
              <a:gd name="connsiteX16-4689" fmla="*/ 4614 w 10000"/>
              <a:gd name="connsiteY16-4690" fmla="*/ 437 h 10000"/>
              <a:gd name="connsiteX17-4691" fmla="*/ 4514 w 10000"/>
              <a:gd name="connsiteY17-4692" fmla="*/ 437 h 10000"/>
              <a:gd name="connsiteX18-4693" fmla="*/ 4514 w 10000"/>
              <a:gd name="connsiteY18-4694" fmla="*/ 333 h 10000"/>
              <a:gd name="connsiteX19-4695" fmla="*/ 4429 w 10000"/>
              <a:gd name="connsiteY19-4696" fmla="*/ 229 h 10000"/>
              <a:gd name="connsiteX20-4697" fmla="*/ 4429 w 10000"/>
              <a:gd name="connsiteY20-4698" fmla="*/ 229 h 10000"/>
              <a:gd name="connsiteX21-4699" fmla="*/ 4429 w 10000"/>
              <a:gd name="connsiteY21-4700" fmla="*/ 125 h 10000"/>
              <a:gd name="connsiteX22-4701" fmla="*/ 4429 w 10000"/>
              <a:gd name="connsiteY22-4702" fmla="*/ 0 h 10000"/>
              <a:gd name="connsiteX23-4703" fmla="*/ 4514 w 10000"/>
              <a:gd name="connsiteY23-4704" fmla="*/ 0 h 10000"/>
              <a:gd name="connsiteX24-4705" fmla="*/ 4698 w 10000"/>
              <a:gd name="connsiteY24-4706" fmla="*/ 0 h 10000"/>
              <a:gd name="connsiteX25-4707" fmla="*/ 4882 w 10000"/>
              <a:gd name="connsiteY25-4708" fmla="*/ 0 h 10000"/>
              <a:gd name="connsiteX26-4709" fmla="*/ 5134 w 10000"/>
              <a:gd name="connsiteY26-4710" fmla="*/ 0 h 10000"/>
              <a:gd name="connsiteX27-4711" fmla="*/ 5318 w 10000"/>
              <a:gd name="connsiteY27-4712" fmla="*/ 125 h 10000"/>
              <a:gd name="connsiteX28-4713" fmla="*/ 5587 w 10000"/>
              <a:gd name="connsiteY28-4714" fmla="*/ 229 h 10000"/>
              <a:gd name="connsiteX29-4715" fmla="*/ 5755 w 10000"/>
              <a:gd name="connsiteY29-4716" fmla="*/ 333 h 10000"/>
              <a:gd name="connsiteX30-4717" fmla="*/ 5940 w 10000"/>
              <a:gd name="connsiteY30-4718" fmla="*/ 437 h 10000"/>
              <a:gd name="connsiteX31-4719" fmla="*/ 6108 w 10000"/>
              <a:gd name="connsiteY31-4720" fmla="*/ 665 h 10000"/>
              <a:gd name="connsiteX32-4721" fmla="*/ 6208 w 10000"/>
              <a:gd name="connsiteY32-4722" fmla="*/ 769 h 10000"/>
              <a:gd name="connsiteX33-4723" fmla="*/ 6208 w 10000"/>
              <a:gd name="connsiteY33-4724" fmla="*/ 894 h 10000"/>
              <a:gd name="connsiteX34-4725" fmla="*/ 6208 w 10000"/>
              <a:gd name="connsiteY34-4726" fmla="*/ 998 h 10000"/>
              <a:gd name="connsiteX35-4727" fmla="*/ 6208 w 10000"/>
              <a:gd name="connsiteY35-4728" fmla="*/ 1206 h 10000"/>
              <a:gd name="connsiteX36-4729" fmla="*/ 6108 w 10000"/>
              <a:gd name="connsiteY36-4730" fmla="*/ 1331 h 10000"/>
              <a:gd name="connsiteX37-4731" fmla="*/ 6023 w 10000"/>
              <a:gd name="connsiteY37-4732" fmla="*/ 1538 h 10000"/>
              <a:gd name="connsiteX38-4733" fmla="*/ 5856 w 10000"/>
              <a:gd name="connsiteY38-4734" fmla="*/ 1767 h 10000"/>
              <a:gd name="connsiteX39-4735" fmla="*/ 5671 w 10000"/>
              <a:gd name="connsiteY39-4736" fmla="*/ 1975 h 10000"/>
              <a:gd name="connsiteX40-4737" fmla="*/ 5587 w 10000"/>
              <a:gd name="connsiteY40-4738" fmla="*/ 2204 h 10000"/>
              <a:gd name="connsiteX41-4739" fmla="*/ 5403 w 10000"/>
              <a:gd name="connsiteY41-4740" fmla="*/ 2432 h 10000"/>
              <a:gd name="connsiteX42-4741" fmla="*/ 5235 w 10000"/>
              <a:gd name="connsiteY42-4742" fmla="*/ 2744 h 10000"/>
              <a:gd name="connsiteX43-4743" fmla="*/ 5050 w 10000"/>
              <a:gd name="connsiteY43-4744" fmla="*/ 3077 h 10000"/>
              <a:gd name="connsiteX44-4745" fmla="*/ 4782 w 10000"/>
              <a:gd name="connsiteY44-4746" fmla="*/ 3514 h 10000"/>
              <a:gd name="connsiteX45-4747" fmla="*/ 4614 w 10000"/>
              <a:gd name="connsiteY45-4748" fmla="*/ 3971 h 10000"/>
              <a:gd name="connsiteX46-4749" fmla="*/ 4346 w 10000"/>
              <a:gd name="connsiteY46-4750" fmla="*/ 4407 h 10000"/>
              <a:gd name="connsiteX47-4751" fmla="*/ 3993 w 10000"/>
              <a:gd name="connsiteY47-4752" fmla="*/ 4948 h 10000"/>
              <a:gd name="connsiteX48-4753" fmla="*/ 3724 w 10000"/>
              <a:gd name="connsiteY48-4754" fmla="*/ 5385 h 10000"/>
              <a:gd name="connsiteX49-4755" fmla="*/ 3540 w 10000"/>
              <a:gd name="connsiteY49-4756" fmla="*/ 5842 h 10000"/>
              <a:gd name="connsiteX50-4757" fmla="*/ 3289 w 10000"/>
              <a:gd name="connsiteY50-4758" fmla="*/ 6279 h 10000"/>
              <a:gd name="connsiteX51-4759" fmla="*/ 3020 w 10000"/>
              <a:gd name="connsiteY51-4760" fmla="*/ 6611 h 10000"/>
              <a:gd name="connsiteX52-4761" fmla="*/ 2835 w 10000"/>
              <a:gd name="connsiteY52-4762" fmla="*/ 6923 h 10000"/>
              <a:gd name="connsiteX53-4763" fmla="*/ 2667 w 10000"/>
              <a:gd name="connsiteY53-4764" fmla="*/ 7256 h 10000"/>
              <a:gd name="connsiteX54-4765" fmla="*/ 2483 w 10000"/>
              <a:gd name="connsiteY54-4766" fmla="*/ 7484 h 10000"/>
              <a:gd name="connsiteX55-4767" fmla="*/ 2315 w 10000"/>
              <a:gd name="connsiteY55-4768" fmla="*/ 7692 h 10000"/>
              <a:gd name="connsiteX56-4769" fmla="*/ 2131 w 10000"/>
              <a:gd name="connsiteY56-4770" fmla="*/ 7921 h 10000"/>
              <a:gd name="connsiteX57-4771" fmla="*/ 2047 w 10000"/>
              <a:gd name="connsiteY57-4772" fmla="*/ 8150 h 10000"/>
              <a:gd name="connsiteX58-4773" fmla="*/ 1946 w 10000"/>
              <a:gd name="connsiteY58-4774" fmla="*/ 8254 h 10000"/>
              <a:gd name="connsiteX59-4775" fmla="*/ 1863 w 10000"/>
              <a:gd name="connsiteY59-4776" fmla="*/ 8358 h 10000"/>
              <a:gd name="connsiteX60-4777" fmla="*/ 1778 w 10000"/>
              <a:gd name="connsiteY60-4778" fmla="*/ 8462 h 10000"/>
              <a:gd name="connsiteX61-4779" fmla="*/ 1778 w 10000"/>
              <a:gd name="connsiteY61-4780" fmla="*/ 8586 h 10000"/>
              <a:gd name="connsiteX62-4781" fmla="*/ 1778 w 10000"/>
              <a:gd name="connsiteY62-4782" fmla="*/ 8586 h 10000"/>
              <a:gd name="connsiteX63-4783" fmla="*/ 1863 w 10000"/>
              <a:gd name="connsiteY63-4784" fmla="*/ 8586 h 10000"/>
              <a:gd name="connsiteX64-4785" fmla="*/ 1946 w 10000"/>
              <a:gd name="connsiteY64-4786" fmla="*/ 8690 h 10000"/>
              <a:gd name="connsiteX65-4787" fmla="*/ 2047 w 10000"/>
              <a:gd name="connsiteY65-4788" fmla="*/ 8690 h 10000"/>
              <a:gd name="connsiteX66-4789" fmla="*/ 2215 w 10000"/>
              <a:gd name="connsiteY66-4790" fmla="*/ 8690 h 10000"/>
              <a:gd name="connsiteX67-4791" fmla="*/ 2315 w 10000"/>
              <a:gd name="connsiteY67-4792" fmla="*/ 8586 h 10000"/>
              <a:gd name="connsiteX68-4793" fmla="*/ 2399 w 10000"/>
              <a:gd name="connsiteY68-4794" fmla="*/ 8586 h 10000"/>
              <a:gd name="connsiteX69-4795" fmla="*/ 2567 w 10000"/>
              <a:gd name="connsiteY69-4796" fmla="*/ 8586 h 10000"/>
              <a:gd name="connsiteX70-4797" fmla="*/ 2752 w 10000"/>
              <a:gd name="connsiteY70-4798" fmla="*/ 8586 h 10000"/>
              <a:gd name="connsiteX71-4799" fmla="*/ 2936 w 10000"/>
              <a:gd name="connsiteY71-4800" fmla="*/ 8462 h 10000"/>
              <a:gd name="connsiteX72-4801" fmla="*/ 3104 w 10000"/>
              <a:gd name="connsiteY72-4802" fmla="*/ 8462 h 10000"/>
              <a:gd name="connsiteX73-4803" fmla="*/ 3372 w 10000"/>
              <a:gd name="connsiteY73-4804" fmla="*/ 8462 h 10000"/>
              <a:gd name="connsiteX74-4805" fmla="*/ 3641 w 10000"/>
              <a:gd name="connsiteY74-4806" fmla="*/ 8462 h 10000"/>
              <a:gd name="connsiteX75-4807" fmla="*/ 3993 w 10000"/>
              <a:gd name="connsiteY75-4808" fmla="*/ 8358 h 10000"/>
              <a:gd name="connsiteX76-4809" fmla="*/ 4346 w 10000"/>
              <a:gd name="connsiteY76-4810" fmla="*/ 8358 h 10000"/>
              <a:gd name="connsiteX77-4811" fmla="*/ 4698 w 10000"/>
              <a:gd name="connsiteY77-4812" fmla="*/ 8358 h 10000"/>
              <a:gd name="connsiteX78-4813" fmla="*/ 5050 w 10000"/>
              <a:gd name="connsiteY78-4814" fmla="*/ 8254 h 10000"/>
              <a:gd name="connsiteX79-4815" fmla="*/ 5486 w 10000"/>
              <a:gd name="connsiteY79-4816" fmla="*/ 8150 h 10000"/>
              <a:gd name="connsiteX80-4817" fmla="*/ 5940 w 10000"/>
              <a:gd name="connsiteY80-4818" fmla="*/ 8150 h 10000"/>
              <a:gd name="connsiteX81-4819" fmla="*/ 6460 w 10000"/>
              <a:gd name="connsiteY81-4820" fmla="*/ 8025 h 10000"/>
              <a:gd name="connsiteX82-4821" fmla="*/ 6912 w 10000"/>
              <a:gd name="connsiteY82-4822" fmla="*/ 8025 h 10000"/>
              <a:gd name="connsiteX83-4823" fmla="*/ 7433 w 10000"/>
              <a:gd name="connsiteY83-4824" fmla="*/ 7921 h 10000"/>
              <a:gd name="connsiteX84-4825" fmla="*/ 7886 w 10000"/>
              <a:gd name="connsiteY84-4826" fmla="*/ 7817 h 10000"/>
              <a:gd name="connsiteX85-4827" fmla="*/ 10000 w 10000"/>
              <a:gd name="connsiteY85-4828" fmla="*/ 8462 h 10000"/>
              <a:gd name="connsiteX86-4829" fmla="*/ 9748 w 10000"/>
              <a:gd name="connsiteY86-4830" fmla="*/ 8586 h 10000"/>
              <a:gd name="connsiteX87-4831" fmla="*/ 9563 w 10000"/>
              <a:gd name="connsiteY87-4832" fmla="*/ 8586 h 10000"/>
              <a:gd name="connsiteX88-4833" fmla="*/ 9295 w 10000"/>
              <a:gd name="connsiteY88-4834" fmla="*/ 8586 h 10000"/>
              <a:gd name="connsiteX89-4835" fmla="*/ 9026 w 10000"/>
              <a:gd name="connsiteY89-4836" fmla="*/ 8586 h 10000"/>
              <a:gd name="connsiteX90-4837" fmla="*/ 8775 w 10000"/>
              <a:gd name="connsiteY90-4838" fmla="*/ 8586 h 10000"/>
              <a:gd name="connsiteX91-4839" fmla="*/ 8507 w 10000"/>
              <a:gd name="connsiteY91-4840" fmla="*/ 8586 h 10000"/>
              <a:gd name="connsiteX92-4841" fmla="*/ 8155 w 10000"/>
              <a:gd name="connsiteY92-4842" fmla="*/ 8586 h 10000"/>
              <a:gd name="connsiteX93-4843" fmla="*/ 7802 w 10000"/>
              <a:gd name="connsiteY93-4844" fmla="*/ 8586 h 10000"/>
              <a:gd name="connsiteX94-4845" fmla="*/ 7433 w 10000"/>
              <a:gd name="connsiteY94-4846" fmla="*/ 8690 h 10000"/>
              <a:gd name="connsiteX95-4847" fmla="*/ 6997 w 10000"/>
              <a:gd name="connsiteY95-4848" fmla="*/ 8690 h 10000"/>
              <a:gd name="connsiteX96-4849" fmla="*/ 6561 w 10000"/>
              <a:gd name="connsiteY96-4850" fmla="*/ 8690 h 10000"/>
              <a:gd name="connsiteX97-4851" fmla="*/ 5755 w 10000"/>
              <a:gd name="connsiteY97-4852" fmla="*/ 8794 h 10000"/>
              <a:gd name="connsiteX98-4853" fmla="*/ 4966 w 10000"/>
              <a:gd name="connsiteY98-4854" fmla="*/ 8919 h 10000"/>
              <a:gd name="connsiteX99-4855" fmla="*/ 4262 w 10000"/>
              <a:gd name="connsiteY99-4856" fmla="*/ 9023 h 10000"/>
              <a:gd name="connsiteX100-4857" fmla="*/ 3540 w 10000"/>
              <a:gd name="connsiteY100-4858" fmla="*/ 9127 h 10000"/>
              <a:gd name="connsiteX101-4859" fmla="*/ 3188 w 10000"/>
              <a:gd name="connsiteY101-4860" fmla="*/ 9127 h 10000"/>
              <a:gd name="connsiteX102-4861" fmla="*/ 2936 w 10000"/>
              <a:gd name="connsiteY102-4862" fmla="*/ 9231 h 10000"/>
              <a:gd name="connsiteX103-4863" fmla="*/ 2567 w 10000"/>
              <a:gd name="connsiteY103-4864" fmla="*/ 9356 h 10000"/>
              <a:gd name="connsiteX104-4865" fmla="*/ 2315 w 10000"/>
              <a:gd name="connsiteY104-4866" fmla="*/ 9356 h 10000"/>
              <a:gd name="connsiteX105-4867" fmla="*/ 2131 w 10000"/>
              <a:gd name="connsiteY105-4868" fmla="*/ 9459 h 10000"/>
              <a:gd name="connsiteX106-4869" fmla="*/ 1863 w 10000"/>
              <a:gd name="connsiteY106-4870" fmla="*/ 9459 h 10000"/>
              <a:gd name="connsiteX107-4871" fmla="*/ 1695 w 10000"/>
              <a:gd name="connsiteY107-4872" fmla="*/ 9563 h 10000"/>
              <a:gd name="connsiteX108-4873" fmla="*/ 1426 w 10000"/>
              <a:gd name="connsiteY108-4874" fmla="*/ 9688 h 10000"/>
              <a:gd name="connsiteX109-4875" fmla="*/ 1241 w 10000"/>
              <a:gd name="connsiteY109-4876" fmla="*/ 9688 h 10000"/>
              <a:gd name="connsiteX110-4877" fmla="*/ 1158 w 10000"/>
              <a:gd name="connsiteY110-4878" fmla="*/ 9792 h 10000"/>
              <a:gd name="connsiteX111-4879" fmla="*/ 974 w 10000"/>
              <a:gd name="connsiteY111-4880" fmla="*/ 9792 h 10000"/>
              <a:gd name="connsiteX112-4881" fmla="*/ 889 w 10000"/>
              <a:gd name="connsiteY112-4882" fmla="*/ 9896 h 10000"/>
              <a:gd name="connsiteX113-4883" fmla="*/ 806 w 10000"/>
              <a:gd name="connsiteY113-4884" fmla="*/ 9896 h 10000"/>
              <a:gd name="connsiteX114-4885" fmla="*/ 721 w 10000"/>
              <a:gd name="connsiteY114-4886" fmla="*/ 9896 h 10000"/>
              <a:gd name="connsiteX115-4887" fmla="*/ 537 w 10000"/>
              <a:gd name="connsiteY115-4888" fmla="*/ 10000 h 10000"/>
              <a:gd name="connsiteX116-4889" fmla="*/ 453 w 10000"/>
              <a:gd name="connsiteY116-4890" fmla="*/ 9896 h 10000"/>
              <a:gd name="connsiteX117-4891" fmla="*/ 369 w 10000"/>
              <a:gd name="connsiteY117-4892" fmla="*/ 9896 h 10000"/>
              <a:gd name="connsiteX118-4893" fmla="*/ 269 w 10000"/>
              <a:gd name="connsiteY118-4894" fmla="*/ 9792 h 10000"/>
              <a:gd name="connsiteX119-4895" fmla="*/ 184 w 10000"/>
              <a:gd name="connsiteY119-4896" fmla="*/ 9563 h 10000"/>
              <a:gd name="connsiteX120-4897" fmla="*/ 101 w 10000"/>
              <a:gd name="connsiteY120-4898" fmla="*/ 9356 h 10000"/>
              <a:gd name="connsiteX121-4899" fmla="*/ 0 w 10000"/>
              <a:gd name="connsiteY121-4900" fmla="*/ 9231 h 10000"/>
              <a:gd name="connsiteX122-4901" fmla="*/ 0 w 10000"/>
              <a:gd name="connsiteY122-4902" fmla="*/ 9127 h 10000"/>
              <a:gd name="connsiteX123-4903" fmla="*/ 0 w 10000"/>
              <a:gd name="connsiteY123-4904" fmla="*/ 9023 h 10000"/>
              <a:gd name="connsiteX124-4905" fmla="*/ 0 w 10000"/>
              <a:gd name="connsiteY124-4906" fmla="*/ 9023 h 10000"/>
              <a:gd name="connsiteX125-4907" fmla="*/ 101 w 10000"/>
              <a:gd name="connsiteY125-4908" fmla="*/ 8919 h 10000"/>
              <a:gd name="connsiteX126-4909" fmla="*/ 184 w 10000"/>
              <a:gd name="connsiteY126-4910" fmla="*/ 8794 h 10000"/>
              <a:gd name="connsiteX127-4911" fmla="*/ 369 w 10000"/>
              <a:gd name="connsiteY127-4912" fmla="*/ 8690 h 10000"/>
              <a:gd name="connsiteX128-4913" fmla="*/ 537 w 10000"/>
              <a:gd name="connsiteY128-4914" fmla="*/ 8586 h 10000"/>
              <a:gd name="connsiteX129-4915" fmla="*/ 621 w 10000"/>
              <a:gd name="connsiteY129-4916" fmla="*/ 8462 h 10000"/>
              <a:gd name="connsiteX130-4917" fmla="*/ 721 w 10000"/>
              <a:gd name="connsiteY130-4918" fmla="*/ 8358 h 10000"/>
              <a:gd name="connsiteX131-4919" fmla="*/ 889 w 10000"/>
              <a:gd name="connsiteY131-4920" fmla="*/ 8254 h 10000"/>
              <a:gd name="connsiteX132-4921" fmla="*/ 1073 w 10000"/>
              <a:gd name="connsiteY132-4922" fmla="*/ 8025 h 10000"/>
              <a:gd name="connsiteX133-4923" fmla="*/ 1158 w 10000"/>
              <a:gd name="connsiteY133-4924" fmla="*/ 7921 h 10000"/>
              <a:gd name="connsiteX134-4925" fmla="*/ 1342 w 10000"/>
              <a:gd name="connsiteY134-4926" fmla="*/ 7692 h 10000"/>
              <a:gd name="connsiteX135-4927" fmla="*/ 1510 w 10000"/>
              <a:gd name="connsiteY135-4928" fmla="*/ 7484 h 10000"/>
              <a:gd name="connsiteX136-4929" fmla="*/ 1510 w 10000"/>
              <a:gd name="connsiteY136-4930" fmla="*/ 7484 h 10000"/>
              <a:gd name="connsiteX0-4931" fmla="*/ 1510 w 10000"/>
              <a:gd name="connsiteY0-4932" fmla="*/ 7484 h 10000"/>
              <a:gd name="connsiteX1-4933" fmla="*/ 1695 w 10000"/>
              <a:gd name="connsiteY1-4934" fmla="*/ 7152 h 10000"/>
              <a:gd name="connsiteX2-4935" fmla="*/ 1946 w 10000"/>
              <a:gd name="connsiteY2-4936" fmla="*/ 6819 h 10000"/>
              <a:gd name="connsiteX3-4937" fmla="*/ 2131 w 10000"/>
              <a:gd name="connsiteY3-4938" fmla="*/ 6486 h 10000"/>
              <a:gd name="connsiteX4-4939" fmla="*/ 2399 w 10000"/>
              <a:gd name="connsiteY4-4940" fmla="*/ 6050 h 10000"/>
              <a:gd name="connsiteX5-4941" fmla="*/ 2667 w 10000"/>
              <a:gd name="connsiteY5-4942" fmla="*/ 5509 h 10000"/>
              <a:gd name="connsiteX6-4943" fmla="*/ 2936 w 10000"/>
              <a:gd name="connsiteY6-4944" fmla="*/ 4948 h 10000"/>
              <a:gd name="connsiteX7-4945" fmla="*/ 3188 w 10000"/>
              <a:gd name="connsiteY7-4946" fmla="*/ 4304 h 10000"/>
              <a:gd name="connsiteX8-4947" fmla="*/ 3540 w 10000"/>
              <a:gd name="connsiteY8-4948" fmla="*/ 3638 h 10000"/>
              <a:gd name="connsiteX9-4949" fmla="*/ 3809 w 10000"/>
              <a:gd name="connsiteY9-4950" fmla="*/ 2973 h 10000"/>
              <a:gd name="connsiteX10-4951" fmla="*/ 4077 w 10000"/>
              <a:gd name="connsiteY10-4952" fmla="*/ 2432 h 10000"/>
              <a:gd name="connsiteX11-4953" fmla="*/ 4262 w 10000"/>
              <a:gd name="connsiteY11-4954" fmla="*/ 1871 h 10000"/>
              <a:gd name="connsiteX12-4955" fmla="*/ 4429 w 10000"/>
              <a:gd name="connsiteY12-4956" fmla="*/ 1435 h 10000"/>
              <a:gd name="connsiteX13-4957" fmla="*/ 4514 w 10000"/>
              <a:gd name="connsiteY13-4958" fmla="*/ 1102 h 10000"/>
              <a:gd name="connsiteX14-4959" fmla="*/ 4614 w 10000"/>
              <a:gd name="connsiteY14-4960" fmla="*/ 769 h 10000"/>
              <a:gd name="connsiteX15-4961" fmla="*/ 4614 w 10000"/>
              <a:gd name="connsiteY15-4962" fmla="*/ 665 h 10000"/>
              <a:gd name="connsiteX16-4963" fmla="*/ 4614 w 10000"/>
              <a:gd name="connsiteY16-4964" fmla="*/ 437 h 10000"/>
              <a:gd name="connsiteX17-4965" fmla="*/ 4514 w 10000"/>
              <a:gd name="connsiteY17-4966" fmla="*/ 437 h 10000"/>
              <a:gd name="connsiteX18-4967" fmla="*/ 4514 w 10000"/>
              <a:gd name="connsiteY18-4968" fmla="*/ 333 h 10000"/>
              <a:gd name="connsiteX19-4969" fmla="*/ 4429 w 10000"/>
              <a:gd name="connsiteY19-4970" fmla="*/ 229 h 10000"/>
              <a:gd name="connsiteX20-4971" fmla="*/ 4429 w 10000"/>
              <a:gd name="connsiteY20-4972" fmla="*/ 229 h 10000"/>
              <a:gd name="connsiteX21-4973" fmla="*/ 4429 w 10000"/>
              <a:gd name="connsiteY21-4974" fmla="*/ 125 h 10000"/>
              <a:gd name="connsiteX22-4975" fmla="*/ 4429 w 10000"/>
              <a:gd name="connsiteY22-4976" fmla="*/ 0 h 10000"/>
              <a:gd name="connsiteX23-4977" fmla="*/ 4514 w 10000"/>
              <a:gd name="connsiteY23-4978" fmla="*/ 0 h 10000"/>
              <a:gd name="connsiteX24-4979" fmla="*/ 4698 w 10000"/>
              <a:gd name="connsiteY24-4980" fmla="*/ 0 h 10000"/>
              <a:gd name="connsiteX25-4981" fmla="*/ 4882 w 10000"/>
              <a:gd name="connsiteY25-4982" fmla="*/ 0 h 10000"/>
              <a:gd name="connsiteX26-4983" fmla="*/ 5134 w 10000"/>
              <a:gd name="connsiteY26-4984" fmla="*/ 0 h 10000"/>
              <a:gd name="connsiteX27-4985" fmla="*/ 5318 w 10000"/>
              <a:gd name="connsiteY27-4986" fmla="*/ 125 h 10000"/>
              <a:gd name="connsiteX28-4987" fmla="*/ 5587 w 10000"/>
              <a:gd name="connsiteY28-4988" fmla="*/ 229 h 10000"/>
              <a:gd name="connsiteX29-4989" fmla="*/ 5755 w 10000"/>
              <a:gd name="connsiteY29-4990" fmla="*/ 333 h 10000"/>
              <a:gd name="connsiteX30-4991" fmla="*/ 5940 w 10000"/>
              <a:gd name="connsiteY30-4992" fmla="*/ 437 h 10000"/>
              <a:gd name="connsiteX31-4993" fmla="*/ 6108 w 10000"/>
              <a:gd name="connsiteY31-4994" fmla="*/ 665 h 10000"/>
              <a:gd name="connsiteX32-4995" fmla="*/ 6208 w 10000"/>
              <a:gd name="connsiteY32-4996" fmla="*/ 769 h 10000"/>
              <a:gd name="connsiteX33-4997" fmla="*/ 6208 w 10000"/>
              <a:gd name="connsiteY33-4998" fmla="*/ 894 h 10000"/>
              <a:gd name="connsiteX34-4999" fmla="*/ 6208 w 10000"/>
              <a:gd name="connsiteY34-5000" fmla="*/ 998 h 10000"/>
              <a:gd name="connsiteX35-5001" fmla="*/ 6208 w 10000"/>
              <a:gd name="connsiteY35-5002" fmla="*/ 1206 h 10000"/>
              <a:gd name="connsiteX36-5003" fmla="*/ 6108 w 10000"/>
              <a:gd name="connsiteY36-5004" fmla="*/ 1331 h 10000"/>
              <a:gd name="connsiteX37-5005" fmla="*/ 6023 w 10000"/>
              <a:gd name="connsiteY37-5006" fmla="*/ 1538 h 10000"/>
              <a:gd name="connsiteX38-5007" fmla="*/ 5856 w 10000"/>
              <a:gd name="connsiteY38-5008" fmla="*/ 1767 h 10000"/>
              <a:gd name="connsiteX39-5009" fmla="*/ 5671 w 10000"/>
              <a:gd name="connsiteY39-5010" fmla="*/ 1975 h 10000"/>
              <a:gd name="connsiteX40-5011" fmla="*/ 5587 w 10000"/>
              <a:gd name="connsiteY40-5012" fmla="*/ 2204 h 10000"/>
              <a:gd name="connsiteX41-5013" fmla="*/ 5403 w 10000"/>
              <a:gd name="connsiteY41-5014" fmla="*/ 2432 h 10000"/>
              <a:gd name="connsiteX42-5015" fmla="*/ 5235 w 10000"/>
              <a:gd name="connsiteY42-5016" fmla="*/ 2744 h 10000"/>
              <a:gd name="connsiteX43-5017" fmla="*/ 5050 w 10000"/>
              <a:gd name="connsiteY43-5018" fmla="*/ 3077 h 10000"/>
              <a:gd name="connsiteX44-5019" fmla="*/ 4782 w 10000"/>
              <a:gd name="connsiteY44-5020" fmla="*/ 3514 h 10000"/>
              <a:gd name="connsiteX45-5021" fmla="*/ 4614 w 10000"/>
              <a:gd name="connsiteY45-5022" fmla="*/ 3971 h 10000"/>
              <a:gd name="connsiteX46-5023" fmla="*/ 4346 w 10000"/>
              <a:gd name="connsiteY46-5024" fmla="*/ 4407 h 10000"/>
              <a:gd name="connsiteX47-5025" fmla="*/ 3993 w 10000"/>
              <a:gd name="connsiteY47-5026" fmla="*/ 4948 h 10000"/>
              <a:gd name="connsiteX48-5027" fmla="*/ 3724 w 10000"/>
              <a:gd name="connsiteY48-5028" fmla="*/ 5385 h 10000"/>
              <a:gd name="connsiteX49-5029" fmla="*/ 3540 w 10000"/>
              <a:gd name="connsiteY49-5030" fmla="*/ 5842 h 10000"/>
              <a:gd name="connsiteX50-5031" fmla="*/ 3289 w 10000"/>
              <a:gd name="connsiteY50-5032" fmla="*/ 6279 h 10000"/>
              <a:gd name="connsiteX51-5033" fmla="*/ 3020 w 10000"/>
              <a:gd name="connsiteY51-5034" fmla="*/ 6611 h 10000"/>
              <a:gd name="connsiteX52-5035" fmla="*/ 2835 w 10000"/>
              <a:gd name="connsiteY52-5036" fmla="*/ 6923 h 10000"/>
              <a:gd name="connsiteX53-5037" fmla="*/ 2667 w 10000"/>
              <a:gd name="connsiteY53-5038" fmla="*/ 7256 h 10000"/>
              <a:gd name="connsiteX54-5039" fmla="*/ 2483 w 10000"/>
              <a:gd name="connsiteY54-5040" fmla="*/ 7484 h 10000"/>
              <a:gd name="connsiteX55-5041" fmla="*/ 2315 w 10000"/>
              <a:gd name="connsiteY55-5042" fmla="*/ 7692 h 10000"/>
              <a:gd name="connsiteX56-5043" fmla="*/ 2131 w 10000"/>
              <a:gd name="connsiteY56-5044" fmla="*/ 7921 h 10000"/>
              <a:gd name="connsiteX57-5045" fmla="*/ 2047 w 10000"/>
              <a:gd name="connsiteY57-5046" fmla="*/ 8150 h 10000"/>
              <a:gd name="connsiteX58-5047" fmla="*/ 1946 w 10000"/>
              <a:gd name="connsiteY58-5048" fmla="*/ 8254 h 10000"/>
              <a:gd name="connsiteX59-5049" fmla="*/ 1863 w 10000"/>
              <a:gd name="connsiteY59-5050" fmla="*/ 8358 h 10000"/>
              <a:gd name="connsiteX60-5051" fmla="*/ 1778 w 10000"/>
              <a:gd name="connsiteY60-5052" fmla="*/ 8462 h 10000"/>
              <a:gd name="connsiteX61-5053" fmla="*/ 1778 w 10000"/>
              <a:gd name="connsiteY61-5054" fmla="*/ 8586 h 10000"/>
              <a:gd name="connsiteX62-5055" fmla="*/ 1778 w 10000"/>
              <a:gd name="connsiteY62-5056" fmla="*/ 8586 h 10000"/>
              <a:gd name="connsiteX63-5057" fmla="*/ 1863 w 10000"/>
              <a:gd name="connsiteY63-5058" fmla="*/ 8586 h 10000"/>
              <a:gd name="connsiteX64-5059" fmla="*/ 1946 w 10000"/>
              <a:gd name="connsiteY64-5060" fmla="*/ 8690 h 10000"/>
              <a:gd name="connsiteX65-5061" fmla="*/ 2047 w 10000"/>
              <a:gd name="connsiteY65-5062" fmla="*/ 8690 h 10000"/>
              <a:gd name="connsiteX66-5063" fmla="*/ 2215 w 10000"/>
              <a:gd name="connsiteY66-5064" fmla="*/ 8690 h 10000"/>
              <a:gd name="connsiteX67-5065" fmla="*/ 2315 w 10000"/>
              <a:gd name="connsiteY67-5066" fmla="*/ 8586 h 10000"/>
              <a:gd name="connsiteX68-5067" fmla="*/ 2399 w 10000"/>
              <a:gd name="connsiteY68-5068" fmla="*/ 8586 h 10000"/>
              <a:gd name="connsiteX69-5069" fmla="*/ 2567 w 10000"/>
              <a:gd name="connsiteY69-5070" fmla="*/ 8586 h 10000"/>
              <a:gd name="connsiteX70-5071" fmla="*/ 2752 w 10000"/>
              <a:gd name="connsiteY70-5072" fmla="*/ 8586 h 10000"/>
              <a:gd name="connsiteX71-5073" fmla="*/ 2936 w 10000"/>
              <a:gd name="connsiteY71-5074" fmla="*/ 8462 h 10000"/>
              <a:gd name="connsiteX72-5075" fmla="*/ 3104 w 10000"/>
              <a:gd name="connsiteY72-5076" fmla="*/ 8462 h 10000"/>
              <a:gd name="connsiteX73-5077" fmla="*/ 3372 w 10000"/>
              <a:gd name="connsiteY73-5078" fmla="*/ 8462 h 10000"/>
              <a:gd name="connsiteX74-5079" fmla="*/ 3641 w 10000"/>
              <a:gd name="connsiteY74-5080" fmla="*/ 8462 h 10000"/>
              <a:gd name="connsiteX75-5081" fmla="*/ 3993 w 10000"/>
              <a:gd name="connsiteY75-5082" fmla="*/ 8358 h 10000"/>
              <a:gd name="connsiteX76-5083" fmla="*/ 4346 w 10000"/>
              <a:gd name="connsiteY76-5084" fmla="*/ 8358 h 10000"/>
              <a:gd name="connsiteX77-5085" fmla="*/ 4698 w 10000"/>
              <a:gd name="connsiteY77-5086" fmla="*/ 8358 h 10000"/>
              <a:gd name="connsiteX78-5087" fmla="*/ 5050 w 10000"/>
              <a:gd name="connsiteY78-5088" fmla="*/ 8254 h 10000"/>
              <a:gd name="connsiteX79-5089" fmla="*/ 5486 w 10000"/>
              <a:gd name="connsiteY79-5090" fmla="*/ 8150 h 10000"/>
              <a:gd name="connsiteX80-5091" fmla="*/ 5940 w 10000"/>
              <a:gd name="connsiteY80-5092" fmla="*/ 8150 h 10000"/>
              <a:gd name="connsiteX81-5093" fmla="*/ 6460 w 10000"/>
              <a:gd name="connsiteY81-5094" fmla="*/ 8025 h 10000"/>
              <a:gd name="connsiteX82-5095" fmla="*/ 6912 w 10000"/>
              <a:gd name="connsiteY82-5096" fmla="*/ 8025 h 10000"/>
              <a:gd name="connsiteX83-5097" fmla="*/ 7433 w 10000"/>
              <a:gd name="connsiteY83-5098" fmla="*/ 7921 h 10000"/>
              <a:gd name="connsiteX84-5099" fmla="*/ 10000 w 10000"/>
              <a:gd name="connsiteY84-5100" fmla="*/ 8462 h 10000"/>
              <a:gd name="connsiteX85-5101" fmla="*/ 9748 w 10000"/>
              <a:gd name="connsiteY85-5102" fmla="*/ 8586 h 10000"/>
              <a:gd name="connsiteX86-5103" fmla="*/ 9563 w 10000"/>
              <a:gd name="connsiteY86-5104" fmla="*/ 8586 h 10000"/>
              <a:gd name="connsiteX87-5105" fmla="*/ 9295 w 10000"/>
              <a:gd name="connsiteY87-5106" fmla="*/ 8586 h 10000"/>
              <a:gd name="connsiteX88-5107" fmla="*/ 9026 w 10000"/>
              <a:gd name="connsiteY88-5108" fmla="*/ 8586 h 10000"/>
              <a:gd name="connsiteX89-5109" fmla="*/ 8775 w 10000"/>
              <a:gd name="connsiteY89-5110" fmla="*/ 8586 h 10000"/>
              <a:gd name="connsiteX90-5111" fmla="*/ 8507 w 10000"/>
              <a:gd name="connsiteY90-5112" fmla="*/ 8586 h 10000"/>
              <a:gd name="connsiteX91-5113" fmla="*/ 8155 w 10000"/>
              <a:gd name="connsiteY91-5114" fmla="*/ 8586 h 10000"/>
              <a:gd name="connsiteX92-5115" fmla="*/ 7802 w 10000"/>
              <a:gd name="connsiteY92-5116" fmla="*/ 8586 h 10000"/>
              <a:gd name="connsiteX93-5117" fmla="*/ 7433 w 10000"/>
              <a:gd name="connsiteY93-5118" fmla="*/ 8690 h 10000"/>
              <a:gd name="connsiteX94-5119" fmla="*/ 6997 w 10000"/>
              <a:gd name="connsiteY94-5120" fmla="*/ 8690 h 10000"/>
              <a:gd name="connsiteX95-5121" fmla="*/ 6561 w 10000"/>
              <a:gd name="connsiteY95-5122" fmla="*/ 8690 h 10000"/>
              <a:gd name="connsiteX96-5123" fmla="*/ 5755 w 10000"/>
              <a:gd name="connsiteY96-5124" fmla="*/ 8794 h 10000"/>
              <a:gd name="connsiteX97-5125" fmla="*/ 4966 w 10000"/>
              <a:gd name="connsiteY97-5126" fmla="*/ 8919 h 10000"/>
              <a:gd name="connsiteX98-5127" fmla="*/ 4262 w 10000"/>
              <a:gd name="connsiteY98-5128" fmla="*/ 9023 h 10000"/>
              <a:gd name="connsiteX99-5129" fmla="*/ 3540 w 10000"/>
              <a:gd name="connsiteY99-5130" fmla="*/ 9127 h 10000"/>
              <a:gd name="connsiteX100-5131" fmla="*/ 3188 w 10000"/>
              <a:gd name="connsiteY100-5132" fmla="*/ 9127 h 10000"/>
              <a:gd name="connsiteX101-5133" fmla="*/ 2936 w 10000"/>
              <a:gd name="connsiteY101-5134" fmla="*/ 9231 h 10000"/>
              <a:gd name="connsiteX102-5135" fmla="*/ 2567 w 10000"/>
              <a:gd name="connsiteY102-5136" fmla="*/ 9356 h 10000"/>
              <a:gd name="connsiteX103-5137" fmla="*/ 2315 w 10000"/>
              <a:gd name="connsiteY103-5138" fmla="*/ 9356 h 10000"/>
              <a:gd name="connsiteX104-5139" fmla="*/ 2131 w 10000"/>
              <a:gd name="connsiteY104-5140" fmla="*/ 9459 h 10000"/>
              <a:gd name="connsiteX105-5141" fmla="*/ 1863 w 10000"/>
              <a:gd name="connsiteY105-5142" fmla="*/ 9459 h 10000"/>
              <a:gd name="connsiteX106-5143" fmla="*/ 1695 w 10000"/>
              <a:gd name="connsiteY106-5144" fmla="*/ 9563 h 10000"/>
              <a:gd name="connsiteX107-5145" fmla="*/ 1426 w 10000"/>
              <a:gd name="connsiteY107-5146" fmla="*/ 9688 h 10000"/>
              <a:gd name="connsiteX108-5147" fmla="*/ 1241 w 10000"/>
              <a:gd name="connsiteY108-5148" fmla="*/ 9688 h 10000"/>
              <a:gd name="connsiteX109-5149" fmla="*/ 1158 w 10000"/>
              <a:gd name="connsiteY109-5150" fmla="*/ 9792 h 10000"/>
              <a:gd name="connsiteX110-5151" fmla="*/ 974 w 10000"/>
              <a:gd name="connsiteY110-5152" fmla="*/ 9792 h 10000"/>
              <a:gd name="connsiteX111-5153" fmla="*/ 889 w 10000"/>
              <a:gd name="connsiteY111-5154" fmla="*/ 9896 h 10000"/>
              <a:gd name="connsiteX112-5155" fmla="*/ 806 w 10000"/>
              <a:gd name="connsiteY112-5156" fmla="*/ 9896 h 10000"/>
              <a:gd name="connsiteX113-5157" fmla="*/ 721 w 10000"/>
              <a:gd name="connsiteY113-5158" fmla="*/ 9896 h 10000"/>
              <a:gd name="connsiteX114-5159" fmla="*/ 537 w 10000"/>
              <a:gd name="connsiteY114-5160" fmla="*/ 10000 h 10000"/>
              <a:gd name="connsiteX115-5161" fmla="*/ 453 w 10000"/>
              <a:gd name="connsiteY115-5162" fmla="*/ 9896 h 10000"/>
              <a:gd name="connsiteX116-5163" fmla="*/ 369 w 10000"/>
              <a:gd name="connsiteY116-5164" fmla="*/ 9896 h 10000"/>
              <a:gd name="connsiteX117-5165" fmla="*/ 269 w 10000"/>
              <a:gd name="connsiteY117-5166" fmla="*/ 9792 h 10000"/>
              <a:gd name="connsiteX118-5167" fmla="*/ 184 w 10000"/>
              <a:gd name="connsiteY118-5168" fmla="*/ 9563 h 10000"/>
              <a:gd name="connsiteX119-5169" fmla="*/ 101 w 10000"/>
              <a:gd name="connsiteY119-5170" fmla="*/ 9356 h 10000"/>
              <a:gd name="connsiteX120-5171" fmla="*/ 0 w 10000"/>
              <a:gd name="connsiteY120-5172" fmla="*/ 9231 h 10000"/>
              <a:gd name="connsiteX121-5173" fmla="*/ 0 w 10000"/>
              <a:gd name="connsiteY121-5174" fmla="*/ 9127 h 10000"/>
              <a:gd name="connsiteX122-5175" fmla="*/ 0 w 10000"/>
              <a:gd name="connsiteY122-5176" fmla="*/ 9023 h 10000"/>
              <a:gd name="connsiteX123-5177" fmla="*/ 0 w 10000"/>
              <a:gd name="connsiteY123-5178" fmla="*/ 9023 h 10000"/>
              <a:gd name="connsiteX124-5179" fmla="*/ 101 w 10000"/>
              <a:gd name="connsiteY124-5180" fmla="*/ 8919 h 10000"/>
              <a:gd name="connsiteX125-5181" fmla="*/ 184 w 10000"/>
              <a:gd name="connsiteY125-5182" fmla="*/ 8794 h 10000"/>
              <a:gd name="connsiteX126-5183" fmla="*/ 369 w 10000"/>
              <a:gd name="connsiteY126-5184" fmla="*/ 8690 h 10000"/>
              <a:gd name="connsiteX127-5185" fmla="*/ 537 w 10000"/>
              <a:gd name="connsiteY127-5186" fmla="*/ 8586 h 10000"/>
              <a:gd name="connsiteX128-5187" fmla="*/ 621 w 10000"/>
              <a:gd name="connsiteY128-5188" fmla="*/ 8462 h 10000"/>
              <a:gd name="connsiteX129-5189" fmla="*/ 721 w 10000"/>
              <a:gd name="connsiteY129-5190" fmla="*/ 8358 h 10000"/>
              <a:gd name="connsiteX130-5191" fmla="*/ 889 w 10000"/>
              <a:gd name="connsiteY130-5192" fmla="*/ 8254 h 10000"/>
              <a:gd name="connsiteX131-5193" fmla="*/ 1073 w 10000"/>
              <a:gd name="connsiteY131-5194" fmla="*/ 8025 h 10000"/>
              <a:gd name="connsiteX132-5195" fmla="*/ 1158 w 10000"/>
              <a:gd name="connsiteY132-5196" fmla="*/ 7921 h 10000"/>
              <a:gd name="connsiteX133-5197" fmla="*/ 1342 w 10000"/>
              <a:gd name="connsiteY133-5198" fmla="*/ 7692 h 10000"/>
              <a:gd name="connsiteX134-5199" fmla="*/ 1510 w 10000"/>
              <a:gd name="connsiteY134-5200" fmla="*/ 7484 h 10000"/>
              <a:gd name="connsiteX135-5201" fmla="*/ 1510 w 10000"/>
              <a:gd name="connsiteY135-5202" fmla="*/ 7484 h 10000"/>
              <a:gd name="connsiteX0-5203" fmla="*/ 1510 w 10000"/>
              <a:gd name="connsiteY0-5204" fmla="*/ 7484 h 10000"/>
              <a:gd name="connsiteX1-5205" fmla="*/ 1695 w 10000"/>
              <a:gd name="connsiteY1-5206" fmla="*/ 7152 h 10000"/>
              <a:gd name="connsiteX2-5207" fmla="*/ 1946 w 10000"/>
              <a:gd name="connsiteY2-5208" fmla="*/ 6819 h 10000"/>
              <a:gd name="connsiteX3-5209" fmla="*/ 2131 w 10000"/>
              <a:gd name="connsiteY3-5210" fmla="*/ 6486 h 10000"/>
              <a:gd name="connsiteX4-5211" fmla="*/ 2399 w 10000"/>
              <a:gd name="connsiteY4-5212" fmla="*/ 6050 h 10000"/>
              <a:gd name="connsiteX5-5213" fmla="*/ 2667 w 10000"/>
              <a:gd name="connsiteY5-5214" fmla="*/ 5509 h 10000"/>
              <a:gd name="connsiteX6-5215" fmla="*/ 2936 w 10000"/>
              <a:gd name="connsiteY6-5216" fmla="*/ 4948 h 10000"/>
              <a:gd name="connsiteX7-5217" fmla="*/ 3188 w 10000"/>
              <a:gd name="connsiteY7-5218" fmla="*/ 4304 h 10000"/>
              <a:gd name="connsiteX8-5219" fmla="*/ 3540 w 10000"/>
              <a:gd name="connsiteY8-5220" fmla="*/ 3638 h 10000"/>
              <a:gd name="connsiteX9-5221" fmla="*/ 3809 w 10000"/>
              <a:gd name="connsiteY9-5222" fmla="*/ 2973 h 10000"/>
              <a:gd name="connsiteX10-5223" fmla="*/ 4077 w 10000"/>
              <a:gd name="connsiteY10-5224" fmla="*/ 2432 h 10000"/>
              <a:gd name="connsiteX11-5225" fmla="*/ 4262 w 10000"/>
              <a:gd name="connsiteY11-5226" fmla="*/ 1871 h 10000"/>
              <a:gd name="connsiteX12-5227" fmla="*/ 4429 w 10000"/>
              <a:gd name="connsiteY12-5228" fmla="*/ 1435 h 10000"/>
              <a:gd name="connsiteX13-5229" fmla="*/ 4514 w 10000"/>
              <a:gd name="connsiteY13-5230" fmla="*/ 1102 h 10000"/>
              <a:gd name="connsiteX14-5231" fmla="*/ 4614 w 10000"/>
              <a:gd name="connsiteY14-5232" fmla="*/ 769 h 10000"/>
              <a:gd name="connsiteX15-5233" fmla="*/ 4614 w 10000"/>
              <a:gd name="connsiteY15-5234" fmla="*/ 665 h 10000"/>
              <a:gd name="connsiteX16-5235" fmla="*/ 4614 w 10000"/>
              <a:gd name="connsiteY16-5236" fmla="*/ 437 h 10000"/>
              <a:gd name="connsiteX17-5237" fmla="*/ 4514 w 10000"/>
              <a:gd name="connsiteY17-5238" fmla="*/ 437 h 10000"/>
              <a:gd name="connsiteX18-5239" fmla="*/ 4514 w 10000"/>
              <a:gd name="connsiteY18-5240" fmla="*/ 333 h 10000"/>
              <a:gd name="connsiteX19-5241" fmla="*/ 4429 w 10000"/>
              <a:gd name="connsiteY19-5242" fmla="*/ 229 h 10000"/>
              <a:gd name="connsiteX20-5243" fmla="*/ 4429 w 10000"/>
              <a:gd name="connsiteY20-5244" fmla="*/ 229 h 10000"/>
              <a:gd name="connsiteX21-5245" fmla="*/ 4429 w 10000"/>
              <a:gd name="connsiteY21-5246" fmla="*/ 125 h 10000"/>
              <a:gd name="connsiteX22-5247" fmla="*/ 4429 w 10000"/>
              <a:gd name="connsiteY22-5248" fmla="*/ 0 h 10000"/>
              <a:gd name="connsiteX23-5249" fmla="*/ 4514 w 10000"/>
              <a:gd name="connsiteY23-5250" fmla="*/ 0 h 10000"/>
              <a:gd name="connsiteX24-5251" fmla="*/ 4698 w 10000"/>
              <a:gd name="connsiteY24-5252" fmla="*/ 0 h 10000"/>
              <a:gd name="connsiteX25-5253" fmla="*/ 4882 w 10000"/>
              <a:gd name="connsiteY25-5254" fmla="*/ 0 h 10000"/>
              <a:gd name="connsiteX26-5255" fmla="*/ 5134 w 10000"/>
              <a:gd name="connsiteY26-5256" fmla="*/ 0 h 10000"/>
              <a:gd name="connsiteX27-5257" fmla="*/ 5318 w 10000"/>
              <a:gd name="connsiteY27-5258" fmla="*/ 125 h 10000"/>
              <a:gd name="connsiteX28-5259" fmla="*/ 5587 w 10000"/>
              <a:gd name="connsiteY28-5260" fmla="*/ 229 h 10000"/>
              <a:gd name="connsiteX29-5261" fmla="*/ 5755 w 10000"/>
              <a:gd name="connsiteY29-5262" fmla="*/ 333 h 10000"/>
              <a:gd name="connsiteX30-5263" fmla="*/ 5940 w 10000"/>
              <a:gd name="connsiteY30-5264" fmla="*/ 437 h 10000"/>
              <a:gd name="connsiteX31-5265" fmla="*/ 6108 w 10000"/>
              <a:gd name="connsiteY31-5266" fmla="*/ 665 h 10000"/>
              <a:gd name="connsiteX32-5267" fmla="*/ 6208 w 10000"/>
              <a:gd name="connsiteY32-5268" fmla="*/ 769 h 10000"/>
              <a:gd name="connsiteX33-5269" fmla="*/ 6208 w 10000"/>
              <a:gd name="connsiteY33-5270" fmla="*/ 894 h 10000"/>
              <a:gd name="connsiteX34-5271" fmla="*/ 6208 w 10000"/>
              <a:gd name="connsiteY34-5272" fmla="*/ 998 h 10000"/>
              <a:gd name="connsiteX35-5273" fmla="*/ 6208 w 10000"/>
              <a:gd name="connsiteY35-5274" fmla="*/ 1206 h 10000"/>
              <a:gd name="connsiteX36-5275" fmla="*/ 6108 w 10000"/>
              <a:gd name="connsiteY36-5276" fmla="*/ 1331 h 10000"/>
              <a:gd name="connsiteX37-5277" fmla="*/ 6023 w 10000"/>
              <a:gd name="connsiteY37-5278" fmla="*/ 1538 h 10000"/>
              <a:gd name="connsiteX38-5279" fmla="*/ 5856 w 10000"/>
              <a:gd name="connsiteY38-5280" fmla="*/ 1767 h 10000"/>
              <a:gd name="connsiteX39-5281" fmla="*/ 5671 w 10000"/>
              <a:gd name="connsiteY39-5282" fmla="*/ 1975 h 10000"/>
              <a:gd name="connsiteX40-5283" fmla="*/ 5587 w 10000"/>
              <a:gd name="connsiteY40-5284" fmla="*/ 2204 h 10000"/>
              <a:gd name="connsiteX41-5285" fmla="*/ 5403 w 10000"/>
              <a:gd name="connsiteY41-5286" fmla="*/ 2432 h 10000"/>
              <a:gd name="connsiteX42-5287" fmla="*/ 5235 w 10000"/>
              <a:gd name="connsiteY42-5288" fmla="*/ 2744 h 10000"/>
              <a:gd name="connsiteX43-5289" fmla="*/ 5050 w 10000"/>
              <a:gd name="connsiteY43-5290" fmla="*/ 3077 h 10000"/>
              <a:gd name="connsiteX44-5291" fmla="*/ 4782 w 10000"/>
              <a:gd name="connsiteY44-5292" fmla="*/ 3514 h 10000"/>
              <a:gd name="connsiteX45-5293" fmla="*/ 4614 w 10000"/>
              <a:gd name="connsiteY45-5294" fmla="*/ 3971 h 10000"/>
              <a:gd name="connsiteX46-5295" fmla="*/ 4346 w 10000"/>
              <a:gd name="connsiteY46-5296" fmla="*/ 4407 h 10000"/>
              <a:gd name="connsiteX47-5297" fmla="*/ 3993 w 10000"/>
              <a:gd name="connsiteY47-5298" fmla="*/ 4948 h 10000"/>
              <a:gd name="connsiteX48-5299" fmla="*/ 3724 w 10000"/>
              <a:gd name="connsiteY48-5300" fmla="*/ 5385 h 10000"/>
              <a:gd name="connsiteX49-5301" fmla="*/ 3540 w 10000"/>
              <a:gd name="connsiteY49-5302" fmla="*/ 5842 h 10000"/>
              <a:gd name="connsiteX50-5303" fmla="*/ 3289 w 10000"/>
              <a:gd name="connsiteY50-5304" fmla="*/ 6279 h 10000"/>
              <a:gd name="connsiteX51-5305" fmla="*/ 3020 w 10000"/>
              <a:gd name="connsiteY51-5306" fmla="*/ 6611 h 10000"/>
              <a:gd name="connsiteX52-5307" fmla="*/ 2835 w 10000"/>
              <a:gd name="connsiteY52-5308" fmla="*/ 6923 h 10000"/>
              <a:gd name="connsiteX53-5309" fmla="*/ 2667 w 10000"/>
              <a:gd name="connsiteY53-5310" fmla="*/ 7256 h 10000"/>
              <a:gd name="connsiteX54-5311" fmla="*/ 2483 w 10000"/>
              <a:gd name="connsiteY54-5312" fmla="*/ 7484 h 10000"/>
              <a:gd name="connsiteX55-5313" fmla="*/ 2315 w 10000"/>
              <a:gd name="connsiteY55-5314" fmla="*/ 7692 h 10000"/>
              <a:gd name="connsiteX56-5315" fmla="*/ 2131 w 10000"/>
              <a:gd name="connsiteY56-5316" fmla="*/ 7921 h 10000"/>
              <a:gd name="connsiteX57-5317" fmla="*/ 2047 w 10000"/>
              <a:gd name="connsiteY57-5318" fmla="*/ 8150 h 10000"/>
              <a:gd name="connsiteX58-5319" fmla="*/ 1946 w 10000"/>
              <a:gd name="connsiteY58-5320" fmla="*/ 8254 h 10000"/>
              <a:gd name="connsiteX59-5321" fmla="*/ 1863 w 10000"/>
              <a:gd name="connsiteY59-5322" fmla="*/ 8358 h 10000"/>
              <a:gd name="connsiteX60-5323" fmla="*/ 1778 w 10000"/>
              <a:gd name="connsiteY60-5324" fmla="*/ 8462 h 10000"/>
              <a:gd name="connsiteX61-5325" fmla="*/ 1778 w 10000"/>
              <a:gd name="connsiteY61-5326" fmla="*/ 8586 h 10000"/>
              <a:gd name="connsiteX62-5327" fmla="*/ 1778 w 10000"/>
              <a:gd name="connsiteY62-5328" fmla="*/ 8586 h 10000"/>
              <a:gd name="connsiteX63-5329" fmla="*/ 1863 w 10000"/>
              <a:gd name="connsiteY63-5330" fmla="*/ 8586 h 10000"/>
              <a:gd name="connsiteX64-5331" fmla="*/ 1946 w 10000"/>
              <a:gd name="connsiteY64-5332" fmla="*/ 8690 h 10000"/>
              <a:gd name="connsiteX65-5333" fmla="*/ 2047 w 10000"/>
              <a:gd name="connsiteY65-5334" fmla="*/ 8690 h 10000"/>
              <a:gd name="connsiteX66-5335" fmla="*/ 2215 w 10000"/>
              <a:gd name="connsiteY66-5336" fmla="*/ 8690 h 10000"/>
              <a:gd name="connsiteX67-5337" fmla="*/ 2315 w 10000"/>
              <a:gd name="connsiteY67-5338" fmla="*/ 8586 h 10000"/>
              <a:gd name="connsiteX68-5339" fmla="*/ 2399 w 10000"/>
              <a:gd name="connsiteY68-5340" fmla="*/ 8586 h 10000"/>
              <a:gd name="connsiteX69-5341" fmla="*/ 2567 w 10000"/>
              <a:gd name="connsiteY69-5342" fmla="*/ 8586 h 10000"/>
              <a:gd name="connsiteX70-5343" fmla="*/ 2752 w 10000"/>
              <a:gd name="connsiteY70-5344" fmla="*/ 8586 h 10000"/>
              <a:gd name="connsiteX71-5345" fmla="*/ 2936 w 10000"/>
              <a:gd name="connsiteY71-5346" fmla="*/ 8462 h 10000"/>
              <a:gd name="connsiteX72-5347" fmla="*/ 3104 w 10000"/>
              <a:gd name="connsiteY72-5348" fmla="*/ 8462 h 10000"/>
              <a:gd name="connsiteX73-5349" fmla="*/ 3372 w 10000"/>
              <a:gd name="connsiteY73-5350" fmla="*/ 8462 h 10000"/>
              <a:gd name="connsiteX74-5351" fmla="*/ 3641 w 10000"/>
              <a:gd name="connsiteY74-5352" fmla="*/ 8462 h 10000"/>
              <a:gd name="connsiteX75-5353" fmla="*/ 3993 w 10000"/>
              <a:gd name="connsiteY75-5354" fmla="*/ 8358 h 10000"/>
              <a:gd name="connsiteX76-5355" fmla="*/ 4346 w 10000"/>
              <a:gd name="connsiteY76-5356" fmla="*/ 8358 h 10000"/>
              <a:gd name="connsiteX77-5357" fmla="*/ 4698 w 10000"/>
              <a:gd name="connsiteY77-5358" fmla="*/ 8358 h 10000"/>
              <a:gd name="connsiteX78-5359" fmla="*/ 5050 w 10000"/>
              <a:gd name="connsiteY78-5360" fmla="*/ 8254 h 10000"/>
              <a:gd name="connsiteX79-5361" fmla="*/ 5486 w 10000"/>
              <a:gd name="connsiteY79-5362" fmla="*/ 8150 h 10000"/>
              <a:gd name="connsiteX80-5363" fmla="*/ 5940 w 10000"/>
              <a:gd name="connsiteY80-5364" fmla="*/ 8150 h 10000"/>
              <a:gd name="connsiteX81-5365" fmla="*/ 6460 w 10000"/>
              <a:gd name="connsiteY81-5366" fmla="*/ 8025 h 10000"/>
              <a:gd name="connsiteX82-5367" fmla="*/ 6912 w 10000"/>
              <a:gd name="connsiteY82-5368" fmla="*/ 8025 h 10000"/>
              <a:gd name="connsiteX83-5369" fmla="*/ 10000 w 10000"/>
              <a:gd name="connsiteY83-5370" fmla="*/ 8462 h 10000"/>
              <a:gd name="connsiteX84-5371" fmla="*/ 9748 w 10000"/>
              <a:gd name="connsiteY84-5372" fmla="*/ 8586 h 10000"/>
              <a:gd name="connsiteX85-5373" fmla="*/ 9563 w 10000"/>
              <a:gd name="connsiteY85-5374" fmla="*/ 8586 h 10000"/>
              <a:gd name="connsiteX86-5375" fmla="*/ 9295 w 10000"/>
              <a:gd name="connsiteY86-5376" fmla="*/ 8586 h 10000"/>
              <a:gd name="connsiteX87-5377" fmla="*/ 9026 w 10000"/>
              <a:gd name="connsiteY87-5378" fmla="*/ 8586 h 10000"/>
              <a:gd name="connsiteX88-5379" fmla="*/ 8775 w 10000"/>
              <a:gd name="connsiteY88-5380" fmla="*/ 8586 h 10000"/>
              <a:gd name="connsiteX89-5381" fmla="*/ 8507 w 10000"/>
              <a:gd name="connsiteY89-5382" fmla="*/ 8586 h 10000"/>
              <a:gd name="connsiteX90-5383" fmla="*/ 8155 w 10000"/>
              <a:gd name="connsiteY90-5384" fmla="*/ 8586 h 10000"/>
              <a:gd name="connsiteX91-5385" fmla="*/ 7802 w 10000"/>
              <a:gd name="connsiteY91-5386" fmla="*/ 8586 h 10000"/>
              <a:gd name="connsiteX92-5387" fmla="*/ 7433 w 10000"/>
              <a:gd name="connsiteY92-5388" fmla="*/ 8690 h 10000"/>
              <a:gd name="connsiteX93-5389" fmla="*/ 6997 w 10000"/>
              <a:gd name="connsiteY93-5390" fmla="*/ 8690 h 10000"/>
              <a:gd name="connsiteX94-5391" fmla="*/ 6561 w 10000"/>
              <a:gd name="connsiteY94-5392" fmla="*/ 8690 h 10000"/>
              <a:gd name="connsiteX95-5393" fmla="*/ 5755 w 10000"/>
              <a:gd name="connsiteY95-5394" fmla="*/ 8794 h 10000"/>
              <a:gd name="connsiteX96-5395" fmla="*/ 4966 w 10000"/>
              <a:gd name="connsiteY96-5396" fmla="*/ 8919 h 10000"/>
              <a:gd name="connsiteX97-5397" fmla="*/ 4262 w 10000"/>
              <a:gd name="connsiteY97-5398" fmla="*/ 9023 h 10000"/>
              <a:gd name="connsiteX98-5399" fmla="*/ 3540 w 10000"/>
              <a:gd name="connsiteY98-5400" fmla="*/ 9127 h 10000"/>
              <a:gd name="connsiteX99-5401" fmla="*/ 3188 w 10000"/>
              <a:gd name="connsiteY99-5402" fmla="*/ 9127 h 10000"/>
              <a:gd name="connsiteX100-5403" fmla="*/ 2936 w 10000"/>
              <a:gd name="connsiteY100-5404" fmla="*/ 9231 h 10000"/>
              <a:gd name="connsiteX101-5405" fmla="*/ 2567 w 10000"/>
              <a:gd name="connsiteY101-5406" fmla="*/ 9356 h 10000"/>
              <a:gd name="connsiteX102-5407" fmla="*/ 2315 w 10000"/>
              <a:gd name="connsiteY102-5408" fmla="*/ 9356 h 10000"/>
              <a:gd name="connsiteX103-5409" fmla="*/ 2131 w 10000"/>
              <a:gd name="connsiteY103-5410" fmla="*/ 9459 h 10000"/>
              <a:gd name="connsiteX104-5411" fmla="*/ 1863 w 10000"/>
              <a:gd name="connsiteY104-5412" fmla="*/ 9459 h 10000"/>
              <a:gd name="connsiteX105-5413" fmla="*/ 1695 w 10000"/>
              <a:gd name="connsiteY105-5414" fmla="*/ 9563 h 10000"/>
              <a:gd name="connsiteX106-5415" fmla="*/ 1426 w 10000"/>
              <a:gd name="connsiteY106-5416" fmla="*/ 9688 h 10000"/>
              <a:gd name="connsiteX107-5417" fmla="*/ 1241 w 10000"/>
              <a:gd name="connsiteY107-5418" fmla="*/ 9688 h 10000"/>
              <a:gd name="connsiteX108-5419" fmla="*/ 1158 w 10000"/>
              <a:gd name="connsiteY108-5420" fmla="*/ 9792 h 10000"/>
              <a:gd name="connsiteX109-5421" fmla="*/ 974 w 10000"/>
              <a:gd name="connsiteY109-5422" fmla="*/ 9792 h 10000"/>
              <a:gd name="connsiteX110-5423" fmla="*/ 889 w 10000"/>
              <a:gd name="connsiteY110-5424" fmla="*/ 9896 h 10000"/>
              <a:gd name="connsiteX111-5425" fmla="*/ 806 w 10000"/>
              <a:gd name="connsiteY111-5426" fmla="*/ 9896 h 10000"/>
              <a:gd name="connsiteX112-5427" fmla="*/ 721 w 10000"/>
              <a:gd name="connsiteY112-5428" fmla="*/ 9896 h 10000"/>
              <a:gd name="connsiteX113-5429" fmla="*/ 537 w 10000"/>
              <a:gd name="connsiteY113-5430" fmla="*/ 10000 h 10000"/>
              <a:gd name="connsiteX114-5431" fmla="*/ 453 w 10000"/>
              <a:gd name="connsiteY114-5432" fmla="*/ 9896 h 10000"/>
              <a:gd name="connsiteX115-5433" fmla="*/ 369 w 10000"/>
              <a:gd name="connsiteY115-5434" fmla="*/ 9896 h 10000"/>
              <a:gd name="connsiteX116-5435" fmla="*/ 269 w 10000"/>
              <a:gd name="connsiteY116-5436" fmla="*/ 9792 h 10000"/>
              <a:gd name="connsiteX117-5437" fmla="*/ 184 w 10000"/>
              <a:gd name="connsiteY117-5438" fmla="*/ 9563 h 10000"/>
              <a:gd name="connsiteX118-5439" fmla="*/ 101 w 10000"/>
              <a:gd name="connsiteY118-5440" fmla="*/ 9356 h 10000"/>
              <a:gd name="connsiteX119-5441" fmla="*/ 0 w 10000"/>
              <a:gd name="connsiteY119-5442" fmla="*/ 9231 h 10000"/>
              <a:gd name="connsiteX120-5443" fmla="*/ 0 w 10000"/>
              <a:gd name="connsiteY120-5444" fmla="*/ 9127 h 10000"/>
              <a:gd name="connsiteX121-5445" fmla="*/ 0 w 10000"/>
              <a:gd name="connsiteY121-5446" fmla="*/ 9023 h 10000"/>
              <a:gd name="connsiteX122-5447" fmla="*/ 0 w 10000"/>
              <a:gd name="connsiteY122-5448" fmla="*/ 9023 h 10000"/>
              <a:gd name="connsiteX123-5449" fmla="*/ 101 w 10000"/>
              <a:gd name="connsiteY123-5450" fmla="*/ 8919 h 10000"/>
              <a:gd name="connsiteX124-5451" fmla="*/ 184 w 10000"/>
              <a:gd name="connsiteY124-5452" fmla="*/ 8794 h 10000"/>
              <a:gd name="connsiteX125-5453" fmla="*/ 369 w 10000"/>
              <a:gd name="connsiteY125-5454" fmla="*/ 8690 h 10000"/>
              <a:gd name="connsiteX126-5455" fmla="*/ 537 w 10000"/>
              <a:gd name="connsiteY126-5456" fmla="*/ 8586 h 10000"/>
              <a:gd name="connsiteX127-5457" fmla="*/ 621 w 10000"/>
              <a:gd name="connsiteY127-5458" fmla="*/ 8462 h 10000"/>
              <a:gd name="connsiteX128-5459" fmla="*/ 721 w 10000"/>
              <a:gd name="connsiteY128-5460" fmla="*/ 8358 h 10000"/>
              <a:gd name="connsiteX129-5461" fmla="*/ 889 w 10000"/>
              <a:gd name="connsiteY129-5462" fmla="*/ 8254 h 10000"/>
              <a:gd name="connsiteX130-5463" fmla="*/ 1073 w 10000"/>
              <a:gd name="connsiteY130-5464" fmla="*/ 8025 h 10000"/>
              <a:gd name="connsiteX131-5465" fmla="*/ 1158 w 10000"/>
              <a:gd name="connsiteY131-5466" fmla="*/ 7921 h 10000"/>
              <a:gd name="connsiteX132-5467" fmla="*/ 1342 w 10000"/>
              <a:gd name="connsiteY132-5468" fmla="*/ 7692 h 10000"/>
              <a:gd name="connsiteX133-5469" fmla="*/ 1510 w 10000"/>
              <a:gd name="connsiteY133-5470" fmla="*/ 7484 h 10000"/>
              <a:gd name="connsiteX134-5471" fmla="*/ 1510 w 10000"/>
              <a:gd name="connsiteY134-5472" fmla="*/ 7484 h 10000"/>
              <a:gd name="connsiteX0-5473" fmla="*/ 1510 w 10000"/>
              <a:gd name="connsiteY0-5474" fmla="*/ 7484 h 10000"/>
              <a:gd name="connsiteX1-5475" fmla="*/ 1695 w 10000"/>
              <a:gd name="connsiteY1-5476" fmla="*/ 7152 h 10000"/>
              <a:gd name="connsiteX2-5477" fmla="*/ 1946 w 10000"/>
              <a:gd name="connsiteY2-5478" fmla="*/ 6819 h 10000"/>
              <a:gd name="connsiteX3-5479" fmla="*/ 2131 w 10000"/>
              <a:gd name="connsiteY3-5480" fmla="*/ 6486 h 10000"/>
              <a:gd name="connsiteX4-5481" fmla="*/ 2399 w 10000"/>
              <a:gd name="connsiteY4-5482" fmla="*/ 6050 h 10000"/>
              <a:gd name="connsiteX5-5483" fmla="*/ 2667 w 10000"/>
              <a:gd name="connsiteY5-5484" fmla="*/ 5509 h 10000"/>
              <a:gd name="connsiteX6-5485" fmla="*/ 2936 w 10000"/>
              <a:gd name="connsiteY6-5486" fmla="*/ 4948 h 10000"/>
              <a:gd name="connsiteX7-5487" fmla="*/ 3188 w 10000"/>
              <a:gd name="connsiteY7-5488" fmla="*/ 4304 h 10000"/>
              <a:gd name="connsiteX8-5489" fmla="*/ 3540 w 10000"/>
              <a:gd name="connsiteY8-5490" fmla="*/ 3638 h 10000"/>
              <a:gd name="connsiteX9-5491" fmla="*/ 3809 w 10000"/>
              <a:gd name="connsiteY9-5492" fmla="*/ 2973 h 10000"/>
              <a:gd name="connsiteX10-5493" fmla="*/ 4077 w 10000"/>
              <a:gd name="connsiteY10-5494" fmla="*/ 2432 h 10000"/>
              <a:gd name="connsiteX11-5495" fmla="*/ 4262 w 10000"/>
              <a:gd name="connsiteY11-5496" fmla="*/ 1871 h 10000"/>
              <a:gd name="connsiteX12-5497" fmla="*/ 4429 w 10000"/>
              <a:gd name="connsiteY12-5498" fmla="*/ 1435 h 10000"/>
              <a:gd name="connsiteX13-5499" fmla="*/ 4514 w 10000"/>
              <a:gd name="connsiteY13-5500" fmla="*/ 1102 h 10000"/>
              <a:gd name="connsiteX14-5501" fmla="*/ 4614 w 10000"/>
              <a:gd name="connsiteY14-5502" fmla="*/ 769 h 10000"/>
              <a:gd name="connsiteX15-5503" fmla="*/ 4614 w 10000"/>
              <a:gd name="connsiteY15-5504" fmla="*/ 665 h 10000"/>
              <a:gd name="connsiteX16-5505" fmla="*/ 4614 w 10000"/>
              <a:gd name="connsiteY16-5506" fmla="*/ 437 h 10000"/>
              <a:gd name="connsiteX17-5507" fmla="*/ 4514 w 10000"/>
              <a:gd name="connsiteY17-5508" fmla="*/ 437 h 10000"/>
              <a:gd name="connsiteX18-5509" fmla="*/ 4514 w 10000"/>
              <a:gd name="connsiteY18-5510" fmla="*/ 333 h 10000"/>
              <a:gd name="connsiteX19-5511" fmla="*/ 4429 w 10000"/>
              <a:gd name="connsiteY19-5512" fmla="*/ 229 h 10000"/>
              <a:gd name="connsiteX20-5513" fmla="*/ 4429 w 10000"/>
              <a:gd name="connsiteY20-5514" fmla="*/ 229 h 10000"/>
              <a:gd name="connsiteX21-5515" fmla="*/ 4429 w 10000"/>
              <a:gd name="connsiteY21-5516" fmla="*/ 125 h 10000"/>
              <a:gd name="connsiteX22-5517" fmla="*/ 4429 w 10000"/>
              <a:gd name="connsiteY22-5518" fmla="*/ 0 h 10000"/>
              <a:gd name="connsiteX23-5519" fmla="*/ 4514 w 10000"/>
              <a:gd name="connsiteY23-5520" fmla="*/ 0 h 10000"/>
              <a:gd name="connsiteX24-5521" fmla="*/ 4698 w 10000"/>
              <a:gd name="connsiteY24-5522" fmla="*/ 0 h 10000"/>
              <a:gd name="connsiteX25-5523" fmla="*/ 4882 w 10000"/>
              <a:gd name="connsiteY25-5524" fmla="*/ 0 h 10000"/>
              <a:gd name="connsiteX26-5525" fmla="*/ 5134 w 10000"/>
              <a:gd name="connsiteY26-5526" fmla="*/ 0 h 10000"/>
              <a:gd name="connsiteX27-5527" fmla="*/ 5318 w 10000"/>
              <a:gd name="connsiteY27-5528" fmla="*/ 125 h 10000"/>
              <a:gd name="connsiteX28-5529" fmla="*/ 5587 w 10000"/>
              <a:gd name="connsiteY28-5530" fmla="*/ 229 h 10000"/>
              <a:gd name="connsiteX29-5531" fmla="*/ 5755 w 10000"/>
              <a:gd name="connsiteY29-5532" fmla="*/ 333 h 10000"/>
              <a:gd name="connsiteX30-5533" fmla="*/ 5940 w 10000"/>
              <a:gd name="connsiteY30-5534" fmla="*/ 437 h 10000"/>
              <a:gd name="connsiteX31-5535" fmla="*/ 6108 w 10000"/>
              <a:gd name="connsiteY31-5536" fmla="*/ 665 h 10000"/>
              <a:gd name="connsiteX32-5537" fmla="*/ 6208 w 10000"/>
              <a:gd name="connsiteY32-5538" fmla="*/ 769 h 10000"/>
              <a:gd name="connsiteX33-5539" fmla="*/ 6208 w 10000"/>
              <a:gd name="connsiteY33-5540" fmla="*/ 894 h 10000"/>
              <a:gd name="connsiteX34-5541" fmla="*/ 6208 w 10000"/>
              <a:gd name="connsiteY34-5542" fmla="*/ 998 h 10000"/>
              <a:gd name="connsiteX35-5543" fmla="*/ 6208 w 10000"/>
              <a:gd name="connsiteY35-5544" fmla="*/ 1206 h 10000"/>
              <a:gd name="connsiteX36-5545" fmla="*/ 6108 w 10000"/>
              <a:gd name="connsiteY36-5546" fmla="*/ 1331 h 10000"/>
              <a:gd name="connsiteX37-5547" fmla="*/ 6023 w 10000"/>
              <a:gd name="connsiteY37-5548" fmla="*/ 1538 h 10000"/>
              <a:gd name="connsiteX38-5549" fmla="*/ 5856 w 10000"/>
              <a:gd name="connsiteY38-5550" fmla="*/ 1767 h 10000"/>
              <a:gd name="connsiteX39-5551" fmla="*/ 5671 w 10000"/>
              <a:gd name="connsiteY39-5552" fmla="*/ 1975 h 10000"/>
              <a:gd name="connsiteX40-5553" fmla="*/ 5587 w 10000"/>
              <a:gd name="connsiteY40-5554" fmla="*/ 2204 h 10000"/>
              <a:gd name="connsiteX41-5555" fmla="*/ 5403 w 10000"/>
              <a:gd name="connsiteY41-5556" fmla="*/ 2432 h 10000"/>
              <a:gd name="connsiteX42-5557" fmla="*/ 5235 w 10000"/>
              <a:gd name="connsiteY42-5558" fmla="*/ 2744 h 10000"/>
              <a:gd name="connsiteX43-5559" fmla="*/ 5050 w 10000"/>
              <a:gd name="connsiteY43-5560" fmla="*/ 3077 h 10000"/>
              <a:gd name="connsiteX44-5561" fmla="*/ 4782 w 10000"/>
              <a:gd name="connsiteY44-5562" fmla="*/ 3514 h 10000"/>
              <a:gd name="connsiteX45-5563" fmla="*/ 4614 w 10000"/>
              <a:gd name="connsiteY45-5564" fmla="*/ 3971 h 10000"/>
              <a:gd name="connsiteX46-5565" fmla="*/ 4346 w 10000"/>
              <a:gd name="connsiteY46-5566" fmla="*/ 4407 h 10000"/>
              <a:gd name="connsiteX47-5567" fmla="*/ 3993 w 10000"/>
              <a:gd name="connsiteY47-5568" fmla="*/ 4948 h 10000"/>
              <a:gd name="connsiteX48-5569" fmla="*/ 3724 w 10000"/>
              <a:gd name="connsiteY48-5570" fmla="*/ 5385 h 10000"/>
              <a:gd name="connsiteX49-5571" fmla="*/ 3540 w 10000"/>
              <a:gd name="connsiteY49-5572" fmla="*/ 5842 h 10000"/>
              <a:gd name="connsiteX50-5573" fmla="*/ 3289 w 10000"/>
              <a:gd name="connsiteY50-5574" fmla="*/ 6279 h 10000"/>
              <a:gd name="connsiteX51-5575" fmla="*/ 3020 w 10000"/>
              <a:gd name="connsiteY51-5576" fmla="*/ 6611 h 10000"/>
              <a:gd name="connsiteX52-5577" fmla="*/ 2835 w 10000"/>
              <a:gd name="connsiteY52-5578" fmla="*/ 6923 h 10000"/>
              <a:gd name="connsiteX53-5579" fmla="*/ 2667 w 10000"/>
              <a:gd name="connsiteY53-5580" fmla="*/ 7256 h 10000"/>
              <a:gd name="connsiteX54-5581" fmla="*/ 2483 w 10000"/>
              <a:gd name="connsiteY54-5582" fmla="*/ 7484 h 10000"/>
              <a:gd name="connsiteX55-5583" fmla="*/ 2315 w 10000"/>
              <a:gd name="connsiteY55-5584" fmla="*/ 7692 h 10000"/>
              <a:gd name="connsiteX56-5585" fmla="*/ 2131 w 10000"/>
              <a:gd name="connsiteY56-5586" fmla="*/ 7921 h 10000"/>
              <a:gd name="connsiteX57-5587" fmla="*/ 2047 w 10000"/>
              <a:gd name="connsiteY57-5588" fmla="*/ 8150 h 10000"/>
              <a:gd name="connsiteX58-5589" fmla="*/ 1946 w 10000"/>
              <a:gd name="connsiteY58-5590" fmla="*/ 8254 h 10000"/>
              <a:gd name="connsiteX59-5591" fmla="*/ 1863 w 10000"/>
              <a:gd name="connsiteY59-5592" fmla="*/ 8358 h 10000"/>
              <a:gd name="connsiteX60-5593" fmla="*/ 1778 w 10000"/>
              <a:gd name="connsiteY60-5594" fmla="*/ 8462 h 10000"/>
              <a:gd name="connsiteX61-5595" fmla="*/ 1778 w 10000"/>
              <a:gd name="connsiteY61-5596" fmla="*/ 8586 h 10000"/>
              <a:gd name="connsiteX62-5597" fmla="*/ 1778 w 10000"/>
              <a:gd name="connsiteY62-5598" fmla="*/ 8586 h 10000"/>
              <a:gd name="connsiteX63-5599" fmla="*/ 1863 w 10000"/>
              <a:gd name="connsiteY63-5600" fmla="*/ 8586 h 10000"/>
              <a:gd name="connsiteX64-5601" fmla="*/ 1946 w 10000"/>
              <a:gd name="connsiteY64-5602" fmla="*/ 8690 h 10000"/>
              <a:gd name="connsiteX65-5603" fmla="*/ 2047 w 10000"/>
              <a:gd name="connsiteY65-5604" fmla="*/ 8690 h 10000"/>
              <a:gd name="connsiteX66-5605" fmla="*/ 2215 w 10000"/>
              <a:gd name="connsiteY66-5606" fmla="*/ 8690 h 10000"/>
              <a:gd name="connsiteX67-5607" fmla="*/ 2315 w 10000"/>
              <a:gd name="connsiteY67-5608" fmla="*/ 8586 h 10000"/>
              <a:gd name="connsiteX68-5609" fmla="*/ 2399 w 10000"/>
              <a:gd name="connsiteY68-5610" fmla="*/ 8586 h 10000"/>
              <a:gd name="connsiteX69-5611" fmla="*/ 2567 w 10000"/>
              <a:gd name="connsiteY69-5612" fmla="*/ 8586 h 10000"/>
              <a:gd name="connsiteX70-5613" fmla="*/ 2752 w 10000"/>
              <a:gd name="connsiteY70-5614" fmla="*/ 8586 h 10000"/>
              <a:gd name="connsiteX71-5615" fmla="*/ 2936 w 10000"/>
              <a:gd name="connsiteY71-5616" fmla="*/ 8462 h 10000"/>
              <a:gd name="connsiteX72-5617" fmla="*/ 3104 w 10000"/>
              <a:gd name="connsiteY72-5618" fmla="*/ 8462 h 10000"/>
              <a:gd name="connsiteX73-5619" fmla="*/ 3372 w 10000"/>
              <a:gd name="connsiteY73-5620" fmla="*/ 8462 h 10000"/>
              <a:gd name="connsiteX74-5621" fmla="*/ 3641 w 10000"/>
              <a:gd name="connsiteY74-5622" fmla="*/ 8462 h 10000"/>
              <a:gd name="connsiteX75-5623" fmla="*/ 3993 w 10000"/>
              <a:gd name="connsiteY75-5624" fmla="*/ 8358 h 10000"/>
              <a:gd name="connsiteX76-5625" fmla="*/ 4346 w 10000"/>
              <a:gd name="connsiteY76-5626" fmla="*/ 8358 h 10000"/>
              <a:gd name="connsiteX77-5627" fmla="*/ 4698 w 10000"/>
              <a:gd name="connsiteY77-5628" fmla="*/ 8358 h 10000"/>
              <a:gd name="connsiteX78-5629" fmla="*/ 5050 w 10000"/>
              <a:gd name="connsiteY78-5630" fmla="*/ 8254 h 10000"/>
              <a:gd name="connsiteX79-5631" fmla="*/ 5486 w 10000"/>
              <a:gd name="connsiteY79-5632" fmla="*/ 8150 h 10000"/>
              <a:gd name="connsiteX80-5633" fmla="*/ 5940 w 10000"/>
              <a:gd name="connsiteY80-5634" fmla="*/ 8150 h 10000"/>
              <a:gd name="connsiteX81-5635" fmla="*/ 6460 w 10000"/>
              <a:gd name="connsiteY81-5636" fmla="*/ 8025 h 10000"/>
              <a:gd name="connsiteX82-5637" fmla="*/ 10000 w 10000"/>
              <a:gd name="connsiteY82-5638" fmla="*/ 8462 h 10000"/>
              <a:gd name="connsiteX83-5639" fmla="*/ 9748 w 10000"/>
              <a:gd name="connsiteY83-5640" fmla="*/ 8586 h 10000"/>
              <a:gd name="connsiteX84-5641" fmla="*/ 9563 w 10000"/>
              <a:gd name="connsiteY84-5642" fmla="*/ 8586 h 10000"/>
              <a:gd name="connsiteX85-5643" fmla="*/ 9295 w 10000"/>
              <a:gd name="connsiteY85-5644" fmla="*/ 8586 h 10000"/>
              <a:gd name="connsiteX86-5645" fmla="*/ 9026 w 10000"/>
              <a:gd name="connsiteY86-5646" fmla="*/ 8586 h 10000"/>
              <a:gd name="connsiteX87-5647" fmla="*/ 8775 w 10000"/>
              <a:gd name="connsiteY87-5648" fmla="*/ 8586 h 10000"/>
              <a:gd name="connsiteX88-5649" fmla="*/ 8507 w 10000"/>
              <a:gd name="connsiteY88-5650" fmla="*/ 8586 h 10000"/>
              <a:gd name="connsiteX89-5651" fmla="*/ 8155 w 10000"/>
              <a:gd name="connsiteY89-5652" fmla="*/ 8586 h 10000"/>
              <a:gd name="connsiteX90-5653" fmla="*/ 7802 w 10000"/>
              <a:gd name="connsiteY90-5654" fmla="*/ 8586 h 10000"/>
              <a:gd name="connsiteX91-5655" fmla="*/ 7433 w 10000"/>
              <a:gd name="connsiteY91-5656" fmla="*/ 8690 h 10000"/>
              <a:gd name="connsiteX92-5657" fmla="*/ 6997 w 10000"/>
              <a:gd name="connsiteY92-5658" fmla="*/ 8690 h 10000"/>
              <a:gd name="connsiteX93-5659" fmla="*/ 6561 w 10000"/>
              <a:gd name="connsiteY93-5660" fmla="*/ 8690 h 10000"/>
              <a:gd name="connsiteX94-5661" fmla="*/ 5755 w 10000"/>
              <a:gd name="connsiteY94-5662" fmla="*/ 8794 h 10000"/>
              <a:gd name="connsiteX95-5663" fmla="*/ 4966 w 10000"/>
              <a:gd name="connsiteY95-5664" fmla="*/ 8919 h 10000"/>
              <a:gd name="connsiteX96-5665" fmla="*/ 4262 w 10000"/>
              <a:gd name="connsiteY96-5666" fmla="*/ 9023 h 10000"/>
              <a:gd name="connsiteX97-5667" fmla="*/ 3540 w 10000"/>
              <a:gd name="connsiteY97-5668" fmla="*/ 9127 h 10000"/>
              <a:gd name="connsiteX98-5669" fmla="*/ 3188 w 10000"/>
              <a:gd name="connsiteY98-5670" fmla="*/ 9127 h 10000"/>
              <a:gd name="connsiteX99-5671" fmla="*/ 2936 w 10000"/>
              <a:gd name="connsiteY99-5672" fmla="*/ 9231 h 10000"/>
              <a:gd name="connsiteX100-5673" fmla="*/ 2567 w 10000"/>
              <a:gd name="connsiteY100-5674" fmla="*/ 9356 h 10000"/>
              <a:gd name="connsiteX101-5675" fmla="*/ 2315 w 10000"/>
              <a:gd name="connsiteY101-5676" fmla="*/ 9356 h 10000"/>
              <a:gd name="connsiteX102-5677" fmla="*/ 2131 w 10000"/>
              <a:gd name="connsiteY102-5678" fmla="*/ 9459 h 10000"/>
              <a:gd name="connsiteX103-5679" fmla="*/ 1863 w 10000"/>
              <a:gd name="connsiteY103-5680" fmla="*/ 9459 h 10000"/>
              <a:gd name="connsiteX104-5681" fmla="*/ 1695 w 10000"/>
              <a:gd name="connsiteY104-5682" fmla="*/ 9563 h 10000"/>
              <a:gd name="connsiteX105-5683" fmla="*/ 1426 w 10000"/>
              <a:gd name="connsiteY105-5684" fmla="*/ 9688 h 10000"/>
              <a:gd name="connsiteX106-5685" fmla="*/ 1241 w 10000"/>
              <a:gd name="connsiteY106-5686" fmla="*/ 9688 h 10000"/>
              <a:gd name="connsiteX107-5687" fmla="*/ 1158 w 10000"/>
              <a:gd name="connsiteY107-5688" fmla="*/ 9792 h 10000"/>
              <a:gd name="connsiteX108-5689" fmla="*/ 974 w 10000"/>
              <a:gd name="connsiteY108-5690" fmla="*/ 9792 h 10000"/>
              <a:gd name="connsiteX109-5691" fmla="*/ 889 w 10000"/>
              <a:gd name="connsiteY109-5692" fmla="*/ 9896 h 10000"/>
              <a:gd name="connsiteX110-5693" fmla="*/ 806 w 10000"/>
              <a:gd name="connsiteY110-5694" fmla="*/ 9896 h 10000"/>
              <a:gd name="connsiteX111-5695" fmla="*/ 721 w 10000"/>
              <a:gd name="connsiteY111-5696" fmla="*/ 9896 h 10000"/>
              <a:gd name="connsiteX112-5697" fmla="*/ 537 w 10000"/>
              <a:gd name="connsiteY112-5698" fmla="*/ 10000 h 10000"/>
              <a:gd name="connsiteX113-5699" fmla="*/ 453 w 10000"/>
              <a:gd name="connsiteY113-5700" fmla="*/ 9896 h 10000"/>
              <a:gd name="connsiteX114-5701" fmla="*/ 369 w 10000"/>
              <a:gd name="connsiteY114-5702" fmla="*/ 9896 h 10000"/>
              <a:gd name="connsiteX115-5703" fmla="*/ 269 w 10000"/>
              <a:gd name="connsiteY115-5704" fmla="*/ 9792 h 10000"/>
              <a:gd name="connsiteX116-5705" fmla="*/ 184 w 10000"/>
              <a:gd name="connsiteY116-5706" fmla="*/ 9563 h 10000"/>
              <a:gd name="connsiteX117-5707" fmla="*/ 101 w 10000"/>
              <a:gd name="connsiteY117-5708" fmla="*/ 9356 h 10000"/>
              <a:gd name="connsiteX118-5709" fmla="*/ 0 w 10000"/>
              <a:gd name="connsiteY118-5710" fmla="*/ 9231 h 10000"/>
              <a:gd name="connsiteX119-5711" fmla="*/ 0 w 10000"/>
              <a:gd name="connsiteY119-5712" fmla="*/ 9127 h 10000"/>
              <a:gd name="connsiteX120-5713" fmla="*/ 0 w 10000"/>
              <a:gd name="connsiteY120-5714" fmla="*/ 9023 h 10000"/>
              <a:gd name="connsiteX121-5715" fmla="*/ 0 w 10000"/>
              <a:gd name="connsiteY121-5716" fmla="*/ 9023 h 10000"/>
              <a:gd name="connsiteX122-5717" fmla="*/ 101 w 10000"/>
              <a:gd name="connsiteY122-5718" fmla="*/ 8919 h 10000"/>
              <a:gd name="connsiteX123-5719" fmla="*/ 184 w 10000"/>
              <a:gd name="connsiteY123-5720" fmla="*/ 8794 h 10000"/>
              <a:gd name="connsiteX124-5721" fmla="*/ 369 w 10000"/>
              <a:gd name="connsiteY124-5722" fmla="*/ 8690 h 10000"/>
              <a:gd name="connsiteX125-5723" fmla="*/ 537 w 10000"/>
              <a:gd name="connsiteY125-5724" fmla="*/ 8586 h 10000"/>
              <a:gd name="connsiteX126-5725" fmla="*/ 621 w 10000"/>
              <a:gd name="connsiteY126-5726" fmla="*/ 8462 h 10000"/>
              <a:gd name="connsiteX127-5727" fmla="*/ 721 w 10000"/>
              <a:gd name="connsiteY127-5728" fmla="*/ 8358 h 10000"/>
              <a:gd name="connsiteX128-5729" fmla="*/ 889 w 10000"/>
              <a:gd name="connsiteY128-5730" fmla="*/ 8254 h 10000"/>
              <a:gd name="connsiteX129-5731" fmla="*/ 1073 w 10000"/>
              <a:gd name="connsiteY129-5732" fmla="*/ 8025 h 10000"/>
              <a:gd name="connsiteX130-5733" fmla="*/ 1158 w 10000"/>
              <a:gd name="connsiteY130-5734" fmla="*/ 7921 h 10000"/>
              <a:gd name="connsiteX131-5735" fmla="*/ 1342 w 10000"/>
              <a:gd name="connsiteY131-5736" fmla="*/ 7692 h 10000"/>
              <a:gd name="connsiteX132-5737" fmla="*/ 1510 w 10000"/>
              <a:gd name="connsiteY132-5738" fmla="*/ 7484 h 10000"/>
              <a:gd name="connsiteX133-5739" fmla="*/ 1510 w 10000"/>
              <a:gd name="connsiteY133-5740" fmla="*/ 7484 h 10000"/>
              <a:gd name="connsiteX0-5741" fmla="*/ 1510 w 10000"/>
              <a:gd name="connsiteY0-5742" fmla="*/ 7484 h 10000"/>
              <a:gd name="connsiteX1-5743" fmla="*/ 1695 w 10000"/>
              <a:gd name="connsiteY1-5744" fmla="*/ 7152 h 10000"/>
              <a:gd name="connsiteX2-5745" fmla="*/ 1946 w 10000"/>
              <a:gd name="connsiteY2-5746" fmla="*/ 6819 h 10000"/>
              <a:gd name="connsiteX3-5747" fmla="*/ 2131 w 10000"/>
              <a:gd name="connsiteY3-5748" fmla="*/ 6486 h 10000"/>
              <a:gd name="connsiteX4-5749" fmla="*/ 2399 w 10000"/>
              <a:gd name="connsiteY4-5750" fmla="*/ 6050 h 10000"/>
              <a:gd name="connsiteX5-5751" fmla="*/ 2667 w 10000"/>
              <a:gd name="connsiteY5-5752" fmla="*/ 5509 h 10000"/>
              <a:gd name="connsiteX6-5753" fmla="*/ 2936 w 10000"/>
              <a:gd name="connsiteY6-5754" fmla="*/ 4948 h 10000"/>
              <a:gd name="connsiteX7-5755" fmla="*/ 3188 w 10000"/>
              <a:gd name="connsiteY7-5756" fmla="*/ 4304 h 10000"/>
              <a:gd name="connsiteX8-5757" fmla="*/ 3540 w 10000"/>
              <a:gd name="connsiteY8-5758" fmla="*/ 3638 h 10000"/>
              <a:gd name="connsiteX9-5759" fmla="*/ 3809 w 10000"/>
              <a:gd name="connsiteY9-5760" fmla="*/ 2973 h 10000"/>
              <a:gd name="connsiteX10-5761" fmla="*/ 4077 w 10000"/>
              <a:gd name="connsiteY10-5762" fmla="*/ 2432 h 10000"/>
              <a:gd name="connsiteX11-5763" fmla="*/ 4262 w 10000"/>
              <a:gd name="connsiteY11-5764" fmla="*/ 1871 h 10000"/>
              <a:gd name="connsiteX12-5765" fmla="*/ 4429 w 10000"/>
              <a:gd name="connsiteY12-5766" fmla="*/ 1435 h 10000"/>
              <a:gd name="connsiteX13-5767" fmla="*/ 4514 w 10000"/>
              <a:gd name="connsiteY13-5768" fmla="*/ 1102 h 10000"/>
              <a:gd name="connsiteX14-5769" fmla="*/ 4614 w 10000"/>
              <a:gd name="connsiteY14-5770" fmla="*/ 769 h 10000"/>
              <a:gd name="connsiteX15-5771" fmla="*/ 4614 w 10000"/>
              <a:gd name="connsiteY15-5772" fmla="*/ 665 h 10000"/>
              <a:gd name="connsiteX16-5773" fmla="*/ 4614 w 10000"/>
              <a:gd name="connsiteY16-5774" fmla="*/ 437 h 10000"/>
              <a:gd name="connsiteX17-5775" fmla="*/ 4514 w 10000"/>
              <a:gd name="connsiteY17-5776" fmla="*/ 437 h 10000"/>
              <a:gd name="connsiteX18-5777" fmla="*/ 4514 w 10000"/>
              <a:gd name="connsiteY18-5778" fmla="*/ 333 h 10000"/>
              <a:gd name="connsiteX19-5779" fmla="*/ 4429 w 10000"/>
              <a:gd name="connsiteY19-5780" fmla="*/ 229 h 10000"/>
              <a:gd name="connsiteX20-5781" fmla="*/ 4429 w 10000"/>
              <a:gd name="connsiteY20-5782" fmla="*/ 229 h 10000"/>
              <a:gd name="connsiteX21-5783" fmla="*/ 4429 w 10000"/>
              <a:gd name="connsiteY21-5784" fmla="*/ 125 h 10000"/>
              <a:gd name="connsiteX22-5785" fmla="*/ 4429 w 10000"/>
              <a:gd name="connsiteY22-5786" fmla="*/ 0 h 10000"/>
              <a:gd name="connsiteX23-5787" fmla="*/ 4514 w 10000"/>
              <a:gd name="connsiteY23-5788" fmla="*/ 0 h 10000"/>
              <a:gd name="connsiteX24-5789" fmla="*/ 4698 w 10000"/>
              <a:gd name="connsiteY24-5790" fmla="*/ 0 h 10000"/>
              <a:gd name="connsiteX25-5791" fmla="*/ 4882 w 10000"/>
              <a:gd name="connsiteY25-5792" fmla="*/ 0 h 10000"/>
              <a:gd name="connsiteX26-5793" fmla="*/ 5134 w 10000"/>
              <a:gd name="connsiteY26-5794" fmla="*/ 0 h 10000"/>
              <a:gd name="connsiteX27-5795" fmla="*/ 5318 w 10000"/>
              <a:gd name="connsiteY27-5796" fmla="*/ 125 h 10000"/>
              <a:gd name="connsiteX28-5797" fmla="*/ 5587 w 10000"/>
              <a:gd name="connsiteY28-5798" fmla="*/ 229 h 10000"/>
              <a:gd name="connsiteX29-5799" fmla="*/ 5755 w 10000"/>
              <a:gd name="connsiteY29-5800" fmla="*/ 333 h 10000"/>
              <a:gd name="connsiteX30-5801" fmla="*/ 5940 w 10000"/>
              <a:gd name="connsiteY30-5802" fmla="*/ 437 h 10000"/>
              <a:gd name="connsiteX31-5803" fmla="*/ 6108 w 10000"/>
              <a:gd name="connsiteY31-5804" fmla="*/ 665 h 10000"/>
              <a:gd name="connsiteX32-5805" fmla="*/ 6208 w 10000"/>
              <a:gd name="connsiteY32-5806" fmla="*/ 769 h 10000"/>
              <a:gd name="connsiteX33-5807" fmla="*/ 6208 w 10000"/>
              <a:gd name="connsiteY33-5808" fmla="*/ 894 h 10000"/>
              <a:gd name="connsiteX34-5809" fmla="*/ 6208 w 10000"/>
              <a:gd name="connsiteY34-5810" fmla="*/ 998 h 10000"/>
              <a:gd name="connsiteX35-5811" fmla="*/ 6208 w 10000"/>
              <a:gd name="connsiteY35-5812" fmla="*/ 1206 h 10000"/>
              <a:gd name="connsiteX36-5813" fmla="*/ 6108 w 10000"/>
              <a:gd name="connsiteY36-5814" fmla="*/ 1331 h 10000"/>
              <a:gd name="connsiteX37-5815" fmla="*/ 6023 w 10000"/>
              <a:gd name="connsiteY37-5816" fmla="*/ 1538 h 10000"/>
              <a:gd name="connsiteX38-5817" fmla="*/ 5856 w 10000"/>
              <a:gd name="connsiteY38-5818" fmla="*/ 1767 h 10000"/>
              <a:gd name="connsiteX39-5819" fmla="*/ 5671 w 10000"/>
              <a:gd name="connsiteY39-5820" fmla="*/ 1975 h 10000"/>
              <a:gd name="connsiteX40-5821" fmla="*/ 5587 w 10000"/>
              <a:gd name="connsiteY40-5822" fmla="*/ 2204 h 10000"/>
              <a:gd name="connsiteX41-5823" fmla="*/ 5403 w 10000"/>
              <a:gd name="connsiteY41-5824" fmla="*/ 2432 h 10000"/>
              <a:gd name="connsiteX42-5825" fmla="*/ 5235 w 10000"/>
              <a:gd name="connsiteY42-5826" fmla="*/ 2744 h 10000"/>
              <a:gd name="connsiteX43-5827" fmla="*/ 5050 w 10000"/>
              <a:gd name="connsiteY43-5828" fmla="*/ 3077 h 10000"/>
              <a:gd name="connsiteX44-5829" fmla="*/ 4782 w 10000"/>
              <a:gd name="connsiteY44-5830" fmla="*/ 3514 h 10000"/>
              <a:gd name="connsiteX45-5831" fmla="*/ 4614 w 10000"/>
              <a:gd name="connsiteY45-5832" fmla="*/ 3971 h 10000"/>
              <a:gd name="connsiteX46-5833" fmla="*/ 4346 w 10000"/>
              <a:gd name="connsiteY46-5834" fmla="*/ 4407 h 10000"/>
              <a:gd name="connsiteX47-5835" fmla="*/ 3993 w 10000"/>
              <a:gd name="connsiteY47-5836" fmla="*/ 4948 h 10000"/>
              <a:gd name="connsiteX48-5837" fmla="*/ 3724 w 10000"/>
              <a:gd name="connsiteY48-5838" fmla="*/ 5385 h 10000"/>
              <a:gd name="connsiteX49-5839" fmla="*/ 3540 w 10000"/>
              <a:gd name="connsiteY49-5840" fmla="*/ 5842 h 10000"/>
              <a:gd name="connsiteX50-5841" fmla="*/ 3289 w 10000"/>
              <a:gd name="connsiteY50-5842" fmla="*/ 6279 h 10000"/>
              <a:gd name="connsiteX51-5843" fmla="*/ 3020 w 10000"/>
              <a:gd name="connsiteY51-5844" fmla="*/ 6611 h 10000"/>
              <a:gd name="connsiteX52-5845" fmla="*/ 2835 w 10000"/>
              <a:gd name="connsiteY52-5846" fmla="*/ 6923 h 10000"/>
              <a:gd name="connsiteX53-5847" fmla="*/ 2667 w 10000"/>
              <a:gd name="connsiteY53-5848" fmla="*/ 7256 h 10000"/>
              <a:gd name="connsiteX54-5849" fmla="*/ 2483 w 10000"/>
              <a:gd name="connsiteY54-5850" fmla="*/ 7484 h 10000"/>
              <a:gd name="connsiteX55-5851" fmla="*/ 2315 w 10000"/>
              <a:gd name="connsiteY55-5852" fmla="*/ 7692 h 10000"/>
              <a:gd name="connsiteX56-5853" fmla="*/ 2131 w 10000"/>
              <a:gd name="connsiteY56-5854" fmla="*/ 7921 h 10000"/>
              <a:gd name="connsiteX57-5855" fmla="*/ 2047 w 10000"/>
              <a:gd name="connsiteY57-5856" fmla="*/ 8150 h 10000"/>
              <a:gd name="connsiteX58-5857" fmla="*/ 1946 w 10000"/>
              <a:gd name="connsiteY58-5858" fmla="*/ 8254 h 10000"/>
              <a:gd name="connsiteX59-5859" fmla="*/ 1863 w 10000"/>
              <a:gd name="connsiteY59-5860" fmla="*/ 8358 h 10000"/>
              <a:gd name="connsiteX60-5861" fmla="*/ 1778 w 10000"/>
              <a:gd name="connsiteY60-5862" fmla="*/ 8462 h 10000"/>
              <a:gd name="connsiteX61-5863" fmla="*/ 1778 w 10000"/>
              <a:gd name="connsiteY61-5864" fmla="*/ 8586 h 10000"/>
              <a:gd name="connsiteX62-5865" fmla="*/ 1778 w 10000"/>
              <a:gd name="connsiteY62-5866" fmla="*/ 8586 h 10000"/>
              <a:gd name="connsiteX63-5867" fmla="*/ 1863 w 10000"/>
              <a:gd name="connsiteY63-5868" fmla="*/ 8586 h 10000"/>
              <a:gd name="connsiteX64-5869" fmla="*/ 1946 w 10000"/>
              <a:gd name="connsiteY64-5870" fmla="*/ 8690 h 10000"/>
              <a:gd name="connsiteX65-5871" fmla="*/ 2047 w 10000"/>
              <a:gd name="connsiteY65-5872" fmla="*/ 8690 h 10000"/>
              <a:gd name="connsiteX66-5873" fmla="*/ 2215 w 10000"/>
              <a:gd name="connsiteY66-5874" fmla="*/ 8690 h 10000"/>
              <a:gd name="connsiteX67-5875" fmla="*/ 2315 w 10000"/>
              <a:gd name="connsiteY67-5876" fmla="*/ 8586 h 10000"/>
              <a:gd name="connsiteX68-5877" fmla="*/ 2399 w 10000"/>
              <a:gd name="connsiteY68-5878" fmla="*/ 8586 h 10000"/>
              <a:gd name="connsiteX69-5879" fmla="*/ 2567 w 10000"/>
              <a:gd name="connsiteY69-5880" fmla="*/ 8586 h 10000"/>
              <a:gd name="connsiteX70-5881" fmla="*/ 2752 w 10000"/>
              <a:gd name="connsiteY70-5882" fmla="*/ 8586 h 10000"/>
              <a:gd name="connsiteX71-5883" fmla="*/ 2936 w 10000"/>
              <a:gd name="connsiteY71-5884" fmla="*/ 8462 h 10000"/>
              <a:gd name="connsiteX72-5885" fmla="*/ 3104 w 10000"/>
              <a:gd name="connsiteY72-5886" fmla="*/ 8462 h 10000"/>
              <a:gd name="connsiteX73-5887" fmla="*/ 3372 w 10000"/>
              <a:gd name="connsiteY73-5888" fmla="*/ 8462 h 10000"/>
              <a:gd name="connsiteX74-5889" fmla="*/ 3641 w 10000"/>
              <a:gd name="connsiteY74-5890" fmla="*/ 8462 h 10000"/>
              <a:gd name="connsiteX75-5891" fmla="*/ 3993 w 10000"/>
              <a:gd name="connsiteY75-5892" fmla="*/ 8358 h 10000"/>
              <a:gd name="connsiteX76-5893" fmla="*/ 4346 w 10000"/>
              <a:gd name="connsiteY76-5894" fmla="*/ 8358 h 10000"/>
              <a:gd name="connsiteX77-5895" fmla="*/ 4698 w 10000"/>
              <a:gd name="connsiteY77-5896" fmla="*/ 8358 h 10000"/>
              <a:gd name="connsiteX78-5897" fmla="*/ 5050 w 10000"/>
              <a:gd name="connsiteY78-5898" fmla="*/ 8254 h 10000"/>
              <a:gd name="connsiteX79-5899" fmla="*/ 5486 w 10000"/>
              <a:gd name="connsiteY79-5900" fmla="*/ 8150 h 10000"/>
              <a:gd name="connsiteX80-5901" fmla="*/ 5940 w 10000"/>
              <a:gd name="connsiteY80-5902" fmla="*/ 8150 h 10000"/>
              <a:gd name="connsiteX81-5903" fmla="*/ 10000 w 10000"/>
              <a:gd name="connsiteY81-5904" fmla="*/ 8462 h 10000"/>
              <a:gd name="connsiteX82-5905" fmla="*/ 9748 w 10000"/>
              <a:gd name="connsiteY82-5906" fmla="*/ 8586 h 10000"/>
              <a:gd name="connsiteX83-5907" fmla="*/ 9563 w 10000"/>
              <a:gd name="connsiteY83-5908" fmla="*/ 8586 h 10000"/>
              <a:gd name="connsiteX84-5909" fmla="*/ 9295 w 10000"/>
              <a:gd name="connsiteY84-5910" fmla="*/ 8586 h 10000"/>
              <a:gd name="connsiteX85-5911" fmla="*/ 9026 w 10000"/>
              <a:gd name="connsiteY85-5912" fmla="*/ 8586 h 10000"/>
              <a:gd name="connsiteX86-5913" fmla="*/ 8775 w 10000"/>
              <a:gd name="connsiteY86-5914" fmla="*/ 8586 h 10000"/>
              <a:gd name="connsiteX87-5915" fmla="*/ 8507 w 10000"/>
              <a:gd name="connsiteY87-5916" fmla="*/ 8586 h 10000"/>
              <a:gd name="connsiteX88-5917" fmla="*/ 8155 w 10000"/>
              <a:gd name="connsiteY88-5918" fmla="*/ 8586 h 10000"/>
              <a:gd name="connsiteX89-5919" fmla="*/ 7802 w 10000"/>
              <a:gd name="connsiteY89-5920" fmla="*/ 8586 h 10000"/>
              <a:gd name="connsiteX90-5921" fmla="*/ 7433 w 10000"/>
              <a:gd name="connsiteY90-5922" fmla="*/ 8690 h 10000"/>
              <a:gd name="connsiteX91-5923" fmla="*/ 6997 w 10000"/>
              <a:gd name="connsiteY91-5924" fmla="*/ 8690 h 10000"/>
              <a:gd name="connsiteX92-5925" fmla="*/ 6561 w 10000"/>
              <a:gd name="connsiteY92-5926" fmla="*/ 8690 h 10000"/>
              <a:gd name="connsiteX93-5927" fmla="*/ 5755 w 10000"/>
              <a:gd name="connsiteY93-5928" fmla="*/ 8794 h 10000"/>
              <a:gd name="connsiteX94-5929" fmla="*/ 4966 w 10000"/>
              <a:gd name="connsiteY94-5930" fmla="*/ 8919 h 10000"/>
              <a:gd name="connsiteX95-5931" fmla="*/ 4262 w 10000"/>
              <a:gd name="connsiteY95-5932" fmla="*/ 9023 h 10000"/>
              <a:gd name="connsiteX96-5933" fmla="*/ 3540 w 10000"/>
              <a:gd name="connsiteY96-5934" fmla="*/ 9127 h 10000"/>
              <a:gd name="connsiteX97-5935" fmla="*/ 3188 w 10000"/>
              <a:gd name="connsiteY97-5936" fmla="*/ 9127 h 10000"/>
              <a:gd name="connsiteX98-5937" fmla="*/ 2936 w 10000"/>
              <a:gd name="connsiteY98-5938" fmla="*/ 9231 h 10000"/>
              <a:gd name="connsiteX99-5939" fmla="*/ 2567 w 10000"/>
              <a:gd name="connsiteY99-5940" fmla="*/ 9356 h 10000"/>
              <a:gd name="connsiteX100-5941" fmla="*/ 2315 w 10000"/>
              <a:gd name="connsiteY100-5942" fmla="*/ 9356 h 10000"/>
              <a:gd name="connsiteX101-5943" fmla="*/ 2131 w 10000"/>
              <a:gd name="connsiteY101-5944" fmla="*/ 9459 h 10000"/>
              <a:gd name="connsiteX102-5945" fmla="*/ 1863 w 10000"/>
              <a:gd name="connsiteY102-5946" fmla="*/ 9459 h 10000"/>
              <a:gd name="connsiteX103-5947" fmla="*/ 1695 w 10000"/>
              <a:gd name="connsiteY103-5948" fmla="*/ 9563 h 10000"/>
              <a:gd name="connsiteX104-5949" fmla="*/ 1426 w 10000"/>
              <a:gd name="connsiteY104-5950" fmla="*/ 9688 h 10000"/>
              <a:gd name="connsiteX105-5951" fmla="*/ 1241 w 10000"/>
              <a:gd name="connsiteY105-5952" fmla="*/ 9688 h 10000"/>
              <a:gd name="connsiteX106-5953" fmla="*/ 1158 w 10000"/>
              <a:gd name="connsiteY106-5954" fmla="*/ 9792 h 10000"/>
              <a:gd name="connsiteX107-5955" fmla="*/ 974 w 10000"/>
              <a:gd name="connsiteY107-5956" fmla="*/ 9792 h 10000"/>
              <a:gd name="connsiteX108-5957" fmla="*/ 889 w 10000"/>
              <a:gd name="connsiteY108-5958" fmla="*/ 9896 h 10000"/>
              <a:gd name="connsiteX109-5959" fmla="*/ 806 w 10000"/>
              <a:gd name="connsiteY109-5960" fmla="*/ 9896 h 10000"/>
              <a:gd name="connsiteX110-5961" fmla="*/ 721 w 10000"/>
              <a:gd name="connsiteY110-5962" fmla="*/ 9896 h 10000"/>
              <a:gd name="connsiteX111-5963" fmla="*/ 537 w 10000"/>
              <a:gd name="connsiteY111-5964" fmla="*/ 10000 h 10000"/>
              <a:gd name="connsiteX112-5965" fmla="*/ 453 w 10000"/>
              <a:gd name="connsiteY112-5966" fmla="*/ 9896 h 10000"/>
              <a:gd name="connsiteX113-5967" fmla="*/ 369 w 10000"/>
              <a:gd name="connsiteY113-5968" fmla="*/ 9896 h 10000"/>
              <a:gd name="connsiteX114-5969" fmla="*/ 269 w 10000"/>
              <a:gd name="connsiteY114-5970" fmla="*/ 9792 h 10000"/>
              <a:gd name="connsiteX115-5971" fmla="*/ 184 w 10000"/>
              <a:gd name="connsiteY115-5972" fmla="*/ 9563 h 10000"/>
              <a:gd name="connsiteX116-5973" fmla="*/ 101 w 10000"/>
              <a:gd name="connsiteY116-5974" fmla="*/ 9356 h 10000"/>
              <a:gd name="connsiteX117-5975" fmla="*/ 0 w 10000"/>
              <a:gd name="connsiteY117-5976" fmla="*/ 9231 h 10000"/>
              <a:gd name="connsiteX118-5977" fmla="*/ 0 w 10000"/>
              <a:gd name="connsiteY118-5978" fmla="*/ 9127 h 10000"/>
              <a:gd name="connsiteX119-5979" fmla="*/ 0 w 10000"/>
              <a:gd name="connsiteY119-5980" fmla="*/ 9023 h 10000"/>
              <a:gd name="connsiteX120-5981" fmla="*/ 0 w 10000"/>
              <a:gd name="connsiteY120-5982" fmla="*/ 9023 h 10000"/>
              <a:gd name="connsiteX121-5983" fmla="*/ 101 w 10000"/>
              <a:gd name="connsiteY121-5984" fmla="*/ 8919 h 10000"/>
              <a:gd name="connsiteX122-5985" fmla="*/ 184 w 10000"/>
              <a:gd name="connsiteY122-5986" fmla="*/ 8794 h 10000"/>
              <a:gd name="connsiteX123-5987" fmla="*/ 369 w 10000"/>
              <a:gd name="connsiteY123-5988" fmla="*/ 8690 h 10000"/>
              <a:gd name="connsiteX124-5989" fmla="*/ 537 w 10000"/>
              <a:gd name="connsiteY124-5990" fmla="*/ 8586 h 10000"/>
              <a:gd name="connsiteX125-5991" fmla="*/ 621 w 10000"/>
              <a:gd name="connsiteY125-5992" fmla="*/ 8462 h 10000"/>
              <a:gd name="connsiteX126-5993" fmla="*/ 721 w 10000"/>
              <a:gd name="connsiteY126-5994" fmla="*/ 8358 h 10000"/>
              <a:gd name="connsiteX127-5995" fmla="*/ 889 w 10000"/>
              <a:gd name="connsiteY127-5996" fmla="*/ 8254 h 10000"/>
              <a:gd name="connsiteX128-5997" fmla="*/ 1073 w 10000"/>
              <a:gd name="connsiteY128-5998" fmla="*/ 8025 h 10000"/>
              <a:gd name="connsiteX129-5999" fmla="*/ 1158 w 10000"/>
              <a:gd name="connsiteY129-6000" fmla="*/ 7921 h 10000"/>
              <a:gd name="connsiteX130-6001" fmla="*/ 1342 w 10000"/>
              <a:gd name="connsiteY130-6002" fmla="*/ 7692 h 10000"/>
              <a:gd name="connsiteX131-6003" fmla="*/ 1510 w 10000"/>
              <a:gd name="connsiteY131-6004" fmla="*/ 7484 h 10000"/>
              <a:gd name="connsiteX132-6005" fmla="*/ 1510 w 10000"/>
              <a:gd name="connsiteY132-6006" fmla="*/ 7484 h 10000"/>
              <a:gd name="connsiteX0-6007" fmla="*/ 1510 w 10000"/>
              <a:gd name="connsiteY0-6008" fmla="*/ 7484 h 10000"/>
              <a:gd name="connsiteX1-6009" fmla="*/ 1695 w 10000"/>
              <a:gd name="connsiteY1-6010" fmla="*/ 7152 h 10000"/>
              <a:gd name="connsiteX2-6011" fmla="*/ 1946 w 10000"/>
              <a:gd name="connsiteY2-6012" fmla="*/ 6819 h 10000"/>
              <a:gd name="connsiteX3-6013" fmla="*/ 2131 w 10000"/>
              <a:gd name="connsiteY3-6014" fmla="*/ 6486 h 10000"/>
              <a:gd name="connsiteX4-6015" fmla="*/ 2399 w 10000"/>
              <a:gd name="connsiteY4-6016" fmla="*/ 6050 h 10000"/>
              <a:gd name="connsiteX5-6017" fmla="*/ 2667 w 10000"/>
              <a:gd name="connsiteY5-6018" fmla="*/ 5509 h 10000"/>
              <a:gd name="connsiteX6-6019" fmla="*/ 2936 w 10000"/>
              <a:gd name="connsiteY6-6020" fmla="*/ 4948 h 10000"/>
              <a:gd name="connsiteX7-6021" fmla="*/ 3188 w 10000"/>
              <a:gd name="connsiteY7-6022" fmla="*/ 4304 h 10000"/>
              <a:gd name="connsiteX8-6023" fmla="*/ 3540 w 10000"/>
              <a:gd name="connsiteY8-6024" fmla="*/ 3638 h 10000"/>
              <a:gd name="connsiteX9-6025" fmla="*/ 3809 w 10000"/>
              <a:gd name="connsiteY9-6026" fmla="*/ 2973 h 10000"/>
              <a:gd name="connsiteX10-6027" fmla="*/ 4077 w 10000"/>
              <a:gd name="connsiteY10-6028" fmla="*/ 2432 h 10000"/>
              <a:gd name="connsiteX11-6029" fmla="*/ 4262 w 10000"/>
              <a:gd name="connsiteY11-6030" fmla="*/ 1871 h 10000"/>
              <a:gd name="connsiteX12-6031" fmla="*/ 4429 w 10000"/>
              <a:gd name="connsiteY12-6032" fmla="*/ 1435 h 10000"/>
              <a:gd name="connsiteX13-6033" fmla="*/ 4514 w 10000"/>
              <a:gd name="connsiteY13-6034" fmla="*/ 1102 h 10000"/>
              <a:gd name="connsiteX14-6035" fmla="*/ 4614 w 10000"/>
              <a:gd name="connsiteY14-6036" fmla="*/ 769 h 10000"/>
              <a:gd name="connsiteX15-6037" fmla="*/ 4614 w 10000"/>
              <a:gd name="connsiteY15-6038" fmla="*/ 665 h 10000"/>
              <a:gd name="connsiteX16-6039" fmla="*/ 4614 w 10000"/>
              <a:gd name="connsiteY16-6040" fmla="*/ 437 h 10000"/>
              <a:gd name="connsiteX17-6041" fmla="*/ 4514 w 10000"/>
              <a:gd name="connsiteY17-6042" fmla="*/ 437 h 10000"/>
              <a:gd name="connsiteX18-6043" fmla="*/ 4514 w 10000"/>
              <a:gd name="connsiteY18-6044" fmla="*/ 333 h 10000"/>
              <a:gd name="connsiteX19-6045" fmla="*/ 4429 w 10000"/>
              <a:gd name="connsiteY19-6046" fmla="*/ 229 h 10000"/>
              <a:gd name="connsiteX20-6047" fmla="*/ 4429 w 10000"/>
              <a:gd name="connsiteY20-6048" fmla="*/ 229 h 10000"/>
              <a:gd name="connsiteX21-6049" fmla="*/ 4429 w 10000"/>
              <a:gd name="connsiteY21-6050" fmla="*/ 125 h 10000"/>
              <a:gd name="connsiteX22-6051" fmla="*/ 4429 w 10000"/>
              <a:gd name="connsiteY22-6052" fmla="*/ 0 h 10000"/>
              <a:gd name="connsiteX23-6053" fmla="*/ 4514 w 10000"/>
              <a:gd name="connsiteY23-6054" fmla="*/ 0 h 10000"/>
              <a:gd name="connsiteX24-6055" fmla="*/ 4698 w 10000"/>
              <a:gd name="connsiteY24-6056" fmla="*/ 0 h 10000"/>
              <a:gd name="connsiteX25-6057" fmla="*/ 4882 w 10000"/>
              <a:gd name="connsiteY25-6058" fmla="*/ 0 h 10000"/>
              <a:gd name="connsiteX26-6059" fmla="*/ 5134 w 10000"/>
              <a:gd name="connsiteY26-6060" fmla="*/ 0 h 10000"/>
              <a:gd name="connsiteX27-6061" fmla="*/ 5318 w 10000"/>
              <a:gd name="connsiteY27-6062" fmla="*/ 125 h 10000"/>
              <a:gd name="connsiteX28-6063" fmla="*/ 5587 w 10000"/>
              <a:gd name="connsiteY28-6064" fmla="*/ 229 h 10000"/>
              <a:gd name="connsiteX29-6065" fmla="*/ 5755 w 10000"/>
              <a:gd name="connsiteY29-6066" fmla="*/ 333 h 10000"/>
              <a:gd name="connsiteX30-6067" fmla="*/ 5940 w 10000"/>
              <a:gd name="connsiteY30-6068" fmla="*/ 437 h 10000"/>
              <a:gd name="connsiteX31-6069" fmla="*/ 6108 w 10000"/>
              <a:gd name="connsiteY31-6070" fmla="*/ 665 h 10000"/>
              <a:gd name="connsiteX32-6071" fmla="*/ 6208 w 10000"/>
              <a:gd name="connsiteY32-6072" fmla="*/ 769 h 10000"/>
              <a:gd name="connsiteX33-6073" fmla="*/ 6208 w 10000"/>
              <a:gd name="connsiteY33-6074" fmla="*/ 894 h 10000"/>
              <a:gd name="connsiteX34-6075" fmla="*/ 6208 w 10000"/>
              <a:gd name="connsiteY34-6076" fmla="*/ 998 h 10000"/>
              <a:gd name="connsiteX35-6077" fmla="*/ 6208 w 10000"/>
              <a:gd name="connsiteY35-6078" fmla="*/ 1206 h 10000"/>
              <a:gd name="connsiteX36-6079" fmla="*/ 6108 w 10000"/>
              <a:gd name="connsiteY36-6080" fmla="*/ 1331 h 10000"/>
              <a:gd name="connsiteX37-6081" fmla="*/ 6023 w 10000"/>
              <a:gd name="connsiteY37-6082" fmla="*/ 1538 h 10000"/>
              <a:gd name="connsiteX38-6083" fmla="*/ 5856 w 10000"/>
              <a:gd name="connsiteY38-6084" fmla="*/ 1767 h 10000"/>
              <a:gd name="connsiteX39-6085" fmla="*/ 5671 w 10000"/>
              <a:gd name="connsiteY39-6086" fmla="*/ 1975 h 10000"/>
              <a:gd name="connsiteX40-6087" fmla="*/ 5587 w 10000"/>
              <a:gd name="connsiteY40-6088" fmla="*/ 2204 h 10000"/>
              <a:gd name="connsiteX41-6089" fmla="*/ 5403 w 10000"/>
              <a:gd name="connsiteY41-6090" fmla="*/ 2432 h 10000"/>
              <a:gd name="connsiteX42-6091" fmla="*/ 5235 w 10000"/>
              <a:gd name="connsiteY42-6092" fmla="*/ 2744 h 10000"/>
              <a:gd name="connsiteX43-6093" fmla="*/ 5050 w 10000"/>
              <a:gd name="connsiteY43-6094" fmla="*/ 3077 h 10000"/>
              <a:gd name="connsiteX44-6095" fmla="*/ 4782 w 10000"/>
              <a:gd name="connsiteY44-6096" fmla="*/ 3514 h 10000"/>
              <a:gd name="connsiteX45-6097" fmla="*/ 4614 w 10000"/>
              <a:gd name="connsiteY45-6098" fmla="*/ 3971 h 10000"/>
              <a:gd name="connsiteX46-6099" fmla="*/ 4346 w 10000"/>
              <a:gd name="connsiteY46-6100" fmla="*/ 4407 h 10000"/>
              <a:gd name="connsiteX47-6101" fmla="*/ 3993 w 10000"/>
              <a:gd name="connsiteY47-6102" fmla="*/ 4948 h 10000"/>
              <a:gd name="connsiteX48-6103" fmla="*/ 3724 w 10000"/>
              <a:gd name="connsiteY48-6104" fmla="*/ 5385 h 10000"/>
              <a:gd name="connsiteX49-6105" fmla="*/ 3540 w 10000"/>
              <a:gd name="connsiteY49-6106" fmla="*/ 5842 h 10000"/>
              <a:gd name="connsiteX50-6107" fmla="*/ 3289 w 10000"/>
              <a:gd name="connsiteY50-6108" fmla="*/ 6279 h 10000"/>
              <a:gd name="connsiteX51-6109" fmla="*/ 3020 w 10000"/>
              <a:gd name="connsiteY51-6110" fmla="*/ 6611 h 10000"/>
              <a:gd name="connsiteX52-6111" fmla="*/ 2835 w 10000"/>
              <a:gd name="connsiteY52-6112" fmla="*/ 6923 h 10000"/>
              <a:gd name="connsiteX53-6113" fmla="*/ 2667 w 10000"/>
              <a:gd name="connsiteY53-6114" fmla="*/ 7256 h 10000"/>
              <a:gd name="connsiteX54-6115" fmla="*/ 2483 w 10000"/>
              <a:gd name="connsiteY54-6116" fmla="*/ 7484 h 10000"/>
              <a:gd name="connsiteX55-6117" fmla="*/ 2315 w 10000"/>
              <a:gd name="connsiteY55-6118" fmla="*/ 7692 h 10000"/>
              <a:gd name="connsiteX56-6119" fmla="*/ 2131 w 10000"/>
              <a:gd name="connsiteY56-6120" fmla="*/ 7921 h 10000"/>
              <a:gd name="connsiteX57-6121" fmla="*/ 2047 w 10000"/>
              <a:gd name="connsiteY57-6122" fmla="*/ 8150 h 10000"/>
              <a:gd name="connsiteX58-6123" fmla="*/ 1946 w 10000"/>
              <a:gd name="connsiteY58-6124" fmla="*/ 8254 h 10000"/>
              <a:gd name="connsiteX59-6125" fmla="*/ 1863 w 10000"/>
              <a:gd name="connsiteY59-6126" fmla="*/ 8358 h 10000"/>
              <a:gd name="connsiteX60-6127" fmla="*/ 1778 w 10000"/>
              <a:gd name="connsiteY60-6128" fmla="*/ 8462 h 10000"/>
              <a:gd name="connsiteX61-6129" fmla="*/ 1778 w 10000"/>
              <a:gd name="connsiteY61-6130" fmla="*/ 8586 h 10000"/>
              <a:gd name="connsiteX62-6131" fmla="*/ 1778 w 10000"/>
              <a:gd name="connsiteY62-6132" fmla="*/ 8586 h 10000"/>
              <a:gd name="connsiteX63-6133" fmla="*/ 1863 w 10000"/>
              <a:gd name="connsiteY63-6134" fmla="*/ 8586 h 10000"/>
              <a:gd name="connsiteX64-6135" fmla="*/ 1946 w 10000"/>
              <a:gd name="connsiteY64-6136" fmla="*/ 8690 h 10000"/>
              <a:gd name="connsiteX65-6137" fmla="*/ 2047 w 10000"/>
              <a:gd name="connsiteY65-6138" fmla="*/ 8690 h 10000"/>
              <a:gd name="connsiteX66-6139" fmla="*/ 2215 w 10000"/>
              <a:gd name="connsiteY66-6140" fmla="*/ 8690 h 10000"/>
              <a:gd name="connsiteX67-6141" fmla="*/ 2315 w 10000"/>
              <a:gd name="connsiteY67-6142" fmla="*/ 8586 h 10000"/>
              <a:gd name="connsiteX68-6143" fmla="*/ 2399 w 10000"/>
              <a:gd name="connsiteY68-6144" fmla="*/ 8586 h 10000"/>
              <a:gd name="connsiteX69-6145" fmla="*/ 2567 w 10000"/>
              <a:gd name="connsiteY69-6146" fmla="*/ 8586 h 10000"/>
              <a:gd name="connsiteX70-6147" fmla="*/ 2752 w 10000"/>
              <a:gd name="connsiteY70-6148" fmla="*/ 8586 h 10000"/>
              <a:gd name="connsiteX71-6149" fmla="*/ 2936 w 10000"/>
              <a:gd name="connsiteY71-6150" fmla="*/ 8462 h 10000"/>
              <a:gd name="connsiteX72-6151" fmla="*/ 3104 w 10000"/>
              <a:gd name="connsiteY72-6152" fmla="*/ 8462 h 10000"/>
              <a:gd name="connsiteX73-6153" fmla="*/ 3372 w 10000"/>
              <a:gd name="connsiteY73-6154" fmla="*/ 8462 h 10000"/>
              <a:gd name="connsiteX74-6155" fmla="*/ 3641 w 10000"/>
              <a:gd name="connsiteY74-6156" fmla="*/ 8462 h 10000"/>
              <a:gd name="connsiteX75-6157" fmla="*/ 3993 w 10000"/>
              <a:gd name="connsiteY75-6158" fmla="*/ 8358 h 10000"/>
              <a:gd name="connsiteX76-6159" fmla="*/ 4346 w 10000"/>
              <a:gd name="connsiteY76-6160" fmla="*/ 8358 h 10000"/>
              <a:gd name="connsiteX77-6161" fmla="*/ 4698 w 10000"/>
              <a:gd name="connsiteY77-6162" fmla="*/ 8358 h 10000"/>
              <a:gd name="connsiteX78-6163" fmla="*/ 5050 w 10000"/>
              <a:gd name="connsiteY78-6164" fmla="*/ 8254 h 10000"/>
              <a:gd name="connsiteX79-6165" fmla="*/ 5486 w 10000"/>
              <a:gd name="connsiteY79-6166" fmla="*/ 8150 h 10000"/>
              <a:gd name="connsiteX80-6167" fmla="*/ 5940 w 10000"/>
              <a:gd name="connsiteY80-6168" fmla="*/ 8150 h 10000"/>
              <a:gd name="connsiteX81-6169" fmla="*/ 10000 w 10000"/>
              <a:gd name="connsiteY81-6170" fmla="*/ 8462 h 10000"/>
              <a:gd name="connsiteX82-6171" fmla="*/ 9748 w 10000"/>
              <a:gd name="connsiteY82-6172" fmla="*/ 8586 h 10000"/>
              <a:gd name="connsiteX83-6173" fmla="*/ 9563 w 10000"/>
              <a:gd name="connsiteY83-6174" fmla="*/ 8586 h 10000"/>
              <a:gd name="connsiteX84-6175" fmla="*/ 9295 w 10000"/>
              <a:gd name="connsiteY84-6176" fmla="*/ 8586 h 10000"/>
              <a:gd name="connsiteX85-6177" fmla="*/ 9026 w 10000"/>
              <a:gd name="connsiteY85-6178" fmla="*/ 8586 h 10000"/>
              <a:gd name="connsiteX86-6179" fmla="*/ 8775 w 10000"/>
              <a:gd name="connsiteY86-6180" fmla="*/ 8586 h 10000"/>
              <a:gd name="connsiteX87-6181" fmla="*/ 8507 w 10000"/>
              <a:gd name="connsiteY87-6182" fmla="*/ 8586 h 10000"/>
              <a:gd name="connsiteX88-6183" fmla="*/ 8155 w 10000"/>
              <a:gd name="connsiteY88-6184" fmla="*/ 8586 h 10000"/>
              <a:gd name="connsiteX89-6185" fmla="*/ 7802 w 10000"/>
              <a:gd name="connsiteY89-6186" fmla="*/ 8586 h 10000"/>
              <a:gd name="connsiteX90-6187" fmla="*/ 7433 w 10000"/>
              <a:gd name="connsiteY90-6188" fmla="*/ 8690 h 10000"/>
              <a:gd name="connsiteX91-6189" fmla="*/ 6997 w 10000"/>
              <a:gd name="connsiteY91-6190" fmla="*/ 8690 h 10000"/>
              <a:gd name="connsiteX92-6191" fmla="*/ 5755 w 10000"/>
              <a:gd name="connsiteY92-6192" fmla="*/ 8794 h 10000"/>
              <a:gd name="connsiteX93-6193" fmla="*/ 4966 w 10000"/>
              <a:gd name="connsiteY93-6194" fmla="*/ 8919 h 10000"/>
              <a:gd name="connsiteX94-6195" fmla="*/ 4262 w 10000"/>
              <a:gd name="connsiteY94-6196" fmla="*/ 9023 h 10000"/>
              <a:gd name="connsiteX95-6197" fmla="*/ 3540 w 10000"/>
              <a:gd name="connsiteY95-6198" fmla="*/ 9127 h 10000"/>
              <a:gd name="connsiteX96-6199" fmla="*/ 3188 w 10000"/>
              <a:gd name="connsiteY96-6200" fmla="*/ 9127 h 10000"/>
              <a:gd name="connsiteX97-6201" fmla="*/ 2936 w 10000"/>
              <a:gd name="connsiteY97-6202" fmla="*/ 9231 h 10000"/>
              <a:gd name="connsiteX98-6203" fmla="*/ 2567 w 10000"/>
              <a:gd name="connsiteY98-6204" fmla="*/ 9356 h 10000"/>
              <a:gd name="connsiteX99-6205" fmla="*/ 2315 w 10000"/>
              <a:gd name="connsiteY99-6206" fmla="*/ 9356 h 10000"/>
              <a:gd name="connsiteX100-6207" fmla="*/ 2131 w 10000"/>
              <a:gd name="connsiteY100-6208" fmla="*/ 9459 h 10000"/>
              <a:gd name="connsiteX101-6209" fmla="*/ 1863 w 10000"/>
              <a:gd name="connsiteY101-6210" fmla="*/ 9459 h 10000"/>
              <a:gd name="connsiteX102-6211" fmla="*/ 1695 w 10000"/>
              <a:gd name="connsiteY102-6212" fmla="*/ 9563 h 10000"/>
              <a:gd name="connsiteX103-6213" fmla="*/ 1426 w 10000"/>
              <a:gd name="connsiteY103-6214" fmla="*/ 9688 h 10000"/>
              <a:gd name="connsiteX104-6215" fmla="*/ 1241 w 10000"/>
              <a:gd name="connsiteY104-6216" fmla="*/ 9688 h 10000"/>
              <a:gd name="connsiteX105-6217" fmla="*/ 1158 w 10000"/>
              <a:gd name="connsiteY105-6218" fmla="*/ 9792 h 10000"/>
              <a:gd name="connsiteX106-6219" fmla="*/ 974 w 10000"/>
              <a:gd name="connsiteY106-6220" fmla="*/ 9792 h 10000"/>
              <a:gd name="connsiteX107-6221" fmla="*/ 889 w 10000"/>
              <a:gd name="connsiteY107-6222" fmla="*/ 9896 h 10000"/>
              <a:gd name="connsiteX108-6223" fmla="*/ 806 w 10000"/>
              <a:gd name="connsiteY108-6224" fmla="*/ 9896 h 10000"/>
              <a:gd name="connsiteX109-6225" fmla="*/ 721 w 10000"/>
              <a:gd name="connsiteY109-6226" fmla="*/ 9896 h 10000"/>
              <a:gd name="connsiteX110-6227" fmla="*/ 537 w 10000"/>
              <a:gd name="connsiteY110-6228" fmla="*/ 10000 h 10000"/>
              <a:gd name="connsiteX111-6229" fmla="*/ 453 w 10000"/>
              <a:gd name="connsiteY111-6230" fmla="*/ 9896 h 10000"/>
              <a:gd name="connsiteX112-6231" fmla="*/ 369 w 10000"/>
              <a:gd name="connsiteY112-6232" fmla="*/ 9896 h 10000"/>
              <a:gd name="connsiteX113-6233" fmla="*/ 269 w 10000"/>
              <a:gd name="connsiteY113-6234" fmla="*/ 9792 h 10000"/>
              <a:gd name="connsiteX114-6235" fmla="*/ 184 w 10000"/>
              <a:gd name="connsiteY114-6236" fmla="*/ 9563 h 10000"/>
              <a:gd name="connsiteX115-6237" fmla="*/ 101 w 10000"/>
              <a:gd name="connsiteY115-6238" fmla="*/ 9356 h 10000"/>
              <a:gd name="connsiteX116-6239" fmla="*/ 0 w 10000"/>
              <a:gd name="connsiteY116-6240" fmla="*/ 9231 h 10000"/>
              <a:gd name="connsiteX117-6241" fmla="*/ 0 w 10000"/>
              <a:gd name="connsiteY117-6242" fmla="*/ 9127 h 10000"/>
              <a:gd name="connsiteX118-6243" fmla="*/ 0 w 10000"/>
              <a:gd name="connsiteY118-6244" fmla="*/ 9023 h 10000"/>
              <a:gd name="connsiteX119-6245" fmla="*/ 0 w 10000"/>
              <a:gd name="connsiteY119-6246" fmla="*/ 9023 h 10000"/>
              <a:gd name="connsiteX120-6247" fmla="*/ 101 w 10000"/>
              <a:gd name="connsiteY120-6248" fmla="*/ 8919 h 10000"/>
              <a:gd name="connsiteX121-6249" fmla="*/ 184 w 10000"/>
              <a:gd name="connsiteY121-6250" fmla="*/ 8794 h 10000"/>
              <a:gd name="connsiteX122-6251" fmla="*/ 369 w 10000"/>
              <a:gd name="connsiteY122-6252" fmla="*/ 8690 h 10000"/>
              <a:gd name="connsiteX123-6253" fmla="*/ 537 w 10000"/>
              <a:gd name="connsiteY123-6254" fmla="*/ 8586 h 10000"/>
              <a:gd name="connsiteX124-6255" fmla="*/ 621 w 10000"/>
              <a:gd name="connsiteY124-6256" fmla="*/ 8462 h 10000"/>
              <a:gd name="connsiteX125-6257" fmla="*/ 721 w 10000"/>
              <a:gd name="connsiteY125-6258" fmla="*/ 8358 h 10000"/>
              <a:gd name="connsiteX126-6259" fmla="*/ 889 w 10000"/>
              <a:gd name="connsiteY126-6260" fmla="*/ 8254 h 10000"/>
              <a:gd name="connsiteX127-6261" fmla="*/ 1073 w 10000"/>
              <a:gd name="connsiteY127-6262" fmla="*/ 8025 h 10000"/>
              <a:gd name="connsiteX128-6263" fmla="*/ 1158 w 10000"/>
              <a:gd name="connsiteY128-6264" fmla="*/ 7921 h 10000"/>
              <a:gd name="connsiteX129-6265" fmla="*/ 1342 w 10000"/>
              <a:gd name="connsiteY129-6266" fmla="*/ 7692 h 10000"/>
              <a:gd name="connsiteX130-6267" fmla="*/ 1510 w 10000"/>
              <a:gd name="connsiteY130-6268" fmla="*/ 7484 h 10000"/>
              <a:gd name="connsiteX131-6269" fmla="*/ 1510 w 10000"/>
              <a:gd name="connsiteY131-6270" fmla="*/ 7484 h 10000"/>
              <a:gd name="connsiteX0-6271" fmla="*/ 1510 w 10000"/>
              <a:gd name="connsiteY0-6272" fmla="*/ 7484 h 10000"/>
              <a:gd name="connsiteX1-6273" fmla="*/ 1695 w 10000"/>
              <a:gd name="connsiteY1-6274" fmla="*/ 7152 h 10000"/>
              <a:gd name="connsiteX2-6275" fmla="*/ 1946 w 10000"/>
              <a:gd name="connsiteY2-6276" fmla="*/ 6819 h 10000"/>
              <a:gd name="connsiteX3-6277" fmla="*/ 2131 w 10000"/>
              <a:gd name="connsiteY3-6278" fmla="*/ 6486 h 10000"/>
              <a:gd name="connsiteX4-6279" fmla="*/ 2399 w 10000"/>
              <a:gd name="connsiteY4-6280" fmla="*/ 6050 h 10000"/>
              <a:gd name="connsiteX5-6281" fmla="*/ 2667 w 10000"/>
              <a:gd name="connsiteY5-6282" fmla="*/ 5509 h 10000"/>
              <a:gd name="connsiteX6-6283" fmla="*/ 2936 w 10000"/>
              <a:gd name="connsiteY6-6284" fmla="*/ 4948 h 10000"/>
              <a:gd name="connsiteX7-6285" fmla="*/ 3188 w 10000"/>
              <a:gd name="connsiteY7-6286" fmla="*/ 4304 h 10000"/>
              <a:gd name="connsiteX8-6287" fmla="*/ 3540 w 10000"/>
              <a:gd name="connsiteY8-6288" fmla="*/ 3638 h 10000"/>
              <a:gd name="connsiteX9-6289" fmla="*/ 3809 w 10000"/>
              <a:gd name="connsiteY9-6290" fmla="*/ 2973 h 10000"/>
              <a:gd name="connsiteX10-6291" fmla="*/ 4077 w 10000"/>
              <a:gd name="connsiteY10-6292" fmla="*/ 2432 h 10000"/>
              <a:gd name="connsiteX11-6293" fmla="*/ 4262 w 10000"/>
              <a:gd name="connsiteY11-6294" fmla="*/ 1871 h 10000"/>
              <a:gd name="connsiteX12-6295" fmla="*/ 4429 w 10000"/>
              <a:gd name="connsiteY12-6296" fmla="*/ 1435 h 10000"/>
              <a:gd name="connsiteX13-6297" fmla="*/ 4514 w 10000"/>
              <a:gd name="connsiteY13-6298" fmla="*/ 1102 h 10000"/>
              <a:gd name="connsiteX14-6299" fmla="*/ 4614 w 10000"/>
              <a:gd name="connsiteY14-6300" fmla="*/ 769 h 10000"/>
              <a:gd name="connsiteX15-6301" fmla="*/ 4614 w 10000"/>
              <a:gd name="connsiteY15-6302" fmla="*/ 665 h 10000"/>
              <a:gd name="connsiteX16-6303" fmla="*/ 4614 w 10000"/>
              <a:gd name="connsiteY16-6304" fmla="*/ 437 h 10000"/>
              <a:gd name="connsiteX17-6305" fmla="*/ 4514 w 10000"/>
              <a:gd name="connsiteY17-6306" fmla="*/ 437 h 10000"/>
              <a:gd name="connsiteX18-6307" fmla="*/ 4514 w 10000"/>
              <a:gd name="connsiteY18-6308" fmla="*/ 333 h 10000"/>
              <a:gd name="connsiteX19-6309" fmla="*/ 4429 w 10000"/>
              <a:gd name="connsiteY19-6310" fmla="*/ 229 h 10000"/>
              <a:gd name="connsiteX20-6311" fmla="*/ 4429 w 10000"/>
              <a:gd name="connsiteY20-6312" fmla="*/ 229 h 10000"/>
              <a:gd name="connsiteX21-6313" fmla="*/ 4429 w 10000"/>
              <a:gd name="connsiteY21-6314" fmla="*/ 125 h 10000"/>
              <a:gd name="connsiteX22-6315" fmla="*/ 4429 w 10000"/>
              <a:gd name="connsiteY22-6316" fmla="*/ 0 h 10000"/>
              <a:gd name="connsiteX23-6317" fmla="*/ 4514 w 10000"/>
              <a:gd name="connsiteY23-6318" fmla="*/ 0 h 10000"/>
              <a:gd name="connsiteX24-6319" fmla="*/ 4698 w 10000"/>
              <a:gd name="connsiteY24-6320" fmla="*/ 0 h 10000"/>
              <a:gd name="connsiteX25-6321" fmla="*/ 4882 w 10000"/>
              <a:gd name="connsiteY25-6322" fmla="*/ 0 h 10000"/>
              <a:gd name="connsiteX26-6323" fmla="*/ 5134 w 10000"/>
              <a:gd name="connsiteY26-6324" fmla="*/ 0 h 10000"/>
              <a:gd name="connsiteX27-6325" fmla="*/ 5318 w 10000"/>
              <a:gd name="connsiteY27-6326" fmla="*/ 125 h 10000"/>
              <a:gd name="connsiteX28-6327" fmla="*/ 5587 w 10000"/>
              <a:gd name="connsiteY28-6328" fmla="*/ 229 h 10000"/>
              <a:gd name="connsiteX29-6329" fmla="*/ 5755 w 10000"/>
              <a:gd name="connsiteY29-6330" fmla="*/ 333 h 10000"/>
              <a:gd name="connsiteX30-6331" fmla="*/ 5940 w 10000"/>
              <a:gd name="connsiteY30-6332" fmla="*/ 437 h 10000"/>
              <a:gd name="connsiteX31-6333" fmla="*/ 6108 w 10000"/>
              <a:gd name="connsiteY31-6334" fmla="*/ 665 h 10000"/>
              <a:gd name="connsiteX32-6335" fmla="*/ 6208 w 10000"/>
              <a:gd name="connsiteY32-6336" fmla="*/ 769 h 10000"/>
              <a:gd name="connsiteX33-6337" fmla="*/ 6208 w 10000"/>
              <a:gd name="connsiteY33-6338" fmla="*/ 894 h 10000"/>
              <a:gd name="connsiteX34-6339" fmla="*/ 6208 w 10000"/>
              <a:gd name="connsiteY34-6340" fmla="*/ 998 h 10000"/>
              <a:gd name="connsiteX35-6341" fmla="*/ 6208 w 10000"/>
              <a:gd name="connsiteY35-6342" fmla="*/ 1206 h 10000"/>
              <a:gd name="connsiteX36-6343" fmla="*/ 6108 w 10000"/>
              <a:gd name="connsiteY36-6344" fmla="*/ 1331 h 10000"/>
              <a:gd name="connsiteX37-6345" fmla="*/ 6023 w 10000"/>
              <a:gd name="connsiteY37-6346" fmla="*/ 1538 h 10000"/>
              <a:gd name="connsiteX38-6347" fmla="*/ 5856 w 10000"/>
              <a:gd name="connsiteY38-6348" fmla="*/ 1767 h 10000"/>
              <a:gd name="connsiteX39-6349" fmla="*/ 5671 w 10000"/>
              <a:gd name="connsiteY39-6350" fmla="*/ 1975 h 10000"/>
              <a:gd name="connsiteX40-6351" fmla="*/ 5587 w 10000"/>
              <a:gd name="connsiteY40-6352" fmla="*/ 2204 h 10000"/>
              <a:gd name="connsiteX41-6353" fmla="*/ 5403 w 10000"/>
              <a:gd name="connsiteY41-6354" fmla="*/ 2432 h 10000"/>
              <a:gd name="connsiteX42-6355" fmla="*/ 5235 w 10000"/>
              <a:gd name="connsiteY42-6356" fmla="*/ 2744 h 10000"/>
              <a:gd name="connsiteX43-6357" fmla="*/ 5050 w 10000"/>
              <a:gd name="connsiteY43-6358" fmla="*/ 3077 h 10000"/>
              <a:gd name="connsiteX44-6359" fmla="*/ 4782 w 10000"/>
              <a:gd name="connsiteY44-6360" fmla="*/ 3514 h 10000"/>
              <a:gd name="connsiteX45-6361" fmla="*/ 4614 w 10000"/>
              <a:gd name="connsiteY45-6362" fmla="*/ 3971 h 10000"/>
              <a:gd name="connsiteX46-6363" fmla="*/ 4346 w 10000"/>
              <a:gd name="connsiteY46-6364" fmla="*/ 4407 h 10000"/>
              <a:gd name="connsiteX47-6365" fmla="*/ 3993 w 10000"/>
              <a:gd name="connsiteY47-6366" fmla="*/ 4948 h 10000"/>
              <a:gd name="connsiteX48-6367" fmla="*/ 3724 w 10000"/>
              <a:gd name="connsiteY48-6368" fmla="*/ 5385 h 10000"/>
              <a:gd name="connsiteX49-6369" fmla="*/ 3540 w 10000"/>
              <a:gd name="connsiteY49-6370" fmla="*/ 5842 h 10000"/>
              <a:gd name="connsiteX50-6371" fmla="*/ 3289 w 10000"/>
              <a:gd name="connsiteY50-6372" fmla="*/ 6279 h 10000"/>
              <a:gd name="connsiteX51-6373" fmla="*/ 3020 w 10000"/>
              <a:gd name="connsiteY51-6374" fmla="*/ 6611 h 10000"/>
              <a:gd name="connsiteX52-6375" fmla="*/ 2835 w 10000"/>
              <a:gd name="connsiteY52-6376" fmla="*/ 6923 h 10000"/>
              <a:gd name="connsiteX53-6377" fmla="*/ 2667 w 10000"/>
              <a:gd name="connsiteY53-6378" fmla="*/ 7256 h 10000"/>
              <a:gd name="connsiteX54-6379" fmla="*/ 2483 w 10000"/>
              <a:gd name="connsiteY54-6380" fmla="*/ 7484 h 10000"/>
              <a:gd name="connsiteX55-6381" fmla="*/ 2315 w 10000"/>
              <a:gd name="connsiteY55-6382" fmla="*/ 7692 h 10000"/>
              <a:gd name="connsiteX56-6383" fmla="*/ 2131 w 10000"/>
              <a:gd name="connsiteY56-6384" fmla="*/ 7921 h 10000"/>
              <a:gd name="connsiteX57-6385" fmla="*/ 2047 w 10000"/>
              <a:gd name="connsiteY57-6386" fmla="*/ 8150 h 10000"/>
              <a:gd name="connsiteX58-6387" fmla="*/ 1946 w 10000"/>
              <a:gd name="connsiteY58-6388" fmla="*/ 8254 h 10000"/>
              <a:gd name="connsiteX59-6389" fmla="*/ 1863 w 10000"/>
              <a:gd name="connsiteY59-6390" fmla="*/ 8358 h 10000"/>
              <a:gd name="connsiteX60-6391" fmla="*/ 1778 w 10000"/>
              <a:gd name="connsiteY60-6392" fmla="*/ 8462 h 10000"/>
              <a:gd name="connsiteX61-6393" fmla="*/ 1778 w 10000"/>
              <a:gd name="connsiteY61-6394" fmla="*/ 8586 h 10000"/>
              <a:gd name="connsiteX62-6395" fmla="*/ 1778 w 10000"/>
              <a:gd name="connsiteY62-6396" fmla="*/ 8586 h 10000"/>
              <a:gd name="connsiteX63-6397" fmla="*/ 1863 w 10000"/>
              <a:gd name="connsiteY63-6398" fmla="*/ 8586 h 10000"/>
              <a:gd name="connsiteX64-6399" fmla="*/ 1946 w 10000"/>
              <a:gd name="connsiteY64-6400" fmla="*/ 8690 h 10000"/>
              <a:gd name="connsiteX65-6401" fmla="*/ 2047 w 10000"/>
              <a:gd name="connsiteY65-6402" fmla="*/ 8690 h 10000"/>
              <a:gd name="connsiteX66-6403" fmla="*/ 2215 w 10000"/>
              <a:gd name="connsiteY66-6404" fmla="*/ 8690 h 10000"/>
              <a:gd name="connsiteX67-6405" fmla="*/ 2315 w 10000"/>
              <a:gd name="connsiteY67-6406" fmla="*/ 8586 h 10000"/>
              <a:gd name="connsiteX68-6407" fmla="*/ 2399 w 10000"/>
              <a:gd name="connsiteY68-6408" fmla="*/ 8586 h 10000"/>
              <a:gd name="connsiteX69-6409" fmla="*/ 2567 w 10000"/>
              <a:gd name="connsiteY69-6410" fmla="*/ 8586 h 10000"/>
              <a:gd name="connsiteX70-6411" fmla="*/ 2752 w 10000"/>
              <a:gd name="connsiteY70-6412" fmla="*/ 8586 h 10000"/>
              <a:gd name="connsiteX71-6413" fmla="*/ 2936 w 10000"/>
              <a:gd name="connsiteY71-6414" fmla="*/ 8462 h 10000"/>
              <a:gd name="connsiteX72-6415" fmla="*/ 3104 w 10000"/>
              <a:gd name="connsiteY72-6416" fmla="*/ 8462 h 10000"/>
              <a:gd name="connsiteX73-6417" fmla="*/ 3372 w 10000"/>
              <a:gd name="connsiteY73-6418" fmla="*/ 8462 h 10000"/>
              <a:gd name="connsiteX74-6419" fmla="*/ 3641 w 10000"/>
              <a:gd name="connsiteY74-6420" fmla="*/ 8462 h 10000"/>
              <a:gd name="connsiteX75-6421" fmla="*/ 3993 w 10000"/>
              <a:gd name="connsiteY75-6422" fmla="*/ 8358 h 10000"/>
              <a:gd name="connsiteX76-6423" fmla="*/ 4346 w 10000"/>
              <a:gd name="connsiteY76-6424" fmla="*/ 8358 h 10000"/>
              <a:gd name="connsiteX77-6425" fmla="*/ 4698 w 10000"/>
              <a:gd name="connsiteY77-6426" fmla="*/ 8358 h 10000"/>
              <a:gd name="connsiteX78-6427" fmla="*/ 5050 w 10000"/>
              <a:gd name="connsiteY78-6428" fmla="*/ 8254 h 10000"/>
              <a:gd name="connsiteX79-6429" fmla="*/ 5486 w 10000"/>
              <a:gd name="connsiteY79-6430" fmla="*/ 8150 h 10000"/>
              <a:gd name="connsiteX80-6431" fmla="*/ 5940 w 10000"/>
              <a:gd name="connsiteY80-6432" fmla="*/ 8150 h 10000"/>
              <a:gd name="connsiteX81-6433" fmla="*/ 10000 w 10000"/>
              <a:gd name="connsiteY81-6434" fmla="*/ 8462 h 10000"/>
              <a:gd name="connsiteX82-6435" fmla="*/ 9748 w 10000"/>
              <a:gd name="connsiteY82-6436" fmla="*/ 8586 h 10000"/>
              <a:gd name="connsiteX83-6437" fmla="*/ 9563 w 10000"/>
              <a:gd name="connsiteY83-6438" fmla="*/ 8586 h 10000"/>
              <a:gd name="connsiteX84-6439" fmla="*/ 9295 w 10000"/>
              <a:gd name="connsiteY84-6440" fmla="*/ 8586 h 10000"/>
              <a:gd name="connsiteX85-6441" fmla="*/ 9026 w 10000"/>
              <a:gd name="connsiteY85-6442" fmla="*/ 8586 h 10000"/>
              <a:gd name="connsiteX86-6443" fmla="*/ 8775 w 10000"/>
              <a:gd name="connsiteY86-6444" fmla="*/ 8586 h 10000"/>
              <a:gd name="connsiteX87-6445" fmla="*/ 8507 w 10000"/>
              <a:gd name="connsiteY87-6446" fmla="*/ 8586 h 10000"/>
              <a:gd name="connsiteX88-6447" fmla="*/ 8155 w 10000"/>
              <a:gd name="connsiteY88-6448" fmla="*/ 8586 h 10000"/>
              <a:gd name="connsiteX89-6449" fmla="*/ 7802 w 10000"/>
              <a:gd name="connsiteY89-6450" fmla="*/ 8586 h 10000"/>
              <a:gd name="connsiteX90-6451" fmla="*/ 7433 w 10000"/>
              <a:gd name="connsiteY90-6452" fmla="*/ 8690 h 10000"/>
              <a:gd name="connsiteX91-6453" fmla="*/ 5755 w 10000"/>
              <a:gd name="connsiteY91-6454" fmla="*/ 8794 h 10000"/>
              <a:gd name="connsiteX92-6455" fmla="*/ 4966 w 10000"/>
              <a:gd name="connsiteY92-6456" fmla="*/ 8919 h 10000"/>
              <a:gd name="connsiteX93-6457" fmla="*/ 4262 w 10000"/>
              <a:gd name="connsiteY93-6458" fmla="*/ 9023 h 10000"/>
              <a:gd name="connsiteX94-6459" fmla="*/ 3540 w 10000"/>
              <a:gd name="connsiteY94-6460" fmla="*/ 9127 h 10000"/>
              <a:gd name="connsiteX95-6461" fmla="*/ 3188 w 10000"/>
              <a:gd name="connsiteY95-6462" fmla="*/ 9127 h 10000"/>
              <a:gd name="connsiteX96-6463" fmla="*/ 2936 w 10000"/>
              <a:gd name="connsiteY96-6464" fmla="*/ 9231 h 10000"/>
              <a:gd name="connsiteX97-6465" fmla="*/ 2567 w 10000"/>
              <a:gd name="connsiteY97-6466" fmla="*/ 9356 h 10000"/>
              <a:gd name="connsiteX98-6467" fmla="*/ 2315 w 10000"/>
              <a:gd name="connsiteY98-6468" fmla="*/ 9356 h 10000"/>
              <a:gd name="connsiteX99-6469" fmla="*/ 2131 w 10000"/>
              <a:gd name="connsiteY99-6470" fmla="*/ 9459 h 10000"/>
              <a:gd name="connsiteX100-6471" fmla="*/ 1863 w 10000"/>
              <a:gd name="connsiteY100-6472" fmla="*/ 9459 h 10000"/>
              <a:gd name="connsiteX101-6473" fmla="*/ 1695 w 10000"/>
              <a:gd name="connsiteY101-6474" fmla="*/ 9563 h 10000"/>
              <a:gd name="connsiteX102-6475" fmla="*/ 1426 w 10000"/>
              <a:gd name="connsiteY102-6476" fmla="*/ 9688 h 10000"/>
              <a:gd name="connsiteX103-6477" fmla="*/ 1241 w 10000"/>
              <a:gd name="connsiteY103-6478" fmla="*/ 9688 h 10000"/>
              <a:gd name="connsiteX104-6479" fmla="*/ 1158 w 10000"/>
              <a:gd name="connsiteY104-6480" fmla="*/ 9792 h 10000"/>
              <a:gd name="connsiteX105-6481" fmla="*/ 974 w 10000"/>
              <a:gd name="connsiteY105-6482" fmla="*/ 9792 h 10000"/>
              <a:gd name="connsiteX106-6483" fmla="*/ 889 w 10000"/>
              <a:gd name="connsiteY106-6484" fmla="*/ 9896 h 10000"/>
              <a:gd name="connsiteX107-6485" fmla="*/ 806 w 10000"/>
              <a:gd name="connsiteY107-6486" fmla="*/ 9896 h 10000"/>
              <a:gd name="connsiteX108-6487" fmla="*/ 721 w 10000"/>
              <a:gd name="connsiteY108-6488" fmla="*/ 9896 h 10000"/>
              <a:gd name="connsiteX109-6489" fmla="*/ 537 w 10000"/>
              <a:gd name="connsiteY109-6490" fmla="*/ 10000 h 10000"/>
              <a:gd name="connsiteX110-6491" fmla="*/ 453 w 10000"/>
              <a:gd name="connsiteY110-6492" fmla="*/ 9896 h 10000"/>
              <a:gd name="connsiteX111-6493" fmla="*/ 369 w 10000"/>
              <a:gd name="connsiteY111-6494" fmla="*/ 9896 h 10000"/>
              <a:gd name="connsiteX112-6495" fmla="*/ 269 w 10000"/>
              <a:gd name="connsiteY112-6496" fmla="*/ 9792 h 10000"/>
              <a:gd name="connsiteX113-6497" fmla="*/ 184 w 10000"/>
              <a:gd name="connsiteY113-6498" fmla="*/ 9563 h 10000"/>
              <a:gd name="connsiteX114-6499" fmla="*/ 101 w 10000"/>
              <a:gd name="connsiteY114-6500" fmla="*/ 9356 h 10000"/>
              <a:gd name="connsiteX115-6501" fmla="*/ 0 w 10000"/>
              <a:gd name="connsiteY115-6502" fmla="*/ 9231 h 10000"/>
              <a:gd name="connsiteX116-6503" fmla="*/ 0 w 10000"/>
              <a:gd name="connsiteY116-6504" fmla="*/ 9127 h 10000"/>
              <a:gd name="connsiteX117-6505" fmla="*/ 0 w 10000"/>
              <a:gd name="connsiteY117-6506" fmla="*/ 9023 h 10000"/>
              <a:gd name="connsiteX118-6507" fmla="*/ 0 w 10000"/>
              <a:gd name="connsiteY118-6508" fmla="*/ 9023 h 10000"/>
              <a:gd name="connsiteX119-6509" fmla="*/ 101 w 10000"/>
              <a:gd name="connsiteY119-6510" fmla="*/ 8919 h 10000"/>
              <a:gd name="connsiteX120-6511" fmla="*/ 184 w 10000"/>
              <a:gd name="connsiteY120-6512" fmla="*/ 8794 h 10000"/>
              <a:gd name="connsiteX121-6513" fmla="*/ 369 w 10000"/>
              <a:gd name="connsiteY121-6514" fmla="*/ 8690 h 10000"/>
              <a:gd name="connsiteX122-6515" fmla="*/ 537 w 10000"/>
              <a:gd name="connsiteY122-6516" fmla="*/ 8586 h 10000"/>
              <a:gd name="connsiteX123-6517" fmla="*/ 621 w 10000"/>
              <a:gd name="connsiteY123-6518" fmla="*/ 8462 h 10000"/>
              <a:gd name="connsiteX124-6519" fmla="*/ 721 w 10000"/>
              <a:gd name="connsiteY124-6520" fmla="*/ 8358 h 10000"/>
              <a:gd name="connsiteX125-6521" fmla="*/ 889 w 10000"/>
              <a:gd name="connsiteY125-6522" fmla="*/ 8254 h 10000"/>
              <a:gd name="connsiteX126-6523" fmla="*/ 1073 w 10000"/>
              <a:gd name="connsiteY126-6524" fmla="*/ 8025 h 10000"/>
              <a:gd name="connsiteX127-6525" fmla="*/ 1158 w 10000"/>
              <a:gd name="connsiteY127-6526" fmla="*/ 7921 h 10000"/>
              <a:gd name="connsiteX128-6527" fmla="*/ 1342 w 10000"/>
              <a:gd name="connsiteY128-6528" fmla="*/ 7692 h 10000"/>
              <a:gd name="connsiteX129-6529" fmla="*/ 1510 w 10000"/>
              <a:gd name="connsiteY129-6530" fmla="*/ 7484 h 10000"/>
              <a:gd name="connsiteX130-6531" fmla="*/ 1510 w 10000"/>
              <a:gd name="connsiteY130-6532" fmla="*/ 7484 h 10000"/>
              <a:gd name="connsiteX0-6533" fmla="*/ 1510 w 10000"/>
              <a:gd name="connsiteY0-6534" fmla="*/ 7484 h 10000"/>
              <a:gd name="connsiteX1-6535" fmla="*/ 1695 w 10000"/>
              <a:gd name="connsiteY1-6536" fmla="*/ 7152 h 10000"/>
              <a:gd name="connsiteX2-6537" fmla="*/ 1946 w 10000"/>
              <a:gd name="connsiteY2-6538" fmla="*/ 6819 h 10000"/>
              <a:gd name="connsiteX3-6539" fmla="*/ 2131 w 10000"/>
              <a:gd name="connsiteY3-6540" fmla="*/ 6486 h 10000"/>
              <a:gd name="connsiteX4-6541" fmla="*/ 2399 w 10000"/>
              <a:gd name="connsiteY4-6542" fmla="*/ 6050 h 10000"/>
              <a:gd name="connsiteX5-6543" fmla="*/ 2667 w 10000"/>
              <a:gd name="connsiteY5-6544" fmla="*/ 5509 h 10000"/>
              <a:gd name="connsiteX6-6545" fmla="*/ 2936 w 10000"/>
              <a:gd name="connsiteY6-6546" fmla="*/ 4948 h 10000"/>
              <a:gd name="connsiteX7-6547" fmla="*/ 3188 w 10000"/>
              <a:gd name="connsiteY7-6548" fmla="*/ 4304 h 10000"/>
              <a:gd name="connsiteX8-6549" fmla="*/ 3540 w 10000"/>
              <a:gd name="connsiteY8-6550" fmla="*/ 3638 h 10000"/>
              <a:gd name="connsiteX9-6551" fmla="*/ 3809 w 10000"/>
              <a:gd name="connsiteY9-6552" fmla="*/ 2973 h 10000"/>
              <a:gd name="connsiteX10-6553" fmla="*/ 4077 w 10000"/>
              <a:gd name="connsiteY10-6554" fmla="*/ 2432 h 10000"/>
              <a:gd name="connsiteX11-6555" fmla="*/ 4262 w 10000"/>
              <a:gd name="connsiteY11-6556" fmla="*/ 1871 h 10000"/>
              <a:gd name="connsiteX12-6557" fmla="*/ 4429 w 10000"/>
              <a:gd name="connsiteY12-6558" fmla="*/ 1435 h 10000"/>
              <a:gd name="connsiteX13-6559" fmla="*/ 4514 w 10000"/>
              <a:gd name="connsiteY13-6560" fmla="*/ 1102 h 10000"/>
              <a:gd name="connsiteX14-6561" fmla="*/ 4614 w 10000"/>
              <a:gd name="connsiteY14-6562" fmla="*/ 769 h 10000"/>
              <a:gd name="connsiteX15-6563" fmla="*/ 4614 w 10000"/>
              <a:gd name="connsiteY15-6564" fmla="*/ 665 h 10000"/>
              <a:gd name="connsiteX16-6565" fmla="*/ 4614 w 10000"/>
              <a:gd name="connsiteY16-6566" fmla="*/ 437 h 10000"/>
              <a:gd name="connsiteX17-6567" fmla="*/ 4514 w 10000"/>
              <a:gd name="connsiteY17-6568" fmla="*/ 437 h 10000"/>
              <a:gd name="connsiteX18-6569" fmla="*/ 4514 w 10000"/>
              <a:gd name="connsiteY18-6570" fmla="*/ 333 h 10000"/>
              <a:gd name="connsiteX19-6571" fmla="*/ 4429 w 10000"/>
              <a:gd name="connsiteY19-6572" fmla="*/ 229 h 10000"/>
              <a:gd name="connsiteX20-6573" fmla="*/ 4429 w 10000"/>
              <a:gd name="connsiteY20-6574" fmla="*/ 229 h 10000"/>
              <a:gd name="connsiteX21-6575" fmla="*/ 4429 w 10000"/>
              <a:gd name="connsiteY21-6576" fmla="*/ 125 h 10000"/>
              <a:gd name="connsiteX22-6577" fmla="*/ 4429 w 10000"/>
              <a:gd name="connsiteY22-6578" fmla="*/ 0 h 10000"/>
              <a:gd name="connsiteX23-6579" fmla="*/ 4514 w 10000"/>
              <a:gd name="connsiteY23-6580" fmla="*/ 0 h 10000"/>
              <a:gd name="connsiteX24-6581" fmla="*/ 4698 w 10000"/>
              <a:gd name="connsiteY24-6582" fmla="*/ 0 h 10000"/>
              <a:gd name="connsiteX25-6583" fmla="*/ 4882 w 10000"/>
              <a:gd name="connsiteY25-6584" fmla="*/ 0 h 10000"/>
              <a:gd name="connsiteX26-6585" fmla="*/ 5134 w 10000"/>
              <a:gd name="connsiteY26-6586" fmla="*/ 0 h 10000"/>
              <a:gd name="connsiteX27-6587" fmla="*/ 5318 w 10000"/>
              <a:gd name="connsiteY27-6588" fmla="*/ 125 h 10000"/>
              <a:gd name="connsiteX28-6589" fmla="*/ 5587 w 10000"/>
              <a:gd name="connsiteY28-6590" fmla="*/ 229 h 10000"/>
              <a:gd name="connsiteX29-6591" fmla="*/ 5755 w 10000"/>
              <a:gd name="connsiteY29-6592" fmla="*/ 333 h 10000"/>
              <a:gd name="connsiteX30-6593" fmla="*/ 5940 w 10000"/>
              <a:gd name="connsiteY30-6594" fmla="*/ 437 h 10000"/>
              <a:gd name="connsiteX31-6595" fmla="*/ 6108 w 10000"/>
              <a:gd name="connsiteY31-6596" fmla="*/ 665 h 10000"/>
              <a:gd name="connsiteX32-6597" fmla="*/ 6208 w 10000"/>
              <a:gd name="connsiteY32-6598" fmla="*/ 769 h 10000"/>
              <a:gd name="connsiteX33-6599" fmla="*/ 6208 w 10000"/>
              <a:gd name="connsiteY33-6600" fmla="*/ 894 h 10000"/>
              <a:gd name="connsiteX34-6601" fmla="*/ 6208 w 10000"/>
              <a:gd name="connsiteY34-6602" fmla="*/ 998 h 10000"/>
              <a:gd name="connsiteX35-6603" fmla="*/ 6208 w 10000"/>
              <a:gd name="connsiteY35-6604" fmla="*/ 1206 h 10000"/>
              <a:gd name="connsiteX36-6605" fmla="*/ 6108 w 10000"/>
              <a:gd name="connsiteY36-6606" fmla="*/ 1331 h 10000"/>
              <a:gd name="connsiteX37-6607" fmla="*/ 6023 w 10000"/>
              <a:gd name="connsiteY37-6608" fmla="*/ 1538 h 10000"/>
              <a:gd name="connsiteX38-6609" fmla="*/ 5856 w 10000"/>
              <a:gd name="connsiteY38-6610" fmla="*/ 1767 h 10000"/>
              <a:gd name="connsiteX39-6611" fmla="*/ 5671 w 10000"/>
              <a:gd name="connsiteY39-6612" fmla="*/ 1975 h 10000"/>
              <a:gd name="connsiteX40-6613" fmla="*/ 5587 w 10000"/>
              <a:gd name="connsiteY40-6614" fmla="*/ 2204 h 10000"/>
              <a:gd name="connsiteX41-6615" fmla="*/ 5403 w 10000"/>
              <a:gd name="connsiteY41-6616" fmla="*/ 2432 h 10000"/>
              <a:gd name="connsiteX42-6617" fmla="*/ 5235 w 10000"/>
              <a:gd name="connsiteY42-6618" fmla="*/ 2744 h 10000"/>
              <a:gd name="connsiteX43-6619" fmla="*/ 5050 w 10000"/>
              <a:gd name="connsiteY43-6620" fmla="*/ 3077 h 10000"/>
              <a:gd name="connsiteX44-6621" fmla="*/ 4782 w 10000"/>
              <a:gd name="connsiteY44-6622" fmla="*/ 3514 h 10000"/>
              <a:gd name="connsiteX45-6623" fmla="*/ 4614 w 10000"/>
              <a:gd name="connsiteY45-6624" fmla="*/ 3971 h 10000"/>
              <a:gd name="connsiteX46-6625" fmla="*/ 4346 w 10000"/>
              <a:gd name="connsiteY46-6626" fmla="*/ 4407 h 10000"/>
              <a:gd name="connsiteX47-6627" fmla="*/ 3993 w 10000"/>
              <a:gd name="connsiteY47-6628" fmla="*/ 4948 h 10000"/>
              <a:gd name="connsiteX48-6629" fmla="*/ 3724 w 10000"/>
              <a:gd name="connsiteY48-6630" fmla="*/ 5385 h 10000"/>
              <a:gd name="connsiteX49-6631" fmla="*/ 3540 w 10000"/>
              <a:gd name="connsiteY49-6632" fmla="*/ 5842 h 10000"/>
              <a:gd name="connsiteX50-6633" fmla="*/ 3289 w 10000"/>
              <a:gd name="connsiteY50-6634" fmla="*/ 6279 h 10000"/>
              <a:gd name="connsiteX51-6635" fmla="*/ 3020 w 10000"/>
              <a:gd name="connsiteY51-6636" fmla="*/ 6611 h 10000"/>
              <a:gd name="connsiteX52-6637" fmla="*/ 2835 w 10000"/>
              <a:gd name="connsiteY52-6638" fmla="*/ 6923 h 10000"/>
              <a:gd name="connsiteX53-6639" fmla="*/ 2667 w 10000"/>
              <a:gd name="connsiteY53-6640" fmla="*/ 7256 h 10000"/>
              <a:gd name="connsiteX54-6641" fmla="*/ 2483 w 10000"/>
              <a:gd name="connsiteY54-6642" fmla="*/ 7484 h 10000"/>
              <a:gd name="connsiteX55-6643" fmla="*/ 2315 w 10000"/>
              <a:gd name="connsiteY55-6644" fmla="*/ 7692 h 10000"/>
              <a:gd name="connsiteX56-6645" fmla="*/ 2131 w 10000"/>
              <a:gd name="connsiteY56-6646" fmla="*/ 7921 h 10000"/>
              <a:gd name="connsiteX57-6647" fmla="*/ 2047 w 10000"/>
              <a:gd name="connsiteY57-6648" fmla="*/ 8150 h 10000"/>
              <a:gd name="connsiteX58-6649" fmla="*/ 1946 w 10000"/>
              <a:gd name="connsiteY58-6650" fmla="*/ 8254 h 10000"/>
              <a:gd name="connsiteX59-6651" fmla="*/ 1863 w 10000"/>
              <a:gd name="connsiteY59-6652" fmla="*/ 8358 h 10000"/>
              <a:gd name="connsiteX60-6653" fmla="*/ 1778 w 10000"/>
              <a:gd name="connsiteY60-6654" fmla="*/ 8462 h 10000"/>
              <a:gd name="connsiteX61-6655" fmla="*/ 1778 w 10000"/>
              <a:gd name="connsiteY61-6656" fmla="*/ 8586 h 10000"/>
              <a:gd name="connsiteX62-6657" fmla="*/ 1778 w 10000"/>
              <a:gd name="connsiteY62-6658" fmla="*/ 8586 h 10000"/>
              <a:gd name="connsiteX63-6659" fmla="*/ 1863 w 10000"/>
              <a:gd name="connsiteY63-6660" fmla="*/ 8586 h 10000"/>
              <a:gd name="connsiteX64-6661" fmla="*/ 1946 w 10000"/>
              <a:gd name="connsiteY64-6662" fmla="*/ 8690 h 10000"/>
              <a:gd name="connsiteX65-6663" fmla="*/ 2047 w 10000"/>
              <a:gd name="connsiteY65-6664" fmla="*/ 8690 h 10000"/>
              <a:gd name="connsiteX66-6665" fmla="*/ 2215 w 10000"/>
              <a:gd name="connsiteY66-6666" fmla="*/ 8690 h 10000"/>
              <a:gd name="connsiteX67-6667" fmla="*/ 2315 w 10000"/>
              <a:gd name="connsiteY67-6668" fmla="*/ 8586 h 10000"/>
              <a:gd name="connsiteX68-6669" fmla="*/ 2399 w 10000"/>
              <a:gd name="connsiteY68-6670" fmla="*/ 8586 h 10000"/>
              <a:gd name="connsiteX69-6671" fmla="*/ 2567 w 10000"/>
              <a:gd name="connsiteY69-6672" fmla="*/ 8586 h 10000"/>
              <a:gd name="connsiteX70-6673" fmla="*/ 2752 w 10000"/>
              <a:gd name="connsiteY70-6674" fmla="*/ 8586 h 10000"/>
              <a:gd name="connsiteX71-6675" fmla="*/ 2936 w 10000"/>
              <a:gd name="connsiteY71-6676" fmla="*/ 8462 h 10000"/>
              <a:gd name="connsiteX72-6677" fmla="*/ 3104 w 10000"/>
              <a:gd name="connsiteY72-6678" fmla="*/ 8462 h 10000"/>
              <a:gd name="connsiteX73-6679" fmla="*/ 3372 w 10000"/>
              <a:gd name="connsiteY73-6680" fmla="*/ 8462 h 10000"/>
              <a:gd name="connsiteX74-6681" fmla="*/ 3641 w 10000"/>
              <a:gd name="connsiteY74-6682" fmla="*/ 8462 h 10000"/>
              <a:gd name="connsiteX75-6683" fmla="*/ 3993 w 10000"/>
              <a:gd name="connsiteY75-6684" fmla="*/ 8358 h 10000"/>
              <a:gd name="connsiteX76-6685" fmla="*/ 4346 w 10000"/>
              <a:gd name="connsiteY76-6686" fmla="*/ 8358 h 10000"/>
              <a:gd name="connsiteX77-6687" fmla="*/ 4698 w 10000"/>
              <a:gd name="connsiteY77-6688" fmla="*/ 8358 h 10000"/>
              <a:gd name="connsiteX78-6689" fmla="*/ 5050 w 10000"/>
              <a:gd name="connsiteY78-6690" fmla="*/ 8254 h 10000"/>
              <a:gd name="connsiteX79-6691" fmla="*/ 5486 w 10000"/>
              <a:gd name="connsiteY79-6692" fmla="*/ 8150 h 10000"/>
              <a:gd name="connsiteX80-6693" fmla="*/ 5940 w 10000"/>
              <a:gd name="connsiteY80-6694" fmla="*/ 8150 h 10000"/>
              <a:gd name="connsiteX81-6695" fmla="*/ 10000 w 10000"/>
              <a:gd name="connsiteY81-6696" fmla="*/ 8462 h 10000"/>
              <a:gd name="connsiteX82-6697" fmla="*/ 9748 w 10000"/>
              <a:gd name="connsiteY82-6698" fmla="*/ 8586 h 10000"/>
              <a:gd name="connsiteX83-6699" fmla="*/ 9563 w 10000"/>
              <a:gd name="connsiteY83-6700" fmla="*/ 8586 h 10000"/>
              <a:gd name="connsiteX84-6701" fmla="*/ 9295 w 10000"/>
              <a:gd name="connsiteY84-6702" fmla="*/ 8586 h 10000"/>
              <a:gd name="connsiteX85-6703" fmla="*/ 9026 w 10000"/>
              <a:gd name="connsiteY85-6704" fmla="*/ 8586 h 10000"/>
              <a:gd name="connsiteX86-6705" fmla="*/ 8775 w 10000"/>
              <a:gd name="connsiteY86-6706" fmla="*/ 8586 h 10000"/>
              <a:gd name="connsiteX87-6707" fmla="*/ 8507 w 10000"/>
              <a:gd name="connsiteY87-6708" fmla="*/ 8586 h 10000"/>
              <a:gd name="connsiteX88-6709" fmla="*/ 8155 w 10000"/>
              <a:gd name="connsiteY88-6710" fmla="*/ 8586 h 10000"/>
              <a:gd name="connsiteX89-6711" fmla="*/ 7802 w 10000"/>
              <a:gd name="connsiteY89-6712" fmla="*/ 8586 h 10000"/>
              <a:gd name="connsiteX90-6713" fmla="*/ 5755 w 10000"/>
              <a:gd name="connsiteY90-6714" fmla="*/ 8794 h 10000"/>
              <a:gd name="connsiteX91-6715" fmla="*/ 4966 w 10000"/>
              <a:gd name="connsiteY91-6716" fmla="*/ 8919 h 10000"/>
              <a:gd name="connsiteX92-6717" fmla="*/ 4262 w 10000"/>
              <a:gd name="connsiteY92-6718" fmla="*/ 9023 h 10000"/>
              <a:gd name="connsiteX93-6719" fmla="*/ 3540 w 10000"/>
              <a:gd name="connsiteY93-6720" fmla="*/ 9127 h 10000"/>
              <a:gd name="connsiteX94-6721" fmla="*/ 3188 w 10000"/>
              <a:gd name="connsiteY94-6722" fmla="*/ 9127 h 10000"/>
              <a:gd name="connsiteX95-6723" fmla="*/ 2936 w 10000"/>
              <a:gd name="connsiteY95-6724" fmla="*/ 9231 h 10000"/>
              <a:gd name="connsiteX96-6725" fmla="*/ 2567 w 10000"/>
              <a:gd name="connsiteY96-6726" fmla="*/ 9356 h 10000"/>
              <a:gd name="connsiteX97-6727" fmla="*/ 2315 w 10000"/>
              <a:gd name="connsiteY97-6728" fmla="*/ 9356 h 10000"/>
              <a:gd name="connsiteX98-6729" fmla="*/ 2131 w 10000"/>
              <a:gd name="connsiteY98-6730" fmla="*/ 9459 h 10000"/>
              <a:gd name="connsiteX99-6731" fmla="*/ 1863 w 10000"/>
              <a:gd name="connsiteY99-6732" fmla="*/ 9459 h 10000"/>
              <a:gd name="connsiteX100-6733" fmla="*/ 1695 w 10000"/>
              <a:gd name="connsiteY100-6734" fmla="*/ 9563 h 10000"/>
              <a:gd name="connsiteX101-6735" fmla="*/ 1426 w 10000"/>
              <a:gd name="connsiteY101-6736" fmla="*/ 9688 h 10000"/>
              <a:gd name="connsiteX102-6737" fmla="*/ 1241 w 10000"/>
              <a:gd name="connsiteY102-6738" fmla="*/ 9688 h 10000"/>
              <a:gd name="connsiteX103-6739" fmla="*/ 1158 w 10000"/>
              <a:gd name="connsiteY103-6740" fmla="*/ 9792 h 10000"/>
              <a:gd name="connsiteX104-6741" fmla="*/ 974 w 10000"/>
              <a:gd name="connsiteY104-6742" fmla="*/ 9792 h 10000"/>
              <a:gd name="connsiteX105-6743" fmla="*/ 889 w 10000"/>
              <a:gd name="connsiteY105-6744" fmla="*/ 9896 h 10000"/>
              <a:gd name="connsiteX106-6745" fmla="*/ 806 w 10000"/>
              <a:gd name="connsiteY106-6746" fmla="*/ 9896 h 10000"/>
              <a:gd name="connsiteX107-6747" fmla="*/ 721 w 10000"/>
              <a:gd name="connsiteY107-6748" fmla="*/ 9896 h 10000"/>
              <a:gd name="connsiteX108-6749" fmla="*/ 537 w 10000"/>
              <a:gd name="connsiteY108-6750" fmla="*/ 10000 h 10000"/>
              <a:gd name="connsiteX109-6751" fmla="*/ 453 w 10000"/>
              <a:gd name="connsiteY109-6752" fmla="*/ 9896 h 10000"/>
              <a:gd name="connsiteX110-6753" fmla="*/ 369 w 10000"/>
              <a:gd name="connsiteY110-6754" fmla="*/ 9896 h 10000"/>
              <a:gd name="connsiteX111-6755" fmla="*/ 269 w 10000"/>
              <a:gd name="connsiteY111-6756" fmla="*/ 9792 h 10000"/>
              <a:gd name="connsiteX112-6757" fmla="*/ 184 w 10000"/>
              <a:gd name="connsiteY112-6758" fmla="*/ 9563 h 10000"/>
              <a:gd name="connsiteX113-6759" fmla="*/ 101 w 10000"/>
              <a:gd name="connsiteY113-6760" fmla="*/ 9356 h 10000"/>
              <a:gd name="connsiteX114-6761" fmla="*/ 0 w 10000"/>
              <a:gd name="connsiteY114-6762" fmla="*/ 9231 h 10000"/>
              <a:gd name="connsiteX115-6763" fmla="*/ 0 w 10000"/>
              <a:gd name="connsiteY115-6764" fmla="*/ 9127 h 10000"/>
              <a:gd name="connsiteX116-6765" fmla="*/ 0 w 10000"/>
              <a:gd name="connsiteY116-6766" fmla="*/ 9023 h 10000"/>
              <a:gd name="connsiteX117-6767" fmla="*/ 0 w 10000"/>
              <a:gd name="connsiteY117-6768" fmla="*/ 9023 h 10000"/>
              <a:gd name="connsiteX118-6769" fmla="*/ 101 w 10000"/>
              <a:gd name="connsiteY118-6770" fmla="*/ 8919 h 10000"/>
              <a:gd name="connsiteX119-6771" fmla="*/ 184 w 10000"/>
              <a:gd name="connsiteY119-6772" fmla="*/ 8794 h 10000"/>
              <a:gd name="connsiteX120-6773" fmla="*/ 369 w 10000"/>
              <a:gd name="connsiteY120-6774" fmla="*/ 8690 h 10000"/>
              <a:gd name="connsiteX121-6775" fmla="*/ 537 w 10000"/>
              <a:gd name="connsiteY121-6776" fmla="*/ 8586 h 10000"/>
              <a:gd name="connsiteX122-6777" fmla="*/ 621 w 10000"/>
              <a:gd name="connsiteY122-6778" fmla="*/ 8462 h 10000"/>
              <a:gd name="connsiteX123-6779" fmla="*/ 721 w 10000"/>
              <a:gd name="connsiteY123-6780" fmla="*/ 8358 h 10000"/>
              <a:gd name="connsiteX124-6781" fmla="*/ 889 w 10000"/>
              <a:gd name="connsiteY124-6782" fmla="*/ 8254 h 10000"/>
              <a:gd name="connsiteX125-6783" fmla="*/ 1073 w 10000"/>
              <a:gd name="connsiteY125-6784" fmla="*/ 8025 h 10000"/>
              <a:gd name="connsiteX126-6785" fmla="*/ 1158 w 10000"/>
              <a:gd name="connsiteY126-6786" fmla="*/ 7921 h 10000"/>
              <a:gd name="connsiteX127-6787" fmla="*/ 1342 w 10000"/>
              <a:gd name="connsiteY127-6788" fmla="*/ 7692 h 10000"/>
              <a:gd name="connsiteX128-6789" fmla="*/ 1510 w 10000"/>
              <a:gd name="connsiteY128-6790" fmla="*/ 7484 h 10000"/>
              <a:gd name="connsiteX129-6791" fmla="*/ 1510 w 10000"/>
              <a:gd name="connsiteY129-6792" fmla="*/ 7484 h 10000"/>
              <a:gd name="connsiteX0-6793" fmla="*/ 1510 w 10000"/>
              <a:gd name="connsiteY0-6794" fmla="*/ 7484 h 10000"/>
              <a:gd name="connsiteX1-6795" fmla="*/ 1695 w 10000"/>
              <a:gd name="connsiteY1-6796" fmla="*/ 7152 h 10000"/>
              <a:gd name="connsiteX2-6797" fmla="*/ 1946 w 10000"/>
              <a:gd name="connsiteY2-6798" fmla="*/ 6819 h 10000"/>
              <a:gd name="connsiteX3-6799" fmla="*/ 2131 w 10000"/>
              <a:gd name="connsiteY3-6800" fmla="*/ 6486 h 10000"/>
              <a:gd name="connsiteX4-6801" fmla="*/ 2399 w 10000"/>
              <a:gd name="connsiteY4-6802" fmla="*/ 6050 h 10000"/>
              <a:gd name="connsiteX5-6803" fmla="*/ 2667 w 10000"/>
              <a:gd name="connsiteY5-6804" fmla="*/ 5509 h 10000"/>
              <a:gd name="connsiteX6-6805" fmla="*/ 2936 w 10000"/>
              <a:gd name="connsiteY6-6806" fmla="*/ 4948 h 10000"/>
              <a:gd name="connsiteX7-6807" fmla="*/ 3188 w 10000"/>
              <a:gd name="connsiteY7-6808" fmla="*/ 4304 h 10000"/>
              <a:gd name="connsiteX8-6809" fmla="*/ 3540 w 10000"/>
              <a:gd name="connsiteY8-6810" fmla="*/ 3638 h 10000"/>
              <a:gd name="connsiteX9-6811" fmla="*/ 3809 w 10000"/>
              <a:gd name="connsiteY9-6812" fmla="*/ 2973 h 10000"/>
              <a:gd name="connsiteX10-6813" fmla="*/ 4077 w 10000"/>
              <a:gd name="connsiteY10-6814" fmla="*/ 2432 h 10000"/>
              <a:gd name="connsiteX11-6815" fmla="*/ 4262 w 10000"/>
              <a:gd name="connsiteY11-6816" fmla="*/ 1871 h 10000"/>
              <a:gd name="connsiteX12-6817" fmla="*/ 4429 w 10000"/>
              <a:gd name="connsiteY12-6818" fmla="*/ 1435 h 10000"/>
              <a:gd name="connsiteX13-6819" fmla="*/ 4514 w 10000"/>
              <a:gd name="connsiteY13-6820" fmla="*/ 1102 h 10000"/>
              <a:gd name="connsiteX14-6821" fmla="*/ 4614 w 10000"/>
              <a:gd name="connsiteY14-6822" fmla="*/ 769 h 10000"/>
              <a:gd name="connsiteX15-6823" fmla="*/ 4614 w 10000"/>
              <a:gd name="connsiteY15-6824" fmla="*/ 665 h 10000"/>
              <a:gd name="connsiteX16-6825" fmla="*/ 4614 w 10000"/>
              <a:gd name="connsiteY16-6826" fmla="*/ 437 h 10000"/>
              <a:gd name="connsiteX17-6827" fmla="*/ 4514 w 10000"/>
              <a:gd name="connsiteY17-6828" fmla="*/ 437 h 10000"/>
              <a:gd name="connsiteX18-6829" fmla="*/ 4514 w 10000"/>
              <a:gd name="connsiteY18-6830" fmla="*/ 333 h 10000"/>
              <a:gd name="connsiteX19-6831" fmla="*/ 4429 w 10000"/>
              <a:gd name="connsiteY19-6832" fmla="*/ 229 h 10000"/>
              <a:gd name="connsiteX20-6833" fmla="*/ 4429 w 10000"/>
              <a:gd name="connsiteY20-6834" fmla="*/ 229 h 10000"/>
              <a:gd name="connsiteX21-6835" fmla="*/ 4429 w 10000"/>
              <a:gd name="connsiteY21-6836" fmla="*/ 125 h 10000"/>
              <a:gd name="connsiteX22-6837" fmla="*/ 4429 w 10000"/>
              <a:gd name="connsiteY22-6838" fmla="*/ 0 h 10000"/>
              <a:gd name="connsiteX23-6839" fmla="*/ 4514 w 10000"/>
              <a:gd name="connsiteY23-6840" fmla="*/ 0 h 10000"/>
              <a:gd name="connsiteX24-6841" fmla="*/ 4698 w 10000"/>
              <a:gd name="connsiteY24-6842" fmla="*/ 0 h 10000"/>
              <a:gd name="connsiteX25-6843" fmla="*/ 4882 w 10000"/>
              <a:gd name="connsiteY25-6844" fmla="*/ 0 h 10000"/>
              <a:gd name="connsiteX26-6845" fmla="*/ 5134 w 10000"/>
              <a:gd name="connsiteY26-6846" fmla="*/ 0 h 10000"/>
              <a:gd name="connsiteX27-6847" fmla="*/ 5318 w 10000"/>
              <a:gd name="connsiteY27-6848" fmla="*/ 125 h 10000"/>
              <a:gd name="connsiteX28-6849" fmla="*/ 5587 w 10000"/>
              <a:gd name="connsiteY28-6850" fmla="*/ 229 h 10000"/>
              <a:gd name="connsiteX29-6851" fmla="*/ 5755 w 10000"/>
              <a:gd name="connsiteY29-6852" fmla="*/ 333 h 10000"/>
              <a:gd name="connsiteX30-6853" fmla="*/ 5940 w 10000"/>
              <a:gd name="connsiteY30-6854" fmla="*/ 437 h 10000"/>
              <a:gd name="connsiteX31-6855" fmla="*/ 6108 w 10000"/>
              <a:gd name="connsiteY31-6856" fmla="*/ 665 h 10000"/>
              <a:gd name="connsiteX32-6857" fmla="*/ 6208 w 10000"/>
              <a:gd name="connsiteY32-6858" fmla="*/ 769 h 10000"/>
              <a:gd name="connsiteX33-6859" fmla="*/ 6208 w 10000"/>
              <a:gd name="connsiteY33-6860" fmla="*/ 894 h 10000"/>
              <a:gd name="connsiteX34-6861" fmla="*/ 6208 w 10000"/>
              <a:gd name="connsiteY34-6862" fmla="*/ 998 h 10000"/>
              <a:gd name="connsiteX35-6863" fmla="*/ 6208 w 10000"/>
              <a:gd name="connsiteY35-6864" fmla="*/ 1206 h 10000"/>
              <a:gd name="connsiteX36-6865" fmla="*/ 6108 w 10000"/>
              <a:gd name="connsiteY36-6866" fmla="*/ 1331 h 10000"/>
              <a:gd name="connsiteX37-6867" fmla="*/ 6023 w 10000"/>
              <a:gd name="connsiteY37-6868" fmla="*/ 1538 h 10000"/>
              <a:gd name="connsiteX38-6869" fmla="*/ 5856 w 10000"/>
              <a:gd name="connsiteY38-6870" fmla="*/ 1767 h 10000"/>
              <a:gd name="connsiteX39-6871" fmla="*/ 5671 w 10000"/>
              <a:gd name="connsiteY39-6872" fmla="*/ 1975 h 10000"/>
              <a:gd name="connsiteX40-6873" fmla="*/ 5587 w 10000"/>
              <a:gd name="connsiteY40-6874" fmla="*/ 2204 h 10000"/>
              <a:gd name="connsiteX41-6875" fmla="*/ 5403 w 10000"/>
              <a:gd name="connsiteY41-6876" fmla="*/ 2432 h 10000"/>
              <a:gd name="connsiteX42-6877" fmla="*/ 5235 w 10000"/>
              <a:gd name="connsiteY42-6878" fmla="*/ 2744 h 10000"/>
              <a:gd name="connsiteX43-6879" fmla="*/ 5050 w 10000"/>
              <a:gd name="connsiteY43-6880" fmla="*/ 3077 h 10000"/>
              <a:gd name="connsiteX44-6881" fmla="*/ 4782 w 10000"/>
              <a:gd name="connsiteY44-6882" fmla="*/ 3514 h 10000"/>
              <a:gd name="connsiteX45-6883" fmla="*/ 4614 w 10000"/>
              <a:gd name="connsiteY45-6884" fmla="*/ 3971 h 10000"/>
              <a:gd name="connsiteX46-6885" fmla="*/ 4346 w 10000"/>
              <a:gd name="connsiteY46-6886" fmla="*/ 4407 h 10000"/>
              <a:gd name="connsiteX47-6887" fmla="*/ 3993 w 10000"/>
              <a:gd name="connsiteY47-6888" fmla="*/ 4948 h 10000"/>
              <a:gd name="connsiteX48-6889" fmla="*/ 3724 w 10000"/>
              <a:gd name="connsiteY48-6890" fmla="*/ 5385 h 10000"/>
              <a:gd name="connsiteX49-6891" fmla="*/ 3540 w 10000"/>
              <a:gd name="connsiteY49-6892" fmla="*/ 5842 h 10000"/>
              <a:gd name="connsiteX50-6893" fmla="*/ 3289 w 10000"/>
              <a:gd name="connsiteY50-6894" fmla="*/ 6279 h 10000"/>
              <a:gd name="connsiteX51-6895" fmla="*/ 3020 w 10000"/>
              <a:gd name="connsiteY51-6896" fmla="*/ 6611 h 10000"/>
              <a:gd name="connsiteX52-6897" fmla="*/ 2835 w 10000"/>
              <a:gd name="connsiteY52-6898" fmla="*/ 6923 h 10000"/>
              <a:gd name="connsiteX53-6899" fmla="*/ 2667 w 10000"/>
              <a:gd name="connsiteY53-6900" fmla="*/ 7256 h 10000"/>
              <a:gd name="connsiteX54-6901" fmla="*/ 2483 w 10000"/>
              <a:gd name="connsiteY54-6902" fmla="*/ 7484 h 10000"/>
              <a:gd name="connsiteX55-6903" fmla="*/ 2315 w 10000"/>
              <a:gd name="connsiteY55-6904" fmla="*/ 7692 h 10000"/>
              <a:gd name="connsiteX56-6905" fmla="*/ 2131 w 10000"/>
              <a:gd name="connsiteY56-6906" fmla="*/ 7921 h 10000"/>
              <a:gd name="connsiteX57-6907" fmla="*/ 2047 w 10000"/>
              <a:gd name="connsiteY57-6908" fmla="*/ 8150 h 10000"/>
              <a:gd name="connsiteX58-6909" fmla="*/ 1946 w 10000"/>
              <a:gd name="connsiteY58-6910" fmla="*/ 8254 h 10000"/>
              <a:gd name="connsiteX59-6911" fmla="*/ 1863 w 10000"/>
              <a:gd name="connsiteY59-6912" fmla="*/ 8358 h 10000"/>
              <a:gd name="connsiteX60-6913" fmla="*/ 1778 w 10000"/>
              <a:gd name="connsiteY60-6914" fmla="*/ 8462 h 10000"/>
              <a:gd name="connsiteX61-6915" fmla="*/ 1778 w 10000"/>
              <a:gd name="connsiteY61-6916" fmla="*/ 8586 h 10000"/>
              <a:gd name="connsiteX62-6917" fmla="*/ 1778 w 10000"/>
              <a:gd name="connsiteY62-6918" fmla="*/ 8586 h 10000"/>
              <a:gd name="connsiteX63-6919" fmla="*/ 1863 w 10000"/>
              <a:gd name="connsiteY63-6920" fmla="*/ 8586 h 10000"/>
              <a:gd name="connsiteX64-6921" fmla="*/ 1946 w 10000"/>
              <a:gd name="connsiteY64-6922" fmla="*/ 8690 h 10000"/>
              <a:gd name="connsiteX65-6923" fmla="*/ 2047 w 10000"/>
              <a:gd name="connsiteY65-6924" fmla="*/ 8690 h 10000"/>
              <a:gd name="connsiteX66-6925" fmla="*/ 2215 w 10000"/>
              <a:gd name="connsiteY66-6926" fmla="*/ 8690 h 10000"/>
              <a:gd name="connsiteX67-6927" fmla="*/ 2315 w 10000"/>
              <a:gd name="connsiteY67-6928" fmla="*/ 8586 h 10000"/>
              <a:gd name="connsiteX68-6929" fmla="*/ 2399 w 10000"/>
              <a:gd name="connsiteY68-6930" fmla="*/ 8586 h 10000"/>
              <a:gd name="connsiteX69-6931" fmla="*/ 2567 w 10000"/>
              <a:gd name="connsiteY69-6932" fmla="*/ 8586 h 10000"/>
              <a:gd name="connsiteX70-6933" fmla="*/ 2752 w 10000"/>
              <a:gd name="connsiteY70-6934" fmla="*/ 8586 h 10000"/>
              <a:gd name="connsiteX71-6935" fmla="*/ 2936 w 10000"/>
              <a:gd name="connsiteY71-6936" fmla="*/ 8462 h 10000"/>
              <a:gd name="connsiteX72-6937" fmla="*/ 3104 w 10000"/>
              <a:gd name="connsiteY72-6938" fmla="*/ 8462 h 10000"/>
              <a:gd name="connsiteX73-6939" fmla="*/ 3372 w 10000"/>
              <a:gd name="connsiteY73-6940" fmla="*/ 8462 h 10000"/>
              <a:gd name="connsiteX74-6941" fmla="*/ 3641 w 10000"/>
              <a:gd name="connsiteY74-6942" fmla="*/ 8462 h 10000"/>
              <a:gd name="connsiteX75-6943" fmla="*/ 3993 w 10000"/>
              <a:gd name="connsiteY75-6944" fmla="*/ 8358 h 10000"/>
              <a:gd name="connsiteX76-6945" fmla="*/ 4346 w 10000"/>
              <a:gd name="connsiteY76-6946" fmla="*/ 8358 h 10000"/>
              <a:gd name="connsiteX77-6947" fmla="*/ 4698 w 10000"/>
              <a:gd name="connsiteY77-6948" fmla="*/ 8358 h 10000"/>
              <a:gd name="connsiteX78-6949" fmla="*/ 5050 w 10000"/>
              <a:gd name="connsiteY78-6950" fmla="*/ 8254 h 10000"/>
              <a:gd name="connsiteX79-6951" fmla="*/ 5486 w 10000"/>
              <a:gd name="connsiteY79-6952" fmla="*/ 8150 h 10000"/>
              <a:gd name="connsiteX80-6953" fmla="*/ 5940 w 10000"/>
              <a:gd name="connsiteY80-6954" fmla="*/ 8150 h 10000"/>
              <a:gd name="connsiteX81-6955" fmla="*/ 10000 w 10000"/>
              <a:gd name="connsiteY81-6956" fmla="*/ 8462 h 10000"/>
              <a:gd name="connsiteX82-6957" fmla="*/ 9748 w 10000"/>
              <a:gd name="connsiteY82-6958" fmla="*/ 8586 h 10000"/>
              <a:gd name="connsiteX83-6959" fmla="*/ 9563 w 10000"/>
              <a:gd name="connsiteY83-6960" fmla="*/ 8586 h 10000"/>
              <a:gd name="connsiteX84-6961" fmla="*/ 9295 w 10000"/>
              <a:gd name="connsiteY84-6962" fmla="*/ 8586 h 10000"/>
              <a:gd name="connsiteX85-6963" fmla="*/ 9026 w 10000"/>
              <a:gd name="connsiteY85-6964" fmla="*/ 8586 h 10000"/>
              <a:gd name="connsiteX86-6965" fmla="*/ 8775 w 10000"/>
              <a:gd name="connsiteY86-6966" fmla="*/ 8586 h 10000"/>
              <a:gd name="connsiteX87-6967" fmla="*/ 8507 w 10000"/>
              <a:gd name="connsiteY87-6968" fmla="*/ 8586 h 10000"/>
              <a:gd name="connsiteX88-6969" fmla="*/ 8155 w 10000"/>
              <a:gd name="connsiteY88-6970" fmla="*/ 8586 h 10000"/>
              <a:gd name="connsiteX89-6971" fmla="*/ 5755 w 10000"/>
              <a:gd name="connsiteY89-6972" fmla="*/ 8794 h 10000"/>
              <a:gd name="connsiteX90-6973" fmla="*/ 4966 w 10000"/>
              <a:gd name="connsiteY90-6974" fmla="*/ 8919 h 10000"/>
              <a:gd name="connsiteX91-6975" fmla="*/ 4262 w 10000"/>
              <a:gd name="connsiteY91-6976" fmla="*/ 9023 h 10000"/>
              <a:gd name="connsiteX92-6977" fmla="*/ 3540 w 10000"/>
              <a:gd name="connsiteY92-6978" fmla="*/ 9127 h 10000"/>
              <a:gd name="connsiteX93-6979" fmla="*/ 3188 w 10000"/>
              <a:gd name="connsiteY93-6980" fmla="*/ 9127 h 10000"/>
              <a:gd name="connsiteX94-6981" fmla="*/ 2936 w 10000"/>
              <a:gd name="connsiteY94-6982" fmla="*/ 9231 h 10000"/>
              <a:gd name="connsiteX95-6983" fmla="*/ 2567 w 10000"/>
              <a:gd name="connsiteY95-6984" fmla="*/ 9356 h 10000"/>
              <a:gd name="connsiteX96-6985" fmla="*/ 2315 w 10000"/>
              <a:gd name="connsiteY96-6986" fmla="*/ 9356 h 10000"/>
              <a:gd name="connsiteX97-6987" fmla="*/ 2131 w 10000"/>
              <a:gd name="connsiteY97-6988" fmla="*/ 9459 h 10000"/>
              <a:gd name="connsiteX98-6989" fmla="*/ 1863 w 10000"/>
              <a:gd name="connsiteY98-6990" fmla="*/ 9459 h 10000"/>
              <a:gd name="connsiteX99-6991" fmla="*/ 1695 w 10000"/>
              <a:gd name="connsiteY99-6992" fmla="*/ 9563 h 10000"/>
              <a:gd name="connsiteX100-6993" fmla="*/ 1426 w 10000"/>
              <a:gd name="connsiteY100-6994" fmla="*/ 9688 h 10000"/>
              <a:gd name="connsiteX101-6995" fmla="*/ 1241 w 10000"/>
              <a:gd name="connsiteY101-6996" fmla="*/ 9688 h 10000"/>
              <a:gd name="connsiteX102-6997" fmla="*/ 1158 w 10000"/>
              <a:gd name="connsiteY102-6998" fmla="*/ 9792 h 10000"/>
              <a:gd name="connsiteX103-6999" fmla="*/ 974 w 10000"/>
              <a:gd name="connsiteY103-7000" fmla="*/ 9792 h 10000"/>
              <a:gd name="connsiteX104-7001" fmla="*/ 889 w 10000"/>
              <a:gd name="connsiteY104-7002" fmla="*/ 9896 h 10000"/>
              <a:gd name="connsiteX105-7003" fmla="*/ 806 w 10000"/>
              <a:gd name="connsiteY105-7004" fmla="*/ 9896 h 10000"/>
              <a:gd name="connsiteX106-7005" fmla="*/ 721 w 10000"/>
              <a:gd name="connsiteY106-7006" fmla="*/ 9896 h 10000"/>
              <a:gd name="connsiteX107-7007" fmla="*/ 537 w 10000"/>
              <a:gd name="connsiteY107-7008" fmla="*/ 10000 h 10000"/>
              <a:gd name="connsiteX108-7009" fmla="*/ 453 w 10000"/>
              <a:gd name="connsiteY108-7010" fmla="*/ 9896 h 10000"/>
              <a:gd name="connsiteX109-7011" fmla="*/ 369 w 10000"/>
              <a:gd name="connsiteY109-7012" fmla="*/ 9896 h 10000"/>
              <a:gd name="connsiteX110-7013" fmla="*/ 269 w 10000"/>
              <a:gd name="connsiteY110-7014" fmla="*/ 9792 h 10000"/>
              <a:gd name="connsiteX111-7015" fmla="*/ 184 w 10000"/>
              <a:gd name="connsiteY111-7016" fmla="*/ 9563 h 10000"/>
              <a:gd name="connsiteX112-7017" fmla="*/ 101 w 10000"/>
              <a:gd name="connsiteY112-7018" fmla="*/ 9356 h 10000"/>
              <a:gd name="connsiteX113-7019" fmla="*/ 0 w 10000"/>
              <a:gd name="connsiteY113-7020" fmla="*/ 9231 h 10000"/>
              <a:gd name="connsiteX114-7021" fmla="*/ 0 w 10000"/>
              <a:gd name="connsiteY114-7022" fmla="*/ 9127 h 10000"/>
              <a:gd name="connsiteX115-7023" fmla="*/ 0 w 10000"/>
              <a:gd name="connsiteY115-7024" fmla="*/ 9023 h 10000"/>
              <a:gd name="connsiteX116-7025" fmla="*/ 0 w 10000"/>
              <a:gd name="connsiteY116-7026" fmla="*/ 9023 h 10000"/>
              <a:gd name="connsiteX117-7027" fmla="*/ 101 w 10000"/>
              <a:gd name="connsiteY117-7028" fmla="*/ 8919 h 10000"/>
              <a:gd name="connsiteX118-7029" fmla="*/ 184 w 10000"/>
              <a:gd name="connsiteY118-7030" fmla="*/ 8794 h 10000"/>
              <a:gd name="connsiteX119-7031" fmla="*/ 369 w 10000"/>
              <a:gd name="connsiteY119-7032" fmla="*/ 8690 h 10000"/>
              <a:gd name="connsiteX120-7033" fmla="*/ 537 w 10000"/>
              <a:gd name="connsiteY120-7034" fmla="*/ 8586 h 10000"/>
              <a:gd name="connsiteX121-7035" fmla="*/ 621 w 10000"/>
              <a:gd name="connsiteY121-7036" fmla="*/ 8462 h 10000"/>
              <a:gd name="connsiteX122-7037" fmla="*/ 721 w 10000"/>
              <a:gd name="connsiteY122-7038" fmla="*/ 8358 h 10000"/>
              <a:gd name="connsiteX123-7039" fmla="*/ 889 w 10000"/>
              <a:gd name="connsiteY123-7040" fmla="*/ 8254 h 10000"/>
              <a:gd name="connsiteX124-7041" fmla="*/ 1073 w 10000"/>
              <a:gd name="connsiteY124-7042" fmla="*/ 8025 h 10000"/>
              <a:gd name="connsiteX125-7043" fmla="*/ 1158 w 10000"/>
              <a:gd name="connsiteY125-7044" fmla="*/ 7921 h 10000"/>
              <a:gd name="connsiteX126-7045" fmla="*/ 1342 w 10000"/>
              <a:gd name="connsiteY126-7046" fmla="*/ 7692 h 10000"/>
              <a:gd name="connsiteX127-7047" fmla="*/ 1510 w 10000"/>
              <a:gd name="connsiteY127-7048" fmla="*/ 7484 h 10000"/>
              <a:gd name="connsiteX128-7049" fmla="*/ 1510 w 10000"/>
              <a:gd name="connsiteY128-7050" fmla="*/ 7484 h 10000"/>
              <a:gd name="connsiteX0-7051" fmla="*/ 1510 w 10000"/>
              <a:gd name="connsiteY0-7052" fmla="*/ 7484 h 10000"/>
              <a:gd name="connsiteX1-7053" fmla="*/ 1695 w 10000"/>
              <a:gd name="connsiteY1-7054" fmla="*/ 7152 h 10000"/>
              <a:gd name="connsiteX2-7055" fmla="*/ 1946 w 10000"/>
              <a:gd name="connsiteY2-7056" fmla="*/ 6819 h 10000"/>
              <a:gd name="connsiteX3-7057" fmla="*/ 2131 w 10000"/>
              <a:gd name="connsiteY3-7058" fmla="*/ 6486 h 10000"/>
              <a:gd name="connsiteX4-7059" fmla="*/ 2399 w 10000"/>
              <a:gd name="connsiteY4-7060" fmla="*/ 6050 h 10000"/>
              <a:gd name="connsiteX5-7061" fmla="*/ 2667 w 10000"/>
              <a:gd name="connsiteY5-7062" fmla="*/ 5509 h 10000"/>
              <a:gd name="connsiteX6-7063" fmla="*/ 2936 w 10000"/>
              <a:gd name="connsiteY6-7064" fmla="*/ 4948 h 10000"/>
              <a:gd name="connsiteX7-7065" fmla="*/ 3188 w 10000"/>
              <a:gd name="connsiteY7-7066" fmla="*/ 4304 h 10000"/>
              <a:gd name="connsiteX8-7067" fmla="*/ 3540 w 10000"/>
              <a:gd name="connsiteY8-7068" fmla="*/ 3638 h 10000"/>
              <a:gd name="connsiteX9-7069" fmla="*/ 3809 w 10000"/>
              <a:gd name="connsiteY9-7070" fmla="*/ 2973 h 10000"/>
              <a:gd name="connsiteX10-7071" fmla="*/ 4077 w 10000"/>
              <a:gd name="connsiteY10-7072" fmla="*/ 2432 h 10000"/>
              <a:gd name="connsiteX11-7073" fmla="*/ 4262 w 10000"/>
              <a:gd name="connsiteY11-7074" fmla="*/ 1871 h 10000"/>
              <a:gd name="connsiteX12-7075" fmla="*/ 4429 w 10000"/>
              <a:gd name="connsiteY12-7076" fmla="*/ 1435 h 10000"/>
              <a:gd name="connsiteX13-7077" fmla="*/ 4514 w 10000"/>
              <a:gd name="connsiteY13-7078" fmla="*/ 1102 h 10000"/>
              <a:gd name="connsiteX14-7079" fmla="*/ 4614 w 10000"/>
              <a:gd name="connsiteY14-7080" fmla="*/ 769 h 10000"/>
              <a:gd name="connsiteX15-7081" fmla="*/ 4614 w 10000"/>
              <a:gd name="connsiteY15-7082" fmla="*/ 665 h 10000"/>
              <a:gd name="connsiteX16-7083" fmla="*/ 4614 w 10000"/>
              <a:gd name="connsiteY16-7084" fmla="*/ 437 h 10000"/>
              <a:gd name="connsiteX17-7085" fmla="*/ 4514 w 10000"/>
              <a:gd name="connsiteY17-7086" fmla="*/ 437 h 10000"/>
              <a:gd name="connsiteX18-7087" fmla="*/ 4514 w 10000"/>
              <a:gd name="connsiteY18-7088" fmla="*/ 333 h 10000"/>
              <a:gd name="connsiteX19-7089" fmla="*/ 4429 w 10000"/>
              <a:gd name="connsiteY19-7090" fmla="*/ 229 h 10000"/>
              <a:gd name="connsiteX20-7091" fmla="*/ 4429 w 10000"/>
              <a:gd name="connsiteY20-7092" fmla="*/ 229 h 10000"/>
              <a:gd name="connsiteX21-7093" fmla="*/ 4429 w 10000"/>
              <a:gd name="connsiteY21-7094" fmla="*/ 125 h 10000"/>
              <a:gd name="connsiteX22-7095" fmla="*/ 4429 w 10000"/>
              <a:gd name="connsiteY22-7096" fmla="*/ 0 h 10000"/>
              <a:gd name="connsiteX23-7097" fmla="*/ 4514 w 10000"/>
              <a:gd name="connsiteY23-7098" fmla="*/ 0 h 10000"/>
              <a:gd name="connsiteX24-7099" fmla="*/ 4698 w 10000"/>
              <a:gd name="connsiteY24-7100" fmla="*/ 0 h 10000"/>
              <a:gd name="connsiteX25-7101" fmla="*/ 4882 w 10000"/>
              <a:gd name="connsiteY25-7102" fmla="*/ 0 h 10000"/>
              <a:gd name="connsiteX26-7103" fmla="*/ 5134 w 10000"/>
              <a:gd name="connsiteY26-7104" fmla="*/ 0 h 10000"/>
              <a:gd name="connsiteX27-7105" fmla="*/ 5318 w 10000"/>
              <a:gd name="connsiteY27-7106" fmla="*/ 125 h 10000"/>
              <a:gd name="connsiteX28-7107" fmla="*/ 5587 w 10000"/>
              <a:gd name="connsiteY28-7108" fmla="*/ 229 h 10000"/>
              <a:gd name="connsiteX29-7109" fmla="*/ 5755 w 10000"/>
              <a:gd name="connsiteY29-7110" fmla="*/ 333 h 10000"/>
              <a:gd name="connsiteX30-7111" fmla="*/ 5940 w 10000"/>
              <a:gd name="connsiteY30-7112" fmla="*/ 437 h 10000"/>
              <a:gd name="connsiteX31-7113" fmla="*/ 6108 w 10000"/>
              <a:gd name="connsiteY31-7114" fmla="*/ 665 h 10000"/>
              <a:gd name="connsiteX32-7115" fmla="*/ 6208 w 10000"/>
              <a:gd name="connsiteY32-7116" fmla="*/ 769 h 10000"/>
              <a:gd name="connsiteX33-7117" fmla="*/ 6208 w 10000"/>
              <a:gd name="connsiteY33-7118" fmla="*/ 894 h 10000"/>
              <a:gd name="connsiteX34-7119" fmla="*/ 6208 w 10000"/>
              <a:gd name="connsiteY34-7120" fmla="*/ 998 h 10000"/>
              <a:gd name="connsiteX35-7121" fmla="*/ 6208 w 10000"/>
              <a:gd name="connsiteY35-7122" fmla="*/ 1206 h 10000"/>
              <a:gd name="connsiteX36-7123" fmla="*/ 6108 w 10000"/>
              <a:gd name="connsiteY36-7124" fmla="*/ 1331 h 10000"/>
              <a:gd name="connsiteX37-7125" fmla="*/ 6023 w 10000"/>
              <a:gd name="connsiteY37-7126" fmla="*/ 1538 h 10000"/>
              <a:gd name="connsiteX38-7127" fmla="*/ 5856 w 10000"/>
              <a:gd name="connsiteY38-7128" fmla="*/ 1767 h 10000"/>
              <a:gd name="connsiteX39-7129" fmla="*/ 5671 w 10000"/>
              <a:gd name="connsiteY39-7130" fmla="*/ 1975 h 10000"/>
              <a:gd name="connsiteX40-7131" fmla="*/ 5587 w 10000"/>
              <a:gd name="connsiteY40-7132" fmla="*/ 2204 h 10000"/>
              <a:gd name="connsiteX41-7133" fmla="*/ 5403 w 10000"/>
              <a:gd name="connsiteY41-7134" fmla="*/ 2432 h 10000"/>
              <a:gd name="connsiteX42-7135" fmla="*/ 5235 w 10000"/>
              <a:gd name="connsiteY42-7136" fmla="*/ 2744 h 10000"/>
              <a:gd name="connsiteX43-7137" fmla="*/ 5050 w 10000"/>
              <a:gd name="connsiteY43-7138" fmla="*/ 3077 h 10000"/>
              <a:gd name="connsiteX44-7139" fmla="*/ 4782 w 10000"/>
              <a:gd name="connsiteY44-7140" fmla="*/ 3514 h 10000"/>
              <a:gd name="connsiteX45-7141" fmla="*/ 4614 w 10000"/>
              <a:gd name="connsiteY45-7142" fmla="*/ 3971 h 10000"/>
              <a:gd name="connsiteX46-7143" fmla="*/ 4346 w 10000"/>
              <a:gd name="connsiteY46-7144" fmla="*/ 4407 h 10000"/>
              <a:gd name="connsiteX47-7145" fmla="*/ 3993 w 10000"/>
              <a:gd name="connsiteY47-7146" fmla="*/ 4948 h 10000"/>
              <a:gd name="connsiteX48-7147" fmla="*/ 3724 w 10000"/>
              <a:gd name="connsiteY48-7148" fmla="*/ 5385 h 10000"/>
              <a:gd name="connsiteX49-7149" fmla="*/ 3540 w 10000"/>
              <a:gd name="connsiteY49-7150" fmla="*/ 5842 h 10000"/>
              <a:gd name="connsiteX50-7151" fmla="*/ 3289 w 10000"/>
              <a:gd name="connsiteY50-7152" fmla="*/ 6279 h 10000"/>
              <a:gd name="connsiteX51-7153" fmla="*/ 3020 w 10000"/>
              <a:gd name="connsiteY51-7154" fmla="*/ 6611 h 10000"/>
              <a:gd name="connsiteX52-7155" fmla="*/ 2835 w 10000"/>
              <a:gd name="connsiteY52-7156" fmla="*/ 6923 h 10000"/>
              <a:gd name="connsiteX53-7157" fmla="*/ 2667 w 10000"/>
              <a:gd name="connsiteY53-7158" fmla="*/ 7256 h 10000"/>
              <a:gd name="connsiteX54-7159" fmla="*/ 2483 w 10000"/>
              <a:gd name="connsiteY54-7160" fmla="*/ 7484 h 10000"/>
              <a:gd name="connsiteX55-7161" fmla="*/ 2315 w 10000"/>
              <a:gd name="connsiteY55-7162" fmla="*/ 7692 h 10000"/>
              <a:gd name="connsiteX56-7163" fmla="*/ 2131 w 10000"/>
              <a:gd name="connsiteY56-7164" fmla="*/ 7921 h 10000"/>
              <a:gd name="connsiteX57-7165" fmla="*/ 2047 w 10000"/>
              <a:gd name="connsiteY57-7166" fmla="*/ 8150 h 10000"/>
              <a:gd name="connsiteX58-7167" fmla="*/ 1946 w 10000"/>
              <a:gd name="connsiteY58-7168" fmla="*/ 8254 h 10000"/>
              <a:gd name="connsiteX59-7169" fmla="*/ 1863 w 10000"/>
              <a:gd name="connsiteY59-7170" fmla="*/ 8358 h 10000"/>
              <a:gd name="connsiteX60-7171" fmla="*/ 1778 w 10000"/>
              <a:gd name="connsiteY60-7172" fmla="*/ 8462 h 10000"/>
              <a:gd name="connsiteX61-7173" fmla="*/ 1778 w 10000"/>
              <a:gd name="connsiteY61-7174" fmla="*/ 8586 h 10000"/>
              <a:gd name="connsiteX62-7175" fmla="*/ 1778 w 10000"/>
              <a:gd name="connsiteY62-7176" fmla="*/ 8586 h 10000"/>
              <a:gd name="connsiteX63-7177" fmla="*/ 1863 w 10000"/>
              <a:gd name="connsiteY63-7178" fmla="*/ 8586 h 10000"/>
              <a:gd name="connsiteX64-7179" fmla="*/ 1946 w 10000"/>
              <a:gd name="connsiteY64-7180" fmla="*/ 8690 h 10000"/>
              <a:gd name="connsiteX65-7181" fmla="*/ 2047 w 10000"/>
              <a:gd name="connsiteY65-7182" fmla="*/ 8690 h 10000"/>
              <a:gd name="connsiteX66-7183" fmla="*/ 2215 w 10000"/>
              <a:gd name="connsiteY66-7184" fmla="*/ 8690 h 10000"/>
              <a:gd name="connsiteX67-7185" fmla="*/ 2315 w 10000"/>
              <a:gd name="connsiteY67-7186" fmla="*/ 8586 h 10000"/>
              <a:gd name="connsiteX68-7187" fmla="*/ 2399 w 10000"/>
              <a:gd name="connsiteY68-7188" fmla="*/ 8586 h 10000"/>
              <a:gd name="connsiteX69-7189" fmla="*/ 2567 w 10000"/>
              <a:gd name="connsiteY69-7190" fmla="*/ 8586 h 10000"/>
              <a:gd name="connsiteX70-7191" fmla="*/ 2752 w 10000"/>
              <a:gd name="connsiteY70-7192" fmla="*/ 8586 h 10000"/>
              <a:gd name="connsiteX71-7193" fmla="*/ 2936 w 10000"/>
              <a:gd name="connsiteY71-7194" fmla="*/ 8462 h 10000"/>
              <a:gd name="connsiteX72-7195" fmla="*/ 3104 w 10000"/>
              <a:gd name="connsiteY72-7196" fmla="*/ 8462 h 10000"/>
              <a:gd name="connsiteX73-7197" fmla="*/ 3372 w 10000"/>
              <a:gd name="connsiteY73-7198" fmla="*/ 8462 h 10000"/>
              <a:gd name="connsiteX74-7199" fmla="*/ 3641 w 10000"/>
              <a:gd name="connsiteY74-7200" fmla="*/ 8462 h 10000"/>
              <a:gd name="connsiteX75-7201" fmla="*/ 3993 w 10000"/>
              <a:gd name="connsiteY75-7202" fmla="*/ 8358 h 10000"/>
              <a:gd name="connsiteX76-7203" fmla="*/ 4346 w 10000"/>
              <a:gd name="connsiteY76-7204" fmla="*/ 8358 h 10000"/>
              <a:gd name="connsiteX77-7205" fmla="*/ 4698 w 10000"/>
              <a:gd name="connsiteY77-7206" fmla="*/ 8358 h 10000"/>
              <a:gd name="connsiteX78-7207" fmla="*/ 5050 w 10000"/>
              <a:gd name="connsiteY78-7208" fmla="*/ 8254 h 10000"/>
              <a:gd name="connsiteX79-7209" fmla="*/ 5486 w 10000"/>
              <a:gd name="connsiteY79-7210" fmla="*/ 8150 h 10000"/>
              <a:gd name="connsiteX80-7211" fmla="*/ 5940 w 10000"/>
              <a:gd name="connsiteY80-7212" fmla="*/ 8150 h 10000"/>
              <a:gd name="connsiteX81-7213" fmla="*/ 10000 w 10000"/>
              <a:gd name="connsiteY81-7214" fmla="*/ 8462 h 10000"/>
              <a:gd name="connsiteX82-7215" fmla="*/ 9748 w 10000"/>
              <a:gd name="connsiteY82-7216" fmla="*/ 8586 h 10000"/>
              <a:gd name="connsiteX83-7217" fmla="*/ 9563 w 10000"/>
              <a:gd name="connsiteY83-7218" fmla="*/ 8586 h 10000"/>
              <a:gd name="connsiteX84-7219" fmla="*/ 9295 w 10000"/>
              <a:gd name="connsiteY84-7220" fmla="*/ 8586 h 10000"/>
              <a:gd name="connsiteX85-7221" fmla="*/ 9026 w 10000"/>
              <a:gd name="connsiteY85-7222" fmla="*/ 8586 h 10000"/>
              <a:gd name="connsiteX86-7223" fmla="*/ 8775 w 10000"/>
              <a:gd name="connsiteY86-7224" fmla="*/ 8586 h 10000"/>
              <a:gd name="connsiteX87-7225" fmla="*/ 8507 w 10000"/>
              <a:gd name="connsiteY87-7226" fmla="*/ 8586 h 10000"/>
              <a:gd name="connsiteX88-7227" fmla="*/ 5755 w 10000"/>
              <a:gd name="connsiteY88-7228" fmla="*/ 8794 h 10000"/>
              <a:gd name="connsiteX89-7229" fmla="*/ 4966 w 10000"/>
              <a:gd name="connsiteY89-7230" fmla="*/ 8919 h 10000"/>
              <a:gd name="connsiteX90-7231" fmla="*/ 4262 w 10000"/>
              <a:gd name="connsiteY90-7232" fmla="*/ 9023 h 10000"/>
              <a:gd name="connsiteX91-7233" fmla="*/ 3540 w 10000"/>
              <a:gd name="connsiteY91-7234" fmla="*/ 9127 h 10000"/>
              <a:gd name="connsiteX92-7235" fmla="*/ 3188 w 10000"/>
              <a:gd name="connsiteY92-7236" fmla="*/ 9127 h 10000"/>
              <a:gd name="connsiteX93-7237" fmla="*/ 2936 w 10000"/>
              <a:gd name="connsiteY93-7238" fmla="*/ 9231 h 10000"/>
              <a:gd name="connsiteX94-7239" fmla="*/ 2567 w 10000"/>
              <a:gd name="connsiteY94-7240" fmla="*/ 9356 h 10000"/>
              <a:gd name="connsiteX95-7241" fmla="*/ 2315 w 10000"/>
              <a:gd name="connsiteY95-7242" fmla="*/ 9356 h 10000"/>
              <a:gd name="connsiteX96-7243" fmla="*/ 2131 w 10000"/>
              <a:gd name="connsiteY96-7244" fmla="*/ 9459 h 10000"/>
              <a:gd name="connsiteX97-7245" fmla="*/ 1863 w 10000"/>
              <a:gd name="connsiteY97-7246" fmla="*/ 9459 h 10000"/>
              <a:gd name="connsiteX98-7247" fmla="*/ 1695 w 10000"/>
              <a:gd name="connsiteY98-7248" fmla="*/ 9563 h 10000"/>
              <a:gd name="connsiteX99-7249" fmla="*/ 1426 w 10000"/>
              <a:gd name="connsiteY99-7250" fmla="*/ 9688 h 10000"/>
              <a:gd name="connsiteX100-7251" fmla="*/ 1241 w 10000"/>
              <a:gd name="connsiteY100-7252" fmla="*/ 9688 h 10000"/>
              <a:gd name="connsiteX101-7253" fmla="*/ 1158 w 10000"/>
              <a:gd name="connsiteY101-7254" fmla="*/ 9792 h 10000"/>
              <a:gd name="connsiteX102-7255" fmla="*/ 974 w 10000"/>
              <a:gd name="connsiteY102-7256" fmla="*/ 9792 h 10000"/>
              <a:gd name="connsiteX103-7257" fmla="*/ 889 w 10000"/>
              <a:gd name="connsiteY103-7258" fmla="*/ 9896 h 10000"/>
              <a:gd name="connsiteX104-7259" fmla="*/ 806 w 10000"/>
              <a:gd name="connsiteY104-7260" fmla="*/ 9896 h 10000"/>
              <a:gd name="connsiteX105-7261" fmla="*/ 721 w 10000"/>
              <a:gd name="connsiteY105-7262" fmla="*/ 9896 h 10000"/>
              <a:gd name="connsiteX106-7263" fmla="*/ 537 w 10000"/>
              <a:gd name="connsiteY106-7264" fmla="*/ 10000 h 10000"/>
              <a:gd name="connsiteX107-7265" fmla="*/ 453 w 10000"/>
              <a:gd name="connsiteY107-7266" fmla="*/ 9896 h 10000"/>
              <a:gd name="connsiteX108-7267" fmla="*/ 369 w 10000"/>
              <a:gd name="connsiteY108-7268" fmla="*/ 9896 h 10000"/>
              <a:gd name="connsiteX109-7269" fmla="*/ 269 w 10000"/>
              <a:gd name="connsiteY109-7270" fmla="*/ 9792 h 10000"/>
              <a:gd name="connsiteX110-7271" fmla="*/ 184 w 10000"/>
              <a:gd name="connsiteY110-7272" fmla="*/ 9563 h 10000"/>
              <a:gd name="connsiteX111-7273" fmla="*/ 101 w 10000"/>
              <a:gd name="connsiteY111-7274" fmla="*/ 9356 h 10000"/>
              <a:gd name="connsiteX112-7275" fmla="*/ 0 w 10000"/>
              <a:gd name="connsiteY112-7276" fmla="*/ 9231 h 10000"/>
              <a:gd name="connsiteX113-7277" fmla="*/ 0 w 10000"/>
              <a:gd name="connsiteY113-7278" fmla="*/ 9127 h 10000"/>
              <a:gd name="connsiteX114-7279" fmla="*/ 0 w 10000"/>
              <a:gd name="connsiteY114-7280" fmla="*/ 9023 h 10000"/>
              <a:gd name="connsiteX115-7281" fmla="*/ 0 w 10000"/>
              <a:gd name="connsiteY115-7282" fmla="*/ 9023 h 10000"/>
              <a:gd name="connsiteX116-7283" fmla="*/ 101 w 10000"/>
              <a:gd name="connsiteY116-7284" fmla="*/ 8919 h 10000"/>
              <a:gd name="connsiteX117-7285" fmla="*/ 184 w 10000"/>
              <a:gd name="connsiteY117-7286" fmla="*/ 8794 h 10000"/>
              <a:gd name="connsiteX118-7287" fmla="*/ 369 w 10000"/>
              <a:gd name="connsiteY118-7288" fmla="*/ 8690 h 10000"/>
              <a:gd name="connsiteX119-7289" fmla="*/ 537 w 10000"/>
              <a:gd name="connsiteY119-7290" fmla="*/ 8586 h 10000"/>
              <a:gd name="connsiteX120-7291" fmla="*/ 621 w 10000"/>
              <a:gd name="connsiteY120-7292" fmla="*/ 8462 h 10000"/>
              <a:gd name="connsiteX121-7293" fmla="*/ 721 w 10000"/>
              <a:gd name="connsiteY121-7294" fmla="*/ 8358 h 10000"/>
              <a:gd name="connsiteX122-7295" fmla="*/ 889 w 10000"/>
              <a:gd name="connsiteY122-7296" fmla="*/ 8254 h 10000"/>
              <a:gd name="connsiteX123-7297" fmla="*/ 1073 w 10000"/>
              <a:gd name="connsiteY123-7298" fmla="*/ 8025 h 10000"/>
              <a:gd name="connsiteX124-7299" fmla="*/ 1158 w 10000"/>
              <a:gd name="connsiteY124-7300" fmla="*/ 7921 h 10000"/>
              <a:gd name="connsiteX125-7301" fmla="*/ 1342 w 10000"/>
              <a:gd name="connsiteY125-7302" fmla="*/ 7692 h 10000"/>
              <a:gd name="connsiteX126-7303" fmla="*/ 1510 w 10000"/>
              <a:gd name="connsiteY126-7304" fmla="*/ 7484 h 10000"/>
              <a:gd name="connsiteX127-7305" fmla="*/ 1510 w 10000"/>
              <a:gd name="connsiteY127-7306" fmla="*/ 7484 h 10000"/>
              <a:gd name="connsiteX0-7307" fmla="*/ 1510 w 10000"/>
              <a:gd name="connsiteY0-7308" fmla="*/ 7484 h 10000"/>
              <a:gd name="connsiteX1-7309" fmla="*/ 1695 w 10000"/>
              <a:gd name="connsiteY1-7310" fmla="*/ 7152 h 10000"/>
              <a:gd name="connsiteX2-7311" fmla="*/ 1946 w 10000"/>
              <a:gd name="connsiteY2-7312" fmla="*/ 6819 h 10000"/>
              <a:gd name="connsiteX3-7313" fmla="*/ 2131 w 10000"/>
              <a:gd name="connsiteY3-7314" fmla="*/ 6486 h 10000"/>
              <a:gd name="connsiteX4-7315" fmla="*/ 2399 w 10000"/>
              <a:gd name="connsiteY4-7316" fmla="*/ 6050 h 10000"/>
              <a:gd name="connsiteX5-7317" fmla="*/ 2667 w 10000"/>
              <a:gd name="connsiteY5-7318" fmla="*/ 5509 h 10000"/>
              <a:gd name="connsiteX6-7319" fmla="*/ 2936 w 10000"/>
              <a:gd name="connsiteY6-7320" fmla="*/ 4948 h 10000"/>
              <a:gd name="connsiteX7-7321" fmla="*/ 3188 w 10000"/>
              <a:gd name="connsiteY7-7322" fmla="*/ 4304 h 10000"/>
              <a:gd name="connsiteX8-7323" fmla="*/ 3540 w 10000"/>
              <a:gd name="connsiteY8-7324" fmla="*/ 3638 h 10000"/>
              <a:gd name="connsiteX9-7325" fmla="*/ 3809 w 10000"/>
              <a:gd name="connsiteY9-7326" fmla="*/ 2973 h 10000"/>
              <a:gd name="connsiteX10-7327" fmla="*/ 4077 w 10000"/>
              <a:gd name="connsiteY10-7328" fmla="*/ 2432 h 10000"/>
              <a:gd name="connsiteX11-7329" fmla="*/ 4262 w 10000"/>
              <a:gd name="connsiteY11-7330" fmla="*/ 1871 h 10000"/>
              <a:gd name="connsiteX12-7331" fmla="*/ 4429 w 10000"/>
              <a:gd name="connsiteY12-7332" fmla="*/ 1435 h 10000"/>
              <a:gd name="connsiteX13-7333" fmla="*/ 4514 w 10000"/>
              <a:gd name="connsiteY13-7334" fmla="*/ 1102 h 10000"/>
              <a:gd name="connsiteX14-7335" fmla="*/ 4614 w 10000"/>
              <a:gd name="connsiteY14-7336" fmla="*/ 769 h 10000"/>
              <a:gd name="connsiteX15-7337" fmla="*/ 4614 w 10000"/>
              <a:gd name="connsiteY15-7338" fmla="*/ 665 h 10000"/>
              <a:gd name="connsiteX16-7339" fmla="*/ 4614 w 10000"/>
              <a:gd name="connsiteY16-7340" fmla="*/ 437 h 10000"/>
              <a:gd name="connsiteX17-7341" fmla="*/ 4514 w 10000"/>
              <a:gd name="connsiteY17-7342" fmla="*/ 437 h 10000"/>
              <a:gd name="connsiteX18-7343" fmla="*/ 4514 w 10000"/>
              <a:gd name="connsiteY18-7344" fmla="*/ 333 h 10000"/>
              <a:gd name="connsiteX19-7345" fmla="*/ 4429 w 10000"/>
              <a:gd name="connsiteY19-7346" fmla="*/ 229 h 10000"/>
              <a:gd name="connsiteX20-7347" fmla="*/ 4429 w 10000"/>
              <a:gd name="connsiteY20-7348" fmla="*/ 229 h 10000"/>
              <a:gd name="connsiteX21-7349" fmla="*/ 4429 w 10000"/>
              <a:gd name="connsiteY21-7350" fmla="*/ 125 h 10000"/>
              <a:gd name="connsiteX22-7351" fmla="*/ 4429 w 10000"/>
              <a:gd name="connsiteY22-7352" fmla="*/ 0 h 10000"/>
              <a:gd name="connsiteX23-7353" fmla="*/ 4514 w 10000"/>
              <a:gd name="connsiteY23-7354" fmla="*/ 0 h 10000"/>
              <a:gd name="connsiteX24-7355" fmla="*/ 4698 w 10000"/>
              <a:gd name="connsiteY24-7356" fmla="*/ 0 h 10000"/>
              <a:gd name="connsiteX25-7357" fmla="*/ 4882 w 10000"/>
              <a:gd name="connsiteY25-7358" fmla="*/ 0 h 10000"/>
              <a:gd name="connsiteX26-7359" fmla="*/ 5134 w 10000"/>
              <a:gd name="connsiteY26-7360" fmla="*/ 0 h 10000"/>
              <a:gd name="connsiteX27-7361" fmla="*/ 5318 w 10000"/>
              <a:gd name="connsiteY27-7362" fmla="*/ 125 h 10000"/>
              <a:gd name="connsiteX28-7363" fmla="*/ 5587 w 10000"/>
              <a:gd name="connsiteY28-7364" fmla="*/ 229 h 10000"/>
              <a:gd name="connsiteX29-7365" fmla="*/ 5755 w 10000"/>
              <a:gd name="connsiteY29-7366" fmla="*/ 333 h 10000"/>
              <a:gd name="connsiteX30-7367" fmla="*/ 5940 w 10000"/>
              <a:gd name="connsiteY30-7368" fmla="*/ 437 h 10000"/>
              <a:gd name="connsiteX31-7369" fmla="*/ 6108 w 10000"/>
              <a:gd name="connsiteY31-7370" fmla="*/ 665 h 10000"/>
              <a:gd name="connsiteX32-7371" fmla="*/ 6208 w 10000"/>
              <a:gd name="connsiteY32-7372" fmla="*/ 769 h 10000"/>
              <a:gd name="connsiteX33-7373" fmla="*/ 6208 w 10000"/>
              <a:gd name="connsiteY33-7374" fmla="*/ 894 h 10000"/>
              <a:gd name="connsiteX34-7375" fmla="*/ 6208 w 10000"/>
              <a:gd name="connsiteY34-7376" fmla="*/ 998 h 10000"/>
              <a:gd name="connsiteX35-7377" fmla="*/ 6208 w 10000"/>
              <a:gd name="connsiteY35-7378" fmla="*/ 1206 h 10000"/>
              <a:gd name="connsiteX36-7379" fmla="*/ 6108 w 10000"/>
              <a:gd name="connsiteY36-7380" fmla="*/ 1331 h 10000"/>
              <a:gd name="connsiteX37-7381" fmla="*/ 6023 w 10000"/>
              <a:gd name="connsiteY37-7382" fmla="*/ 1538 h 10000"/>
              <a:gd name="connsiteX38-7383" fmla="*/ 5856 w 10000"/>
              <a:gd name="connsiteY38-7384" fmla="*/ 1767 h 10000"/>
              <a:gd name="connsiteX39-7385" fmla="*/ 5671 w 10000"/>
              <a:gd name="connsiteY39-7386" fmla="*/ 1975 h 10000"/>
              <a:gd name="connsiteX40-7387" fmla="*/ 5587 w 10000"/>
              <a:gd name="connsiteY40-7388" fmla="*/ 2204 h 10000"/>
              <a:gd name="connsiteX41-7389" fmla="*/ 5403 w 10000"/>
              <a:gd name="connsiteY41-7390" fmla="*/ 2432 h 10000"/>
              <a:gd name="connsiteX42-7391" fmla="*/ 5235 w 10000"/>
              <a:gd name="connsiteY42-7392" fmla="*/ 2744 h 10000"/>
              <a:gd name="connsiteX43-7393" fmla="*/ 5050 w 10000"/>
              <a:gd name="connsiteY43-7394" fmla="*/ 3077 h 10000"/>
              <a:gd name="connsiteX44-7395" fmla="*/ 4782 w 10000"/>
              <a:gd name="connsiteY44-7396" fmla="*/ 3514 h 10000"/>
              <a:gd name="connsiteX45-7397" fmla="*/ 4614 w 10000"/>
              <a:gd name="connsiteY45-7398" fmla="*/ 3971 h 10000"/>
              <a:gd name="connsiteX46-7399" fmla="*/ 4346 w 10000"/>
              <a:gd name="connsiteY46-7400" fmla="*/ 4407 h 10000"/>
              <a:gd name="connsiteX47-7401" fmla="*/ 3993 w 10000"/>
              <a:gd name="connsiteY47-7402" fmla="*/ 4948 h 10000"/>
              <a:gd name="connsiteX48-7403" fmla="*/ 3724 w 10000"/>
              <a:gd name="connsiteY48-7404" fmla="*/ 5385 h 10000"/>
              <a:gd name="connsiteX49-7405" fmla="*/ 3540 w 10000"/>
              <a:gd name="connsiteY49-7406" fmla="*/ 5842 h 10000"/>
              <a:gd name="connsiteX50-7407" fmla="*/ 3289 w 10000"/>
              <a:gd name="connsiteY50-7408" fmla="*/ 6279 h 10000"/>
              <a:gd name="connsiteX51-7409" fmla="*/ 3020 w 10000"/>
              <a:gd name="connsiteY51-7410" fmla="*/ 6611 h 10000"/>
              <a:gd name="connsiteX52-7411" fmla="*/ 2835 w 10000"/>
              <a:gd name="connsiteY52-7412" fmla="*/ 6923 h 10000"/>
              <a:gd name="connsiteX53-7413" fmla="*/ 2667 w 10000"/>
              <a:gd name="connsiteY53-7414" fmla="*/ 7256 h 10000"/>
              <a:gd name="connsiteX54-7415" fmla="*/ 2483 w 10000"/>
              <a:gd name="connsiteY54-7416" fmla="*/ 7484 h 10000"/>
              <a:gd name="connsiteX55-7417" fmla="*/ 2315 w 10000"/>
              <a:gd name="connsiteY55-7418" fmla="*/ 7692 h 10000"/>
              <a:gd name="connsiteX56-7419" fmla="*/ 2131 w 10000"/>
              <a:gd name="connsiteY56-7420" fmla="*/ 7921 h 10000"/>
              <a:gd name="connsiteX57-7421" fmla="*/ 2047 w 10000"/>
              <a:gd name="connsiteY57-7422" fmla="*/ 8150 h 10000"/>
              <a:gd name="connsiteX58-7423" fmla="*/ 1946 w 10000"/>
              <a:gd name="connsiteY58-7424" fmla="*/ 8254 h 10000"/>
              <a:gd name="connsiteX59-7425" fmla="*/ 1863 w 10000"/>
              <a:gd name="connsiteY59-7426" fmla="*/ 8358 h 10000"/>
              <a:gd name="connsiteX60-7427" fmla="*/ 1778 w 10000"/>
              <a:gd name="connsiteY60-7428" fmla="*/ 8462 h 10000"/>
              <a:gd name="connsiteX61-7429" fmla="*/ 1778 w 10000"/>
              <a:gd name="connsiteY61-7430" fmla="*/ 8586 h 10000"/>
              <a:gd name="connsiteX62-7431" fmla="*/ 1778 w 10000"/>
              <a:gd name="connsiteY62-7432" fmla="*/ 8586 h 10000"/>
              <a:gd name="connsiteX63-7433" fmla="*/ 1863 w 10000"/>
              <a:gd name="connsiteY63-7434" fmla="*/ 8586 h 10000"/>
              <a:gd name="connsiteX64-7435" fmla="*/ 1946 w 10000"/>
              <a:gd name="connsiteY64-7436" fmla="*/ 8690 h 10000"/>
              <a:gd name="connsiteX65-7437" fmla="*/ 2047 w 10000"/>
              <a:gd name="connsiteY65-7438" fmla="*/ 8690 h 10000"/>
              <a:gd name="connsiteX66-7439" fmla="*/ 2215 w 10000"/>
              <a:gd name="connsiteY66-7440" fmla="*/ 8690 h 10000"/>
              <a:gd name="connsiteX67-7441" fmla="*/ 2315 w 10000"/>
              <a:gd name="connsiteY67-7442" fmla="*/ 8586 h 10000"/>
              <a:gd name="connsiteX68-7443" fmla="*/ 2399 w 10000"/>
              <a:gd name="connsiteY68-7444" fmla="*/ 8586 h 10000"/>
              <a:gd name="connsiteX69-7445" fmla="*/ 2567 w 10000"/>
              <a:gd name="connsiteY69-7446" fmla="*/ 8586 h 10000"/>
              <a:gd name="connsiteX70-7447" fmla="*/ 2752 w 10000"/>
              <a:gd name="connsiteY70-7448" fmla="*/ 8586 h 10000"/>
              <a:gd name="connsiteX71-7449" fmla="*/ 2936 w 10000"/>
              <a:gd name="connsiteY71-7450" fmla="*/ 8462 h 10000"/>
              <a:gd name="connsiteX72-7451" fmla="*/ 3104 w 10000"/>
              <a:gd name="connsiteY72-7452" fmla="*/ 8462 h 10000"/>
              <a:gd name="connsiteX73-7453" fmla="*/ 3372 w 10000"/>
              <a:gd name="connsiteY73-7454" fmla="*/ 8462 h 10000"/>
              <a:gd name="connsiteX74-7455" fmla="*/ 3641 w 10000"/>
              <a:gd name="connsiteY74-7456" fmla="*/ 8462 h 10000"/>
              <a:gd name="connsiteX75-7457" fmla="*/ 3993 w 10000"/>
              <a:gd name="connsiteY75-7458" fmla="*/ 8358 h 10000"/>
              <a:gd name="connsiteX76-7459" fmla="*/ 4346 w 10000"/>
              <a:gd name="connsiteY76-7460" fmla="*/ 8358 h 10000"/>
              <a:gd name="connsiteX77-7461" fmla="*/ 4698 w 10000"/>
              <a:gd name="connsiteY77-7462" fmla="*/ 8358 h 10000"/>
              <a:gd name="connsiteX78-7463" fmla="*/ 5050 w 10000"/>
              <a:gd name="connsiteY78-7464" fmla="*/ 8254 h 10000"/>
              <a:gd name="connsiteX79-7465" fmla="*/ 5486 w 10000"/>
              <a:gd name="connsiteY79-7466" fmla="*/ 8150 h 10000"/>
              <a:gd name="connsiteX80-7467" fmla="*/ 5940 w 10000"/>
              <a:gd name="connsiteY80-7468" fmla="*/ 8150 h 10000"/>
              <a:gd name="connsiteX81-7469" fmla="*/ 10000 w 10000"/>
              <a:gd name="connsiteY81-7470" fmla="*/ 8462 h 10000"/>
              <a:gd name="connsiteX82-7471" fmla="*/ 9748 w 10000"/>
              <a:gd name="connsiteY82-7472" fmla="*/ 8586 h 10000"/>
              <a:gd name="connsiteX83-7473" fmla="*/ 9563 w 10000"/>
              <a:gd name="connsiteY83-7474" fmla="*/ 8586 h 10000"/>
              <a:gd name="connsiteX84-7475" fmla="*/ 9295 w 10000"/>
              <a:gd name="connsiteY84-7476" fmla="*/ 8586 h 10000"/>
              <a:gd name="connsiteX85-7477" fmla="*/ 9026 w 10000"/>
              <a:gd name="connsiteY85-7478" fmla="*/ 8586 h 10000"/>
              <a:gd name="connsiteX86-7479" fmla="*/ 8775 w 10000"/>
              <a:gd name="connsiteY86-7480" fmla="*/ 8586 h 10000"/>
              <a:gd name="connsiteX87-7481" fmla="*/ 5755 w 10000"/>
              <a:gd name="connsiteY87-7482" fmla="*/ 8794 h 10000"/>
              <a:gd name="connsiteX88-7483" fmla="*/ 4966 w 10000"/>
              <a:gd name="connsiteY88-7484" fmla="*/ 8919 h 10000"/>
              <a:gd name="connsiteX89-7485" fmla="*/ 4262 w 10000"/>
              <a:gd name="connsiteY89-7486" fmla="*/ 9023 h 10000"/>
              <a:gd name="connsiteX90-7487" fmla="*/ 3540 w 10000"/>
              <a:gd name="connsiteY90-7488" fmla="*/ 9127 h 10000"/>
              <a:gd name="connsiteX91-7489" fmla="*/ 3188 w 10000"/>
              <a:gd name="connsiteY91-7490" fmla="*/ 9127 h 10000"/>
              <a:gd name="connsiteX92-7491" fmla="*/ 2936 w 10000"/>
              <a:gd name="connsiteY92-7492" fmla="*/ 9231 h 10000"/>
              <a:gd name="connsiteX93-7493" fmla="*/ 2567 w 10000"/>
              <a:gd name="connsiteY93-7494" fmla="*/ 9356 h 10000"/>
              <a:gd name="connsiteX94-7495" fmla="*/ 2315 w 10000"/>
              <a:gd name="connsiteY94-7496" fmla="*/ 9356 h 10000"/>
              <a:gd name="connsiteX95-7497" fmla="*/ 2131 w 10000"/>
              <a:gd name="connsiteY95-7498" fmla="*/ 9459 h 10000"/>
              <a:gd name="connsiteX96-7499" fmla="*/ 1863 w 10000"/>
              <a:gd name="connsiteY96-7500" fmla="*/ 9459 h 10000"/>
              <a:gd name="connsiteX97-7501" fmla="*/ 1695 w 10000"/>
              <a:gd name="connsiteY97-7502" fmla="*/ 9563 h 10000"/>
              <a:gd name="connsiteX98-7503" fmla="*/ 1426 w 10000"/>
              <a:gd name="connsiteY98-7504" fmla="*/ 9688 h 10000"/>
              <a:gd name="connsiteX99-7505" fmla="*/ 1241 w 10000"/>
              <a:gd name="connsiteY99-7506" fmla="*/ 9688 h 10000"/>
              <a:gd name="connsiteX100-7507" fmla="*/ 1158 w 10000"/>
              <a:gd name="connsiteY100-7508" fmla="*/ 9792 h 10000"/>
              <a:gd name="connsiteX101-7509" fmla="*/ 974 w 10000"/>
              <a:gd name="connsiteY101-7510" fmla="*/ 9792 h 10000"/>
              <a:gd name="connsiteX102-7511" fmla="*/ 889 w 10000"/>
              <a:gd name="connsiteY102-7512" fmla="*/ 9896 h 10000"/>
              <a:gd name="connsiteX103-7513" fmla="*/ 806 w 10000"/>
              <a:gd name="connsiteY103-7514" fmla="*/ 9896 h 10000"/>
              <a:gd name="connsiteX104-7515" fmla="*/ 721 w 10000"/>
              <a:gd name="connsiteY104-7516" fmla="*/ 9896 h 10000"/>
              <a:gd name="connsiteX105-7517" fmla="*/ 537 w 10000"/>
              <a:gd name="connsiteY105-7518" fmla="*/ 10000 h 10000"/>
              <a:gd name="connsiteX106-7519" fmla="*/ 453 w 10000"/>
              <a:gd name="connsiteY106-7520" fmla="*/ 9896 h 10000"/>
              <a:gd name="connsiteX107-7521" fmla="*/ 369 w 10000"/>
              <a:gd name="connsiteY107-7522" fmla="*/ 9896 h 10000"/>
              <a:gd name="connsiteX108-7523" fmla="*/ 269 w 10000"/>
              <a:gd name="connsiteY108-7524" fmla="*/ 9792 h 10000"/>
              <a:gd name="connsiteX109-7525" fmla="*/ 184 w 10000"/>
              <a:gd name="connsiteY109-7526" fmla="*/ 9563 h 10000"/>
              <a:gd name="connsiteX110-7527" fmla="*/ 101 w 10000"/>
              <a:gd name="connsiteY110-7528" fmla="*/ 9356 h 10000"/>
              <a:gd name="connsiteX111-7529" fmla="*/ 0 w 10000"/>
              <a:gd name="connsiteY111-7530" fmla="*/ 9231 h 10000"/>
              <a:gd name="connsiteX112-7531" fmla="*/ 0 w 10000"/>
              <a:gd name="connsiteY112-7532" fmla="*/ 9127 h 10000"/>
              <a:gd name="connsiteX113-7533" fmla="*/ 0 w 10000"/>
              <a:gd name="connsiteY113-7534" fmla="*/ 9023 h 10000"/>
              <a:gd name="connsiteX114-7535" fmla="*/ 0 w 10000"/>
              <a:gd name="connsiteY114-7536" fmla="*/ 9023 h 10000"/>
              <a:gd name="connsiteX115-7537" fmla="*/ 101 w 10000"/>
              <a:gd name="connsiteY115-7538" fmla="*/ 8919 h 10000"/>
              <a:gd name="connsiteX116-7539" fmla="*/ 184 w 10000"/>
              <a:gd name="connsiteY116-7540" fmla="*/ 8794 h 10000"/>
              <a:gd name="connsiteX117-7541" fmla="*/ 369 w 10000"/>
              <a:gd name="connsiteY117-7542" fmla="*/ 8690 h 10000"/>
              <a:gd name="connsiteX118-7543" fmla="*/ 537 w 10000"/>
              <a:gd name="connsiteY118-7544" fmla="*/ 8586 h 10000"/>
              <a:gd name="connsiteX119-7545" fmla="*/ 621 w 10000"/>
              <a:gd name="connsiteY119-7546" fmla="*/ 8462 h 10000"/>
              <a:gd name="connsiteX120-7547" fmla="*/ 721 w 10000"/>
              <a:gd name="connsiteY120-7548" fmla="*/ 8358 h 10000"/>
              <a:gd name="connsiteX121-7549" fmla="*/ 889 w 10000"/>
              <a:gd name="connsiteY121-7550" fmla="*/ 8254 h 10000"/>
              <a:gd name="connsiteX122-7551" fmla="*/ 1073 w 10000"/>
              <a:gd name="connsiteY122-7552" fmla="*/ 8025 h 10000"/>
              <a:gd name="connsiteX123-7553" fmla="*/ 1158 w 10000"/>
              <a:gd name="connsiteY123-7554" fmla="*/ 7921 h 10000"/>
              <a:gd name="connsiteX124-7555" fmla="*/ 1342 w 10000"/>
              <a:gd name="connsiteY124-7556" fmla="*/ 7692 h 10000"/>
              <a:gd name="connsiteX125-7557" fmla="*/ 1510 w 10000"/>
              <a:gd name="connsiteY125-7558" fmla="*/ 7484 h 10000"/>
              <a:gd name="connsiteX126-7559" fmla="*/ 1510 w 10000"/>
              <a:gd name="connsiteY126-7560" fmla="*/ 7484 h 10000"/>
              <a:gd name="connsiteX0-7561" fmla="*/ 1510 w 10000"/>
              <a:gd name="connsiteY0-7562" fmla="*/ 7484 h 10000"/>
              <a:gd name="connsiteX1-7563" fmla="*/ 1695 w 10000"/>
              <a:gd name="connsiteY1-7564" fmla="*/ 7152 h 10000"/>
              <a:gd name="connsiteX2-7565" fmla="*/ 1946 w 10000"/>
              <a:gd name="connsiteY2-7566" fmla="*/ 6819 h 10000"/>
              <a:gd name="connsiteX3-7567" fmla="*/ 2131 w 10000"/>
              <a:gd name="connsiteY3-7568" fmla="*/ 6486 h 10000"/>
              <a:gd name="connsiteX4-7569" fmla="*/ 2399 w 10000"/>
              <a:gd name="connsiteY4-7570" fmla="*/ 6050 h 10000"/>
              <a:gd name="connsiteX5-7571" fmla="*/ 2667 w 10000"/>
              <a:gd name="connsiteY5-7572" fmla="*/ 5509 h 10000"/>
              <a:gd name="connsiteX6-7573" fmla="*/ 2936 w 10000"/>
              <a:gd name="connsiteY6-7574" fmla="*/ 4948 h 10000"/>
              <a:gd name="connsiteX7-7575" fmla="*/ 3188 w 10000"/>
              <a:gd name="connsiteY7-7576" fmla="*/ 4304 h 10000"/>
              <a:gd name="connsiteX8-7577" fmla="*/ 3540 w 10000"/>
              <a:gd name="connsiteY8-7578" fmla="*/ 3638 h 10000"/>
              <a:gd name="connsiteX9-7579" fmla="*/ 3809 w 10000"/>
              <a:gd name="connsiteY9-7580" fmla="*/ 2973 h 10000"/>
              <a:gd name="connsiteX10-7581" fmla="*/ 4077 w 10000"/>
              <a:gd name="connsiteY10-7582" fmla="*/ 2432 h 10000"/>
              <a:gd name="connsiteX11-7583" fmla="*/ 4262 w 10000"/>
              <a:gd name="connsiteY11-7584" fmla="*/ 1871 h 10000"/>
              <a:gd name="connsiteX12-7585" fmla="*/ 4429 w 10000"/>
              <a:gd name="connsiteY12-7586" fmla="*/ 1435 h 10000"/>
              <a:gd name="connsiteX13-7587" fmla="*/ 4514 w 10000"/>
              <a:gd name="connsiteY13-7588" fmla="*/ 1102 h 10000"/>
              <a:gd name="connsiteX14-7589" fmla="*/ 4614 w 10000"/>
              <a:gd name="connsiteY14-7590" fmla="*/ 769 h 10000"/>
              <a:gd name="connsiteX15-7591" fmla="*/ 4614 w 10000"/>
              <a:gd name="connsiteY15-7592" fmla="*/ 665 h 10000"/>
              <a:gd name="connsiteX16-7593" fmla="*/ 4614 w 10000"/>
              <a:gd name="connsiteY16-7594" fmla="*/ 437 h 10000"/>
              <a:gd name="connsiteX17-7595" fmla="*/ 4514 w 10000"/>
              <a:gd name="connsiteY17-7596" fmla="*/ 437 h 10000"/>
              <a:gd name="connsiteX18-7597" fmla="*/ 4514 w 10000"/>
              <a:gd name="connsiteY18-7598" fmla="*/ 333 h 10000"/>
              <a:gd name="connsiteX19-7599" fmla="*/ 4429 w 10000"/>
              <a:gd name="connsiteY19-7600" fmla="*/ 229 h 10000"/>
              <a:gd name="connsiteX20-7601" fmla="*/ 4429 w 10000"/>
              <a:gd name="connsiteY20-7602" fmla="*/ 229 h 10000"/>
              <a:gd name="connsiteX21-7603" fmla="*/ 4429 w 10000"/>
              <a:gd name="connsiteY21-7604" fmla="*/ 125 h 10000"/>
              <a:gd name="connsiteX22-7605" fmla="*/ 4429 w 10000"/>
              <a:gd name="connsiteY22-7606" fmla="*/ 0 h 10000"/>
              <a:gd name="connsiteX23-7607" fmla="*/ 4514 w 10000"/>
              <a:gd name="connsiteY23-7608" fmla="*/ 0 h 10000"/>
              <a:gd name="connsiteX24-7609" fmla="*/ 4698 w 10000"/>
              <a:gd name="connsiteY24-7610" fmla="*/ 0 h 10000"/>
              <a:gd name="connsiteX25-7611" fmla="*/ 4882 w 10000"/>
              <a:gd name="connsiteY25-7612" fmla="*/ 0 h 10000"/>
              <a:gd name="connsiteX26-7613" fmla="*/ 5134 w 10000"/>
              <a:gd name="connsiteY26-7614" fmla="*/ 0 h 10000"/>
              <a:gd name="connsiteX27-7615" fmla="*/ 5318 w 10000"/>
              <a:gd name="connsiteY27-7616" fmla="*/ 125 h 10000"/>
              <a:gd name="connsiteX28-7617" fmla="*/ 5587 w 10000"/>
              <a:gd name="connsiteY28-7618" fmla="*/ 229 h 10000"/>
              <a:gd name="connsiteX29-7619" fmla="*/ 5755 w 10000"/>
              <a:gd name="connsiteY29-7620" fmla="*/ 333 h 10000"/>
              <a:gd name="connsiteX30-7621" fmla="*/ 5940 w 10000"/>
              <a:gd name="connsiteY30-7622" fmla="*/ 437 h 10000"/>
              <a:gd name="connsiteX31-7623" fmla="*/ 6108 w 10000"/>
              <a:gd name="connsiteY31-7624" fmla="*/ 665 h 10000"/>
              <a:gd name="connsiteX32-7625" fmla="*/ 6208 w 10000"/>
              <a:gd name="connsiteY32-7626" fmla="*/ 769 h 10000"/>
              <a:gd name="connsiteX33-7627" fmla="*/ 6208 w 10000"/>
              <a:gd name="connsiteY33-7628" fmla="*/ 894 h 10000"/>
              <a:gd name="connsiteX34-7629" fmla="*/ 6208 w 10000"/>
              <a:gd name="connsiteY34-7630" fmla="*/ 998 h 10000"/>
              <a:gd name="connsiteX35-7631" fmla="*/ 6208 w 10000"/>
              <a:gd name="connsiteY35-7632" fmla="*/ 1206 h 10000"/>
              <a:gd name="connsiteX36-7633" fmla="*/ 6108 w 10000"/>
              <a:gd name="connsiteY36-7634" fmla="*/ 1331 h 10000"/>
              <a:gd name="connsiteX37-7635" fmla="*/ 6023 w 10000"/>
              <a:gd name="connsiteY37-7636" fmla="*/ 1538 h 10000"/>
              <a:gd name="connsiteX38-7637" fmla="*/ 5856 w 10000"/>
              <a:gd name="connsiteY38-7638" fmla="*/ 1767 h 10000"/>
              <a:gd name="connsiteX39-7639" fmla="*/ 5671 w 10000"/>
              <a:gd name="connsiteY39-7640" fmla="*/ 1975 h 10000"/>
              <a:gd name="connsiteX40-7641" fmla="*/ 5587 w 10000"/>
              <a:gd name="connsiteY40-7642" fmla="*/ 2204 h 10000"/>
              <a:gd name="connsiteX41-7643" fmla="*/ 5403 w 10000"/>
              <a:gd name="connsiteY41-7644" fmla="*/ 2432 h 10000"/>
              <a:gd name="connsiteX42-7645" fmla="*/ 5235 w 10000"/>
              <a:gd name="connsiteY42-7646" fmla="*/ 2744 h 10000"/>
              <a:gd name="connsiteX43-7647" fmla="*/ 5050 w 10000"/>
              <a:gd name="connsiteY43-7648" fmla="*/ 3077 h 10000"/>
              <a:gd name="connsiteX44-7649" fmla="*/ 4782 w 10000"/>
              <a:gd name="connsiteY44-7650" fmla="*/ 3514 h 10000"/>
              <a:gd name="connsiteX45-7651" fmla="*/ 4614 w 10000"/>
              <a:gd name="connsiteY45-7652" fmla="*/ 3971 h 10000"/>
              <a:gd name="connsiteX46-7653" fmla="*/ 4346 w 10000"/>
              <a:gd name="connsiteY46-7654" fmla="*/ 4407 h 10000"/>
              <a:gd name="connsiteX47-7655" fmla="*/ 3993 w 10000"/>
              <a:gd name="connsiteY47-7656" fmla="*/ 4948 h 10000"/>
              <a:gd name="connsiteX48-7657" fmla="*/ 3724 w 10000"/>
              <a:gd name="connsiteY48-7658" fmla="*/ 5385 h 10000"/>
              <a:gd name="connsiteX49-7659" fmla="*/ 3540 w 10000"/>
              <a:gd name="connsiteY49-7660" fmla="*/ 5842 h 10000"/>
              <a:gd name="connsiteX50-7661" fmla="*/ 3289 w 10000"/>
              <a:gd name="connsiteY50-7662" fmla="*/ 6279 h 10000"/>
              <a:gd name="connsiteX51-7663" fmla="*/ 3020 w 10000"/>
              <a:gd name="connsiteY51-7664" fmla="*/ 6611 h 10000"/>
              <a:gd name="connsiteX52-7665" fmla="*/ 2835 w 10000"/>
              <a:gd name="connsiteY52-7666" fmla="*/ 6923 h 10000"/>
              <a:gd name="connsiteX53-7667" fmla="*/ 2667 w 10000"/>
              <a:gd name="connsiteY53-7668" fmla="*/ 7256 h 10000"/>
              <a:gd name="connsiteX54-7669" fmla="*/ 2483 w 10000"/>
              <a:gd name="connsiteY54-7670" fmla="*/ 7484 h 10000"/>
              <a:gd name="connsiteX55-7671" fmla="*/ 2315 w 10000"/>
              <a:gd name="connsiteY55-7672" fmla="*/ 7692 h 10000"/>
              <a:gd name="connsiteX56-7673" fmla="*/ 2131 w 10000"/>
              <a:gd name="connsiteY56-7674" fmla="*/ 7921 h 10000"/>
              <a:gd name="connsiteX57-7675" fmla="*/ 2047 w 10000"/>
              <a:gd name="connsiteY57-7676" fmla="*/ 8150 h 10000"/>
              <a:gd name="connsiteX58-7677" fmla="*/ 1946 w 10000"/>
              <a:gd name="connsiteY58-7678" fmla="*/ 8254 h 10000"/>
              <a:gd name="connsiteX59-7679" fmla="*/ 1863 w 10000"/>
              <a:gd name="connsiteY59-7680" fmla="*/ 8358 h 10000"/>
              <a:gd name="connsiteX60-7681" fmla="*/ 1778 w 10000"/>
              <a:gd name="connsiteY60-7682" fmla="*/ 8462 h 10000"/>
              <a:gd name="connsiteX61-7683" fmla="*/ 1778 w 10000"/>
              <a:gd name="connsiteY61-7684" fmla="*/ 8586 h 10000"/>
              <a:gd name="connsiteX62-7685" fmla="*/ 1778 w 10000"/>
              <a:gd name="connsiteY62-7686" fmla="*/ 8586 h 10000"/>
              <a:gd name="connsiteX63-7687" fmla="*/ 1863 w 10000"/>
              <a:gd name="connsiteY63-7688" fmla="*/ 8586 h 10000"/>
              <a:gd name="connsiteX64-7689" fmla="*/ 1946 w 10000"/>
              <a:gd name="connsiteY64-7690" fmla="*/ 8690 h 10000"/>
              <a:gd name="connsiteX65-7691" fmla="*/ 2047 w 10000"/>
              <a:gd name="connsiteY65-7692" fmla="*/ 8690 h 10000"/>
              <a:gd name="connsiteX66-7693" fmla="*/ 2215 w 10000"/>
              <a:gd name="connsiteY66-7694" fmla="*/ 8690 h 10000"/>
              <a:gd name="connsiteX67-7695" fmla="*/ 2315 w 10000"/>
              <a:gd name="connsiteY67-7696" fmla="*/ 8586 h 10000"/>
              <a:gd name="connsiteX68-7697" fmla="*/ 2399 w 10000"/>
              <a:gd name="connsiteY68-7698" fmla="*/ 8586 h 10000"/>
              <a:gd name="connsiteX69-7699" fmla="*/ 2567 w 10000"/>
              <a:gd name="connsiteY69-7700" fmla="*/ 8586 h 10000"/>
              <a:gd name="connsiteX70-7701" fmla="*/ 2752 w 10000"/>
              <a:gd name="connsiteY70-7702" fmla="*/ 8586 h 10000"/>
              <a:gd name="connsiteX71-7703" fmla="*/ 2936 w 10000"/>
              <a:gd name="connsiteY71-7704" fmla="*/ 8462 h 10000"/>
              <a:gd name="connsiteX72-7705" fmla="*/ 3104 w 10000"/>
              <a:gd name="connsiteY72-7706" fmla="*/ 8462 h 10000"/>
              <a:gd name="connsiteX73-7707" fmla="*/ 3372 w 10000"/>
              <a:gd name="connsiteY73-7708" fmla="*/ 8462 h 10000"/>
              <a:gd name="connsiteX74-7709" fmla="*/ 3641 w 10000"/>
              <a:gd name="connsiteY74-7710" fmla="*/ 8462 h 10000"/>
              <a:gd name="connsiteX75-7711" fmla="*/ 3993 w 10000"/>
              <a:gd name="connsiteY75-7712" fmla="*/ 8358 h 10000"/>
              <a:gd name="connsiteX76-7713" fmla="*/ 4346 w 10000"/>
              <a:gd name="connsiteY76-7714" fmla="*/ 8358 h 10000"/>
              <a:gd name="connsiteX77-7715" fmla="*/ 4698 w 10000"/>
              <a:gd name="connsiteY77-7716" fmla="*/ 8358 h 10000"/>
              <a:gd name="connsiteX78-7717" fmla="*/ 5050 w 10000"/>
              <a:gd name="connsiteY78-7718" fmla="*/ 8254 h 10000"/>
              <a:gd name="connsiteX79-7719" fmla="*/ 5486 w 10000"/>
              <a:gd name="connsiteY79-7720" fmla="*/ 8150 h 10000"/>
              <a:gd name="connsiteX80-7721" fmla="*/ 5940 w 10000"/>
              <a:gd name="connsiteY80-7722" fmla="*/ 8150 h 10000"/>
              <a:gd name="connsiteX81-7723" fmla="*/ 10000 w 10000"/>
              <a:gd name="connsiteY81-7724" fmla="*/ 8462 h 10000"/>
              <a:gd name="connsiteX82-7725" fmla="*/ 9748 w 10000"/>
              <a:gd name="connsiteY82-7726" fmla="*/ 8586 h 10000"/>
              <a:gd name="connsiteX83-7727" fmla="*/ 9563 w 10000"/>
              <a:gd name="connsiteY83-7728" fmla="*/ 8586 h 10000"/>
              <a:gd name="connsiteX84-7729" fmla="*/ 9295 w 10000"/>
              <a:gd name="connsiteY84-7730" fmla="*/ 8586 h 10000"/>
              <a:gd name="connsiteX85-7731" fmla="*/ 9026 w 10000"/>
              <a:gd name="connsiteY85-7732" fmla="*/ 8586 h 10000"/>
              <a:gd name="connsiteX86-7733" fmla="*/ 5755 w 10000"/>
              <a:gd name="connsiteY86-7734" fmla="*/ 8794 h 10000"/>
              <a:gd name="connsiteX87-7735" fmla="*/ 4966 w 10000"/>
              <a:gd name="connsiteY87-7736" fmla="*/ 8919 h 10000"/>
              <a:gd name="connsiteX88-7737" fmla="*/ 4262 w 10000"/>
              <a:gd name="connsiteY88-7738" fmla="*/ 9023 h 10000"/>
              <a:gd name="connsiteX89-7739" fmla="*/ 3540 w 10000"/>
              <a:gd name="connsiteY89-7740" fmla="*/ 9127 h 10000"/>
              <a:gd name="connsiteX90-7741" fmla="*/ 3188 w 10000"/>
              <a:gd name="connsiteY90-7742" fmla="*/ 9127 h 10000"/>
              <a:gd name="connsiteX91-7743" fmla="*/ 2936 w 10000"/>
              <a:gd name="connsiteY91-7744" fmla="*/ 9231 h 10000"/>
              <a:gd name="connsiteX92-7745" fmla="*/ 2567 w 10000"/>
              <a:gd name="connsiteY92-7746" fmla="*/ 9356 h 10000"/>
              <a:gd name="connsiteX93-7747" fmla="*/ 2315 w 10000"/>
              <a:gd name="connsiteY93-7748" fmla="*/ 9356 h 10000"/>
              <a:gd name="connsiteX94-7749" fmla="*/ 2131 w 10000"/>
              <a:gd name="connsiteY94-7750" fmla="*/ 9459 h 10000"/>
              <a:gd name="connsiteX95-7751" fmla="*/ 1863 w 10000"/>
              <a:gd name="connsiteY95-7752" fmla="*/ 9459 h 10000"/>
              <a:gd name="connsiteX96-7753" fmla="*/ 1695 w 10000"/>
              <a:gd name="connsiteY96-7754" fmla="*/ 9563 h 10000"/>
              <a:gd name="connsiteX97-7755" fmla="*/ 1426 w 10000"/>
              <a:gd name="connsiteY97-7756" fmla="*/ 9688 h 10000"/>
              <a:gd name="connsiteX98-7757" fmla="*/ 1241 w 10000"/>
              <a:gd name="connsiteY98-7758" fmla="*/ 9688 h 10000"/>
              <a:gd name="connsiteX99-7759" fmla="*/ 1158 w 10000"/>
              <a:gd name="connsiteY99-7760" fmla="*/ 9792 h 10000"/>
              <a:gd name="connsiteX100-7761" fmla="*/ 974 w 10000"/>
              <a:gd name="connsiteY100-7762" fmla="*/ 9792 h 10000"/>
              <a:gd name="connsiteX101-7763" fmla="*/ 889 w 10000"/>
              <a:gd name="connsiteY101-7764" fmla="*/ 9896 h 10000"/>
              <a:gd name="connsiteX102-7765" fmla="*/ 806 w 10000"/>
              <a:gd name="connsiteY102-7766" fmla="*/ 9896 h 10000"/>
              <a:gd name="connsiteX103-7767" fmla="*/ 721 w 10000"/>
              <a:gd name="connsiteY103-7768" fmla="*/ 9896 h 10000"/>
              <a:gd name="connsiteX104-7769" fmla="*/ 537 w 10000"/>
              <a:gd name="connsiteY104-7770" fmla="*/ 10000 h 10000"/>
              <a:gd name="connsiteX105-7771" fmla="*/ 453 w 10000"/>
              <a:gd name="connsiteY105-7772" fmla="*/ 9896 h 10000"/>
              <a:gd name="connsiteX106-7773" fmla="*/ 369 w 10000"/>
              <a:gd name="connsiteY106-7774" fmla="*/ 9896 h 10000"/>
              <a:gd name="connsiteX107-7775" fmla="*/ 269 w 10000"/>
              <a:gd name="connsiteY107-7776" fmla="*/ 9792 h 10000"/>
              <a:gd name="connsiteX108-7777" fmla="*/ 184 w 10000"/>
              <a:gd name="connsiteY108-7778" fmla="*/ 9563 h 10000"/>
              <a:gd name="connsiteX109-7779" fmla="*/ 101 w 10000"/>
              <a:gd name="connsiteY109-7780" fmla="*/ 9356 h 10000"/>
              <a:gd name="connsiteX110-7781" fmla="*/ 0 w 10000"/>
              <a:gd name="connsiteY110-7782" fmla="*/ 9231 h 10000"/>
              <a:gd name="connsiteX111-7783" fmla="*/ 0 w 10000"/>
              <a:gd name="connsiteY111-7784" fmla="*/ 9127 h 10000"/>
              <a:gd name="connsiteX112-7785" fmla="*/ 0 w 10000"/>
              <a:gd name="connsiteY112-7786" fmla="*/ 9023 h 10000"/>
              <a:gd name="connsiteX113-7787" fmla="*/ 0 w 10000"/>
              <a:gd name="connsiteY113-7788" fmla="*/ 9023 h 10000"/>
              <a:gd name="connsiteX114-7789" fmla="*/ 101 w 10000"/>
              <a:gd name="connsiteY114-7790" fmla="*/ 8919 h 10000"/>
              <a:gd name="connsiteX115-7791" fmla="*/ 184 w 10000"/>
              <a:gd name="connsiteY115-7792" fmla="*/ 8794 h 10000"/>
              <a:gd name="connsiteX116-7793" fmla="*/ 369 w 10000"/>
              <a:gd name="connsiteY116-7794" fmla="*/ 8690 h 10000"/>
              <a:gd name="connsiteX117-7795" fmla="*/ 537 w 10000"/>
              <a:gd name="connsiteY117-7796" fmla="*/ 8586 h 10000"/>
              <a:gd name="connsiteX118-7797" fmla="*/ 621 w 10000"/>
              <a:gd name="connsiteY118-7798" fmla="*/ 8462 h 10000"/>
              <a:gd name="connsiteX119-7799" fmla="*/ 721 w 10000"/>
              <a:gd name="connsiteY119-7800" fmla="*/ 8358 h 10000"/>
              <a:gd name="connsiteX120-7801" fmla="*/ 889 w 10000"/>
              <a:gd name="connsiteY120-7802" fmla="*/ 8254 h 10000"/>
              <a:gd name="connsiteX121-7803" fmla="*/ 1073 w 10000"/>
              <a:gd name="connsiteY121-7804" fmla="*/ 8025 h 10000"/>
              <a:gd name="connsiteX122-7805" fmla="*/ 1158 w 10000"/>
              <a:gd name="connsiteY122-7806" fmla="*/ 7921 h 10000"/>
              <a:gd name="connsiteX123-7807" fmla="*/ 1342 w 10000"/>
              <a:gd name="connsiteY123-7808" fmla="*/ 7692 h 10000"/>
              <a:gd name="connsiteX124-7809" fmla="*/ 1510 w 10000"/>
              <a:gd name="connsiteY124-7810" fmla="*/ 7484 h 10000"/>
              <a:gd name="connsiteX125-7811" fmla="*/ 1510 w 10000"/>
              <a:gd name="connsiteY125-7812" fmla="*/ 7484 h 10000"/>
              <a:gd name="connsiteX0-7813" fmla="*/ 1510 w 10000"/>
              <a:gd name="connsiteY0-7814" fmla="*/ 7484 h 10000"/>
              <a:gd name="connsiteX1-7815" fmla="*/ 1695 w 10000"/>
              <a:gd name="connsiteY1-7816" fmla="*/ 7152 h 10000"/>
              <a:gd name="connsiteX2-7817" fmla="*/ 1946 w 10000"/>
              <a:gd name="connsiteY2-7818" fmla="*/ 6819 h 10000"/>
              <a:gd name="connsiteX3-7819" fmla="*/ 2131 w 10000"/>
              <a:gd name="connsiteY3-7820" fmla="*/ 6486 h 10000"/>
              <a:gd name="connsiteX4-7821" fmla="*/ 2399 w 10000"/>
              <a:gd name="connsiteY4-7822" fmla="*/ 6050 h 10000"/>
              <a:gd name="connsiteX5-7823" fmla="*/ 2667 w 10000"/>
              <a:gd name="connsiteY5-7824" fmla="*/ 5509 h 10000"/>
              <a:gd name="connsiteX6-7825" fmla="*/ 2936 w 10000"/>
              <a:gd name="connsiteY6-7826" fmla="*/ 4948 h 10000"/>
              <a:gd name="connsiteX7-7827" fmla="*/ 3188 w 10000"/>
              <a:gd name="connsiteY7-7828" fmla="*/ 4304 h 10000"/>
              <a:gd name="connsiteX8-7829" fmla="*/ 3540 w 10000"/>
              <a:gd name="connsiteY8-7830" fmla="*/ 3638 h 10000"/>
              <a:gd name="connsiteX9-7831" fmla="*/ 3809 w 10000"/>
              <a:gd name="connsiteY9-7832" fmla="*/ 2973 h 10000"/>
              <a:gd name="connsiteX10-7833" fmla="*/ 4077 w 10000"/>
              <a:gd name="connsiteY10-7834" fmla="*/ 2432 h 10000"/>
              <a:gd name="connsiteX11-7835" fmla="*/ 4262 w 10000"/>
              <a:gd name="connsiteY11-7836" fmla="*/ 1871 h 10000"/>
              <a:gd name="connsiteX12-7837" fmla="*/ 4429 w 10000"/>
              <a:gd name="connsiteY12-7838" fmla="*/ 1435 h 10000"/>
              <a:gd name="connsiteX13-7839" fmla="*/ 4514 w 10000"/>
              <a:gd name="connsiteY13-7840" fmla="*/ 1102 h 10000"/>
              <a:gd name="connsiteX14-7841" fmla="*/ 4614 w 10000"/>
              <a:gd name="connsiteY14-7842" fmla="*/ 769 h 10000"/>
              <a:gd name="connsiteX15-7843" fmla="*/ 4614 w 10000"/>
              <a:gd name="connsiteY15-7844" fmla="*/ 665 h 10000"/>
              <a:gd name="connsiteX16-7845" fmla="*/ 4614 w 10000"/>
              <a:gd name="connsiteY16-7846" fmla="*/ 437 h 10000"/>
              <a:gd name="connsiteX17-7847" fmla="*/ 4514 w 10000"/>
              <a:gd name="connsiteY17-7848" fmla="*/ 437 h 10000"/>
              <a:gd name="connsiteX18-7849" fmla="*/ 4514 w 10000"/>
              <a:gd name="connsiteY18-7850" fmla="*/ 333 h 10000"/>
              <a:gd name="connsiteX19-7851" fmla="*/ 4429 w 10000"/>
              <a:gd name="connsiteY19-7852" fmla="*/ 229 h 10000"/>
              <a:gd name="connsiteX20-7853" fmla="*/ 4429 w 10000"/>
              <a:gd name="connsiteY20-7854" fmla="*/ 229 h 10000"/>
              <a:gd name="connsiteX21-7855" fmla="*/ 4429 w 10000"/>
              <a:gd name="connsiteY21-7856" fmla="*/ 125 h 10000"/>
              <a:gd name="connsiteX22-7857" fmla="*/ 4429 w 10000"/>
              <a:gd name="connsiteY22-7858" fmla="*/ 0 h 10000"/>
              <a:gd name="connsiteX23-7859" fmla="*/ 4514 w 10000"/>
              <a:gd name="connsiteY23-7860" fmla="*/ 0 h 10000"/>
              <a:gd name="connsiteX24-7861" fmla="*/ 4698 w 10000"/>
              <a:gd name="connsiteY24-7862" fmla="*/ 0 h 10000"/>
              <a:gd name="connsiteX25-7863" fmla="*/ 4882 w 10000"/>
              <a:gd name="connsiteY25-7864" fmla="*/ 0 h 10000"/>
              <a:gd name="connsiteX26-7865" fmla="*/ 5134 w 10000"/>
              <a:gd name="connsiteY26-7866" fmla="*/ 0 h 10000"/>
              <a:gd name="connsiteX27-7867" fmla="*/ 5318 w 10000"/>
              <a:gd name="connsiteY27-7868" fmla="*/ 125 h 10000"/>
              <a:gd name="connsiteX28-7869" fmla="*/ 5587 w 10000"/>
              <a:gd name="connsiteY28-7870" fmla="*/ 229 h 10000"/>
              <a:gd name="connsiteX29-7871" fmla="*/ 5755 w 10000"/>
              <a:gd name="connsiteY29-7872" fmla="*/ 333 h 10000"/>
              <a:gd name="connsiteX30-7873" fmla="*/ 5940 w 10000"/>
              <a:gd name="connsiteY30-7874" fmla="*/ 437 h 10000"/>
              <a:gd name="connsiteX31-7875" fmla="*/ 6108 w 10000"/>
              <a:gd name="connsiteY31-7876" fmla="*/ 665 h 10000"/>
              <a:gd name="connsiteX32-7877" fmla="*/ 6208 w 10000"/>
              <a:gd name="connsiteY32-7878" fmla="*/ 769 h 10000"/>
              <a:gd name="connsiteX33-7879" fmla="*/ 6208 w 10000"/>
              <a:gd name="connsiteY33-7880" fmla="*/ 894 h 10000"/>
              <a:gd name="connsiteX34-7881" fmla="*/ 6208 w 10000"/>
              <a:gd name="connsiteY34-7882" fmla="*/ 998 h 10000"/>
              <a:gd name="connsiteX35-7883" fmla="*/ 6208 w 10000"/>
              <a:gd name="connsiteY35-7884" fmla="*/ 1206 h 10000"/>
              <a:gd name="connsiteX36-7885" fmla="*/ 6108 w 10000"/>
              <a:gd name="connsiteY36-7886" fmla="*/ 1331 h 10000"/>
              <a:gd name="connsiteX37-7887" fmla="*/ 6023 w 10000"/>
              <a:gd name="connsiteY37-7888" fmla="*/ 1538 h 10000"/>
              <a:gd name="connsiteX38-7889" fmla="*/ 5856 w 10000"/>
              <a:gd name="connsiteY38-7890" fmla="*/ 1767 h 10000"/>
              <a:gd name="connsiteX39-7891" fmla="*/ 5671 w 10000"/>
              <a:gd name="connsiteY39-7892" fmla="*/ 1975 h 10000"/>
              <a:gd name="connsiteX40-7893" fmla="*/ 5587 w 10000"/>
              <a:gd name="connsiteY40-7894" fmla="*/ 2204 h 10000"/>
              <a:gd name="connsiteX41-7895" fmla="*/ 5403 w 10000"/>
              <a:gd name="connsiteY41-7896" fmla="*/ 2432 h 10000"/>
              <a:gd name="connsiteX42-7897" fmla="*/ 5235 w 10000"/>
              <a:gd name="connsiteY42-7898" fmla="*/ 2744 h 10000"/>
              <a:gd name="connsiteX43-7899" fmla="*/ 5050 w 10000"/>
              <a:gd name="connsiteY43-7900" fmla="*/ 3077 h 10000"/>
              <a:gd name="connsiteX44-7901" fmla="*/ 4782 w 10000"/>
              <a:gd name="connsiteY44-7902" fmla="*/ 3514 h 10000"/>
              <a:gd name="connsiteX45-7903" fmla="*/ 4614 w 10000"/>
              <a:gd name="connsiteY45-7904" fmla="*/ 3971 h 10000"/>
              <a:gd name="connsiteX46-7905" fmla="*/ 4346 w 10000"/>
              <a:gd name="connsiteY46-7906" fmla="*/ 4407 h 10000"/>
              <a:gd name="connsiteX47-7907" fmla="*/ 3993 w 10000"/>
              <a:gd name="connsiteY47-7908" fmla="*/ 4948 h 10000"/>
              <a:gd name="connsiteX48-7909" fmla="*/ 3724 w 10000"/>
              <a:gd name="connsiteY48-7910" fmla="*/ 5385 h 10000"/>
              <a:gd name="connsiteX49-7911" fmla="*/ 3540 w 10000"/>
              <a:gd name="connsiteY49-7912" fmla="*/ 5842 h 10000"/>
              <a:gd name="connsiteX50-7913" fmla="*/ 3289 w 10000"/>
              <a:gd name="connsiteY50-7914" fmla="*/ 6279 h 10000"/>
              <a:gd name="connsiteX51-7915" fmla="*/ 3020 w 10000"/>
              <a:gd name="connsiteY51-7916" fmla="*/ 6611 h 10000"/>
              <a:gd name="connsiteX52-7917" fmla="*/ 2835 w 10000"/>
              <a:gd name="connsiteY52-7918" fmla="*/ 6923 h 10000"/>
              <a:gd name="connsiteX53-7919" fmla="*/ 2667 w 10000"/>
              <a:gd name="connsiteY53-7920" fmla="*/ 7256 h 10000"/>
              <a:gd name="connsiteX54-7921" fmla="*/ 2483 w 10000"/>
              <a:gd name="connsiteY54-7922" fmla="*/ 7484 h 10000"/>
              <a:gd name="connsiteX55-7923" fmla="*/ 2315 w 10000"/>
              <a:gd name="connsiteY55-7924" fmla="*/ 7692 h 10000"/>
              <a:gd name="connsiteX56-7925" fmla="*/ 2131 w 10000"/>
              <a:gd name="connsiteY56-7926" fmla="*/ 7921 h 10000"/>
              <a:gd name="connsiteX57-7927" fmla="*/ 2047 w 10000"/>
              <a:gd name="connsiteY57-7928" fmla="*/ 8150 h 10000"/>
              <a:gd name="connsiteX58-7929" fmla="*/ 1946 w 10000"/>
              <a:gd name="connsiteY58-7930" fmla="*/ 8254 h 10000"/>
              <a:gd name="connsiteX59-7931" fmla="*/ 1863 w 10000"/>
              <a:gd name="connsiteY59-7932" fmla="*/ 8358 h 10000"/>
              <a:gd name="connsiteX60-7933" fmla="*/ 1778 w 10000"/>
              <a:gd name="connsiteY60-7934" fmla="*/ 8462 h 10000"/>
              <a:gd name="connsiteX61-7935" fmla="*/ 1778 w 10000"/>
              <a:gd name="connsiteY61-7936" fmla="*/ 8586 h 10000"/>
              <a:gd name="connsiteX62-7937" fmla="*/ 1778 w 10000"/>
              <a:gd name="connsiteY62-7938" fmla="*/ 8586 h 10000"/>
              <a:gd name="connsiteX63-7939" fmla="*/ 1863 w 10000"/>
              <a:gd name="connsiteY63-7940" fmla="*/ 8586 h 10000"/>
              <a:gd name="connsiteX64-7941" fmla="*/ 1946 w 10000"/>
              <a:gd name="connsiteY64-7942" fmla="*/ 8690 h 10000"/>
              <a:gd name="connsiteX65-7943" fmla="*/ 2047 w 10000"/>
              <a:gd name="connsiteY65-7944" fmla="*/ 8690 h 10000"/>
              <a:gd name="connsiteX66-7945" fmla="*/ 2215 w 10000"/>
              <a:gd name="connsiteY66-7946" fmla="*/ 8690 h 10000"/>
              <a:gd name="connsiteX67-7947" fmla="*/ 2315 w 10000"/>
              <a:gd name="connsiteY67-7948" fmla="*/ 8586 h 10000"/>
              <a:gd name="connsiteX68-7949" fmla="*/ 2399 w 10000"/>
              <a:gd name="connsiteY68-7950" fmla="*/ 8586 h 10000"/>
              <a:gd name="connsiteX69-7951" fmla="*/ 2567 w 10000"/>
              <a:gd name="connsiteY69-7952" fmla="*/ 8586 h 10000"/>
              <a:gd name="connsiteX70-7953" fmla="*/ 2752 w 10000"/>
              <a:gd name="connsiteY70-7954" fmla="*/ 8586 h 10000"/>
              <a:gd name="connsiteX71-7955" fmla="*/ 2936 w 10000"/>
              <a:gd name="connsiteY71-7956" fmla="*/ 8462 h 10000"/>
              <a:gd name="connsiteX72-7957" fmla="*/ 3104 w 10000"/>
              <a:gd name="connsiteY72-7958" fmla="*/ 8462 h 10000"/>
              <a:gd name="connsiteX73-7959" fmla="*/ 3372 w 10000"/>
              <a:gd name="connsiteY73-7960" fmla="*/ 8462 h 10000"/>
              <a:gd name="connsiteX74-7961" fmla="*/ 3641 w 10000"/>
              <a:gd name="connsiteY74-7962" fmla="*/ 8462 h 10000"/>
              <a:gd name="connsiteX75-7963" fmla="*/ 3993 w 10000"/>
              <a:gd name="connsiteY75-7964" fmla="*/ 8358 h 10000"/>
              <a:gd name="connsiteX76-7965" fmla="*/ 4346 w 10000"/>
              <a:gd name="connsiteY76-7966" fmla="*/ 8358 h 10000"/>
              <a:gd name="connsiteX77-7967" fmla="*/ 4698 w 10000"/>
              <a:gd name="connsiteY77-7968" fmla="*/ 8358 h 10000"/>
              <a:gd name="connsiteX78-7969" fmla="*/ 5050 w 10000"/>
              <a:gd name="connsiteY78-7970" fmla="*/ 8254 h 10000"/>
              <a:gd name="connsiteX79-7971" fmla="*/ 5486 w 10000"/>
              <a:gd name="connsiteY79-7972" fmla="*/ 8150 h 10000"/>
              <a:gd name="connsiteX80-7973" fmla="*/ 5940 w 10000"/>
              <a:gd name="connsiteY80-7974" fmla="*/ 8150 h 10000"/>
              <a:gd name="connsiteX81-7975" fmla="*/ 10000 w 10000"/>
              <a:gd name="connsiteY81-7976" fmla="*/ 8462 h 10000"/>
              <a:gd name="connsiteX82-7977" fmla="*/ 9748 w 10000"/>
              <a:gd name="connsiteY82-7978" fmla="*/ 8586 h 10000"/>
              <a:gd name="connsiteX83-7979" fmla="*/ 9563 w 10000"/>
              <a:gd name="connsiteY83-7980" fmla="*/ 8586 h 10000"/>
              <a:gd name="connsiteX84-7981" fmla="*/ 9295 w 10000"/>
              <a:gd name="connsiteY84-7982" fmla="*/ 8586 h 10000"/>
              <a:gd name="connsiteX85-7983" fmla="*/ 5755 w 10000"/>
              <a:gd name="connsiteY85-7984" fmla="*/ 8794 h 10000"/>
              <a:gd name="connsiteX86-7985" fmla="*/ 4966 w 10000"/>
              <a:gd name="connsiteY86-7986" fmla="*/ 8919 h 10000"/>
              <a:gd name="connsiteX87-7987" fmla="*/ 4262 w 10000"/>
              <a:gd name="connsiteY87-7988" fmla="*/ 9023 h 10000"/>
              <a:gd name="connsiteX88-7989" fmla="*/ 3540 w 10000"/>
              <a:gd name="connsiteY88-7990" fmla="*/ 9127 h 10000"/>
              <a:gd name="connsiteX89-7991" fmla="*/ 3188 w 10000"/>
              <a:gd name="connsiteY89-7992" fmla="*/ 9127 h 10000"/>
              <a:gd name="connsiteX90-7993" fmla="*/ 2936 w 10000"/>
              <a:gd name="connsiteY90-7994" fmla="*/ 9231 h 10000"/>
              <a:gd name="connsiteX91-7995" fmla="*/ 2567 w 10000"/>
              <a:gd name="connsiteY91-7996" fmla="*/ 9356 h 10000"/>
              <a:gd name="connsiteX92-7997" fmla="*/ 2315 w 10000"/>
              <a:gd name="connsiteY92-7998" fmla="*/ 9356 h 10000"/>
              <a:gd name="connsiteX93-7999" fmla="*/ 2131 w 10000"/>
              <a:gd name="connsiteY93-8000" fmla="*/ 9459 h 10000"/>
              <a:gd name="connsiteX94-8001" fmla="*/ 1863 w 10000"/>
              <a:gd name="connsiteY94-8002" fmla="*/ 9459 h 10000"/>
              <a:gd name="connsiteX95-8003" fmla="*/ 1695 w 10000"/>
              <a:gd name="connsiteY95-8004" fmla="*/ 9563 h 10000"/>
              <a:gd name="connsiteX96-8005" fmla="*/ 1426 w 10000"/>
              <a:gd name="connsiteY96-8006" fmla="*/ 9688 h 10000"/>
              <a:gd name="connsiteX97-8007" fmla="*/ 1241 w 10000"/>
              <a:gd name="connsiteY97-8008" fmla="*/ 9688 h 10000"/>
              <a:gd name="connsiteX98-8009" fmla="*/ 1158 w 10000"/>
              <a:gd name="connsiteY98-8010" fmla="*/ 9792 h 10000"/>
              <a:gd name="connsiteX99-8011" fmla="*/ 974 w 10000"/>
              <a:gd name="connsiteY99-8012" fmla="*/ 9792 h 10000"/>
              <a:gd name="connsiteX100-8013" fmla="*/ 889 w 10000"/>
              <a:gd name="connsiteY100-8014" fmla="*/ 9896 h 10000"/>
              <a:gd name="connsiteX101-8015" fmla="*/ 806 w 10000"/>
              <a:gd name="connsiteY101-8016" fmla="*/ 9896 h 10000"/>
              <a:gd name="connsiteX102-8017" fmla="*/ 721 w 10000"/>
              <a:gd name="connsiteY102-8018" fmla="*/ 9896 h 10000"/>
              <a:gd name="connsiteX103-8019" fmla="*/ 537 w 10000"/>
              <a:gd name="connsiteY103-8020" fmla="*/ 10000 h 10000"/>
              <a:gd name="connsiteX104-8021" fmla="*/ 453 w 10000"/>
              <a:gd name="connsiteY104-8022" fmla="*/ 9896 h 10000"/>
              <a:gd name="connsiteX105-8023" fmla="*/ 369 w 10000"/>
              <a:gd name="connsiteY105-8024" fmla="*/ 9896 h 10000"/>
              <a:gd name="connsiteX106-8025" fmla="*/ 269 w 10000"/>
              <a:gd name="connsiteY106-8026" fmla="*/ 9792 h 10000"/>
              <a:gd name="connsiteX107-8027" fmla="*/ 184 w 10000"/>
              <a:gd name="connsiteY107-8028" fmla="*/ 9563 h 10000"/>
              <a:gd name="connsiteX108-8029" fmla="*/ 101 w 10000"/>
              <a:gd name="connsiteY108-8030" fmla="*/ 9356 h 10000"/>
              <a:gd name="connsiteX109-8031" fmla="*/ 0 w 10000"/>
              <a:gd name="connsiteY109-8032" fmla="*/ 9231 h 10000"/>
              <a:gd name="connsiteX110-8033" fmla="*/ 0 w 10000"/>
              <a:gd name="connsiteY110-8034" fmla="*/ 9127 h 10000"/>
              <a:gd name="connsiteX111-8035" fmla="*/ 0 w 10000"/>
              <a:gd name="connsiteY111-8036" fmla="*/ 9023 h 10000"/>
              <a:gd name="connsiteX112-8037" fmla="*/ 0 w 10000"/>
              <a:gd name="connsiteY112-8038" fmla="*/ 9023 h 10000"/>
              <a:gd name="connsiteX113-8039" fmla="*/ 101 w 10000"/>
              <a:gd name="connsiteY113-8040" fmla="*/ 8919 h 10000"/>
              <a:gd name="connsiteX114-8041" fmla="*/ 184 w 10000"/>
              <a:gd name="connsiteY114-8042" fmla="*/ 8794 h 10000"/>
              <a:gd name="connsiteX115-8043" fmla="*/ 369 w 10000"/>
              <a:gd name="connsiteY115-8044" fmla="*/ 8690 h 10000"/>
              <a:gd name="connsiteX116-8045" fmla="*/ 537 w 10000"/>
              <a:gd name="connsiteY116-8046" fmla="*/ 8586 h 10000"/>
              <a:gd name="connsiteX117-8047" fmla="*/ 621 w 10000"/>
              <a:gd name="connsiteY117-8048" fmla="*/ 8462 h 10000"/>
              <a:gd name="connsiteX118-8049" fmla="*/ 721 w 10000"/>
              <a:gd name="connsiteY118-8050" fmla="*/ 8358 h 10000"/>
              <a:gd name="connsiteX119-8051" fmla="*/ 889 w 10000"/>
              <a:gd name="connsiteY119-8052" fmla="*/ 8254 h 10000"/>
              <a:gd name="connsiteX120-8053" fmla="*/ 1073 w 10000"/>
              <a:gd name="connsiteY120-8054" fmla="*/ 8025 h 10000"/>
              <a:gd name="connsiteX121-8055" fmla="*/ 1158 w 10000"/>
              <a:gd name="connsiteY121-8056" fmla="*/ 7921 h 10000"/>
              <a:gd name="connsiteX122-8057" fmla="*/ 1342 w 10000"/>
              <a:gd name="connsiteY122-8058" fmla="*/ 7692 h 10000"/>
              <a:gd name="connsiteX123-8059" fmla="*/ 1510 w 10000"/>
              <a:gd name="connsiteY123-8060" fmla="*/ 7484 h 10000"/>
              <a:gd name="connsiteX124-8061" fmla="*/ 1510 w 10000"/>
              <a:gd name="connsiteY124-8062" fmla="*/ 7484 h 10000"/>
              <a:gd name="connsiteX0-8063" fmla="*/ 1510 w 10000"/>
              <a:gd name="connsiteY0-8064" fmla="*/ 7484 h 10000"/>
              <a:gd name="connsiteX1-8065" fmla="*/ 1695 w 10000"/>
              <a:gd name="connsiteY1-8066" fmla="*/ 7152 h 10000"/>
              <a:gd name="connsiteX2-8067" fmla="*/ 1946 w 10000"/>
              <a:gd name="connsiteY2-8068" fmla="*/ 6819 h 10000"/>
              <a:gd name="connsiteX3-8069" fmla="*/ 2131 w 10000"/>
              <a:gd name="connsiteY3-8070" fmla="*/ 6486 h 10000"/>
              <a:gd name="connsiteX4-8071" fmla="*/ 2399 w 10000"/>
              <a:gd name="connsiteY4-8072" fmla="*/ 6050 h 10000"/>
              <a:gd name="connsiteX5-8073" fmla="*/ 2667 w 10000"/>
              <a:gd name="connsiteY5-8074" fmla="*/ 5509 h 10000"/>
              <a:gd name="connsiteX6-8075" fmla="*/ 2936 w 10000"/>
              <a:gd name="connsiteY6-8076" fmla="*/ 4948 h 10000"/>
              <a:gd name="connsiteX7-8077" fmla="*/ 3188 w 10000"/>
              <a:gd name="connsiteY7-8078" fmla="*/ 4304 h 10000"/>
              <a:gd name="connsiteX8-8079" fmla="*/ 3540 w 10000"/>
              <a:gd name="connsiteY8-8080" fmla="*/ 3638 h 10000"/>
              <a:gd name="connsiteX9-8081" fmla="*/ 3809 w 10000"/>
              <a:gd name="connsiteY9-8082" fmla="*/ 2973 h 10000"/>
              <a:gd name="connsiteX10-8083" fmla="*/ 4077 w 10000"/>
              <a:gd name="connsiteY10-8084" fmla="*/ 2432 h 10000"/>
              <a:gd name="connsiteX11-8085" fmla="*/ 4262 w 10000"/>
              <a:gd name="connsiteY11-8086" fmla="*/ 1871 h 10000"/>
              <a:gd name="connsiteX12-8087" fmla="*/ 4429 w 10000"/>
              <a:gd name="connsiteY12-8088" fmla="*/ 1435 h 10000"/>
              <a:gd name="connsiteX13-8089" fmla="*/ 4514 w 10000"/>
              <a:gd name="connsiteY13-8090" fmla="*/ 1102 h 10000"/>
              <a:gd name="connsiteX14-8091" fmla="*/ 4614 w 10000"/>
              <a:gd name="connsiteY14-8092" fmla="*/ 769 h 10000"/>
              <a:gd name="connsiteX15-8093" fmla="*/ 4614 w 10000"/>
              <a:gd name="connsiteY15-8094" fmla="*/ 665 h 10000"/>
              <a:gd name="connsiteX16-8095" fmla="*/ 4614 w 10000"/>
              <a:gd name="connsiteY16-8096" fmla="*/ 437 h 10000"/>
              <a:gd name="connsiteX17-8097" fmla="*/ 4514 w 10000"/>
              <a:gd name="connsiteY17-8098" fmla="*/ 437 h 10000"/>
              <a:gd name="connsiteX18-8099" fmla="*/ 4514 w 10000"/>
              <a:gd name="connsiteY18-8100" fmla="*/ 333 h 10000"/>
              <a:gd name="connsiteX19-8101" fmla="*/ 4429 w 10000"/>
              <a:gd name="connsiteY19-8102" fmla="*/ 229 h 10000"/>
              <a:gd name="connsiteX20-8103" fmla="*/ 4429 w 10000"/>
              <a:gd name="connsiteY20-8104" fmla="*/ 229 h 10000"/>
              <a:gd name="connsiteX21-8105" fmla="*/ 4429 w 10000"/>
              <a:gd name="connsiteY21-8106" fmla="*/ 125 h 10000"/>
              <a:gd name="connsiteX22-8107" fmla="*/ 4429 w 10000"/>
              <a:gd name="connsiteY22-8108" fmla="*/ 0 h 10000"/>
              <a:gd name="connsiteX23-8109" fmla="*/ 4514 w 10000"/>
              <a:gd name="connsiteY23-8110" fmla="*/ 0 h 10000"/>
              <a:gd name="connsiteX24-8111" fmla="*/ 4698 w 10000"/>
              <a:gd name="connsiteY24-8112" fmla="*/ 0 h 10000"/>
              <a:gd name="connsiteX25-8113" fmla="*/ 4882 w 10000"/>
              <a:gd name="connsiteY25-8114" fmla="*/ 0 h 10000"/>
              <a:gd name="connsiteX26-8115" fmla="*/ 5134 w 10000"/>
              <a:gd name="connsiteY26-8116" fmla="*/ 0 h 10000"/>
              <a:gd name="connsiteX27-8117" fmla="*/ 5318 w 10000"/>
              <a:gd name="connsiteY27-8118" fmla="*/ 125 h 10000"/>
              <a:gd name="connsiteX28-8119" fmla="*/ 5587 w 10000"/>
              <a:gd name="connsiteY28-8120" fmla="*/ 229 h 10000"/>
              <a:gd name="connsiteX29-8121" fmla="*/ 5755 w 10000"/>
              <a:gd name="connsiteY29-8122" fmla="*/ 333 h 10000"/>
              <a:gd name="connsiteX30-8123" fmla="*/ 5940 w 10000"/>
              <a:gd name="connsiteY30-8124" fmla="*/ 437 h 10000"/>
              <a:gd name="connsiteX31-8125" fmla="*/ 6108 w 10000"/>
              <a:gd name="connsiteY31-8126" fmla="*/ 665 h 10000"/>
              <a:gd name="connsiteX32-8127" fmla="*/ 6208 w 10000"/>
              <a:gd name="connsiteY32-8128" fmla="*/ 769 h 10000"/>
              <a:gd name="connsiteX33-8129" fmla="*/ 6208 w 10000"/>
              <a:gd name="connsiteY33-8130" fmla="*/ 894 h 10000"/>
              <a:gd name="connsiteX34-8131" fmla="*/ 6208 w 10000"/>
              <a:gd name="connsiteY34-8132" fmla="*/ 998 h 10000"/>
              <a:gd name="connsiteX35-8133" fmla="*/ 6208 w 10000"/>
              <a:gd name="connsiteY35-8134" fmla="*/ 1206 h 10000"/>
              <a:gd name="connsiteX36-8135" fmla="*/ 6108 w 10000"/>
              <a:gd name="connsiteY36-8136" fmla="*/ 1331 h 10000"/>
              <a:gd name="connsiteX37-8137" fmla="*/ 6023 w 10000"/>
              <a:gd name="connsiteY37-8138" fmla="*/ 1538 h 10000"/>
              <a:gd name="connsiteX38-8139" fmla="*/ 5856 w 10000"/>
              <a:gd name="connsiteY38-8140" fmla="*/ 1767 h 10000"/>
              <a:gd name="connsiteX39-8141" fmla="*/ 5671 w 10000"/>
              <a:gd name="connsiteY39-8142" fmla="*/ 1975 h 10000"/>
              <a:gd name="connsiteX40-8143" fmla="*/ 5587 w 10000"/>
              <a:gd name="connsiteY40-8144" fmla="*/ 2204 h 10000"/>
              <a:gd name="connsiteX41-8145" fmla="*/ 5403 w 10000"/>
              <a:gd name="connsiteY41-8146" fmla="*/ 2432 h 10000"/>
              <a:gd name="connsiteX42-8147" fmla="*/ 5235 w 10000"/>
              <a:gd name="connsiteY42-8148" fmla="*/ 2744 h 10000"/>
              <a:gd name="connsiteX43-8149" fmla="*/ 5050 w 10000"/>
              <a:gd name="connsiteY43-8150" fmla="*/ 3077 h 10000"/>
              <a:gd name="connsiteX44-8151" fmla="*/ 4782 w 10000"/>
              <a:gd name="connsiteY44-8152" fmla="*/ 3514 h 10000"/>
              <a:gd name="connsiteX45-8153" fmla="*/ 4614 w 10000"/>
              <a:gd name="connsiteY45-8154" fmla="*/ 3971 h 10000"/>
              <a:gd name="connsiteX46-8155" fmla="*/ 4346 w 10000"/>
              <a:gd name="connsiteY46-8156" fmla="*/ 4407 h 10000"/>
              <a:gd name="connsiteX47-8157" fmla="*/ 3993 w 10000"/>
              <a:gd name="connsiteY47-8158" fmla="*/ 4948 h 10000"/>
              <a:gd name="connsiteX48-8159" fmla="*/ 3724 w 10000"/>
              <a:gd name="connsiteY48-8160" fmla="*/ 5385 h 10000"/>
              <a:gd name="connsiteX49-8161" fmla="*/ 3540 w 10000"/>
              <a:gd name="connsiteY49-8162" fmla="*/ 5842 h 10000"/>
              <a:gd name="connsiteX50-8163" fmla="*/ 3289 w 10000"/>
              <a:gd name="connsiteY50-8164" fmla="*/ 6279 h 10000"/>
              <a:gd name="connsiteX51-8165" fmla="*/ 3020 w 10000"/>
              <a:gd name="connsiteY51-8166" fmla="*/ 6611 h 10000"/>
              <a:gd name="connsiteX52-8167" fmla="*/ 2835 w 10000"/>
              <a:gd name="connsiteY52-8168" fmla="*/ 6923 h 10000"/>
              <a:gd name="connsiteX53-8169" fmla="*/ 2667 w 10000"/>
              <a:gd name="connsiteY53-8170" fmla="*/ 7256 h 10000"/>
              <a:gd name="connsiteX54-8171" fmla="*/ 2483 w 10000"/>
              <a:gd name="connsiteY54-8172" fmla="*/ 7484 h 10000"/>
              <a:gd name="connsiteX55-8173" fmla="*/ 2315 w 10000"/>
              <a:gd name="connsiteY55-8174" fmla="*/ 7692 h 10000"/>
              <a:gd name="connsiteX56-8175" fmla="*/ 2131 w 10000"/>
              <a:gd name="connsiteY56-8176" fmla="*/ 7921 h 10000"/>
              <a:gd name="connsiteX57-8177" fmla="*/ 2047 w 10000"/>
              <a:gd name="connsiteY57-8178" fmla="*/ 8150 h 10000"/>
              <a:gd name="connsiteX58-8179" fmla="*/ 1946 w 10000"/>
              <a:gd name="connsiteY58-8180" fmla="*/ 8254 h 10000"/>
              <a:gd name="connsiteX59-8181" fmla="*/ 1863 w 10000"/>
              <a:gd name="connsiteY59-8182" fmla="*/ 8358 h 10000"/>
              <a:gd name="connsiteX60-8183" fmla="*/ 1778 w 10000"/>
              <a:gd name="connsiteY60-8184" fmla="*/ 8462 h 10000"/>
              <a:gd name="connsiteX61-8185" fmla="*/ 1778 w 10000"/>
              <a:gd name="connsiteY61-8186" fmla="*/ 8586 h 10000"/>
              <a:gd name="connsiteX62-8187" fmla="*/ 1778 w 10000"/>
              <a:gd name="connsiteY62-8188" fmla="*/ 8586 h 10000"/>
              <a:gd name="connsiteX63-8189" fmla="*/ 1863 w 10000"/>
              <a:gd name="connsiteY63-8190" fmla="*/ 8586 h 10000"/>
              <a:gd name="connsiteX64-8191" fmla="*/ 1946 w 10000"/>
              <a:gd name="connsiteY64-8192" fmla="*/ 8690 h 10000"/>
              <a:gd name="connsiteX65-8193" fmla="*/ 2047 w 10000"/>
              <a:gd name="connsiteY65-8194" fmla="*/ 8690 h 10000"/>
              <a:gd name="connsiteX66-8195" fmla="*/ 2215 w 10000"/>
              <a:gd name="connsiteY66-8196" fmla="*/ 8690 h 10000"/>
              <a:gd name="connsiteX67-8197" fmla="*/ 2315 w 10000"/>
              <a:gd name="connsiteY67-8198" fmla="*/ 8586 h 10000"/>
              <a:gd name="connsiteX68-8199" fmla="*/ 2399 w 10000"/>
              <a:gd name="connsiteY68-8200" fmla="*/ 8586 h 10000"/>
              <a:gd name="connsiteX69-8201" fmla="*/ 2567 w 10000"/>
              <a:gd name="connsiteY69-8202" fmla="*/ 8586 h 10000"/>
              <a:gd name="connsiteX70-8203" fmla="*/ 2752 w 10000"/>
              <a:gd name="connsiteY70-8204" fmla="*/ 8586 h 10000"/>
              <a:gd name="connsiteX71-8205" fmla="*/ 2936 w 10000"/>
              <a:gd name="connsiteY71-8206" fmla="*/ 8462 h 10000"/>
              <a:gd name="connsiteX72-8207" fmla="*/ 3104 w 10000"/>
              <a:gd name="connsiteY72-8208" fmla="*/ 8462 h 10000"/>
              <a:gd name="connsiteX73-8209" fmla="*/ 3372 w 10000"/>
              <a:gd name="connsiteY73-8210" fmla="*/ 8462 h 10000"/>
              <a:gd name="connsiteX74-8211" fmla="*/ 3641 w 10000"/>
              <a:gd name="connsiteY74-8212" fmla="*/ 8462 h 10000"/>
              <a:gd name="connsiteX75-8213" fmla="*/ 3993 w 10000"/>
              <a:gd name="connsiteY75-8214" fmla="*/ 8358 h 10000"/>
              <a:gd name="connsiteX76-8215" fmla="*/ 4346 w 10000"/>
              <a:gd name="connsiteY76-8216" fmla="*/ 8358 h 10000"/>
              <a:gd name="connsiteX77-8217" fmla="*/ 4698 w 10000"/>
              <a:gd name="connsiteY77-8218" fmla="*/ 8358 h 10000"/>
              <a:gd name="connsiteX78-8219" fmla="*/ 5050 w 10000"/>
              <a:gd name="connsiteY78-8220" fmla="*/ 8254 h 10000"/>
              <a:gd name="connsiteX79-8221" fmla="*/ 5486 w 10000"/>
              <a:gd name="connsiteY79-8222" fmla="*/ 8150 h 10000"/>
              <a:gd name="connsiteX80-8223" fmla="*/ 5940 w 10000"/>
              <a:gd name="connsiteY80-8224" fmla="*/ 8150 h 10000"/>
              <a:gd name="connsiteX81-8225" fmla="*/ 10000 w 10000"/>
              <a:gd name="connsiteY81-8226" fmla="*/ 8462 h 10000"/>
              <a:gd name="connsiteX82-8227" fmla="*/ 9748 w 10000"/>
              <a:gd name="connsiteY82-8228" fmla="*/ 8586 h 10000"/>
              <a:gd name="connsiteX83-8229" fmla="*/ 9563 w 10000"/>
              <a:gd name="connsiteY83-8230" fmla="*/ 8586 h 10000"/>
              <a:gd name="connsiteX84-8231" fmla="*/ 5755 w 10000"/>
              <a:gd name="connsiteY84-8232" fmla="*/ 8794 h 10000"/>
              <a:gd name="connsiteX85-8233" fmla="*/ 4966 w 10000"/>
              <a:gd name="connsiteY85-8234" fmla="*/ 8919 h 10000"/>
              <a:gd name="connsiteX86-8235" fmla="*/ 4262 w 10000"/>
              <a:gd name="connsiteY86-8236" fmla="*/ 9023 h 10000"/>
              <a:gd name="connsiteX87-8237" fmla="*/ 3540 w 10000"/>
              <a:gd name="connsiteY87-8238" fmla="*/ 9127 h 10000"/>
              <a:gd name="connsiteX88-8239" fmla="*/ 3188 w 10000"/>
              <a:gd name="connsiteY88-8240" fmla="*/ 9127 h 10000"/>
              <a:gd name="connsiteX89-8241" fmla="*/ 2936 w 10000"/>
              <a:gd name="connsiteY89-8242" fmla="*/ 9231 h 10000"/>
              <a:gd name="connsiteX90-8243" fmla="*/ 2567 w 10000"/>
              <a:gd name="connsiteY90-8244" fmla="*/ 9356 h 10000"/>
              <a:gd name="connsiteX91-8245" fmla="*/ 2315 w 10000"/>
              <a:gd name="connsiteY91-8246" fmla="*/ 9356 h 10000"/>
              <a:gd name="connsiteX92-8247" fmla="*/ 2131 w 10000"/>
              <a:gd name="connsiteY92-8248" fmla="*/ 9459 h 10000"/>
              <a:gd name="connsiteX93-8249" fmla="*/ 1863 w 10000"/>
              <a:gd name="connsiteY93-8250" fmla="*/ 9459 h 10000"/>
              <a:gd name="connsiteX94-8251" fmla="*/ 1695 w 10000"/>
              <a:gd name="connsiteY94-8252" fmla="*/ 9563 h 10000"/>
              <a:gd name="connsiteX95-8253" fmla="*/ 1426 w 10000"/>
              <a:gd name="connsiteY95-8254" fmla="*/ 9688 h 10000"/>
              <a:gd name="connsiteX96-8255" fmla="*/ 1241 w 10000"/>
              <a:gd name="connsiteY96-8256" fmla="*/ 9688 h 10000"/>
              <a:gd name="connsiteX97-8257" fmla="*/ 1158 w 10000"/>
              <a:gd name="connsiteY97-8258" fmla="*/ 9792 h 10000"/>
              <a:gd name="connsiteX98-8259" fmla="*/ 974 w 10000"/>
              <a:gd name="connsiteY98-8260" fmla="*/ 9792 h 10000"/>
              <a:gd name="connsiteX99-8261" fmla="*/ 889 w 10000"/>
              <a:gd name="connsiteY99-8262" fmla="*/ 9896 h 10000"/>
              <a:gd name="connsiteX100-8263" fmla="*/ 806 w 10000"/>
              <a:gd name="connsiteY100-8264" fmla="*/ 9896 h 10000"/>
              <a:gd name="connsiteX101-8265" fmla="*/ 721 w 10000"/>
              <a:gd name="connsiteY101-8266" fmla="*/ 9896 h 10000"/>
              <a:gd name="connsiteX102-8267" fmla="*/ 537 w 10000"/>
              <a:gd name="connsiteY102-8268" fmla="*/ 10000 h 10000"/>
              <a:gd name="connsiteX103-8269" fmla="*/ 453 w 10000"/>
              <a:gd name="connsiteY103-8270" fmla="*/ 9896 h 10000"/>
              <a:gd name="connsiteX104-8271" fmla="*/ 369 w 10000"/>
              <a:gd name="connsiteY104-8272" fmla="*/ 9896 h 10000"/>
              <a:gd name="connsiteX105-8273" fmla="*/ 269 w 10000"/>
              <a:gd name="connsiteY105-8274" fmla="*/ 9792 h 10000"/>
              <a:gd name="connsiteX106-8275" fmla="*/ 184 w 10000"/>
              <a:gd name="connsiteY106-8276" fmla="*/ 9563 h 10000"/>
              <a:gd name="connsiteX107-8277" fmla="*/ 101 w 10000"/>
              <a:gd name="connsiteY107-8278" fmla="*/ 9356 h 10000"/>
              <a:gd name="connsiteX108-8279" fmla="*/ 0 w 10000"/>
              <a:gd name="connsiteY108-8280" fmla="*/ 9231 h 10000"/>
              <a:gd name="connsiteX109-8281" fmla="*/ 0 w 10000"/>
              <a:gd name="connsiteY109-8282" fmla="*/ 9127 h 10000"/>
              <a:gd name="connsiteX110-8283" fmla="*/ 0 w 10000"/>
              <a:gd name="connsiteY110-8284" fmla="*/ 9023 h 10000"/>
              <a:gd name="connsiteX111-8285" fmla="*/ 0 w 10000"/>
              <a:gd name="connsiteY111-8286" fmla="*/ 9023 h 10000"/>
              <a:gd name="connsiteX112-8287" fmla="*/ 101 w 10000"/>
              <a:gd name="connsiteY112-8288" fmla="*/ 8919 h 10000"/>
              <a:gd name="connsiteX113-8289" fmla="*/ 184 w 10000"/>
              <a:gd name="connsiteY113-8290" fmla="*/ 8794 h 10000"/>
              <a:gd name="connsiteX114-8291" fmla="*/ 369 w 10000"/>
              <a:gd name="connsiteY114-8292" fmla="*/ 8690 h 10000"/>
              <a:gd name="connsiteX115-8293" fmla="*/ 537 w 10000"/>
              <a:gd name="connsiteY115-8294" fmla="*/ 8586 h 10000"/>
              <a:gd name="connsiteX116-8295" fmla="*/ 621 w 10000"/>
              <a:gd name="connsiteY116-8296" fmla="*/ 8462 h 10000"/>
              <a:gd name="connsiteX117-8297" fmla="*/ 721 w 10000"/>
              <a:gd name="connsiteY117-8298" fmla="*/ 8358 h 10000"/>
              <a:gd name="connsiteX118-8299" fmla="*/ 889 w 10000"/>
              <a:gd name="connsiteY118-8300" fmla="*/ 8254 h 10000"/>
              <a:gd name="connsiteX119-8301" fmla="*/ 1073 w 10000"/>
              <a:gd name="connsiteY119-8302" fmla="*/ 8025 h 10000"/>
              <a:gd name="connsiteX120-8303" fmla="*/ 1158 w 10000"/>
              <a:gd name="connsiteY120-8304" fmla="*/ 7921 h 10000"/>
              <a:gd name="connsiteX121-8305" fmla="*/ 1342 w 10000"/>
              <a:gd name="connsiteY121-8306" fmla="*/ 7692 h 10000"/>
              <a:gd name="connsiteX122-8307" fmla="*/ 1510 w 10000"/>
              <a:gd name="connsiteY122-8308" fmla="*/ 7484 h 10000"/>
              <a:gd name="connsiteX123-8309" fmla="*/ 1510 w 10000"/>
              <a:gd name="connsiteY123-8310" fmla="*/ 7484 h 10000"/>
              <a:gd name="connsiteX0-8311" fmla="*/ 1510 w 10604"/>
              <a:gd name="connsiteY0-8312" fmla="*/ 7484 h 10000"/>
              <a:gd name="connsiteX1-8313" fmla="*/ 1695 w 10604"/>
              <a:gd name="connsiteY1-8314" fmla="*/ 7152 h 10000"/>
              <a:gd name="connsiteX2-8315" fmla="*/ 1946 w 10604"/>
              <a:gd name="connsiteY2-8316" fmla="*/ 6819 h 10000"/>
              <a:gd name="connsiteX3-8317" fmla="*/ 2131 w 10604"/>
              <a:gd name="connsiteY3-8318" fmla="*/ 6486 h 10000"/>
              <a:gd name="connsiteX4-8319" fmla="*/ 2399 w 10604"/>
              <a:gd name="connsiteY4-8320" fmla="*/ 6050 h 10000"/>
              <a:gd name="connsiteX5-8321" fmla="*/ 2667 w 10604"/>
              <a:gd name="connsiteY5-8322" fmla="*/ 5509 h 10000"/>
              <a:gd name="connsiteX6-8323" fmla="*/ 2936 w 10604"/>
              <a:gd name="connsiteY6-8324" fmla="*/ 4948 h 10000"/>
              <a:gd name="connsiteX7-8325" fmla="*/ 3188 w 10604"/>
              <a:gd name="connsiteY7-8326" fmla="*/ 4304 h 10000"/>
              <a:gd name="connsiteX8-8327" fmla="*/ 3540 w 10604"/>
              <a:gd name="connsiteY8-8328" fmla="*/ 3638 h 10000"/>
              <a:gd name="connsiteX9-8329" fmla="*/ 3809 w 10604"/>
              <a:gd name="connsiteY9-8330" fmla="*/ 2973 h 10000"/>
              <a:gd name="connsiteX10-8331" fmla="*/ 4077 w 10604"/>
              <a:gd name="connsiteY10-8332" fmla="*/ 2432 h 10000"/>
              <a:gd name="connsiteX11-8333" fmla="*/ 4262 w 10604"/>
              <a:gd name="connsiteY11-8334" fmla="*/ 1871 h 10000"/>
              <a:gd name="connsiteX12-8335" fmla="*/ 4429 w 10604"/>
              <a:gd name="connsiteY12-8336" fmla="*/ 1435 h 10000"/>
              <a:gd name="connsiteX13-8337" fmla="*/ 4514 w 10604"/>
              <a:gd name="connsiteY13-8338" fmla="*/ 1102 h 10000"/>
              <a:gd name="connsiteX14-8339" fmla="*/ 4614 w 10604"/>
              <a:gd name="connsiteY14-8340" fmla="*/ 769 h 10000"/>
              <a:gd name="connsiteX15-8341" fmla="*/ 4614 w 10604"/>
              <a:gd name="connsiteY15-8342" fmla="*/ 665 h 10000"/>
              <a:gd name="connsiteX16-8343" fmla="*/ 4614 w 10604"/>
              <a:gd name="connsiteY16-8344" fmla="*/ 437 h 10000"/>
              <a:gd name="connsiteX17-8345" fmla="*/ 4514 w 10604"/>
              <a:gd name="connsiteY17-8346" fmla="*/ 437 h 10000"/>
              <a:gd name="connsiteX18-8347" fmla="*/ 4514 w 10604"/>
              <a:gd name="connsiteY18-8348" fmla="*/ 333 h 10000"/>
              <a:gd name="connsiteX19-8349" fmla="*/ 4429 w 10604"/>
              <a:gd name="connsiteY19-8350" fmla="*/ 229 h 10000"/>
              <a:gd name="connsiteX20-8351" fmla="*/ 4429 w 10604"/>
              <a:gd name="connsiteY20-8352" fmla="*/ 229 h 10000"/>
              <a:gd name="connsiteX21-8353" fmla="*/ 4429 w 10604"/>
              <a:gd name="connsiteY21-8354" fmla="*/ 125 h 10000"/>
              <a:gd name="connsiteX22-8355" fmla="*/ 4429 w 10604"/>
              <a:gd name="connsiteY22-8356" fmla="*/ 0 h 10000"/>
              <a:gd name="connsiteX23-8357" fmla="*/ 4514 w 10604"/>
              <a:gd name="connsiteY23-8358" fmla="*/ 0 h 10000"/>
              <a:gd name="connsiteX24-8359" fmla="*/ 4698 w 10604"/>
              <a:gd name="connsiteY24-8360" fmla="*/ 0 h 10000"/>
              <a:gd name="connsiteX25-8361" fmla="*/ 4882 w 10604"/>
              <a:gd name="connsiteY25-8362" fmla="*/ 0 h 10000"/>
              <a:gd name="connsiteX26-8363" fmla="*/ 5134 w 10604"/>
              <a:gd name="connsiteY26-8364" fmla="*/ 0 h 10000"/>
              <a:gd name="connsiteX27-8365" fmla="*/ 5318 w 10604"/>
              <a:gd name="connsiteY27-8366" fmla="*/ 125 h 10000"/>
              <a:gd name="connsiteX28-8367" fmla="*/ 5587 w 10604"/>
              <a:gd name="connsiteY28-8368" fmla="*/ 229 h 10000"/>
              <a:gd name="connsiteX29-8369" fmla="*/ 5755 w 10604"/>
              <a:gd name="connsiteY29-8370" fmla="*/ 333 h 10000"/>
              <a:gd name="connsiteX30-8371" fmla="*/ 5940 w 10604"/>
              <a:gd name="connsiteY30-8372" fmla="*/ 437 h 10000"/>
              <a:gd name="connsiteX31-8373" fmla="*/ 6108 w 10604"/>
              <a:gd name="connsiteY31-8374" fmla="*/ 665 h 10000"/>
              <a:gd name="connsiteX32-8375" fmla="*/ 6208 w 10604"/>
              <a:gd name="connsiteY32-8376" fmla="*/ 769 h 10000"/>
              <a:gd name="connsiteX33-8377" fmla="*/ 6208 w 10604"/>
              <a:gd name="connsiteY33-8378" fmla="*/ 894 h 10000"/>
              <a:gd name="connsiteX34-8379" fmla="*/ 6208 w 10604"/>
              <a:gd name="connsiteY34-8380" fmla="*/ 998 h 10000"/>
              <a:gd name="connsiteX35-8381" fmla="*/ 6208 w 10604"/>
              <a:gd name="connsiteY35-8382" fmla="*/ 1206 h 10000"/>
              <a:gd name="connsiteX36-8383" fmla="*/ 6108 w 10604"/>
              <a:gd name="connsiteY36-8384" fmla="*/ 1331 h 10000"/>
              <a:gd name="connsiteX37-8385" fmla="*/ 6023 w 10604"/>
              <a:gd name="connsiteY37-8386" fmla="*/ 1538 h 10000"/>
              <a:gd name="connsiteX38-8387" fmla="*/ 5856 w 10604"/>
              <a:gd name="connsiteY38-8388" fmla="*/ 1767 h 10000"/>
              <a:gd name="connsiteX39-8389" fmla="*/ 5671 w 10604"/>
              <a:gd name="connsiteY39-8390" fmla="*/ 1975 h 10000"/>
              <a:gd name="connsiteX40-8391" fmla="*/ 5587 w 10604"/>
              <a:gd name="connsiteY40-8392" fmla="*/ 2204 h 10000"/>
              <a:gd name="connsiteX41-8393" fmla="*/ 5403 w 10604"/>
              <a:gd name="connsiteY41-8394" fmla="*/ 2432 h 10000"/>
              <a:gd name="connsiteX42-8395" fmla="*/ 5235 w 10604"/>
              <a:gd name="connsiteY42-8396" fmla="*/ 2744 h 10000"/>
              <a:gd name="connsiteX43-8397" fmla="*/ 5050 w 10604"/>
              <a:gd name="connsiteY43-8398" fmla="*/ 3077 h 10000"/>
              <a:gd name="connsiteX44-8399" fmla="*/ 4782 w 10604"/>
              <a:gd name="connsiteY44-8400" fmla="*/ 3514 h 10000"/>
              <a:gd name="connsiteX45-8401" fmla="*/ 4614 w 10604"/>
              <a:gd name="connsiteY45-8402" fmla="*/ 3971 h 10000"/>
              <a:gd name="connsiteX46-8403" fmla="*/ 4346 w 10604"/>
              <a:gd name="connsiteY46-8404" fmla="*/ 4407 h 10000"/>
              <a:gd name="connsiteX47-8405" fmla="*/ 3993 w 10604"/>
              <a:gd name="connsiteY47-8406" fmla="*/ 4948 h 10000"/>
              <a:gd name="connsiteX48-8407" fmla="*/ 3724 w 10604"/>
              <a:gd name="connsiteY48-8408" fmla="*/ 5385 h 10000"/>
              <a:gd name="connsiteX49-8409" fmla="*/ 3540 w 10604"/>
              <a:gd name="connsiteY49-8410" fmla="*/ 5842 h 10000"/>
              <a:gd name="connsiteX50-8411" fmla="*/ 3289 w 10604"/>
              <a:gd name="connsiteY50-8412" fmla="*/ 6279 h 10000"/>
              <a:gd name="connsiteX51-8413" fmla="*/ 3020 w 10604"/>
              <a:gd name="connsiteY51-8414" fmla="*/ 6611 h 10000"/>
              <a:gd name="connsiteX52-8415" fmla="*/ 2835 w 10604"/>
              <a:gd name="connsiteY52-8416" fmla="*/ 6923 h 10000"/>
              <a:gd name="connsiteX53-8417" fmla="*/ 2667 w 10604"/>
              <a:gd name="connsiteY53-8418" fmla="*/ 7256 h 10000"/>
              <a:gd name="connsiteX54-8419" fmla="*/ 2483 w 10604"/>
              <a:gd name="connsiteY54-8420" fmla="*/ 7484 h 10000"/>
              <a:gd name="connsiteX55-8421" fmla="*/ 2315 w 10604"/>
              <a:gd name="connsiteY55-8422" fmla="*/ 7692 h 10000"/>
              <a:gd name="connsiteX56-8423" fmla="*/ 2131 w 10604"/>
              <a:gd name="connsiteY56-8424" fmla="*/ 7921 h 10000"/>
              <a:gd name="connsiteX57-8425" fmla="*/ 2047 w 10604"/>
              <a:gd name="connsiteY57-8426" fmla="*/ 8150 h 10000"/>
              <a:gd name="connsiteX58-8427" fmla="*/ 1946 w 10604"/>
              <a:gd name="connsiteY58-8428" fmla="*/ 8254 h 10000"/>
              <a:gd name="connsiteX59-8429" fmla="*/ 1863 w 10604"/>
              <a:gd name="connsiteY59-8430" fmla="*/ 8358 h 10000"/>
              <a:gd name="connsiteX60-8431" fmla="*/ 1778 w 10604"/>
              <a:gd name="connsiteY60-8432" fmla="*/ 8462 h 10000"/>
              <a:gd name="connsiteX61-8433" fmla="*/ 1778 w 10604"/>
              <a:gd name="connsiteY61-8434" fmla="*/ 8586 h 10000"/>
              <a:gd name="connsiteX62-8435" fmla="*/ 1778 w 10604"/>
              <a:gd name="connsiteY62-8436" fmla="*/ 8586 h 10000"/>
              <a:gd name="connsiteX63-8437" fmla="*/ 1863 w 10604"/>
              <a:gd name="connsiteY63-8438" fmla="*/ 8586 h 10000"/>
              <a:gd name="connsiteX64-8439" fmla="*/ 1946 w 10604"/>
              <a:gd name="connsiteY64-8440" fmla="*/ 8690 h 10000"/>
              <a:gd name="connsiteX65-8441" fmla="*/ 2047 w 10604"/>
              <a:gd name="connsiteY65-8442" fmla="*/ 8690 h 10000"/>
              <a:gd name="connsiteX66-8443" fmla="*/ 2215 w 10604"/>
              <a:gd name="connsiteY66-8444" fmla="*/ 8690 h 10000"/>
              <a:gd name="connsiteX67-8445" fmla="*/ 2315 w 10604"/>
              <a:gd name="connsiteY67-8446" fmla="*/ 8586 h 10000"/>
              <a:gd name="connsiteX68-8447" fmla="*/ 2399 w 10604"/>
              <a:gd name="connsiteY68-8448" fmla="*/ 8586 h 10000"/>
              <a:gd name="connsiteX69-8449" fmla="*/ 2567 w 10604"/>
              <a:gd name="connsiteY69-8450" fmla="*/ 8586 h 10000"/>
              <a:gd name="connsiteX70-8451" fmla="*/ 2752 w 10604"/>
              <a:gd name="connsiteY70-8452" fmla="*/ 8586 h 10000"/>
              <a:gd name="connsiteX71-8453" fmla="*/ 2936 w 10604"/>
              <a:gd name="connsiteY71-8454" fmla="*/ 8462 h 10000"/>
              <a:gd name="connsiteX72-8455" fmla="*/ 3104 w 10604"/>
              <a:gd name="connsiteY72-8456" fmla="*/ 8462 h 10000"/>
              <a:gd name="connsiteX73-8457" fmla="*/ 3372 w 10604"/>
              <a:gd name="connsiteY73-8458" fmla="*/ 8462 h 10000"/>
              <a:gd name="connsiteX74-8459" fmla="*/ 3641 w 10604"/>
              <a:gd name="connsiteY74-8460" fmla="*/ 8462 h 10000"/>
              <a:gd name="connsiteX75-8461" fmla="*/ 3993 w 10604"/>
              <a:gd name="connsiteY75-8462" fmla="*/ 8358 h 10000"/>
              <a:gd name="connsiteX76-8463" fmla="*/ 4346 w 10604"/>
              <a:gd name="connsiteY76-8464" fmla="*/ 8358 h 10000"/>
              <a:gd name="connsiteX77-8465" fmla="*/ 4698 w 10604"/>
              <a:gd name="connsiteY77-8466" fmla="*/ 8358 h 10000"/>
              <a:gd name="connsiteX78-8467" fmla="*/ 5050 w 10604"/>
              <a:gd name="connsiteY78-8468" fmla="*/ 8254 h 10000"/>
              <a:gd name="connsiteX79-8469" fmla="*/ 5486 w 10604"/>
              <a:gd name="connsiteY79-8470" fmla="*/ 8150 h 10000"/>
              <a:gd name="connsiteX80-8471" fmla="*/ 5940 w 10604"/>
              <a:gd name="connsiteY80-8472" fmla="*/ 8150 h 10000"/>
              <a:gd name="connsiteX81-8473" fmla="*/ 10000 w 10604"/>
              <a:gd name="connsiteY81-8474" fmla="*/ 8462 h 10000"/>
              <a:gd name="connsiteX82-8475" fmla="*/ 9563 w 10604"/>
              <a:gd name="connsiteY82-8476" fmla="*/ 8586 h 10000"/>
              <a:gd name="connsiteX83-8477" fmla="*/ 5755 w 10604"/>
              <a:gd name="connsiteY83-8478" fmla="*/ 8794 h 10000"/>
              <a:gd name="connsiteX84-8479" fmla="*/ 4966 w 10604"/>
              <a:gd name="connsiteY84-8480" fmla="*/ 8919 h 10000"/>
              <a:gd name="connsiteX85-8481" fmla="*/ 4262 w 10604"/>
              <a:gd name="connsiteY85-8482" fmla="*/ 9023 h 10000"/>
              <a:gd name="connsiteX86-8483" fmla="*/ 3540 w 10604"/>
              <a:gd name="connsiteY86-8484" fmla="*/ 9127 h 10000"/>
              <a:gd name="connsiteX87-8485" fmla="*/ 3188 w 10604"/>
              <a:gd name="connsiteY87-8486" fmla="*/ 9127 h 10000"/>
              <a:gd name="connsiteX88-8487" fmla="*/ 2936 w 10604"/>
              <a:gd name="connsiteY88-8488" fmla="*/ 9231 h 10000"/>
              <a:gd name="connsiteX89-8489" fmla="*/ 2567 w 10604"/>
              <a:gd name="connsiteY89-8490" fmla="*/ 9356 h 10000"/>
              <a:gd name="connsiteX90-8491" fmla="*/ 2315 w 10604"/>
              <a:gd name="connsiteY90-8492" fmla="*/ 9356 h 10000"/>
              <a:gd name="connsiteX91-8493" fmla="*/ 2131 w 10604"/>
              <a:gd name="connsiteY91-8494" fmla="*/ 9459 h 10000"/>
              <a:gd name="connsiteX92-8495" fmla="*/ 1863 w 10604"/>
              <a:gd name="connsiteY92-8496" fmla="*/ 9459 h 10000"/>
              <a:gd name="connsiteX93-8497" fmla="*/ 1695 w 10604"/>
              <a:gd name="connsiteY93-8498" fmla="*/ 9563 h 10000"/>
              <a:gd name="connsiteX94-8499" fmla="*/ 1426 w 10604"/>
              <a:gd name="connsiteY94-8500" fmla="*/ 9688 h 10000"/>
              <a:gd name="connsiteX95-8501" fmla="*/ 1241 w 10604"/>
              <a:gd name="connsiteY95-8502" fmla="*/ 9688 h 10000"/>
              <a:gd name="connsiteX96-8503" fmla="*/ 1158 w 10604"/>
              <a:gd name="connsiteY96-8504" fmla="*/ 9792 h 10000"/>
              <a:gd name="connsiteX97-8505" fmla="*/ 974 w 10604"/>
              <a:gd name="connsiteY97-8506" fmla="*/ 9792 h 10000"/>
              <a:gd name="connsiteX98-8507" fmla="*/ 889 w 10604"/>
              <a:gd name="connsiteY98-8508" fmla="*/ 9896 h 10000"/>
              <a:gd name="connsiteX99-8509" fmla="*/ 806 w 10604"/>
              <a:gd name="connsiteY99-8510" fmla="*/ 9896 h 10000"/>
              <a:gd name="connsiteX100-8511" fmla="*/ 721 w 10604"/>
              <a:gd name="connsiteY100-8512" fmla="*/ 9896 h 10000"/>
              <a:gd name="connsiteX101-8513" fmla="*/ 537 w 10604"/>
              <a:gd name="connsiteY101-8514" fmla="*/ 10000 h 10000"/>
              <a:gd name="connsiteX102-8515" fmla="*/ 453 w 10604"/>
              <a:gd name="connsiteY102-8516" fmla="*/ 9896 h 10000"/>
              <a:gd name="connsiteX103-8517" fmla="*/ 369 w 10604"/>
              <a:gd name="connsiteY103-8518" fmla="*/ 9896 h 10000"/>
              <a:gd name="connsiteX104-8519" fmla="*/ 269 w 10604"/>
              <a:gd name="connsiteY104-8520" fmla="*/ 9792 h 10000"/>
              <a:gd name="connsiteX105-8521" fmla="*/ 184 w 10604"/>
              <a:gd name="connsiteY105-8522" fmla="*/ 9563 h 10000"/>
              <a:gd name="connsiteX106-8523" fmla="*/ 101 w 10604"/>
              <a:gd name="connsiteY106-8524" fmla="*/ 9356 h 10000"/>
              <a:gd name="connsiteX107-8525" fmla="*/ 0 w 10604"/>
              <a:gd name="connsiteY107-8526" fmla="*/ 9231 h 10000"/>
              <a:gd name="connsiteX108-8527" fmla="*/ 0 w 10604"/>
              <a:gd name="connsiteY108-8528" fmla="*/ 9127 h 10000"/>
              <a:gd name="connsiteX109-8529" fmla="*/ 0 w 10604"/>
              <a:gd name="connsiteY109-8530" fmla="*/ 9023 h 10000"/>
              <a:gd name="connsiteX110-8531" fmla="*/ 0 w 10604"/>
              <a:gd name="connsiteY110-8532" fmla="*/ 9023 h 10000"/>
              <a:gd name="connsiteX111-8533" fmla="*/ 101 w 10604"/>
              <a:gd name="connsiteY111-8534" fmla="*/ 8919 h 10000"/>
              <a:gd name="connsiteX112-8535" fmla="*/ 184 w 10604"/>
              <a:gd name="connsiteY112-8536" fmla="*/ 8794 h 10000"/>
              <a:gd name="connsiteX113-8537" fmla="*/ 369 w 10604"/>
              <a:gd name="connsiteY113-8538" fmla="*/ 8690 h 10000"/>
              <a:gd name="connsiteX114-8539" fmla="*/ 537 w 10604"/>
              <a:gd name="connsiteY114-8540" fmla="*/ 8586 h 10000"/>
              <a:gd name="connsiteX115-8541" fmla="*/ 621 w 10604"/>
              <a:gd name="connsiteY115-8542" fmla="*/ 8462 h 10000"/>
              <a:gd name="connsiteX116-8543" fmla="*/ 721 w 10604"/>
              <a:gd name="connsiteY116-8544" fmla="*/ 8358 h 10000"/>
              <a:gd name="connsiteX117-8545" fmla="*/ 889 w 10604"/>
              <a:gd name="connsiteY117-8546" fmla="*/ 8254 h 10000"/>
              <a:gd name="connsiteX118-8547" fmla="*/ 1073 w 10604"/>
              <a:gd name="connsiteY118-8548" fmla="*/ 8025 h 10000"/>
              <a:gd name="connsiteX119-8549" fmla="*/ 1158 w 10604"/>
              <a:gd name="connsiteY119-8550" fmla="*/ 7921 h 10000"/>
              <a:gd name="connsiteX120-8551" fmla="*/ 1342 w 10604"/>
              <a:gd name="connsiteY120-8552" fmla="*/ 7692 h 10000"/>
              <a:gd name="connsiteX121-8553" fmla="*/ 1510 w 10604"/>
              <a:gd name="connsiteY121-8554" fmla="*/ 7484 h 10000"/>
              <a:gd name="connsiteX122-8555" fmla="*/ 1510 w 10604"/>
              <a:gd name="connsiteY122-8556" fmla="*/ 7484 h 10000"/>
              <a:gd name="connsiteX0-8557" fmla="*/ 1510 w 10000"/>
              <a:gd name="connsiteY0-8558" fmla="*/ 7484 h 10000"/>
              <a:gd name="connsiteX1-8559" fmla="*/ 1695 w 10000"/>
              <a:gd name="connsiteY1-8560" fmla="*/ 7152 h 10000"/>
              <a:gd name="connsiteX2-8561" fmla="*/ 1946 w 10000"/>
              <a:gd name="connsiteY2-8562" fmla="*/ 6819 h 10000"/>
              <a:gd name="connsiteX3-8563" fmla="*/ 2131 w 10000"/>
              <a:gd name="connsiteY3-8564" fmla="*/ 6486 h 10000"/>
              <a:gd name="connsiteX4-8565" fmla="*/ 2399 w 10000"/>
              <a:gd name="connsiteY4-8566" fmla="*/ 6050 h 10000"/>
              <a:gd name="connsiteX5-8567" fmla="*/ 2667 w 10000"/>
              <a:gd name="connsiteY5-8568" fmla="*/ 5509 h 10000"/>
              <a:gd name="connsiteX6-8569" fmla="*/ 2936 w 10000"/>
              <a:gd name="connsiteY6-8570" fmla="*/ 4948 h 10000"/>
              <a:gd name="connsiteX7-8571" fmla="*/ 3188 w 10000"/>
              <a:gd name="connsiteY7-8572" fmla="*/ 4304 h 10000"/>
              <a:gd name="connsiteX8-8573" fmla="*/ 3540 w 10000"/>
              <a:gd name="connsiteY8-8574" fmla="*/ 3638 h 10000"/>
              <a:gd name="connsiteX9-8575" fmla="*/ 3809 w 10000"/>
              <a:gd name="connsiteY9-8576" fmla="*/ 2973 h 10000"/>
              <a:gd name="connsiteX10-8577" fmla="*/ 4077 w 10000"/>
              <a:gd name="connsiteY10-8578" fmla="*/ 2432 h 10000"/>
              <a:gd name="connsiteX11-8579" fmla="*/ 4262 w 10000"/>
              <a:gd name="connsiteY11-8580" fmla="*/ 1871 h 10000"/>
              <a:gd name="connsiteX12-8581" fmla="*/ 4429 w 10000"/>
              <a:gd name="connsiteY12-8582" fmla="*/ 1435 h 10000"/>
              <a:gd name="connsiteX13-8583" fmla="*/ 4514 w 10000"/>
              <a:gd name="connsiteY13-8584" fmla="*/ 1102 h 10000"/>
              <a:gd name="connsiteX14-8585" fmla="*/ 4614 w 10000"/>
              <a:gd name="connsiteY14-8586" fmla="*/ 769 h 10000"/>
              <a:gd name="connsiteX15-8587" fmla="*/ 4614 w 10000"/>
              <a:gd name="connsiteY15-8588" fmla="*/ 665 h 10000"/>
              <a:gd name="connsiteX16-8589" fmla="*/ 4614 w 10000"/>
              <a:gd name="connsiteY16-8590" fmla="*/ 437 h 10000"/>
              <a:gd name="connsiteX17-8591" fmla="*/ 4514 w 10000"/>
              <a:gd name="connsiteY17-8592" fmla="*/ 437 h 10000"/>
              <a:gd name="connsiteX18-8593" fmla="*/ 4514 w 10000"/>
              <a:gd name="connsiteY18-8594" fmla="*/ 333 h 10000"/>
              <a:gd name="connsiteX19-8595" fmla="*/ 4429 w 10000"/>
              <a:gd name="connsiteY19-8596" fmla="*/ 229 h 10000"/>
              <a:gd name="connsiteX20-8597" fmla="*/ 4429 w 10000"/>
              <a:gd name="connsiteY20-8598" fmla="*/ 229 h 10000"/>
              <a:gd name="connsiteX21-8599" fmla="*/ 4429 w 10000"/>
              <a:gd name="connsiteY21-8600" fmla="*/ 125 h 10000"/>
              <a:gd name="connsiteX22-8601" fmla="*/ 4429 w 10000"/>
              <a:gd name="connsiteY22-8602" fmla="*/ 0 h 10000"/>
              <a:gd name="connsiteX23-8603" fmla="*/ 4514 w 10000"/>
              <a:gd name="connsiteY23-8604" fmla="*/ 0 h 10000"/>
              <a:gd name="connsiteX24-8605" fmla="*/ 4698 w 10000"/>
              <a:gd name="connsiteY24-8606" fmla="*/ 0 h 10000"/>
              <a:gd name="connsiteX25-8607" fmla="*/ 4882 w 10000"/>
              <a:gd name="connsiteY25-8608" fmla="*/ 0 h 10000"/>
              <a:gd name="connsiteX26-8609" fmla="*/ 5134 w 10000"/>
              <a:gd name="connsiteY26-8610" fmla="*/ 0 h 10000"/>
              <a:gd name="connsiteX27-8611" fmla="*/ 5318 w 10000"/>
              <a:gd name="connsiteY27-8612" fmla="*/ 125 h 10000"/>
              <a:gd name="connsiteX28-8613" fmla="*/ 5587 w 10000"/>
              <a:gd name="connsiteY28-8614" fmla="*/ 229 h 10000"/>
              <a:gd name="connsiteX29-8615" fmla="*/ 5755 w 10000"/>
              <a:gd name="connsiteY29-8616" fmla="*/ 333 h 10000"/>
              <a:gd name="connsiteX30-8617" fmla="*/ 5940 w 10000"/>
              <a:gd name="connsiteY30-8618" fmla="*/ 437 h 10000"/>
              <a:gd name="connsiteX31-8619" fmla="*/ 6108 w 10000"/>
              <a:gd name="connsiteY31-8620" fmla="*/ 665 h 10000"/>
              <a:gd name="connsiteX32-8621" fmla="*/ 6208 w 10000"/>
              <a:gd name="connsiteY32-8622" fmla="*/ 769 h 10000"/>
              <a:gd name="connsiteX33-8623" fmla="*/ 6208 w 10000"/>
              <a:gd name="connsiteY33-8624" fmla="*/ 894 h 10000"/>
              <a:gd name="connsiteX34-8625" fmla="*/ 6208 w 10000"/>
              <a:gd name="connsiteY34-8626" fmla="*/ 998 h 10000"/>
              <a:gd name="connsiteX35-8627" fmla="*/ 6208 w 10000"/>
              <a:gd name="connsiteY35-8628" fmla="*/ 1206 h 10000"/>
              <a:gd name="connsiteX36-8629" fmla="*/ 6108 w 10000"/>
              <a:gd name="connsiteY36-8630" fmla="*/ 1331 h 10000"/>
              <a:gd name="connsiteX37-8631" fmla="*/ 6023 w 10000"/>
              <a:gd name="connsiteY37-8632" fmla="*/ 1538 h 10000"/>
              <a:gd name="connsiteX38-8633" fmla="*/ 5856 w 10000"/>
              <a:gd name="connsiteY38-8634" fmla="*/ 1767 h 10000"/>
              <a:gd name="connsiteX39-8635" fmla="*/ 5671 w 10000"/>
              <a:gd name="connsiteY39-8636" fmla="*/ 1975 h 10000"/>
              <a:gd name="connsiteX40-8637" fmla="*/ 5587 w 10000"/>
              <a:gd name="connsiteY40-8638" fmla="*/ 2204 h 10000"/>
              <a:gd name="connsiteX41-8639" fmla="*/ 5403 w 10000"/>
              <a:gd name="connsiteY41-8640" fmla="*/ 2432 h 10000"/>
              <a:gd name="connsiteX42-8641" fmla="*/ 5235 w 10000"/>
              <a:gd name="connsiteY42-8642" fmla="*/ 2744 h 10000"/>
              <a:gd name="connsiteX43-8643" fmla="*/ 5050 w 10000"/>
              <a:gd name="connsiteY43-8644" fmla="*/ 3077 h 10000"/>
              <a:gd name="connsiteX44-8645" fmla="*/ 4782 w 10000"/>
              <a:gd name="connsiteY44-8646" fmla="*/ 3514 h 10000"/>
              <a:gd name="connsiteX45-8647" fmla="*/ 4614 w 10000"/>
              <a:gd name="connsiteY45-8648" fmla="*/ 3971 h 10000"/>
              <a:gd name="connsiteX46-8649" fmla="*/ 4346 w 10000"/>
              <a:gd name="connsiteY46-8650" fmla="*/ 4407 h 10000"/>
              <a:gd name="connsiteX47-8651" fmla="*/ 3993 w 10000"/>
              <a:gd name="connsiteY47-8652" fmla="*/ 4948 h 10000"/>
              <a:gd name="connsiteX48-8653" fmla="*/ 3724 w 10000"/>
              <a:gd name="connsiteY48-8654" fmla="*/ 5385 h 10000"/>
              <a:gd name="connsiteX49-8655" fmla="*/ 3540 w 10000"/>
              <a:gd name="connsiteY49-8656" fmla="*/ 5842 h 10000"/>
              <a:gd name="connsiteX50-8657" fmla="*/ 3289 w 10000"/>
              <a:gd name="connsiteY50-8658" fmla="*/ 6279 h 10000"/>
              <a:gd name="connsiteX51-8659" fmla="*/ 3020 w 10000"/>
              <a:gd name="connsiteY51-8660" fmla="*/ 6611 h 10000"/>
              <a:gd name="connsiteX52-8661" fmla="*/ 2835 w 10000"/>
              <a:gd name="connsiteY52-8662" fmla="*/ 6923 h 10000"/>
              <a:gd name="connsiteX53-8663" fmla="*/ 2667 w 10000"/>
              <a:gd name="connsiteY53-8664" fmla="*/ 7256 h 10000"/>
              <a:gd name="connsiteX54-8665" fmla="*/ 2483 w 10000"/>
              <a:gd name="connsiteY54-8666" fmla="*/ 7484 h 10000"/>
              <a:gd name="connsiteX55-8667" fmla="*/ 2315 w 10000"/>
              <a:gd name="connsiteY55-8668" fmla="*/ 7692 h 10000"/>
              <a:gd name="connsiteX56-8669" fmla="*/ 2131 w 10000"/>
              <a:gd name="connsiteY56-8670" fmla="*/ 7921 h 10000"/>
              <a:gd name="connsiteX57-8671" fmla="*/ 2047 w 10000"/>
              <a:gd name="connsiteY57-8672" fmla="*/ 8150 h 10000"/>
              <a:gd name="connsiteX58-8673" fmla="*/ 1946 w 10000"/>
              <a:gd name="connsiteY58-8674" fmla="*/ 8254 h 10000"/>
              <a:gd name="connsiteX59-8675" fmla="*/ 1863 w 10000"/>
              <a:gd name="connsiteY59-8676" fmla="*/ 8358 h 10000"/>
              <a:gd name="connsiteX60-8677" fmla="*/ 1778 w 10000"/>
              <a:gd name="connsiteY60-8678" fmla="*/ 8462 h 10000"/>
              <a:gd name="connsiteX61-8679" fmla="*/ 1778 w 10000"/>
              <a:gd name="connsiteY61-8680" fmla="*/ 8586 h 10000"/>
              <a:gd name="connsiteX62-8681" fmla="*/ 1778 w 10000"/>
              <a:gd name="connsiteY62-8682" fmla="*/ 8586 h 10000"/>
              <a:gd name="connsiteX63-8683" fmla="*/ 1863 w 10000"/>
              <a:gd name="connsiteY63-8684" fmla="*/ 8586 h 10000"/>
              <a:gd name="connsiteX64-8685" fmla="*/ 1946 w 10000"/>
              <a:gd name="connsiteY64-8686" fmla="*/ 8690 h 10000"/>
              <a:gd name="connsiteX65-8687" fmla="*/ 2047 w 10000"/>
              <a:gd name="connsiteY65-8688" fmla="*/ 8690 h 10000"/>
              <a:gd name="connsiteX66-8689" fmla="*/ 2215 w 10000"/>
              <a:gd name="connsiteY66-8690" fmla="*/ 8690 h 10000"/>
              <a:gd name="connsiteX67-8691" fmla="*/ 2315 w 10000"/>
              <a:gd name="connsiteY67-8692" fmla="*/ 8586 h 10000"/>
              <a:gd name="connsiteX68-8693" fmla="*/ 2399 w 10000"/>
              <a:gd name="connsiteY68-8694" fmla="*/ 8586 h 10000"/>
              <a:gd name="connsiteX69-8695" fmla="*/ 2567 w 10000"/>
              <a:gd name="connsiteY69-8696" fmla="*/ 8586 h 10000"/>
              <a:gd name="connsiteX70-8697" fmla="*/ 2752 w 10000"/>
              <a:gd name="connsiteY70-8698" fmla="*/ 8586 h 10000"/>
              <a:gd name="connsiteX71-8699" fmla="*/ 2936 w 10000"/>
              <a:gd name="connsiteY71-8700" fmla="*/ 8462 h 10000"/>
              <a:gd name="connsiteX72-8701" fmla="*/ 3104 w 10000"/>
              <a:gd name="connsiteY72-8702" fmla="*/ 8462 h 10000"/>
              <a:gd name="connsiteX73-8703" fmla="*/ 3372 w 10000"/>
              <a:gd name="connsiteY73-8704" fmla="*/ 8462 h 10000"/>
              <a:gd name="connsiteX74-8705" fmla="*/ 3641 w 10000"/>
              <a:gd name="connsiteY74-8706" fmla="*/ 8462 h 10000"/>
              <a:gd name="connsiteX75-8707" fmla="*/ 3993 w 10000"/>
              <a:gd name="connsiteY75-8708" fmla="*/ 8358 h 10000"/>
              <a:gd name="connsiteX76-8709" fmla="*/ 4346 w 10000"/>
              <a:gd name="connsiteY76-8710" fmla="*/ 8358 h 10000"/>
              <a:gd name="connsiteX77-8711" fmla="*/ 4698 w 10000"/>
              <a:gd name="connsiteY77-8712" fmla="*/ 8358 h 10000"/>
              <a:gd name="connsiteX78-8713" fmla="*/ 5050 w 10000"/>
              <a:gd name="connsiteY78-8714" fmla="*/ 8254 h 10000"/>
              <a:gd name="connsiteX79-8715" fmla="*/ 5486 w 10000"/>
              <a:gd name="connsiteY79-8716" fmla="*/ 8150 h 10000"/>
              <a:gd name="connsiteX80-8717" fmla="*/ 5940 w 10000"/>
              <a:gd name="connsiteY80-8718" fmla="*/ 8150 h 10000"/>
              <a:gd name="connsiteX81-8719" fmla="*/ 10000 w 10000"/>
              <a:gd name="connsiteY81-8720" fmla="*/ 8462 h 10000"/>
              <a:gd name="connsiteX82-8721" fmla="*/ 5755 w 10000"/>
              <a:gd name="connsiteY82-8722" fmla="*/ 8794 h 10000"/>
              <a:gd name="connsiteX83-8723" fmla="*/ 4966 w 10000"/>
              <a:gd name="connsiteY83-8724" fmla="*/ 8919 h 10000"/>
              <a:gd name="connsiteX84-8725" fmla="*/ 4262 w 10000"/>
              <a:gd name="connsiteY84-8726" fmla="*/ 9023 h 10000"/>
              <a:gd name="connsiteX85-8727" fmla="*/ 3540 w 10000"/>
              <a:gd name="connsiteY85-8728" fmla="*/ 9127 h 10000"/>
              <a:gd name="connsiteX86-8729" fmla="*/ 3188 w 10000"/>
              <a:gd name="connsiteY86-8730" fmla="*/ 9127 h 10000"/>
              <a:gd name="connsiteX87-8731" fmla="*/ 2936 w 10000"/>
              <a:gd name="connsiteY87-8732" fmla="*/ 9231 h 10000"/>
              <a:gd name="connsiteX88-8733" fmla="*/ 2567 w 10000"/>
              <a:gd name="connsiteY88-8734" fmla="*/ 9356 h 10000"/>
              <a:gd name="connsiteX89-8735" fmla="*/ 2315 w 10000"/>
              <a:gd name="connsiteY89-8736" fmla="*/ 9356 h 10000"/>
              <a:gd name="connsiteX90-8737" fmla="*/ 2131 w 10000"/>
              <a:gd name="connsiteY90-8738" fmla="*/ 9459 h 10000"/>
              <a:gd name="connsiteX91-8739" fmla="*/ 1863 w 10000"/>
              <a:gd name="connsiteY91-8740" fmla="*/ 9459 h 10000"/>
              <a:gd name="connsiteX92-8741" fmla="*/ 1695 w 10000"/>
              <a:gd name="connsiteY92-8742" fmla="*/ 9563 h 10000"/>
              <a:gd name="connsiteX93-8743" fmla="*/ 1426 w 10000"/>
              <a:gd name="connsiteY93-8744" fmla="*/ 9688 h 10000"/>
              <a:gd name="connsiteX94-8745" fmla="*/ 1241 w 10000"/>
              <a:gd name="connsiteY94-8746" fmla="*/ 9688 h 10000"/>
              <a:gd name="connsiteX95-8747" fmla="*/ 1158 w 10000"/>
              <a:gd name="connsiteY95-8748" fmla="*/ 9792 h 10000"/>
              <a:gd name="connsiteX96-8749" fmla="*/ 974 w 10000"/>
              <a:gd name="connsiteY96-8750" fmla="*/ 9792 h 10000"/>
              <a:gd name="connsiteX97-8751" fmla="*/ 889 w 10000"/>
              <a:gd name="connsiteY97-8752" fmla="*/ 9896 h 10000"/>
              <a:gd name="connsiteX98-8753" fmla="*/ 806 w 10000"/>
              <a:gd name="connsiteY98-8754" fmla="*/ 9896 h 10000"/>
              <a:gd name="connsiteX99-8755" fmla="*/ 721 w 10000"/>
              <a:gd name="connsiteY99-8756" fmla="*/ 9896 h 10000"/>
              <a:gd name="connsiteX100-8757" fmla="*/ 537 w 10000"/>
              <a:gd name="connsiteY100-8758" fmla="*/ 10000 h 10000"/>
              <a:gd name="connsiteX101-8759" fmla="*/ 453 w 10000"/>
              <a:gd name="connsiteY101-8760" fmla="*/ 9896 h 10000"/>
              <a:gd name="connsiteX102-8761" fmla="*/ 369 w 10000"/>
              <a:gd name="connsiteY102-8762" fmla="*/ 9896 h 10000"/>
              <a:gd name="connsiteX103-8763" fmla="*/ 269 w 10000"/>
              <a:gd name="connsiteY103-8764" fmla="*/ 9792 h 10000"/>
              <a:gd name="connsiteX104-8765" fmla="*/ 184 w 10000"/>
              <a:gd name="connsiteY104-8766" fmla="*/ 9563 h 10000"/>
              <a:gd name="connsiteX105-8767" fmla="*/ 101 w 10000"/>
              <a:gd name="connsiteY105-8768" fmla="*/ 9356 h 10000"/>
              <a:gd name="connsiteX106-8769" fmla="*/ 0 w 10000"/>
              <a:gd name="connsiteY106-8770" fmla="*/ 9231 h 10000"/>
              <a:gd name="connsiteX107-8771" fmla="*/ 0 w 10000"/>
              <a:gd name="connsiteY107-8772" fmla="*/ 9127 h 10000"/>
              <a:gd name="connsiteX108-8773" fmla="*/ 0 w 10000"/>
              <a:gd name="connsiteY108-8774" fmla="*/ 9023 h 10000"/>
              <a:gd name="connsiteX109-8775" fmla="*/ 0 w 10000"/>
              <a:gd name="connsiteY109-8776" fmla="*/ 9023 h 10000"/>
              <a:gd name="connsiteX110-8777" fmla="*/ 101 w 10000"/>
              <a:gd name="connsiteY110-8778" fmla="*/ 8919 h 10000"/>
              <a:gd name="connsiteX111-8779" fmla="*/ 184 w 10000"/>
              <a:gd name="connsiteY111-8780" fmla="*/ 8794 h 10000"/>
              <a:gd name="connsiteX112-8781" fmla="*/ 369 w 10000"/>
              <a:gd name="connsiteY112-8782" fmla="*/ 8690 h 10000"/>
              <a:gd name="connsiteX113-8783" fmla="*/ 537 w 10000"/>
              <a:gd name="connsiteY113-8784" fmla="*/ 8586 h 10000"/>
              <a:gd name="connsiteX114-8785" fmla="*/ 621 w 10000"/>
              <a:gd name="connsiteY114-8786" fmla="*/ 8462 h 10000"/>
              <a:gd name="connsiteX115-8787" fmla="*/ 721 w 10000"/>
              <a:gd name="connsiteY115-8788" fmla="*/ 8358 h 10000"/>
              <a:gd name="connsiteX116-8789" fmla="*/ 889 w 10000"/>
              <a:gd name="connsiteY116-8790" fmla="*/ 8254 h 10000"/>
              <a:gd name="connsiteX117-8791" fmla="*/ 1073 w 10000"/>
              <a:gd name="connsiteY117-8792" fmla="*/ 8025 h 10000"/>
              <a:gd name="connsiteX118-8793" fmla="*/ 1158 w 10000"/>
              <a:gd name="connsiteY118-8794" fmla="*/ 7921 h 10000"/>
              <a:gd name="connsiteX119-8795" fmla="*/ 1342 w 10000"/>
              <a:gd name="connsiteY119-8796" fmla="*/ 7692 h 10000"/>
              <a:gd name="connsiteX120-8797" fmla="*/ 1510 w 10000"/>
              <a:gd name="connsiteY120-8798" fmla="*/ 7484 h 10000"/>
              <a:gd name="connsiteX121-8799" fmla="*/ 1510 w 10000"/>
              <a:gd name="connsiteY121-8800" fmla="*/ 7484 h 10000"/>
              <a:gd name="connsiteX0-8801" fmla="*/ 1510 w 6208"/>
              <a:gd name="connsiteY0-8802" fmla="*/ 7484 h 10000"/>
              <a:gd name="connsiteX1-8803" fmla="*/ 1695 w 6208"/>
              <a:gd name="connsiteY1-8804" fmla="*/ 7152 h 10000"/>
              <a:gd name="connsiteX2-8805" fmla="*/ 1946 w 6208"/>
              <a:gd name="connsiteY2-8806" fmla="*/ 6819 h 10000"/>
              <a:gd name="connsiteX3-8807" fmla="*/ 2131 w 6208"/>
              <a:gd name="connsiteY3-8808" fmla="*/ 6486 h 10000"/>
              <a:gd name="connsiteX4-8809" fmla="*/ 2399 w 6208"/>
              <a:gd name="connsiteY4-8810" fmla="*/ 6050 h 10000"/>
              <a:gd name="connsiteX5-8811" fmla="*/ 2667 w 6208"/>
              <a:gd name="connsiteY5-8812" fmla="*/ 5509 h 10000"/>
              <a:gd name="connsiteX6-8813" fmla="*/ 2936 w 6208"/>
              <a:gd name="connsiteY6-8814" fmla="*/ 4948 h 10000"/>
              <a:gd name="connsiteX7-8815" fmla="*/ 3188 w 6208"/>
              <a:gd name="connsiteY7-8816" fmla="*/ 4304 h 10000"/>
              <a:gd name="connsiteX8-8817" fmla="*/ 3540 w 6208"/>
              <a:gd name="connsiteY8-8818" fmla="*/ 3638 h 10000"/>
              <a:gd name="connsiteX9-8819" fmla="*/ 3809 w 6208"/>
              <a:gd name="connsiteY9-8820" fmla="*/ 2973 h 10000"/>
              <a:gd name="connsiteX10-8821" fmla="*/ 4077 w 6208"/>
              <a:gd name="connsiteY10-8822" fmla="*/ 2432 h 10000"/>
              <a:gd name="connsiteX11-8823" fmla="*/ 4262 w 6208"/>
              <a:gd name="connsiteY11-8824" fmla="*/ 1871 h 10000"/>
              <a:gd name="connsiteX12-8825" fmla="*/ 4429 w 6208"/>
              <a:gd name="connsiteY12-8826" fmla="*/ 1435 h 10000"/>
              <a:gd name="connsiteX13-8827" fmla="*/ 4514 w 6208"/>
              <a:gd name="connsiteY13-8828" fmla="*/ 1102 h 10000"/>
              <a:gd name="connsiteX14-8829" fmla="*/ 4614 w 6208"/>
              <a:gd name="connsiteY14-8830" fmla="*/ 769 h 10000"/>
              <a:gd name="connsiteX15-8831" fmla="*/ 4614 w 6208"/>
              <a:gd name="connsiteY15-8832" fmla="*/ 665 h 10000"/>
              <a:gd name="connsiteX16-8833" fmla="*/ 4614 w 6208"/>
              <a:gd name="connsiteY16-8834" fmla="*/ 437 h 10000"/>
              <a:gd name="connsiteX17-8835" fmla="*/ 4514 w 6208"/>
              <a:gd name="connsiteY17-8836" fmla="*/ 437 h 10000"/>
              <a:gd name="connsiteX18-8837" fmla="*/ 4514 w 6208"/>
              <a:gd name="connsiteY18-8838" fmla="*/ 333 h 10000"/>
              <a:gd name="connsiteX19-8839" fmla="*/ 4429 w 6208"/>
              <a:gd name="connsiteY19-8840" fmla="*/ 229 h 10000"/>
              <a:gd name="connsiteX20-8841" fmla="*/ 4429 w 6208"/>
              <a:gd name="connsiteY20-8842" fmla="*/ 229 h 10000"/>
              <a:gd name="connsiteX21-8843" fmla="*/ 4429 w 6208"/>
              <a:gd name="connsiteY21-8844" fmla="*/ 125 h 10000"/>
              <a:gd name="connsiteX22-8845" fmla="*/ 4429 w 6208"/>
              <a:gd name="connsiteY22-8846" fmla="*/ 0 h 10000"/>
              <a:gd name="connsiteX23-8847" fmla="*/ 4514 w 6208"/>
              <a:gd name="connsiteY23-8848" fmla="*/ 0 h 10000"/>
              <a:gd name="connsiteX24-8849" fmla="*/ 4698 w 6208"/>
              <a:gd name="connsiteY24-8850" fmla="*/ 0 h 10000"/>
              <a:gd name="connsiteX25-8851" fmla="*/ 4882 w 6208"/>
              <a:gd name="connsiteY25-8852" fmla="*/ 0 h 10000"/>
              <a:gd name="connsiteX26-8853" fmla="*/ 5134 w 6208"/>
              <a:gd name="connsiteY26-8854" fmla="*/ 0 h 10000"/>
              <a:gd name="connsiteX27-8855" fmla="*/ 5318 w 6208"/>
              <a:gd name="connsiteY27-8856" fmla="*/ 125 h 10000"/>
              <a:gd name="connsiteX28-8857" fmla="*/ 5587 w 6208"/>
              <a:gd name="connsiteY28-8858" fmla="*/ 229 h 10000"/>
              <a:gd name="connsiteX29-8859" fmla="*/ 5755 w 6208"/>
              <a:gd name="connsiteY29-8860" fmla="*/ 333 h 10000"/>
              <a:gd name="connsiteX30-8861" fmla="*/ 5940 w 6208"/>
              <a:gd name="connsiteY30-8862" fmla="*/ 437 h 10000"/>
              <a:gd name="connsiteX31-8863" fmla="*/ 6108 w 6208"/>
              <a:gd name="connsiteY31-8864" fmla="*/ 665 h 10000"/>
              <a:gd name="connsiteX32-8865" fmla="*/ 6208 w 6208"/>
              <a:gd name="connsiteY32-8866" fmla="*/ 769 h 10000"/>
              <a:gd name="connsiteX33-8867" fmla="*/ 6208 w 6208"/>
              <a:gd name="connsiteY33-8868" fmla="*/ 894 h 10000"/>
              <a:gd name="connsiteX34-8869" fmla="*/ 6208 w 6208"/>
              <a:gd name="connsiteY34-8870" fmla="*/ 998 h 10000"/>
              <a:gd name="connsiteX35-8871" fmla="*/ 6208 w 6208"/>
              <a:gd name="connsiteY35-8872" fmla="*/ 1206 h 10000"/>
              <a:gd name="connsiteX36-8873" fmla="*/ 6108 w 6208"/>
              <a:gd name="connsiteY36-8874" fmla="*/ 1331 h 10000"/>
              <a:gd name="connsiteX37-8875" fmla="*/ 6023 w 6208"/>
              <a:gd name="connsiteY37-8876" fmla="*/ 1538 h 10000"/>
              <a:gd name="connsiteX38-8877" fmla="*/ 5856 w 6208"/>
              <a:gd name="connsiteY38-8878" fmla="*/ 1767 h 10000"/>
              <a:gd name="connsiteX39-8879" fmla="*/ 5671 w 6208"/>
              <a:gd name="connsiteY39-8880" fmla="*/ 1975 h 10000"/>
              <a:gd name="connsiteX40-8881" fmla="*/ 5587 w 6208"/>
              <a:gd name="connsiteY40-8882" fmla="*/ 2204 h 10000"/>
              <a:gd name="connsiteX41-8883" fmla="*/ 5403 w 6208"/>
              <a:gd name="connsiteY41-8884" fmla="*/ 2432 h 10000"/>
              <a:gd name="connsiteX42-8885" fmla="*/ 5235 w 6208"/>
              <a:gd name="connsiteY42-8886" fmla="*/ 2744 h 10000"/>
              <a:gd name="connsiteX43-8887" fmla="*/ 5050 w 6208"/>
              <a:gd name="connsiteY43-8888" fmla="*/ 3077 h 10000"/>
              <a:gd name="connsiteX44-8889" fmla="*/ 4782 w 6208"/>
              <a:gd name="connsiteY44-8890" fmla="*/ 3514 h 10000"/>
              <a:gd name="connsiteX45-8891" fmla="*/ 4614 w 6208"/>
              <a:gd name="connsiteY45-8892" fmla="*/ 3971 h 10000"/>
              <a:gd name="connsiteX46-8893" fmla="*/ 4346 w 6208"/>
              <a:gd name="connsiteY46-8894" fmla="*/ 4407 h 10000"/>
              <a:gd name="connsiteX47-8895" fmla="*/ 3993 w 6208"/>
              <a:gd name="connsiteY47-8896" fmla="*/ 4948 h 10000"/>
              <a:gd name="connsiteX48-8897" fmla="*/ 3724 w 6208"/>
              <a:gd name="connsiteY48-8898" fmla="*/ 5385 h 10000"/>
              <a:gd name="connsiteX49-8899" fmla="*/ 3540 w 6208"/>
              <a:gd name="connsiteY49-8900" fmla="*/ 5842 h 10000"/>
              <a:gd name="connsiteX50-8901" fmla="*/ 3289 w 6208"/>
              <a:gd name="connsiteY50-8902" fmla="*/ 6279 h 10000"/>
              <a:gd name="connsiteX51-8903" fmla="*/ 3020 w 6208"/>
              <a:gd name="connsiteY51-8904" fmla="*/ 6611 h 10000"/>
              <a:gd name="connsiteX52-8905" fmla="*/ 2835 w 6208"/>
              <a:gd name="connsiteY52-8906" fmla="*/ 6923 h 10000"/>
              <a:gd name="connsiteX53-8907" fmla="*/ 2667 w 6208"/>
              <a:gd name="connsiteY53-8908" fmla="*/ 7256 h 10000"/>
              <a:gd name="connsiteX54-8909" fmla="*/ 2483 w 6208"/>
              <a:gd name="connsiteY54-8910" fmla="*/ 7484 h 10000"/>
              <a:gd name="connsiteX55-8911" fmla="*/ 2315 w 6208"/>
              <a:gd name="connsiteY55-8912" fmla="*/ 7692 h 10000"/>
              <a:gd name="connsiteX56-8913" fmla="*/ 2131 w 6208"/>
              <a:gd name="connsiteY56-8914" fmla="*/ 7921 h 10000"/>
              <a:gd name="connsiteX57-8915" fmla="*/ 2047 w 6208"/>
              <a:gd name="connsiteY57-8916" fmla="*/ 8150 h 10000"/>
              <a:gd name="connsiteX58-8917" fmla="*/ 1946 w 6208"/>
              <a:gd name="connsiteY58-8918" fmla="*/ 8254 h 10000"/>
              <a:gd name="connsiteX59-8919" fmla="*/ 1863 w 6208"/>
              <a:gd name="connsiteY59-8920" fmla="*/ 8358 h 10000"/>
              <a:gd name="connsiteX60-8921" fmla="*/ 1778 w 6208"/>
              <a:gd name="connsiteY60-8922" fmla="*/ 8462 h 10000"/>
              <a:gd name="connsiteX61-8923" fmla="*/ 1778 w 6208"/>
              <a:gd name="connsiteY61-8924" fmla="*/ 8586 h 10000"/>
              <a:gd name="connsiteX62-8925" fmla="*/ 1778 w 6208"/>
              <a:gd name="connsiteY62-8926" fmla="*/ 8586 h 10000"/>
              <a:gd name="connsiteX63-8927" fmla="*/ 1863 w 6208"/>
              <a:gd name="connsiteY63-8928" fmla="*/ 8586 h 10000"/>
              <a:gd name="connsiteX64-8929" fmla="*/ 1946 w 6208"/>
              <a:gd name="connsiteY64-8930" fmla="*/ 8690 h 10000"/>
              <a:gd name="connsiteX65-8931" fmla="*/ 2047 w 6208"/>
              <a:gd name="connsiteY65-8932" fmla="*/ 8690 h 10000"/>
              <a:gd name="connsiteX66-8933" fmla="*/ 2215 w 6208"/>
              <a:gd name="connsiteY66-8934" fmla="*/ 8690 h 10000"/>
              <a:gd name="connsiteX67-8935" fmla="*/ 2315 w 6208"/>
              <a:gd name="connsiteY67-8936" fmla="*/ 8586 h 10000"/>
              <a:gd name="connsiteX68-8937" fmla="*/ 2399 w 6208"/>
              <a:gd name="connsiteY68-8938" fmla="*/ 8586 h 10000"/>
              <a:gd name="connsiteX69-8939" fmla="*/ 2567 w 6208"/>
              <a:gd name="connsiteY69-8940" fmla="*/ 8586 h 10000"/>
              <a:gd name="connsiteX70-8941" fmla="*/ 2752 w 6208"/>
              <a:gd name="connsiteY70-8942" fmla="*/ 8586 h 10000"/>
              <a:gd name="connsiteX71-8943" fmla="*/ 2936 w 6208"/>
              <a:gd name="connsiteY71-8944" fmla="*/ 8462 h 10000"/>
              <a:gd name="connsiteX72-8945" fmla="*/ 3104 w 6208"/>
              <a:gd name="connsiteY72-8946" fmla="*/ 8462 h 10000"/>
              <a:gd name="connsiteX73-8947" fmla="*/ 3372 w 6208"/>
              <a:gd name="connsiteY73-8948" fmla="*/ 8462 h 10000"/>
              <a:gd name="connsiteX74-8949" fmla="*/ 3641 w 6208"/>
              <a:gd name="connsiteY74-8950" fmla="*/ 8462 h 10000"/>
              <a:gd name="connsiteX75-8951" fmla="*/ 3993 w 6208"/>
              <a:gd name="connsiteY75-8952" fmla="*/ 8358 h 10000"/>
              <a:gd name="connsiteX76-8953" fmla="*/ 4346 w 6208"/>
              <a:gd name="connsiteY76-8954" fmla="*/ 8358 h 10000"/>
              <a:gd name="connsiteX77-8955" fmla="*/ 4698 w 6208"/>
              <a:gd name="connsiteY77-8956" fmla="*/ 8358 h 10000"/>
              <a:gd name="connsiteX78-8957" fmla="*/ 5050 w 6208"/>
              <a:gd name="connsiteY78-8958" fmla="*/ 8254 h 10000"/>
              <a:gd name="connsiteX79-8959" fmla="*/ 5486 w 6208"/>
              <a:gd name="connsiteY79-8960" fmla="*/ 8150 h 10000"/>
              <a:gd name="connsiteX80-8961" fmla="*/ 5940 w 6208"/>
              <a:gd name="connsiteY80-8962" fmla="*/ 8150 h 10000"/>
              <a:gd name="connsiteX81-8963" fmla="*/ 5755 w 6208"/>
              <a:gd name="connsiteY81-8964" fmla="*/ 8794 h 10000"/>
              <a:gd name="connsiteX82-8965" fmla="*/ 4966 w 6208"/>
              <a:gd name="connsiteY82-8966" fmla="*/ 8919 h 10000"/>
              <a:gd name="connsiteX83-8967" fmla="*/ 4262 w 6208"/>
              <a:gd name="connsiteY83-8968" fmla="*/ 9023 h 10000"/>
              <a:gd name="connsiteX84-8969" fmla="*/ 3540 w 6208"/>
              <a:gd name="connsiteY84-8970" fmla="*/ 9127 h 10000"/>
              <a:gd name="connsiteX85-8971" fmla="*/ 3188 w 6208"/>
              <a:gd name="connsiteY85-8972" fmla="*/ 9127 h 10000"/>
              <a:gd name="connsiteX86-8973" fmla="*/ 2936 w 6208"/>
              <a:gd name="connsiteY86-8974" fmla="*/ 9231 h 10000"/>
              <a:gd name="connsiteX87-8975" fmla="*/ 2567 w 6208"/>
              <a:gd name="connsiteY87-8976" fmla="*/ 9356 h 10000"/>
              <a:gd name="connsiteX88-8977" fmla="*/ 2315 w 6208"/>
              <a:gd name="connsiteY88-8978" fmla="*/ 9356 h 10000"/>
              <a:gd name="connsiteX89-8979" fmla="*/ 2131 w 6208"/>
              <a:gd name="connsiteY89-8980" fmla="*/ 9459 h 10000"/>
              <a:gd name="connsiteX90-8981" fmla="*/ 1863 w 6208"/>
              <a:gd name="connsiteY90-8982" fmla="*/ 9459 h 10000"/>
              <a:gd name="connsiteX91-8983" fmla="*/ 1695 w 6208"/>
              <a:gd name="connsiteY91-8984" fmla="*/ 9563 h 10000"/>
              <a:gd name="connsiteX92-8985" fmla="*/ 1426 w 6208"/>
              <a:gd name="connsiteY92-8986" fmla="*/ 9688 h 10000"/>
              <a:gd name="connsiteX93-8987" fmla="*/ 1241 w 6208"/>
              <a:gd name="connsiteY93-8988" fmla="*/ 9688 h 10000"/>
              <a:gd name="connsiteX94-8989" fmla="*/ 1158 w 6208"/>
              <a:gd name="connsiteY94-8990" fmla="*/ 9792 h 10000"/>
              <a:gd name="connsiteX95-8991" fmla="*/ 974 w 6208"/>
              <a:gd name="connsiteY95-8992" fmla="*/ 9792 h 10000"/>
              <a:gd name="connsiteX96-8993" fmla="*/ 889 w 6208"/>
              <a:gd name="connsiteY96-8994" fmla="*/ 9896 h 10000"/>
              <a:gd name="connsiteX97-8995" fmla="*/ 806 w 6208"/>
              <a:gd name="connsiteY97-8996" fmla="*/ 9896 h 10000"/>
              <a:gd name="connsiteX98-8997" fmla="*/ 721 w 6208"/>
              <a:gd name="connsiteY98-8998" fmla="*/ 9896 h 10000"/>
              <a:gd name="connsiteX99-8999" fmla="*/ 537 w 6208"/>
              <a:gd name="connsiteY99-9000" fmla="*/ 10000 h 10000"/>
              <a:gd name="connsiteX100-9001" fmla="*/ 453 w 6208"/>
              <a:gd name="connsiteY100-9002" fmla="*/ 9896 h 10000"/>
              <a:gd name="connsiteX101-9003" fmla="*/ 369 w 6208"/>
              <a:gd name="connsiteY101-9004" fmla="*/ 9896 h 10000"/>
              <a:gd name="connsiteX102-9005" fmla="*/ 269 w 6208"/>
              <a:gd name="connsiteY102-9006" fmla="*/ 9792 h 10000"/>
              <a:gd name="connsiteX103-9007" fmla="*/ 184 w 6208"/>
              <a:gd name="connsiteY103-9008" fmla="*/ 9563 h 10000"/>
              <a:gd name="connsiteX104-9009" fmla="*/ 101 w 6208"/>
              <a:gd name="connsiteY104-9010" fmla="*/ 9356 h 10000"/>
              <a:gd name="connsiteX105-9011" fmla="*/ 0 w 6208"/>
              <a:gd name="connsiteY105-9012" fmla="*/ 9231 h 10000"/>
              <a:gd name="connsiteX106-9013" fmla="*/ 0 w 6208"/>
              <a:gd name="connsiteY106-9014" fmla="*/ 9127 h 10000"/>
              <a:gd name="connsiteX107-9015" fmla="*/ 0 w 6208"/>
              <a:gd name="connsiteY107-9016" fmla="*/ 9023 h 10000"/>
              <a:gd name="connsiteX108-9017" fmla="*/ 0 w 6208"/>
              <a:gd name="connsiteY108-9018" fmla="*/ 9023 h 10000"/>
              <a:gd name="connsiteX109-9019" fmla="*/ 101 w 6208"/>
              <a:gd name="connsiteY109-9020" fmla="*/ 8919 h 10000"/>
              <a:gd name="connsiteX110-9021" fmla="*/ 184 w 6208"/>
              <a:gd name="connsiteY110-9022" fmla="*/ 8794 h 10000"/>
              <a:gd name="connsiteX111-9023" fmla="*/ 369 w 6208"/>
              <a:gd name="connsiteY111-9024" fmla="*/ 8690 h 10000"/>
              <a:gd name="connsiteX112-9025" fmla="*/ 537 w 6208"/>
              <a:gd name="connsiteY112-9026" fmla="*/ 8586 h 10000"/>
              <a:gd name="connsiteX113-9027" fmla="*/ 621 w 6208"/>
              <a:gd name="connsiteY113-9028" fmla="*/ 8462 h 10000"/>
              <a:gd name="connsiteX114-9029" fmla="*/ 721 w 6208"/>
              <a:gd name="connsiteY114-9030" fmla="*/ 8358 h 10000"/>
              <a:gd name="connsiteX115-9031" fmla="*/ 889 w 6208"/>
              <a:gd name="connsiteY115-9032" fmla="*/ 8254 h 10000"/>
              <a:gd name="connsiteX116-9033" fmla="*/ 1073 w 6208"/>
              <a:gd name="connsiteY116-9034" fmla="*/ 8025 h 10000"/>
              <a:gd name="connsiteX117-9035" fmla="*/ 1158 w 6208"/>
              <a:gd name="connsiteY117-9036" fmla="*/ 7921 h 10000"/>
              <a:gd name="connsiteX118-9037" fmla="*/ 1342 w 6208"/>
              <a:gd name="connsiteY118-9038" fmla="*/ 7692 h 10000"/>
              <a:gd name="connsiteX119-9039" fmla="*/ 1510 w 6208"/>
              <a:gd name="connsiteY119-9040" fmla="*/ 7484 h 10000"/>
              <a:gd name="connsiteX120-9041" fmla="*/ 1510 w 6208"/>
              <a:gd name="connsiteY120-9042" fmla="*/ 7484 h 10000"/>
              <a:gd name="connsiteX0-9043" fmla="*/ 2432 w 10000"/>
              <a:gd name="connsiteY0-9044" fmla="*/ 7484 h 10000"/>
              <a:gd name="connsiteX1-9045" fmla="*/ 2730 w 10000"/>
              <a:gd name="connsiteY1-9046" fmla="*/ 7152 h 10000"/>
              <a:gd name="connsiteX2-9047" fmla="*/ 3135 w 10000"/>
              <a:gd name="connsiteY2-9048" fmla="*/ 6819 h 10000"/>
              <a:gd name="connsiteX3-9049" fmla="*/ 3433 w 10000"/>
              <a:gd name="connsiteY3-9050" fmla="*/ 6486 h 10000"/>
              <a:gd name="connsiteX4-9051" fmla="*/ 3864 w 10000"/>
              <a:gd name="connsiteY4-9052" fmla="*/ 6050 h 10000"/>
              <a:gd name="connsiteX5-9053" fmla="*/ 4296 w 10000"/>
              <a:gd name="connsiteY5-9054" fmla="*/ 5509 h 10000"/>
              <a:gd name="connsiteX6-9055" fmla="*/ 4729 w 10000"/>
              <a:gd name="connsiteY6-9056" fmla="*/ 4948 h 10000"/>
              <a:gd name="connsiteX7-9057" fmla="*/ 5135 w 10000"/>
              <a:gd name="connsiteY7-9058" fmla="*/ 4304 h 10000"/>
              <a:gd name="connsiteX8-9059" fmla="*/ 5702 w 10000"/>
              <a:gd name="connsiteY8-9060" fmla="*/ 3638 h 10000"/>
              <a:gd name="connsiteX9-9061" fmla="*/ 6136 w 10000"/>
              <a:gd name="connsiteY9-9062" fmla="*/ 2973 h 10000"/>
              <a:gd name="connsiteX10-9063" fmla="*/ 6567 w 10000"/>
              <a:gd name="connsiteY10-9064" fmla="*/ 2432 h 10000"/>
              <a:gd name="connsiteX11-9065" fmla="*/ 6865 w 10000"/>
              <a:gd name="connsiteY11-9066" fmla="*/ 1871 h 10000"/>
              <a:gd name="connsiteX12-9067" fmla="*/ 7134 w 10000"/>
              <a:gd name="connsiteY12-9068" fmla="*/ 1435 h 10000"/>
              <a:gd name="connsiteX13-9069" fmla="*/ 7271 w 10000"/>
              <a:gd name="connsiteY13-9070" fmla="*/ 1102 h 10000"/>
              <a:gd name="connsiteX14-9071" fmla="*/ 7432 w 10000"/>
              <a:gd name="connsiteY14-9072" fmla="*/ 769 h 10000"/>
              <a:gd name="connsiteX15-9073" fmla="*/ 7432 w 10000"/>
              <a:gd name="connsiteY15-9074" fmla="*/ 665 h 10000"/>
              <a:gd name="connsiteX16-9075" fmla="*/ 7432 w 10000"/>
              <a:gd name="connsiteY16-9076" fmla="*/ 437 h 10000"/>
              <a:gd name="connsiteX17-9077" fmla="*/ 7271 w 10000"/>
              <a:gd name="connsiteY17-9078" fmla="*/ 437 h 10000"/>
              <a:gd name="connsiteX18-9079" fmla="*/ 7271 w 10000"/>
              <a:gd name="connsiteY18-9080" fmla="*/ 333 h 10000"/>
              <a:gd name="connsiteX19-9081" fmla="*/ 7134 w 10000"/>
              <a:gd name="connsiteY19-9082" fmla="*/ 229 h 10000"/>
              <a:gd name="connsiteX20-9083" fmla="*/ 7134 w 10000"/>
              <a:gd name="connsiteY20-9084" fmla="*/ 229 h 10000"/>
              <a:gd name="connsiteX21-9085" fmla="*/ 7134 w 10000"/>
              <a:gd name="connsiteY21-9086" fmla="*/ 125 h 10000"/>
              <a:gd name="connsiteX22-9087" fmla="*/ 7134 w 10000"/>
              <a:gd name="connsiteY22-9088" fmla="*/ 0 h 10000"/>
              <a:gd name="connsiteX23-9089" fmla="*/ 7271 w 10000"/>
              <a:gd name="connsiteY23-9090" fmla="*/ 0 h 10000"/>
              <a:gd name="connsiteX24-9091" fmla="*/ 7568 w 10000"/>
              <a:gd name="connsiteY24-9092" fmla="*/ 0 h 10000"/>
              <a:gd name="connsiteX25-9093" fmla="*/ 7864 w 10000"/>
              <a:gd name="connsiteY25-9094" fmla="*/ 0 h 10000"/>
              <a:gd name="connsiteX26-9095" fmla="*/ 8270 w 10000"/>
              <a:gd name="connsiteY26-9096" fmla="*/ 0 h 10000"/>
              <a:gd name="connsiteX27-9097" fmla="*/ 8566 w 10000"/>
              <a:gd name="connsiteY27-9098" fmla="*/ 125 h 10000"/>
              <a:gd name="connsiteX28-9099" fmla="*/ 9000 w 10000"/>
              <a:gd name="connsiteY28-9100" fmla="*/ 229 h 10000"/>
              <a:gd name="connsiteX29-9101" fmla="*/ 9270 w 10000"/>
              <a:gd name="connsiteY29-9102" fmla="*/ 333 h 10000"/>
              <a:gd name="connsiteX30-9103" fmla="*/ 9568 w 10000"/>
              <a:gd name="connsiteY30-9104" fmla="*/ 437 h 10000"/>
              <a:gd name="connsiteX31-9105" fmla="*/ 9839 w 10000"/>
              <a:gd name="connsiteY31-9106" fmla="*/ 665 h 10000"/>
              <a:gd name="connsiteX32-9107" fmla="*/ 10000 w 10000"/>
              <a:gd name="connsiteY32-9108" fmla="*/ 769 h 10000"/>
              <a:gd name="connsiteX33-9109" fmla="*/ 10000 w 10000"/>
              <a:gd name="connsiteY33-9110" fmla="*/ 894 h 10000"/>
              <a:gd name="connsiteX34-9111" fmla="*/ 10000 w 10000"/>
              <a:gd name="connsiteY34-9112" fmla="*/ 998 h 10000"/>
              <a:gd name="connsiteX35-9113" fmla="*/ 10000 w 10000"/>
              <a:gd name="connsiteY35-9114" fmla="*/ 1206 h 10000"/>
              <a:gd name="connsiteX36-9115" fmla="*/ 9839 w 10000"/>
              <a:gd name="connsiteY36-9116" fmla="*/ 1331 h 10000"/>
              <a:gd name="connsiteX37-9117" fmla="*/ 9702 w 10000"/>
              <a:gd name="connsiteY37-9118" fmla="*/ 1538 h 10000"/>
              <a:gd name="connsiteX38-9119" fmla="*/ 9433 w 10000"/>
              <a:gd name="connsiteY38-9120" fmla="*/ 1767 h 10000"/>
              <a:gd name="connsiteX39-9121" fmla="*/ 9135 w 10000"/>
              <a:gd name="connsiteY39-9122" fmla="*/ 1975 h 10000"/>
              <a:gd name="connsiteX40-9123" fmla="*/ 9000 w 10000"/>
              <a:gd name="connsiteY40-9124" fmla="*/ 2204 h 10000"/>
              <a:gd name="connsiteX41-9125" fmla="*/ 8703 w 10000"/>
              <a:gd name="connsiteY41-9126" fmla="*/ 2432 h 10000"/>
              <a:gd name="connsiteX42-9127" fmla="*/ 8433 w 10000"/>
              <a:gd name="connsiteY42-9128" fmla="*/ 2744 h 10000"/>
              <a:gd name="connsiteX43-9129" fmla="*/ 8135 w 10000"/>
              <a:gd name="connsiteY43-9130" fmla="*/ 3077 h 10000"/>
              <a:gd name="connsiteX44-9131" fmla="*/ 7703 w 10000"/>
              <a:gd name="connsiteY44-9132" fmla="*/ 3514 h 10000"/>
              <a:gd name="connsiteX45-9133" fmla="*/ 7432 w 10000"/>
              <a:gd name="connsiteY45-9134" fmla="*/ 3971 h 10000"/>
              <a:gd name="connsiteX46-9135" fmla="*/ 7001 w 10000"/>
              <a:gd name="connsiteY46-9136" fmla="*/ 4407 h 10000"/>
              <a:gd name="connsiteX47-9137" fmla="*/ 6432 w 10000"/>
              <a:gd name="connsiteY47-9138" fmla="*/ 4948 h 10000"/>
              <a:gd name="connsiteX48-9139" fmla="*/ 5999 w 10000"/>
              <a:gd name="connsiteY48-9140" fmla="*/ 5385 h 10000"/>
              <a:gd name="connsiteX49-9141" fmla="*/ 5702 w 10000"/>
              <a:gd name="connsiteY49-9142" fmla="*/ 5842 h 10000"/>
              <a:gd name="connsiteX50-9143" fmla="*/ 5298 w 10000"/>
              <a:gd name="connsiteY50-9144" fmla="*/ 6279 h 10000"/>
              <a:gd name="connsiteX51-9145" fmla="*/ 4865 w 10000"/>
              <a:gd name="connsiteY51-9146" fmla="*/ 6611 h 10000"/>
              <a:gd name="connsiteX52-9147" fmla="*/ 4567 w 10000"/>
              <a:gd name="connsiteY52-9148" fmla="*/ 6923 h 10000"/>
              <a:gd name="connsiteX53-9149" fmla="*/ 4296 w 10000"/>
              <a:gd name="connsiteY53-9150" fmla="*/ 7256 h 10000"/>
              <a:gd name="connsiteX54-9151" fmla="*/ 4000 w 10000"/>
              <a:gd name="connsiteY54-9152" fmla="*/ 7484 h 10000"/>
              <a:gd name="connsiteX55-9153" fmla="*/ 3729 w 10000"/>
              <a:gd name="connsiteY55-9154" fmla="*/ 7692 h 10000"/>
              <a:gd name="connsiteX56-9155" fmla="*/ 3433 w 10000"/>
              <a:gd name="connsiteY56-9156" fmla="*/ 7921 h 10000"/>
              <a:gd name="connsiteX57-9157" fmla="*/ 3297 w 10000"/>
              <a:gd name="connsiteY57-9158" fmla="*/ 8150 h 10000"/>
              <a:gd name="connsiteX58-9159" fmla="*/ 3135 w 10000"/>
              <a:gd name="connsiteY58-9160" fmla="*/ 8254 h 10000"/>
              <a:gd name="connsiteX59-9161" fmla="*/ 3001 w 10000"/>
              <a:gd name="connsiteY59-9162" fmla="*/ 8358 h 10000"/>
              <a:gd name="connsiteX60-9163" fmla="*/ 2864 w 10000"/>
              <a:gd name="connsiteY60-9164" fmla="*/ 8462 h 10000"/>
              <a:gd name="connsiteX61-9165" fmla="*/ 2864 w 10000"/>
              <a:gd name="connsiteY61-9166" fmla="*/ 8586 h 10000"/>
              <a:gd name="connsiteX62-9167" fmla="*/ 2864 w 10000"/>
              <a:gd name="connsiteY62-9168" fmla="*/ 8586 h 10000"/>
              <a:gd name="connsiteX63-9169" fmla="*/ 3001 w 10000"/>
              <a:gd name="connsiteY63-9170" fmla="*/ 8586 h 10000"/>
              <a:gd name="connsiteX64-9171" fmla="*/ 3135 w 10000"/>
              <a:gd name="connsiteY64-9172" fmla="*/ 8690 h 10000"/>
              <a:gd name="connsiteX65-9173" fmla="*/ 3297 w 10000"/>
              <a:gd name="connsiteY65-9174" fmla="*/ 8690 h 10000"/>
              <a:gd name="connsiteX66-9175" fmla="*/ 3568 w 10000"/>
              <a:gd name="connsiteY66-9176" fmla="*/ 8690 h 10000"/>
              <a:gd name="connsiteX67-9177" fmla="*/ 3729 w 10000"/>
              <a:gd name="connsiteY67-9178" fmla="*/ 8586 h 10000"/>
              <a:gd name="connsiteX68-9179" fmla="*/ 3864 w 10000"/>
              <a:gd name="connsiteY68-9180" fmla="*/ 8586 h 10000"/>
              <a:gd name="connsiteX69-9181" fmla="*/ 4135 w 10000"/>
              <a:gd name="connsiteY69-9182" fmla="*/ 8586 h 10000"/>
              <a:gd name="connsiteX70-9183" fmla="*/ 4433 w 10000"/>
              <a:gd name="connsiteY70-9184" fmla="*/ 8586 h 10000"/>
              <a:gd name="connsiteX71-9185" fmla="*/ 4729 w 10000"/>
              <a:gd name="connsiteY71-9186" fmla="*/ 8462 h 10000"/>
              <a:gd name="connsiteX72-9187" fmla="*/ 5000 w 10000"/>
              <a:gd name="connsiteY72-9188" fmla="*/ 8462 h 10000"/>
              <a:gd name="connsiteX73-9189" fmla="*/ 5432 w 10000"/>
              <a:gd name="connsiteY73-9190" fmla="*/ 8462 h 10000"/>
              <a:gd name="connsiteX74-9191" fmla="*/ 5865 w 10000"/>
              <a:gd name="connsiteY74-9192" fmla="*/ 8462 h 10000"/>
              <a:gd name="connsiteX75-9193" fmla="*/ 6432 w 10000"/>
              <a:gd name="connsiteY75-9194" fmla="*/ 8358 h 10000"/>
              <a:gd name="connsiteX76-9195" fmla="*/ 7001 w 10000"/>
              <a:gd name="connsiteY76-9196" fmla="*/ 8358 h 10000"/>
              <a:gd name="connsiteX77-9197" fmla="*/ 7568 w 10000"/>
              <a:gd name="connsiteY77-9198" fmla="*/ 8358 h 10000"/>
              <a:gd name="connsiteX78-9199" fmla="*/ 8135 w 10000"/>
              <a:gd name="connsiteY78-9200" fmla="*/ 8254 h 10000"/>
              <a:gd name="connsiteX79-9201" fmla="*/ 8837 w 10000"/>
              <a:gd name="connsiteY79-9202" fmla="*/ 8150 h 10000"/>
              <a:gd name="connsiteX80-9203" fmla="*/ 9568 w 10000"/>
              <a:gd name="connsiteY80-9204" fmla="*/ 8150 h 10000"/>
              <a:gd name="connsiteX81-9205" fmla="*/ 7999 w 10000"/>
              <a:gd name="connsiteY81-9206" fmla="*/ 8919 h 10000"/>
              <a:gd name="connsiteX82-9207" fmla="*/ 6865 w 10000"/>
              <a:gd name="connsiteY82-9208" fmla="*/ 9023 h 10000"/>
              <a:gd name="connsiteX83-9209" fmla="*/ 5702 w 10000"/>
              <a:gd name="connsiteY83-9210" fmla="*/ 9127 h 10000"/>
              <a:gd name="connsiteX84-9211" fmla="*/ 5135 w 10000"/>
              <a:gd name="connsiteY84-9212" fmla="*/ 9127 h 10000"/>
              <a:gd name="connsiteX85-9213" fmla="*/ 4729 w 10000"/>
              <a:gd name="connsiteY85-9214" fmla="*/ 9231 h 10000"/>
              <a:gd name="connsiteX86-9215" fmla="*/ 4135 w 10000"/>
              <a:gd name="connsiteY86-9216" fmla="*/ 9356 h 10000"/>
              <a:gd name="connsiteX87-9217" fmla="*/ 3729 w 10000"/>
              <a:gd name="connsiteY87-9218" fmla="*/ 9356 h 10000"/>
              <a:gd name="connsiteX88-9219" fmla="*/ 3433 w 10000"/>
              <a:gd name="connsiteY88-9220" fmla="*/ 9459 h 10000"/>
              <a:gd name="connsiteX89-9221" fmla="*/ 3001 w 10000"/>
              <a:gd name="connsiteY89-9222" fmla="*/ 9459 h 10000"/>
              <a:gd name="connsiteX90-9223" fmla="*/ 2730 w 10000"/>
              <a:gd name="connsiteY90-9224" fmla="*/ 9563 h 10000"/>
              <a:gd name="connsiteX91-9225" fmla="*/ 2297 w 10000"/>
              <a:gd name="connsiteY91-9226" fmla="*/ 9688 h 10000"/>
              <a:gd name="connsiteX92-9227" fmla="*/ 1999 w 10000"/>
              <a:gd name="connsiteY92-9228" fmla="*/ 9688 h 10000"/>
              <a:gd name="connsiteX93-9229" fmla="*/ 1865 w 10000"/>
              <a:gd name="connsiteY93-9230" fmla="*/ 9792 h 10000"/>
              <a:gd name="connsiteX94-9231" fmla="*/ 1569 w 10000"/>
              <a:gd name="connsiteY94-9232" fmla="*/ 9792 h 10000"/>
              <a:gd name="connsiteX95-9233" fmla="*/ 1432 w 10000"/>
              <a:gd name="connsiteY95-9234" fmla="*/ 9896 h 10000"/>
              <a:gd name="connsiteX96-9235" fmla="*/ 1298 w 10000"/>
              <a:gd name="connsiteY96-9236" fmla="*/ 9896 h 10000"/>
              <a:gd name="connsiteX97-9237" fmla="*/ 1161 w 10000"/>
              <a:gd name="connsiteY97-9238" fmla="*/ 9896 h 10000"/>
              <a:gd name="connsiteX98-9239" fmla="*/ 865 w 10000"/>
              <a:gd name="connsiteY98-9240" fmla="*/ 10000 h 10000"/>
              <a:gd name="connsiteX99-9241" fmla="*/ 730 w 10000"/>
              <a:gd name="connsiteY99-9242" fmla="*/ 9896 h 10000"/>
              <a:gd name="connsiteX100-9243" fmla="*/ 594 w 10000"/>
              <a:gd name="connsiteY100-9244" fmla="*/ 9896 h 10000"/>
              <a:gd name="connsiteX101-9245" fmla="*/ 433 w 10000"/>
              <a:gd name="connsiteY101-9246" fmla="*/ 9792 h 10000"/>
              <a:gd name="connsiteX102-9247" fmla="*/ 296 w 10000"/>
              <a:gd name="connsiteY102-9248" fmla="*/ 9563 h 10000"/>
              <a:gd name="connsiteX103-9249" fmla="*/ 163 w 10000"/>
              <a:gd name="connsiteY103-9250" fmla="*/ 9356 h 10000"/>
              <a:gd name="connsiteX104-9251" fmla="*/ 0 w 10000"/>
              <a:gd name="connsiteY104-9252" fmla="*/ 9231 h 10000"/>
              <a:gd name="connsiteX105-9253" fmla="*/ 0 w 10000"/>
              <a:gd name="connsiteY105-9254" fmla="*/ 9127 h 10000"/>
              <a:gd name="connsiteX106-9255" fmla="*/ 0 w 10000"/>
              <a:gd name="connsiteY106-9256" fmla="*/ 9023 h 10000"/>
              <a:gd name="connsiteX107-9257" fmla="*/ 0 w 10000"/>
              <a:gd name="connsiteY107-9258" fmla="*/ 9023 h 10000"/>
              <a:gd name="connsiteX108-9259" fmla="*/ 163 w 10000"/>
              <a:gd name="connsiteY108-9260" fmla="*/ 8919 h 10000"/>
              <a:gd name="connsiteX109-9261" fmla="*/ 296 w 10000"/>
              <a:gd name="connsiteY109-9262" fmla="*/ 8794 h 10000"/>
              <a:gd name="connsiteX110-9263" fmla="*/ 594 w 10000"/>
              <a:gd name="connsiteY110-9264" fmla="*/ 8690 h 10000"/>
              <a:gd name="connsiteX111-9265" fmla="*/ 865 w 10000"/>
              <a:gd name="connsiteY111-9266" fmla="*/ 8586 h 10000"/>
              <a:gd name="connsiteX112-9267" fmla="*/ 1000 w 10000"/>
              <a:gd name="connsiteY112-9268" fmla="*/ 8462 h 10000"/>
              <a:gd name="connsiteX113-9269" fmla="*/ 1161 w 10000"/>
              <a:gd name="connsiteY113-9270" fmla="*/ 8358 h 10000"/>
              <a:gd name="connsiteX114-9271" fmla="*/ 1432 w 10000"/>
              <a:gd name="connsiteY114-9272" fmla="*/ 8254 h 10000"/>
              <a:gd name="connsiteX115-9273" fmla="*/ 1728 w 10000"/>
              <a:gd name="connsiteY115-9274" fmla="*/ 8025 h 10000"/>
              <a:gd name="connsiteX116-9275" fmla="*/ 1865 w 10000"/>
              <a:gd name="connsiteY116-9276" fmla="*/ 7921 h 10000"/>
              <a:gd name="connsiteX117-9277" fmla="*/ 2162 w 10000"/>
              <a:gd name="connsiteY117-9278" fmla="*/ 7692 h 10000"/>
              <a:gd name="connsiteX118-9279" fmla="*/ 2432 w 10000"/>
              <a:gd name="connsiteY118-9280" fmla="*/ 7484 h 10000"/>
              <a:gd name="connsiteX119-9281" fmla="*/ 2432 w 10000"/>
              <a:gd name="connsiteY119-9282" fmla="*/ 7484 h 10000"/>
              <a:gd name="connsiteX0-9283" fmla="*/ 2432 w 10000"/>
              <a:gd name="connsiteY0-9284" fmla="*/ 7484 h 10000"/>
              <a:gd name="connsiteX1-9285" fmla="*/ 2730 w 10000"/>
              <a:gd name="connsiteY1-9286" fmla="*/ 7152 h 10000"/>
              <a:gd name="connsiteX2-9287" fmla="*/ 3135 w 10000"/>
              <a:gd name="connsiteY2-9288" fmla="*/ 6819 h 10000"/>
              <a:gd name="connsiteX3-9289" fmla="*/ 3433 w 10000"/>
              <a:gd name="connsiteY3-9290" fmla="*/ 6486 h 10000"/>
              <a:gd name="connsiteX4-9291" fmla="*/ 3864 w 10000"/>
              <a:gd name="connsiteY4-9292" fmla="*/ 6050 h 10000"/>
              <a:gd name="connsiteX5-9293" fmla="*/ 4296 w 10000"/>
              <a:gd name="connsiteY5-9294" fmla="*/ 5509 h 10000"/>
              <a:gd name="connsiteX6-9295" fmla="*/ 4729 w 10000"/>
              <a:gd name="connsiteY6-9296" fmla="*/ 4948 h 10000"/>
              <a:gd name="connsiteX7-9297" fmla="*/ 5135 w 10000"/>
              <a:gd name="connsiteY7-9298" fmla="*/ 4304 h 10000"/>
              <a:gd name="connsiteX8-9299" fmla="*/ 5702 w 10000"/>
              <a:gd name="connsiteY8-9300" fmla="*/ 3638 h 10000"/>
              <a:gd name="connsiteX9-9301" fmla="*/ 6136 w 10000"/>
              <a:gd name="connsiteY9-9302" fmla="*/ 2973 h 10000"/>
              <a:gd name="connsiteX10-9303" fmla="*/ 6567 w 10000"/>
              <a:gd name="connsiteY10-9304" fmla="*/ 2432 h 10000"/>
              <a:gd name="connsiteX11-9305" fmla="*/ 6865 w 10000"/>
              <a:gd name="connsiteY11-9306" fmla="*/ 1871 h 10000"/>
              <a:gd name="connsiteX12-9307" fmla="*/ 7134 w 10000"/>
              <a:gd name="connsiteY12-9308" fmla="*/ 1435 h 10000"/>
              <a:gd name="connsiteX13-9309" fmla="*/ 7271 w 10000"/>
              <a:gd name="connsiteY13-9310" fmla="*/ 1102 h 10000"/>
              <a:gd name="connsiteX14-9311" fmla="*/ 7432 w 10000"/>
              <a:gd name="connsiteY14-9312" fmla="*/ 769 h 10000"/>
              <a:gd name="connsiteX15-9313" fmla="*/ 7432 w 10000"/>
              <a:gd name="connsiteY15-9314" fmla="*/ 665 h 10000"/>
              <a:gd name="connsiteX16-9315" fmla="*/ 7432 w 10000"/>
              <a:gd name="connsiteY16-9316" fmla="*/ 437 h 10000"/>
              <a:gd name="connsiteX17-9317" fmla="*/ 7271 w 10000"/>
              <a:gd name="connsiteY17-9318" fmla="*/ 437 h 10000"/>
              <a:gd name="connsiteX18-9319" fmla="*/ 7271 w 10000"/>
              <a:gd name="connsiteY18-9320" fmla="*/ 333 h 10000"/>
              <a:gd name="connsiteX19-9321" fmla="*/ 7134 w 10000"/>
              <a:gd name="connsiteY19-9322" fmla="*/ 229 h 10000"/>
              <a:gd name="connsiteX20-9323" fmla="*/ 7134 w 10000"/>
              <a:gd name="connsiteY20-9324" fmla="*/ 229 h 10000"/>
              <a:gd name="connsiteX21-9325" fmla="*/ 7134 w 10000"/>
              <a:gd name="connsiteY21-9326" fmla="*/ 125 h 10000"/>
              <a:gd name="connsiteX22-9327" fmla="*/ 7134 w 10000"/>
              <a:gd name="connsiteY22-9328" fmla="*/ 0 h 10000"/>
              <a:gd name="connsiteX23-9329" fmla="*/ 7271 w 10000"/>
              <a:gd name="connsiteY23-9330" fmla="*/ 0 h 10000"/>
              <a:gd name="connsiteX24-9331" fmla="*/ 7568 w 10000"/>
              <a:gd name="connsiteY24-9332" fmla="*/ 0 h 10000"/>
              <a:gd name="connsiteX25-9333" fmla="*/ 7864 w 10000"/>
              <a:gd name="connsiteY25-9334" fmla="*/ 0 h 10000"/>
              <a:gd name="connsiteX26-9335" fmla="*/ 8270 w 10000"/>
              <a:gd name="connsiteY26-9336" fmla="*/ 0 h 10000"/>
              <a:gd name="connsiteX27-9337" fmla="*/ 8566 w 10000"/>
              <a:gd name="connsiteY27-9338" fmla="*/ 125 h 10000"/>
              <a:gd name="connsiteX28-9339" fmla="*/ 9000 w 10000"/>
              <a:gd name="connsiteY28-9340" fmla="*/ 229 h 10000"/>
              <a:gd name="connsiteX29-9341" fmla="*/ 9270 w 10000"/>
              <a:gd name="connsiteY29-9342" fmla="*/ 333 h 10000"/>
              <a:gd name="connsiteX30-9343" fmla="*/ 9568 w 10000"/>
              <a:gd name="connsiteY30-9344" fmla="*/ 437 h 10000"/>
              <a:gd name="connsiteX31-9345" fmla="*/ 9839 w 10000"/>
              <a:gd name="connsiteY31-9346" fmla="*/ 665 h 10000"/>
              <a:gd name="connsiteX32-9347" fmla="*/ 10000 w 10000"/>
              <a:gd name="connsiteY32-9348" fmla="*/ 769 h 10000"/>
              <a:gd name="connsiteX33-9349" fmla="*/ 10000 w 10000"/>
              <a:gd name="connsiteY33-9350" fmla="*/ 894 h 10000"/>
              <a:gd name="connsiteX34-9351" fmla="*/ 10000 w 10000"/>
              <a:gd name="connsiteY34-9352" fmla="*/ 998 h 10000"/>
              <a:gd name="connsiteX35-9353" fmla="*/ 10000 w 10000"/>
              <a:gd name="connsiteY35-9354" fmla="*/ 1206 h 10000"/>
              <a:gd name="connsiteX36-9355" fmla="*/ 9839 w 10000"/>
              <a:gd name="connsiteY36-9356" fmla="*/ 1331 h 10000"/>
              <a:gd name="connsiteX37-9357" fmla="*/ 9702 w 10000"/>
              <a:gd name="connsiteY37-9358" fmla="*/ 1538 h 10000"/>
              <a:gd name="connsiteX38-9359" fmla="*/ 9433 w 10000"/>
              <a:gd name="connsiteY38-9360" fmla="*/ 1767 h 10000"/>
              <a:gd name="connsiteX39-9361" fmla="*/ 9135 w 10000"/>
              <a:gd name="connsiteY39-9362" fmla="*/ 1975 h 10000"/>
              <a:gd name="connsiteX40-9363" fmla="*/ 9000 w 10000"/>
              <a:gd name="connsiteY40-9364" fmla="*/ 2204 h 10000"/>
              <a:gd name="connsiteX41-9365" fmla="*/ 8703 w 10000"/>
              <a:gd name="connsiteY41-9366" fmla="*/ 2432 h 10000"/>
              <a:gd name="connsiteX42-9367" fmla="*/ 8433 w 10000"/>
              <a:gd name="connsiteY42-9368" fmla="*/ 2744 h 10000"/>
              <a:gd name="connsiteX43-9369" fmla="*/ 8135 w 10000"/>
              <a:gd name="connsiteY43-9370" fmla="*/ 3077 h 10000"/>
              <a:gd name="connsiteX44-9371" fmla="*/ 7703 w 10000"/>
              <a:gd name="connsiteY44-9372" fmla="*/ 3514 h 10000"/>
              <a:gd name="connsiteX45-9373" fmla="*/ 7432 w 10000"/>
              <a:gd name="connsiteY45-9374" fmla="*/ 3971 h 10000"/>
              <a:gd name="connsiteX46-9375" fmla="*/ 7001 w 10000"/>
              <a:gd name="connsiteY46-9376" fmla="*/ 4407 h 10000"/>
              <a:gd name="connsiteX47-9377" fmla="*/ 6432 w 10000"/>
              <a:gd name="connsiteY47-9378" fmla="*/ 4948 h 10000"/>
              <a:gd name="connsiteX48-9379" fmla="*/ 5999 w 10000"/>
              <a:gd name="connsiteY48-9380" fmla="*/ 5385 h 10000"/>
              <a:gd name="connsiteX49-9381" fmla="*/ 5702 w 10000"/>
              <a:gd name="connsiteY49-9382" fmla="*/ 5842 h 10000"/>
              <a:gd name="connsiteX50-9383" fmla="*/ 5298 w 10000"/>
              <a:gd name="connsiteY50-9384" fmla="*/ 6279 h 10000"/>
              <a:gd name="connsiteX51-9385" fmla="*/ 4865 w 10000"/>
              <a:gd name="connsiteY51-9386" fmla="*/ 6611 h 10000"/>
              <a:gd name="connsiteX52-9387" fmla="*/ 4567 w 10000"/>
              <a:gd name="connsiteY52-9388" fmla="*/ 6923 h 10000"/>
              <a:gd name="connsiteX53-9389" fmla="*/ 4296 w 10000"/>
              <a:gd name="connsiteY53-9390" fmla="*/ 7256 h 10000"/>
              <a:gd name="connsiteX54-9391" fmla="*/ 4000 w 10000"/>
              <a:gd name="connsiteY54-9392" fmla="*/ 7484 h 10000"/>
              <a:gd name="connsiteX55-9393" fmla="*/ 3729 w 10000"/>
              <a:gd name="connsiteY55-9394" fmla="*/ 7692 h 10000"/>
              <a:gd name="connsiteX56-9395" fmla="*/ 3433 w 10000"/>
              <a:gd name="connsiteY56-9396" fmla="*/ 7921 h 10000"/>
              <a:gd name="connsiteX57-9397" fmla="*/ 3297 w 10000"/>
              <a:gd name="connsiteY57-9398" fmla="*/ 8150 h 10000"/>
              <a:gd name="connsiteX58-9399" fmla="*/ 3135 w 10000"/>
              <a:gd name="connsiteY58-9400" fmla="*/ 8254 h 10000"/>
              <a:gd name="connsiteX59-9401" fmla="*/ 3001 w 10000"/>
              <a:gd name="connsiteY59-9402" fmla="*/ 8358 h 10000"/>
              <a:gd name="connsiteX60-9403" fmla="*/ 2864 w 10000"/>
              <a:gd name="connsiteY60-9404" fmla="*/ 8462 h 10000"/>
              <a:gd name="connsiteX61-9405" fmla="*/ 2864 w 10000"/>
              <a:gd name="connsiteY61-9406" fmla="*/ 8586 h 10000"/>
              <a:gd name="connsiteX62-9407" fmla="*/ 2864 w 10000"/>
              <a:gd name="connsiteY62-9408" fmla="*/ 8586 h 10000"/>
              <a:gd name="connsiteX63-9409" fmla="*/ 3001 w 10000"/>
              <a:gd name="connsiteY63-9410" fmla="*/ 8586 h 10000"/>
              <a:gd name="connsiteX64-9411" fmla="*/ 3135 w 10000"/>
              <a:gd name="connsiteY64-9412" fmla="*/ 8690 h 10000"/>
              <a:gd name="connsiteX65-9413" fmla="*/ 3297 w 10000"/>
              <a:gd name="connsiteY65-9414" fmla="*/ 8690 h 10000"/>
              <a:gd name="connsiteX66-9415" fmla="*/ 3568 w 10000"/>
              <a:gd name="connsiteY66-9416" fmla="*/ 8690 h 10000"/>
              <a:gd name="connsiteX67-9417" fmla="*/ 3729 w 10000"/>
              <a:gd name="connsiteY67-9418" fmla="*/ 8586 h 10000"/>
              <a:gd name="connsiteX68-9419" fmla="*/ 3864 w 10000"/>
              <a:gd name="connsiteY68-9420" fmla="*/ 8586 h 10000"/>
              <a:gd name="connsiteX69-9421" fmla="*/ 4135 w 10000"/>
              <a:gd name="connsiteY69-9422" fmla="*/ 8586 h 10000"/>
              <a:gd name="connsiteX70-9423" fmla="*/ 4433 w 10000"/>
              <a:gd name="connsiteY70-9424" fmla="*/ 8586 h 10000"/>
              <a:gd name="connsiteX71-9425" fmla="*/ 4729 w 10000"/>
              <a:gd name="connsiteY71-9426" fmla="*/ 8462 h 10000"/>
              <a:gd name="connsiteX72-9427" fmla="*/ 5000 w 10000"/>
              <a:gd name="connsiteY72-9428" fmla="*/ 8462 h 10000"/>
              <a:gd name="connsiteX73-9429" fmla="*/ 5432 w 10000"/>
              <a:gd name="connsiteY73-9430" fmla="*/ 8462 h 10000"/>
              <a:gd name="connsiteX74-9431" fmla="*/ 5865 w 10000"/>
              <a:gd name="connsiteY74-9432" fmla="*/ 8462 h 10000"/>
              <a:gd name="connsiteX75-9433" fmla="*/ 6432 w 10000"/>
              <a:gd name="connsiteY75-9434" fmla="*/ 8358 h 10000"/>
              <a:gd name="connsiteX76-9435" fmla="*/ 7001 w 10000"/>
              <a:gd name="connsiteY76-9436" fmla="*/ 8358 h 10000"/>
              <a:gd name="connsiteX77-9437" fmla="*/ 7568 w 10000"/>
              <a:gd name="connsiteY77-9438" fmla="*/ 8358 h 10000"/>
              <a:gd name="connsiteX78-9439" fmla="*/ 8135 w 10000"/>
              <a:gd name="connsiteY78-9440" fmla="*/ 8254 h 10000"/>
              <a:gd name="connsiteX79-9441" fmla="*/ 8837 w 10000"/>
              <a:gd name="connsiteY79-9442" fmla="*/ 8150 h 10000"/>
              <a:gd name="connsiteX80-9443" fmla="*/ 7999 w 10000"/>
              <a:gd name="connsiteY80-9444" fmla="*/ 8919 h 10000"/>
              <a:gd name="connsiteX81-9445" fmla="*/ 6865 w 10000"/>
              <a:gd name="connsiteY81-9446" fmla="*/ 9023 h 10000"/>
              <a:gd name="connsiteX82-9447" fmla="*/ 5702 w 10000"/>
              <a:gd name="connsiteY82-9448" fmla="*/ 9127 h 10000"/>
              <a:gd name="connsiteX83-9449" fmla="*/ 5135 w 10000"/>
              <a:gd name="connsiteY83-9450" fmla="*/ 9127 h 10000"/>
              <a:gd name="connsiteX84-9451" fmla="*/ 4729 w 10000"/>
              <a:gd name="connsiteY84-9452" fmla="*/ 9231 h 10000"/>
              <a:gd name="connsiteX85-9453" fmla="*/ 4135 w 10000"/>
              <a:gd name="connsiteY85-9454" fmla="*/ 9356 h 10000"/>
              <a:gd name="connsiteX86-9455" fmla="*/ 3729 w 10000"/>
              <a:gd name="connsiteY86-9456" fmla="*/ 9356 h 10000"/>
              <a:gd name="connsiteX87-9457" fmla="*/ 3433 w 10000"/>
              <a:gd name="connsiteY87-9458" fmla="*/ 9459 h 10000"/>
              <a:gd name="connsiteX88-9459" fmla="*/ 3001 w 10000"/>
              <a:gd name="connsiteY88-9460" fmla="*/ 9459 h 10000"/>
              <a:gd name="connsiteX89-9461" fmla="*/ 2730 w 10000"/>
              <a:gd name="connsiteY89-9462" fmla="*/ 9563 h 10000"/>
              <a:gd name="connsiteX90-9463" fmla="*/ 2297 w 10000"/>
              <a:gd name="connsiteY90-9464" fmla="*/ 9688 h 10000"/>
              <a:gd name="connsiteX91-9465" fmla="*/ 1999 w 10000"/>
              <a:gd name="connsiteY91-9466" fmla="*/ 9688 h 10000"/>
              <a:gd name="connsiteX92-9467" fmla="*/ 1865 w 10000"/>
              <a:gd name="connsiteY92-9468" fmla="*/ 9792 h 10000"/>
              <a:gd name="connsiteX93-9469" fmla="*/ 1569 w 10000"/>
              <a:gd name="connsiteY93-9470" fmla="*/ 9792 h 10000"/>
              <a:gd name="connsiteX94-9471" fmla="*/ 1432 w 10000"/>
              <a:gd name="connsiteY94-9472" fmla="*/ 9896 h 10000"/>
              <a:gd name="connsiteX95-9473" fmla="*/ 1298 w 10000"/>
              <a:gd name="connsiteY95-9474" fmla="*/ 9896 h 10000"/>
              <a:gd name="connsiteX96-9475" fmla="*/ 1161 w 10000"/>
              <a:gd name="connsiteY96-9476" fmla="*/ 9896 h 10000"/>
              <a:gd name="connsiteX97-9477" fmla="*/ 865 w 10000"/>
              <a:gd name="connsiteY97-9478" fmla="*/ 10000 h 10000"/>
              <a:gd name="connsiteX98-9479" fmla="*/ 730 w 10000"/>
              <a:gd name="connsiteY98-9480" fmla="*/ 9896 h 10000"/>
              <a:gd name="connsiteX99-9481" fmla="*/ 594 w 10000"/>
              <a:gd name="connsiteY99-9482" fmla="*/ 9896 h 10000"/>
              <a:gd name="connsiteX100-9483" fmla="*/ 433 w 10000"/>
              <a:gd name="connsiteY100-9484" fmla="*/ 9792 h 10000"/>
              <a:gd name="connsiteX101-9485" fmla="*/ 296 w 10000"/>
              <a:gd name="connsiteY101-9486" fmla="*/ 9563 h 10000"/>
              <a:gd name="connsiteX102-9487" fmla="*/ 163 w 10000"/>
              <a:gd name="connsiteY102-9488" fmla="*/ 9356 h 10000"/>
              <a:gd name="connsiteX103-9489" fmla="*/ 0 w 10000"/>
              <a:gd name="connsiteY103-9490" fmla="*/ 9231 h 10000"/>
              <a:gd name="connsiteX104-9491" fmla="*/ 0 w 10000"/>
              <a:gd name="connsiteY104-9492" fmla="*/ 9127 h 10000"/>
              <a:gd name="connsiteX105-9493" fmla="*/ 0 w 10000"/>
              <a:gd name="connsiteY105-9494" fmla="*/ 9023 h 10000"/>
              <a:gd name="connsiteX106-9495" fmla="*/ 0 w 10000"/>
              <a:gd name="connsiteY106-9496" fmla="*/ 9023 h 10000"/>
              <a:gd name="connsiteX107-9497" fmla="*/ 163 w 10000"/>
              <a:gd name="connsiteY107-9498" fmla="*/ 8919 h 10000"/>
              <a:gd name="connsiteX108-9499" fmla="*/ 296 w 10000"/>
              <a:gd name="connsiteY108-9500" fmla="*/ 8794 h 10000"/>
              <a:gd name="connsiteX109-9501" fmla="*/ 594 w 10000"/>
              <a:gd name="connsiteY109-9502" fmla="*/ 8690 h 10000"/>
              <a:gd name="connsiteX110-9503" fmla="*/ 865 w 10000"/>
              <a:gd name="connsiteY110-9504" fmla="*/ 8586 h 10000"/>
              <a:gd name="connsiteX111-9505" fmla="*/ 1000 w 10000"/>
              <a:gd name="connsiteY111-9506" fmla="*/ 8462 h 10000"/>
              <a:gd name="connsiteX112-9507" fmla="*/ 1161 w 10000"/>
              <a:gd name="connsiteY112-9508" fmla="*/ 8358 h 10000"/>
              <a:gd name="connsiteX113-9509" fmla="*/ 1432 w 10000"/>
              <a:gd name="connsiteY113-9510" fmla="*/ 8254 h 10000"/>
              <a:gd name="connsiteX114-9511" fmla="*/ 1728 w 10000"/>
              <a:gd name="connsiteY114-9512" fmla="*/ 8025 h 10000"/>
              <a:gd name="connsiteX115-9513" fmla="*/ 1865 w 10000"/>
              <a:gd name="connsiteY115-9514" fmla="*/ 7921 h 10000"/>
              <a:gd name="connsiteX116-9515" fmla="*/ 2162 w 10000"/>
              <a:gd name="connsiteY116-9516" fmla="*/ 7692 h 10000"/>
              <a:gd name="connsiteX117-9517" fmla="*/ 2432 w 10000"/>
              <a:gd name="connsiteY117-9518" fmla="*/ 7484 h 10000"/>
              <a:gd name="connsiteX118-9519" fmla="*/ 2432 w 10000"/>
              <a:gd name="connsiteY118-9520" fmla="*/ 7484 h 10000"/>
              <a:gd name="connsiteX0-9521" fmla="*/ 2432 w 10000"/>
              <a:gd name="connsiteY0-9522" fmla="*/ 7484 h 10000"/>
              <a:gd name="connsiteX1-9523" fmla="*/ 2730 w 10000"/>
              <a:gd name="connsiteY1-9524" fmla="*/ 7152 h 10000"/>
              <a:gd name="connsiteX2-9525" fmla="*/ 3135 w 10000"/>
              <a:gd name="connsiteY2-9526" fmla="*/ 6819 h 10000"/>
              <a:gd name="connsiteX3-9527" fmla="*/ 3433 w 10000"/>
              <a:gd name="connsiteY3-9528" fmla="*/ 6486 h 10000"/>
              <a:gd name="connsiteX4-9529" fmla="*/ 3864 w 10000"/>
              <a:gd name="connsiteY4-9530" fmla="*/ 6050 h 10000"/>
              <a:gd name="connsiteX5-9531" fmla="*/ 4296 w 10000"/>
              <a:gd name="connsiteY5-9532" fmla="*/ 5509 h 10000"/>
              <a:gd name="connsiteX6-9533" fmla="*/ 4729 w 10000"/>
              <a:gd name="connsiteY6-9534" fmla="*/ 4948 h 10000"/>
              <a:gd name="connsiteX7-9535" fmla="*/ 5135 w 10000"/>
              <a:gd name="connsiteY7-9536" fmla="*/ 4304 h 10000"/>
              <a:gd name="connsiteX8-9537" fmla="*/ 5702 w 10000"/>
              <a:gd name="connsiteY8-9538" fmla="*/ 3638 h 10000"/>
              <a:gd name="connsiteX9-9539" fmla="*/ 6136 w 10000"/>
              <a:gd name="connsiteY9-9540" fmla="*/ 2973 h 10000"/>
              <a:gd name="connsiteX10-9541" fmla="*/ 6567 w 10000"/>
              <a:gd name="connsiteY10-9542" fmla="*/ 2432 h 10000"/>
              <a:gd name="connsiteX11-9543" fmla="*/ 6865 w 10000"/>
              <a:gd name="connsiteY11-9544" fmla="*/ 1871 h 10000"/>
              <a:gd name="connsiteX12-9545" fmla="*/ 7134 w 10000"/>
              <a:gd name="connsiteY12-9546" fmla="*/ 1435 h 10000"/>
              <a:gd name="connsiteX13-9547" fmla="*/ 7271 w 10000"/>
              <a:gd name="connsiteY13-9548" fmla="*/ 1102 h 10000"/>
              <a:gd name="connsiteX14-9549" fmla="*/ 7432 w 10000"/>
              <a:gd name="connsiteY14-9550" fmla="*/ 769 h 10000"/>
              <a:gd name="connsiteX15-9551" fmla="*/ 7432 w 10000"/>
              <a:gd name="connsiteY15-9552" fmla="*/ 665 h 10000"/>
              <a:gd name="connsiteX16-9553" fmla="*/ 7432 w 10000"/>
              <a:gd name="connsiteY16-9554" fmla="*/ 437 h 10000"/>
              <a:gd name="connsiteX17-9555" fmla="*/ 7271 w 10000"/>
              <a:gd name="connsiteY17-9556" fmla="*/ 437 h 10000"/>
              <a:gd name="connsiteX18-9557" fmla="*/ 7271 w 10000"/>
              <a:gd name="connsiteY18-9558" fmla="*/ 333 h 10000"/>
              <a:gd name="connsiteX19-9559" fmla="*/ 7134 w 10000"/>
              <a:gd name="connsiteY19-9560" fmla="*/ 229 h 10000"/>
              <a:gd name="connsiteX20-9561" fmla="*/ 7134 w 10000"/>
              <a:gd name="connsiteY20-9562" fmla="*/ 229 h 10000"/>
              <a:gd name="connsiteX21-9563" fmla="*/ 7134 w 10000"/>
              <a:gd name="connsiteY21-9564" fmla="*/ 125 h 10000"/>
              <a:gd name="connsiteX22-9565" fmla="*/ 7134 w 10000"/>
              <a:gd name="connsiteY22-9566" fmla="*/ 0 h 10000"/>
              <a:gd name="connsiteX23-9567" fmla="*/ 7271 w 10000"/>
              <a:gd name="connsiteY23-9568" fmla="*/ 0 h 10000"/>
              <a:gd name="connsiteX24-9569" fmla="*/ 7568 w 10000"/>
              <a:gd name="connsiteY24-9570" fmla="*/ 0 h 10000"/>
              <a:gd name="connsiteX25-9571" fmla="*/ 7864 w 10000"/>
              <a:gd name="connsiteY25-9572" fmla="*/ 0 h 10000"/>
              <a:gd name="connsiteX26-9573" fmla="*/ 8270 w 10000"/>
              <a:gd name="connsiteY26-9574" fmla="*/ 0 h 10000"/>
              <a:gd name="connsiteX27-9575" fmla="*/ 8566 w 10000"/>
              <a:gd name="connsiteY27-9576" fmla="*/ 125 h 10000"/>
              <a:gd name="connsiteX28-9577" fmla="*/ 9000 w 10000"/>
              <a:gd name="connsiteY28-9578" fmla="*/ 229 h 10000"/>
              <a:gd name="connsiteX29-9579" fmla="*/ 9270 w 10000"/>
              <a:gd name="connsiteY29-9580" fmla="*/ 333 h 10000"/>
              <a:gd name="connsiteX30-9581" fmla="*/ 9568 w 10000"/>
              <a:gd name="connsiteY30-9582" fmla="*/ 437 h 10000"/>
              <a:gd name="connsiteX31-9583" fmla="*/ 9839 w 10000"/>
              <a:gd name="connsiteY31-9584" fmla="*/ 665 h 10000"/>
              <a:gd name="connsiteX32-9585" fmla="*/ 10000 w 10000"/>
              <a:gd name="connsiteY32-9586" fmla="*/ 769 h 10000"/>
              <a:gd name="connsiteX33-9587" fmla="*/ 10000 w 10000"/>
              <a:gd name="connsiteY33-9588" fmla="*/ 894 h 10000"/>
              <a:gd name="connsiteX34-9589" fmla="*/ 10000 w 10000"/>
              <a:gd name="connsiteY34-9590" fmla="*/ 998 h 10000"/>
              <a:gd name="connsiteX35-9591" fmla="*/ 10000 w 10000"/>
              <a:gd name="connsiteY35-9592" fmla="*/ 1206 h 10000"/>
              <a:gd name="connsiteX36-9593" fmla="*/ 9839 w 10000"/>
              <a:gd name="connsiteY36-9594" fmla="*/ 1331 h 10000"/>
              <a:gd name="connsiteX37-9595" fmla="*/ 9702 w 10000"/>
              <a:gd name="connsiteY37-9596" fmla="*/ 1538 h 10000"/>
              <a:gd name="connsiteX38-9597" fmla="*/ 9433 w 10000"/>
              <a:gd name="connsiteY38-9598" fmla="*/ 1767 h 10000"/>
              <a:gd name="connsiteX39-9599" fmla="*/ 9135 w 10000"/>
              <a:gd name="connsiteY39-9600" fmla="*/ 1975 h 10000"/>
              <a:gd name="connsiteX40-9601" fmla="*/ 9000 w 10000"/>
              <a:gd name="connsiteY40-9602" fmla="*/ 2204 h 10000"/>
              <a:gd name="connsiteX41-9603" fmla="*/ 8703 w 10000"/>
              <a:gd name="connsiteY41-9604" fmla="*/ 2432 h 10000"/>
              <a:gd name="connsiteX42-9605" fmla="*/ 8433 w 10000"/>
              <a:gd name="connsiteY42-9606" fmla="*/ 2744 h 10000"/>
              <a:gd name="connsiteX43-9607" fmla="*/ 8135 w 10000"/>
              <a:gd name="connsiteY43-9608" fmla="*/ 3077 h 10000"/>
              <a:gd name="connsiteX44-9609" fmla="*/ 7703 w 10000"/>
              <a:gd name="connsiteY44-9610" fmla="*/ 3514 h 10000"/>
              <a:gd name="connsiteX45-9611" fmla="*/ 7432 w 10000"/>
              <a:gd name="connsiteY45-9612" fmla="*/ 3971 h 10000"/>
              <a:gd name="connsiteX46-9613" fmla="*/ 7001 w 10000"/>
              <a:gd name="connsiteY46-9614" fmla="*/ 4407 h 10000"/>
              <a:gd name="connsiteX47-9615" fmla="*/ 6432 w 10000"/>
              <a:gd name="connsiteY47-9616" fmla="*/ 4948 h 10000"/>
              <a:gd name="connsiteX48-9617" fmla="*/ 5999 w 10000"/>
              <a:gd name="connsiteY48-9618" fmla="*/ 5385 h 10000"/>
              <a:gd name="connsiteX49-9619" fmla="*/ 5702 w 10000"/>
              <a:gd name="connsiteY49-9620" fmla="*/ 5842 h 10000"/>
              <a:gd name="connsiteX50-9621" fmla="*/ 5298 w 10000"/>
              <a:gd name="connsiteY50-9622" fmla="*/ 6279 h 10000"/>
              <a:gd name="connsiteX51-9623" fmla="*/ 4865 w 10000"/>
              <a:gd name="connsiteY51-9624" fmla="*/ 6611 h 10000"/>
              <a:gd name="connsiteX52-9625" fmla="*/ 4567 w 10000"/>
              <a:gd name="connsiteY52-9626" fmla="*/ 6923 h 10000"/>
              <a:gd name="connsiteX53-9627" fmla="*/ 4296 w 10000"/>
              <a:gd name="connsiteY53-9628" fmla="*/ 7256 h 10000"/>
              <a:gd name="connsiteX54-9629" fmla="*/ 4000 w 10000"/>
              <a:gd name="connsiteY54-9630" fmla="*/ 7484 h 10000"/>
              <a:gd name="connsiteX55-9631" fmla="*/ 3729 w 10000"/>
              <a:gd name="connsiteY55-9632" fmla="*/ 7692 h 10000"/>
              <a:gd name="connsiteX56-9633" fmla="*/ 3433 w 10000"/>
              <a:gd name="connsiteY56-9634" fmla="*/ 7921 h 10000"/>
              <a:gd name="connsiteX57-9635" fmla="*/ 3297 w 10000"/>
              <a:gd name="connsiteY57-9636" fmla="*/ 8150 h 10000"/>
              <a:gd name="connsiteX58-9637" fmla="*/ 3135 w 10000"/>
              <a:gd name="connsiteY58-9638" fmla="*/ 8254 h 10000"/>
              <a:gd name="connsiteX59-9639" fmla="*/ 3001 w 10000"/>
              <a:gd name="connsiteY59-9640" fmla="*/ 8358 h 10000"/>
              <a:gd name="connsiteX60-9641" fmla="*/ 2864 w 10000"/>
              <a:gd name="connsiteY60-9642" fmla="*/ 8462 h 10000"/>
              <a:gd name="connsiteX61-9643" fmla="*/ 2864 w 10000"/>
              <a:gd name="connsiteY61-9644" fmla="*/ 8586 h 10000"/>
              <a:gd name="connsiteX62-9645" fmla="*/ 2864 w 10000"/>
              <a:gd name="connsiteY62-9646" fmla="*/ 8586 h 10000"/>
              <a:gd name="connsiteX63-9647" fmla="*/ 3001 w 10000"/>
              <a:gd name="connsiteY63-9648" fmla="*/ 8586 h 10000"/>
              <a:gd name="connsiteX64-9649" fmla="*/ 3135 w 10000"/>
              <a:gd name="connsiteY64-9650" fmla="*/ 8690 h 10000"/>
              <a:gd name="connsiteX65-9651" fmla="*/ 3297 w 10000"/>
              <a:gd name="connsiteY65-9652" fmla="*/ 8690 h 10000"/>
              <a:gd name="connsiteX66-9653" fmla="*/ 3568 w 10000"/>
              <a:gd name="connsiteY66-9654" fmla="*/ 8690 h 10000"/>
              <a:gd name="connsiteX67-9655" fmla="*/ 3729 w 10000"/>
              <a:gd name="connsiteY67-9656" fmla="*/ 8586 h 10000"/>
              <a:gd name="connsiteX68-9657" fmla="*/ 3864 w 10000"/>
              <a:gd name="connsiteY68-9658" fmla="*/ 8586 h 10000"/>
              <a:gd name="connsiteX69-9659" fmla="*/ 4135 w 10000"/>
              <a:gd name="connsiteY69-9660" fmla="*/ 8586 h 10000"/>
              <a:gd name="connsiteX70-9661" fmla="*/ 4433 w 10000"/>
              <a:gd name="connsiteY70-9662" fmla="*/ 8586 h 10000"/>
              <a:gd name="connsiteX71-9663" fmla="*/ 4729 w 10000"/>
              <a:gd name="connsiteY71-9664" fmla="*/ 8462 h 10000"/>
              <a:gd name="connsiteX72-9665" fmla="*/ 5000 w 10000"/>
              <a:gd name="connsiteY72-9666" fmla="*/ 8462 h 10000"/>
              <a:gd name="connsiteX73-9667" fmla="*/ 5432 w 10000"/>
              <a:gd name="connsiteY73-9668" fmla="*/ 8462 h 10000"/>
              <a:gd name="connsiteX74-9669" fmla="*/ 5865 w 10000"/>
              <a:gd name="connsiteY74-9670" fmla="*/ 8462 h 10000"/>
              <a:gd name="connsiteX75-9671" fmla="*/ 6432 w 10000"/>
              <a:gd name="connsiteY75-9672" fmla="*/ 8358 h 10000"/>
              <a:gd name="connsiteX76-9673" fmla="*/ 7001 w 10000"/>
              <a:gd name="connsiteY76-9674" fmla="*/ 8358 h 10000"/>
              <a:gd name="connsiteX77-9675" fmla="*/ 7568 w 10000"/>
              <a:gd name="connsiteY77-9676" fmla="*/ 8358 h 10000"/>
              <a:gd name="connsiteX78-9677" fmla="*/ 8135 w 10000"/>
              <a:gd name="connsiteY78-9678" fmla="*/ 8254 h 10000"/>
              <a:gd name="connsiteX79-9679" fmla="*/ 7999 w 10000"/>
              <a:gd name="connsiteY79-9680" fmla="*/ 8919 h 10000"/>
              <a:gd name="connsiteX80-9681" fmla="*/ 6865 w 10000"/>
              <a:gd name="connsiteY80-9682" fmla="*/ 9023 h 10000"/>
              <a:gd name="connsiteX81-9683" fmla="*/ 5702 w 10000"/>
              <a:gd name="connsiteY81-9684" fmla="*/ 9127 h 10000"/>
              <a:gd name="connsiteX82-9685" fmla="*/ 5135 w 10000"/>
              <a:gd name="connsiteY82-9686" fmla="*/ 9127 h 10000"/>
              <a:gd name="connsiteX83-9687" fmla="*/ 4729 w 10000"/>
              <a:gd name="connsiteY83-9688" fmla="*/ 9231 h 10000"/>
              <a:gd name="connsiteX84-9689" fmla="*/ 4135 w 10000"/>
              <a:gd name="connsiteY84-9690" fmla="*/ 9356 h 10000"/>
              <a:gd name="connsiteX85-9691" fmla="*/ 3729 w 10000"/>
              <a:gd name="connsiteY85-9692" fmla="*/ 9356 h 10000"/>
              <a:gd name="connsiteX86-9693" fmla="*/ 3433 w 10000"/>
              <a:gd name="connsiteY86-9694" fmla="*/ 9459 h 10000"/>
              <a:gd name="connsiteX87-9695" fmla="*/ 3001 w 10000"/>
              <a:gd name="connsiteY87-9696" fmla="*/ 9459 h 10000"/>
              <a:gd name="connsiteX88-9697" fmla="*/ 2730 w 10000"/>
              <a:gd name="connsiteY88-9698" fmla="*/ 9563 h 10000"/>
              <a:gd name="connsiteX89-9699" fmla="*/ 2297 w 10000"/>
              <a:gd name="connsiteY89-9700" fmla="*/ 9688 h 10000"/>
              <a:gd name="connsiteX90-9701" fmla="*/ 1999 w 10000"/>
              <a:gd name="connsiteY90-9702" fmla="*/ 9688 h 10000"/>
              <a:gd name="connsiteX91-9703" fmla="*/ 1865 w 10000"/>
              <a:gd name="connsiteY91-9704" fmla="*/ 9792 h 10000"/>
              <a:gd name="connsiteX92-9705" fmla="*/ 1569 w 10000"/>
              <a:gd name="connsiteY92-9706" fmla="*/ 9792 h 10000"/>
              <a:gd name="connsiteX93-9707" fmla="*/ 1432 w 10000"/>
              <a:gd name="connsiteY93-9708" fmla="*/ 9896 h 10000"/>
              <a:gd name="connsiteX94-9709" fmla="*/ 1298 w 10000"/>
              <a:gd name="connsiteY94-9710" fmla="*/ 9896 h 10000"/>
              <a:gd name="connsiteX95-9711" fmla="*/ 1161 w 10000"/>
              <a:gd name="connsiteY95-9712" fmla="*/ 9896 h 10000"/>
              <a:gd name="connsiteX96-9713" fmla="*/ 865 w 10000"/>
              <a:gd name="connsiteY96-9714" fmla="*/ 10000 h 10000"/>
              <a:gd name="connsiteX97-9715" fmla="*/ 730 w 10000"/>
              <a:gd name="connsiteY97-9716" fmla="*/ 9896 h 10000"/>
              <a:gd name="connsiteX98-9717" fmla="*/ 594 w 10000"/>
              <a:gd name="connsiteY98-9718" fmla="*/ 9896 h 10000"/>
              <a:gd name="connsiteX99-9719" fmla="*/ 433 w 10000"/>
              <a:gd name="connsiteY99-9720" fmla="*/ 9792 h 10000"/>
              <a:gd name="connsiteX100-9721" fmla="*/ 296 w 10000"/>
              <a:gd name="connsiteY100-9722" fmla="*/ 9563 h 10000"/>
              <a:gd name="connsiteX101-9723" fmla="*/ 163 w 10000"/>
              <a:gd name="connsiteY101-9724" fmla="*/ 9356 h 10000"/>
              <a:gd name="connsiteX102-9725" fmla="*/ 0 w 10000"/>
              <a:gd name="connsiteY102-9726" fmla="*/ 9231 h 10000"/>
              <a:gd name="connsiteX103-9727" fmla="*/ 0 w 10000"/>
              <a:gd name="connsiteY103-9728" fmla="*/ 9127 h 10000"/>
              <a:gd name="connsiteX104-9729" fmla="*/ 0 w 10000"/>
              <a:gd name="connsiteY104-9730" fmla="*/ 9023 h 10000"/>
              <a:gd name="connsiteX105-9731" fmla="*/ 0 w 10000"/>
              <a:gd name="connsiteY105-9732" fmla="*/ 9023 h 10000"/>
              <a:gd name="connsiteX106-9733" fmla="*/ 163 w 10000"/>
              <a:gd name="connsiteY106-9734" fmla="*/ 8919 h 10000"/>
              <a:gd name="connsiteX107-9735" fmla="*/ 296 w 10000"/>
              <a:gd name="connsiteY107-9736" fmla="*/ 8794 h 10000"/>
              <a:gd name="connsiteX108-9737" fmla="*/ 594 w 10000"/>
              <a:gd name="connsiteY108-9738" fmla="*/ 8690 h 10000"/>
              <a:gd name="connsiteX109-9739" fmla="*/ 865 w 10000"/>
              <a:gd name="connsiteY109-9740" fmla="*/ 8586 h 10000"/>
              <a:gd name="connsiteX110-9741" fmla="*/ 1000 w 10000"/>
              <a:gd name="connsiteY110-9742" fmla="*/ 8462 h 10000"/>
              <a:gd name="connsiteX111-9743" fmla="*/ 1161 w 10000"/>
              <a:gd name="connsiteY111-9744" fmla="*/ 8358 h 10000"/>
              <a:gd name="connsiteX112-9745" fmla="*/ 1432 w 10000"/>
              <a:gd name="connsiteY112-9746" fmla="*/ 8254 h 10000"/>
              <a:gd name="connsiteX113-9747" fmla="*/ 1728 w 10000"/>
              <a:gd name="connsiteY113-9748" fmla="*/ 8025 h 10000"/>
              <a:gd name="connsiteX114-9749" fmla="*/ 1865 w 10000"/>
              <a:gd name="connsiteY114-9750" fmla="*/ 7921 h 10000"/>
              <a:gd name="connsiteX115-9751" fmla="*/ 2162 w 10000"/>
              <a:gd name="connsiteY115-9752" fmla="*/ 7692 h 10000"/>
              <a:gd name="connsiteX116-9753" fmla="*/ 2432 w 10000"/>
              <a:gd name="connsiteY116-9754" fmla="*/ 7484 h 10000"/>
              <a:gd name="connsiteX117-9755" fmla="*/ 2432 w 10000"/>
              <a:gd name="connsiteY117-9756" fmla="*/ 7484 h 10000"/>
              <a:gd name="connsiteX0-9757" fmla="*/ 2432 w 10000"/>
              <a:gd name="connsiteY0-9758" fmla="*/ 7484 h 10000"/>
              <a:gd name="connsiteX1-9759" fmla="*/ 2730 w 10000"/>
              <a:gd name="connsiteY1-9760" fmla="*/ 7152 h 10000"/>
              <a:gd name="connsiteX2-9761" fmla="*/ 3135 w 10000"/>
              <a:gd name="connsiteY2-9762" fmla="*/ 6819 h 10000"/>
              <a:gd name="connsiteX3-9763" fmla="*/ 3433 w 10000"/>
              <a:gd name="connsiteY3-9764" fmla="*/ 6486 h 10000"/>
              <a:gd name="connsiteX4-9765" fmla="*/ 3864 w 10000"/>
              <a:gd name="connsiteY4-9766" fmla="*/ 6050 h 10000"/>
              <a:gd name="connsiteX5-9767" fmla="*/ 4296 w 10000"/>
              <a:gd name="connsiteY5-9768" fmla="*/ 5509 h 10000"/>
              <a:gd name="connsiteX6-9769" fmla="*/ 4729 w 10000"/>
              <a:gd name="connsiteY6-9770" fmla="*/ 4948 h 10000"/>
              <a:gd name="connsiteX7-9771" fmla="*/ 5135 w 10000"/>
              <a:gd name="connsiteY7-9772" fmla="*/ 4304 h 10000"/>
              <a:gd name="connsiteX8-9773" fmla="*/ 5702 w 10000"/>
              <a:gd name="connsiteY8-9774" fmla="*/ 3638 h 10000"/>
              <a:gd name="connsiteX9-9775" fmla="*/ 6136 w 10000"/>
              <a:gd name="connsiteY9-9776" fmla="*/ 2973 h 10000"/>
              <a:gd name="connsiteX10-9777" fmla="*/ 6567 w 10000"/>
              <a:gd name="connsiteY10-9778" fmla="*/ 2432 h 10000"/>
              <a:gd name="connsiteX11-9779" fmla="*/ 6865 w 10000"/>
              <a:gd name="connsiteY11-9780" fmla="*/ 1871 h 10000"/>
              <a:gd name="connsiteX12-9781" fmla="*/ 7134 w 10000"/>
              <a:gd name="connsiteY12-9782" fmla="*/ 1435 h 10000"/>
              <a:gd name="connsiteX13-9783" fmla="*/ 7271 w 10000"/>
              <a:gd name="connsiteY13-9784" fmla="*/ 1102 h 10000"/>
              <a:gd name="connsiteX14-9785" fmla="*/ 7432 w 10000"/>
              <a:gd name="connsiteY14-9786" fmla="*/ 769 h 10000"/>
              <a:gd name="connsiteX15-9787" fmla="*/ 7432 w 10000"/>
              <a:gd name="connsiteY15-9788" fmla="*/ 665 h 10000"/>
              <a:gd name="connsiteX16-9789" fmla="*/ 7432 w 10000"/>
              <a:gd name="connsiteY16-9790" fmla="*/ 437 h 10000"/>
              <a:gd name="connsiteX17-9791" fmla="*/ 7271 w 10000"/>
              <a:gd name="connsiteY17-9792" fmla="*/ 437 h 10000"/>
              <a:gd name="connsiteX18-9793" fmla="*/ 7271 w 10000"/>
              <a:gd name="connsiteY18-9794" fmla="*/ 333 h 10000"/>
              <a:gd name="connsiteX19-9795" fmla="*/ 7134 w 10000"/>
              <a:gd name="connsiteY19-9796" fmla="*/ 229 h 10000"/>
              <a:gd name="connsiteX20-9797" fmla="*/ 7134 w 10000"/>
              <a:gd name="connsiteY20-9798" fmla="*/ 229 h 10000"/>
              <a:gd name="connsiteX21-9799" fmla="*/ 7134 w 10000"/>
              <a:gd name="connsiteY21-9800" fmla="*/ 125 h 10000"/>
              <a:gd name="connsiteX22-9801" fmla="*/ 7134 w 10000"/>
              <a:gd name="connsiteY22-9802" fmla="*/ 0 h 10000"/>
              <a:gd name="connsiteX23-9803" fmla="*/ 7271 w 10000"/>
              <a:gd name="connsiteY23-9804" fmla="*/ 0 h 10000"/>
              <a:gd name="connsiteX24-9805" fmla="*/ 7568 w 10000"/>
              <a:gd name="connsiteY24-9806" fmla="*/ 0 h 10000"/>
              <a:gd name="connsiteX25-9807" fmla="*/ 7864 w 10000"/>
              <a:gd name="connsiteY25-9808" fmla="*/ 0 h 10000"/>
              <a:gd name="connsiteX26-9809" fmla="*/ 8270 w 10000"/>
              <a:gd name="connsiteY26-9810" fmla="*/ 0 h 10000"/>
              <a:gd name="connsiteX27-9811" fmla="*/ 8566 w 10000"/>
              <a:gd name="connsiteY27-9812" fmla="*/ 125 h 10000"/>
              <a:gd name="connsiteX28-9813" fmla="*/ 9000 w 10000"/>
              <a:gd name="connsiteY28-9814" fmla="*/ 229 h 10000"/>
              <a:gd name="connsiteX29-9815" fmla="*/ 9270 w 10000"/>
              <a:gd name="connsiteY29-9816" fmla="*/ 333 h 10000"/>
              <a:gd name="connsiteX30-9817" fmla="*/ 9568 w 10000"/>
              <a:gd name="connsiteY30-9818" fmla="*/ 437 h 10000"/>
              <a:gd name="connsiteX31-9819" fmla="*/ 9839 w 10000"/>
              <a:gd name="connsiteY31-9820" fmla="*/ 665 h 10000"/>
              <a:gd name="connsiteX32-9821" fmla="*/ 10000 w 10000"/>
              <a:gd name="connsiteY32-9822" fmla="*/ 769 h 10000"/>
              <a:gd name="connsiteX33-9823" fmla="*/ 10000 w 10000"/>
              <a:gd name="connsiteY33-9824" fmla="*/ 894 h 10000"/>
              <a:gd name="connsiteX34-9825" fmla="*/ 10000 w 10000"/>
              <a:gd name="connsiteY34-9826" fmla="*/ 998 h 10000"/>
              <a:gd name="connsiteX35-9827" fmla="*/ 10000 w 10000"/>
              <a:gd name="connsiteY35-9828" fmla="*/ 1206 h 10000"/>
              <a:gd name="connsiteX36-9829" fmla="*/ 9839 w 10000"/>
              <a:gd name="connsiteY36-9830" fmla="*/ 1331 h 10000"/>
              <a:gd name="connsiteX37-9831" fmla="*/ 9702 w 10000"/>
              <a:gd name="connsiteY37-9832" fmla="*/ 1538 h 10000"/>
              <a:gd name="connsiteX38-9833" fmla="*/ 9433 w 10000"/>
              <a:gd name="connsiteY38-9834" fmla="*/ 1767 h 10000"/>
              <a:gd name="connsiteX39-9835" fmla="*/ 9135 w 10000"/>
              <a:gd name="connsiteY39-9836" fmla="*/ 1975 h 10000"/>
              <a:gd name="connsiteX40-9837" fmla="*/ 9000 w 10000"/>
              <a:gd name="connsiteY40-9838" fmla="*/ 2204 h 10000"/>
              <a:gd name="connsiteX41-9839" fmla="*/ 8703 w 10000"/>
              <a:gd name="connsiteY41-9840" fmla="*/ 2432 h 10000"/>
              <a:gd name="connsiteX42-9841" fmla="*/ 8433 w 10000"/>
              <a:gd name="connsiteY42-9842" fmla="*/ 2744 h 10000"/>
              <a:gd name="connsiteX43-9843" fmla="*/ 8135 w 10000"/>
              <a:gd name="connsiteY43-9844" fmla="*/ 3077 h 10000"/>
              <a:gd name="connsiteX44-9845" fmla="*/ 7703 w 10000"/>
              <a:gd name="connsiteY44-9846" fmla="*/ 3514 h 10000"/>
              <a:gd name="connsiteX45-9847" fmla="*/ 7432 w 10000"/>
              <a:gd name="connsiteY45-9848" fmla="*/ 3971 h 10000"/>
              <a:gd name="connsiteX46-9849" fmla="*/ 7001 w 10000"/>
              <a:gd name="connsiteY46-9850" fmla="*/ 4407 h 10000"/>
              <a:gd name="connsiteX47-9851" fmla="*/ 6432 w 10000"/>
              <a:gd name="connsiteY47-9852" fmla="*/ 4948 h 10000"/>
              <a:gd name="connsiteX48-9853" fmla="*/ 5999 w 10000"/>
              <a:gd name="connsiteY48-9854" fmla="*/ 5385 h 10000"/>
              <a:gd name="connsiteX49-9855" fmla="*/ 5702 w 10000"/>
              <a:gd name="connsiteY49-9856" fmla="*/ 5842 h 10000"/>
              <a:gd name="connsiteX50-9857" fmla="*/ 5298 w 10000"/>
              <a:gd name="connsiteY50-9858" fmla="*/ 6279 h 10000"/>
              <a:gd name="connsiteX51-9859" fmla="*/ 4865 w 10000"/>
              <a:gd name="connsiteY51-9860" fmla="*/ 6611 h 10000"/>
              <a:gd name="connsiteX52-9861" fmla="*/ 4567 w 10000"/>
              <a:gd name="connsiteY52-9862" fmla="*/ 6923 h 10000"/>
              <a:gd name="connsiteX53-9863" fmla="*/ 4296 w 10000"/>
              <a:gd name="connsiteY53-9864" fmla="*/ 7256 h 10000"/>
              <a:gd name="connsiteX54-9865" fmla="*/ 4000 w 10000"/>
              <a:gd name="connsiteY54-9866" fmla="*/ 7484 h 10000"/>
              <a:gd name="connsiteX55-9867" fmla="*/ 3729 w 10000"/>
              <a:gd name="connsiteY55-9868" fmla="*/ 7692 h 10000"/>
              <a:gd name="connsiteX56-9869" fmla="*/ 3433 w 10000"/>
              <a:gd name="connsiteY56-9870" fmla="*/ 7921 h 10000"/>
              <a:gd name="connsiteX57-9871" fmla="*/ 3297 w 10000"/>
              <a:gd name="connsiteY57-9872" fmla="*/ 8150 h 10000"/>
              <a:gd name="connsiteX58-9873" fmla="*/ 3135 w 10000"/>
              <a:gd name="connsiteY58-9874" fmla="*/ 8254 h 10000"/>
              <a:gd name="connsiteX59-9875" fmla="*/ 3001 w 10000"/>
              <a:gd name="connsiteY59-9876" fmla="*/ 8358 h 10000"/>
              <a:gd name="connsiteX60-9877" fmla="*/ 2864 w 10000"/>
              <a:gd name="connsiteY60-9878" fmla="*/ 8462 h 10000"/>
              <a:gd name="connsiteX61-9879" fmla="*/ 2864 w 10000"/>
              <a:gd name="connsiteY61-9880" fmla="*/ 8586 h 10000"/>
              <a:gd name="connsiteX62-9881" fmla="*/ 2864 w 10000"/>
              <a:gd name="connsiteY62-9882" fmla="*/ 8586 h 10000"/>
              <a:gd name="connsiteX63-9883" fmla="*/ 3001 w 10000"/>
              <a:gd name="connsiteY63-9884" fmla="*/ 8586 h 10000"/>
              <a:gd name="connsiteX64-9885" fmla="*/ 3135 w 10000"/>
              <a:gd name="connsiteY64-9886" fmla="*/ 8690 h 10000"/>
              <a:gd name="connsiteX65-9887" fmla="*/ 3297 w 10000"/>
              <a:gd name="connsiteY65-9888" fmla="*/ 8690 h 10000"/>
              <a:gd name="connsiteX66-9889" fmla="*/ 3568 w 10000"/>
              <a:gd name="connsiteY66-9890" fmla="*/ 8690 h 10000"/>
              <a:gd name="connsiteX67-9891" fmla="*/ 3729 w 10000"/>
              <a:gd name="connsiteY67-9892" fmla="*/ 8586 h 10000"/>
              <a:gd name="connsiteX68-9893" fmla="*/ 3864 w 10000"/>
              <a:gd name="connsiteY68-9894" fmla="*/ 8586 h 10000"/>
              <a:gd name="connsiteX69-9895" fmla="*/ 4135 w 10000"/>
              <a:gd name="connsiteY69-9896" fmla="*/ 8586 h 10000"/>
              <a:gd name="connsiteX70-9897" fmla="*/ 4433 w 10000"/>
              <a:gd name="connsiteY70-9898" fmla="*/ 8586 h 10000"/>
              <a:gd name="connsiteX71-9899" fmla="*/ 4729 w 10000"/>
              <a:gd name="connsiteY71-9900" fmla="*/ 8462 h 10000"/>
              <a:gd name="connsiteX72-9901" fmla="*/ 5000 w 10000"/>
              <a:gd name="connsiteY72-9902" fmla="*/ 8462 h 10000"/>
              <a:gd name="connsiteX73-9903" fmla="*/ 5432 w 10000"/>
              <a:gd name="connsiteY73-9904" fmla="*/ 8462 h 10000"/>
              <a:gd name="connsiteX74-9905" fmla="*/ 5865 w 10000"/>
              <a:gd name="connsiteY74-9906" fmla="*/ 8462 h 10000"/>
              <a:gd name="connsiteX75-9907" fmla="*/ 6432 w 10000"/>
              <a:gd name="connsiteY75-9908" fmla="*/ 8358 h 10000"/>
              <a:gd name="connsiteX76-9909" fmla="*/ 7001 w 10000"/>
              <a:gd name="connsiteY76-9910" fmla="*/ 8358 h 10000"/>
              <a:gd name="connsiteX77-9911" fmla="*/ 7568 w 10000"/>
              <a:gd name="connsiteY77-9912" fmla="*/ 8358 h 10000"/>
              <a:gd name="connsiteX78-9913" fmla="*/ 8135 w 10000"/>
              <a:gd name="connsiteY78-9914" fmla="*/ 8254 h 10000"/>
              <a:gd name="connsiteX79-9915" fmla="*/ 6865 w 10000"/>
              <a:gd name="connsiteY79-9916" fmla="*/ 9023 h 10000"/>
              <a:gd name="connsiteX80-9917" fmla="*/ 5702 w 10000"/>
              <a:gd name="connsiteY80-9918" fmla="*/ 9127 h 10000"/>
              <a:gd name="connsiteX81-9919" fmla="*/ 5135 w 10000"/>
              <a:gd name="connsiteY81-9920" fmla="*/ 9127 h 10000"/>
              <a:gd name="connsiteX82-9921" fmla="*/ 4729 w 10000"/>
              <a:gd name="connsiteY82-9922" fmla="*/ 9231 h 10000"/>
              <a:gd name="connsiteX83-9923" fmla="*/ 4135 w 10000"/>
              <a:gd name="connsiteY83-9924" fmla="*/ 9356 h 10000"/>
              <a:gd name="connsiteX84-9925" fmla="*/ 3729 w 10000"/>
              <a:gd name="connsiteY84-9926" fmla="*/ 9356 h 10000"/>
              <a:gd name="connsiteX85-9927" fmla="*/ 3433 w 10000"/>
              <a:gd name="connsiteY85-9928" fmla="*/ 9459 h 10000"/>
              <a:gd name="connsiteX86-9929" fmla="*/ 3001 w 10000"/>
              <a:gd name="connsiteY86-9930" fmla="*/ 9459 h 10000"/>
              <a:gd name="connsiteX87-9931" fmla="*/ 2730 w 10000"/>
              <a:gd name="connsiteY87-9932" fmla="*/ 9563 h 10000"/>
              <a:gd name="connsiteX88-9933" fmla="*/ 2297 w 10000"/>
              <a:gd name="connsiteY88-9934" fmla="*/ 9688 h 10000"/>
              <a:gd name="connsiteX89-9935" fmla="*/ 1999 w 10000"/>
              <a:gd name="connsiteY89-9936" fmla="*/ 9688 h 10000"/>
              <a:gd name="connsiteX90-9937" fmla="*/ 1865 w 10000"/>
              <a:gd name="connsiteY90-9938" fmla="*/ 9792 h 10000"/>
              <a:gd name="connsiteX91-9939" fmla="*/ 1569 w 10000"/>
              <a:gd name="connsiteY91-9940" fmla="*/ 9792 h 10000"/>
              <a:gd name="connsiteX92-9941" fmla="*/ 1432 w 10000"/>
              <a:gd name="connsiteY92-9942" fmla="*/ 9896 h 10000"/>
              <a:gd name="connsiteX93-9943" fmla="*/ 1298 w 10000"/>
              <a:gd name="connsiteY93-9944" fmla="*/ 9896 h 10000"/>
              <a:gd name="connsiteX94-9945" fmla="*/ 1161 w 10000"/>
              <a:gd name="connsiteY94-9946" fmla="*/ 9896 h 10000"/>
              <a:gd name="connsiteX95-9947" fmla="*/ 865 w 10000"/>
              <a:gd name="connsiteY95-9948" fmla="*/ 10000 h 10000"/>
              <a:gd name="connsiteX96-9949" fmla="*/ 730 w 10000"/>
              <a:gd name="connsiteY96-9950" fmla="*/ 9896 h 10000"/>
              <a:gd name="connsiteX97-9951" fmla="*/ 594 w 10000"/>
              <a:gd name="connsiteY97-9952" fmla="*/ 9896 h 10000"/>
              <a:gd name="connsiteX98-9953" fmla="*/ 433 w 10000"/>
              <a:gd name="connsiteY98-9954" fmla="*/ 9792 h 10000"/>
              <a:gd name="connsiteX99-9955" fmla="*/ 296 w 10000"/>
              <a:gd name="connsiteY99-9956" fmla="*/ 9563 h 10000"/>
              <a:gd name="connsiteX100-9957" fmla="*/ 163 w 10000"/>
              <a:gd name="connsiteY100-9958" fmla="*/ 9356 h 10000"/>
              <a:gd name="connsiteX101-9959" fmla="*/ 0 w 10000"/>
              <a:gd name="connsiteY101-9960" fmla="*/ 9231 h 10000"/>
              <a:gd name="connsiteX102-9961" fmla="*/ 0 w 10000"/>
              <a:gd name="connsiteY102-9962" fmla="*/ 9127 h 10000"/>
              <a:gd name="connsiteX103-9963" fmla="*/ 0 w 10000"/>
              <a:gd name="connsiteY103-9964" fmla="*/ 9023 h 10000"/>
              <a:gd name="connsiteX104-9965" fmla="*/ 0 w 10000"/>
              <a:gd name="connsiteY104-9966" fmla="*/ 9023 h 10000"/>
              <a:gd name="connsiteX105-9967" fmla="*/ 163 w 10000"/>
              <a:gd name="connsiteY105-9968" fmla="*/ 8919 h 10000"/>
              <a:gd name="connsiteX106-9969" fmla="*/ 296 w 10000"/>
              <a:gd name="connsiteY106-9970" fmla="*/ 8794 h 10000"/>
              <a:gd name="connsiteX107-9971" fmla="*/ 594 w 10000"/>
              <a:gd name="connsiteY107-9972" fmla="*/ 8690 h 10000"/>
              <a:gd name="connsiteX108-9973" fmla="*/ 865 w 10000"/>
              <a:gd name="connsiteY108-9974" fmla="*/ 8586 h 10000"/>
              <a:gd name="connsiteX109-9975" fmla="*/ 1000 w 10000"/>
              <a:gd name="connsiteY109-9976" fmla="*/ 8462 h 10000"/>
              <a:gd name="connsiteX110-9977" fmla="*/ 1161 w 10000"/>
              <a:gd name="connsiteY110-9978" fmla="*/ 8358 h 10000"/>
              <a:gd name="connsiteX111-9979" fmla="*/ 1432 w 10000"/>
              <a:gd name="connsiteY111-9980" fmla="*/ 8254 h 10000"/>
              <a:gd name="connsiteX112-9981" fmla="*/ 1728 w 10000"/>
              <a:gd name="connsiteY112-9982" fmla="*/ 8025 h 10000"/>
              <a:gd name="connsiteX113-9983" fmla="*/ 1865 w 10000"/>
              <a:gd name="connsiteY113-9984" fmla="*/ 7921 h 10000"/>
              <a:gd name="connsiteX114-9985" fmla="*/ 2162 w 10000"/>
              <a:gd name="connsiteY114-9986" fmla="*/ 7692 h 10000"/>
              <a:gd name="connsiteX115-9987" fmla="*/ 2432 w 10000"/>
              <a:gd name="connsiteY115-9988" fmla="*/ 7484 h 10000"/>
              <a:gd name="connsiteX116-9989" fmla="*/ 2432 w 10000"/>
              <a:gd name="connsiteY116-9990" fmla="*/ 7484 h 10000"/>
              <a:gd name="connsiteX0-9991" fmla="*/ 2432 w 10000"/>
              <a:gd name="connsiteY0-9992" fmla="*/ 7484 h 10000"/>
              <a:gd name="connsiteX1-9993" fmla="*/ 2730 w 10000"/>
              <a:gd name="connsiteY1-9994" fmla="*/ 7152 h 10000"/>
              <a:gd name="connsiteX2-9995" fmla="*/ 3135 w 10000"/>
              <a:gd name="connsiteY2-9996" fmla="*/ 6819 h 10000"/>
              <a:gd name="connsiteX3-9997" fmla="*/ 3433 w 10000"/>
              <a:gd name="connsiteY3-9998" fmla="*/ 6486 h 10000"/>
              <a:gd name="connsiteX4-9999" fmla="*/ 3864 w 10000"/>
              <a:gd name="connsiteY4-10000" fmla="*/ 6050 h 10000"/>
              <a:gd name="connsiteX5-10001" fmla="*/ 4296 w 10000"/>
              <a:gd name="connsiteY5-10002" fmla="*/ 5509 h 10000"/>
              <a:gd name="connsiteX6-10003" fmla="*/ 4729 w 10000"/>
              <a:gd name="connsiteY6-10004" fmla="*/ 4948 h 10000"/>
              <a:gd name="connsiteX7-10005" fmla="*/ 5135 w 10000"/>
              <a:gd name="connsiteY7-10006" fmla="*/ 4304 h 10000"/>
              <a:gd name="connsiteX8-10007" fmla="*/ 5702 w 10000"/>
              <a:gd name="connsiteY8-10008" fmla="*/ 3638 h 10000"/>
              <a:gd name="connsiteX9-10009" fmla="*/ 6136 w 10000"/>
              <a:gd name="connsiteY9-10010" fmla="*/ 2973 h 10000"/>
              <a:gd name="connsiteX10-10011" fmla="*/ 6567 w 10000"/>
              <a:gd name="connsiteY10-10012" fmla="*/ 2432 h 10000"/>
              <a:gd name="connsiteX11-10013" fmla="*/ 6865 w 10000"/>
              <a:gd name="connsiteY11-10014" fmla="*/ 1871 h 10000"/>
              <a:gd name="connsiteX12-10015" fmla="*/ 7134 w 10000"/>
              <a:gd name="connsiteY12-10016" fmla="*/ 1435 h 10000"/>
              <a:gd name="connsiteX13-10017" fmla="*/ 7271 w 10000"/>
              <a:gd name="connsiteY13-10018" fmla="*/ 1102 h 10000"/>
              <a:gd name="connsiteX14-10019" fmla="*/ 7432 w 10000"/>
              <a:gd name="connsiteY14-10020" fmla="*/ 769 h 10000"/>
              <a:gd name="connsiteX15-10021" fmla="*/ 7432 w 10000"/>
              <a:gd name="connsiteY15-10022" fmla="*/ 665 h 10000"/>
              <a:gd name="connsiteX16-10023" fmla="*/ 7432 w 10000"/>
              <a:gd name="connsiteY16-10024" fmla="*/ 437 h 10000"/>
              <a:gd name="connsiteX17-10025" fmla="*/ 7271 w 10000"/>
              <a:gd name="connsiteY17-10026" fmla="*/ 437 h 10000"/>
              <a:gd name="connsiteX18-10027" fmla="*/ 7271 w 10000"/>
              <a:gd name="connsiteY18-10028" fmla="*/ 333 h 10000"/>
              <a:gd name="connsiteX19-10029" fmla="*/ 7134 w 10000"/>
              <a:gd name="connsiteY19-10030" fmla="*/ 229 h 10000"/>
              <a:gd name="connsiteX20-10031" fmla="*/ 7134 w 10000"/>
              <a:gd name="connsiteY20-10032" fmla="*/ 229 h 10000"/>
              <a:gd name="connsiteX21-10033" fmla="*/ 7134 w 10000"/>
              <a:gd name="connsiteY21-10034" fmla="*/ 125 h 10000"/>
              <a:gd name="connsiteX22-10035" fmla="*/ 7134 w 10000"/>
              <a:gd name="connsiteY22-10036" fmla="*/ 0 h 10000"/>
              <a:gd name="connsiteX23-10037" fmla="*/ 7271 w 10000"/>
              <a:gd name="connsiteY23-10038" fmla="*/ 0 h 10000"/>
              <a:gd name="connsiteX24-10039" fmla="*/ 7568 w 10000"/>
              <a:gd name="connsiteY24-10040" fmla="*/ 0 h 10000"/>
              <a:gd name="connsiteX25-10041" fmla="*/ 7864 w 10000"/>
              <a:gd name="connsiteY25-10042" fmla="*/ 0 h 10000"/>
              <a:gd name="connsiteX26-10043" fmla="*/ 8270 w 10000"/>
              <a:gd name="connsiteY26-10044" fmla="*/ 0 h 10000"/>
              <a:gd name="connsiteX27-10045" fmla="*/ 8566 w 10000"/>
              <a:gd name="connsiteY27-10046" fmla="*/ 125 h 10000"/>
              <a:gd name="connsiteX28-10047" fmla="*/ 9000 w 10000"/>
              <a:gd name="connsiteY28-10048" fmla="*/ 229 h 10000"/>
              <a:gd name="connsiteX29-10049" fmla="*/ 9270 w 10000"/>
              <a:gd name="connsiteY29-10050" fmla="*/ 333 h 10000"/>
              <a:gd name="connsiteX30-10051" fmla="*/ 9568 w 10000"/>
              <a:gd name="connsiteY30-10052" fmla="*/ 437 h 10000"/>
              <a:gd name="connsiteX31-10053" fmla="*/ 9839 w 10000"/>
              <a:gd name="connsiteY31-10054" fmla="*/ 665 h 10000"/>
              <a:gd name="connsiteX32-10055" fmla="*/ 10000 w 10000"/>
              <a:gd name="connsiteY32-10056" fmla="*/ 769 h 10000"/>
              <a:gd name="connsiteX33-10057" fmla="*/ 10000 w 10000"/>
              <a:gd name="connsiteY33-10058" fmla="*/ 894 h 10000"/>
              <a:gd name="connsiteX34-10059" fmla="*/ 10000 w 10000"/>
              <a:gd name="connsiteY34-10060" fmla="*/ 998 h 10000"/>
              <a:gd name="connsiteX35-10061" fmla="*/ 10000 w 10000"/>
              <a:gd name="connsiteY35-10062" fmla="*/ 1206 h 10000"/>
              <a:gd name="connsiteX36-10063" fmla="*/ 9839 w 10000"/>
              <a:gd name="connsiteY36-10064" fmla="*/ 1331 h 10000"/>
              <a:gd name="connsiteX37-10065" fmla="*/ 9702 w 10000"/>
              <a:gd name="connsiteY37-10066" fmla="*/ 1538 h 10000"/>
              <a:gd name="connsiteX38-10067" fmla="*/ 9433 w 10000"/>
              <a:gd name="connsiteY38-10068" fmla="*/ 1767 h 10000"/>
              <a:gd name="connsiteX39-10069" fmla="*/ 9135 w 10000"/>
              <a:gd name="connsiteY39-10070" fmla="*/ 1975 h 10000"/>
              <a:gd name="connsiteX40-10071" fmla="*/ 9000 w 10000"/>
              <a:gd name="connsiteY40-10072" fmla="*/ 2204 h 10000"/>
              <a:gd name="connsiteX41-10073" fmla="*/ 8703 w 10000"/>
              <a:gd name="connsiteY41-10074" fmla="*/ 2432 h 10000"/>
              <a:gd name="connsiteX42-10075" fmla="*/ 8433 w 10000"/>
              <a:gd name="connsiteY42-10076" fmla="*/ 2744 h 10000"/>
              <a:gd name="connsiteX43-10077" fmla="*/ 8135 w 10000"/>
              <a:gd name="connsiteY43-10078" fmla="*/ 3077 h 10000"/>
              <a:gd name="connsiteX44-10079" fmla="*/ 7703 w 10000"/>
              <a:gd name="connsiteY44-10080" fmla="*/ 3514 h 10000"/>
              <a:gd name="connsiteX45-10081" fmla="*/ 7432 w 10000"/>
              <a:gd name="connsiteY45-10082" fmla="*/ 3971 h 10000"/>
              <a:gd name="connsiteX46-10083" fmla="*/ 7001 w 10000"/>
              <a:gd name="connsiteY46-10084" fmla="*/ 4407 h 10000"/>
              <a:gd name="connsiteX47-10085" fmla="*/ 6432 w 10000"/>
              <a:gd name="connsiteY47-10086" fmla="*/ 4948 h 10000"/>
              <a:gd name="connsiteX48-10087" fmla="*/ 5999 w 10000"/>
              <a:gd name="connsiteY48-10088" fmla="*/ 5385 h 10000"/>
              <a:gd name="connsiteX49-10089" fmla="*/ 5702 w 10000"/>
              <a:gd name="connsiteY49-10090" fmla="*/ 5842 h 10000"/>
              <a:gd name="connsiteX50-10091" fmla="*/ 5298 w 10000"/>
              <a:gd name="connsiteY50-10092" fmla="*/ 6279 h 10000"/>
              <a:gd name="connsiteX51-10093" fmla="*/ 4865 w 10000"/>
              <a:gd name="connsiteY51-10094" fmla="*/ 6611 h 10000"/>
              <a:gd name="connsiteX52-10095" fmla="*/ 4567 w 10000"/>
              <a:gd name="connsiteY52-10096" fmla="*/ 6923 h 10000"/>
              <a:gd name="connsiteX53-10097" fmla="*/ 4296 w 10000"/>
              <a:gd name="connsiteY53-10098" fmla="*/ 7256 h 10000"/>
              <a:gd name="connsiteX54-10099" fmla="*/ 4000 w 10000"/>
              <a:gd name="connsiteY54-10100" fmla="*/ 7484 h 10000"/>
              <a:gd name="connsiteX55-10101" fmla="*/ 3729 w 10000"/>
              <a:gd name="connsiteY55-10102" fmla="*/ 7692 h 10000"/>
              <a:gd name="connsiteX56-10103" fmla="*/ 3433 w 10000"/>
              <a:gd name="connsiteY56-10104" fmla="*/ 7921 h 10000"/>
              <a:gd name="connsiteX57-10105" fmla="*/ 3297 w 10000"/>
              <a:gd name="connsiteY57-10106" fmla="*/ 8150 h 10000"/>
              <a:gd name="connsiteX58-10107" fmla="*/ 3135 w 10000"/>
              <a:gd name="connsiteY58-10108" fmla="*/ 8254 h 10000"/>
              <a:gd name="connsiteX59-10109" fmla="*/ 3001 w 10000"/>
              <a:gd name="connsiteY59-10110" fmla="*/ 8358 h 10000"/>
              <a:gd name="connsiteX60-10111" fmla="*/ 2864 w 10000"/>
              <a:gd name="connsiteY60-10112" fmla="*/ 8462 h 10000"/>
              <a:gd name="connsiteX61-10113" fmla="*/ 2864 w 10000"/>
              <a:gd name="connsiteY61-10114" fmla="*/ 8586 h 10000"/>
              <a:gd name="connsiteX62-10115" fmla="*/ 2864 w 10000"/>
              <a:gd name="connsiteY62-10116" fmla="*/ 8586 h 10000"/>
              <a:gd name="connsiteX63-10117" fmla="*/ 3001 w 10000"/>
              <a:gd name="connsiteY63-10118" fmla="*/ 8586 h 10000"/>
              <a:gd name="connsiteX64-10119" fmla="*/ 3135 w 10000"/>
              <a:gd name="connsiteY64-10120" fmla="*/ 8690 h 10000"/>
              <a:gd name="connsiteX65-10121" fmla="*/ 3297 w 10000"/>
              <a:gd name="connsiteY65-10122" fmla="*/ 8690 h 10000"/>
              <a:gd name="connsiteX66-10123" fmla="*/ 3568 w 10000"/>
              <a:gd name="connsiteY66-10124" fmla="*/ 8690 h 10000"/>
              <a:gd name="connsiteX67-10125" fmla="*/ 3729 w 10000"/>
              <a:gd name="connsiteY67-10126" fmla="*/ 8586 h 10000"/>
              <a:gd name="connsiteX68-10127" fmla="*/ 3864 w 10000"/>
              <a:gd name="connsiteY68-10128" fmla="*/ 8586 h 10000"/>
              <a:gd name="connsiteX69-10129" fmla="*/ 4135 w 10000"/>
              <a:gd name="connsiteY69-10130" fmla="*/ 8586 h 10000"/>
              <a:gd name="connsiteX70-10131" fmla="*/ 4433 w 10000"/>
              <a:gd name="connsiteY70-10132" fmla="*/ 8586 h 10000"/>
              <a:gd name="connsiteX71-10133" fmla="*/ 4729 w 10000"/>
              <a:gd name="connsiteY71-10134" fmla="*/ 8462 h 10000"/>
              <a:gd name="connsiteX72-10135" fmla="*/ 5000 w 10000"/>
              <a:gd name="connsiteY72-10136" fmla="*/ 8462 h 10000"/>
              <a:gd name="connsiteX73-10137" fmla="*/ 5432 w 10000"/>
              <a:gd name="connsiteY73-10138" fmla="*/ 8462 h 10000"/>
              <a:gd name="connsiteX74-10139" fmla="*/ 5865 w 10000"/>
              <a:gd name="connsiteY74-10140" fmla="*/ 8462 h 10000"/>
              <a:gd name="connsiteX75-10141" fmla="*/ 6432 w 10000"/>
              <a:gd name="connsiteY75-10142" fmla="*/ 8358 h 10000"/>
              <a:gd name="connsiteX76-10143" fmla="*/ 7001 w 10000"/>
              <a:gd name="connsiteY76-10144" fmla="*/ 8358 h 10000"/>
              <a:gd name="connsiteX77-10145" fmla="*/ 7568 w 10000"/>
              <a:gd name="connsiteY77-10146" fmla="*/ 8358 h 10000"/>
              <a:gd name="connsiteX78-10147" fmla="*/ 6865 w 10000"/>
              <a:gd name="connsiteY78-10148" fmla="*/ 9023 h 10000"/>
              <a:gd name="connsiteX79-10149" fmla="*/ 5702 w 10000"/>
              <a:gd name="connsiteY79-10150" fmla="*/ 9127 h 10000"/>
              <a:gd name="connsiteX80-10151" fmla="*/ 5135 w 10000"/>
              <a:gd name="connsiteY80-10152" fmla="*/ 9127 h 10000"/>
              <a:gd name="connsiteX81-10153" fmla="*/ 4729 w 10000"/>
              <a:gd name="connsiteY81-10154" fmla="*/ 9231 h 10000"/>
              <a:gd name="connsiteX82-10155" fmla="*/ 4135 w 10000"/>
              <a:gd name="connsiteY82-10156" fmla="*/ 9356 h 10000"/>
              <a:gd name="connsiteX83-10157" fmla="*/ 3729 w 10000"/>
              <a:gd name="connsiteY83-10158" fmla="*/ 9356 h 10000"/>
              <a:gd name="connsiteX84-10159" fmla="*/ 3433 w 10000"/>
              <a:gd name="connsiteY84-10160" fmla="*/ 9459 h 10000"/>
              <a:gd name="connsiteX85-10161" fmla="*/ 3001 w 10000"/>
              <a:gd name="connsiteY85-10162" fmla="*/ 9459 h 10000"/>
              <a:gd name="connsiteX86-10163" fmla="*/ 2730 w 10000"/>
              <a:gd name="connsiteY86-10164" fmla="*/ 9563 h 10000"/>
              <a:gd name="connsiteX87-10165" fmla="*/ 2297 w 10000"/>
              <a:gd name="connsiteY87-10166" fmla="*/ 9688 h 10000"/>
              <a:gd name="connsiteX88-10167" fmla="*/ 1999 w 10000"/>
              <a:gd name="connsiteY88-10168" fmla="*/ 9688 h 10000"/>
              <a:gd name="connsiteX89-10169" fmla="*/ 1865 w 10000"/>
              <a:gd name="connsiteY89-10170" fmla="*/ 9792 h 10000"/>
              <a:gd name="connsiteX90-10171" fmla="*/ 1569 w 10000"/>
              <a:gd name="connsiteY90-10172" fmla="*/ 9792 h 10000"/>
              <a:gd name="connsiteX91-10173" fmla="*/ 1432 w 10000"/>
              <a:gd name="connsiteY91-10174" fmla="*/ 9896 h 10000"/>
              <a:gd name="connsiteX92-10175" fmla="*/ 1298 w 10000"/>
              <a:gd name="connsiteY92-10176" fmla="*/ 9896 h 10000"/>
              <a:gd name="connsiteX93-10177" fmla="*/ 1161 w 10000"/>
              <a:gd name="connsiteY93-10178" fmla="*/ 9896 h 10000"/>
              <a:gd name="connsiteX94-10179" fmla="*/ 865 w 10000"/>
              <a:gd name="connsiteY94-10180" fmla="*/ 10000 h 10000"/>
              <a:gd name="connsiteX95-10181" fmla="*/ 730 w 10000"/>
              <a:gd name="connsiteY95-10182" fmla="*/ 9896 h 10000"/>
              <a:gd name="connsiteX96-10183" fmla="*/ 594 w 10000"/>
              <a:gd name="connsiteY96-10184" fmla="*/ 9896 h 10000"/>
              <a:gd name="connsiteX97-10185" fmla="*/ 433 w 10000"/>
              <a:gd name="connsiteY97-10186" fmla="*/ 9792 h 10000"/>
              <a:gd name="connsiteX98-10187" fmla="*/ 296 w 10000"/>
              <a:gd name="connsiteY98-10188" fmla="*/ 9563 h 10000"/>
              <a:gd name="connsiteX99-10189" fmla="*/ 163 w 10000"/>
              <a:gd name="connsiteY99-10190" fmla="*/ 9356 h 10000"/>
              <a:gd name="connsiteX100-10191" fmla="*/ 0 w 10000"/>
              <a:gd name="connsiteY100-10192" fmla="*/ 9231 h 10000"/>
              <a:gd name="connsiteX101-10193" fmla="*/ 0 w 10000"/>
              <a:gd name="connsiteY101-10194" fmla="*/ 9127 h 10000"/>
              <a:gd name="connsiteX102-10195" fmla="*/ 0 w 10000"/>
              <a:gd name="connsiteY102-10196" fmla="*/ 9023 h 10000"/>
              <a:gd name="connsiteX103-10197" fmla="*/ 0 w 10000"/>
              <a:gd name="connsiteY103-10198" fmla="*/ 9023 h 10000"/>
              <a:gd name="connsiteX104-10199" fmla="*/ 163 w 10000"/>
              <a:gd name="connsiteY104-10200" fmla="*/ 8919 h 10000"/>
              <a:gd name="connsiteX105-10201" fmla="*/ 296 w 10000"/>
              <a:gd name="connsiteY105-10202" fmla="*/ 8794 h 10000"/>
              <a:gd name="connsiteX106-10203" fmla="*/ 594 w 10000"/>
              <a:gd name="connsiteY106-10204" fmla="*/ 8690 h 10000"/>
              <a:gd name="connsiteX107-10205" fmla="*/ 865 w 10000"/>
              <a:gd name="connsiteY107-10206" fmla="*/ 8586 h 10000"/>
              <a:gd name="connsiteX108-10207" fmla="*/ 1000 w 10000"/>
              <a:gd name="connsiteY108-10208" fmla="*/ 8462 h 10000"/>
              <a:gd name="connsiteX109-10209" fmla="*/ 1161 w 10000"/>
              <a:gd name="connsiteY109-10210" fmla="*/ 8358 h 10000"/>
              <a:gd name="connsiteX110-10211" fmla="*/ 1432 w 10000"/>
              <a:gd name="connsiteY110-10212" fmla="*/ 8254 h 10000"/>
              <a:gd name="connsiteX111-10213" fmla="*/ 1728 w 10000"/>
              <a:gd name="connsiteY111-10214" fmla="*/ 8025 h 10000"/>
              <a:gd name="connsiteX112-10215" fmla="*/ 1865 w 10000"/>
              <a:gd name="connsiteY112-10216" fmla="*/ 7921 h 10000"/>
              <a:gd name="connsiteX113-10217" fmla="*/ 2162 w 10000"/>
              <a:gd name="connsiteY113-10218" fmla="*/ 7692 h 10000"/>
              <a:gd name="connsiteX114-10219" fmla="*/ 2432 w 10000"/>
              <a:gd name="connsiteY114-10220" fmla="*/ 7484 h 10000"/>
              <a:gd name="connsiteX115-10221" fmla="*/ 2432 w 10000"/>
              <a:gd name="connsiteY115-10222" fmla="*/ 7484 h 10000"/>
              <a:gd name="connsiteX0-10223" fmla="*/ 2432 w 10000"/>
              <a:gd name="connsiteY0-10224" fmla="*/ 7484 h 10000"/>
              <a:gd name="connsiteX1-10225" fmla="*/ 2730 w 10000"/>
              <a:gd name="connsiteY1-10226" fmla="*/ 7152 h 10000"/>
              <a:gd name="connsiteX2-10227" fmla="*/ 3135 w 10000"/>
              <a:gd name="connsiteY2-10228" fmla="*/ 6819 h 10000"/>
              <a:gd name="connsiteX3-10229" fmla="*/ 3433 w 10000"/>
              <a:gd name="connsiteY3-10230" fmla="*/ 6486 h 10000"/>
              <a:gd name="connsiteX4-10231" fmla="*/ 3864 w 10000"/>
              <a:gd name="connsiteY4-10232" fmla="*/ 6050 h 10000"/>
              <a:gd name="connsiteX5-10233" fmla="*/ 4296 w 10000"/>
              <a:gd name="connsiteY5-10234" fmla="*/ 5509 h 10000"/>
              <a:gd name="connsiteX6-10235" fmla="*/ 4729 w 10000"/>
              <a:gd name="connsiteY6-10236" fmla="*/ 4948 h 10000"/>
              <a:gd name="connsiteX7-10237" fmla="*/ 5135 w 10000"/>
              <a:gd name="connsiteY7-10238" fmla="*/ 4304 h 10000"/>
              <a:gd name="connsiteX8-10239" fmla="*/ 5702 w 10000"/>
              <a:gd name="connsiteY8-10240" fmla="*/ 3638 h 10000"/>
              <a:gd name="connsiteX9-10241" fmla="*/ 6136 w 10000"/>
              <a:gd name="connsiteY9-10242" fmla="*/ 2973 h 10000"/>
              <a:gd name="connsiteX10-10243" fmla="*/ 6567 w 10000"/>
              <a:gd name="connsiteY10-10244" fmla="*/ 2432 h 10000"/>
              <a:gd name="connsiteX11-10245" fmla="*/ 6865 w 10000"/>
              <a:gd name="connsiteY11-10246" fmla="*/ 1871 h 10000"/>
              <a:gd name="connsiteX12-10247" fmla="*/ 7134 w 10000"/>
              <a:gd name="connsiteY12-10248" fmla="*/ 1435 h 10000"/>
              <a:gd name="connsiteX13-10249" fmla="*/ 7271 w 10000"/>
              <a:gd name="connsiteY13-10250" fmla="*/ 1102 h 10000"/>
              <a:gd name="connsiteX14-10251" fmla="*/ 7432 w 10000"/>
              <a:gd name="connsiteY14-10252" fmla="*/ 769 h 10000"/>
              <a:gd name="connsiteX15-10253" fmla="*/ 7432 w 10000"/>
              <a:gd name="connsiteY15-10254" fmla="*/ 665 h 10000"/>
              <a:gd name="connsiteX16-10255" fmla="*/ 7432 w 10000"/>
              <a:gd name="connsiteY16-10256" fmla="*/ 437 h 10000"/>
              <a:gd name="connsiteX17-10257" fmla="*/ 7271 w 10000"/>
              <a:gd name="connsiteY17-10258" fmla="*/ 437 h 10000"/>
              <a:gd name="connsiteX18-10259" fmla="*/ 7271 w 10000"/>
              <a:gd name="connsiteY18-10260" fmla="*/ 333 h 10000"/>
              <a:gd name="connsiteX19-10261" fmla="*/ 7134 w 10000"/>
              <a:gd name="connsiteY19-10262" fmla="*/ 229 h 10000"/>
              <a:gd name="connsiteX20-10263" fmla="*/ 7134 w 10000"/>
              <a:gd name="connsiteY20-10264" fmla="*/ 229 h 10000"/>
              <a:gd name="connsiteX21-10265" fmla="*/ 7134 w 10000"/>
              <a:gd name="connsiteY21-10266" fmla="*/ 125 h 10000"/>
              <a:gd name="connsiteX22-10267" fmla="*/ 7134 w 10000"/>
              <a:gd name="connsiteY22-10268" fmla="*/ 0 h 10000"/>
              <a:gd name="connsiteX23-10269" fmla="*/ 7271 w 10000"/>
              <a:gd name="connsiteY23-10270" fmla="*/ 0 h 10000"/>
              <a:gd name="connsiteX24-10271" fmla="*/ 7568 w 10000"/>
              <a:gd name="connsiteY24-10272" fmla="*/ 0 h 10000"/>
              <a:gd name="connsiteX25-10273" fmla="*/ 7864 w 10000"/>
              <a:gd name="connsiteY25-10274" fmla="*/ 0 h 10000"/>
              <a:gd name="connsiteX26-10275" fmla="*/ 8270 w 10000"/>
              <a:gd name="connsiteY26-10276" fmla="*/ 0 h 10000"/>
              <a:gd name="connsiteX27-10277" fmla="*/ 8566 w 10000"/>
              <a:gd name="connsiteY27-10278" fmla="*/ 125 h 10000"/>
              <a:gd name="connsiteX28-10279" fmla="*/ 9000 w 10000"/>
              <a:gd name="connsiteY28-10280" fmla="*/ 229 h 10000"/>
              <a:gd name="connsiteX29-10281" fmla="*/ 9270 w 10000"/>
              <a:gd name="connsiteY29-10282" fmla="*/ 333 h 10000"/>
              <a:gd name="connsiteX30-10283" fmla="*/ 9568 w 10000"/>
              <a:gd name="connsiteY30-10284" fmla="*/ 437 h 10000"/>
              <a:gd name="connsiteX31-10285" fmla="*/ 9839 w 10000"/>
              <a:gd name="connsiteY31-10286" fmla="*/ 665 h 10000"/>
              <a:gd name="connsiteX32-10287" fmla="*/ 10000 w 10000"/>
              <a:gd name="connsiteY32-10288" fmla="*/ 769 h 10000"/>
              <a:gd name="connsiteX33-10289" fmla="*/ 10000 w 10000"/>
              <a:gd name="connsiteY33-10290" fmla="*/ 894 h 10000"/>
              <a:gd name="connsiteX34-10291" fmla="*/ 10000 w 10000"/>
              <a:gd name="connsiteY34-10292" fmla="*/ 998 h 10000"/>
              <a:gd name="connsiteX35-10293" fmla="*/ 10000 w 10000"/>
              <a:gd name="connsiteY35-10294" fmla="*/ 1206 h 10000"/>
              <a:gd name="connsiteX36-10295" fmla="*/ 9839 w 10000"/>
              <a:gd name="connsiteY36-10296" fmla="*/ 1331 h 10000"/>
              <a:gd name="connsiteX37-10297" fmla="*/ 9702 w 10000"/>
              <a:gd name="connsiteY37-10298" fmla="*/ 1538 h 10000"/>
              <a:gd name="connsiteX38-10299" fmla="*/ 9433 w 10000"/>
              <a:gd name="connsiteY38-10300" fmla="*/ 1767 h 10000"/>
              <a:gd name="connsiteX39-10301" fmla="*/ 9135 w 10000"/>
              <a:gd name="connsiteY39-10302" fmla="*/ 1975 h 10000"/>
              <a:gd name="connsiteX40-10303" fmla="*/ 9000 w 10000"/>
              <a:gd name="connsiteY40-10304" fmla="*/ 2204 h 10000"/>
              <a:gd name="connsiteX41-10305" fmla="*/ 8703 w 10000"/>
              <a:gd name="connsiteY41-10306" fmla="*/ 2432 h 10000"/>
              <a:gd name="connsiteX42-10307" fmla="*/ 8433 w 10000"/>
              <a:gd name="connsiteY42-10308" fmla="*/ 2744 h 10000"/>
              <a:gd name="connsiteX43-10309" fmla="*/ 8135 w 10000"/>
              <a:gd name="connsiteY43-10310" fmla="*/ 3077 h 10000"/>
              <a:gd name="connsiteX44-10311" fmla="*/ 7703 w 10000"/>
              <a:gd name="connsiteY44-10312" fmla="*/ 3514 h 10000"/>
              <a:gd name="connsiteX45-10313" fmla="*/ 7432 w 10000"/>
              <a:gd name="connsiteY45-10314" fmla="*/ 3971 h 10000"/>
              <a:gd name="connsiteX46-10315" fmla="*/ 7001 w 10000"/>
              <a:gd name="connsiteY46-10316" fmla="*/ 4407 h 10000"/>
              <a:gd name="connsiteX47-10317" fmla="*/ 6432 w 10000"/>
              <a:gd name="connsiteY47-10318" fmla="*/ 4948 h 10000"/>
              <a:gd name="connsiteX48-10319" fmla="*/ 5999 w 10000"/>
              <a:gd name="connsiteY48-10320" fmla="*/ 5385 h 10000"/>
              <a:gd name="connsiteX49-10321" fmla="*/ 5702 w 10000"/>
              <a:gd name="connsiteY49-10322" fmla="*/ 5842 h 10000"/>
              <a:gd name="connsiteX50-10323" fmla="*/ 5298 w 10000"/>
              <a:gd name="connsiteY50-10324" fmla="*/ 6279 h 10000"/>
              <a:gd name="connsiteX51-10325" fmla="*/ 4865 w 10000"/>
              <a:gd name="connsiteY51-10326" fmla="*/ 6611 h 10000"/>
              <a:gd name="connsiteX52-10327" fmla="*/ 4567 w 10000"/>
              <a:gd name="connsiteY52-10328" fmla="*/ 6923 h 10000"/>
              <a:gd name="connsiteX53-10329" fmla="*/ 4296 w 10000"/>
              <a:gd name="connsiteY53-10330" fmla="*/ 7256 h 10000"/>
              <a:gd name="connsiteX54-10331" fmla="*/ 4000 w 10000"/>
              <a:gd name="connsiteY54-10332" fmla="*/ 7484 h 10000"/>
              <a:gd name="connsiteX55-10333" fmla="*/ 3729 w 10000"/>
              <a:gd name="connsiteY55-10334" fmla="*/ 7692 h 10000"/>
              <a:gd name="connsiteX56-10335" fmla="*/ 3433 w 10000"/>
              <a:gd name="connsiteY56-10336" fmla="*/ 7921 h 10000"/>
              <a:gd name="connsiteX57-10337" fmla="*/ 3297 w 10000"/>
              <a:gd name="connsiteY57-10338" fmla="*/ 8150 h 10000"/>
              <a:gd name="connsiteX58-10339" fmla="*/ 3135 w 10000"/>
              <a:gd name="connsiteY58-10340" fmla="*/ 8254 h 10000"/>
              <a:gd name="connsiteX59-10341" fmla="*/ 3001 w 10000"/>
              <a:gd name="connsiteY59-10342" fmla="*/ 8358 h 10000"/>
              <a:gd name="connsiteX60-10343" fmla="*/ 2864 w 10000"/>
              <a:gd name="connsiteY60-10344" fmla="*/ 8462 h 10000"/>
              <a:gd name="connsiteX61-10345" fmla="*/ 2864 w 10000"/>
              <a:gd name="connsiteY61-10346" fmla="*/ 8586 h 10000"/>
              <a:gd name="connsiteX62-10347" fmla="*/ 2864 w 10000"/>
              <a:gd name="connsiteY62-10348" fmla="*/ 8586 h 10000"/>
              <a:gd name="connsiteX63-10349" fmla="*/ 3001 w 10000"/>
              <a:gd name="connsiteY63-10350" fmla="*/ 8586 h 10000"/>
              <a:gd name="connsiteX64-10351" fmla="*/ 3135 w 10000"/>
              <a:gd name="connsiteY64-10352" fmla="*/ 8690 h 10000"/>
              <a:gd name="connsiteX65-10353" fmla="*/ 3297 w 10000"/>
              <a:gd name="connsiteY65-10354" fmla="*/ 8690 h 10000"/>
              <a:gd name="connsiteX66-10355" fmla="*/ 3568 w 10000"/>
              <a:gd name="connsiteY66-10356" fmla="*/ 8690 h 10000"/>
              <a:gd name="connsiteX67-10357" fmla="*/ 3729 w 10000"/>
              <a:gd name="connsiteY67-10358" fmla="*/ 8586 h 10000"/>
              <a:gd name="connsiteX68-10359" fmla="*/ 3864 w 10000"/>
              <a:gd name="connsiteY68-10360" fmla="*/ 8586 h 10000"/>
              <a:gd name="connsiteX69-10361" fmla="*/ 4135 w 10000"/>
              <a:gd name="connsiteY69-10362" fmla="*/ 8586 h 10000"/>
              <a:gd name="connsiteX70-10363" fmla="*/ 4433 w 10000"/>
              <a:gd name="connsiteY70-10364" fmla="*/ 8586 h 10000"/>
              <a:gd name="connsiteX71-10365" fmla="*/ 4729 w 10000"/>
              <a:gd name="connsiteY71-10366" fmla="*/ 8462 h 10000"/>
              <a:gd name="connsiteX72-10367" fmla="*/ 5000 w 10000"/>
              <a:gd name="connsiteY72-10368" fmla="*/ 8462 h 10000"/>
              <a:gd name="connsiteX73-10369" fmla="*/ 5432 w 10000"/>
              <a:gd name="connsiteY73-10370" fmla="*/ 8462 h 10000"/>
              <a:gd name="connsiteX74-10371" fmla="*/ 5865 w 10000"/>
              <a:gd name="connsiteY74-10372" fmla="*/ 8462 h 10000"/>
              <a:gd name="connsiteX75-10373" fmla="*/ 6432 w 10000"/>
              <a:gd name="connsiteY75-10374" fmla="*/ 8358 h 10000"/>
              <a:gd name="connsiteX76-10375" fmla="*/ 7001 w 10000"/>
              <a:gd name="connsiteY76-10376" fmla="*/ 8358 h 10000"/>
              <a:gd name="connsiteX77-10377" fmla="*/ 6865 w 10000"/>
              <a:gd name="connsiteY77-10378" fmla="*/ 9023 h 10000"/>
              <a:gd name="connsiteX78-10379" fmla="*/ 5702 w 10000"/>
              <a:gd name="connsiteY78-10380" fmla="*/ 9127 h 10000"/>
              <a:gd name="connsiteX79-10381" fmla="*/ 5135 w 10000"/>
              <a:gd name="connsiteY79-10382" fmla="*/ 9127 h 10000"/>
              <a:gd name="connsiteX80-10383" fmla="*/ 4729 w 10000"/>
              <a:gd name="connsiteY80-10384" fmla="*/ 9231 h 10000"/>
              <a:gd name="connsiteX81-10385" fmla="*/ 4135 w 10000"/>
              <a:gd name="connsiteY81-10386" fmla="*/ 9356 h 10000"/>
              <a:gd name="connsiteX82-10387" fmla="*/ 3729 w 10000"/>
              <a:gd name="connsiteY82-10388" fmla="*/ 9356 h 10000"/>
              <a:gd name="connsiteX83-10389" fmla="*/ 3433 w 10000"/>
              <a:gd name="connsiteY83-10390" fmla="*/ 9459 h 10000"/>
              <a:gd name="connsiteX84-10391" fmla="*/ 3001 w 10000"/>
              <a:gd name="connsiteY84-10392" fmla="*/ 9459 h 10000"/>
              <a:gd name="connsiteX85-10393" fmla="*/ 2730 w 10000"/>
              <a:gd name="connsiteY85-10394" fmla="*/ 9563 h 10000"/>
              <a:gd name="connsiteX86-10395" fmla="*/ 2297 w 10000"/>
              <a:gd name="connsiteY86-10396" fmla="*/ 9688 h 10000"/>
              <a:gd name="connsiteX87-10397" fmla="*/ 1999 w 10000"/>
              <a:gd name="connsiteY87-10398" fmla="*/ 9688 h 10000"/>
              <a:gd name="connsiteX88-10399" fmla="*/ 1865 w 10000"/>
              <a:gd name="connsiteY88-10400" fmla="*/ 9792 h 10000"/>
              <a:gd name="connsiteX89-10401" fmla="*/ 1569 w 10000"/>
              <a:gd name="connsiteY89-10402" fmla="*/ 9792 h 10000"/>
              <a:gd name="connsiteX90-10403" fmla="*/ 1432 w 10000"/>
              <a:gd name="connsiteY90-10404" fmla="*/ 9896 h 10000"/>
              <a:gd name="connsiteX91-10405" fmla="*/ 1298 w 10000"/>
              <a:gd name="connsiteY91-10406" fmla="*/ 9896 h 10000"/>
              <a:gd name="connsiteX92-10407" fmla="*/ 1161 w 10000"/>
              <a:gd name="connsiteY92-10408" fmla="*/ 9896 h 10000"/>
              <a:gd name="connsiteX93-10409" fmla="*/ 865 w 10000"/>
              <a:gd name="connsiteY93-10410" fmla="*/ 10000 h 10000"/>
              <a:gd name="connsiteX94-10411" fmla="*/ 730 w 10000"/>
              <a:gd name="connsiteY94-10412" fmla="*/ 9896 h 10000"/>
              <a:gd name="connsiteX95-10413" fmla="*/ 594 w 10000"/>
              <a:gd name="connsiteY95-10414" fmla="*/ 9896 h 10000"/>
              <a:gd name="connsiteX96-10415" fmla="*/ 433 w 10000"/>
              <a:gd name="connsiteY96-10416" fmla="*/ 9792 h 10000"/>
              <a:gd name="connsiteX97-10417" fmla="*/ 296 w 10000"/>
              <a:gd name="connsiteY97-10418" fmla="*/ 9563 h 10000"/>
              <a:gd name="connsiteX98-10419" fmla="*/ 163 w 10000"/>
              <a:gd name="connsiteY98-10420" fmla="*/ 9356 h 10000"/>
              <a:gd name="connsiteX99-10421" fmla="*/ 0 w 10000"/>
              <a:gd name="connsiteY99-10422" fmla="*/ 9231 h 10000"/>
              <a:gd name="connsiteX100-10423" fmla="*/ 0 w 10000"/>
              <a:gd name="connsiteY100-10424" fmla="*/ 9127 h 10000"/>
              <a:gd name="connsiteX101-10425" fmla="*/ 0 w 10000"/>
              <a:gd name="connsiteY101-10426" fmla="*/ 9023 h 10000"/>
              <a:gd name="connsiteX102-10427" fmla="*/ 0 w 10000"/>
              <a:gd name="connsiteY102-10428" fmla="*/ 9023 h 10000"/>
              <a:gd name="connsiteX103-10429" fmla="*/ 163 w 10000"/>
              <a:gd name="connsiteY103-10430" fmla="*/ 8919 h 10000"/>
              <a:gd name="connsiteX104-10431" fmla="*/ 296 w 10000"/>
              <a:gd name="connsiteY104-10432" fmla="*/ 8794 h 10000"/>
              <a:gd name="connsiteX105-10433" fmla="*/ 594 w 10000"/>
              <a:gd name="connsiteY105-10434" fmla="*/ 8690 h 10000"/>
              <a:gd name="connsiteX106-10435" fmla="*/ 865 w 10000"/>
              <a:gd name="connsiteY106-10436" fmla="*/ 8586 h 10000"/>
              <a:gd name="connsiteX107-10437" fmla="*/ 1000 w 10000"/>
              <a:gd name="connsiteY107-10438" fmla="*/ 8462 h 10000"/>
              <a:gd name="connsiteX108-10439" fmla="*/ 1161 w 10000"/>
              <a:gd name="connsiteY108-10440" fmla="*/ 8358 h 10000"/>
              <a:gd name="connsiteX109-10441" fmla="*/ 1432 w 10000"/>
              <a:gd name="connsiteY109-10442" fmla="*/ 8254 h 10000"/>
              <a:gd name="connsiteX110-10443" fmla="*/ 1728 w 10000"/>
              <a:gd name="connsiteY110-10444" fmla="*/ 8025 h 10000"/>
              <a:gd name="connsiteX111-10445" fmla="*/ 1865 w 10000"/>
              <a:gd name="connsiteY111-10446" fmla="*/ 7921 h 10000"/>
              <a:gd name="connsiteX112-10447" fmla="*/ 2162 w 10000"/>
              <a:gd name="connsiteY112-10448" fmla="*/ 7692 h 10000"/>
              <a:gd name="connsiteX113-10449" fmla="*/ 2432 w 10000"/>
              <a:gd name="connsiteY113-10450" fmla="*/ 7484 h 10000"/>
              <a:gd name="connsiteX114-10451" fmla="*/ 2432 w 10000"/>
              <a:gd name="connsiteY114-10452" fmla="*/ 7484 h 10000"/>
              <a:gd name="connsiteX0-10453" fmla="*/ 2432 w 10000"/>
              <a:gd name="connsiteY0-10454" fmla="*/ 7484 h 10000"/>
              <a:gd name="connsiteX1-10455" fmla="*/ 2730 w 10000"/>
              <a:gd name="connsiteY1-10456" fmla="*/ 7152 h 10000"/>
              <a:gd name="connsiteX2-10457" fmla="*/ 3135 w 10000"/>
              <a:gd name="connsiteY2-10458" fmla="*/ 6819 h 10000"/>
              <a:gd name="connsiteX3-10459" fmla="*/ 3433 w 10000"/>
              <a:gd name="connsiteY3-10460" fmla="*/ 6486 h 10000"/>
              <a:gd name="connsiteX4-10461" fmla="*/ 3864 w 10000"/>
              <a:gd name="connsiteY4-10462" fmla="*/ 6050 h 10000"/>
              <a:gd name="connsiteX5-10463" fmla="*/ 4296 w 10000"/>
              <a:gd name="connsiteY5-10464" fmla="*/ 5509 h 10000"/>
              <a:gd name="connsiteX6-10465" fmla="*/ 4729 w 10000"/>
              <a:gd name="connsiteY6-10466" fmla="*/ 4948 h 10000"/>
              <a:gd name="connsiteX7-10467" fmla="*/ 5135 w 10000"/>
              <a:gd name="connsiteY7-10468" fmla="*/ 4304 h 10000"/>
              <a:gd name="connsiteX8-10469" fmla="*/ 5702 w 10000"/>
              <a:gd name="connsiteY8-10470" fmla="*/ 3638 h 10000"/>
              <a:gd name="connsiteX9-10471" fmla="*/ 6136 w 10000"/>
              <a:gd name="connsiteY9-10472" fmla="*/ 2973 h 10000"/>
              <a:gd name="connsiteX10-10473" fmla="*/ 6567 w 10000"/>
              <a:gd name="connsiteY10-10474" fmla="*/ 2432 h 10000"/>
              <a:gd name="connsiteX11-10475" fmla="*/ 6865 w 10000"/>
              <a:gd name="connsiteY11-10476" fmla="*/ 1871 h 10000"/>
              <a:gd name="connsiteX12-10477" fmla="*/ 7134 w 10000"/>
              <a:gd name="connsiteY12-10478" fmla="*/ 1435 h 10000"/>
              <a:gd name="connsiteX13-10479" fmla="*/ 7271 w 10000"/>
              <a:gd name="connsiteY13-10480" fmla="*/ 1102 h 10000"/>
              <a:gd name="connsiteX14-10481" fmla="*/ 7432 w 10000"/>
              <a:gd name="connsiteY14-10482" fmla="*/ 769 h 10000"/>
              <a:gd name="connsiteX15-10483" fmla="*/ 7432 w 10000"/>
              <a:gd name="connsiteY15-10484" fmla="*/ 665 h 10000"/>
              <a:gd name="connsiteX16-10485" fmla="*/ 7432 w 10000"/>
              <a:gd name="connsiteY16-10486" fmla="*/ 437 h 10000"/>
              <a:gd name="connsiteX17-10487" fmla="*/ 7271 w 10000"/>
              <a:gd name="connsiteY17-10488" fmla="*/ 437 h 10000"/>
              <a:gd name="connsiteX18-10489" fmla="*/ 7271 w 10000"/>
              <a:gd name="connsiteY18-10490" fmla="*/ 333 h 10000"/>
              <a:gd name="connsiteX19-10491" fmla="*/ 7134 w 10000"/>
              <a:gd name="connsiteY19-10492" fmla="*/ 229 h 10000"/>
              <a:gd name="connsiteX20-10493" fmla="*/ 7134 w 10000"/>
              <a:gd name="connsiteY20-10494" fmla="*/ 229 h 10000"/>
              <a:gd name="connsiteX21-10495" fmla="*/ 7134 w 10000"/>
              <a:gd name="connsiteY21-10496" fmla="*/ 125 h 10000"/>
              <a:gd name="connsiteX22-10497" fmla="*/ 7134 w 10000"/>
              <a:gd name="connsiteY22-10498" fmla="*/ 0 h 10000"/>
              <a:gd name="connsiteX23-10499" fmla="*/ 7271 w 10000"/>
              <a:gd name="connsiteY23-10500" fmla="*/ 0 h 10000"/>
              <a:gd name="connsiteX24-10501" fmla="*/ 7568 w 10000"/>
              <a:gd name="connsiteY24-10502" fmla="*/ 0 h 10000"/>
              <a:gd name="connsiteX25-10503" fmla="*/ 7864 w 10000"/>
              <a:gd name="connsiteY25-10504" fmla="*/ 0 h 10000"/>
              <a:gd name="connsiteX26-10505" fmla="*/ 8270 w 10000"/>
              <a:gd name="connsiteY26-10506" fmla="*/ 0 h 10000"/>
              <a:gd name="connsiteX27-10507" fmla="*/ 8566 w 10000"/>
              <a:gd name="connsiteY27-10508" fmla="*/ 125 h 10000"/>
              <a:gd name="connsiteX28-10509" fmla="*/ 9000 w 10000"/>
              <a:gd name="connsiteY28-10510" fmla="*/ 229 h 10000"/>
              <a:gd name="connsiteX29-10511" fmla="*/ 9270 w 10000"/>
              <a:gd name="connsiteY29-10512" fmla="*/ 333 h 10000"/>
              <a:gd name="connsiteX30-10513" fmla="*/ 9568 w 10000"/>
              <a:gd name="connsiteY30-10514" fmla="*/ 437 h 10000"/>
              <a:gd name="connsiteX31-10515" fmla="*/ 9839 w 10000"/>
              <a:gd name="connsiteY31-10516" fmla="*/ 665 h 10000"/>
              <a:gd name="connsiteX32-10517" fmla="*/ 10000 w 10000"/>
              <a:gd name="connsiteY32-10518" fmla="*/ 769 h 10000"/>
              <a:gd name="connsiteX33-10519" fmla="*/ 10000 w 10000"/>
              <a:gd name="connsiteY33-10520" fmla="*/ 894 h 10000"/>
              <a:gd name="connsiteX34-10521" fmla="*/ 10000 w 10000"/>
              <a:gd name="connsiteY34-10522" fmla="*/ 998 h 10000"/>
              <a:gd name="connsiteX35-10523" fmla="*/ 10000 w 10000"/>
              <a:gd name="connsiteY35-10524" fmla="*/ 1206 h 10000"/>
              <a:gd name="connsiteX36-10525" fmla="*/ 9839 w 10000"/>
              <a:gd name="connsiteY36-10526" fmla="*/ 1331 h 10000"/>
              <a:gd name="connsiteX37-10527" fmla="*/ 9702 w 10000"/>
              <a:gd name="connsiteY37-10528" fmla="*/ 1538 h 10000"/>
              <a:gd name="connsiteX38-10529" fmla="*/ 9433 w 10000"/>
              <a:gd name="connsiteY38-10530" fmla="*/ 1767 h 10000"/>
              <a:gd name="connsiteX39-10531" fmla="*/ 9135 w 10000"/>
              <a:gd name="connsiteY39-10532" fmla="*/ 1975 h 10000"/>
              <a:gd name="connsiteX40-10533" fmla="*/ 9000 w 10000"/>
              <a:gd name="connsiteY40-10534" fmla="*/ 2204 h 10000"/>
              <a:gd name="connsiteX41-10535" fmla="*/ 8703 w 10000"/>
              <a:gd name="connsiteY41-10536" fmla="*/ 2432 h 10000"/>
              <a:gd name="connsiteX42-10537" fmla="*/ 8433 w 10000"/>
              <a:gd name="connsiteY42-10538" fmla="*/ 2744 h 10000"/>
              <a:gd name="connsiteX43-10539" fmla="*/ 8135 w 10000"/>
              <a:gd name="connsiteY43-10540" fmla="*/ 3077 h 10000"/>
              <a:gd name="connsiteX44-10541" fmla="*/ 7703 w 10000"/>
              <a:gd name="connsiteY44-10542" fmla="*/ 3514 h 10000"/>
              <a:gd name="connsiteX45-10543" fmla="*/ 7432 w 10000"/>
              <a:gd name="connsiteY45-10544" fmla="*/ 3971 h 10000"/>
              <a:gd name="connsiteX46-10545" fmla="*/ 7001 w 10000"/>
              <a:gd name="connsiteY46-10546" fmla="*/ 4407 h 10000"/>
              <a:gd name="connsiteX47-10547" fmla="*/ 6432 w 10000"/>
              <a:gd name="connsiteY47-10548" fmla="*/ 4948 h 10000"/>
              <a:gd name="connsiteX48-10549" fmla="*/ 5999 w 10000"/>
              <a:gd name="connsiteY48-10550" fmla="*/ 5385 h 10000"/>
              <a:gd name="connsiteX49-10551" fmla="*/ 5702 w 10000"/>
              <a:gd name="connsiteY49-10552" fmla="*/ 5842 h 10000"/>
              <a:gd name="connsiteX50-10553" fmla="*/ 5298 w 10000"/>
              <a:gd name="connsiteY50-10554" fmla="*/ 6279 h 10000"/>
              <a:gd name="connsiteX51-10555" fmla="*/ 4865 w 10000"/>
              <a:gd name="connsiteY51-10556" fmla="*/ 6611 h 10000"/>
              <a:gd name="connsiteX52-10557" fmla="*/ 4567 w 10000"/>
              <a:gd name="connsiteY52-10558" fmla="*/ 6923 h 10000"/>
              <a:gd name="connsiteX53-10559" fmla="*/ 4296 w 10000"/>
              <a:gd name="connsiteY53-10560" fmla="*/ 7256 h 10000"/>
              <a:gd name="connsiteX54-10561" fmla="*/ 4000 w 10000"/>
              <a:gd name="connsiteY54-10562" fmla="*/ 7484 h 10000"/>
              <a:gd name="connsiteX55-10563" fmla="*/ 3729 w 10000"/>
              <a:gd name="connsiteY55-10564" fmla="*/ 7692 h 10000"/>
              <a:gd name="connsiteX56-10565" fmla="*/ 3433 w 10000"/>
              <a:gd name="connsiteY56-10566" fmla="*/ 7921 h 10000"/>
              <a:gd name="connsiteX57-10567" fmla="*/ 3297 w 10000"/>
              <a:gd name="connsiteY57-10568" fmla="*/ 8150 h 10000"/>
              <a:gd name="connsiteX58-10569" fmla="*/ 3135 w 10000"/>
              <a:gd name="connsiteY58-10570" fmla="*/ 8254 h 10000"/>
              <a:gd name="connsiteX59-10571" fmla="*/ 3001 w 10000"/>
              <a:gd name="connsiteY59-10572" fmla="*/ 8358 h 10000"/>
              <a:gd name="connsiteX60-10573" fmla="*/ 2864 w 10000"/>
              <a:gd name="connsiteY60-10574" fmla="*/ 8462 h 10000"/>
              <a:gd name="connsiteX61-10575" fmla="*/ 2864 w 10000"/>
              <a:gd name="connsiteY61-10576" fmla="*/ 8586 h 10000"/>
              <a:gd name="connsiteX62-10577" fmla="*/ 2864 w 10000"/>
              <a:gd name="connsiteY62-10578" fmla="*/ 8586 h 10000"/>
              <a:gd name="connsiteX63-10579" fmla="*/ 3001 w 10000"/>
              <a:gd name="connsiteY63-10580" fmla="*/ 8586 h 10000"/>
              <a:gd name="connsiteX64-10581" fmla="*/ 3135 w 10000"/>
              <a:gd name="connsiteY64-10582" fmla="*/ 8690 h 10000"/>
              <a:gd name="connsiteX65-10583" fmla="*/ 3297 w 10000"/>
              <a:gd name="connsiteY65-10584" fmla="*/ 8690 h 10000"/>
              <a:gd name="connsiteX66-10585" fmla="*/ 3568 w 10000"/>
              <a:gd name="connsiteY66-10586" fmla="*/ 8690 h 10000"/>
              <a:gd name="connsiteX67-10587" fmla="*/ 3729 w 10000"/>
              <a:gd name="connsiteY67-10588" fmla="*/ 8586 h 10000"/>
              <a:gd name="connsiteX68-10589" fmla="*/ 3864 w 10000"/>
              <a:gd name="connsiteY68-10590" fmla="*/ 8586 h 10000"/>
              <a:gd name="connsiteX69-10591" fmla="*/ 4135 w 10000"/>
              <a:gd name="connsiteY69-10592" fmla="*/ 8586 h 10000"/>
              <a:gd name="connsiteX70-10593" fmla="*/ 4433 w 10000"/>
              <a:gd name="connsiteY70-10594" fmla="*/ 8586 h 10000"/>
              <a:gd name="connsiteX71-10595" fmla="*/ 4729 w 10000"/>
              <a:gd name="connsiteY71-10596" fmla="*/ 8462 h 10000"/>
              <a:gd name="connsiteX72-10597" fmla="*/ 5000 w 10000"/>
              <a:gd name="connsiteY72-10598" fmla="*/ 8462 h 10000"/>
              <a:gd name="connsiteX73-10599" fmla="*/ 5432 w 10000"/>
              <a:gd name="connsiteY73-10600" fmla="*/ 8462 h 10000"/>
              <a:gd name="connsiteX74-10601" fmla="*/ 5865 w 10000"/>
              <a:gd name="connsiteY74-10602" fmla="*/ 8462 h 10000"/>
              <a:gd name="connsiteX75-10603" fmla="*/ 6432 w 10000"/>
              <a:gd name="connsiteY75-10604" fmla="*/ 8358 h 10000"/>
              <a:gd name="connsiteX76-10605" fmla="*/ 7001 w 10000"/>
              <a:gd name="connsiteY76-10606" fmla="*/ 8358 h 10000"/>
              <a:gd name="connsiteX77-10607" fmla="*/ 5702 w 10000"/>
              <a:gd name="connsiteY77-10608" fmla="*/ 9127 h 10000"/>
              <a:gd name="connsiteX78-10609" fmla="*/ 5135 w 10000"/>
              <a:gd name="connsiteY78-10610" fmla="*/ 9127 h 10000"/>
              <a:gd name="connsiteX79-10611" fmla="*/ 4729 w 10000"/>
              <a:gd name="connsiteY79-10612" fmla="*/ 9231 h 10000"/>
              <a:gd name="connsiteX80-10613" fmla="*/ 4135 w 10000"/>
              <a:gd name="connsiteY80-10614" fmla="*/ 9356 h 10000"/>
              <a:gd name="connsiteX81-10615" fmla="*/ 3729 w 10000"/>
              <a:gd name="connsiteY81-10616" fmla="*/ 9356 h 10000"/>
              <a:gd name="connsiteX82-10617" fmla="*/ 3433 w 10000"/>
              <a:gd name="connsiteY82-10618" fmla="*/ 9459 h 10000"/>
              <a:gd name="connsiteX83-10619" fmla="*/ 3001 w 10000"/>
              <a:gd name="connsiteY83-10620" fmla="*/ 9459 h 10000"/>
              <a:gd name="connsiteX84-10621" fmla="*/ 2730 w 10000"/>
              <a:gd name="connsiteY84-10622" fmla="*/ 9563 h 10000"/>
              <a:gd name="connsiteX85-10623" fmla="*/ 2297 w 10000"/>
              <a:gd name="connsiteY85-10624" fmla="*/ 9688 h 10000"/>
              <a:gd name="connsiteX86-10625" fmla="*/ 1999 w 10000"/>
              <a:gd name="connsiteY86-10626" fmla="*/ 9688 h 10000"/>
              <a:gd name="connsiteX87-10627" fmla="*/ 1865 w 10000"/>
              <a:gd name="connsiteY87-10628" fmla="*/ 9792 h 10000"/>
              <a:gd name="connsiteX88-10629" fmla="*/ 1569 w 10000"/>
              <a:gd name="connsiteY88-10630" fmla="*/ 9792 h 10000"/>
              <a:gd name="connsiteX89-10631" fmla="*/ 1432 w 10000"/>
              <a:gd name="connsiteY89-10632" fmla="*/ 9896 h 10000"/>
              <a:gd name="connsiteX90-10633" fmla="*/ 1298 w 10000"/>
              <a:gd name="connsiteY90-10634" fmla="*/ 9896 h 10000"/>
              <a:gd name="connsiteX91-10635" fmla="*/ 1161 w 10000"/>
              <a:gd name="connsiteY91-10636" fmla="*/ 9896 h 10000"/>
              <a:gd name="connsiteX92-10637" fmla="*/ 865 w 10000"/>
              <a:gd name="connsiteY92-10638" fmla="*/ 10000 h 10000"/>
              <a:gd name="connsiteX93-10639" fmla="*/ 730 w 10000"/>
              <a:gd name="connsiteY93-10640" fmla="*/ 9896 h 10000"/>
              <a:gd name="connsiteX94-10641" fmla="*/ 594 w 10000"/>
              <a:gd name="connsiteY94-10642" fmla="*/ 9896 h 10000"/>
              <a:gd name="connsiteX95-10643" fmla="*/ 433 w 10000"/>
              <a:gd name="connsiteY95-10644" fmla="*/ 9792 h 10000"/>
              <a:gd name="connsiteX96-10645" fmla="*/ 296 w 10000"/>
              <a:gd name="connsiteY96-10646" fmla="*/ 9563 h 10000"/>
              <a:gd name="connsiteX97-10647" fmla="*/ 163 w 10000"/>
              <a:gd name="connsiteY97-10648" fmla="*/ 9356 h 10000"/>
              <a:gd name="connsiteX98-10649" fmla="*/ 0 w 10000"/>
              <a:gd name="connsiteY98-10650" fmla="*/ 9231 h 10000"/>
              <a:gd name="connsiteX99-10651" fmla="*/ 0 w 10000"/>
              <a:gd name="connsiteY99-10652" fmla="*/ 9127 h 10000"/>
              <a:gd name="connsiteX100-10653" fmla="*/ 0 w 10000"/>
              <a:gd name="connsiteY100-10654" fmla="*/ 9023 h 10000"/>
              <a:gd name="connsiteX101-10655" fmla="*/ 0 w 10000"/>
              <a:gd name="connsiteY101-10656" fmla="*/ 9023 h 10000"/>
              <a:gd name="connsiteX102-10657" fmla="*/ 163 w 10000"/>
              <a:gd name="connsiteY102-10658" fmla="*/ 8919 h 10000"/>
              <a:gd name="connsiteX103-10659" fmla="*/ 296 w 10000"/>
              <a:gd name="connsiteY103-10660" fmla="*/ 8794 h 10000"/>
              <a:gd name="connsiteX104-10661" fmla="*/ 594 w 10000"/>
              <a:gd name="connsiteY104-10662" fmla="*/ 8690 h 10000"/>
              <a:gd name="connsiteX105-10663" fmla="*/ 865 w 10000"/>
              <a:gd name="connsiteY105-10664" fmla="*/ 8586 h 10000"/>
              <a:gd name="connsiteX106-10665" fmla="*/ 1000 w 10000"/>
              <a:gd name="connsiteY106-10666" fmla="*/ 8462 h 10000"/>
              <a:gd name="connsiteX107-10667" fmla="*/ 1161 w 10000"/>
              <a:gd name="connsiteY107-10668" fmla="*/ 8358 h 10000"/>
              <a:gd name="connsiteX108-10669" fmla="*/ 1432 w 10000"/>
              <a:gd name="connsiteY108-10670" fmla="*/ 8254 h 10000"/>
              <a:gd name="connsiteX109-10671" fmla="*/ 1728 w 10000"/>
              <a:gd name="connsiteY109-10672" fmla="*/ 8025 h 10000"/>
              <a:gd name="connsiteX110-10673" fmla="*/ 1865 w 10000"/>
              <a:gd name="connsiteY110-10674" fmla="*/ 7921 h 10000"/>
              <a:gd name="connsiteX111-10675" fmla="*/ 2162 w 10000"/>
              <a:gd name="connsiteY111-10676" fmla="*/ 7692 h 10000"/>
              <a:gd name="connsiteX112-10677" fmla="*/ 2432 w 10000"/>
              <a:gd name="connsiteY112-10678" fmla="*/ 7484 h 10000"/>
              <a:gd name="connsiteX113-10679" fmla="*/ 2432 w 10000"/>
              <a:gd name="connsiteY113-10680" fmla="*/ 7484 h 10000"/>
              <a:gd name="connsiteX0-10681" fmla="*/ 2432 w 10000"/>
              <a:gd name="connsiteY0-10682" fmla="*/ 7484 h 10000"/>
              <a:gd name="connsiteX1-10683" fmla="*/ 2730 w 10000"/>
              <a:gd name="connsiteY1-10684" fmla="*/ 7152 h 10000"/>
              <a:gd name="connsiteX2-10685" fmla="*/ 3135 w 10000"/>
              <a:gd name="connsiteY2-10686" fmla="*/ 6819 h 10000"/>
              <a:gd name="connsiteX3-10687" fmla="*/ 3433 w 10000"/>
              <a:gd name="connsiteY3-10688" fmla="*/ 6486 h 10000"/>
              <a:gd name="connsiteX4-10689" fmla="*/ 3864 w 10000"/>
              <a:gd name="connsiteY4-10690" fmla="*/ 6050 h 10000"/>
              <a:gd name="connsiteX5-10691" fmla="*/ 4296 w 10000"/>
              <a:gd name="connsiteY5-10692" fmla="*/ 5509 h 10000"/>
              <a:gd name="connsiteX6-10693" fmla="*/ 4729 w 10000"/>
              <a:gd name="connsiteY6-10694" fmla="*/ 4948 h 10000"/>
              <a:gd name="connsiteX7-10695" fmla="*/ 5135 w 10000"/>
              <a:gd name="connsiteY7-10696" fmla="*/ 4304 h 10000"/>
              <a:gd name="connsiteX8-10697" fmla="*/ 5702 w 10000"/>
              <a:gd name="connsiteY8-10698" fmla="*/ 3638 h 10000"/>
              <a:gd name="connsiteX9-10699" fmla="*/ 6136 w 10000"/>
              <a:gd name="connsiteY9-10700" fmla="*/ 2973 h 10000"/>
              <a:gd name="connsiteX10-10701" fmla="*/ 6567 w 10000"/>
              <a:gd name="connsiteY10-10702" fmla="*/ 2432 h 10000"/>
              <a:gd name="connsiteX11-10703" fmla="*/ 6865 w 10000"/>
              <a:gd name="connsiteY11-10704" fmla="*/ 1871 h 10000"/>
              <a:gd name="connsiteX12-10705" fmla="*/ 7134 w 10000"/>
              <a:gd name="connsiteY12-10706" fmla="*/ 1435 h 10000"/>
              <a:gd name="connsiteX13-10707" fmla="*/ 7271 w 10000"/>
              <a:gd name="connsiteY13-10708" fmla="*/ 1102 h 10000"/>
              <a:gd name="connsiteX14-10709" fmla="*/ 7432 w 10000"/>
              <a:gd name="connsiteY14-10710" fmla="*/ 769 h 10000"/>
              <a:gd name="connsiteX15-10711" fmla="*/ 7432 w 10000"/>
              <a:gd name="connsiteY15-10712" fmla="*/ 665 h 10000"/>
              <a:gd name="connsiteX16-10713" fmla="*/ 7432 w 10000"/>
              <a:gd name="connsiteY16-10714" fmla="*/ 437 h 10000"/>
              <a:gd name="connsiteX17-10715" fmla="*/ 7271 w 10000"/>
              <a:gd name="connsiteY17-10716" fmla="*/ 437 h 10000"/>
              <a:gd name="connsiteX18-10717" fmla="*/ 7271 w 10000"/>
              <a:gd name="connsiteY18-10718" fmla="*/ 333 h 10000"/>
              <a:gd name="connsiteX19-10719" fmla="*/ 7134 w 10000"/>
              <a:gd name="connsiteY19-10720" fmla="*/ 229 h 10000"/>
              <a:gd name="connsiteX20-10721" fmla="*/ 7134 w 10000"/>
              <a:gd name="connsiteY20-10722" fmla="*/ 229 h 10000"/>
              <a:gd name="connsiteX21-10723" fmla="*/ 7134 w 10000"/>
              <a:gd name="connsiteY21-10724" fmla="*/ 125 h 10000"/>
              <a:gd name="connsiteX22-10725" fmla="*/ 7134 w 10000"/>
              <a:gd name="connsiteY22-10726" fmla="*/ 0 h 10000"/>
              <a:gd name="connsiteX23-10727" fmla="*/ 7271 w 10000"/>
              <a:gd name="connsiteY23-10728" fmla="*/ 0 h 10000"/>
              <a:gd name="connsiteX24-10729" fmla="*/ 7568 w 10000"/>
              <a:gd name="connsiteY24-10730" fmla="*/ 0 h 10000"/>
              <a:gd name="connsiteX25-10731" fmla="*/ 7864 w 10000"/>
              <a:gd name="connsiteY25-10732" fmla="*/ 0 h 10000"/>
              <a:gd name="connsiteX26-10733" fmla="*/ 8270 w 10000"/>
              <a:gd name="connsiteY26-10734" fmla="*/ 0 h 10000"/>
              <a:gd name="connsiteX27-10735" fmla="*/ 8566 w 10000"/>
              <a:gd name="connsiteY27-10736" fmla="*/ 125 h 10000"/>
              <a:gd name="connsiteX28-10737" fmla="*/ 9000 w 10000"/>
              <a:gd name="connsiteY28-10738" fmla="*/ 229 h 10000"/>
              <a:gd name="connsiteX29-10739" fmla="*/ 9270 w 10000"/>
              <a:gd name="connsiteY29-10740" fmla="*/ 333 h 10000"/>
              <a:gd name="connsiteX30-10741" fmla="*/ 9568 w 10000"/>
              <a:gd name="connsiteY30-10742" fmla="*/ 437 h 10000"/>
              <a:gd name="connsiteX31-10743" fmla="*/ 9839 w 10000"/>
              <a:gd name="connsiteY31-10744" fmla="*/ 665 h 10000"/>
              <a:gd name="connsiteX32-10745" fmla="*/ 10000 w 10000"/>
              <a:gd name="connsiteY32-10746" fmla="*/ 769 h 10000"/>
              <a:gd name="connsiteX33-10747" fmla="*/ 10000 w 10000"/>
              <a:gd name="connsiteY33-10748" fmla="*/ 894 h 10000"/>
              <a:gd name="connsiteX34-10749" fmla="*/ 10000 w 10000"/>
              <a:gd name="connsiteY34-10750" fmla="*/ 998 h 10000"/>
              <a:gd name="connsiteX35-10751" fmla="*/ 10000 w 10000"/>
              <a:gd name="connsiteY35-10752" fmla="*/ 1206 h 10000"/>
              <a:gd name="connsiteX36-10753" fmla="*/ 9839 w 10000"/>
              <a:gd name="connsiteY36-10754" fmla="*/ 1331 h 10000"/>
              <a:gd name="connsiteX37-10755" fmla="*/ 9702 w 10000"/>
              <a:gd name="connsiteY37-10756" fmla="*/ 1538 h 10000"/>
              <a:gd name="connsiteX38-10757" fmla="*/ 9433 w 10000"/>
              <a:gd name="connsiteY38-10758" fmla="*/ 1767 h 10000"/>
              <a:gd name="connsiteX39-10759" fmla="*/ 9135 w 10000"/>
              <a:gd name="connsiteY39-10760" fmla="*/ 1975 h 10000"/>
              <a:gd name="connsiteX40-10761" fmla="*/ 9000 w 10000"/>
              <a:gd name="connsiteY40-10762" fmla="*/ 2204 h 10000"/>
              <a:gd name="connsiteX41-10763" fmla="*/ 8703 w 10000"/>
              <a:gd name="connsiteY41-10764" fmla="*/ 2432 h 10000"/>
              <a:gd name="connsiteX42-10765" fmla="*/ 8433 w 10000"/>
              <a:gd name="connsiteY42-10766" fmla="*/ 2744 h 10000"/>
              <a:gd name="connsiteX43-10767" fmla="*/ 8135 w 10000"/>
              <a:gd name="connsiteY43-10768" fmla="*/ 3077 h 10000"/>
              <a:gd name="connsiteX44-10769" fmla="*/ 7703 w 10000"/>
              <a:gd name="connsiteY44-10770" fmla="*/ 3514 h 10000"/>
              <a:gd name="connsiteX45-10771" fmla="*/ 7432 w 10000"/>
              <a:gd name="connsiteY45-10772" fmla="*/ 3971 h 10000"/>
              <a:gd name="connsiteX46-10773" fmla="*/ 7001 w 10000"/>
              <a:gd name="connsiteY46-10774" fmla="*/ 4407 h 10000"/>
              <a:gd name="connsiteX47-10775" fmla="*/ 6432 w 10000"/>
              <a:gd name="connsiteY47-10776" fmla="*/ 4948 h 10000"/>
              <a:gd name="connsiteX48-10777" fmla="*/ 5999 w 10000"/>
              <a:gd name="connsiteY48-10778" fmla="*/ 5385 h 10000"/>
              <a:gd name="connsiteX49-10779" fmla="*/ 5702 w 10000"/>
              <a:gd name="connsiteY49-10780" fmla="*/ 5842 h 10000"/>
              <a:gd name="connsiteX50-10781" fmla="*/ 5298 w 10000"/>
              <a:gd name="connsiteY50-10782" fmla="*/ 6279 h 10000"/>
              <a:gd name="connsiteX51-10783" fmla="*/ 4865 w 10000"/>
              <a:gd name="connsiteY51-10784" fmla="*/ 6611 h 10000"/>
              <a:gd name="connsiteX52-10785" fmla="*/ 4567 w 10000"/>
              <a:gd name="connsiteY52-10786" fmla="*/ 6923 h 10000"/>
              <a:gd name="connsiteX53-10787" fmla="*/ 4296 w 10000"/>
              <a:gd name="connsiteY53-10788" fmla="*/ 7256 h 10000"/>
              <a:gd name="connsiteX54-10789" fmla="*/ 4000 w 10000"/>
              <a:gd name="connsiteY54-10790" fmla="*/ 7484 h 10000"/>
              <a:gd name="connsiteX55-10791" fmla="*/ 3729 w 10000"/>
              <a:gd name="connsiteY55-10792" fmla="*/ 7692 h 10000"/>
              <a:gd name="connsiteX56-10793" fmla="*/ 3433 w 10000"/>
              <a:gd name="connsiteY56-10794" fmla="*/ 7921 h 10000"/>
              <a:gd name="connsiteX57-10795" fmla="*/ 3297 w 10000"/>
              <a:gd name="connsiteY57-10796" fmla="*/ 8150 h 10000"/>
              <a:gd name="connsiteX58-10797" fmla="*/ 3135 w 10000"/>
              <a:gd name="connsiteY58-10798" fmla="*/ 8254 h 10000"/>
              <a:gd name="connsiteX59-10799" fmla="*/ 3001 w 10000"/>
              <a:gd name="connsiteY59-10800" fmla="*/ 8358 h 10000"/>
              <a:gd name="connsiteX60-10801" fmla="*/ 2864 w 10000"/>
              <a:gd name="connsiteY60-10802" fmla="*/ 8462 h 10000"/>
              <a:gd name="connsiteX61-10803" fmla="*/ 2864 w 10000"/>
              <a:gd name="connsiteY61-10804" fmla="*/ 8586 h 10000"/>
              <a:gd name="connsiteX62-10805" fmla="*/ 2864 w 10000"/>
              <a:gd name="connsiteY62-10806" fmla="*/ 8586 h 10000"/>
              <a:gd name="connsiteX63-10807" fmla="*/ 3001 w 10000"/>
              <a:gd name="connsiteY63-10808" fmla="*/ 8586 h 10000"/>
              <a:gd name="connsiteX64-10809" fmla="*/ 3135 w 10000"/>
              <a:gd name="connsiteY64-10810" fmla="*/ 8690 h 10000"/>
              <a:gd name="connsiteX65-10811" fmla="*/ 3297 w 10000"/>
              <a:gd name="connsiteY65-10812" fmla="*/ 8690 h 10000"/>
              <a:gd name="connsiteX66-10813" fmla="*/ 3568 w 10000"/>
              <a:gd name="connsiteY66-10814" fmla="*/ 8690 h 10000"/>
              <a:gd name="connsiteX67-10815" fmla="*/ 3729 w 10000"/>
              <a:gd name="connsiteY67-10816" fmla="*/ 8586 h 10000"/>
              <a:gd name="connsiteX68-10817" fmla="*/ 3864 w 10000"/>
              <a:gd name="connsiteY68-10818" fmla="*/ 8586 h 10000"/>
              <a:gd name="connsiteX69-10819" fmla="*/ 4135 w 10000"/>
              <a:gd name="connsiteY69-10820" fmla="*/ 8586 h 10000"/>
              <a:gd name="connsiteX70-10821" fmla="*/ 4433 w 10000"/>
              <a:gd name="connsiteY70-10822" fmla="*/ 8586 h 10000"/>
              <a:gd name="connsiteX71-10823" fmla="*/ 4729 w 10000"/>
              <a:gd name="connsiteY71-10824" fmla="*/ 8462 h 10000"/>
              <a:gd name="connsiteX72-10825" fmla="*/ 5000 w 10000"/>
              <a:gd name="connsiteY72-10826" fmla="*/ 8462 h 10000"/>
              <a:gd name="connsiteX73-10827" fmla="*/ 5432 w 10000"/>
              <a:gd name="connsiteY73-10828" fmla="*/ 8462 h 10000"/>
              <a:gd name="connsiteX74-10829" fmla="*/ 5865 w 10000"/>
              <a:gd name="connsiteY74-10830" fmla="*/ 8462 h 10000"/>
              <a:gd name="connsiteX75-10831" fmla="*/ 6432 w 10000"/>
              <a:gd name="connsiteY75-10832" fmla="*/ 8358 h 10000"/>
              <a:gd name="connsiteX76-10833" fmla="*/ 5702 w 10000"/>
              <a:gd name="connsiteY76-10834" fmla="*/ 9127 h 10000"/>
              <a:gd name="connsiteX77-10835" fmla="*/ 5135 w 10000"/>
              <a:gd name="connsiteY77-10836" fmla="*/ 9127 h 10000"/>
              <a:gd name="connsiteX78-10837" fmla="*/ 4729 w 10000"/>
              <a:gd name="connsiteY78-10838" fmla="*/ 9231 h 10000"/>
              <a:gd name="connsiteX79-10839" fmla="*/ 4135 w 10000"/>
              <a:gd name="connsiteY79-10840" fmla="*/ 9356 h 10000"/>
              <a:gd name="connsiteX80-10841" fmla="*/ 3729 w 10000"/>
              <a:gd name="connsiteY80-10842" fmla="*/ 9356 h 10000"/>
              <a:gd name="connsiteX81-10843" fmla="*/ 3433 w 10000"/>
              <a:gd name="connsiteY81-10844" fmla="*/ 9459 h 10000"/>
              <a:gd name="connsiteX82-10845" fmla="*/ 3001 w 10000"/>
              <a:gd name="connsiteY82-10846" fmla="*/ 9459 h 10000"/>
              <a:gd name="connsiteX83-10847" fmla="*/ 2730 w 10000"/>
              <a:gd name="connsiteY83-10848" fmla="*/ 9563 h 10000"/>
              <a:gd name="connsiteX84-10849" fmla="*/ 2297 w 10000"/>
              <a:gd name="connsiteY84-10850" fmla="*/ 9688 h 10000"/>
              <a:gd name="connsiteX85-10851" fmla="*/ 1999 w 10000"/>
              <a:gd name="connsiteY85-10852" fmla="*/ 9688 h 10000"/>
              <a:gd name="connsiteX86-10853" fmla="*/ 1865 w 10000"/>
              <a:gd name="connsiteY86-10854" fmla="*/ 9792 h 10000"/>
              <a:gd name="connsiteX87-10855" fmla="*/ 1569 w 10000"/>
              <a:gd name="connsiteY87-10856" fmla="*/ 9792 h 10000"/>
              <a:gd name="connsiteX88-10857" fmla="*/ 1432 w 10000"/>
              <a:gd name="connsiteY88-10858" fmla="*/ 9896 h 10000"/>
              <a:gd name="connsiteX89-10859" fmla="*/ 1298 w 10000"/>
              <a:gd name="connsiteY89-10860" fmla="*/ 9896 h 10000"/>
              <a:gd name="connsiteX90-10861" fmla="*/ 1161 w 10000"/>
              <a:gd name="connsiteY90-10862" fmla="*/ 9896 h 10000"/>
              <a:gd name="connsiteX91-10863" fmla="*/ 865 w 10000"/>
              <a:gd name="connsiteY91-10864" fmla="*/ 10000 h 10000"/>
              <a:gd name="connsiteX92-10865" fmla="*/ 730 w 10000"/>
              <a:gd name="connsiteY92-10866" fmla="*/ 9896 h 10000"/>
              <a:gd name="connsiteX93-10867" fmla="*/ 594 w 10000"/>
              <a:gd name="connsiteY93-10868" fmla="*/ 9896 h 10000"/>
              <a:gd name="connsiteX94-10869" fmla="*/ 433 w 10000"/>
              <a:gd name="connsiteY94-10870" fmla="*/ 9792 h 10000"/>
              <a:gd name="connsiteX95-10871" fmla="*/ 296 w 10000"/>
              <a:gd name="connsiteY95-10872" fmla="*/ 9563 h 10000"/>
              <a:gd name="connsiteX96-10873" fmla="*/ 163 w 10000"/>
              <a:gd name="connsiteY96-10874" fmla="*/ 9356 h 10000"/>
              <a:gd name="connsiteX97-10875" fmla="*/ 0 w 10000"/>
              <a:gd name="connsiteY97-10876" fmla="*/ 9231 h 10000"/>
              <a:gd name="connsiteX98-10877" fmla="*/ 0 w 10000"/>
              <a:gd name="connsiteY98-10878" fmla="*/ 9127 h 10000"/>
              <a:gd name="connsiteX99-10879" fmla="*/ 0 w 10000"/>
              <a:gd name="connsiteY99-10880" fmla="*/ 9023 h 10000"/>
              <a:gd name="connsiteX100-10881" fmla="*/ 0 w 10000"/>
              <a:gd name="connsiteY100-10882" fmla="*/ 9023 h 10000"/>
              <a:gd name="connsiteX101-10883" fmla="*/ 163 w 10000"/>
              <a:gd name="connsiteY101-10884" fmla="*/ 8919 h 10000"/>
              <a:gd name="connsiteX102-10885" fmla="*/ 296 w 10000"/>
              <a:gd name="connsiteY102-10886" fmla="*/ 8794 h 10000"/>
              <a:gd name="connsiteX103-10887" fmla="*/ 594 w 10000"/>
              <a:gd name="connsiteY103-10888" fmla="*/ 8690 h 10000"/>
              <a:gd name="connsiteX104-10889" fmla="*/ 865 w 10000"/>
              <a:gd name="connsiteY104-10890" fmla="*/ 8586 h 10000"/>
              <a:gd name="connsiteX105-10891" fmla="*/ 1000 w 10000"/>
              <a:gd name="connsiteY105-10892" fmla="*/ 8462 h 10000"/>
              <a:gd name="connsiteX106-10893" fmla="*/ 1161 w 10000"/>
              <a:gd name="connsiteY106-10894" fmla="*/ 8358 h 10000"/>
              <a:gd name="connsiteX107-10895" fmla="*/ 1432 w 10000"/>
              <a:gd name="connsiteY107-10896" fmla="*/ 8254 h 10000"/>
              <a:gd name="connsiteX108-10897" fmla="*/ 1728 w 10000"/>
              <a:gd name="connsiteY108-10898" fmla="*/ 8025 h 10000"/>
              <a:gd name="connsiteX109-10899" fmla="*/ 1865 w 10000"/>
              <a:gd name="connsiteY109-10900" fmla="*/ 7921 h 10000"/>
              <a:gd name="connsiteX110-10901" fmla="*/ 2162 w 10000"/>
              <a:gd name="connsiteY110-10902" fmla="*/ 7692 h 10000"/>
              <a:gd name="connsiteX111-10903" fmla="*/ 2432 w 10000"/>
              <a:gd name="connsiteY111-10904" fmla="*/ 7484 h 10000"/>
              <a:gd name="connsiteX112-10905" fmla="*/ 2432 w 10000"/>
              <a:gd name="connsiteY112-10906" fmla="*/ 7484 h 10000"/>
              <a:gd name="connsiteX0-10907" fmla="*/ 2432 w 10000"/>
              <a:gd name="connsiteY0-10908" fmla="*/ 7484 h 10000"/>
              <a:gd name="connsiteX1-10909" fmla="*/ 2730 w 10000"/>
              <a:gd name="connsiteY1-10910" fmla="*/ 7152 h 10000"/>
              <a:gd name="connsiteX2-10911" fmla="*/ 3135 w 10000"/>
              <a:gd name="connsiteY2-10912" fmla="*/ 6819 h 10000"/>
              <a:gd name="connsiteX3-10913" fmla="*/ 3433 w 10000"/>
              <a:gd name="connsiteY3-10914" fmla="*/ 6486 h 10000"/>
              <a:gd name="connsiteX4-10915" fmla="*/ 3864 w 10000"/>
              <a:gd name="connsiteY4-10916" fmla="*/ 6050 h 10000"/>
              <a:gd name="connsiteX5-10917" fmla="*/ 4296 w 10000"/>
              <a:gd name="connsiteY5-10918" fmla="*/ 5509 h 10000"/>
              <a:gd name="connsiteX6-10919" fmla="*/ 4729 w 10000"/>
              <a:gd name="connsiteY6-10920" fmla="*/ 4948 h 10000"/>
              <a:gd name="connsiteX7-10921" fmla="*/ 5135 w 10000"/>
              <a:gd name="connsiteY7-10922" fmla="*/ 4304 h 10000"/>
              <a:gd name="connsiteX8-10923" fmla="*/ 5702 w 10000"/>
              <a:gd name="connsiteY8-10924" fmla="*/ 3638 h 10000"/>
              <a:gd name="connsiteX9-10925" fmla="*/ 6136 w 10000"/>
              <a:gd name="connsiteY9-10926" fmla="*/ 2973 h 10000"/>
              <a:gd name="connsiteX10-10927" fmla="*/ 6567 w 10000"/>
              <a:gd name="connsiteY10-10928" fmla="*/ 2432 h 10000"/>
              <a:gd name="connsiteX11-10929" fmla="*/ 6865 w 10000"/>
              <a:gd name="connsiteY11-10930" fmla="*/ 1871 h 10000"/>
              <a:gd name="connsiteX12-10931" fmla="*/ 7134 w 10000"/>
              <a:gd name="connsiteY12-10932" fmla="*/ 1435 h 10000"/>
              <a:gd name="connsiteX13-10933" fmla="*/ 7271 w 10000"/>
              <a:gd name="connsiteY13-10934" fmla="*/ 1102 h 10000"/>
              <a:gd name="connsiteX14-10935" fmla="*/ 7432 w 10000"/>
              <a:gd name="connsiteY14-10936" fmla="*/ 769 h 10000"/>
              <a:gd name="connsiteX15-10937" fmla="*/ 7432 w 10000"/>
              <a:gd name="connsiteY15-10938" fmla="*/ 665 h 10000"/>
              <a:gd name="connsiteX16-10939" fmla="*/ 7432 w 10000"/>
              <a:gd name="connsiteY16-10940" fmla="*/ 437 h 10000"/>
              <a:gd name="connsiteX17-10941" fmla="*/ 7271 w 10000"/>
              <a:gd name="connsiteY17-10942" fmla="*/ 437 h 10000"/>
              <a:gd name="connsiteX18-10943" fmla="*/ 7271 w 10000"/>
              <a:gd name="connsiteY18-10944" fmla="*/ 333 h 10000"/>
              <a:gd name="connsiteX19-10945" fmla="*/ 7134 w 10000"/>
              <a:gd name="connsiteY19-10946" fmla="*/ 229 h 10000"/>
              <a:gd name="connsiteX20-10947" fmla="*/ 7134 w 10000"/>
              <a:gd name="connsiteY20-10948" fmla="*/ 229 h 10000"/>
              <a:gd name="connsiteX21-10949" fmla="*/ 7134 w 10000"/>
              <a:gd name="connsiteY21-10950" fmla="*/ 125 h 10000"/>
              <a:gd name="connsiteX22-10951" fmla="*/ 7134 w 10000"/>
              <a:gd name="connsiteY22-10952" fmla="*/ 0 h 10000"/>
              <a:gd name="connsiteX23-10953" fmla="*/ 7271 w 10000"/>
              <a:gd name="connsiteY23-10954" fmla="*/ 0 h 10000"/>
              <a:gd name="connsiteX24-10955" fmla="*/ 7568 w 10000"/>
              <a:gd name="connsiteY24-10956" fmla="*/ 0 h 10000"/>
              <a:gd name="connsiteX25-10957" fmla="*/ 7864 w 10000"/>
              <a:gd name="connsiteY25-10958" fmla="*/ 0 h 10000"/>
              <a:gd name="connsiteX26-10959" fmla="*/ 8270 w 10000"/>
              <a:gd name="connsiteY26-10960" fmla="*/ 0 h 10000"/>
              <a:gd name="connsiteX27-10961" fmla="*/ 8566 w 10000"/>
              <a:gd name="connsiteY27-10962" fmla="*/ 125 h 10000"/>
              <a:gd name="connsiteX28-10963" fmla="*/ 9000 w 10000"/>
              <a:gd name="connsiteY28-10964" fmla="*/ 229 h 10000"/>
              <a:gd name="connsiteX29-10965" fmla="*/ 9270 w 10000"/>
              <a:gd name="connsiteY29-10966" fmla="*/ 333 h 10000"/>
              <a:gd name="connsiteX30-10967" fmla="*/ 9568 w 10000"/>
              <a:gd name="connsiteY30-10968" fmla="*/ 437 h 10000"/>
              <a:gd name="connsiteX31-10969" fmla="*/ 9839 w 10000"/>
              <a:gd name="connsiteY31-10970" fmla="*/ 665 h 10000"/>
              <a:gd name="connsiteX32-10971" fmla="*/ 10000 w 10000"/>
              <a:gd name="connsiteY32-10972" fmla="*/ 769 h 10000"/>
              <a:gd name="connsiteX33-10973" fmla="*/ 10000 w 10000"/>
              <a:gd name="connsiteY33-10974" fmla="*/ 894 h 10000"/>
              <a:gd name="connsiteX34-10975" fmla="*/ 10000 w 10000"/>
              <a:gd name="connsiteY34-10976" fmla="*/ 998 h 10000"/>
              <a:gd name="connsiteX35-10977" fmla="*/ 10000 w 10000"/>
              <a:gd name="connsiteY35-10978" fmla="*/ 1206 h 10000"/>
              <a:gd name="connsiteX36-10979" fmla="*/ 9839 w 10000"/>
              <a:gd name="connsiteY36-10980" fmla="*/ 1331 h 10000"/>
              <a:gd name="connsiteX37-10981" fmla="*/ 9702 w 10000"/>
              <a:gd name="connsiteY37-10982" fmla="*/ 1538 h 10000"/>
              <a:gd name="connsiteX38-10983" fmla="*/ 9433 w 10000"/>
              <a:gd name="connsiteY38-10984" fmla="*/ 1767 h 10000"/>
              <a:gd name="connsiteX39-10985" fmla="*/ 9135 w 10000"/>
              <a:gd name="connsiteY39-10986" fmla="*/ 1975 h 10000"/>
              <a:gd name="connsiteX40-10987" fmla="*/ 9000 w 10000"/>
              <a:gd name="connsiteY40-10988" fmla="*/ 2204 h 10000"/>
              <a:gd name="connsiteX41-10989" fmla="*/ 8703 w 10000"/>
              <a:gd name="connsiteY41-10990" fmla="*/ 2432 h 10000"/>
              <a:gd name="connsiteX42-10991" fmla="*/ 8433 w 10000"/>
              <a:gd name="connsiteY42-10992" fmla="*/ 2744 h 10000"/>
              <a:gd name="connsiteX43-10993" fmla="*/ 8135 w 10000"/>
              <a:gd name="connsiteY43-10994" fmla="*/ 3077 h 10000"/>
              <a:gd name="connsiteX44-10995" fmla="*/ 7703 w 10000"/>
              <a:gd name="connsiteY44-10996" fmla="*/ 3514 h 10000"/>
              <a:gd name="connsiteX45-10997" fmla="*/ 7432 w 10000"/>
              <a:gd name="connsiteY45-10998" fmla="*/ 3971 h 10000"/>
              <a:gd name="connsiteX46-10999" fmla="*/ 7001 w 10000"/>
              <a:gd name="connsiteY46-11000" fmla="*/ 4407 h 10000"/>
              <a:gd name="connsiteX47-11001" fmla="*/ 6432 w 10000"/>
              <a:gd name="connsiteY47-11002" fmla="*/ 4948 h 10000"/>
              <a:gd name="connsiteX48-11003" fmla="*/ 5999 w 10000"/>
              <a:gd name="connsiteY48-11004" fmla="*/ 5385 h 10000"/>
              <a:gd name="connsiteX49-11005" fmla="*/ 5702 w 10000"/>
              <a:gd name="connsiteY49-11006" fmla="*/ 5842 h 10000"/>
              <a:gd name="connsiteX50-11007" fmla="*/ 5298 w 10000"/>
              <a:gd name="connsiteY50-11008" fmla="*/ 6279 h 10000"/>
              <a:gd name="connsiteX51-11009" fmla="*/ 4865 w 10000"/>
              <a:gd name="connsiteY51-11010" fmla="*/ 6611 h 10000"/>
              <a:gd name="connsiteX52-11011" fmla="*/ 4567 w 10000"/>
              <a:gd name="connsiteY52-11012" fmla="*/ 6923 h 10000"/>
              <a:gd name="connsiteX53-11013" fmla="*/ 4296 w 10000"/>
              <a:gd name="connsiteY53-11014" fmla="*/ 7256 h 10000"/>
              <a:gd name="connsiteX54-11015" fmla="*/ 4000 w 10000"/>
              <a:gd name="connsiteY54-11016" fmla="*/ 7484 h 10000"/>
              <a:gd name="connsiteX55-11017" fmla="*/ 3729 w 10000"/>
              <a:gd name="connsiteY55-11018" fmla="*/ 7692 h 10000"/>
              <a:gd name="connsiteX56-11019" fmla="*/ 3433 w 10000"/>
              <a:gd name="connsiteY56-11020" fmla="*/ 7921 h 10000"/>
              <a:gd name="connsiteX57-11021" fmla="*/ 3297 w 10000"/>
              <a:gd name="connsiteY57-11022" fmla="*/ 8150 h 10000"/>
              <a:gd name="connsiteX58-11023" fmla="*/ 3135 w 10000"/>
              <a:gd name="connsiteY58-11024" fmla="*/ 8254 h 10000"/>
              <a:gd name="connsiteX59-11025" fmla="*/ 3001 w 10000"/>
              <a:gd name="connsiteY59-11026" fmla="*/ 8358 h 10000"/>
              <a:gd name="connsiteX60-11027" fmla="*/ 2864 w 10000"/>
              <a:gd name="connsiteY60-11028" fmla="*/ 8462 h 10000"/>
              <a:gd name="connsiteX61-11029" fmla="*/ 2864 w 10000"/>
              <a:gd name="connsiteY61-11030" fmla="*/ 8586 h 10000"/>
              <a:gd name="connsiteX62-11031" fmla="*/ 2864 w 10000"/>
              <a:gd name="connsiteY62-11032" fmla="*/ 8586 h 10000"/>
              <a:gd name="connsiteX63-11033" fmla="*/ 3001 w 10000"/>
              <a:gd name="connsiteY63-11034" fmla="*/ 8586 h 10000"/>
              <a:gd name="connsiteX64-11035" fmla="*/ 3135 w 10000"/>
              <a:gd name="connsiteY64-11036" fmla="*/ 8690 h 10000"/>
              <a:gd name="connsiteX65-11037" fmla="*/ 3297 w 10000"/>
              <a:gd name="connsiteY65-11038" fmla="*/ 8690 h 10000"/>
              <a:gd name="connsiteX66-11039" fmla="*/ 3568 w 10000"/>
              <a:gd name="connsiteY66-11040" fmla="*/ 8690 h 10000"/>
              <a:gd name="connsiteX67-11041" fmla="*/ 3729 w 10000"/>
              <a:gd name="connsiteY67-11042" fmla="*/ 8586 h 10000"/>
              <a:gd name="connsiteX68-11043" fmla="*/ 3864 w 10000"/>
              <a:gd name="connsiteY68-11044" fmla="*/ 8586 h 10000"/>
              <a:gd name="connsiteX69-11045" fmla="*/ 4135 w 10000"/>
              <a:gd name="connsiteY69-11046" fmla="*/ 8586 h 10000"/>
              <a:gd name="connsiteX70-11047" fmla="*/ 4433 w 10000"/>
              <a:gd name="connsiteY70-11048" fmla="*/ 8586 h 10000"/>
              <a:gd name="connsiteX71-11049" fmla="*/ 4729 w 10000"/>
              <a:gd name="connsiteY71-11050" fmla="*/ 8462 h 10000"/>
              <a:gd name="connsiteX72-11051" fmla="*/ 5000 w 10000"/>
              <a:gd name="connsiteY72-11052" fmla="*/ 8462 h 10000"/>
              <a:gd name="connsiteX73-11053" fmla="*/ 5432 w 10000"/>
              <a:gd name="connsiteY73-11054" fmla="*/ 8462 h 10000"/>
              <a:gd name="connsiteX74-11055" fmla="*/ 5865 w 10000"/>
              <a:gd name="connsiteY74-11056" fmla="*/ 8462 h 10000"/>
              <a:gd name="connsiteX75-11057" fmla="*/ 5702 w 10000"/>
              <a:gd name="connsiteY75-11058" fmla="*/ 9127 h 10000"/>
              <a:gd name="connsiteX76-11059" fmla="*/ 5135 w 10000"/>
              <a:gd name="connsiteY76-11060" fmla="*/ 9127 h 10000"/>
              <a:gd name="connsiteX77-11061" fmla="*/ 4729 w 10000"/>
              <a:gd name="connsiteY77-11062" fmla="*/ 9231 h 10000"/>
              <a:gd name="connsiteX78-11063" fmla="*/ 4135 w 10000"/>
              <a:gd name="connsiteY78-11064" fmla="*/ 9356 h 10000"/>
              <a:gd name="connsiteX79-11065" fmla="*/ 3729 w 10000"/>
              <a:gd name="connsiteY79-11066" fmla="*/ 9356 h 10000"/>
              <a:gd name="connsiteX80-11067" fmla="*/ 3433 w 10000"/>
              <a:gd name="connsiteY80-11068" fmla="*/ 9459 h 10000"/>
              <a:gd name="connsiteX81-11069" fmla="*/ 3001 w 10000"/>
              <a:gd name="connsiteY81-11070" fmla="*/ 9459 h 10000"/>
              <a:gd name="connsiteX82-11071" fmla="*/ 2730 w 10000"/>
              <a:gd name="connsiteY82-11072" fmla="*/ 9563 h 10000"/>
              <a:gd name="connsiteX83-11073" fmla="*/ 2297 w 10000"/>
              <a:gd name="connsiteY83-11074" fmla="*/ 9688 h 10000"/>
              <a:gd name="connsiteX84-11075" fmla="*/ 1999 w 10000"/>
              <a:gd name="connsiteY84-11076" fmla="*/ 9688 h 10000"/>
              <a:gd name="connsiteX85-11077" fmla="*/ 1865 w 10000"/>
              <a:gd name="connsiteY85-11078" fmla="*/ 9792 h 10000"/>
              <a:gd name="connsiteX86-11079" fmla="*/ 1569 w 10000"/>
              <a:gd name="connsiteY86-11080" fmla="*/ 9792 h 10000"/>
              <a:gd name="connsiteX87-11081" fmla="*/ 1432 w 10000"/>
              <a:gd name="connsiteY87-11082" fmla="*/ 9896 h 10000"/>
              <a:gd name="connsiteX88-11083" fmla="*/ 1298 w 10000"/>
              <a:gd name="connsiteY88-11084" fmla="*/ 9896 h 10000"/>
              <a:gd name="connsiteX89-11085" fmla="*/ 1161 w 10000"/>
              <a:gd name="connsiteY89-11086" fmla="*/ 9896 h 10000"/>
              <a:gd name="connsiteX90-11087" fmla="*/ 865 w 10000"/>
              <a:gd name="connsiteY90-11088" fmla="*/ 10000 h 10000"/>
              <a:gd name="connsiteX91-11089" fmla="*/ 730 w 10000"/>
              <a:gd name="connsiteY91-11090" fmla="*/ 9896 h 10000"/>
              <a:gd name="connsiteX92-11091" fmla="*/ 594 w 10000"/>
              <a:gd name="connsiteY92-11092" fmla="*/ 9896 h 10000"/>
              <a:gd name="connsiteX93-11093" fmla="*/ 433 w 10000"/>
              <a:gd name="connsiteY93-11094" fmla="*/ 9792 h 10000"/>
              <a:gd name="connsiteX94-11095" fmla="*/ 296 w 10000"/>
              <a:gd name="connsiteY94-11096" fmla="*/ 9563 h 10000"/>
              <a:gd name="connsiteX95-11097" fmla="*/ 163 w 10000"/>
              <a:gd name="connsiteY95-11098" fmla="*/ 9356 h 10000"/>
              <a:gd name="connsiteX96-11099" fmla="*/ 0 w 10000"/>
              <a:gd name="connsiteY96-11100" fmla="*/ 9231 h 10000"/>
              <a:gd name="connsiteX97-11101" fmla="*/ 0 w 10000"/>
              <a:gd name="connsiteY97-11102" fmla="*/ 9127 h 10000"/>
              <a:gd name="connsiteX98-11103" fmla="*/ 0 w 10000"/>
              <a:gd name="connsiteY98-11104" fmla="*/ 9023 h 10000"/>
              <a:gd name="connsiteX99-11105" fmla="*/ 0 w 10000"/>
              <a:gd name="connsiteY99-11106" fmla="*/ 9023 h 10000"/>
              <a:gd name="connsiteX100-11107" fmla="*/ 163 w 10000"/>
              <a:gd name="connsiteY100-11108" fmla="*/ 8919 h 10000"/>
              <a:gd name="connsiteX101-11109" fmla="*/ 296 w 10000"/>
              <a:gd name="connsiteY101-11110" fmla="*/ 8794 h 10000"/>
              <a:gd name="connsiteX102-11111" fmla="*/ 594 w 10000"/>
              <a:gd name="connsiteY102-11112" fmla="*/ 8690 h 10000"/>
              <a:gd name="connsiteX103-11113" fmla="*/ 865 w 10000"/>
              <a:gd name="connsiteY103-11114" fmla="*/ 8586 h 10000"/>
              <a:gd name="connsiteX104-11115" fmla="*/ 1000 w 10000"/>
              <a:gd name="connsiteY104-11116" fmla="*/ 8462 h 10000"/>
              <a:gd name="connsiteX105-11117" fmla="*/ 1161 w 10000"/>
              <a:gd name="connsiteY105-11118" fmla="*/ 8358 h 10000"/>
              <a:gd name="connsiteX106-11119" fmla="*/ 1432 w 10000"/>
              <a:gd name="connsiteY106-11120" fmla="*/ 8254 h 10000"/>
              <a:gd name="connsiteX107-11121" fmla="*/ 1728 w 10000"/>
              <a:gd name="connsiteY107-11122" fmla="*/ 8025 h 10000"/>
              <a:gd name="connsiteX108-11123" fmla="*/ 1865 w 10000"/>
              <a:gd name="connsiteY108-11124" fmla="*/ 7921 h 10000"/>
              <a:gd name="connsiteX109-11125" fmla="*/ 2162 w 10000"/>
              <a:gd name="connsiteY109-11126" fmla="*/ 7692 h 10000"/>
              <a:gd name="connsiteX110-11127" fmla="*/ 2432 w 10000"/>
              <a:gd name="connsiteY110-11128" fmla="*/ 7484 h 10000"/>
              <a:gd name="connsiteX111-11129" fmla="*/ 2432 w 10000"/>
              <a:gd name="connsiteY111-11130" fmla="*/ 7484 h 10000"/>
              <a:gd name="connsiteX0-11131" fmla="*/ 2432 w 10000"/>
              <a:gd name="connsiteY0-11132" fmla="*/ 7484 h 10000"/>
              <a:gd name="connsiteX1-11133" fmla="*/ 2730 w 10000"/>
              <a:gd name="connsiteY1-11134" fmla="*/ 7152 h 10000"/>
              <a:gd name="connsiteX2-11135" fmla="*/ 3135 w 10000"/>
              <a:gd name="connsiteY2-11136" fmla="*/ 6819 h 10000"/>
              <a:gd name="connsiteX3-11137" fmla="*/ 3433 w 10000"/>
              <a:gd name="connsiteY3-11138" fmla="*/ 6486 h 10000"/>
              <a:gd name="connsiteX4-11139" fmla="*/ 3864 w 10000"/>
              <a:gd name="connsiteY4-11140" fmla="*/ 6050 h 10000"/>
              <a:gd name="connsiteX5-11141" fmla="*/ 4296 w 10000"/>
              <a:gd name="connsiteY5-11142" fmla="*/ 5509 h 10000"/>
              <a:gd name="connsiteX6-11143" fmla="*/ 4729 w 10000"/>
              <a:gd name="connsiteY6-11144" fmla="*/ 4948 h 10000"/>
              <a:gd name="connsiteX7-11145" fmla="*/ 5135 w 10000"/>
              <a:gd name="connsiteY7-11146" fmla="*/ 4304 h 10000"/>
              <a:gd name="connsiteX8-11147" fmla="*/ 5702 w 10000"/>
              <a:gd name="connsiteY8-11148" fmla="*/ 3638 h 10000"/>
              <a:gd name="connsiteX9-11149" fmla="*/ 6136 w 10000"/>
              <a:gd name="connsiteY9-11150" fmla="*/ 2973 h 10000"/>
              <a:gd name="connsiteX10-11151" fmla="*/ 6567 w 10000"/>
              <a:gd name="connsiteY10-11152" fmla="*/ 2432 h 10000"/>
              <a:gd name="connsiteX11-11153" fmla="*/ 6865 w 10000"/>
              <a:gd name="connsiteY11-11154" fmla="*/ 1871 h 10000"/>
              <a:gd name="connsiteX12-11155" fmla="*/ 7134 w 10000"/>
              <a:gd name="connsiteY12-11156" fmla="*/ 1435 h 10000"/>
              <a:gd name="connsiteX13-11157" fmla="*/ 7271 w 10000"/>
              <a:gd name="connsiteY13-11158" fmla="*/ 1102 h 10000"/>
              <a:gd name="connsiteX14-11159" fmla="*/ 7432 w 10000"/>
              <a:gd name="connsiteY14-11160" fmla="*/ 769 h 10000"/>
              <a:gd name="connsiteX15-11161" fmla="*/ 7432 w 10000"/>
              <a:gd name="connsiteY15-11162" fmla="*/ 665 h 10000"/>
              <a:gd name="connsiteX16-11163" fmla="*/ 7432 w 10000"/>
              <a:gd name="connsiteY16-11164" fmla="*/ 437 h 10000"/>
              <a:gd name="connsiteX17-11165" fmla="*/ 7271 w 10000"/>
              <a:gd name="connsiteY17-11166" fmla="*/ 437 h 10000"/>
              <a:gd name="connsiteX18-11167" fmla="*/ 7271 w 10000"/>
              <a:gd name="connsiteY18-11168" fmla="*/ 333 h 10000"/>
              <a:gd name="connsiteX19-11169" fmla="*/ 7134 w 10000"/>
              <a:gd name="connsiteY19-11170" fmla="*/ 229 h 10000"/>
              <a:gd name="connsiteX20-11171" fmla="*/ 7134 w 10000"/>
              <a:gd name="connsiteY20-11172" fmla="*/ 229 h 10000"/>
              <a:gd name="connsiteX21-11173" fmla="*/ 7134 w 10000"/>
              <a:gd name="connsiteY21-11174" fmla="*/ 125 h 10000"/>
              <a:gd name="connsiteX22-11175" fmla="*/ 7134 w 10000"/>
              <a:gd name="connsiteY22-11176" fmla="*/ 0 h 10000"/>
              <a:gd name="connsiteX23-11177" fmla="*/ 7271 w 10000"/>
              <a:gd name="connsiteY23-11178" fmla="*/ 0 h 10000"/>
              <a:gd name="connsiteX24-11179" fmla="*/ 7568 w 10000"/>
              <a:gd name="connsiteY24-11180" fmla="*/ 0 h 10000"/>
              <a:gd name="connsiteX25-11181" fmla="*/ 7864 w 10000"/>
              <a:gd name="connsiteY25-11182" fmla="*/ 0 h 10000"/>
              <a:gd name="connsiteX26-11183" fmla="*/ 8270 w 10000"/>
              <a:gd name="connsiteY26-11184" fmla="*/ 0 h 10000"/>
              <a:gd name="connsiteX27-11185" fmla="*/ 8566 w 10000"/>
              <a:gd name="connsiteY27-11186" fmla="*/ 125 h 10000"/>
              <a:gd name="connsiteX28-11187" fmla="*/ 9000 w 10000"/>
              <a:gd name="connsiteY28-11188" fmla="*/ 229 h 10000"/>
              <a:gd name="connsiteX29-11189" fmla="*/ 9270 w 10000"/>
              <a:gd name="connsiteY29-11190" fmla="*/ 333 h 10000"/>
              <a:gd name="connsiteX30-11191" fmla="*/ 9568 w 10000"/>
              <a:gd name="connsiteY30-11192" fmla="*/ 437 h 10000"/>
              <a:gd name="connsiteX31-11193" fmla="*/ 9839 w 10000"/>
              <a:gd name="connsiteY31-11194" fmla="*/ 665 h 10000"/>
              <a:gd name="connsiteX32-11195" fmla="*/ 10000 w 10000"/>
              <a:gd name="connsiteY32-11196" fmla="*/ 769 h 10000"/>
              <a:gd name="connsiteX33-11197" fmla="*/ 10000 w 10000"/>
              <a:gd name="connsiteY33-11198" fmla="*/ 894 h 10000"/>
              <a:gd name="connsiteX34-11199" fmla="*/ 10000 w 10000"/>
              <a:gd name="connsiteY34-11200" fmla="*/ 998 h 10000"/>
              <a:gd name="connsiteX35-11201" fmla="*/ 10000 w 10000"/>
              <a:gd name="connsiteY35-11202" fmla="*/ 1206 h 10000"/>
              <a:gd name="connsiteX36-11203" fmla="*/ 9839 w 10000"/>
              <a:gd name="connsiteY36-11204" fmla="*/ 1331 h 10000"/>
              <a:gd name="connsiteX37-11205" fmla="*/ 9702 w 10000"/>
              <a:gd name="connsiteY37-11206" fmla="*/ 1538 h 10000"/>
              <a:gd name="connsiteX38-11207" fmla="*/ 9433 w 10000"/>
              <a:gd name="connsiteY38-11208" fmla="*/ 1767 h 10000"/>
              <a:gd name="connsiteX39-11209" fmla="*/ 9135 w 10000"/>
              <a:gd name="connsiteY39-11210" fmla="*/ 1975 h 10000"/>
              <a:gd name="connsiteX40-11211" fmla="*/ 9000 w 10000"/>
              <a:gd name="connsiteY40-11212" fmla="*/ 2204 h 10000"/>
              <a:gd name="connsiteX41-11213" fmla="*/ 8703 w 10000"/>
              <a:gd name="connsiteY41-11214" fmla="*/ 2432 h 10000"/>
              <a:gd name="connsiteX42-11215" fmla="*/ 8433 w 10000"/>
              <a:gd name="connsiteY42-11216" fmla="*/ 2744 h 10000"/>
              <a:gd name="connsiteX43-11217" fmla="*/ 8135 w 10000"/>
              <a:gd name="connsiteY43-11218" fmla="*/ 3077 h 10000"/>
              <a:gd name="connsiteX44-11219" fmla="*/ 7703 w 10000"/>
              <a:gd name="connsiteY44-11220" fmla="*/ 3514 h 10000"/>
              <a:gd name="connsiteX45-11221" fmla="*/ 7432 w 10000"/>
              <a:gd name="connsiteY45-11222" fmla="*/ 3971 h 10000"/>
              <a:gd name="connsiteX46-11223" fmla="*/ 7001 w 10000"/>
              <a:gd name="connsiteY46-11224" fmla="*/ 4407 h 10000"/>
              <a:gd name="connsiteX47-11225" fmla="*/ 6432 w 10000"/>
              <a:gd name="connsiteY47-11226" fmla="*/ 4948 h 10000"/>
              <a:gd name="connsiteX48-11227" fmla="*/ 5999 w 10000"/>
              <a:gd name="connsiteY48-11228" fmla="*/ 5385 h 10000"/>
              <a:gd name="connsiteX49-11229" fmla="*/ 5702 w 10000"/>
              <a:gd name="connsiteY49-11230" fmla="*/ 5842 h 10000"/>
              <a:gd name="connsiteX50-11231" fmla="*/ 5298 w 10000"/>
              <a:gd name="connsiteY50-11232" fmla="*/ 6279 h 10000"/>
              <a:gd name="connsiteX51-11233" fmla="*/ 4865 w 10000"/>
              <a:gd name="connsiteY51-11234" fmla="*/ 6611 h 10000"/>
              <a:gd name="connsiteX52-11235" fmla="*/ 4567 w 10000"/>
              <a:gd name="connsiteY52-11236" fmla="*/ 6923 h 10000"/>
              <a:gd name="connsiteX53-11237" fmla="*/ 4296 w 10000"/>
              <a:gd name="connsiteY53-11238" fmla="*/ 7256 h 10000"/>
              <a:gd name="connsiteX54-11239" fmla="*/ 4000 w 10000"/>
              <a:gd name="connsiteY54-11240" fmla="*/ 7484 h 10000"/>
              <a:gd name="connsiteX55-11241" fmla="*/ 3729 w 10000"/>
              <a:gd name="connsiteY55-11242" fmla="*/ 7692 h 10000"/>
              <a:gd name="connsiteX56-11243" fmla="*/ 3433 w 10000"/>
              <a:gd name="connsiteY56-11244" fmla="*/ 7921 h 10000"/>
              <a:gd name="connsiteX57-11245" fmla="*/ 3297 w 10000"/>
              <a:gd name="connsiteY57-11246" fmla="*/ 8150 h 10000"/>
              <a:gd name="connsiteX58-11247" fmla="*/ 3135 w 10000"/>
              <a:gd name="connsiteY58-11248" fmla="*/ 8254 h 10000"/>
              <a:gd name="connsiteX59-11249" fmla="*/ 3001 w 10000"/>
              <a:gd name="connsiteY59-11250" fmla="*/ 8358 h 10000"/>
              <a:gd name="connsiteX60-11251" fmla="*/ 2864 w 10000"/>
              <a:gd name="connsiteY60-11252" fmla="*/ 8462 h 10000"/>
              <a:gd name="connsiteX61-11253" fmla="*/ 2864 w 10000"/>
              <a:gd name="connsiteY61-11254" fmla="*/ 8586 h 10000"/>
              <a:gd name="connsiteX62-11255" fmla="*/ 2864 w 10000"/>
              <a:gd name="connsiteY62-11256" fmla="*/ 8586 h 10000"/>
              <a:gd name="connsiteX63-11257" fmla="*/ 3001 w 10000"/>
              <a:gd name="connsiteY63-11258" fmla="*/ 8586 h 10000"/>
              <a:gd name="connsiteX64-11259" fmla="*/ 3135 w 10000"/>
              <a:gd name="connsiteY64-11260" fmla="*/ 8690 h 10000"/>
              <a:gd name="connsiteX65-11261" fmla="*/ 3297 w 10000"/>
              <a:gd name="connsiteY65-11262" fmla="*/ 8690 h 10000"/>
              <a:gd name="connsiteX66-11263" fmla="*/ 3568 w 10000"/>
              <a:gd name="connsiteY66-11264" fmla="*/ 8690 h 10000"/>
              <a:gd name="connsiteX67-11265" fmla="*/ 3729 w 10000"/>
              <a:gd name="connsiteY67-11266" fmla="*/ 8586 h 10000"/>
              <a:gd name="connsiteX68-11267" fmla="*/ 3864 w 10000"/>
              <a:gd name="connsiteY68-11268" fmla="*/ 8586 h 10000"/>
              <a:gd name="connsiteX69-11269" fmla="*/ 4135 w 10000"/>
              <a:gd name="connsiteY69-11270" fmla="*/ 8586 h 10000"/>
              <a:gd name="connsiteX70-11271" fmla="*/ 4433 w 10000"/>
              <a:gd name="connsiteY70-11272" fmla="*/ 8586 h 10000"/>
              <a:gd name="connsiteX71-11273" fmla="*/ 4729 w 10000"/>
              <a:gd name="connsiteY71-11274" fmla="*/ 8462 h 10000"/>
              <a:gd name="connsiteX72-11275" fmla="*/ 5000 w 10000"/>
              <a:gd name="connsiteY72-11276" fmla="*/ 8462 h 10000"/>
              <a:gd name="connsiteX73-11277" fmla="*/ 5432 w 10000"/>
              <a:gd name="connsiteY73-11278" fmla="*/ 8462 h 10000"/>
              <a:gd name="connsiteX74-11279" fmla="*/ 5865 w 10000"/>
              <a:gd name="connsiteY74-11280" fmla="*/ 8462 h 10000"/>
              <a:gd name="connsiteX75-11281" fmla="*/ 5135 w 10000"/>
              <a:gd name="connsiteY75-11282" fmla="*/ 9127 h 10000"/>
              <a:gd name="connsiteX76-11283" fmla="*/ 4729 w 10000"/>
              <a:gd name="connsiteY76-11284" fmla="*/ 9231 h 10000"/>
              <a:gd name="connsiteX77-11285" fmla="*/ 4135 w 10000"/>
              <a:gd name="connsiteY77-11286" fmla="*/ 9356 h 10000"/>
              <a:gd name="connsiteX78-11287" fmla="*/ 3729 w 10000"/>
              <a:gd name="connsiteY78-11288" fmla="*/ 9356 h 10000"/>
              <a:gd name="connsiteX79-11289" fmla="*/ 3433 w 10000"/>
              <a:gd name="connsiteY79-11290" fmla="*/ 9459 h 10000"/>
              <a:gd name="connsiteX80-11291" fmla="*/ 3001 w 10000"/>
              <a:gd name="connsiteY80-11292" fmla="*/ 9459 h 10000"/>
              <a:gd name="connsiteX81-11293" fmla="*/ 2730 w 10000"/>
              <a:gd name="connsiteY81-11294" fmla="*/ 9563 h 10000"/>
              <a:gd name="connsiteX82-11295" fmla="*/ 2297 w 10000"/>
              <a:gd name="connsiteY82-11296" fmla="*/ 9688 h 10000"/>
              <a:gd name="connsiteX83-11297" fmla="*/ 1999 w 10000"/>
              <a:gd name="connsiteY83-11298" fmla="*/ 9688 h 10000"/>
              <a:gd name="connsiteX84-11299" fmla="*/ 1865 w 10000"/>
              <a:gd name="connsiteY84-11300" fmla="*/ 9792 h 10000"/>
              <a:gd name="connsiteX85-11301" fmla="*/ 1569 w 10000"/>
              <a:gd name="connsiteY85-11302" fmla="*/ 9792 h 10000"/>
              <a:gd name="connsiteX86-11303" fmla="*/ 1432 w 10000"/>
              <a:gd name="connsiteY86-11304" fmla="*/ 9896 h 10000"/>
              <a:gd name="connsiteX87-11305" fmla="*/ 1298 w 10000"/>
              <a:gd name="connsiteY87-11306" fmla="*/ 9896 h 10000"/>
              <a:gd name="connsiteX88-11307" fmla="*/ 1161 w 10000"/>
              <a:gd name="connsiteY88-11308" fmla="*/ 9896 h 10000"/>
              <a:gd name="connsiteX89-11309" fmla="*/ 865 w 10000"/>
              <a:gd name="connsiteY89-11310" fmla="*/ 10000 h 10000"/>
              <a:gd name="connsiteX90-11311" fmla="*/ 730 w 10000"/>
              <a:gd name="connsiteY90-11312" fmla="*/ 9896 h 10000"/>
              <a:gd name="connsiteX91-11313" fmla="*/ 594 w 10000"/>
              <a:gd name="connsiteY91-11314" fmla="*/ 9896 h 10000"/>
              <a:gd name="connsiteX92-11315" fmla="*/ 433 w 10000"/>
              <a:gd name="connsiteY92-11316" fmla="*/ 9792 h 10000"/>
              <a:gd name="connsiteX93-11317" fmla="*/ 296 w 10000"/>
              <a:gd name="connsiteY93-11318" fmla="*/ 9563 h 10000"/>
              <a:gd name="connsiteX94-11319" fmla="*/ 163 w 10000"/>
              <a:gd name="connsiteY94-11320" fmla="*/ 9356 h 10000"/>
              <a:gd name="connsiteX95-11321" fmla="*/ 0 w 10000"/>
              <a:gd name="connsiteY95-11322" fmla="*/ 9231 h 10000"/>
              <a:gd name="connsiteX96-11323" fmla="*/ 0 w 10000"/>
              <a:gd name="connsiteY96-11324" fmla="*/ 9127 h 10000"/>
              <a:gd name="connsiteX97-11325" fmla="*/ 0 w 10000"/>
              <a:gd name="connsiteY97-11326" fmla="*/ 9023 h 10000"/>
              <a:gd name="connsiteX98-11327" fmla="*/ 0 w 10000"/>
              <a:gd name="connsiteY98-11328" fmla="*/ 9023 h 10000"/>
              <a:gd name="connsiteX99-11329" fmla="*/ 163 w 10000"/>
              <a:gd name="connsiteY99-11330" fmla="*/ 8919 h 10000"/>
              <a:gd name="connsiteX100-11331" fmla="*/ 296 w 10000"/>
              <a:gd name="connsiteY100-11332" fmla="*/ 8794 h 10000"/>
              <a:gd name="connsiteX101-11333" fmla="*/ 594 w 10000"/>
              <a:gd name="connsiteY101-11334" fmla="*/ 8690 h 10000"/>
              <a:gd name="connsiteX102-11335" fmla="*/ 865 w 10000"/>
              <a:gd name="connsiteY102-11336" fmla="*/ 8586 h 10000"/>
              <a:gd name="connsiteX103-11337" fmla="*/ 1000 w 10000"/>
              <a:gd name="connsiteY103-11338" fmla="*/ 8462 h 10000"/>
              <a:gd name="connsiteX104-11339" fmla="*/ 1161 w 10000"/>
              <a:gd name="connsiteY104-11340" fmla="*/ 8358 h 10000"/>
              <a:gd name="connsiteX105-11341" fmla="*/ 1432 w 10000"/>
              <a:gd name="connsiteY105-11342" fmla="*/ 8254 h 10000"/>
              <a:gd name="connsiteX106-11343" fmla="*/ 1728 w 10000"/>
              <a:gd name="connsiteY106-11344" fmla="*/ 8025 h 10000"/>
              <a:gd name="connsiteX107-11345" fmla="*/ 1865 w 10000"/>
              <a:gd name="connsiteY107-11346" fmla="*/ 7921 h 10000"/>
              <a:gd name="connsiteX108-11347" fmla="*/ 2162 w 10000"/>
              <a:gd name="connsiteY108-11348" fmla="*/ 7692 h 10000"/>
              <a:gd name="connsiteX109-11349" fmla="*/ 2432 w 10000"/>
              <a:gd name="connsiteY109-11350" fmla="*/ 7484 h 10000"/>
              <a:gd name="connsiteX110-11351" fmla="*/ 2432 w 10000"/>
              <a:gd name="connsiteY110-11352" fmla="*/ 7484 h 10000"/>
              <a:gd name="connsiteX0-11353" fmla="*/ 2432 w 10000"/>
              <a:gd name="connsiteY0-11354" fmla="*/ 7484 h 10000"/>
              <a:gd name="connsiteX1-11355" fmla="*/ 2730 w 10000"/>
              <a:gd name="connsiteY1-11356" fmla="*/ 7152 h 10000"/>
              <a:gd name="connsiteX2-11357" fmla="*/ 3135 w 10000"/>
              <a:gd name="connsiteY2-11358" fmla="*/ 6819 h 10000"/>
              <a:gd name="connsiteX3-11359" fmla="*/ 3433 w 10000"/>
              <a:gd name="connsiteY3-11360" fmla="*/ 6486 h 10000"/>
              <a:gd name="connsiteX4-11361" fmla="*/ 3864 w 10000"/>
              <a:gd name="connsiteY4-11362" fmla="*/ 6050 h 10000"/>
              <a:gd name="connsiteX5-11363" fmla="*/ 4296 w 10000"/>
              <a:gd name="connsiteY5-11364" fmla="*/ 5509 h 10000"/>
              <a:gd name="connsiteX6-11365" fmla="*/ 4729 w 10000"/>
              <a:gd name="connsiteY6-11366" fmla="*/ 4948 h 10000"/>
              <a:gd name="connsiteX7-11367" fmla="*/ 5135 w 10000"/>
              <a:gd name="connsiteY7-11368" fmla="*/ 4304 h 10000"/>
              <a:gd name="connsiteX8-11369" fmla="*/ 5702 w 10000"/>
              <a:gd name="connsiteY8-11370" fmla="*/ 3638 h 10000"/>
              <a:gd name="connsiteX9-11371" fmla="*/ 6136 w 10000"/>
              <a:gd name="connsiteY9-11372" fmla="*/ 2973 h 10000"/>
              <a:gd name="connsiteX10-11373" fmla="*/ 6567 w 10000"/>
              <a:gd name="connsiteY10-11374" fmla="*/ 2432 h 10000"/>
              <a:gd name="connsiteX11-11375" fmla="*/ 6865 w 10000"/>
              <a:gd name="connsiteY11-11376" fmla="*/ 1871 h 10000"/>
              <a:gd name="connsiteX12-11377" fmla="*/ 7134 w 10000"/>
              <a:gd name="connsiteY12-11378" fmla="*/ 1435 h 10000"/>
              <a:gd name="connsiteX13-11379" fmla="*/ 7271 w 10000"/>
              <a:gd name="connsiteY13-11380" fmla="*/ 1102 h 10000"/>
              <a:gd name="connsiteX14-11381" fmla="*/ 7432 w 10000"/>
              <a:gd name="connsiteY14-11382" fmla="*/ 769 h 10000"/>
              <a:gd name="connsiteX15-11383" fmla="*/ 7432 w 10000"/>
              <a:gd name="connsiteY15-11384" fmla="*/ 665 h 10000"/>
              <a:gd name="connsiteX16-11385" fmla="*/ 7432 w 10000"/>
              <a:gd name="connsiteY16-11386" fmla="*/ 437 h 10000"/>
              <a:gd name="connsiteX17-11387" fmla="*/ 7271 w 10000"/>
              <a:gd name="connsiteY17-11388" fmla="*/ 437 h 10000"/>
              <a:gd name="connsiteX18-11389" fmla="*/ 7271 w 10000"/>
              <a:gd name="connsiteY18-11390" fmla="*/ 333 h 10000"/>
              <a:gd name="connsiteX19-11391" fmla="*/ 7134 w 10000"/>
              <a:gd name="connsiteY19-11392" fmla="*/ 229 h 10000"/>
              <a:gd name="connsiteX20-11393" fmla="*/ 7134 w 10000"/>
              <a:gd name="connsiteY20-11394" fmla="*/ 229 h 10000"/>
              <a:gd name="connsiteX21-11395" fmla="*/ 7134 w 10000"/>
              <a:gd name="connsiteY21-11396" fmla="*/ 125 h 10000"/>
              <a:gd name="connsiteX22-11397" fmla="*/ 7134 w 10000"/>
              <a:gd name="connsiteY22-11398" fmla="*/ 0 h 10000"/>
              <a:gd name="connsiteX23-11399" fmla="*/ 7271 w 10000"/>
              <a:gd name="connsiteY23-11400" fmla="*/ 0 h 10000"/>
              <a:gd name="connsiteX24-11401" fmla="*/ 7568 w 10000"/>
              <a:gd name="connsiteY24-11402" fmla="*/ 0 h 10000"/>
              <a:gd name="connsiteX25-11403" fmla="*/ 7864 w 10000"/>
              <a:gd name="connsiteY25-11404" fmla="*/ 0 h 10000"/>
              <a:gd name="connsiteX26-11405" fmla="*/ 8270 w 10000"/>
              <a:gd name="connsiteY26-11406" fmla="*/ 0 h 10000"/>
              <a:gd name="connsiteX27-11407" fmla="*/ 8566 w 10000"/>
              <a:gd name="connsiteY27-11408" fmla="*/ 125 h 10000"/>
              <a:gd name="connsiteX28-11409" fmla="*/ 9000 w 10000"/>
              <a:gd name="connsiteY28-11410" fmla="*/ 229 h 10000"/>
              <a:gd name="connsiteX29-11411" fmla="*/ 9270 w 10000"/>
              <a:gd name="connsiteY29-11412" fmla="*/ 333 h 10000"/>
              <a:gd name="connsiteX30-11413" fmla="*/ 9568 w 10000"/>
              <a:gd name="connsiteY30-11414" fmla="*/ 437 h 10000"/>
              <a:gd name="connsiteX31-11415" fmla="*/ 9839 w 10000"/>
              <a:gd name="connsiteY31-11416" fmla="*/ 665 h 10000"/>
              <a:gd name="connsiteX32-11417" fmla="*/ 10000 w 10000"/>
              <a:gd name="connsiteY32-11418" fmla="*/ 769 h 10000"/>
              <a:gd name="connsiteX33-11419" fmla="*/ 10000 w 10000"/>
              <a:gd name="connsiteY33-11420" fmla="*/ 894 h 10000"/>
              <a:gd name="connsiteX34-11421" fmla="*/ 10000 w 10000"/>
              <a:gd name="connsiteY34-11422" fmla="*/ 998 h 10000"/>
              <a:gd name="connsiteX35-11423" fmla="*/ 10000 w 10000"/>
              <a:gd name="connsiteY35-11424" fmla="*/ 1206 h 10000"/>
              <a:gd name="connsiteX36-11425" fmla="*/ 9839 w 10000"/>
              <a:gd name="connsiteY36-11426" fmla="*/ 1331 h 10000"/>
              <a:gd name="connsiteX37-11427" fmla="*/ 9702 w 10000"/>
              <a:gd name="connsiteY37-11428" fmla="*/ 1538 h 10000"/>
              <a:gd name="connsiteX38-11429" fmla="*/ 9433 w 10000"/>
              <a:gd name="connsiteY38-11430" fmla="*/ 1767 h 10000"/>
              <a:gd name="connsiteX39-11431" fmla="*/ 9135 w 10000"/>
              <a:gd name="connsiteY39-11432" fmla="*/ 1975 h 10000"/>
              <a:gd name="connsiteX40-11433" fmla="*/ 9000 w 10000"/>
              <a:gd name="connsiteY40-11434" fmla="*/ 2204 h 10000"/>
              <a:gd name="connsiteX41-11435" fmla="*/ 8703 w 10000"/>
              <a:gd name="connsiteY41-11436" fmla="*/ 2432 h 10000"/>
              <a:gd name="connsiteX42-11437" fmla="*/ 8433 w 10000"/>
              <a:gd name="connsiteY42-11438" fmla="*/ 2744 h 10000"/>
              <a:gd name="connsiteX43-11439" fmla="*/ 8135 w 10000"/>
              <a:gd name="connsiteY43-11440" fmla="*/ 3077 h 10000"/>
              <a:gd name="connsiteX44-11441" fmla="*/ 7703 w 10000"/>
              <a:gd name="connsiteY44-11442" fmla="*/ 3514 h 10000"/>
              <a:gd name="connsiteX45-11443" fmla="*/ 7432 w 10000"/>
              <a:gd name="connsiteY45-11444" fmla="*/ 3971 h 10000"/>
              <a:gd name="connsiteX46-11445" fmla="*/ 7001 w 10000"/>
              <a:gd name="connsiteY46-11446" fmla="*/ 4407 h 10000"/>
              <a:gd name="connsiteX47-11447" fmla="*/ 6432 w 10000"/>
              <a:gd name="connsiteY47-11448" fmla="*/ 4948 h 10000"/>
              <a:gd name="connsiteX48-11449" fmla="*/ 5999 w 10000"/>
              <a:gd name="connsiteY48-11450" fmla="*/ 5385 h 10000"/>
              <a:gd name="connsiteX49-11451" fmla="*/ 5702 w 10000"/>
              <a:gd name="connsiteY49-11452" fmla="*/ 5842 h 10000"/>
              <a:gd name="connsiteX50-11453" fmla="*/ 5298 w 10000"/>
              <a:gd name="connsiteY50-11454" fmla="*/ 6279 h 10000"/>
              <a:gd name="connsiteX51-11455" fmla="*/ 4865 w 10000"/>
              <a:gd name="connsiteY51-11456" fmla="*/ 6611 h 10000"/>
              <a:gd name="connsiteX52-11457" fmla="*/ 4567 w 10000"/>
              <a:gd name="connsiteY52-11458" fmla="*/ 6923 h 10000"/>
              <a:gd name="connsiteX53-11459" fmla="*/ 4296 w 10000"/>
              <a:gd name="connsiteY53-11460" fmla="*/ 7256 h 10000"/>
              <a:gd name="connsiteX54-11461" fmla="*/ 4000 w 10000"/>
              <a:gd name="connsiteY54-11462" fmla="*/ 7484 h 10000"/>
              <a:gd name="connsiteX55-11463" fmla="*/ 3729 w 10000"/>
              <a:gd name="connsiteY55-11464" fmla="*/ 7692 h 10000"/>
              <a:gd name="connsiteX56-11465" fmla="*/ 3433 w 10000"/>
              <a:gd name="connsiteY56-11466" fmla="*/ 7921 h 10000"/>
              <a:gd name="connsiteX57-11467" fmla="*/ 3297 w 10000"/>
              <a:gd name="connsiteY57-11468" fmla="*/ 8150 h 10000"/>
              <a:gd name="connsiteX58-11469" fmla="*/ 3135 w 10000"/>
              <a:gd name="connsiteY58-11470" fmla="*/ 8254 h 10000"/>
              <a:gd name="connsiteX59-11471" fmla="*/ 3001 w 10000"/>
              <a:gd name="connsiteY59-11472" fmla="*/ 8358 h 10000"/>
              <a:gd name="connsiteX60-11473" fmla="*/ 2864 w 10000"/>
              <a:gd name="connsiteY60-11474" fmla="*/ 8462 h 10000"/>
              <a:gd name="connsiteX61-11475" fmla="*/ 2864 w 10000"/>
              <a:gd name="connsiteY61-11476" fmla="*/ 8586 h 10000"/>
              <a:gd name="connsiteX62-11477" fmla="*/ 2864 w 10000"/>
              <a:gd name="connsiteY62-11478" fmla="*/ 8586 h 10000"/>
              <a:gd name="connsiteX63-11479" fmla="*/ 3001 w 10000"/>
              <a:gd name="connsiteY63-11480" fmla="*/ 8586 h 10000"/>
              <a:gd name="connsiteX64-11481" fmla="*/ 3135 w 10000"/>
              <a:gd name="connsiteY64-11482" fmla="*/ 8690 h 10000"/>
              <a:gd name="connsiteX65-11483" fmla="*/ 3297 w 10000"/>
              <a:gd name="connsiteY65-11484" fmla="*/ 8690 h 10000"/>
              <a:gd name="connsiteX66-11485" fmla="*/ 3568 w 10000"/>
              <a:gd name="connsiteY66-11486" fmla="*/ 8690 h 10000"/>
              <a:gd name="connsiteX67-11487" fmla="*/ 3729 w 10000"/>
              <a:gd name="connsiteY67-11488" fmla="*/ 8586 h 10000"/>
              <a:gd name="connsiteX68-11489" fmla="*/ 3864 w 10000"/>
              <a:gd name="connsiteY68-11490" fmla="*/ 8586 h 10000"/>
              <a:gd name="connsiteX69-11491" fmla="*/ 4135 w 10000"/>
              <a:gd name="connsiteY69-11492" fmla="*/ 8586 h 10000"/>
              <a:gd name="connsiteX70-11493" fmla="*/ 4433 w 10000"/>
              <a:gd name="connsiteY70-11494" fmla="*/ 8586 h 10000"/>
              <a:gd name="connsiteX71-11495" fmla="*/ 4729 w 10000"/>
              <a:gd name="connsiteY71-11496" fmla="*/ 8462 h 10000"/>
              <a:gd name="connsiteX72-11497" fmla="*/ 5000 w 10000"/>
              <a:gd name="connsiteY72-11498" fmla="*/ 8462 h 10000"/>
              <a:gd name="connsiteX73-11499" fmla="*/ 5432 w 10000"/>
              <a:gd name="connsiteY73-11500" fmla="*/ 8462 h 10000"/>
              <a:gd name="connsiteX74-11501" fmla="*/ 5135 w 10000"/>
              <a:gd name="connsiteY74-11502" fmla="*/ 9127 h 10000"/>
              <a:gd name="connsiteX75-11503" fmla="*/ 4729 w 10000"/>
              <a:gd name="connsiteY75-11504" fmla="*/ 9231 h 10000"/>
              <a:gd name="connsiteX76-11505" fmla="*/ 4135 w 10000"/>
              <a:gd name="connsiteY76-11506" fmla="*/ 9356 h 10000"/>
              <a:gd name="connsiteX77-11507" fmla="*/ 3729 w 10000"/>
              <a:gd name="connsiteY77-11508" fmla="*/ 9356 h 10000"/>
              <a:gd name="connsiteX78-11509" fmla="*/ 3433 w 10000"/>
              <a:gd name="connsiteY78-11510" fmla="*/ 9459 h 10000"/>
              <a:gd name="connsiteX79-11511" fmla="*/ 3001 w 10000"/>
              <a:gd name="connsiteY79-11512" fmla="*/ 9459 h 10000"/>
              <a:gd name="connsiteX80-11513" fmla="*/ 2730 w 10000"/>
              <a:gd name="connsiteY80-11514" fmla="*/ 9563 h 10000"/>
              <a:gd name="connsiteX81-11515" fmla="*/ 2297 w 10000"/>
              <a:gd name="connsiteY81-11516" fmla="*/ 9688 h 10000"/>
              <a:gd name="connsiteX82-11517" fmla="*/ 1999 w 10000"/>
              <a:gd name="connsiteY82-11518" fmla="*/ 9688 h 10000"/>
              <a:gd name="connsiteX83-11519" fmla="*/ 1865 w 10000"/>
              <a:gd name="connsiteY83-11520" fmla="*/ 9792 h 10000"/>
              <a:gd name="connsiteX84-11521" fmla="*/ 1569 w 10000"/>
              <a:gd name="connsiteY84-11522" fmla="*/ 9792 h 10000"/>
              <a:gd name="connsiteX85-11523" fmla="*/ 1432 w 10000"/>
              <a:gd name="connsiteY85-11524" fmla="*/ 9896 h 10000"/>
              <a:gd name="connsiteX86-11525" fmla="*/ 1298 w 10000"/>
              <a:gd name="connsiteY86-11526" fmla="*/ 9896 h 10000"/>
              <a:gd name="connsiteX87-11527" fmla="*/ 1161 w 10000"/>
              <a:gd name="connsiteY87-11528" fmla="*/ 9896 h 10000"/>
              <a:gd name="connsiteX88-11529" fmla="*/ 865 w 10000"/>
              <a:gd name="connsiteY88-11530" fmla="*/ 10000 h 10000"/>
              <a:gd name="connsiteX89-11531" fmla="*/ 730 w 10000"/>
              <a:gd name="connsiteY89-11532" fmla="*/ 9896 h 10000"/>
              <a:gd name="connsiteX90-11533" fmla="*/ 594 w 10000"/>
              <a:gd name="connsiteY90-11534" fmla="*/ 9896 h 10000"/>
              <a:gd name="connsiteX91-11535" fmla="*/ 433 w 10000"/>
              <a:gd name="connsiteY91-11536" fmla="*/ 9792 h 10000"/>
              <a:gd name="connsiteX92-11537" fmla="*/ 296 w 10000"/>
              <a:gd name="connsiteY92-11538" fmla="*/ 9563 h 10000"/>
              <a:gd name="connsiteX93-11539" fmla="*/ 163 w 10000"/>
              <a:gd name="connsiteY93-11540" fmla="*/ 9356 h 10000"/>
              <a:gd name="connsiteX94-11541" fmla="*/ 0 w 10000"/>
              <a:gd name="connsiteY94-11542" fmla="*/ 9231 h 10000"/>
              <a:gd name="connsiteX95-11543" fmla="*/ 0 w 10000"/>
              <a:gd name="connsiteY95-11544" fmla="*/ 9127 h 10000"/>
              <a:gd name="connsiteX96-11545" fmla="*/ 0 w 10000"/>
              <a:gd name="connsiteY96-11546" fmla="*/ 9023 h 10000"/>
              <a:gd name="connsiteX97-11547" fmla="*/ 0 w 10000"/>
              <a:gd name="connsiteY97-11548" fmla="*/ 9023 h 10000"/>
              <a:gd name="connsiteX98-11549" fmla="*/ 163 w 10000"/>
              <a:gd name="connsiteY98-11550" fmla="*/ 8919 h 10000"/>
              <a:gd name="connsiteX99-11551" fmla="*/ 296 w 10000"/>
              <a:gd name="connsiteY99-11552" fmla="*/ 8794 h 10000"/>
              <a:gd name="connsiteX100-11553" fmla="*/ 594 w 10000"/>
              <a:gd name="connsiteY100-11554" fmla="*/ 8690 h 10000"/>
              <a:gd name="connsiteX101-11555" fmla="*/ 865 w 10000"/>
              <a:gd name="connsiteY101-11556" fmla="*/ 8586 h 10000"/>
              <a:gd name="connsiteX102-11557" fmla="*/ 1000 w 10000"/>
              <a:gd name="connsiteY102-11558" fmla="*/ 8462 h 10000"/>
              <a:gd name="connsiteX103-11559" fmla="*/ 1161 w 10000"/>
              <a:gd name="connsiteY103-11560" fmla="*/ 8358 h 10000"/>
              <a:gd name="connsiteX104-11561" fmla="*/ 1432 w 10000"/>
              <a:gd name="connsiteY104-11562" fmla="*/ 8254 h 10000"/>
              <a:gd name="connsiteX105-11563" fmla="*/ 1728 w 10000"/>
              <a:gd name="connsiteY105-11564" fmla="*/ 8025 h 10000"/>
              <a:gd name="connsiteX106-11565" fmla="*/ 1865 w 10000"/>
              <a:gd name="connsiteY106-11566" fmla="*/ 7921 h 10000"/>
              <a:gd name="connsiteX107-11567" fmla="*/ 2162 w 10000"/>
              <a:gd name="connsiteY107-11568" fmla="*/ 7692 h 10000"/>
              <a:gd name="connsiteX108-11569" fmla="*/ 2432 w 10000"/>
              <a:gd name="connsiteY108-11570" fmla="*/ 7484 h 10000"/>
              <a:gd name="connsiteX109-11571" fmla="*/ 2432 w 10000"/>
              <a:gd name="connsiteY109-11572" fmla="*/ 7484 h 10000"/>
              <a:gd name="connsiteX0-11573" fmla="*/ 2432 w 10000"/>
              <a:gd name="connsiteY0-11574" fmla="*/ 7484 h 10000"/>
              <a:gd name="connsiteX1-11575" fmla="*/ 2730 w 10000"/>
              <a:gd name="connsiteY1-11576" fmla="*/ 7152 h 10000"/>
              <a:gd name="connsiteX2-11577" fmla="*/ 3135 w 10000"/>
              <a:gd name="connsiteY2-11578" fmla="*/ 6819 h 10000"/>
              <a:gd name="connsiteX3-11579" fmla="*/ 3433 w 10000"/>
              <a:gd name="connsiteY3-11580" fmla="*/ 6486 h 10000"/>
              <a:gd name="connsiteX4-11581" fmla="*/ 3864 w 10000"/>
              <a:gd name="connsiteY4-11582" fmla="*/ 6050 h 10000"/>
              <a:gd name="connsiteX5-11583" fmla="*/ 4296 w 10000"/>
              <a:gd name="connsiteY5-11584" fmla="*/ 5509 h 10000"/>
              <a:gd name="connsiteX6-11585" fmla="*/ 4729 w 10000"/>
              <a:gd name="connsiteY6-11586" fmla="*/ 4948 h 10000"/>
              <a:gd name="connsiteX7-11587" fmla="*/ 5135 w 10000"/>
              <a:gd name="connsiteY7-11588" fmla="*/ 4304 h 10000"/>
              <a:gd name="connsiteX8-11589" fmla="*/ 5702 w 10000"/>
              <a:gd name="connsiteY8-11590" fmla="*/ 3638 h 10000"/>
              <a:gd name="connsiteX9-11591" fmla="*/ 6136 w 10000"/>
              <a:gd name="connsiteY9-11592" fmla="*/ 2973 h 10000"/>
              <a:gd name="connsiteX10-11593" fmla="*/ 6567 w 10000"/>
              <a:gd name="connsiteY10-11594" fmla="*/ 2432 h 10000"/>
              <a:gd name="connsiteX11-11595" fmla="*/ 6865 w 10000"/>
              <a:gd name="connsiteY11-11596" fmla="*/ 1871 h 10000"/>
              <a:gd name="connsiteX12-11597" fmla="*/ 7134 w 10000"/>
              <a:gd name="connsiteY12-11598" fmla="*/ 1435 h 10000"/>
              <a:gd name="connsiteX13-11599" fmla="*/ 7271 w 10000"/>
              <a:gd name="connsiteY13-11600" fmla="*/ 1102 h 10000"/>
              <a:gd name="connsiteX14-11601" fmla="*/ 7432 w 10000"/>
              <a:gd name="connsiteY14-11602" fmla="*/ 769 h 10000"/>
              <a:gd name="connsiteX15-11603" fmla="*/ 7432 w 10000"/>
              <a:gd name="connsiteY15-11604" fmla="*/ 665 h 10000"/>
              <a:gd name="connsiteX16-11605" fmla="*/ 7432 w 10000"/>
              <a:gd name="connsiteY16-11606" fmla="*/ 437 h 10000"/>
              <a:gd name="connsiteX17-11607" fmla="*/ 7271 w 10000"/>
              <a:gd name="connsiteY17-11608" fmla="*/ 437 h 10000"/>
              <a:gd name="connsiteX18-11609" fmla="*/ 7271 w 10000"/>
              <a:gd name="connsiteY18-11610" fmla="*/ 333 h 10000"/>
              <a:gd name="connsiteX19-11611" fmla="*/ 7134 w 10000"/>
              <a:gd name="connsiteY19-11612" fmla="*/ 229 h 10000"/>
              <a:gd name="connsiteX20-11613" fmla="*/ 7134 w 10000"/>
              <a:gd name="connsiteY20-11614" fmla="*/ 229 h 10000"/>
              <a:gd name="connsiteX21-11615" fmla="*/ 7134 w 10000"/>
              <a:gd name="connsiteY21-11616" fmla="*/ 125 h 10000"/>
              <a:gd name="connsiteX22-11617" fmla="*/ 7134 w 10000"/>
              <a:gd name="connsiteY22-11618" fmla="*/ 0 h 10000"/>
              <a:gd name="connsiteX23-11619" fmla="*/ 7271 w 10000"/>
              <a:gd name="connsiteY23-11620" fmla="*/ 0 h 10000"/>
              <a:gd name="connsiteX24-11621" fmla="*/ 7568 w 10000"/>
              <a:gd name="connsiteY24-11622" fmla="*/ 0 h 10000"/>
              <a:gd name="connsiteX25-11623" fmla="*/ 7864 w 10000"/>
              <a:gd name="connsiteY25-11624" fmla="*/ 0 h 10000"/>
              <a:gd name="connsiteX26-11625" fmla="*/ 8270 w 10000"/>
              <a:gd name="connsiteY26-11626" fmla="*/ 0 h 10000"/>
              <a:gd name="connsiteX27-11627" fmla="*/ 8566 w 10000"/>
              <a:gd name="connsiteY27-11628" fmla="*/ 125 h 10000"/>
              <a:gd name="connsiteX28-11629" fmla="*/ 9000 w 10000"/>
              <a:gd name="connsiteY28-11630" fmla="*/ 229 h 10000"/>
              <a:gd name="connsiteX29-11631" fmla="*/ 9270 w 10000"/>
              <a:gd name="connsiteY29-11632" fmla="*/ 333 h 10000"/>
              <a:gd name="connsiteX30-11633" fmla="*/ 9568 w 10000"/>
              <a:gd name="connsiteY30-11634" fmla="*/ 437 h 10000"/>
              <a:gd name="connsiteX31-11635" fmla="*/ 9839 w 10000"/>
              <a:gd name="connsiteY31-11636" fmla="*/ 665 h 10000"/>
              <a:gd name="connsiteX32-11637" fmla="*/ 10000 w 10000"/>
              <a:gd name="connsiteY32-11638" fmla="*/ 769 h 10000"/>
              <a:gd name="connsiteX33-11639" fmla="*/ 10000 w 10000"/>
              <a:gd name="connsiteY33-11640" fmla="*/ 894 h 10000"/>
              <a:gd name="connsiteX34-11641" fmla="*/ 10000 w 10000"/>
              <a:gd name="connsiteY34-11642" fmla="*/ 998 h 10000"/>
              <a:gd name="connsiteX35-11643" fmla="*/ 10000 w 10000"/>
              <a:gd name="connsiteY35-11644" fmla="*/ 1206 h 10000"/>
              <a:gd name="connsiteX36-11645" fmla="*/ 9839 w 10000"/>
              <a:gd name="connsiteY36-11646" fmla="*/ 1331 h 10000"/>
              <a:gd name="connsiteX37-11647" fmla="*/ 9702 w 10000"/>
              <a:gd name="connsiteY37-11648" fmla="*/ 1538 h 10000"/>
              <a:gd name="connsiteX38-11649" fmla="*/ 9433 w 10000"/>
              <a:gd name="connsiteY38-11650" fmla="*/ 1767 h 10000"/>
              <a:gd name="connsiteX39-11651" fmla="*/ 9135 w 10000"/>
              <a:gd name="connsiteY39-11652" fmla="*/ 1975 h 10000"/>
              <a:gd name="connsiteX40-11653" fmla="*/ 9000 w 10000"/>
              <a:gd name="connsiteY40-11654" fmla="*/ 2204 h 10000"/>
              <a:gd name="connsiteX41-11655" fmla="*/ 8703 w 10000"/>
              <a:gd name="connsiteY41-11656" fmla="*/ 2432 h 10000"/>
              <a:gd name="connsiteX42-11657" fmla="*/ 8433 w 10000"/>
              <a:gd name="connsiteY42-11658" fmla="*/ 2744 h 10000"/>
              <a:gd name="connsiteX43-11659" fmla="*/ 8135 w 10000"/>
              <a:gd name="connsiteY43-11660" fmla="*/ 3077 h 10000"/>
              <a:gd name="connsiteX44-11661" fmla="*/ 7703 w 10000"/>
              <a:gd name="connsiteY44-11662" fmla="*/ 3514 h 10000"/>
              <a:gd name="connsiteX45-11663" fmla="*/ 7432 w 10000"/>
              <a:gd name="connsiteY45-11664" fmla="*/ 3971 h 10000"/>
              <a:gd name="connsiteX46-11665" fmla="*/ 7001 w 10000"/>
              <a:gd name="connsiteY46-11666" fmla="*/ 4407 h 10000"/>
              <a:gd name="connsiteX47-11667" fmla="*/ 6432 w 10000"/>
              <a:gd name="connsiteY47-11668" fmla="*/ 4948 h 10000"/>
              <a:gd name="connsiteX48-11669" fmla="*/ 5999 w 10000"/>
              <a:gd name="connsiteY48-11670" fmla="*/ 5385 h 10000"/>
              <a:gd name="connsiteX49-11671" fmla="*/ 5702 w 10000"/>
              <a:gd name="connsiteY49-11672" fmla="*/ 5842 h 10000"/>
              <a:gd name="connsiteX50-11673" fmla="*/ 5298 w 10000"/>
              <a:gd name="connsiteY50-11674" fmla="*/ 6279 h 10000"/>
              <a:gd name="connsiteX51-11675" fmla="*/ 4865 w 10000"/>
              <a:gd name="connsiteY51-11676" fmla="*/ 6611 h 10000"/>
              <a:gd name="connsiteX52-11677" fmla="*/ 4567 w 10000"/>
              <a:gd name="connsiteY52-11678" fmla="*/ 6923 h 10000"/>
              <a:gd name="connsiteX53-11679" fmla="*/ 4296 w 10000"/>
              <a:gd name="connsiteY53-11680" fmla="*/ 7256 h 10000"/>
              <a:gd name="connsiteX54-11681" fmla="*/ 4000 w 10000"/>
              <a:gd name="connsiteY54-11682" fmla="*/ 7484 h 10000"/>
              <a:gd name="connsiteX55-11683" fmla="*/ 3729 w 10000"/>
              <a:gd name="connsiteY55-11684" fmla="*/ 7692 h 10000"/>
              <a:gd name="connsiteX56-11685" fmla="*/ 3433 w 10000"/>
              <a:gd name="connsiteY56-11686" fmla="*/ 7921 h 10000"/>
              <a:gd name="connsiteX57-11687" fmla="*/ 3297 w 10000"/>
              <a:gd name="connsiteY57-11688" fmla="*/ 8150 h 10000"/>
              <a:gd name="connsiteX58-11689" fmla="*/ 3135 w 10000"/>
              <a:gd name="connsiteY58-11690" fmla="*/ 8254 h 10000"/>
              <a:gd name="connsiteX59-11691" fmla="*/ 3001 w 10000"/>
              <a:gd name="connsiteY59-11692" fmla="*/ 8358 h 10000"/>
              <a:gd name="connsiteX60-11693" fmla="*/ 2864 w 10000"/>
              <a:gd name="connsiteY60-11694" fmla="*/ 8462 h 10000"/>
              <a:gd name="connsiteX61-11695" fmla="*/ 2864 w 10000"/>
              <a:gd name="connsiteY61-11696" fmla="*/ 8586 h 10000"/>
              <a:gd name="connsiteX62-11697" fmla="*/ 2864 w 10000"/>
              <a:gd name="connsiteY62-11698" fmla="*/ 8586 h 10000"/>
              <a:gd name="connsiteX63-11699" fmla="*/ 3001 w 10000"/>
              <a:gd name="connsiteY63-11700" fmla="*/ 8586 h 10000"/>
              <a:gd name="connsiteX64-11701" fmla="*/ 3135 w 10000"/>
              <a:gd name="connsiteY64-11702" fmla="*/ 8690 h 10000"/>
              <a:gd name="connsiteX65-11703" fmla="*/ 3297 w 10000"/>
              <a:gd name="connsiteY65-11704" fmla="*/ 8690 h 10000"/>
              <a:gd name="connsiteX66-11705" fmla="*/ 3568 w 10000"/>
              <a:gd name="connsiteY66-11706" fmla="*/ 8690 h 10000"/>
              <a:gd name="connsiteX67-11707" fmla="*/ 3729 w 10000"/>
              <a:gd name="connsiteY67-11708" fmla="*/ 8586 h 10000"/>
              <a:gd name="connsiteX68-11709" fmla="*/ 3864 w 10000"/>
              <a:gd name="connsiteY68-11710" fmla="*/ 8586 h 10000"/>
              <a:gd name="connsiteX69-11711" fmla="*/ 4135 w 10000"/>
              <a:gd name="connsiteY69-11712" fmla="*/ 8586 h 10000"/>
              <a:gd name="connsiteX70-11713" fmla="*/ 4433 w 10000"/>
              <a:gd name="connsiteY70-11714" fmla="*/ 8586 h 10000"/>
              <a:gd name="connsiteX71-11715" fmla="*/ 4729 w 10000"/>
              <a:gd name="connsiteY71-11716" fmla="*/ 8462 h 10000"/>
              <a:gd name="connsiteX72-11717" fmla="*/ 5000 w 10000"/>
              <a:gd name="connsiteY72-11718" fmla="*/ 8462 h 10000"/>
              <a:gd name="connsiteX73-11719" fmla="*/ 5135 w 10000"/>
              <a:gd name="connsiteY73-11720" fmla="*/ 9127 h 10000"/>
              <a:gd name="connsiteX74-11721" fmla="*/ 4729 w 10000"/>
              <a:gd name="connsiteY74-11722" fmla="*/ 9231 h 10000"/>
              <a:gd name="connsiteX75-11723" fmla="*/ 4135 w 10000"/>
              <a:gd name="connsiteY75-11724" fmla="*/ 9356 h 10000"/>
              <a:gd name="connsiteX76-11725" fmla="*/ 3729 w 10000"/>
              <a:gd name="connsiteY76-11726" fmla="*/ 9356 h 10000"/>
              <a:gd name="connsiteX77-11727" fmla="*/ 3433 w 10000"/>
              <a:gd name="connsiteY77-11728" fmla="*/ 9459 h 10000"/>
              <a:gd name="connsiteX78-11729" fmla="*/ 3001 w 10000"/>
              <a:gd name="connsiteY78-11730" fmla="*/ 9459 h 10000"/>
              <a:gd name="connsiteX79-11731" fmla="*/ 2730 w 10000"/>
              <a:gd name="connsiteY79-11732" fmla="*/ 9563 h 10000"/>
              <a:gd name="connsiteX80-11733" fmla="*/ 2297 w 10000"/>
              <a:gd name="connsiteY80-11734" fmla="*/ 9688 h 10000"/>
              <a:gd name="connsiteX81-11735" fmla="*/ 1999 w 10000"/>
              <a:gd name="connsiteY81-11736" fmla="*/ 9688 h 10000"/>
              <a:gd name="connsiteX82-11737" fmla="*/ 1865 w 10000"/>
              <a:gd name="connsiteY82-11738" fmla="*/ 9792 h 10000"/>
              <a:gd name="connsiteX83-11739" fmla="*/ 1569 w 10000"/>
              <a:gd name="connsiteY83-11740" fmla="*/ 9792 h 10000"/>
              <a:gd name="connsiteX84-11741" fmla="*/ 1432 w 10000"/>
              <a:gd name="connsiteY84-11742" fmla="*/ 9896 h 10000"/>
              <a:gd name="connsiteX85-11743" fmla="*/ 1298 w 10000"/>
              <a:gd name="connsiteY85-11744" fmla="*/ 9896 h 10000"/>
              <a:gd name="connsiteX86-11745" fmla="*/ 1161 w 10000"/>
              <a:gd name="connsiteY86-11746" fmla="*/ 9896 h 10000"/>
              <a:gd name="connsiteX87-11747" fmla="*/ 865 w 10000"/>
              <a:gd name="connsiteY87-11748" fmla="*/ 10000 h 10000"/>
              <a:gd name="connsiteX88-11749" fmla="*/ 730 w 10000"/>
              <a:gd name="connsiteY88-11750" fmla="*/ 9896 h 10000"/>
              <a:gd name="connsiteX89-11751" fmla="*/ 594 w 10000"/>
              <a:gd name="connsiteY89-11752" fmla="*/ 9896 h 10000"/>
              <a:gd name="connsiteX90-11753" fmla="*/ 433 w 10000"/>
              <a:gd name="connsiteY90-11754" fmla="*/ 9792 h 10000"/>
              <a:gd name="connsiteX91-11755" fmla="*/ 296 w 10000"/>
              <a:gd name="connsiteY91-11756" fmla="*/ 9563 h 10000"/>
              <a:gd name="connsiteX92-11757" fmla="*/ 163 w 10000"/>
              <a:gd name="connsiteY92-11758" fmla="*/ 9356 h 10000"/>
              <a:gd name="connsiteX93-11759" fmla="*/ 0 w 10000"/>
              <a:gd name="connsiteY93-11760" fmla="*/ 9231 h 10000"/>
              <a:gd name="connsiteX94-11761" fmla="*/ 0 w 10000"/>
              <a:gd name="connsiteY94-11762" fmla="*/ 9127 h 10000"/>
              <a:gd name="connsiteX95-11763" fmla="*/ 0 w 10000"/>
              <a:gd name="connsiteY95-11764" fmla="*/ 9023 h 10000"/>
              <a:gd name="connsiteX96-11765" fmla="*/ 0 w 10000"/>
              <a:gd name="connsiteY96-11766" fmla="*/ 9023 h 10000"/>
              <a:gd name="connsiteX97-11767" fmla="*/ 163 w 10000"/>
              <a:gd name="connsiteY97-11768" fmla="*/ 8919 h 10000"/>
              <a:gd name="connsiteX98-11769" fmla="*/ 296 w 10000"/>
              <a:gd name="connsiteY98-11770" fmla="*/ 8794 h 10000"/>
              <a:gd name="connsiteX99-11771" fmla="*/ 594 w 10000"/>
              <a:gd name="connsiteY99-11772" fmla="*/ 8690 h 10000"/>
              <a:gd name="connsiteX100-11773" fmla="*/ 865 w 10000"/>
              <a:gd name="connsiteY100-11774" fmla="*/ 8586 h 10000"/>
              <a:gd name="connsiteX101-11775" fmla="*/ 1000 w 10000"/>
              <a:gd name="connsiteY101-11776" fmla="*/ 8462 h 10000"/>
              <a:gd name="connsiteX102-11777" fmla="*/ 1161 w 10000"/>
              <a:gd name="connsiteY102-11778" fmla="*/ 8358 h 10000"/>
              <a:gd name="connsiteX103-11779" fmla="*/ 1432 w 10000"/>
              <a:gd name="connsiteY103-11780" fmla="*/ 8254 h 10000"/>
              <a:gd name="connsiteX104-11781" fmla="*/ 1728 w 10000"/>
              <a:gd name="connsiteY104-11782" fmla="*/ 8025 h 10000"/>
              <a:gd name="connsiteX105-11783" fmla="*/ 1865 w 10000"/>
              <a:gd name="connsiteY105-11784" fmla="*/ 7921 h 10000"/>
              <a:gd name="connsiteX106-11785" fmla="*/ 2162 w 10000"/>
              <a:gd name="connsiteY106-11786" fmla="*/ 7692 h 10000"/>
              <a:gd name="connsiteX107-11787" fmla="*/ 2432 w 10000"/>
              <a:gd name="connsiteY107-11788" fmla="*/ 7484 h 10000"/>
              <a:gd name="connsiteX108-11789" fmla="*/ 2432 w 10000"/>
              <a:gd name="connsiteY108-11790" fmla="*/ 7484 h 10000"/>
              <a:gd name="connsiteX0-11791" fmla="*/ 2432 w 10000"/>
              <a:gd name="connsiteY0-11792" fmla="*/ 7484 h 10000"/>
              <a:gd name="connsiteX1-11793" fmla="*/ 2730 w 10000"/>
              <a:gd name="connsiteY1-11794" fmla="*/ 7152 h 10000"/>
              <a:gd name="connsiteX2-11795" fmla="*/ 3135 w 10000"/>
              <a:gd name="connsiteY2-11796" fmla="*/ 6819 h 10000"/>
              <a:gd name="connsiteX3-11797" fmla="*/ 3433 w 10000"/>
              <a:gd name="connsiteY3-11798" fmla="*/ 6486 h 10000"/>
              <a:gd name="connsiteX4-11799" fmla="*/ 3864 w 10000"/>
              <a:gd name="connsiteY4-11800" fmla="*/ 6050 h 10000"/>
              <a:gd name="connsiteX5-11801" fmla="*/ 4296 w 10000"/>
              <a:gd name="connsiteY5-11802" fmla="*/ 5509 h 10000"/>
              <a:gd name="connsiteX6-11803" fmla="*/ 4729 w 10000"/>
              <a:gd name="connsiteY6-11804" fmla="*/ 4948 h 10000"/>
              <a:gd name="connsiteX7-11805" fmla="*/ 5135 w 10000"/>
              <a:gd name="connsiteY7-11806" fmla="*/ 4304 h 10000"/>
              <a:gd name="connsiteX8-11807" fmla="*/ 5702 w 10000"/>
              <a:gd name="connsiteY8-11808" fmla="*/ 3638 h 10000"/>
              <a:gd name="connsiteX9-11809" fmla="*/ 6136 w 10000"/>
              <a:gd name="connsiteY9-11810" fmla="*/ 2973 h 10000"/>
              <a:gd name="connsiteX10-11811" fmla="*/ 6567 w 10000"/>
              <a:gd name="connsiteY10-11812" fmla="*/ 2432 h 10000"/>
              <a:gd name="connsiteX11-11813" fmla="*/ 6865 w 10000"/>
              <a:gd name="connsiteY11-11814" fmla="*/ 1871 h 10000"/>
              <a:gd name="connsiteX12-11815" fmla="*/ 7134 w 10000"/>
              <a:gd name="connsiteY12-11816" fmla="*/ 1435 h 10000"/>
              <a:gd name="connsiteX13-11817" fmla="*/ 7271 w 10000"/>
              <a:gd name="connsiteY13-11818" fmla="*/ 1102 h 10000"/>
              <a:gd name="connsiteX14-11819" fmla="*/ 7432 w 10000"/>
              <a:gd name="connsiteY14-11820" fmla="*/ 769 h 10000"/>
              <a:gd name="connsiteX15-11821" fmla="*/ 7432 w 10000"/>
              <a:gd name="connsiteY15-11822" fmla="*/ 665 h 10000"/>
              <a:gd name="connsiteX16-11823" fmla="*/ 7432 w 10000"/>
              <a:gd name="connsiteY16-11824" fmla="*/ 437 h 10000"/>
              <a:gd name="connsiteX17-11825" fmla="*/ 7271 w 10000"/>
              <a:gd name="connsiteY17-11826" fmla="*/ 437 h 10000"/>
              <a:gd name="connsiteX18-11827" fmla="*/ 7271 w 10000"/>
              <a:gd name="connsiteY18-11828" fmla="*/ 333 h 10000"/>
              <a:gd name="connsiteX19-11829" fmla="*/ 7134 w 10000"/>
              <a:gd name="connsiteY19-11830" fmla="*/ 229 h 10000"/>
              <a:gd name="connsiteX20-11831" fmla="*/ 7134 w 10000"/>
              <a:gd name="connsiteY20-11832" fmla="*/ 229 h 10000"/>
              <a:gd name="connsiteX21-11833" fmla="*/ 7134 w 10000"/>
              <a:gd name="connsiteY21-11834" fmla="*/ 125 h 10000"/>
              <a:gd name="connsiteX22-11835" fmla="*/ 7134 w 10000"/>
              <a:gd name="connsiteY22-11836" fmla="*/ 0 h 10000"/>
              <a:gd name="connsiteX23-11837" fmla="*/ 7271 w 10000"/>
              <a:gd name="connsiteY23-11838" fmla="*/ 0 h 10000"/>
              <a:gd name="connsiteX24-11839" fmla="*/ 7568 w 10000"/>
              <a:gd name="connsiteY24-11840" fmla="*/ 0 h 10000"/>
              <a:gd name="connsiteX25-11841" fmla="*/ 7864 w 10000"/>
              <a:gd name="connsiteY25-11842" fmla="*/ 0 h 10000"/>
              <a:gd name="connsiteX26-11843" fmla="*/ 8270 w 10000"/>
              <a:gd name="connsiteY26-11844" fmla="*/ 0 h 10000"/>
              <a:gd name="connsiteX27-11845" fmla="*/ 8566 w 10000"/>
              <a:gd name="connsiteY27-11846" fmla="*/ 125 h 10000"/>
              <a:gd name="connsiteX28-11847" fmla="*/ 9000 w 10000"/>
              <a:gd name="connsiteY28-11848" fmla="*/ 229 h 10000"/>
              <a:gd name="connsiteX29-11849" fmla="*/ 9270 w 10000"/>
              <a:gd name="connsiteY29-11850" fmla="*/ 333 h 10000"/>
              <a:gd name="connsiteX30-11851" fmla="*/ 9568 w 10000"/>
              <a:gd name="connsiteY30-11852" fmla="*/ 437 h 10000"/>
              <a:gd name="connsiteX31-11853" fmla="*/ 9839 w 10000"/>
              <a:gd name="connsiteY31-11854" fmla="*/ 665 h 10000"/>
              <a:gd name="connsiteX32-11855" fmla="*/ 10000 w 10000"/>
              <a:gd name="connsiteY32-11856" fmla="*/ 769 h 10000"/>
              <a:gd name="connsiteX33-11857" fmla="*/ 10000 w 10000"/>
              <a:gd name="connsiteY33-11858" fmla="*/ 894 h 10000"/>
              <a:gd name="connsiteX34-11859" fmla="*/ 10000 w 10000"/>
              <a:gd name="connsiteY34-11860" fmla="*/ 998 h 10000"/>
              <a:gd name="connsiteX35-11861" fmla="*/ 10000 w 10000"/>
              <a:gd name="connsiteY35-11862" fmla="*/ 1206 h 10000"/>
              <a:gd name="connsiteX36-11863" fmla="*/ 9839 w 10000"/>
              <a:gd name="connsiteY36-11864" fmla="*/ 1331 h 10000"/>
              <a:gd name="connsiteX37-11865" fmla="*/ 9702 w 10000"/>
              <a:gd name="connsiteY37-11866" fmla="*/ 1538 h 10000"/>
              <a:gd name="connsiteX38-11867" fmla="*/ 9433 w 10000"/>
              <a:gd name="connsiteY38-11868" fmla="*/ 1767 h 10000"/>
              <a:gd name="connsiteX39-11869" fmla="*/ 9135 w 10000"/>
              <a:gd name="connsiteY39-11870" fmla="*/ 1975 h 10000"/>
              <a:gd name="connsiteX40-11871" fmla="*/ 9000 w 10000"/>
              <a:gd name="connsiteY40-11872" fmla="*/ 2204 h 10000"/>
              <a:gd name="connsiteX41-11873" fmla="*/ 8703 w 10000"/>
              <a:gd name="connsiteY41-11874" fmla="*/ 2432 h 10000"/>
              <a:gd name="connsiteX42-11875" fmla="*/ 8433 w 10000"/>
              <a:gd name="connsiteY42-11876" fmla="*/ 2744 h 10000"/>
              <a:gd name="connsiteX43-11877" fmla="*/ 8135 w 10000"/>
              <a:gd name="connsiteY43-11878" fmla="*/ 3077 h 10000"/>
              <a:gd name="connsiteX44-11879" fmla="*/ 7703 w 10000"/>
              <a:gd name="connsiteY44-11880" fmla="*/ 3514 h 10000"/>
              <a:gd name="connsiteX45-11881" fmla="*/ 7432 w 10000"/>
              <a:gd name="connsiteY45-11882" fmla="*/ 3971 h 10000"/>
              <a:gd name="connsiteX46-11883" fmla="*/ 7001 w 10000"/>
              <a:gd name="connsiteY46-11884" fmla="*/ 4407 h 10000"/>
              <a:gd name="connsiteX47-11885" fmla="*/ 6432 w 10000"/>
              <a:gd name="connsiteY47-11886" fmla="*/ 4948 h 10000"/>
              <a:gd name="connsiteX48-11887" fmla="*/ 5999 w 10000"/>
              <a:gd name="connsiteY48-11888" fmla="*/ 5385 h 10000"/>
              <a:gd name="connsiteX49-11889" fmla="*/ 5702 w 10000"/>
              <a:gd name="connsiteY49-11890" fmla="*/ 5842 h 10000"/>
              <a:gd name="connsiteX50-11891" fmla="*/ 5298 w 10000"/>
              <a:gd name="connsiteY50-11892" fmla="*/ 6279 h 10000"/>
              <a:gd name="connsiteX51-11893" fmla="*/ 4865 w 10000"/>
              <a:gd name="connsiteY51-11894" fmla="*/ 6611 h 10000"/>
              <a:gd name="connsiteX52-11895" fmla="*/ 4567 w 10000"/>
              <a:gd name="connsiteY52-11896" fmla="*/ 6923 h 10000"/>
              <a:gd name="connsiteX53-11897" fmla="*/ 4296 w 10000"/>
              <a:gd name="connsiteY53-11898" fmla="*/ 7256 h 10000"/>
              <a:gd name="connsiteX54-11899" fmla="*/ 4000 w 10000"/>
              <a:gd name="connsiteY54-11900" fmla="*/ 7484 h 10000"/>
              <a:gd name="connsiteX55-11901" fmla="*/ 3729 w 10000"/>
              <a:gd name="connsiteY55-11902" fmla="*/ 7692 h 10000"/>
              <a:gd name="connsiteX56-11903" fmla="*/ 3433 w 10000"/>
              <a:gd name="connsiteY56-11904" fmla="*/ 7921 h 10000"/>
              <a:gd name="connsiteX57-11905" fmla="*/ 3297 w 10000"/>
              <a:gd name="connsiteY57-11906" fmla="*/ 8150 h 10000"/>
              <a:gd name="connsiteX58-11907" fmla="*/ 3135 w 10000"/>
              <a:gd name="connsiteY58-11908" fmla="*/ 8254 h 10000"/>
              <a:gd name="connsiteX59-11909" fmla="*/ 3001 w 10000"/>
              <a:gd name="connsiteY59-11910" fmla="*/ 8358 h 10000"/>
              <a:gd name="connsiteX60-11911" fmla="*/ 2864 w 10000"/>
              <a:gd name="connsiteY60-11912" fmla="*/ 8462 h 10000"/>
              <a:gd name="connsiteX61-11913" fmla="*/ 2864 w 10000"/>
              <a:gd name="connsiteY61-11914" fmla="*/ 8586 h 10000"/>
              <a:gd name="connsiteX62-11915" fmla="*/ 2864 w 10000"/>
              <a:gd name="connsiteY62-11916" fmla="*/ 8586 h 10000"/>
              <a:gd name="connsiteX63-11917" fmla="*/ 3001 w 10000"/>
              <a:gd name="connsiteY63-11918" fmla="*/ 8586 h 10000"/>
              <a:gd name="connsiteX64-11919" fmla="*/ 3135 w 10000"/>
              <a:gd name="connsiteY64-11920" fmla="*/ 8690 h 10000"/>
              <a:gd name="connsiteX65-11921" fmla="*/ 3297 w 10000"/>
              <a:gd name="connsiteY65-11922" fmla="*/ 8690 h 10000"/>
              <a:gd name="connsiteX66-11923" fmla="*/ 3568 w 10000"/>
              <a:gd name="connsiteY66-11924" fmla="*/ 8690 h 10000"/>
              <a:gd name="connsiteX67-11925" fmla="*/ 3729 w 10000"/>
              <a:gd name="connsiteY67-11926" fmla="*/ 8586 h 10000"/>
              <a:gd name="connsiteX68-11927" fmla="*/ 3864 w 10000"/>
              <a:gd name="connsiteY68-11928" fmla="*/ 8586 h 10000"/>
              <a:gd name="connsiteX69-11929" fmla="*/ 4135 w 10000"/>
              <a:gd name="connsiteY69-11930" fmla="*/ 8586 h 10000"/>
              <a:gd name="connsiteX70-11931" fmla="*/ 4433 w 10000"/>
              <a:gd name="connsiteY70-11932" fmla="*/ 8586 h 10000"/>
              <a:gd name="connsiteX71-11933" fmla="*/ 4729 w 10000"/>
              <a:gd name="connsiteY71-11934" fmla="*/ 8462 h 10000"/>
              <a:gd name="connsiteX72-11935" fmla="*/ 5135 w 10000"/>
              <a:gd name="connsiteY72-11936" fmla="*/ 9127 h 10000"/>
              <a:gd name="connsiteX73-11937" fmla="*/ 4729 w 10000"/>
              <a:gd name="connsiteY73-11938" fmla="*/ 9231 h 10000"/>
              <a:gd name="connsiteX74-11939" fmla="*/ 4135 w 10000"/>
              <a:gd name="connsiteY74-11940" fmla="*/ 9356 h 10000"/>
              <a:gd name="connsiteX75-11941" fmla="*/ 3729 w 10000"/>
              <a:gd name="connsiteY75-11942" fmla="*/ 9356 h 10000"/>
              <a:gd name="connsiteX76-11943" fmla="*/ 3433 w 10000"/>
              <a:gd name="connsiteY76-11944" fmla="*/ 9459 h 10000"/>
              <a:gd name="connsiteX77-11945" fmla="*/ 3001 w 10000"/>
              <a:gd name="connsiteY77-11946" fmla="*/ 9459 h 10000"/>
              <a:gd name="connsiteX78-11947" fmla="*/ 2730 w 10000"/>
              <a:gd name="connsiteY78-11948" fmla="*/ 9563 h 10000"/>
              <a:gd name="connsiteX79-11949" fmla="*/ 2297 w 10000"/>
              <a:gd name="connsiteY79-11950" fmla="*/ 9688 h 10000"/>
              <a:gd name="connsiteX80-11951" fmla="*/ 1999 w 10000"/>
              <a:gd name="connsiteY80-11952" fmla="*/ 9688 h 10000"/>
              <a:gd name="connsiteX81-11953" fmla="*/ 1865 w 10000"/>
              <a:gd name="connsiteY81-11954" fmla="*/ 9792 h 10000"/>
              <a:gd name="connsiteX82-11955" fmla="*/ 1569 w 10000"/>
              <a:gd name="connsiteY82-11956" fmla="*/ 9792 h 10000"/>
              <a:gd name="connsiteX83-11957" fmla="*/ 1432 w 10000"/>
              <a:gd name="connsiteY83-11958" fmla="*/ 9896 h 10000"/>
              <a:gd name="connsiteX84-11959" fmla="*/ 1298 w 10000"/>
              <a:gd name="connsiteY84-11960" fmla="*/ 9896 h 10000"/>
              <a:gd name="connsiteX85-11961" fmla="*/ 1161 w 10000"/>
              <a:gd name="connsiteY85-11962" fmla="*/ 9896 h 10000"/>
              <a:gd name="connsiteX86-11963" fmla="*/ 865 w 10000"/>
              <a:gd name="connsiteY86-11964" fmla="*/ 10000 h 10000"/>
              <a:gd name="connsiteX87-11965" fmla="*/ 730 w 10000"/>
              <a:gd name="connsiteY87-11966" fmla="*/ 9896 h 10000"/>
              <a:gd name="connsiteX88-11967" fmla="*/ 594 w 10000"/>
              <a:gd name="connsiteY88-11968" fmla="*/ 9896 h 10000"/>
              <a:gd name="connsiteX89-11969" fmla="*/ 433 w 10000"/>
              <a:gd name="connsiteY89-11970" fmla="*/ 9792 h 10000"/>
              <a:gd name="connsiteX90-11971" fmla="*/ 296 w 10000"/>
              <a:gd name="connsiteY90-11972" fmla="*/ 9563 h 10000"/>
              <a:gd name="connsiteX91-11973" fmla="*/ 163 w 10000"/>
              <a:gd name="connsiteY91-11974" fmla="*/ 9356 h 10000"/>
              <a:gd name="connsiteX92-11975" fmla="*/ 0 w 10000"/>
              <a:gd name="connsiteY92-11976" fmla="*/ 9231 h 10000"/>
              <a:gd name="connsiteX93-11977" fmla="*/ 0 w 10000"/>
              <a:gd name="connsiteY93-11978" fmla="*/ 9127 h 10000"/>
              <a:gd name="connsiteX94-11979" fmla="*/ 0 w 10000"/>
              <a:gd name="connsiteY94-11980" fmla="*/ 9023 h 10000"/>
              <a:gd name="connsiteX95-11981" fmla="*/ 0 w 10000"/>
              <a:gd name="connsiteY95-11982" fmla="*/ 9023 h 10000"/>
              <a:gd name="connsiteX96-11983" fmla="*/ 163 w 10000"/>
              <a:gd name="connsiteY96-11984" fmla="*/ 8919 h 10000"/>
              <a:gd name="connsiteX97-11985" fmla="*/ 296 w 10000"/>
              <a:gd name="connsiteY97-11986" fmla="*/ 8794 h 10000"/>
              <a:gd name="connsiteX98-11987" fmla="*/ 594 w 10000"/>
              <a:gd name="connsiteY98-11988" fmla="*/ 8690 h 10000"/>
              <a:gd name="connsiteX99-11989" fmla="*/ 865 w 10000"/>
              <a:gd name="connsiteY99-11990" fmla="*/ 8586 h 10000"/>
              <a:gd name="connsiteX100-11991" fmla="*/ 1000 w 10000"/>
              <a:gd name="connsiteY100-11992" fmla="*/ 8462 h 10000"/>
              <a:gd name="connsiteX101-11993" fmla="*/ 1161 w 10000"/>
              <a:gd name="connsiteY101-11994" fmla="*/ 8358 h 10000"/>
              <a:gd name="connsiteX102-11995" fmla="*/ 1432 w 10000"/>
              <a:gd name="connsiteY102-11996" fmla="*/ 8254 h 10000"/>
              <a:gd name="connsiteX103-11997" fmla="*/ 1728 w 10000"/>
              <a:gd name="connsiteY103-11998" fmla="*/ 8025 h 10000"/>
              <a:gd name="connsiteX104-11999" fmla="*/ 1865 w 10000"/>
              <a:gd name="connsiteY104-12000" fmla="*/ 7921 h 10000"/>
              <a:gd name="connsiteX105-12001" fmla="*/ 2162 w 10000"/>
              <a:gd name="connsiteY105-12002" fmla="*/ 7692 h 10000"/>
              <a:gd name="connsiteX106-12003" fmla="*/ 2432 w 10000"/>
              <a:gd name="connsiteY106-12004" fmla="*/ 7484 h 10000"/>
              <a:gd name="connsiteX107-12005" fmla="*/ 2432 w 10000"/>
              <a:gd name="connsiteY107-12006" fmla="*/ 7484 h 10000"/>
              <a:gd name="connsiteX0-12007" fmla="*/ 2432 w 10000"/>
              <a:gd name="connsiteY0-12008" fmla="*/ 7484 h 10000"/>
              <a:gd name="connsiteX1-12009" fmla="*/ 2730 w 10000"/>
              <a:gd name="connsiteY1-12010" fmla="*/ 7152 h 10000"/>
              <a:gd name="connsiteX2-12011" fmla="*/ 3135 w 10000"/>
              <a:gd name="connsiteY2-12012" fmla="*/ 6819 h 10000"/>
              <a:gd name="connsiteX3-12013" fmla="*/ 3433 w 10000"/>
              <a:gd name="connsiteY3-12014" fmla="*/ 6486 h 10000"/>
              <a:gd name="connsiteX4-12015" fmla="*/ 3864 w 10000"/>
              <a:gd name="connsiteY4-12016" fmla="*/ 6050 h 10000"/>
              <a:gd name="connsiteX5-12017" fmla="*/ 4296 w 10000"/>
              <a:gd name="connsiteY5-12018" fmla="*/ 5509 h 10000"/>
              <a:gd name="connsiteX6-12019" fmla="*/ 4729 w 10000"/>
              <a:gd name="connsiteY6-12020" fmla="*/ 4948 h 10000"/>
              <a:gd name="connsiteX7-12021" fmla="*/ 5135 w 10000"/>
              <a:gd name="connsiteY7-12022" fmla="*/ 4304 h 10000"/>
              <a:gd name="connsiteX8-12023" fmla="*/ 5702 w 10000"/>
              <a:gd name="connsiteY8-12024" fmla="*/ 3638 h 10000"/>
              <a:gd name="connsiteX9-12025" fmla="*/ 6136 w 10000"/>
              <a:gd name="connsiteY9-12026" fmla="*/ 2973 h 10000"/>
              <a:gd name="connsiteX10-12027" fmla="*/ 6567 w 10000"/>
              <a:gd name="connsiteY10-12028" fmla="*/ 2432 h 10000"/>
              <a:gd name="connsiteX11-12029" fmla="*/ 6865 w 10000"/>
              <a:gd name="connsiteY11-12030" fmla="*/ 1871 h 10000"/>
              <a:gd name="connsiteX12-12031" fmla="*/ 7134 w 10000"/>
              <a:gd name="connsiteY12-12032" fmla="*/ 1435 h 10000"/>
              <a:gd name="connsiteX13-12033" fmla="*/ 7271 w 10000"/>
              <a:gd name="connsiteY13-12034" fmla="*/ 1102 h 10000"/>
              <a:gd name="connsiteX14-12035" fmla="*/ 7432 w 10000"/>
              <a:gd name="connsiteY14-12036" fmla="*/ 769 h 10000"/>
              <a:gd name="connsiteX15-12037" fmla="*/ 7432 w 10000"/>
              <a:gd name="connsiteY15-12038" fmla="*/ 665 h 10000"/>
              <a:gd name="connsiteX16-12039" fmla="*/ 7432 w 10000"/>
              <a:gd name="connsiteY16-12040" fmla="*/ 437 h 10000"/>
              <a:gd name="connsiteX17-12041" fmla="*/ 7271 w 10000"/>
              <a:gd name="connsiteY17-12042" fmla="*/ 437 h 10000"/>
              <a:gd name="connsiteX18-12043" fmla="*/ 7271 w 10000"/>
              <a:gd name="connsiteY18-12044" fmla="*/ 333 h 10000"/>
              <a:gd name="connsiteX19-12045" fmla="*/ 7134 w 10000"/>
              <a:gd name="connsiteY19-12046" fmla="*/ 229 h 10000"/>
              <a:gd name="connsiteX20-12047" fmla="*/ 7134 w 10000"/>
              <a:gd name="connsiteY20-12048" fmla="*/ 229 h 10000"/>
              <a:gd name="connsiteX21-12049" fmla="*/ 7134 w 10000"/>
              <a:gd name="connsiteY21-12050" fmla="*/ 125 h 10000"/>
              <a:gd name="connsiteX22-12051" fmla="*/ 7134 w 10000"/>
              <a:gd name="connsiteY22-12052" fmla="*/ 0 h 10000"/>
              <a:gd name="connsiteX23-12053" fmla="*/ 7271 w 10000"/>
              <a:gd name="connsiteY23-12054" fmla="*/ 0 h 10000"/>
              <a:gd name="connsiteX24-12055" fmla="*/ 7568 w 10000"/>
              <a:gd name="connsiteY24-12056" fmla="*/ 0 h 10000"/>
              <a:gd name="connsiteX25-12057" fmla="*/ 7864 w 10000"/>
              <a:gd name="connsiteY25-12058" fmla="*/ 0 h 10000"/>
              <a:gd name="connsiteX26-12059" fmla="*/ 8270 w 10000"/>
              <a:gd name="connsiteY26-12060" fmla="*/ 0 h 10000"/>
              <a:gd name="connsiteX27-12061" fmla="*/ 8566 w 10000"/>
              <a:gd name="connsiteY27-12062" fmla="*/ 125 h 10000"/>
              <a:gd name="connsiteX28-12063" fmla="*/ 9000 w 10000"/>
              <a:gd name="connsiteY28-12064" fmla="*/ 229 h 10000"/>
              <a:gd name="connsiteX29-12065" fmla="*/ 9270 w 10000"/>
              <a:gd name="connsiteY29-12066" fmla="*/ 333 h 10000"/>
              <a:gd name="connsiteX30-12067" fmla="*/ 9568 w 10000"/>
              <a:gd name="connsiteY30-12068" fmla="*/ 437 h 10000"/>
              <a:gd name="connsiteX31-12069" fmla="*/ 9839 w 10000"/>
              <a:gd name="connsiteY31-12070" fmla="*/ 665 h 10000"/>
              <a:gd name="connsiteX32-12071" fmla="*/ 10000 w 10000"/>
              <a:gd name="connsiteY32-12072" fmla="*/ 769 h 10000"/>
              <a:gd name="connsiteX33-12073" fmla="*/ 10000 w 10000"/>
              <a:gd name="connsiteY33-12074" fmla="*/ 894 h 10000"/>
              <a:gd name="connsiteX34-12075" fmla="*/ 10000 w 10000"/>
              <a:gd name="connsiteY34-12076" fmla="*/ 998 h 10000"/>
              <a:gd name="connsiteX35-12077" fmla="*/ 10000 w 10000"/>
              <a:gd name="connsiteY35-12078" fmla="*/ 1206 h 10000"/>
              <a:gd name="connsiteX36-12079" fmla="*/ 9839 w 10000"/>
              <a:gd name="connsiteY36-12080" fmla="*/ 1331 h 10000"/>
              <a:gd name="connsiteX37-12081" fmla="*/ 9702 w 10000"/>
              <a:gd name="connsiteY37-12082" fmla="*/ 1538 h 10000"/>
              <a:gd name="connsiteX38-12083" fmla="*/ 9433 w 10000"/>
              <a:gd name="connsiteY38-12084" fmla="*/ 1767 h 10000"/>
              <a:gd name="connsiteX39-12085" fmla="*/ 9135 w 10000"/>
              <a:gd name="connsiteY39-12086" fmla="*/ 1975 h 10000"/>
              <a:gd name="connsiteX40-12087" fmla="*/ 9000 w 10000"/>
              <a:gd name="connsiteY40-12088" fmla="*/ 2204 h 10000"/>
              <a:gd name="connsiteX41-12089" fmla="*/ 8703 w 10000"/>
              <a:gd name="connsiteY41-12090" fmla="*/ 2432 h 10000"/>
              <a:gd name="connsiteX42-12091" fmla="*/ 8433 w 10000"/>
              <a:gd name="connsiteY42-12092" fmla="*/ 2744 h 10000"/>
              <a:gd name="connsiteX43-12093" fmla="*/ 8135 w 10000"/>
              <a:gd name="connsiteY43-12094" fmla="*/ 3077 h 10000"/>
              <a:gd name="connsiteX44-12095" fmla="*/ 7703 w 10000"/>
              <a:gd name="connsiteY44-12096" fmla="*/ 3514 h 10000"/>
              <a:gd name="connsiteX45-12097" fmla="*/ 7432 w 10000"/>
              <a:gd name="connsiteY45-12098" fmla="*/ 3971 h 10000"/>
              <a:gd name="connsiteX46-12099" fmla="*/ 7001 w 10000"/>
              <a:gd name="connsiteY46-12100" fmla="*/ 4407 h 10000"/>
              <a:gd name="connsiteX47-12101" fmla="*/ 6432 w 10000"/>
              <a:gd name="connsiteY47-12102" fmla="*/ 4948 h 10000"/>
              <a:gd name="connsiteX48-12103" fmla="*/ 5999 w 10000"/>
              <a:gd name="connsiteY48-12104" fmla="*/ 5385 h 10000"/>
              <a:gd name="connsiteX49-12105" fmla="*/ 5702 w 10000"/>
              <a:gd name="connsiteY49-12106" fmla="*/ 5842 h 10000"/>
              <a:gd name="connsiteX50-12107" fmla="*/ 5298 w 10000"/>
              <a:gd name="connsiteY50-12108" fmla="*/ 6279 h 10000"/>
              <a:gd name="connsiteX51-12109" fmla="*/ 4865 w 10000"/>
              <a:gd name="connsiteY51-12110" fmla="*/ 6611 h 10000"/>
              <a:gd name="connsiteX52-12111" fmla="*/ 4567 w 10000"/>
              <a:gd name="connsiteY52-12112" fmla="*/ 6923 h 10000"/>
              <a:gd name="connsiteX53-12113" fmla="*/ 4296 w 10000"/>
              <a:gd name="connsiteY53-12114" fmla="*/ 7256 h 10000"/>
              <a:gd name="connsiteX54-12115" fmla="*/ 4000 w 10000"/>
              <a:gd name="connsiteY54-12116" fmla="*/ 7484 h 10000"/>
              <a:gd name="connsiteX55-12117" fmla="*/ 3729 w 10000"/>
              <a:gd name="connsiteY55-12118" fmla="*/ 7692 h 10000"/>
              <a:gd name="connsiteX56-12119" fmla="*/ 3433 w 10000"/>
              <a:gd name="connsiteY56-12120" fmla="*/ 7921 h 10000"/>
              <a:gd name="connsiteX57-12121" fmla="*/ 3297 w 10000"/>
              <a:gd name="connsiteY57-12122" fmla="*/ 8150 h 10000"/>
              <a:gd name="connsiteX58-12123" fmla="*/ 3135 w 10000"/>
              <a:gd name="connsiteY58-12124" fmla="*/ 8254 h 10000"/>
              <a:gd name="connsiteX59-12125" fmla="*/ 3001 w 10000"/>
              <a:gd name="connsiteY59-12126" fmla="*/ 8358 h 10000"/>
              <a:gd name="connsiteX60-12127" fmla="*/ 2864 w 10000"/>
              <a:gd name="connsiteY60-12128" fmla="*/ 8462 h 10000"/>
              <a:gd name="connsiteX61-12129" fmla="*/ 2864 w 10000"/>
              <a:gd name="connsiteY61-12130" fmla="*/ 8586 h 10000"/>
              <a:gd name="connsiteX62-12131" fmla="*/ 2864 w 10000"/>
              <a:gd name="connsiteY62-12132" fmla="*/ 8586 h 10000"/>
              <a:gd name="connsiteX63-12133" fmla="*/ 3001 w 10000"/>
              <a:gd name="connsiteY63-12134" fmla="*/ 8586 h 10000"/>
              <a:gd name="connsiteX64-12135" fmla="*/ 3135 w 10000"/>
              <a:gd name="connsiteY64-12136" fmla="*/ 8690 h 10000"/>
              <a:gd name="connsiteX65-12137" fmla="*/ 3297 w 10000"/>
              <a:gd name="connsiteY65-12138" fmla="*/ 8690 h 10000"/>
              <a:gd name="connsiteX66-12139" fmla="*/ 3568 w 10000"/>
              <a:gd name="connsiteY66-12140" fmla="*/ 8690 h 10000"/>
              <a:gd name="connsiteX67-12141" fmla="*/ 3729 w 10000"/>
              <a:gd name="connsiteY67-12142" fmla="*/ 8586 h 10000"/>
              <a:gd name="connsiteX68-12143" fmla="*/ 3864 w 10000"/>
              <a:gd name="connsiteY68-12144" fmla="*/ 8586 h 10000"/>
              <a:gd name="connsiteX69-12145" fmla="*/ 4135 w 10000"/>
              <a:gd name="connsiteY69-12146" fmla="*/ 8586 h 10000"/>
              <a:gd name="connsiteX70-12147" fmla="*/ 4433 w 10000"/>
              <a:gd name="connsiteY70-12148" fmla="*/ 8586 h 10000"/>
              <a:gd name="connsiteX71-12149" fmla="*/ 5135 w 10000"/>
              <a:gd name="connsiteY71-12150" fmla="*/ 9127 h 10000"/>
              <a:gd name="connsiteX72-12151" fmla="*/ 4729 w 10000"/>
              <a:gd name="connsiteY72-12152" fmla="*/ 9231 h 10000"/>
              <a:gd name="connsiteX73-12153" fmla="*/ 4135 w 10000"/>
              <a:gd name="connsiteY73-12154" fmla="*/ 9356 h 10000"/>
              <a:gd name="connsiteX74-12155" fmla="*/ 3729 w 10000"/>
              <a:gd name="connsiteY74-12156" fmla="*/ 9356 h 10000"/>
              <a:gd name="connsiteX75-12157" fmla="*/ 3433 w 10000"/>
              <a:gd name="connsiteY75-12158" fmla="*/ 9459 h 10000"/>
              <a:gd name="connsiteX76-12159" fmla="*/ 3001 w 10000"/>
              <a:gd name="connsiteY76-12160" fmla="*/ 9459 h 10000"/>
              <a:gd name="connsiteX77-12161" fmla="*/ 2730 w 10000"/>
              <a:gd name="connsiteY77-12162" fmla="*/ 9563 h 10000"/>
              <a:gd name="connsiteX78-12163" fmla="*/ 2297 w 10000"/>
              <a:gd name="connsiteY78-12164" fmla="*/ 9688 h 10000"/>
              <a:gd name="connsiteX79-12165" fmla="*/ 1999 w 10000"/>
              <a:gd name="connsiteY79-12166" fmla="*/ 9688 h 10000"/>
              <a:gd name="connsiteX80-12167" fmla="*/ 1865 w 10000"/>
              <a:gd name="connsiteY80-12168" fmla="*/ 9792 h 10000"/>
              <a:gd name="connsiteX81-12169" fmla="*/ 1569 w 10000"/>
              <a:gd name="connsiteY81-12170" fmla="*/ 9792 h 10000"/>
              <a:gd name="connsiteX82-12171" fmla="*/ 1432 w 10000"/>
              <a:gd name="connsiteY82-12172" fmla="*/ 9896 h 10000"/>
              <a:gd name="connsiteX83-12173" fmla="*/ 1298 w 10000"/>
              <a:gd name="connsiteY83-12174" fmla="*/ 9896 h 10000"/>
              <a:gd name="connsiteX84-12175" fmla="*/ 1161 w 10000"/>
              <a:gd name="connsiteY84-12176" fmla="*/ 9896 h 10000"/>
              <a:gd name="connsiteX85-12177" fmla="*/ 865 w 10000"/>
              <a:gd name="connsiteY85-12178" fmla="*/ 10000 h 10000"/>
              <a:gd name="connsiteX86-12179" fmla="*/ 730 w 10000"/>
              <a:gd name="connsiteY86-12180" fmla="*/ 9896 h 10000"/>
              <a:gd name="connsiteX87-12181" fmla="*/ 594 w 10000"/>
              <a:gd name="connsiteY87-12182" fmla="*/ 9896 h 10000"/>
              <a:gd name="connsiteX88-12183" fmla="*/ 433 w 10000"/>
              <a:gd name="connsiteY88-12184" fmla="*/ 9792 h 10000"/>
              <a:gd name="connsiteX89-12185" fmla="*/ 296 w 10000"/>
              <a:gd name="connsiteY89-12186" fmla="*/ 9563 h 10000"/>
              <a:gd name="connsiteX90-12187" fmla="*/ 163 w 10000"/>
              <a:gd name="connsiteY90-12188" fmla="*/ 9356 h 10000"/>
              <a:gd name="connsiteX91-12189" fmla="*/ 0 w 10000"/>
              <a:gd name="connsiteY91-12190" fmla="*/ 9231 h 10000"/>
              <a:gd name="connsiteX92-12191" fmla="*/ 0 w 10000"/>
              <a:gd name="connsiteY92-12192" fmla="*/ 9127 h 10000"/>
              <a:gd name="connsiteX93-12193" fmla="*/ 0 w 10000"/>
              <a:gd name="connsiteY93-12194" fmla="*/ 9023 h 10000"/>
              <a:gd name="connsiteX94-12195" fmla="*/ 0 w 10000"/>
              <a:gd name="connsiteY94-12196" fmla="*/ 9023 h 10000"/>
              <a:gd name="connsiteX95-12197" fmla="*/ 163 w 10000"/>
              <a:gd name="connsiteY95-12198" fmla="*/ 8919 h 10000"/>
              <a:gd name="connsiteX96-12199" fmla="*/ 296 w 10000"/>
              <a:gd name="connsiteY96-12200" fmla="*/ 8794 h 10000"/>
              <a:gd name="connsiteX97-12201" fmla="*/ 594 w 10000"/>
              <a:gd name="connsiteY97-12202" fmla="*/ 8690 h 10000"/>
              <a:gd name="connsiteX98-12203" fmla="*/ 865 w 10000"/>
              <a:gd name="connsiteY98-12204" fmla="*/ 8586 h 10000"/>
              <a:gd name="connsiteX99-12205" fmla="*/ 1000 w 10000"/>
              <a:gd name="connsiteY99-12206" fmla="*/ 8462 h 10000"/>
              <a:gd name="connsiteX100-12207" fmla="*/ 1161 w 10000"/>
              <a:gd name="connsiteY100-12208" fmla="*/ 8358 h 10000"/>
              <a:gd name="connsiteX101-12209" fmla="*/ 1432 w 10000"/>
              <a:gd name="connsiteY101-12210" fmla="*/ 8254 h 10000"/>
              <a:gd name="connsiteX102-12211" fmla="*/ 1728 w 10000"/>
              <a:gd name="connsiteY102-12212" fmla="*/ 8025 h 10000"/>
              <a:gd name="connsiteX103-12213" fmla="*/ 1865 w 10000"/>
              <a:gd name="connsiteY103-12214" fmla="*/ 7921 h 10000"/>
              <a:gd name="connsiteX104-12215" fmla="*/ 2162 w 10000"/>
              <a:gd name="connsiteY104-12216" fmla="*/ 7692 h 10000"/>
              <a:gd name="connsiteX105-12217" fmla="*/ 2432 w 10000"/>
              <a:gd name="connsiteY105-12218" fmla="*/ 7484 h 10000"/>
              <a:gd name="connsiteX106-12219" fmla="*/ 2432 w 10000"/>
              <a:gd name="connsiteY106-12220" fmla="*/ 7484 h 10000"/>
              <a:gd name="connsiteX0-12221" fmla="*/ 2432 w 10000"/>
              <a:gd name="connsiteY0-12222" fmla="*/ 7484 h 10000"/>
              <a:gd name="connsiteX1-12223" fmla="*/ 2730 w 10000"/>
              <a:gd name="connsiteY1-12224" fmla="*/ 7152 h 10000"/>
              <a:gd name="connsiteX2-12225" fmla="*/ 3135 w 10000"/>
              <a:gd name="connsiteY2-12226" fmla="*/ 6819 h 10000"/>
              <a:gd name="connsiteX3-12227" fmla="*/ 3433 w 10000"/>
              <a:gd name="connsiteY3-12228" fmla="*/ 6486 h 10000"/>
              <a:gd name="connsiteX4-12229" fmla="*/ 3864 w 10000"/>
              <a:gd name="connsiteY4-12230" fmla="*/ 6050 h 10000"/>
              <a:gd name="connsiteX5-12231" fmla="*/ 4296 w 10000"/>
              <a:gd name="connsiteY5-12232" fmla="*/ 5509 h 10000"/>
              <a:gd name="connsiteX6-12233" fmla="*/ 4729 w 10000"/>
              <a:gd name="connsiteY6-12234" fmla="*/ 4948 h 10000"/>
              <a:gd name="connsiteX7-12235" fmla="*/ 5135 w 10000"/>
              <a:gd name="connsiteY7-12236" fmla="*/ 4304 h 10000"/>
              <a:gd name="connsiteX8-12237" fmla="*/ 5702 w 10000"/>
              <a:gd name="connsiteY8-12238" fmla="*/ 3638 h 10000"/>
              <a:gd name="connsiteX9-12239" fmla="*/ 6136 w 10000"/>
              <a:gd name="connsiteY9-12240" fmla="*/ 2973 h 10000"/>
              <a:gd name="connsiteX10-12241" fmla="*/ 6567 w 10000"/>
              <a:gd name="connsiteY10-12242" fmla="*/ 2432 h 10000"/>
              <a:gd name="connsiteX11-12243" fmla="*/ 6865 w 10000"/>
              <a:gd name="connsiteY11-12244" fmla="*/ 1871 h 10000"/>
              <a:gd name="connsiteX12-12245" fmla="*/ 7134 w 10000"/>
              <a:gd name="connsiteY12-12246" fmla="*/ 1435 h 10000"/>
              <a:gd name="connsiteX13-12247" fmla="*/ 7271 w 10000"/>
              <a:gd name="connsiteY13-12248" fmla="*/ 1102 h 10000"/>
              <a:gd name="connsiteX14-12249" fmla="*/ 7432 w 10000"/>
              <a:gd name="connsiteY14-12250" fmla="*/ 769 h 10000"/>
              <a:gd name="connsiteX15-12251" fmla="*/ 7432 w 10000"/>
              <a:gd name="connsiteY15-12252" fmla="*/ 665 h 10000"/>
              <a:gd name="connsiteX16-12253" fmla="*/ 7432 w 10000"/>
              <a:gd name="connsiteY16-12254" fmla="*/ 437 h 10000"/>
              <a:gd name="connsiteX17-12255" fmla="*/ 7271 w 10000"/>
              <a:gd name="connsiteY17-12256" fmla="*/ 437 h 10000"/>
              <a:gd name="connsiteX18-12257" fmla="*/ 7271 w 10000"/>
              <a:gd name="connsiteY18-12258" fmla="*/ 333 h 10000"/>
              <a:gd name="connsiteX19-12259" fmla="*/ 7134 w 10000"/>
              <a:gd name="connsiteY19-12260" fmla="*/ 229 h 10000"/>
              <a:gd name="connsiteX20-12261" fmla="*/ 7134 w 10000"/>
              <a:gd name="connsiteY20-12262" fmla="*/ 229 h 10000"/>
              <a:gd name="connsiteX21-12263" fmla="*/ 7134 w 10000"/>
              <a:gd name="connsiteY21-12264" fmla="*/ 125 h 10000"/>
              <a:gd name="connsiteX22-12265" fmla="*/ 7134 w 10000"/>
              <a:gd name="connsiteY22-12266" fmla="*/ 0 h 10000"/>
              <a:gd name="connsiteX23-12267" fmla="*/ 7271 w 10000"/>
              <a:gd name="connsiteY23-12268" fmla="*/ 0 h 10000"/>
              <a:gd name="connsiteX24-12269" fmla="*/ 7568 w 10000"/>
              <a:gd name="connsiteY24-12270" fmla="*/ 0 h 10000"/>
              <a:gd name="connsiteX25-12271" fmla="*/ 7864 w 10000"/>
              <a:gd name="connsiteY25-12272" fmla="*/ 0 h 10000"/>
              <a:gd name="connsiteX26-12273" fmla="*/ 8270 w 10000"/>
              <a:gd name="connsiteY26-12274" fmla="*/ 0 h 10000"/>
              <a:gd name="connsiteX27-12275" fmla="*/ 8566 w 10000"/>
              <a:gd name="connsiteY27-12276" fmla="*/ 125 h 10000"/>
              <a:gd name="connsiteX28-12277" fmla="*/ 9000 w 10000"/>
              <a:gd name="connsiteY28-12278" fmla="*/ 229 h 10000"/>
              <a:gd name="connsiteX29-12279" fmla="*/ 9270 w 10000"/>
              <a:gd name="connsiteY29-12280" fmla="*/ 333 h 10000"/>
              <a:gd name="connsiteX30-12281" fmla="*/ 9568 w 10000"/>
              <a:gd name="connsiteY30-12282" fmla="*/ 437 h 10000"/>
              <a:gd name="connsiteX31-12283" fmla="*/ 9839 w 10000"/>
              <a:gd name="connsiteY31-12284" fmla="*/ 665 h 10000"/>
              <a:gd name="connsiteX32-12285" fmla="*/ 10000 w 10000"/>
              <a:gd name="connsiteY32-12286" fmla="*/ 769 h 10000"/>
              <a:gd name="connsiteX33-12287" fmla="*/ 10000 w 10000"/>
              <a:gd name="connsiteY33-12288" fmla="*/ 894 h 10000"/>
              <a:gd name="connsiteX34-12289" fmla="*/ 10000 w 10000"/>
              <a:gd name="connsiteY34-12290" fmla="*/ 998 h 10000"/>
              <a:gd name="connsiteX35-12291" fmla="*/ 10000 w 10000"/>
              <a:gd name="connsiteY35-12292" fmla="*/ 1206 h 10000"/>
              <a:gd name="connsiteX36-12293" fmla="*/ 9839 w 10000"/>
              <a:gd name="connsiteY36-12294" fmla="*/ 1331 h 10000"/>
              <a:gd name="connsiteX37-12295" fmla="*/ 9702 w 10000"/>
              <a:gd name="connsiteY37-12296" fmla="*/ 1538 h 10000"/>
              <a:gd name="connsiteX38-12297" fmla="*/ 9433 w 10000"/>
              <a:gd name="connsiteY38-12298" fmla="*/ 1767 h 10000"/>
              <a:gd name="connsiteX39-12299" fmla="*/ 9135 w 10000"/>
              <a:gd name="connsiteY39-12300" fmla="*/ 1975 h 10000"/>
              <a:gd name="connsiteX40-12301" fmla="*/ 9000 w 10000"/>
              <a:gd name="connsiteY40-12302" fmla="*/ 2204 h 10000"/>
              <a:gd name="connsiteX41-12303" fmla="*/ 8703 w 10000"/>
              <a:gd name="connsiteY41-12304" fmla="*/ 2432 h 10000"/>
              <a:gd name="connsiteX42-12305" fmla="*/ 8433 w 10000"/>
              <a:gd name="connsiteY42-12306" fmla="*/ 2744 h 10000"/>
              <a:gd name="connsiteX43-12307" fmla="*/ 8135 w 10000"/>
              <a:gd name="connsiteY43-12308" fmla="*/ 3077 h 10000"/>
              <a:gd name="connsiteX44-12309" fmla="*/ 7703 w 10000"/>
              <a:gd name="connsiteY44-12310" fmla="*/ 3514 h 10000"/>
              <a:gd name="connsiteX45-12311" fmla="*/ 7432 w 10000"/>
              <a:gd name="connsiteY45-12312" fmla="*/ 3971 h 10000"/>
              <a:gd name="connsiteX46-12313" fmla="*/ 7001 w 10000"/>
              <a:gd name="connsiteY46-12314" fmla="*/ 4407 h 10000"/>
              <a:gd name="connsiteX47-12315" fmla="*/ 6432 w 10000"/>
              <a:gd name="connsiteY47-12316" fmla="*/ 4948 h 10000"/>
              <a:gd name="connsiteX48-12317" fmla="*/ 5999 w 10000"/>
              <a:gd name="connsiteY48-12318" fmla="*/ 5385 h 10000"/>
              <a:gd name="connsiteX49-12319" fmla="*/ 5702 w 10000"/>
              <a:gd name="connsiteY49-12320" fmla="*/ 5842 h 10000"/>
              <a:gd name="connsiteX50-12321" fmla="*/ 5298 w 10000"/>
              <a:gd name="connsiteY50-12322" fmla="*/ 6279 h 10000"/>
              <a:gd name="connsiteX51-12323" fmla="*/ 4865 w 10000"/>
              <a:gd name="connsiteY51-12324" fmla="*/ 6611 h 10000"/>
              <a:gd name="connsiteX52-12325" fmla="*/ 4567 w 10000"/>
              <a:gd name="connsiteY52-12326" fmla="*/ 6923 h 10000"/>
              <a:gd name="connsiteX53-12327" fmla="*/ 4296 w 10000"/>
              <a:gd name="connsiteY53-12328" fmla="*/ 7256 h 10000"/>
              <a:gd name="connsiteX54-12329" fmla="*/ 4000 w 10000"/>
              <a:gd name="connsiteY54-12330" fmla="*/ 7484 h 10000"/>
              <a:gd name="connsiteX55-12331" fmla="*/ 3729 w 10000"/>
              <a:gd name="connsiteY55-12332" fmla="*/ 7692 h 10000"/>
              <a:gd name="connsiteX56-12333" fmla="*/ 3433 w 10000"/>
              <a:gd name="connsiteY56-12334" fmla="*/ 7921 h 10000"/>
              <a:gd name="connsiteX57-12335" fmla="*/ 3297 w 10000"/>
              <a:gd name="connsiteY57-12336" fmla="*/ 8150 h 10000"/>
              <a:gd name="connsiteX58-12337" fmla="*/ 3135 w 10000"/>
              <a:gd name="connsiteY58-12338" fmla="*/ 8254 h 10000"/>
              <a:gd name="connsiteX59-12339" fmla="*/ 3001 w 10000"/>
              <a:gd name="connsiteY59-12340" fmla="*/ 8358 h 10000"/>
              <a:gd name="connsiteX60-12341" fmla="*/ 2864 w 10000"/>
              <a:gd name="connsiteY60-12342" fmla="*/ 8462 h 10000"/>
              <a:gd name="connsiteX61-12343" fmla="*/ 2864 w 10000"/>
              <a:gd name="connsiteY61-12344" fmla="*/ 8586 h 10000"/>
              <a:gd name="connsiteX62-12345" fmla="*/ 2864 w 10000"/>
              <a:gd name="connsiteY62-12346" fmla="*/ 8586 h 10000"/>
              <a:gd name="connsiteX63-12347" fmla="*/ 3001 w 10000"/>
              <a:gd name="connsiteY63-12348" fmla="*/ 8586 h 10000"/>
              <a:gd name="connsiteX64-12349" fmla="*/ 3135 w 10000"/>
              <a:gd name="connsiteY64-12350" fmla="*/ 8690 h 10000"/>
              <a:gd name="connsiteX65-12351" fmla="*/ 3297 w 10000"/>
              <a:gd name="connsiteY65-12352" fmla="*/ 8690 h 10000"/>
              <a:gd name="connsiteX66-12353" fmla="*/ 3568 w 10000"/>
              <a:gd name="connsiteY66-12354" fmla="*/ 8690 h 10000"/>
              <a:gd name="connsiteX67-12355" fmla="*/ 3729 w 10000"/>
              <a:gd name="connsiteY67-12356" fmla="*/ 8586 h 10000"/>
              <a:gd name="connsiteX68-12357" fmla="*/ 3864 w 10000"/>
              <a:gd name="connsiteY68-12358" fmla="*/ 8586 h 10000"/>
              <a:gd name="connsiteX69-12359" fmla="*/ 4433 w 10000"/>
              <a:gd name="connsiteY69-12360" fmla="*/ 8586 h 10000"/>
              <a:gd name="connsiteX70-12361" fmla="*/ 5135 w 10000"/>
              <a:gd name="connsiteY70-12362" fmla="*/ 9127 h 10000"/>
              <a:gd name="connsiteX71-12363" fmla="*/ 4729 w 10000"/>
              <a:gd name="connsiteY71-12364" fmla="*/ 9231 h 10000"/>
              <a:gd name="connsiteX72-12365" fmla="*/ 4135 w 10000"/>
              <a:gd name="connsiteY72-12366" fmla="*/ 9356 h 10000"/>
              <a:gd name="connsiteX73-12367" fmla="*/ 3729 w 10000"/>
              <a:gd name="connsiteY73-12368" fmla="*/ 9356 h 10000"/>
              <a:gd name="connsiteX74-12369" fmla="*/ 3433 w 10000"/>
              <a:gd name="connsiteY74-12370" fmla="*/ 9459 h 10000"/>
              <a:gd name="connsiteX75-12371" fmla="*/ 3001 w 10000"/>
              <a:gd name="connsiteY75-12372" fmla="*/ 9459 h 10000"/>
              <a:gd name="connsiteX76-12373" fmla="*/ 2730 w 10000"/>
              <a:gd name="connsiteY76-12374" fmla="*/ 9563 h 10000"/>
              <a:gd name="connsiteX77-12375" fmla="*/ 2297 w 10000"/>
              <a:gd name="connsiteY77-12376" fmla="*/ 9688 h 10000"/>
              <a:gd name="connsiteX78-12377" fmla="*/ 1999 w 10000"/>
              <a:gd name="connsiteY78-12378" fmla="*/ 9688 h 10000"/>
              <a:gd name="connsiteX79-12379" fmla="*/ 1865 w 10000"/>
              <a:gd name="connsiteY79-12380" fmla="*/ 9792 h 10000"/>
              <a:gd name="connsiteX80-12381" fmla="*/ 1569 w 10000"/>
              <a:gd name="connsiteY80-12382" fmla="*/ 9792 h 10000"/>
              <a:gd name="connsiteX81-12383" fmla="*/ 1432 w 10000"/>
              <a:gd name="connsiteY81-12384" fmla="*/ 9896 h 10000"/>
              <a:gd name="connsiteX82-12385" fmla="*/ 1298 w 10000"/>
              <a:gd name="connsiteY82-12386" fmla="*/ 9896 h 10000"/>
              <a:gd name="connsiteX83-12387" fmla="*/ 1161 w 10000"/>
              <a:gd name="connsiteY83-12388" fmla="*/ 9896 h 10000"/>
              <a:gd name="connsiteX84-12389" fmla="*/ 865 w 10000"/>
              <a:gd name="connsiteY84-12390" fmla="*/ 10000 h 10000"/>
              <a:gd name="connsiteX85-12391" fmla="*/ 730 w 10000"/>
              <a:gd name="connsiteY85-12392" fmla="*/ 9896 h 10000"/>
              <a:gd name="connsiteX86-12393" fmla="*/ 594 w 10000"/>
              <a:gd name="connsiteY86-12394" fmla="*/ 9896 h 10000"/>
              <a:gd name="connsiteX87-12395" fmla="*/ 433 w 10000"/>
              <a:gd name="connsiteY87-12396" fmla="*/ 9792 h 10000"/>
              <a:gd name="connsiteX88-12397" fmla="*/ 296 w 10000"/>
              <a:gd name="connsiteY88-12398" fmla="*/ 9563 h 10000"/>
              <a:gd name="connsiteX89-12399" fmla="*/ 163 w 10000"/>
              <a:gd name="connsiteY89-12400" fmla="*/ 9356 h 10000"/>
              <a:gd name="connsiteX90-12401" fmla="*/ 0 w 10000"/>
              <a:gd name="connsiteY90-12402" fmla="*/ 9231 h 10000"/>
              <a:gd name="connsiteX91-12403" fmla="*/ 0 w 10000"/>
              <a:gd name="connsiteY91-12404" fmla="*/ 9127 h 10000"/>
              <a:gd name="connsiteX92-12405" fmla="*/ 0 w 10000"/>
              <a:gd name="connsiteY92-12406" fmla="*/ 9023 h 10000"/>
              <a:gd name="connsiteX93-12407" fmla="*/ 0 w 10000"/>
              <a:gd name="connsiteY93-12408" fmla="*/ 9023 h 10000"/>
              <a:gd name="connsiteX94-12409" fmla="*/ 163 w 10000"/>
              <a:gd name="connsiteY94-12410" fmla="*/ 8919 h 10000"/>
              <a:gd name="connsiteX95-12411" fmla="*/ 296 w 10000"/>
              <a:gd name="connsiteY95-12412" fmla="*/ 8794 h 10000"/>
              <a:gd name="connsiteX96-12413" fmla="*/ 594 w 10000"/>
              <a:gd name="connsiteY96-12414" fmla="*/ 8690 h 10000"/>
              <a:gd name="connsiteX97-12415" fmla="*/ 865 w 10000"/>
              <a:gd name="connsiteY97-12416" fmla="*/ 8586 h 10000"/>
              <a:gd name="connsiteX98-12417" fmla="*/ 1000 w 10000"/>
              <a:gd name="connsiteY98-12418" fmla="*/ 8462 h 10000"/>
              <a:gd name="connsiteX99-12419" fmla="*/ 1161 w 10000"/>
              <a:gd name="connsiteY99-12420" fmla="*/ 8358 h 10000"/>
              <a:gd name="connsiteX100-12421" fmla="*/ 1432 w 10000"/>
              <a:gd name="connsiteY100-12422" fmla="*/ 8254 h 10000"/>
              <a:gd name="connsiteX101-12423" fmla="*/ 1728 w 10000"/>
              <a:gd name="connsiteY101-12424" fmla="*/ 8025 h 10000"/>
              <a:gd name="connsiteX102-12425" fmla="*/ 1865 w 10000"/>
              <a:gd name="connsiteY102-12426" fmla="*/ 7921 h 10000"/>
              <a:gd name="connsiteX103-12427" fmla="*/ 2162 w 10000"/>
              <a:gd name="connsiteY103-12428" fmla="*/ 7692 h 10000"/>
              <a:gd name="connsiteX104-12429" fmla="*/ 2432 w 10000"/>
              <a:gd name="connsiteY104-12430" fmla="*/ 7484 h 10000"/>
              <a:gd name="connsiteX105-12431" fmla="*/ 2432 w 10000"/>
              <a:gd name="connsiteY105-12432" fmla="*/ 7484 h 10000"/>
              <a:gd name="connsiteX0-12433" fmla="*/ 2432 w 10000"/>
              <a:gd name="connsiteY0-12434" fmla="*/ 7484 h 10000"/>
              <a:gd name="connsiteX1-12435" fmla="*/ 2730 w 10000"/>
              <a:gd name="connsiteY1-12436" fmla="*/ 7152 h 10000"/>
              <a:gd name="connsiteX2-12437" fmla="*/ 3135 w 10000"/>
              <a:gd name="connsiteY2-12438" fmla="*/ 6819 h 10000"/>
              <a:gd name="connsiteX3-12439" fmla="*/ 3433 w 10000"/>
              <a:gd name="connsiteY3-12440" fmla="*/ 6486 h 10000"/>
              <a:gd name="connsiteX4-12441" fmla="*/ 3864 w 10000"/>
              <a:gd name="connsiteY4-12442" fmla="*/ 6050 h 10000"/>
              <a:gd name="connsiteX5-12443" fmla="*/ 4296 w 10000"/>
              <a:gd name="connsiteY5-12444" fmla="*/ 5509 h 10000"/>
              <a:gd name="connsiteX6-12445" fmla="*/ 4729 w 10000"/>
              <a:gd name="connsiteY6-12446" fmla="*/ 4948 h 10000"/>
              <a:gd name="connsiteX7-12447" fmla="*/ 5135 w 10000"/>
              <a:gd name="connsiteY7-12448" fmla="*/ 4304 h 10000"/>
              <a:gd name="connsiteX8-12449" fmla="*/ 5702 w 10000"/>
              <a:gd name="connsiteY8-12450" fmla="*/ 3638 h 10000"/>
              <a:gd name="connsiteX9-12451" fmla="*/ 6136 w 10000"/>
              <a:gd name="connsiteY9-12452" fmla="*/ 2973 h 10000"/>
              <a:gd name="connsiteX10-12453" fmla="*/ 6567 w 10000"/>
              <a:gd name="connsiteY10-12454" fmla="*/ 2432 h 10000"/>
              <a:gd name="connsiteX11-12455" fmla="*/ 6865 w 10000"/>
              <a:gd name="connsiteY11-12456" fmla="*/ 1871 h 10000"/>
              <a:gd name="connsiteX12-12457" fmla="*/ 7134 w 10000"/>
              <a:gd name="connsiteY12-12458" fmla="*/ 1435 h 10000"/>
              <a:gd name="connsiteX13-12459" fmla="*/ 7271 w 10000"/>
              <a:gd name="connsiteY13-12460" fmla="*/ 1102 h 10000"/>
              <a:gd name="connsiteX14-12461" fmla="*/ 7432 w 10000"/>
              <a:gd name="connsiteY14-12462" fmla="*/ 769 h 10000"/>
              <a:gd name="connsiteX15-12463" fmla="*/ 7432 w 10000"/>
              <a:gd name="connsiteY15-12464" fmla="*/ 665 h 10000"/>
              <a:gd name="connsiteX16-12465" fmla="*/ 7432 w 10000"/>
              <a:gd name="connsiteY16-12466" fmla="*/ 437 h 10000"/>
              <a:gd name="connsiteX17-12467" fmla="*/ 7271 w 10000"/>
              <a:gd name="connsiteY17-12468" fmla="*/ 437 h 10000"/>
              <a:gd name="connsiteX18-12469" fmla="*/ 7271 w 10000"/>
              <a:gd name="connsiteY18-12470" fmla="*/ 333 h 10000"/>
              <a:gd name="connsiteX19-12471" fmla="*/ 7134 w 10000"/>
              <a:gd name="connsiteY19-12472" fmla="*/ 229 h 10000"/>
              <a:gd name="connsiteX20-12473" fmla="*/ 7134 w 10000"/>
              <a:gd name="connsiteY20-12474" fmla="*/ 229 h 10000"/>
              <a:gd name="connsiteX21-12475" fmla="*/ 7134 w 10000"/>
              <a:gd name="connsiteY21-12476" fmla="*/ 125 h 10000"/>
              <a:gd name="connsiteX22-12477" fmla="*/ 7134 w 10000"/>
              <a:gd name="connsiteY22-12478" fmla="*/ 0 h 10000"/>
              <a:gd name="connsiteX23-12479" fmla="*/ 7271 w 10000"/>
              <a:gd name="connsiteY23-12480" fmla="*/ 0 h 10000"/>
              <a:gd name="connsiteX24-12481" fmla="*/ 7568 w 10000"/>
              <a:gd name="connsiteY24-12482" fmla="*/ 0 h 10000"/>
              <a:gd name="connsiteX25-12483" fmla="*/ 7864 w 10000"/>
              <a:gd name="connsiteY25-12484" fmla="*/ 0 h 10000"/>
              <a:gd name="connsiteX26-12485" fmla="*/ 8270 w 10000"/>
              <a:gd name="connsiteY26-12486" fmla="*/ 0 h 10000"/>
              <a:gd name="connsiteX27-12487" fmla="*/ 8566 w 10000"/>
              <a:gd name="connsiteY27-12488" fmla="*/ 125 h 10000"/>
              <a:gd name="connsiteX28-12489" fmla="*/ 9000 w 10000"/>
              <a:gd name="connsiteY28-12490" fmla="*/ 229 h 10000"/>
              <a:gd name="connsiteX29-12491" fmla="*/ 9270 w 10000"/>
              <a:gd name="connsiteY29-12492" fmla="*/ 333 h 10000"/>
              <a:gd name="connsiteX30-12493" fmla="*/ 9568 w 10000"/>
              <a:gd name="connsiteY30-12494" fmla="*/ 437 h 10000"/>
              <a:gd name="connsiteX31-12495" fmla="*/ 9839 w 10000"/>
              <a:gd name="connsiteY31-12496" fmla="*/ 665 h 10000"/>
              <a:gd name="connsiteX32-12497" fmla="*/ 10000 w 10000"/>
              <a:gd name="connsiteY32-12498" fmla="*/ 769 h 10000"/>
              <a:gd name="connsiteX33-12499" fmla="*/ 10000 w 10000"/>
              <a:gd name="connsiteY33-12500" fmla="*/ 894 h 10000"/>
              <a:gd name="connsiteX34-12501" fmla="*/ 10000 w 10000"/>
              <a:gd name="connsiteY34-12502" fmla="*/ 998 h 10000"/>
              <a:gd name="connsiteX35-12503" fmla="*/ 10000 w 10000"/>
              <a:gd name="connsiteY35-12504" fmla="*/ 1206 h 10000"/>
              <a:gd name="connsiteX36-12505" fmla="*/ 9839 w 10000"/>
              <a:gd name="connsiteY36-12506" fmla="*/ 1331 h 10000"/>
              <a:gd name="connsiteX37-12507" fmla="*/ 9702 w 10000"/>
              <a:gd name="connsiteY37-12508" fmla="*/ 1538 h 10000"/>
              <a:gd name="connsiteX38-12509" fmla="*/ 9433 w 10000"/>
              <a:gd name="connsiteY38-12510" fmla="*/ 1767 h 10000"/>
              <a:gd name="connsiteX39-12511" fmla="*/ 9135 w 10000"/>
              <a:gd name="connsiteY39-12512" fmla="*/ 1975 h 10000"/>
              <a:gd name="connsiteX40-12513" fmla="*/ 9000 w 10000"/>
              <a:gd name="connsiteY40-12514" fmla="*/ 2204 h 10000"/>
              <a:gd name="connsiteX41-12515" fmla="*/ 8703 w 10000"/>
              <a:gd name="connsiteY41-12516" fmla="*/ 2432 h 10000"/>
              <a:gd name="connsiteX42-12517" fmla="*/ 8433 w 10000"/>
              <a:gd name="connsiteY42-12518" fmla="*/ 2744 h 10000"/>
              <a:gd name="connsiteX43-12519" fmla="*/ 8135 w 10000"/>
              <a:gd name="connsiteY43-12520" fmla="*/ 3077 h 10000"/>
              <a:gd name="connsiteX44-12521" fmla="*/ 7703 w 10000"/>
              <a:gd name="connsiteY44-12522" fmla="*/ 3514 h 10000"/>
              <a:gd name="connsiteX45-12523" fmla="*/ 7432 w 10000"/>
              <a:gd name="connsiteY45-12524" fmla="*/ 3971 h 10000"/>
              <a:gd name="connsiteX46-12525" fmla="*/ 7001 w 10000"/>
              <a:gd name="connsiteY46-12526" fmla="*/ 4407 h 10000"/>
              <a:gd name="connsiteX47-12527" fmla="*/ 6432 w 10000"/>
              <a:gd name="connsiteY47-12528" fmla="*/ 4948 h 10000"/>
              <a:gd name="connsiteX48-12529" fmla="*/ 5999 w 10000"/>
              <a:gd name="connsiteY48-12530" fmla="*/ 5385 h 10000"/>
              <a:gd name="connsiteX49-12531" fmla="*/ 5702 w 10000"/>
              <a:gd name="connsiteY49-12532" fmla="*/ 5842 h 10000"/>
              <a:gd name="connsiteX50-12533" fmla="*/ 5298 w 10000"/>
              <a:gd name="connsiteY50-12534" fmla="*/ 6279 h 10000"/>
              <a:gd name="connsiteX51-12535" fmla="*/ 4865 w 10000"/>
              <a:gd name="connsiteY51-12536" fmla="*/ 6611 h 10000"/>
              <a:gd name="connsiteX52-12537" fmla="*/ 4567 w 10000"/>
              <a:gd name="connsiteY52-12538" fmla="*/ 6923 h 10000"/>
              <a:gd name="connsiteX53-12539" fmla="*/ 4296 w 10000"/>
              <a:gd name="connsiteY53-12540" fmla="*/ 7256 h 10000"/>
              <a:gd name="connsiteX54-12541" fmla="*/ 4000 w 10000"/>
              <a:gd name="connsiteY54-12542" fmla="*/ 7484 h 10000"/>
              <a:gd name="connsiteX55-12543" fmla="*/ 3729 w 10000"/>
              <a:gd name="connsiteY55-12544" fmla="*/ 7692 h 10000"/>
              <a:gd name="connsiteX56-12545" fmla="*/ 3433 w 10000"/>
              <a:gd name="connsiteY56-12546" fmla="*/ 7921 h 10000"/>
              <a:gd name="connsiteX57-12547" fmla="*/ 3297 w 10000"/>
              <a:gd name="connsiteY57-12548" fmla="*/ 8150 h 10000"/>
              <a:gd name="connsiteX58-12549" fmla="*/ 3135 w 10000"/>
              <a:gd name="connsiteY58-12550" fmla="*/ 8254 h 10000"/>
              <a:gd name="connsiteX59-12551" fmla="*/ 3001 w 10000"/>
              <a:gd name="connsiteY59-12552" fmla="*/ 8358 h 10000"/>
              <a:gd name="connsiteX60-12553" fmla="*/ 2864 w 10000"/>
              <a:gd name="connsiteY60-12554" fmla="*/ 8462 h 10000"/>
              <a:gd name="connsiteX61-12555" fmla="*/ 2864 w 10000"/>
              <a:gd name="connsiteY61-12556" fmla="*/ 8586 h 10000"/>
              <a:gd name="connsiteX62-12557" fmla="*/ 2864 w 10000"/>
              <a:gd name="connsiteY62-12558" fmla="*/ 8586 h 10000"/>
              <a:gd name="connsiteX63-12559" fmla="*/ 3001 w 10000"/>
              <a:gd name="connsiteY63-12560" fmla="*/ 8586 h 10000"/>
              <a:gd name="connsiteX64-12561" fmla="*/ 3135 w 10000"/>
              <a:gd name="connsiteY64-12562" fmla="*/ 8690 h 10000"/>
              <a:gd name="connsiteX65-12563" fmla="*/ 3297 w 10000"/>
              <a:gd name="connsiteY65-12564" fmla="*/ 8690 h 10000"/>
              <a:gd name="connsiteX66-12565" fmla="*/ 3568 w 10000"/>
              <a:gd name="connsiteY66-12566" fmla="*/ 8690 h 10000"/>
              <a:gd name="connsiteX67-12567" fmla="*/ 3864 w 10000"/>
              <a:gd name="connsiteY67-12568" fmla="*/ 8586 h 10000"/>
              <a:gd name="connsiteX68-12569" fmla="*/ 4433 w 10000"/>
              <a:gd name="connsiteY68-12570" fmla="*/ 8586 h 10000"/>
              <a:gd name="connsiteX69-12571" fmla="*/ 5135 w 10000"/>
              <a:gd name="connsiteY69-12572" fmla="*/ 9127 h 10000"/>
              <a:gd name="connsiteX70-12573" fmla="*/ 4729 w 10000"/>
              <a:gd name="connsiteY70-12574" fmla="*/ 9231 h 10000"/>
              <a:gd name="connsiteX71-12575" fmla="*/ 4135 w 10000"/>
              <a:gd name="connsiteY71-12576" fmla="*/ 9356 h 10000"/>
              <a:gd name="connsiteX72-12577" fmla="*/ 3729 w 10000"/>
              <a:gd name="connsiteY72-12578" fmla="*/ 9356 h 10000"/>
              <a:gd name="connsiteX73-12579" fmla="*/ 3433 w 10000"/>
              <a:gd name="connsiteY73-12580" fmla="*/ 9459 h 10000"/>
              <a:gd name="connsiteX74-12581" fmla="*/ 3001 w 10000"/>
              <a:gd name="connsiteY74-12582" fmla="*/ 9459 h 10000"/>
              <a:gd name="connsiteX75-12583" fmla="*/ 2730 w 10000"/>
              <a:gd name="connsiteY75-12584" fmla="*/ 9563 h 10000"/>
              <a:gd name="connsiteX76-12585" fmla="*/ 2297 w 10000"/>
              <a:gd name="connsiteY76-12586" fmla="*/ 9688 h 10000"/>
              <a:gd name="connsiteX77-12587" fmla="*/ 1999 w 10000"/>
              <a:gd name="connsiteY77-12588" fmla="*/ 9688 h 10000"/>
              <a:gd name="connsiteX78-12589" fmla="*/ 1865 w 10000"/>
              <a:gd name="connsiteY78-12590" fmla="*/ 9792 h 10000"/>
              <a:gd name="connsiteX79-12591" fmla="*/ 1569 w 10000"/>
              <a:gd name="connsiteY79-12592" fmla="*/ 9792 h 10000"/>
              <a:gd name="connsiteX80-12593" fmla="*/ 1432 w 10000"/>
              <a:gd name="connsiteY80-12594" fmla="*/ 9896 h 10000"/>
              <a:gd name="connsiteX81-12595" fmla="*/ 1298 w 10000"/>
              <a:gd name="connsiteY81-12596" fmla="*/ 9896 h 10000"/>
              <a:gd name="connsiteX82-12597" fmla="*/ 1161 w 10000"/>
              <a:gd name="connsiteY82-12598" fmla="*/ 9896 h 10000"/>
              <a:gd name="connsiteX83-12599" fmla="*/ 865 w 10000"/>
              <a:gd name="connsiteY83-12600" fmla="*/ 10000 h 10000"/>
              <a:gd name="connsiteX84-12601" fmla="*/ 730 w 10000"/>
              <a:gd name="connsiteY84-12602" fmla="*/ 9896 h 10000"/>
              <a:gd name="connsiteX85-12603" fmla="*/ 594 w 10000"/>
              <a:gd name="connsiteY85-12604" fmla="*/ 9896 h 10000"/>
              <a:gd name="connsiteX86-12605" fmla="*/ 433 w 10000"/>
              <a:gd name="connsiteY86-12606" fmla="*/ 9792 h 10000"/>
              <a:gd name="connsiteX87-12607" fmla="*/ 296 w 10000"/>
              <a:gd name="connsiteY87-12608" fmla="*/ 9563 h 10000"/>
              <a:gd name="connsiteX88-12609" fmla="*/ 163 w 10000"/>
              <a:gd name="connsiteY88-12610" fmla="*/ 9356 h 10000"/>
              <a:gd name="connsiteX89-12611" fmla="*/ 0 w 10000"/>
              <a:gd name="connsiteY89-12612" fmla="*/ 9231 h 10000"/>
              <a:gd name="connsiteX90-12613" fmla="*/ 0 w 10000"/>
              <a:gd name="connsiteY90-12614" fmla="*/ 9127 h 10000"/>
              <a:gd name="connsiteX91-12615" fmla="*/ 0 w 10000"/>
              <a:gd name="connsiteY91-12616" fmla="*/ 9023 h 10000"/>
              <a:gd name="connsiteX92-12617" fmla="*/ 0 w 10000"/>
              <a:gd name="connsiteY92-12618" fmla="*/ 9023 h 10000"/>
              <a:gd name="connsiteX93-12619" fmla="*/ 163 w 10000"/>
              <a:gd name="connsiteY93-12620" fmla="*/ 8919 h 10000"/>
              <a:gd name="connsiteX94-12621" fmla="*/ 296 w 10000"/>
              <a:gd name="connsiteY94-12622" fmla="*/ 8794 h 10000"/>
              <a:gd name="connsiteX95-12623" fmla="*/ 594 w 10000"/>
              <a:gd name="connsiteY95-12624" fmla="*/ 8690 h 10000"/>
              <a:gd name="connsiteX96-12625" fmla="*/ 865 w 10000"/>
              <a:gd name="connsiteY96-12626" fmla="*/ 8586 h 10000"/>
              <a:gd name="connsiteX97-12627" fmla="*/ 1000 w 10000"/>
              <a:gd name="connsiteY97-12628" fmla="*/ 8462 h 10000"/>
              <a:gd name="connsiteX98-12629" fmla="*/ 1161 w 10000"/>
              <a:gd name="connsiteY98-12630" fmla="*/ 8358 h 10000"/>
              <a:gd name="connsiteX99-12631" fmla="*/ 1432 w 10000"/>
              <a:gd name="connsiteY99-12632" fmla="*/ 8254 h 10000"/>
              <a:gd name="connsiteX100-12633" fmla="*/ 1728 w 10000"/>
              <a:gd name="connsiteY100-12634" fmla="*/ 8025 h 10000"/>
              <a:gd name="connsiteX101-12635" fmla="*/ 1865 w 10000"/>
              <a:gd name="connsiteY101-12636" fmla="*/ 7921 h 10000"/>
              <a:gd name="connsiteX102-12637" fmla="*/ 2162 w 10000"/>
              <a:gd name="connsiteY102-12638" fmla="*/ 7692 h 10000"/>
              <a:gd name="connsiteX103-12639" fmla="*/ 2432 w 10000"/>
              <a:gd name="connsiteY103-12640" fmla="*/ 7484 h 10000"/>
              <a:gd name="connsiteX104-12641" fmla="*/ 2432 w 10000"/>
              <a:gd name="connsiteY104-12642" fmla="*/ 7484 h 10000"/>
              <a:gd name="connsiteX0-12643" fmla="*/ 2432 w 10000"/>
              <a:gd name="connsiteY0-12644" fmla="*/ 7484 h 10000"/>
              <a:gd name="connsiteX1-12645" fmla="*/ 2730 w 10000"/>
              <a:gd name="connsiteY1-12646" fmla="*/ 7152 h 10000"/>
              <a:gd name="connsiteX2-12647" fmla="*/ 3135 w 10000"/>
              <a:gd name="connsiteY2-12648" fmla="*/ 6819 h 10000"/>
              <a:gd name="connsiteX3-12649" fmla="*/ 3433 w 10000"/>
              <a:gd name="connsiteY3-12650" fmla="*/ 6486 h 10000"/>
              <a:gd name="connsiteX4-12651" fmla="*/ 3864 w 10000"/>
              <a:gd name="connsiteY4-12652" fmla="*/ 6050 h 10000"/>
              <a:gd name="connsiteX5-12653" fmla="*/ 4296 w 10000"/>
              <a:gd name="connsiteY5-12654" fmla="*/ 5509 h 10000"/>
              <a:gd name="connsiteX6-12655" fmla="*/ 4729 w 10000"/>
              <a:gd name="connsiteY6-12656" fmla="*/ 4948 h 10000"/>
              <a:gd name="connsiteX7-12657" fmla="*/ 5135 w 10000"/>
              <a:gd name="connsiteY7-12658" fmla="*/ 4304 h 10000"/>
              <a:gd name="connsiteX8-12659" fmla="*/ 5702 w 10000"/>
              <a:gd name="connsiteY8-12660" fmla="*/ 3638 h 10000"/>
              <a:gd name="connsiteX9-12661" fmla="*/ 6136 w 10000"/>
              <a:gd name="connsiteY9-12662" fmla="*/ 2973 h 10000"/>
              <a:gd name="connsiteX10-12663" fmla="*/ 6567 w 10000"/>
              <a:gd name="connsiteY10-12664" fmla="*/ 2432 h 10000"/>
              <a:gd name="connsiteX11-12665" fmla="*/ 6865 w 10000"/>
              <a:gd name="connsiteY11-12666" fmla="*/ 1871 h 10000"/>
              <a:gd name="connsiteX12-12667" fmla="*/ 7134 w 10000"/>
              <a:gd name="connsiteY12-12668" fmla="*/ 1435 h 10000"/>
              <a:gd name="connsiteX13-12669" fmla="*/ 7271 w 10000"/>
              <a:gd name="connsiteY13-12670" fmla="*/ 1102 h 10000"/>
              <a:gd name="connsiteX14-12671" fmla="*/ 7432 w 10000"/>
              <a:gd name="connsiteY14-12672" fmla="*/ 769 h 10000"/>
              <a:gd name="connsiteX15-12673" fmla="*/ 7432 w 10000"/>
              <a:gd name="connsiteY15-12674" fmla="*/ 665 h 10000"/>
              <a:gd name="connsiteX16-12675" fmla="*/ 7432 w 10000"/>
              <a:gd name="connsiteY16-12676" fmla="*/ 437 h 10000"/>
              <a:gd name="connsiteX17-12677" fmla="*/ 7271 w 10000"/>
              <a:gd name="connsiteY17-12678" fmla="*/ 437 h 10000"/>
              <a:gd name="connsiteX18-12679" fmla="*/ 7271 w 10000"/>
              <a:gd name="connsiteY18-12680" fmla="*/ 333 h 10000"/>
              <a:gd name="connsiteX19-12681" fmla="*/ 7134 w 10000"/>
              <a:gd name="connsiteY19-12682" fmla="*/ 229 h 10000"/>
              <a:gd name="connsiteX20-12683" fmla="*/ 7134 w 10000"/>
              <a:gd name="connsiteY20-12684" fmla="*/ 229 h 10000"/>
              <a:gd name="connsiteX21-12685" fmla="*/ 7134 w 10000"/>
              <a:gd name="connsiteY21-12686" fmla="*/ 125 h 10000"/>
              <a:gd name="connsiteX22-12687" fmla="*/ 7134 w 10000"/>
              <a:gd name="connsiteY22-12688" fmla="*/ 0 h 10000"/>
              <a:gd name="connsiteX23-12689" fmla="*/ 7271 w 10000"/>
              <a:gd name="connsiteY23-12690" fmla="*/ 0 h 10000"/>
              <a:gd name="connsiteX24-12691" fmla="*/ 7568 w 10000"/>
              <a:gd name="connsiteY24-12692" fmla="*/ 0 h 10000"/>
              <a:gd name="connsiteX25-12693" fmla="*/ 7864 w 10000"/>
              <a:gd name="connsiteY25-12694" fmla="*/ 0 h 10000"/>
              <a:gd name="connsiteX26-12695" fmla="*/ 8270 w 10000"/>
              <a:gd name="connsiteY26-12696" fmla="*/ 0 h 10000"/>
              <a:gd name="connsiteX27-12697" fmla="*/ 8566 w 10000"/>
              <a:gd name="connsiteY27-12698" fmla="*/ 125 h 10000"/>
              <a:gd name="connsiteX28-12699" fmla="*/ 9000 w 10000"/>
              <a:gd name="connsiteY28-12700" fmla="*/ 229 h 10000"/>
              <a:gd name="connsiteX29-12701" fmla="*/ 9270 w 10000"/>
              <a:gd name="connsiteY29-12702" fmla="*/ 333 h 10000"/>
              <a:gd name="connsiteX30-12703" fmla="*/ 9568 w 10000"/>
              <a:gd name="connsiteY30-12704" fmla="*/ 437 h 10000"/>
              <a:gd name="connsiteX31-12705" fmla="*/ 9839 w 10000"/>
              <a:gd name="connsiteY31-12706" fmla="*/ 665 h 10000"/>
              <a:gd name="connsiteX32-12707" fmla="*/ 10000 w 10000"/>
              <a:gd name="connsiteY32-12708" fmla="*/ 769 h 10000"/>
              <a:gd name="connsiteX33-12709" fmla="*/ 10000 w 10000"/>
              <a:gd name="connsiteY33-12710" fmla="*/ 894 h 10000"/>
              <a:gd name="connsiteX34-12711" fmla="*/ 10000 w 10000"/>
              <a:gd name="connsiteY34-12712" fmla="*/ 998 h 10000"/>
              <a:gd name="connsiteX35-12713" fmla="*/ 10000 w 10000"/>
              <a:gd name="connsiteY35-12714" fmla="*/ 1206 h 10000"/>
              <a:gd name="connsiteX36-12715" fmla="*/ 9839 w 10000"/>
              <a:gd name="connsiteY36-12716" fmla="*/ 1331 h 10000"/>
              <a:gd name="connsiteX37-12717" fmla="*/ 9702 w 10000"/>
              <a:gd name="connsiteY37-12718" fmla="*/ 1538 h 10000"/>
              <a:gd name="connsiteX38-12719" fmla="*/ 9433 w 10000"/>
              <a:gd name="connsiteY38-12720" fmla="*/ 1767 h 10000"/>
              <a:gd name="connsiteX39-12721" fmla="*/ 9135 w 10000"/>
              <a:gd name="connsiteY39-12722" fmla="*/ 1975 h 10000"/>
              <a:gd name="connsiteX40-12723" fmla="*/ 9000 w 10000"/>
              <a:gd name="connsiteY40-12724" fmla="*/ 2204 h 10000"/>
              <a:gd name="connsiteX41-12725" fmla="*/ 8703 w 10000"/>
              <a:gd name="connsiteY41-12726" fmla="*/ 2432 h 10000"/>
              <a:gd name="connsiteX42-12727" fmla="*/ 8433 w 10000"/>
              <a:gd name="connsiteY42-12728" fmla="*/ 2744 h 10000"/>
              <a:gd name="connsiteX43-12729" fmla="*/ 8135 w 10000"/>
              <a:gd name="connsiteY43-12730" fmla="*/ 3077 h 10000"/>
              <a:gd name="connsiteX44-12731" fmla="*/ 7703 w 10000"/>
              <a:gd name="connsiteY44-12732" fmla="*/ 3514 h 10000"/>
              <a:gd name="connsiteX45-12733" fmla="*/ 7432 w 10000"/>
              <a:gd name="connsiteY45-12734" fmla="*/ 3971 h 10000"/>
              <a:gd name="connsiteX46-12735" fmla="*/ 7001 w 10000"/>
              <a:gd name="connsiteY46-12736" fmla="*/ 4407 h 10000"/>
              <a:gd name="connsiteX47-12737" fmla="*/ 6432 w 10000"/>
              <a:gd name="connsiteY47-12738" fmla="*/ 4948 h 10000"/>
              <a:gd name="connsiteX48-12739" fmla="*/ 5999 w 10000"/>
              <a:gd name="connsiteY48-12740" fmla="*/ 5385 h 10000"/>
              <a:gd name="connsiteX49-12741" fmla="*/ 5702 w 10000"/>
              <a:gd name="connsiteY49-12742" fmla="*/ 5842 h 10000"/>
              <a:gd name="connsiteX50-12743" fmla="*/ 5298 w 10000"/>
              <a:gd name="connsiteY50-12744" fmla="*/ 6279 h 10000"/>
              <a:gd name="connsiteX51-12745" fmla="*/ 4865 w 10000"/>
              <a:gd name="connsiteY51-12746" fmla="*/ 6611 h 10000"/>
              <a:gd name="connsiteX52-12747" fmla="*/ 4567 w 10000"/>
              <a:gd name="connsiteY52-12748" fmla="*/ 6923 h 10000"/>
              <a:gd name="connsiteX53-12749" fmla="*/ 4296 w 10000"/>
              <a:gd name="connsiteY53-12750" fmla="*/ 7256 h 10000"/>
              <a:gd name="connsiteX54-12751" fmla="*/ 4000 w 10000"/>
              <a:gd name="connsiteY54-12752" fmla="*/ 7484 h 10000"/>
              <a:gd name="connsiteX55-12753" fmla="*/ 3729 w 10000"/>
              <a:gd name="connsiteY55-12754" fmla="*/ 7692 h 10000"/>
              <a:gd name="connsiteX56-12755" fmla="*/ 3433 w 10000"/>
              <a:gd name="connsiteY56-12756" fmla="*/ 7921 h 10000"/>
              <a:gd name="connsiteX57-12757" fmla="*/ 3297 w 10000"/>
              <a:gd name="connsiteY57-12758" fmla="*/ 8150 h 10000"/>
              <a:gd name="connsiteX58-12759" fmla="*/ 3135 w 10000"/>
              <a:gd name="connsiteY58-12760" fmla="*/ 8254 h 10000"/>
              <a:gd name="connsiteX59-12761" fmla="*/ 3001 w 10000"/>
              <a:gd name="connsiteY59-12762" fmla="*/ 8358 h 10000"/>
              <a:gd name="connsiteX60-12763" fmla="*/ 2864 w 10000"/>
              <a:gd name="connsiteY60-12764" fmla="*/ 8462 h 10000"/>
              <a:gd name="connsiteX61-12765" fmla="*/ 2864 w 10000"/>
              <a:gd name="connsiteY61-12766" fmla="*/ 8586 h 10000"/>
              <a:gd name="connsiteX62-12767" fmla="*/ 2864 w 10000"/>
              <a:gd name="connsiteY62-12768" fmla="*/ 8586 h 10000"/>
              <a:gd name="connsiteX63-12769" fmla="*/ 3001 w 10000"/>
              <a:gd name="connsiteY63-12770" fmla="*/ 8586 h 10000"/>
              <a:gd name="connsiteX64-12771" fmla="*/ 3135 w 10000"/>
              <a:gd name="connsiteY64-12772" fmla="*/ 8690 h 10000"/>
              <a:gd name="connsiteX65-12773" fmla="*/ 3297 w 10000"/>
              <a:gd name="connsiteY65-12774" fmla="*/ 8690 h 10000"/>
              <a:gd name="connsiteX66-12775" fmla="*/ 3864 w 10000"/>
              <a:gd name="connsiteY66-12776" fmla="*/ 8586 h 10000"/>
              <a:gd name="connsiteX67-12777" fmla="*/ 4433 w 10000"/>
              <a:gd name="connsiteY67-12778" fmla="*/ 8586 h 10000"/>
              <a:gd name="connsiteX68-12779" fmla="*/ 5135 w 10000"/>
              <a:gd name="connsiteY68-12780" fmla="*/ 9127 h 10000"/>
              <a:gd name="connsiteX69-12781" fmla="*/ 4729 w 10000"/>
              <a:gd name="connsiteY69-12782" fmla="*/ 9231 h 10000"/>
              <a:gd name="connsiteX70-12783" fmla="*/ 4135 w 10000"/>
              <a:gd name="connsiteY70-12784" fmla="*/ 9356 h 10000"/>
              <a:gd name="connsiteX71-12785" fmla="*/ 3729 w 10000"/>
              <a:gd name="connsiteY71-12786" fmla="*/ 9356 h 10000"/>
              <a:gd name="connsiteX72-12787" fmla="*/ 3433 w 10000"/>
              <a:gd name="connsiteY72-12788" fmla="*/ 9459 h 10000"/>
              <a:gd name="connsiteX73-12789" fmla="*/ 3001 w 10000"/>
              <a:gd name="connsiteY73-12790" fmla="*/ 9459 h 10000"/>
              <a:gd name="connsiteX74-12791" fmla="*/ 2730 w 10000"/>
              <a:gd name="connsiteY74-12792" fmla="*/ 9563 h 10000"/>
              <a:gd name="connsiteX75-12793" fmla="*/ 2297 w 10000"/>
              <a:gd name="connsiteY75-12794" fmla="*/ 9688 h 10000"/>
              <a:gd name="connsiteX76-12795" fmla="*/ 1999 w 10000"/>
              <a:gd name="connsiteY76-12796" fmla="*/ 9688 h 10000"/>
              <a:gd name="connsiteX77-12797" fmla="*/ 1865 w 10000"/>
              <a:gd name="connsiteY77-12798" fmla="*/ 9792 h 10000"/>
              <a:gd name="connsiteX78-12799" fmla="*/ 1569 w 10000"/>
              <a:gd name="connsiteY78-12800" fmla="*/ 9792 h 10000"/>
              <a:gd name="connsiteX79-12801" fmla="*/ 1432 w 10000"/>
              <a:gd name="connsiteY79-12802" fmla="*/ 9896 h 10000"/>
              <a:gd name="connsiteX80-12803" fmla="*/ 1298 w 10000"/>
              <a:gd name="connsiteY80-12804" fmla="*/ 9896 h 10000"/>
              <a:gd name="connsiteX81-12805" fmla="*/ 1161 w 10000"/>
              <a:gd name="connsiteY81-12806" fmla="*/ 9896 h 10000"/>
              <a:gd name="connsiteX82-12807" fmla="*/ 865 w 10000"/>
              <a:gd name="connsiteY82-12808" fmla="*/ 10000 h 10000"/>
              <a:gd name="connsiteX83-12809" fmla="*/ 730 w 10000"/>
              <a:gd name="connsiteY83-12810" fmla="*/ 9896 h 10000"/>
              <a:gd name="connsiteX84-12811" fmla="*/ 594 w 10000"/>
              <a:gd name="connsiteY84-12812" fmla="*/ 9896 h 10000"/>
              <a:gd name="connsiteX85-12813" fmla="*/ 433 w 10000"/>
              <a:gd name="connsiteY85-12814" fmla="*/ 9792 h 10000"/>
              <a:gd name="connsiteX86-12815" fmla="*/ 296 w 10000"/>
              <a:gd name="connsiteY86-12816" fmla="*/ 9563 h 10000"/>
              <a:gd name="connsiteX87-12817" fmla="*/ 163 w 10000"/>
              <a:gd name="connsiteY87-12818" fmla="*/ 9356 h 10000"/>
              <a:gd name="connsiteX88-12819" fmla="*/ 0 w 10000"/>
              <a:gd name="connsiteY88-12820" fmla="*/ 9231 h 10000"/>
              <a:gd name="connsiteX89-12821" fmla="*/ 0 w 10000"/>
              <a:gd name="connsiteY89-12822" fmla="*/ 9127 h 10000"/>
              <a:gd name="connsiteX90-12823" fmla="*/ 0 w 10000"/>
              <a:gd name="connsiteY90-12824" fmla="*/ 9023 h 10000"/>
              <a:gd name="connsiteX91-12825" fmla="*/ 0 w 10000"/>
              <a:gd name="connsiteY91-12826" fmla="*/ 9023 h 10000"/>
              <a:gd name="connsiteX92-12827" fmla="*/ 163 w 10000"/>
              <a:gd name="connsiteY92-12828" fmla="*/ 8919 h 10000"/>
              <a:gd name="connsiteX93-12829" fmla="*/ 296 w 10000"/>
              <a:gd name="connsiteY93-12830" fmla="*/ 8794 h 10000"/>
              <a:gd name="connsiteX94-12831" fmla="*/ 594 w 10000"/>
              <a:gd name="connsiteY94-12832" fmla="*/ 8690 h 10000"/>
              <a:gd name="connsiteX95-12833" fmla="*/ 865 w 10000"/>
              <a:gd name="connsiteY95-12834" fmla="*/ 8586 h 10000"/>
              <a:gd name="connsiteX96-12835" fmla="*/ 1000 w 10000"/>
              <a:gd name="connsiteY96-12836" fmla="*/ 8462 h 10000"/>
              <a:gd name="connsiteX97-12837" fmla="*/ 1161 w 10000"/>
              <a:gd name="connsiteY97-12838" fmla="*/ 8358 h 10000"/>
              <a:gd name="connsiteX98-12839" fmla="*/ 1432 w 10000"/>
              <a:gd name="connsiteY98-12840" fmla="*/ 8254 h 10000"/>
              <a:gd name="connsiteX99-12841" fmla="*/ 1728 w 10000"/>
              <a:gd name="connsiteY99-12842" fmla="*/ 8025 h 10000"/>
              <a:gd name="connsiteX100-12843" fmla="*/ 1865 w 10000"/>
              <a:gd name="connsiteY100-12844" fmla="*/ 7921 h 10000"/>
              <a:gd name="connsiteX101-12845" fmla="*/ 2162 w 10000"/>
              <a:gd name="connsiteY101-12846" fmla="*/ 7692 h 10000"/>
              <a:gd name="connsiteX102-12847" fmla="*/ 2432 w 10000"/>
              <a:gd name="connsiteY102-12848" fmla="*/ 7484 h 10000"/>
              <a:gd name="connsiteX103-12849" fmla="*/ 2432 w 10000"/>
              <a:gd name="connsiteY103-12850" fmla="*/ 7484 h 10000"/>
              <a:gd name="connsiteX0-12851" fmla="*/ 2432 w 10000"/>
              <a:gd name="connsiteY0-12852" fmla="*/ 7484 h 10000"/>
              <a:gd name="connsiteX1-12853" fmla="*/ 2730 w 10000"/>
              <a:gd name="connsiteY1-12854" fmla="*/ 7152 h 10000"/>
              <a:gd name="connsiteX2-12855" fmla="*/ 3135 w 10000"/>
              <a:gd name="connsiteY2-12856" fmla="*/ 6819 h 10000"/>
              <a:gd name="connsiteX3-12857" fmla="*/ 3433 w 10000"/>
              <a:gd name="connsiteY3-12858" fmla="*/ 6486 h 10000"/>
              <a:gd name="connsiteX4-12859" fmla="*/ 3864 w 10000"/>
              <a:gd name="connsiteY4-12860" fmla="*/ 6050 h 10000"/>
              <a:gd name="connsiteX5-12861" fmla="*/ 4296 w 10000"/>
              <a:gd name="connsiteY5-12862" fmla="*/ 5509 h 10000"/>
              <a:gd name="connsiteX6-12863" fmla="*/ 4729 w 10000"/>
              <a:gd name="connsiteY6-12864" fmla="*/ 4948 h 10000"/>
              <a:gd name="connsiteX7-12865" fmla="*/ 5135 w 10000"/>
              <a:gd name="connsiteY7-12866" fmla="*/ 4304 h 10000"/>
              <a:gd name="connsiteX8-12867" fmla="*/ 5702 w 10000"/>
              <a:gd name="connsiteY8-12868" fmla="*/ 3638 h 10000"/>
              <a:gd name="connsiteX9-12869" fmla="*/ 6136 w 10000"/>
              <a:gd name="connsiteY9-12870" fmla="*/ 2973 h 10000"/>
              <a:gd name="connsiteX10-12871" fmla="*/ 6567 w 10000"/>
              <a:gd name="connsiteY10-12872" fmla="*/ 2432 h 10000"/>
              <a:gd name="connsiteX11-12873" fmla="*/ 6865 w 10000"/>
              <a:gd name="connsiteY11-12874" fmla="*/ 1871 h 10000"/>
              <a:gd name="connsiteX12-12875" fmla="*/ 7134 w 10000"/>
              <a:gd name="connsiteY12-12876" fmla="*/ 1435 h 10000"/>
              <a:gd name="connsiteX13-12877" fmla="*/ 7271 w 10000"/>
              <a:gd name="connsiteY13-12878" fmla="*/ 1102 h 10000"/>
              <a:gd name="connsiteX14-12879" fmla="*/ 7432 w 10000"/>
              <a:gd name="connsiteY14-12880" fmla="*/ 769 h 10000"/>
              <a:gd name="connsiteX15-12881" fmla="*/ 7432 w 10000"/>
              <a:gd name="connsiteY15-12882" fmla="*/ 665 h 10000"/>
              <a:gd name="connsiteX16-12883" fmla="*/ 7432 w 10000"/>
              <a:gd name="connsiteY16-12884" fmla="*/ 437 h 10000"/>
              <a:gd name="connsiteX17-12885" fmla="*/ 7271 w 10000"/>
              <a:gd name="connsiteY17-12886" fmla="*/ 437 h 10000"/>
              <a:gd name="connsiteX18-12887" fmla="*/ 7271 w 10000"/>
              <a:gd name="connsiteY18-12888" fmla="*/ 333 h 10000"/>
              <a:gd name="connsiteX19-12889" fmla="*/ 7134 w 10000"/>
              <a:gd name="connsiteY19-12890" fmla="*/ 229 h 10000"/>
              <a:gd name="connsiteX20-12891" fmla="*/ 7134 w 10000"/>
              <a:gd name="connsiteY20-12892" fmla="*/ 229 h 10000"/>
              <a:gd name="connsiteX21-12893" fmla="*/ 7134 w 10000"/>
              <a:gd name="connsiteY21-12894" fmla="*/ 125 h 10000"/>
              <a:gd name="connsiteX22-12895" fmla="*/ 7134 w 10000"/>
              <a:gd name="connsiteY22-12896" fmla="*/ 0 h 10000"/>
              <a:gd name="connsiteX23-12897" fmla="*/ 7271 w 10000"/>
              <a:gd name="connsiteY23-12898" fmla="*/ 0 h 10000"/>
              <a:gd name="connsiteX24-12899" fmla="*/ 7568 w 10000"/>
              <a:gd name="connsiteY24-12900" fmla="*/ 0 h 10000"/>
              <a:gd name="connsiteX25-12901" fmla="*/ 7864 w 10000"/>
              <a:gd name="connsiteY25-12902" fmla="*/ 0 h 10000"/>
              <a:gd name="connsiteX26-12903" fmla="*/ 8270 w 10000"/>
              <a:gd name="connsiteY26-12904" fmla="*/ 0 h 10000"/>
              <a:gd name="connsiteX27-12905" fmla="*/ 8566 w 10000"/>
              <a:gd name="connsiteY27-12906" fmla="*/ 125 h 10000"/>
              <a:gd name="connsiteX28-12907" fmla="*/ 9000 w 10000"/>
              <a:gd name="connsiteY28-12908" fmla="*/ 229 h 10000"/>
              <a:gd name="connsiteX29-12909" fmla="*/ 9270 w 10000"/>
              <a:gd name="connsiteY29-12910" fmla="*/ 333 h 10000"/>
              <a:gd name="connsiteX30-12911" fmla="*/ 9568 w 10000"/>
              <a:gd name="connsiteY30-12912" fmla="*/ 437 h 10000"/>
              <a:gd name="connsiteX31-12913" fmla="*/ 9839 w 10000"/>
              <a:gd name="connsiteY31-12914" fmla="*/ 665 h 10000"/>
              <a:gd name="connsiteX32-12915" fmla="*/ 10000 w 10000"/>
              <a:gd name="connsiteY32-12916" fmla="*/ 769 h 10000"/>
              <a:gd name="connsiteX33-12917" fmla="*/ 10000 w 10000"/>
              <a:gd name="connsiteY33-12918" fmla="*/ 894 h 10000"/>
              <a:gd name="connsiteX34-12919" fmla="*/ 10000 w 10000"/>
              <a:gd name="connsiteY34-12920" fmla="*/ 998 h 10000"/>
              <a:gd name="connsiteX35-12921" fmla="*/ 10000 w 10000"/>
              <a:gd name="connsiteY35-12922" fmla="*/ 1206 h 10000"/>
              <a:gd name="connsiteX36-12923" fmla="*/ 9839 w 10000"/>
              <a:gd name="connsiteY36-12924" fmla="*/ 1331 h 10000"/>
              <a:gd name="connsiteX37-12925" fmla="*/ 9702 w 10000"/>
              <a:gd name="connsiteY37-12926" fmla="*/ 1538 h 10000"/>
              <a:gd name="connsiteX38-12927" fmla="*/ 9433 w 10000"/>
              <a:gd name="connsiteY38-12928" fmla="*/ 1767 h 10000"/>
              <a:gd name="connsiteX39-12929" fmla="*/ 9135 w 10000"/>
              <a:gd name="connsiteY39-12930" fmla="*/ 1975 h 10000"/>
              <a:gd name="connsiteX40-12931" fmla="*/ 9000 w 10000"/>
              <a:gd name="connsiteY40-12932" fmla="*/ 2204 h 10000"/>
              <a:gd name="connsiteX41-12933" fmla="*/ 8703 w 10000"/>
              <a:gd name="connsiteY41-12934" fmla="*/ 2432 h 10000"/>
              <a:gd name="connsiteX42-12935" fmla="*/ 8433 w 10000"/>
              <a:gd name="connsiteY42-12936" fmla="*/ 2744 h 10000"/>
              <a:gd name="connsiteX43-12937" fmla="*/ 8135 w 10000"/>
              <a:gd name="connsiteY43-12938" fmla="*/ 3077 h 10000"/>
              <a:gd name="connsiteX44-12939" fmla="*/ 7703 w 10000"/>
              <a:gd name="connsiteY44-12940" fmla="*/ 3514 h 10000"/>
              <a:gd name="connsiteX45-12941" fmla="*/ 7432 w 10000"/>
              <a:gd name="connsiteY45-12942" fmla="*/ 3971 h 10000"/>
              <a:gd name="connsiteX46-12943" fmla="*/ 7001 w 10000"/>
              <a:gd name="connsiteY46-12944" fmla="*/ 4407 h 10000"/>
              <a:gd name="connsiteX47-12945" fmla="*/ 6432 w 10000"/>
              <a:gd name="connsiteY47-12946" fmla="*/ 4948 h 10000"/>
              <a:gd name="connsiteX48-12947" fmla="*/ 5999 w 10000"/>
              <a:gd name="connsiteY48-12948" fmla="*/ 5385 h 10000"/>
              <a:gd name="connsiteX49-12949" fmla="*/ 5702 w 10000"/>
              <a:gd name="connsiteY49-12950" fmla="*/ 5842 h 10000"/>
              <a:gd name="connsiteX50-12951" fmla="*/ 5298 w 10000"/>
              <a:gd name="connsiteY50-12952" fmla="*/ 6279 h 10000"/>
              <a:gd name="connsiteX51-12953" fmla="*/ 4865 w 10000"/>
              <a:gd name="connsiteY51-12954" fmla="*/ 6611 h 10000"/>
              <a:gd name="connsiteX52-12955" fmla="*/ 4567 w 10000"/>
              <a:gd name="connsiteY52-12956" fmla="*/ 6923 h 10000"/>
              <a:gd name="connsiteX53-12957" fmla="*/ 4296 w 10000"/>
              <a:gd name="connsiteY53-12958" fmla="*/ 7256 h 10000"/>
              <a:gd name="connsiteX54-12959" fmla="*/ 4000 w 10000"/>
              <a:gd name="connsiteY54-12960" fmla="*/ 7484 h 10000"/>
              <a:gd name="connsiteX55-12961" fmla="*/ 3729 w 10000"/>
              <a:gd name="connsiteY55-12962" fmla="*/ 7692 h 10000"/>
              <a:gd name="connsiteX56-12963" fmla="*/ 3433 w 10000"/>
              <a:gd name="connsiteY56-12964" fmla="*/ 7921 h 10000"/>
              <a:gd name="connsiteX57-12965" fmla="*/ 3297 w 10000"/>
              <a:gd name="connsiteY57-12966" fmla="*/ 8150 h 10000"/>
              <a:gd name="connsiteX58-12967" fmla="*/ 3135 w 10000"/>
              <a:gd name="connsiteY58-12968" fmla="*/ 8254 h 10000"/>
              <a:gd name="connsiteX59-12969" fmla="*/ 3001 w 10000"/>
              <a:gd name="connsiteY59-12970" fmla="*/ 8358 h 10000"/>
              <a:gd name="connsiteX60-12971" fmla="*/ 2864 w 10000"/>
              <a:gd name="connsiteY60-12972" fmla="*/ 8462 h 10000"/>
              <a:gd name="connsiteX61-12973" fmla="*/ 2864 w 10000"/>
              <a:gd name="connsiteY61-12974" fmla="*/ 8586 h 10000"/>
              <a:gd name="connsiteX62-12975" fmla="*/ 2864 w 10000"/>
              <a:gd name="connsiteY62-12976" fmla="*/ 8586 h 10000"/>
              <a:gd name="connsiteX63-12977" fmla="*/ 3001 w 10000"/>
              <a:gd name="connsiteY63-12978" fmla="*/ 8586 h 10000"/>
              <a:gd name="connsiteX64-12979" fmla="*/ 3135 w 10000"/>
              <a:gd name="connsiteY64-12980" fmla="*/ 8690 h 10000"/>
              <a:gd name="connsiteX65-12981" fmla="*/ 3297 w 10000"/>
              <a:gd name="connsiteY65-12982" fmla="*/ 8690 h 10000"/>
              <a:gd name="connsiteX66-12983" fmla="*/ 4433 w 10000"/>
              <a:gd name="connsiteY66-12984" fmla="*/ 8586 h 10000"/>
              <a:gd name="connsiteX67-12985" fmla="*/ 5135 w 10000"/>
              <a:gd name="connsiteY67-12986" fmla="*/ 9127 h 10000"/>
              <a:gd name="connsiteX68-12987" fmla="*/ 4729 w 10000"/>
              <a:gd name="connsiteY68-12988" fmla="*/ 9231 h 10000"/>
              <a:gd name="connsiteX69-12989" fmla="*/ 4135 w 10000"/>
              <a:gd name="connsiteY69-12990" fmla="*/ 9356 h 10000"/>
              <a:gd name="connsiteX70-12991" fmla="*/ 3729 w 10000"/>
              <a:gd name="connsiteY70-12992" fmla="*/ 9356 h 10000"/>
              <a:gd name="connsiteX71-12993" fmla="*/ 3433 w 10000"/>
              <a:gd name="connsiteY71-12994" fmla="*/ 9459 h 10000"/>
              <a:gd name="connsiteX72-12995" fmla="*/ 3001 w 10000"/>
              <a:gd name="connsiteY72-12996" fmla="*/ 9459 h 10000"/>
              <a:gd name="connsiteX73-12997" fmla="*/ 2730 w 10000"/>
              <a:gd name="connsiteY73-12998" fmla="*/ 9563 h 10000"/>
              <a:gd name="connsiteX74-12999" fmla="*/ 2297 w 10000"/>
              <a:gd name="connsiteY74-13000" fmla="*/ 9688 h 10000"/>
              <a:gd name="connsiteX75-13001" fmla="*/ 1999 w 10000"/>
              <a:gd name="connsiteY75-13002" fmla="*/ 9688 h 10000"/>
              <a:gd name="connsiteX76-13003" fmla="*/ 1865 w 10000"/>
              <a:gd name="connsiteY76-13004" fmla="*/ 9792 h 10000"/>
              <a:gd name="connsiteX77-13005" fmla="*/ 1569 w 10000"/>
              <a:gd name="connsiteY77-13006" fmla="*/ 9792 h 10000"/>
              <a:gd name="connsiteX78-13007" fmla="*/ 1432 w 10000"/>
              <a:gd name="connsiteY78-13008" fmla="*/ 9896 h 10000"/>
              <a:gd name="connsiteX79-13009" fmla="*/ 1298 w 10000"/>
              <a:gd name="connsiteY79-13010" fmla="*/ 9896 h 10000"/>
              <a:gd name="connsiteX80-13011" fmla="*/ 1161 w 10000"/>
              <a:gd name="connsiteY80-13012" fmla="*/ 9896 h 10000"/>
              <a:gd name="connsiteX81-13013" fmla="*/ 865 w 10000"/>
              <a:gd name="connsiteY81-13014" fmla="*/ 10000 h 10000"/>
              <a:gd name="connsiteX82-13015" fmla="*/ 730 w 10000"/>
              <a:gd name="connsiteY82-13016" fmla="*/ 9896 h 10000"/>
              <a:gd name="connsiteX83-13017" fmla="*/ 594 w 10000"/>
              <a:gd name="connsiteY83-13018" fmla="*/ 9896 h 10000"/>
              <a:gd name="connsiteX84-13019" fmla="*/ 433 w 10000"/>
              <a:gd name="connsiteY84-13020" fmla="*/ 9792 h 10000"/>
              <a:gd name="connsiteX85-13021" fmla="*/ 296 w 10000"/>
              <a:gd name="connsiteY85-13022" fmla="*/ 9563 h 10000"/>
              <a:gd name="connsiteX86-13023" fmla="*/ 163 w 10000"/>
              <a:gd name="connsiteY86-13024" fmla="*/ 9356 h 10000"/>
              <a:gd name="connsiteX87-13025" fmla="*/ 0 w 10000"/>
              <a:gd name="connsiteY87-13026" fmla="*/ 9231 h 10000"/>
              <a:gd name="connsiteX88-13027" fmla="*/ 0 w 10000"/>
              <a:gd name="connsiteY88-13028" fmla="*/ 9127 h 10000"/>
              <a:gd name="connsiteX89-13029" fmla="*/ 0 w 10000"/>
              <a:gd name="connsiteY89-13030" fmla="*/ 9023 h 10000"/>
              <a:gd name="connsiteX90-13031" fmla="*/ 0 w 10000"/>
              <a:gd name="connsiteY90-13032" fmla="*/ 9023 h 10000"/>
              <a:gd name="connsiteX91-13033" fmla="*/ 163 w 10000"/>
              <a:gd name="connsiteY91-13034" fmla="*/ 8919 h 10000"/>
              <a:gd name="connsiteX92-13035" fmla="*/ 296 w 10000"/>
              <a:gd name="connsiteY92-13036" fmla="*/ 8794 h 10000"/>
              <a:gd name="connsiteX93-13037" fmla="*/ 594 w 10000"/>
              <a:gd name="connsiteY93-13038" fmla="*/ 8690 h 10000"/>
              <a:gd name="connsiteX94-13039" fmla="*/ 865 w 10000"/>
              <a:gd name="connsiteY94-13040" fmla="*/ 8586 h 10000"/>
              <a:gd name="connsiteX95-13041" fmla="*/ 1000 w 10000"/>
              <a:gd name="connsiteY95-13042" fmla="*/ 8462 h 10000"/>
              <a:gd name="connsiteX96-13043" fmla="*/ 1161 w 10000"/>
              <a:gd name="connsiteY96-13044" fmla="*/ 8358 h 10000"/>
              <a:gd name="connsiteX97-13045" fmla="*/ 1432 w 10000"/>
              <a:gd name="connsiteY97-13046" fmla="*/ 8254 h 10000"/>
              <a:gd name="connsiteX98-13047" fmla="*/ 1728 w 10000"/>
              <a:gd name="connsiteY98-13048" fmla="*/ 8025 h 10000"/>
              <a:gd name="connsiteX99-13049" fmla="*/ 1865 w 10000"/>
              <a:gd name="connsiteY99-13050" fmla="*/ 7921 h 10000"/>
              <a:gd name="connsiteX100-13051" fmla="*/ 2162 w 10000"/>
              <a:gd name="connsiteY100-13052" fmla="*/ 7692 h 10000"/>
              <a:gd name="connsiteX101-13053" fmla="*/ 2432 w 10000"/>
              <a:gd name="connsiteY101-13054" fmla="*/ 7484 h 10000"/>
              <a:gd name="connsiteX102-13055" fmla="*/ 2432 w 10000"/>
              <a:gd name="connsiteY102-13056" fmla="*/ 7484 h 10000"/>
              <a:gd name="connsiteX0-13057" fmla="*/ 2432 w 10000"/>
              <a:gd name="connsiteY0-13058" fmla="*/ 7484 h 10000"/>
              <a:gd name="connsiteX1-13059" fmla="*/ 2730 w 10000"/>
              <a:gd name="connsiteY1-13060" fmla="*/ 7152 h 10000"/>
              <a:gd name="connsiteX2-13061" fmla="*/ 3135 w 10000"/>
              <a:gd name="connsiteY2-13062" fmla="*/ 6819 h 10000"/>
              <a:gd name="connsiteX3-13063" fmla="*/ 3433 w 10000"/>
              <a:gd name="connsiteY3-13064" fmla="*/ 6486 h 10000"/>
              <a:gd name="connsiteX4-13065" fmla="*/ 3864 w 10000"/>
              <a:gd name="connsiteY4-13066" fmla="*/ 6050 h 10000"/>
              <a:gd name="connsiteX5-13067" fmla="*/ 4296 w 10000"/>
              <a:gd name="connsiteY5-13068" fmla="*/ 5509 h 10000"/>
              <a:gd name="connsiteX6-13069" fmla="*/ 4729 w 10000"/>
              <a:gd name="connsiteY6-13070" fmla="*/ 4948 h 10000"/>
              <a:gd name="connsiteX7-13071" fmla="*/ 5135 w 10000"/>
              <a:gd name="connsiteY7-13072" fmla="*/ 4304 h 10000"/>
              <a:gd name="connsiteX8-13073" fmla="*/ 5702 w 10000"/>
              <a:gd name="connsiteY8-13074" fmla="*/ 3638 h 10000"/>
              <a:gd name="connsiteX9-13075" fmla="*/ 6136 w 10000"/>
              <a:gd name="connsiteY9-13076" fmla="*/ 2973 h 10000"/>
              <a:gd name="connsiteX10-13077" fmla="*/ 6567 w 10000"/>
              <a:gd name="connsiteY10-13078" fmla="*/ 2432 h 10000"/>
              <a:gd name="connsiteX11-13079" fmla="*/ 6865 w 10000"/>
              <a:gd name="connsiteY11-13080" fmla="*/ 1871 h 10000"/>
              <a:gd name="connsiteX12-13081" fmla="*/ 7134 w 10000"/>
              <a:gd name="connsiteY12-13082" fmla="*/ 1435 h 10000"/>
              <a:gd name="connsiteX13-13083" fmla="*/ 7271 w 10000"/>
              <a:gd name="connsiteY13-13084" fmla="*/ 1102 h 10000"/>
              <a:gd name="connsiteX14-13085" fmla="*/ 7432 w 10000"/>
              <a:gd name="connsiteY14-13086" fmla="*/ 769 h 10000"/>
              <a:gd name="connsiteX15-13087" fmla="*/ 7432 w 10000"/>
              <a:gd name="connsiteY15-13088" fmla="*/ 665 h 10000"/>
              <a:gd name="connsiteX16-13089" fmla="*/ 7432 w 10000"/>
              <a:gd name="connsiteY16-13090" fmla="*/ 437 h 10000"/>
              <a:gd name="connsiteX17-13091" fmla="*/ 7271 w 10000"/>
              <a:gd name="connsiteY17-13092" fmla="*/ 437 h 10000"/>
              <a:gd name="connsiteX18-13093" fmla="*/ 7271 w 10000"/>
              <a:gd name="connsiteY18-13094" fmla="*/ 333 h 10000"/>
              <a:gd name="connsiteX19-13095" fmla="*/ 7134 w 10000"/>
              <a:gd name="connsiteY19-13096" fmla="*/ 229 h 10000"/>
              <a:gd name="connsiteX20-13097" fmla="*/ 7134 w 10000"/>
              <a:gd name="connsiteY20-13098" fmla="*/ 229 h 10000"/>
              <a:gd name="connsiteX21-13099" fmla="*/ 7134 w 10000"/>
              <a:gd name="connsiteY21-13100" fmla="*/ 125 h 10000"/>
              <a:gd name="connsiteX22-13101" fmla="*/ 7134 w 10000"/>
              <a:gd name="connsiteY22-13102" fmla="*/ 0 h 10000"/>
              <a:gd name="connsiteX23-13103" fmla="*/ 7271 w 10000"/>
              <a:gd name="connsiteY23-13104" fmla="*/ 0 h 10000"/>
              <a:gd name="connsiteX24-13105" fmla="*/ 7568 w 10000"/>
              <a:gd name="connsiteY24-13106" fmla="*/ 0 h 10000"/>
              <a:gd name="connsiteX25-13107" fmla="*/ 7864 w 10000"/>
              <a:gd name="connsiteY25-13108" fmla="*/ 0 h 10000"/>
              <a:gd name="connsiteX26-13109" fmla="*/ 8270 w 10000"/>
              <a:gd name="connsiteY26-13110" fmla="*/ 0 h 10000"/>
              <a:gd name="connsiteX27-13111" fmla="*/ 8566 w 10000"/>
              <a:gd name="connsiteY27-13112" fmla="*/ 125 h 10000"/>
              <a:gd name="connsiteX28-13113" fmla="*/ 9000 w 10000"/>
              <a:gd name="connsiteY28-13114" fmla="*/ 229 h 10000"/>
              <a:gd name="connsiteX29-13115" fmla="*/ 9270 w 10000"/>
              <a:gd name="connsiteY29-13116" fmla="*/ 333 h 10000"/>
              <a:gd name="connsiteX30-13117" fmla="*/ 9568 w 10000"/>
              <a:gd name="connsiteY30-13118" fmla="*/ 437 h 10000"/>
              <a:gd name="connsiteX31-13119" fmla="*/ 9839 w 10000"/>
              <a:gd name="connsiteY31-13120" fmla="*/ 665 h 10000"/>
              <a:gd name="connsiteX32-13121" fmla="*/ 10000 w 10000"/>
              <a:gd name="connsiteY32-13122" fmla="*/ 769 h 10000"/>
              <a:gd name="connsiteX33-13123" fmla="*/ 10000 w 10000"/>
              <a:gd name="connsiteY33-13124" fmla="*/ 894 h 10000"/>
              <a:gd name="connsiteX34-13125" fmla="*/ 10000 w 10000"/>
              <a:gd name="connsiteY34-13126" fmla="*/ 998 h 10000"/>
              <a:gd name="connsiteX35-13127" fmla="*/ 10000 w 10000"/>
              <a:gd name="connsiteY35-13128" fmla="*/ 1206 h 10000"/>
              <a:gd name="connsiteX36-13129" fmla="*/ 9839 w 10000"/>
              <a:gd name="connsiteY36-13130" fmla="*/ 1331 h 10000"/>
              <a:gd name="connsiteX37-13131" fmla="*/ 9702 w 10000"/>
              <a:gd name="connsiteY37-13132" fmla="*/ 1538 h 10000"/>
              <a:gd name="connsiteX38-13133" fmla="*/ 9433 w 10000"/>
              <a:gd name="connsiteY38-13134" fmla="*/ 1767 h 10000"/>
              <a:gd name="connsiteX39-13135" fmla="*/ 9135 w 10000"/>
              <a:gd name="connsiteY39-13136" fmla="*/ 1975 h 10000"/>
              <a:gd name="connsiteX40-13137" fmla="*/ 9000 w 10000"/>
              <a:gd name="connsiteY40-13138" fmla="*/ 2204 h 10000"/>
              <a:gd name="connsiteX41-13139" fmla="*/ 8703 w 10000"/>
              <a:gd name="connsiteY41-13140" fmla="*/ 2432 h 10000"/>
              <a:gd name="connsiteX42-13141" fmla="*/ 8433 w 10000"/>
              <a:gd name="connsiteY42-13142" fmla="*/ 2744 h 10000"/>
              <a:gd name="connsiteX43-13143" fmla="*/ 8135 w 10000"/>
              <a:gd name="connsiteY43-13144" fmla="*/ 3077 h 10000"/>
              <a:gd name="connsiteX44-13145" fmla="*/ 7703 w 10000"/>
              <a:gd name="connsiteY44-13146" fmla="*/ 3514 h 10000"/>
              <a:gd name="connsiteX45-13147" fmla="*/ 7432 w 10000"/>
              <a:gd name="connsiteY45-13148" fmla="*/ 3971 h 10000"/>
              <a:gd name="connsiteX46-13149" fmla="*/ 7001 w 10000"/>
              <a:gd name="connsiteY46-13150" fmla="*/ 4407 h 10000"/>
              <a:gd name="connsiteX47-13151" fmla="*/ 6432 w 10000"/>
              <a:gd name="connsiteY47-13152" fmla="*/ 4948 h 10000"/>
              <a:gd name="connsiteX48-13153" fmla="*/ 5999 w 10000"/>
              <a:gd name="connsiteY48-13154" fmla="*/ 5385 h 10000"/>
              <a:gd name="connsiteX49-13155" fmla="*/ 5702 w 10000"/>
              <a:gd name="connsiteY49-13156" fmla="*/ 5842 h 10000"/>
              <a:gd name="connsiteX50-13157" fmla="*/ 5298 w 10000"/>
              <a:gd name="connsiteY50-13158" fmla="*/ 6279 h 10000"/>
              <a:gd name="connsiteX51-13159" fmla="*/ 4865 w 10000"/>
              <a:gd name="connsiteY51-13160" fmla="*/ 6611 h 10000"/>
              <a:gd name="connsiteX52-13161" fmla="*/ 4567 w 10000"/>
              <a:gd name="connsiteY52-13162" fmla="*/ 6923 h 10000"/>
              <a:gd name="connsiteX53-13163" fmla="*/ 4296 w 10000"/>
              <a:gd name="connsiteY53-13164" fmla="*/ 7256 h 10000"/>
              <a:gd name="connsiteX54-13165" fmla="*/ 4000 w 10000"/>
              <a:gd name="connsiteY54-13166" fmla="*/ 7484 h 10000"/>
              <a:gd name="connsiteX55-13167" fmla="*/ 3729 w 10000"/>
              <a:gd name="connsiteY55-13168" fmla="*/ 7692 h 10000"/>
              <a:gd name="connsiteX56-13169" fmla="*/ 3433 w 10000"/>
              <a:gd name="connsiteY56-13170" fmla="*/ 7921 h 10000"/>
              <a:gd name="connsiteX57-13171" fmla="*/ 3297 w 10000"/>
              <a:gd name="connsiteY57-13172" fmla="*/ 8150 h 10000"/>
              <a:gd name="connsiteX58-13173" fmla="*/ 3135 w 10000"/>
              <a:gd name="connsiteY58-13174" fmla="*/ 8254 h 10000"/>
              <a:gd name="connsiteX59-13175" fmla="*/ 3001 w 10000"/>
              <a:gd name="connsiteY59-13176" fmla="*/ 8358 h 10000"/>
              <a:gd name="connsiteX60-13177" fmla="*/ 2864 w 10000"/>
              <a:gd name="connsiteY60-13178" fmla="*/ 8462 h 10000"/>
              <a:gd name="connsiteX61-13179" fmla="*/ 2864 w 10000"/>
              <a:gd name="connsiteY61-13180" fmla="*/ 8586 h 10000"/>
              <a:gd name="connsiteX62-13181" fmla="*/ 2864 w 10000"/>
              <a:gd name="connsiteY62-13182" fmla="*/ 8586 h 10000"/>
              <a:gd name="connsiteX63-13183" fmla="*/ 3001 w 10000"/>
              <a:gd name="connsiteY63-13184" fmla="*/ 8586 h 10000"/>
              <a:gd name="connsiteX64-13185" fmla="*/ 3135 w 10000"/>
              <a:gd name="connsiteY64-13186" fmla="*/ 8690 h 10000"/>
              <a:gd name="connsiteX65-13187" fmla="*/ 3297 w 10000"/>
              <a:gd name="connsiteY65-13188" fmla="*/ 8690 h 10000"/>
              <a:gd name="connsiteX66-13189" fmla="*/ 5135 w 10000"/>
              <a:gd name="connsiteY66-13190" fmla="*/ 9127 h 10000"/>
              <a:gd name="connsiteX67-13191" fmla="*/ 4729 w 10000"/>
              <a:gd name="connsiteY67-13192" fmla="*/ 9231 h 10000"/>
              <a:gd name="connsiteX68-13193" fmla="*/ 4135 w 10000"/>
              <a:gd name="connsiteY68-13194" fmla="*/ 9356 h 10000"/>
              <a:gd name="connsiteX69-13195" fmla="*/ 3729 w 10000"/>
              <a:gd name="connsiteY69-13196" fmla="*/ 9356 h 10000"/>
              <a:gd name="connsiteX70-13197" fmla="*/ 3433 w 10000"/>
              <a:gd name="connsiteY70-13198" fmla="*/ 9459 h 10000"/>
              <a:gd name="connsiteX71-13199" fmla="*/ 3001 w 10000"/>
              <a:gd name="connsiteY71-13200" fmla="*/ 9459 h 10000"/>
              <a:gd name="connsiteX72-13201" fmla="*/ 2730 w 10000"/>
              <a:gd name="connsiteY72-13202" fmla="*/ 9563 h 10000"/>
              <a:gd name="connsiteX73-13203" fmla="*/ 2297 w 10000"/>
              <a:gd name="connsiteY73-13204" fmla="*/ 9688 h 10000"/>
              <a:gd name="connsiteX74-13205" fmla="*/ 1999 w 10000"/>
              <a:gd name="connsiteY74-13206" fmla="*/ 9688 h 10000"/>
              <a:gd name="connsiteX75-13207" fmla="*/ 1865 w 10000"/>
              <a:gd name="connsiteY75-13208" fmla="*/ 9792 h 10000"/>
              <a:gd name="connsiteX76-13209" fmla="*/ 1569 w 10000"/>
              <a:gd name="connsiteY76-13210" fmla="*/ 9792 h 10000"/>
              <a:gd name="connsiteX77-13211" fmla="*/ 1432 w 10000"/>
              <a:gd name="connsiteY77-13212" fmla="*/ 9896 h 10000"/>
              <a:gd name="connsiteX78-13213" fmla="*/ 1298 w 10000"/>
              <a:gd name="connsiteY78-13214" fmla="*/ 9896 h 10000"/>
              <a:gd name="connsiteX79-13215" fmla="*/ 1161 w 10000"/>
              <a:gd name="connsiteY79-13216" fmla="*/ 9896 h 10000"/>
              <a:gd name="connsiteX80-13217" fmla="*/ 865 w 10000"/>
              <a:gd name="connsiteY80-13218" fmla="*/ 10000 h 10000"/>
              <a:gd name="connsiteX81-13219" fmla="*/ 730 w 10000"/>
              <a:gd name="connsiteY81-13220" fmla="*/ 9896 h 10000"/>
              <a:gd name="connsiteX82-13221" fmla="*/ 594 w 10000"/>
              <a:gd name="connsiteY82-13222" fmla="*/ 9896 h 10000"/>
              <a:gd name="connsiteX83-13223" fmla="*/ 433 w 10000"/>
              <a:gd name="connsiteY83-13224" fmla="*/ 9792 h 10000"/>
              <a:gd name="connsiteX84-13225" fmla="*/ 296 w 10000"/>
              <a:gd name="connsiteY84-13226" fmla="*/ 9563 h 10000"/>
              <a:gd name="connsiteX85-13227" fmla="*/ 163 w 10000"/>
              <a:gd name="connsiteY85-13228" fmla="*/ 9356 h 10000"/>
              <a:gd name="connsiteX86-13229" fmla="*/ 0 w 10000"/>
              <a:gd name="connsiteY86-13230" fmla="*/ 9231 h 10000"/>
              <a:gd name="connsiteX87-13231" fmla="*/ 0 w 10000"/>
              <a:gd name="connsiteY87-13232" fmla="*/ 9127 h 10000"/>
              <a:gd name="connsiteX88-13233" fmla="*/ 0 w 10000"/>
              <a:gd name="connsiteY88-13234" fmla="*/ 9023 h 10000"/>
              <a:gd name="connsiteX89-13235" fmla="*/ 0 w 10000"/>
              <a:gd name="connsiteY89-13236" fmla="*/ 9023 h 10000"/>
              <a:gd name="connsiteX90-13237" fmla="*/ 163 w 10000"/>
              <a:gd name="connsiteY90-13238" fmla="*/ 8919 h 10000"/>
              <a:gd name="connsiteX91-13239" fmla="*/ 296 w 10000"/>
              <a:gd name="connsiteY91-13240" fmla="*/ 8794 h 10000"/>
              <a:gd name="connsiteX92-13241" fmla="*/ 594 w 10000"/>
              <a:gd name="connsiteY92-13242" fmla="*/ 8690 h 10000"/>
              <a:gd name="connsiteX93-13243" fmla="*/ 865 w 10000"/>
              <a:gd name="connsiteY93-13244" fmla="*/ 8586 h 10000"/>
              <a:gd name="connsiteX94-13245" fmla="*/ 1000 w 10000"/>
              <a:gd name="connsiteY94-13246" fmla="*/ 8462 h 10000"/>
              <a:gd name="connsiteX95-13247" fmla="*/ 1161 w 10000"/>
              <a:gd name="connsiteY95-13248" fmla="*/ 8358 h 10000"/>
              <a:gd name="connsiteX96-13249" fmla="*/ 1432 w 10000"/>
              <a:gd name="connsiteY96-13250" fmla="*/ 8254 h 10000"/>
              <a:gd name="connsiteX97-13251" fmla="*/ 1728 w 10000"/>
              <a:gd name="connsiteY97-13252" fmla="*/ 8025 h 10000"/>
              <a:gd name="connsiteX98-13253" fmla="*/ 1865 w 10000"/>
              <a:gd name="connsiteY98-13254" fmla="*/ 7921 h 10000"/>
              <a:gd name="connsiteX99-13255" fmla="*/ 2162 w 10000"/>
              <a:gd name="connsiteY99-13256" fmla="*/ 7692 h 10000"/>
              <a:gd name="connsiteX100-13257" fmla="*/ 2432 w 10000"/>
              <a:gd name="connsiteY100-13258" fmla="*/ 7484 h 10000"/>
              <a:gd name="connsiteX101-13259" fmla="*/ 2432 w 10000"/>
              <a:gd name="connsiteY101-13260" fmla="*/ 7484 h 10000"/>
              <a:gd name="connsiteX0-13261" fmla="*/ 2432 w 10000"/>
              <a:gd name="connsiteY0-13262" fmla="*/ 7484 h 10000"/>
              <a:gd name="connsiteX1-13263" fmla="*/ 2730 w 10000"/>
              <a:gd name="connsiteY1-13264" fmla="*/ 7152 h 10000"/>
              <a:gd name="connsiteX2-13265" fmla="*/ 3135 w 10000"/>
              <a:gd name="connsiteY2-13266" fmla="*/ 6819 h 10000"/>
              <a:gd name="connsiteX3-13267" fmla="*/ 3433 w 10000"/>
              <a:gd name="connsiteY3-13268" fmla="*/ 6486 h 10000"/>
              <a:gd name="connsiteX4-13269" fmla="*/ 3864 w 10000"/>
              <a:gd name="connsiteY4-13270" fmla="*/ 6050 h 10000"/>
              <a:gd name="connsiteX5-13271" fmla="*/ 4296 w 10000"/>
              <a:gd name="connsiteY5-13272" fmla="*/ 5509 h 10000"/>
              <a:gd name="connsiteX6-13273" fmla="*/ 4729 w 10000"/>
              <a:gd name="connsiteY6-13274" fmla="*/ 4948 h 10000"/>
              <a:gd name="connsiteX7-13275" fmla="*/ 5135 w 10000"/>
              <a:gd name="connsiteY7-13276" fmla="*/ 4304 h 10000"/>
              <a:gd name="connsiteX8-13277" fmla="*/ 5702 w 10000"/>
              <a:gd name="connsiteY8-13278" fmla="*/ 3638 h 10000"/>
              <a:gd name="connsiteX9-13279" fmla="*/ 6136 w 10000"/>
              <a:gd name="connsiteY9-13280" fmla="*/ 2973 h 10000"/>
              <a:gd name="connsiteX10-13281" fmla="*/ 6567 w 10000"/>
              <a:gd name="connsiteY10-13282" fmla="*/ 2432 h 10000"/>
              <a:gd name="connsiteX11-13283" fmla="*/ 6865 w 10000"/>
              <a:gd name="connsiteY11-13284" fmla="*/ 1871 h 10000"/>
              <a:gd name="connsiteX12-13285" fmla="*/ 7134 w 10000"/>
              <a:gd name="connsiteY12-13286" fmla="*/ 1435 h 10000"/>
              <a:gd name="connsiteX13-13287" fmla="*/ 7271 w 10000"/>
              <a:gd name="connsiteY13-13288" fmla="*/ 1102 h 10000"/>
              <a:gd name="connsiteX14-13289" fmla="*/ 7432 w 10000"/>
              <a:gd name="connsiteY14-13290" fmla="*/ 769 h 10000"/>
              <a:gd name="connsiteX15-13291" fmla="*/ 7432 w 10000"/>
              <a:gd name="connsiteY15-13292" fmla="*/ 665 h 10000"/>
              <a:gd name="connsiteX16-13293" fmla="*/ 7432 w 10000"/>
              <a:gd name="connsiteY16-13294" fmla="*/ 437 h 10000"/>
              <a:gd name="connsiteX17-13295" fmla="*/ 7271 w 10000"/>
              <a:gd name="connsiteY17-13296" fmla="*/ 437 h 10000"/>
              <a:gd name="connsiteX18-13297" fmla="*/ 7271 w 10000"/>
              <a:gd name="connsiteY18-13298" fmla="*/ 333 h 10000"/>
              <a:gd name="connsiteX19-13299" fmla="*/ 7134 w 10000"/>
              <a:gd name="connsiteY19-13300" fmla="*/ 229 h 10000"/>
              <a:gd name="connsiteX20-13301" fmla="*/ 7134 w 10000"/>
              <a:gd name="connsiteY20-13302" fmla="*/ 229 h 10000"/>
              <a:gd name="connsiteX21-13303" fmla="*/ 7134 w 10000"/>
              <a:gd name="connsiteY21-13304" fmla="*/ 125 h 10000"/>
              <a:gd name="connsiteX22-13305" fmla="*/ 7134 w 10000"/>
              <a:gd name="connsiteY22-13306" fmla="*/ 0 h 10000"/>
              <a:gd name="connsiteX23-13307" fmla="*/ 7271 w 10000"/>
              <a:gd name="connsiteY23-13308" fmla="*/ 0 h 10000"/>
              <a:gd name="connsiteX24-13309" fmla="*/ 7568 w 10000"/>
              <a:gd name="connsiteY24-13310" fmla="*/ 0 h 10000"/>
              <a:gd name="connsiteX25-13311" fmla="*/ 7864 w 10000"/>
              <a:gd name="connsiteY25-13312" fmla="*/ 0 h 10000"/>
              <a:gd name="connsiteX26-13313" fmla="*/ 8270 w 10000"/>
              <a:gd name="connsiteY26-13314" fmla="*/ 0 h 10000"/>
              <a:gd name="connsiteX27-13315" fmla="*/ 8566 w 10000"/>
              <a:gd name="connsiteY27-13316" fmla="*/ 125 h 10000"/>
              <a:gd name="connsiteX28-13317" fmla="*/ 9000 w 10000"/>
              <a:gd name="connsiteY28-13318" fmla="*/ 229 h 10000"/>
              <a:gd name="connsiteX29-13319" fmla="*/ 9270 w 10000"/>
              <a:gd name="connsiteY29-13320" fmla="*/ 333 h 10000"/>
              <a:gd name="connsiteX30-13321" fmla="*/ 9568 w 10000"/>
              <a:gd name="connsiteY30-13322" fmla="*/ 437 h 10000"/>
              <a:gd name="connsiteX31-13323" fmla="*/ 9839 w 10000"/>
              <a:gd name="connsiteY31-13324" fmla="*/ 665 h 10000"/>
              <a:gd name="connsiteX32-13325" fmla="*/ 10000 w 10000"/>
              <a:gd name="connsiteY32-13326" fmla="*/ 769 h 10000"/>
              <a:gd name="connsiteX33-13327" fmla="*/ 10000 w 10000"/>
              <a:gd name="connsiteY33-13328" fmla="*/ 894 h 10000"/>
              <a:gd name="connsiteX34-13329" fmla="*/ 10000 w 10000"/>
              <a:gd name="connsiteY34-13330" fmla="*/ 998 h 10000"/>
              <a:gd name="connsiteX35-13331" fmla="*/ 10000 w 10000"/>
              <a:gd name="connsiteY35-13332" fmla="*/ 1206 h 10000"/>
              <a:gd name="connsiteX36-13333" fmla="*/ 9839 w 10000"/>
              <a:gd name="connsiteY36-13334" fmla="*/ 1331 h 10000"/>
              <a:gd name="connsiteX37-13335" fmla="*/ 9702 w 10000"/>
              <a:gd name="connsiteY37-13336" fmla="*/ 1538 h 10000"/>
              <a:gd name="connsiteX38-13337" fmla="*/ 9433 w 10000"/>
              <a:gd name="connsiteY38-13338" fmla="*/ 1767 h 10000"/>
              <a:gd name="connsiteX39-13339" fmla="*/ 9135 w 10000"/>
              <a:gd name="connsiteY39-13340" fmla="*/ 1975 h 10000"/>
              <a:gd name="connsiteX40-13341" fmla="*/ 9000 w 10000"/>
              <a:gd name="connsiteY40-13342" fmla="*/ 2204 h 10000"/>
              <a:gd name="connsiteX41-13343" fmla="*/ 8703 w 10000"/>
              <a:gd name="connsiteY41-13344" fmla="*/ 2432 h 10000"/>
              <a:gd name="connsiteX42-13345" fmla="*/ 8433 w 10000"/>
              <a:gd name="connsiteY42-13346" fmla="*/ 2744 h 10000"/>
              <a:gd name="connsiteX43-13347" fmla="*/ 8135 w 10000"/>
              <a:gd name="connsiteY43-13348" fmla="*/ 3077 h 10000"/>
              <a:gd name="connsiteX44-13349" fmla="*/ 7703 w 10000"/>
              <a:gd name="connsiteY44-13350" fmla="*/ 3514 h 10000"/>
              <a:gd name="connsiteX45-13351" fmla="*/ 7432 w 10000"/>
              <a:gd name="connsiteY45-13352" fmla="*/ 3971 h 10000"/>
              <a:gd name="connsiteX46-13353" fmla="*/ 7001 w 10000"/>
              <a:gd name="connsiteY46-13354" fmla="*/ 4407 h 10000"/>
              <a:gd name="connsiteX47-13355" fmla="*/ 6432 w 10000"/>
              <a:gd name="connsiteY47-13356" fmla="*/ 4948 h 10000"/>
              <a:gd name="connsiteX48-13357" fmla="*/ 5999 w 10000"/>
              <a:gd name="connsiteY48-13358" fmla="*/ 5385 h 10000"/>
              <a:gd name="connsiteX49-13359" fmla="*/ 5702 w 10000"/>
              <a:gd name="connsiteY49-13360" fmla="*/ 5842 h 10000"/>
              <a:gd name="connsiteX50-13361" fmla="*/ 5298 w 10000"/>
              <a:gd name="connsiteY50-13362" fmla="*/ 6279 h 10000"/>
              <a:gd name="connsiteX51-13363" fmla="*/ 4865 w 10000"/>
              <a:gd name="connsiteY51-13364" fmla="*/ 6611 h 10000"/>
              <a:gd name="connsiteX52-13365" fmla="*/ 4567 w 10000"/>
              <a:gd name="connsiteY52-13366" fmla="*/ 6923 h 10000"/>
              <a:gd name="connsiteX53-13367" fmla="*/ 4296 w 10000"/>
              <a:gd name="connsiteY53-13368" fmla="*/ 7256 h 10000"/>
              <a:gd name="connsiteX54-13369" fmla="*/ 4000 w 10000"/>
              <a:gd name="connsiteY54-13370" fmla="*/ 7484 h 10000"/>
              <a:gd name="connsiteX55-13371" fmla="*/ 3729 w 10000"/>
              <a:gd name="connsiteY55-13372" fmla="*/ 7692 h 10000"/>
              <a:gd name="connsiteX56-13373" fmla="*/ 3433 w 10000"/>
              <a:gd name="connsiteY56-13374" fmla="*/ 7921 h 10000"/>
              <a:gd name="connsiteX57-13375" fmla="*/ 3297 w 10000"/>
              <a:gd name="connsiteY57-13376" fmla="*/ 8150 h 10000"/>
              <a:gd name="connsiteX58-13377" fmla="*/ 3135 w 10000"/>
              <a:gd name="connsiteY58-13378" fmla="*/ 8254 h 10000"/>
              <a:gd name="connsiteX59-13379" fmla="*/ 3001 w 10000"/>
              <a:gd name="connsiteY59-13380" fmla="*/ 8358 h 10000"/>
              <a:gd name="connsiteX60-13381" fmla="*/ 2864 w 10000"/>
              <a:gd name="connsiteY60-13382" fmla="*/ 8462 h 10000"/>
              <a:gd name="connsiteX61-13383" fmla="*/ 2864 w 10000"/>
              <a:gd name="connsiteY61-13384" fmla="*/ 8586 h 10000"/>
              <a:gd name="connsiteX62-13385" fmla="*/ 2864 w 10000"/>
              <a:gd name="connsiteY62-13386" fmla="*/ 8586 h 10000"/>
              <a:gd name="connsiteX63-13387" fmla="*/ 3001 w 10000"/>
              <a:gd name="connsiteY63-13388" fmla="*/ 8586 h 10000"/>
              <a:gd name="connsiteX64-13389" fmla="*/ 3135 w 10000"/>
              <a:gd name="connsiteY64-13390" fmla="*/ 8690 h 10000"/>
              <a:gd name="connsiteX65-13391" fmla="*/ 3297 w 10000"/>
              <a:gd name="connsiteY65-13392" fmla="*/ 8690 h 10000"/>
              <a:gd name="connsiteX66-13393" fmla="*/ 4729 w 10000"/>
              <a:gd name="connsiteY66-13394" fmla="*/ 9231 h 10000"/>
              <a:gd name="connsiteX67-13395" fmla="*/ 4135 w 10000"/>
              <a:gd name="connsiteY67-13396" fmla="*/ 9356 h 10000"/>
              <a:gd name="connsiteX68-13397" fmla="*/ 3729 w 10000"/>
              <a:gd name="connsiteY68-13398" fmla="*/ 9356 h 10000"/>
              <a:gd name="connsiteX69-13399" fmla="*/ 3433 w 10000"/>
              <a:gd name="connsiteY69-13400" fmla="*/ 9459 h 10000"/>
              <a:gd name="connsiteX70-13401" fmla="*/ 3001 w 10000"/>
              <a:gd name="connsiteY70-13402" fmla="*/ 9459 h 10000"/>
              <a:gd name="connsiteX71-13403" fmla="*/ 2730 w 10000"/>
              <a:gd name="connsiteY71-13404" fmla="*/ 9563 h 10000"/>
              <a:gd name="connsiteX72-13405" fmla="*/ 2297 w 10000"/>
              <a:gd name="connsiteY72-13406" fmla="*/ 9688 h 10000"/>
              <a:gd name="connsiteX73-13407" fmla="*/ 1999 w 10000"/>
              <a:gd name="connsiteY73-13408" fmla="*/ 9688 h 10000"/>
              <a:gd name="connsiteX74-13409" fmla="*/ 1865 w 10000"/>
              <a:gd name="connsiteY74-13410" fmla="*/ 9792 h 10000"/>
              <a:gd name="connsiteX75-13411" fmla="*/ 1569 w 10000"/>
              <a:gd name="connsiteY75-13412" fmla="*/ 9792 h 10000"/>
              <a:gd name="connsiteX76-13413" fmla="*/ 1432 w 10000"/>
              <a:gd name="connsiteY76-13414" fmla="*/ 9896 h 10000"/>
              <a:gd name="connsiteX77-13415" fmla="*/ 1298 w 10000"/>
              <a:gd name="connsiteY77-13416" fmla="*/ 9896 h 10000"/>
              <a:gd name="connsiteX78-13417" fmla="*/ 1161 w 10000"/>
              <a:gd name="connsiteY78-13418" fmla="*/ 9896 h 10000"/>
              <a:gd name="connsiteX79-13419" fmla="*/ 865 w 10000"/>
              <a:gd name="connsiteY79-13420" fmla="*/ 10000 h 10000"/>
              <a:gd name="connsiteX80-13421" fmla="*/ 730 w 10000"/>
              <a:gd name="connsiteY80-13422" fmla="*/ 9896 h 10000"/>
              <a:gd name="connsiteX81-13423" fmla="*/ 594 w 10000"/>
              <a:gd name="connsiteY81-13424" fmla="*/ 9896 h 10000"/>
              <a:gd name="connsiteX82-13425" fmla="*/ 433 w 10000"/>
              <a:gd name="connsiteY82-13426" fmla="*/ 9792 h 10000"/>
              <a:gd name="connsiteX83-13427" fmla="*/ 296 w 10000"/>
              <a:gd name="connsiteY83-13428" fmla="*/ 9563 h 10000"/>
              <a:gd name="connsiteX84-13429" fmla="*/ 163 w 10000"/>
              <a:gd name="connsiteY84-13430" fmla="*/ 9356 h 10000"/>
              <a:gd name="connsiteX85-13431" fmla="*/ 0 w 10000"/>
              <a:gd name="connsiteY85-13432" fmla="*/ 9231 h 10000"/>
              <a:gd name="connsiteX86-13433" fmla="*/ 0 w 10000"/>
              <a:gd name="connsiteY86-13434" fmla="*/ 9127 h 10000"/>
              <a:gd name="connsiteX87-13435" fmla="*/ 0 w 10000"/>
              <a:gd name="connsiteY87-13436" fmla="*/ 9023 h 10000"/>
              <a:gd name="connsiteX88-13437" fmla="*/ 0 w 10000"/>
              <a:gd name="connsiteY88-13438" fmla="*/ 9023 h 10000"/>
              <a:gd name="connsiteX89-13439" fmla="*/ 163 w 10000"/>
              <a:gd name="connsiteY89-13440" fmla="*/ 8919 h 10000"/>
              <a:gd name="connsiteX90-13441" fmla="*/ 296 w 10000"/>
              <a:gd name="connsiteY90-13442" fmla="*/ 8794 h 10000"/>
              <a:gd name="connsiteX91-13443" fmla="*/ 594 w 10000"/>
              <a:gd name="connsiteY91-13444" fmla="*/ 8690 h 10000"/>
              <a:gd name="connsiteX92-13445" fmla="*/ 865 w 10000"/>
              <a:gd name="connsiteY92-13446" fmla="*/ 8586 h 10000"/>
              <a:gd name="connsiteX93-13447" fmla="*/ 1000 w 10000"/>
              <a:gd name="connsiteY93-13448" fmla="*/ 8462 h 10000"/>
              <a:gd name="connsiteX94-13449" fmla="*/ 1161 w 10000"/>
              <a:gd name="connsiteY94-13450" fmla="*/ 8358 h 10000"/>
              <a:gd name="connsiteX95-13451" fmla="*/ 1432 w 10000"/>
              <a:gd name="connsiteY95-13452" fmla="*/ 8254 h 10000"/>
              <a:gd name="connsiteX96-13453" fmla="*/ 1728 w 10000"/>
              <a:gd name="connsiteY96-13454" fmla="*/ 8025 h 10000"/>
              <a:gd name="connsiteX97-13455" fmla="*/ 1865 w 10000"/>
              <a:gd name="connsiteY97-13456" fmla="*/ 7921 h 10000"/>
              <a:gd name="connsiteX98-13457" fmla="*/ 2162 w 10000"/>
              <a:gd name="connsiteY98-13458" fmla="*/ 7692 h 10000"/>
              <a:gd name="connsiteX99-13459" fmla="*/ 2432 w 10000"/>
              <a:gd name="connsiteY99-13460" fmla="*/ 7484 h 10000"/>
              <a:gd name="connsiteX100-13461" fmla="*/ 2432 w 10000"/>
              <a:gd name="connsiteY100-13462" fmla="*/ 7484 h 10000"/>
              <a:gd name="connsiteX0-13463" fmla="*/ 2432 w 10000"/>
              <a:gd name="connsiteY0-13464" fmla="*/ 7484 h 10000"/>
              <a:gd name="connsiteX1-13465" fmla="*/ 2730 w 10000"/>
              <a:gd name="connsiteY1-13466" fmla="*/ 7152 h 10000"/>
              <a:gd name="connsiteX2-13467" fmla="*/ 3135 w 10000"/>
              <a:gd name="connsiteY2-13468" fmla="*/ 6819 h 10000"/>
              <a:gd name="connsiteX3-13469" fmla="*/ 3433 w 10000"/>
              <a:gd name="connsiteY3-13470" fmla="*/ 6486 h 10000"/>
              <a:gd name="connsiteX4-13471" fmla="*/ 3864 w 10000"/>
              <a:gd name="connsiteY4-13472" fmla="*/ 6050 h 10000"/>
              <a:gd name="connsiteX5-13473" fmla="*/ 4296 w 10000"/>
              <a:gd name="connsiteY5-13474" fmla="*/ 5509 h 10000"/>
              <a:gd name="connsiteX6-13475" fmla="*/ 4729 w 10000"/>
              <a:gd name="connsiteY6-13476" fmla="*/ 4948 h 10000"/>
              <a:gd name="connsiteX7-13477" fmla="*/ 5135 w 10000"/>
              <a:gd name="connsiteY7-13478" fmla="*/ 4304 h 10000"/>
              <a:gd name="connsiteX8-13479" fmla="*/ 5702 w 10000"/>
              <a:gd name="connsiteY8-13480" fmla="*/ 3638 h 10000"/>
              <a:gd name="connsiteX9-13481" fmla="*/ 6136 w 10000"/>
              <a:gd name="connsiteY9-13482" fmla="*/ 2973 h 10000"/>
              <a:gd name="connsiteX10-13483" fmla="*/ 6567 w 10000"/>
              <a:gd name="connsiteY10-13484" fmla="*/ 2432 h 10000"/>
              <a:gd name="connsiteX11-13485" fmla="*/ 6865 w 10000"/>
              <a:gd name="connsiteY11-13486" fmla="*/ 1871 h 10000"/>
              <a:gd name="connsiteX12-13487" fmla="*/ 7134 w 10000"/>
              <a:gd name="connsiteY12-13488" fmla="*/ 1435 h 10000"/>
              <a:gd name="connsiteX13-13489" fmla="*/ 7271 w 10000"/>
              <a:gd name="connsiteY13-13490" fmla="*/ 1102 h 10000"/>
              <a:gd name="connsiteX14-13491" fmla="*/ 7432 w 10000"/>
              <a:gd name="connsiteY14-13492" fmla="*/ 769 h 10000"/>
              <a:gd name="connsiteX15-13493" fmla="*/ 7432 w 10000"/>
              <a:gd name="connsiteY15-13494" fmla="*/ 665 h 10000"/>
              <a:gd name="connsiteX16-13495" fmla="*/ 7432 w 10000"/>
              <a:gd name="connsiteY16-13496" fmla="*/ 437 h 10000"/>
              <a:gd name="connsiteX17-13497" fmla="*/ 7271 w 10000"/>
              <a:gd name="connsiteY17-13498" fmla="*/ 437 h 10000"/>
              <a:gd name="connsiteX18-13499" fmla="*/ 7271 w 10000"/>
              <a:gd name="connsiteY18-13500" fmla="*/ 333 h 10000"/>
              <a:gd name="connsiteX19-13501" fmla="*/ 7134 w 10000"/>
              <a:gd name="connsiteY19-13502" fmla="*/ 229 h 10000"/>
              <a:gd name="connsiteX20-13503" fmla="*/ 7134 w 10000"/>
              <a:gd name="connsiteY20-13504" fmla="*/ 229 h 10000"/>
              <a:gd name="connsiteX21-13505" fmla="*/ 7134 w 10000"/>
              <a:gd name="connsiteY21-13506" fmla="*/ 125 h 10000"/>
              <a:gd name="connsiteX22-13507" fmla="*/ 7134 w 10000"/>
              <a:gd name="connsiteY22-13508" fmla="*/ 0 h 10000"/>
              <a:gd name="connsiteX23-13509" fmla="*/ 7271 w 10000"/>
              <a:gd name="connsiteY23-13510" fmla="*/ 0 h 10000"/>
              <a:gd name="connsiteX24-13511" fmla="*/ 7568 w 10000"/>
              <a:gd name="connsiteY24-13512" fmla="*/ 0 h 10000"/>
              <a:gd name="connsiteX25-13513" fmla="*/ 7864 w 10000"/>
              <a:gd name="connsiteY25-13514" fmla="*/ 0 h 10000"/>
              <a:gd name="connsiteX26-13515" fmla="*/ 8270 w 10000"/>
              <a:gd name="connsiteY26-13516" fmla="*/ 0 h 10000"/>
              <a:gd name="connsiteX27-13517" fmla="*/ 8566 w 10000"/>
              <a:gd name="connsiteY27-13518" fmla="*/ 125 h 10000"/>
              <a:gd name="connsiteX28-13519" fmla="*/ 9000 w 10000"/>
              <a:gd name="connsiteY28-13520" fmla="*/ 229 h 10000"/>
              <a:gd name="connsiteX29-13521" fmla="*/ 9270 w 10000"/>
              <a:gd name="connsiteY29-13522" fmla="*/ 333 h 10000"/>
              <a:gd name="connsiteX30-13523" fmla="*/ 9568 w 10000"/>
              <a:gd name="connsiteY30-13524" fmla="*/ 437 h 10000"/>
              <a:gd name="connsiteX31-13525" fmla="*/ 9839 w 10000"/>
              <a:gd name="connsiteY31-13526" fmla="*/ 665 h 10000"/>
              <a:gd name="connsiteX32-13527" fmla="*/ 10000 w 10000"/>
              <a:gd name="connsiteY32-13528" fmla="*/ 769 h 10000"/>
              <a:gd name="connsiteX33-13529" fmla="*/ 10000 w 10000"/>
              <a:gd name="connsiteY33-13530" fmla="*/ 894 h 10000"/>
              <a:gd name="connsiteX34-13531" fmla="*/ 10000 w 10000"/>
              <a:gd name="connsiteY34-13532" fmla="*/ 998 h 10000"/>
              <a:gd name="connsiteX35-13533" fmla="*/ 10000 w 10000"/>
              <a:gd name="connsiteY35-13534" fmla="*/ 1206 h 10000"/>
              <a:gd name="connsiteX36-13535" fmla="*/ 9839 w 10000"/>
              <a:gd name="connsiteY36-13536" fmla="*/ 1331 h 10000"/>
              <a:gd name="connsiteX37-13537" fmla="*/ 9702 w 10000"/>
              <a:gd name="connsiteY37-13538" fmla="*/ 1538 h 10000"/>
              <a:gd name="connsiteX38-13539" fmla="*/ 9433 w 10000"/>
              <a:gd name="connsiteY38-13540" fmla="*/ 1767 h 10000"/>
              <a:gd name="connsiteX39-13541" fmla="*/ 9135 w 10000"/>
              <a:gd name="connsiteY39-13542" fmla="*/ 1975 h 10000"/>
              <a:gd name="connsiteX40-13543" fmla="*/ 9000 w 10000"/>
              <a:gd name="connsiteY40-13544" fmla="*/ 2204 h 10000"/>
              <a:gd name="connsiteX41-13545" fmla="*/ 8703 w 10000"/>
              <a:gd name="connsiteY41-13546" fmla="*/ 2432 h 10000"/>
              <a:gd name="connsiteX42-13547" fmla="*/ 8433 w 10000"/>
              <a:gd name="connsiteY42-13548" fmla="*/ 2744 h 10000"/>
              <a:gd name="connsiteX43-13549" fmla="*/ 8135 w 10000"/>
              <a:gd name="connsiteY43-13550" fmla="*/ 3077 h 10000"/>
              <a:gd name="connsiteX44-13551" fmla="*/ 7703 w 10000"/>
              <a:gd name="connsiteY44-13552" fmla="*/ 3514 h 10000"/>
              <a:gd name="connsiteX45-13553" fmla="*/ 7432 w 10000"/>
              <a:gd name="connsiteY45-13554" fmla="*/ 3971 h 10000"/>
              <a:gd name="connsiteX46-13555" fmla="*/ 7001 w 10000"/>
              <a:gd name="connsiteY46-13556" fmla="*/ 4407 h 10000"/>
              <a:gd name="connsiteX47-13557" fmla="*/ 6432 w 10000"/>
              <a:gd name="connsiteY47-13558" fmla="*/ 4948 h 10000"/>
              <a:gd name="connsiteX48-13559" fmla="*/ 5999 w 10000"/>
              <a:gd name="connsiteY48-13560" fmla="*/ 5385 h 10000"/>
              <a:gd name="connsiteX49-13561" fmla="*/ 5702 w 10000"/>
              <a:gd name="connsiteY49-13562" fmla="*/ 5842 h 10000"/>
              <a:gd name="connsiteX50-13563" fmla="*/ 5298 w 10000"/>
              <a:gd name="connsiteY50-13564" fmla="*/ 6279 h 10000"/>
              <a:gd name="connsiteX51-13565" fmla="*/ 4865 w 10000"/>
              <a:gd name="connsiteY51-13566" fmla="*/ 6611 h 10000"/>
              <a:gd name="connsiteX52-13567" fmla="*/ 4567 w 10000"/>
              <a:gd name="connsiteY52-13568" fmla="*/ 6923 h 10000"/>
              <a:gd name="connsiteX53-13569" fmla="*/ 4296 w 10000"/>
              <a:gd name="connsiteY53-13570" fmla="*/ 7256 h 10000"/>
              <a:gd name="connsiteX54-13571" fmla="*/ 4000 w 10000"/>
              <a:gd name="connsiteY54-13572" fmla="*/ 7484 h 10000"/>
              <a:gd name="connsiteX55-13573" fmla="*/ 3729 w 10000"/>
              <a:gd name="connsiteY55-13574" fmla="*/ 7692 h 10000"/>
              <a:gd name="connsiteX56-13575" fmla="*/ 3433 w 10000"/>
              <a:gd name="connsiteY56-13576" fmla="*/ 7921 h 10000"/>
              <a:gd name="connsiteX57-13577" fmla="*/ 3297 w 10000"/>
              <a:gd name="connsiteY57-13578" fmla="*/ 8150 h 10000"/>
              <a:gd name="connsiteX58-13579" fmla="*/ 3135 w 10000"/>
              <a:gd name="connsiteY58-13580" fmla="*/ 8254 h 10000"/>
              <a:gd name="connsiteX59-13581" fmla="*/ 3001 w 10000"/>
              <a:gd name="connsiteY59-13582" fmla="*/ 8358 h 10000"/>
              <a:gd name="connsiteX60-13583" fmla="*/ 2864 w 10000"/>
              <a:gd name="connsiteY60-13584" fmla="*/ 8462 h 10000"/>
              <a:gd name="connsiteX61-13585" fmla="*/ 2864 w 10000"/>
              <a:gd name="connsiteY61-13586" fmla="*/ 8586 h 10000"/>
              <a:gd name="connsiteX62-13587" fmla="*/ 2864 w 10000"/>
              <a:gd name="connsiteY62-13588" fmla="*/ 8586 h 10000"/>
              <a:gd name="connsiteX63-13589" fmla="*/ 3001 w 10000"/>
              <a:gd name="connsiteY63-13590" fmla="*/ 8586 h 10000"/>
              <a:gd name="connsiteX64-13591" fmla="*/ 3135 w 10000"/>
              <a:gd name="connsiteY64-13592" fmla="*/ 8690 h 10000"/>
              <a:gd name="connsiteX65-13593" fmla="*/ 3297 w 10000"/>
              <a:gd name="connsiteY65-13594" fmla="*/ 8690 h 10000"/>
              <a:gd name="connsiteX66-13595" fmla="*/ 4135 w 10000"/>
              <a:gd name="connsiteY66-13596" fmla="*/ 9356 h 10000"/>
              <a:gd name="connsiteX67-13597" fmla="*/ 3729 w 10000"/>
              <a:gd name="connsiteY67-13598" fmla="*/ 9356 h 10000"/>
              <a:gd name="connsiteX68-13599" fmla="*/ 3433 w 10000"/>
              <a:gd name="connsiteY68-13600" fmla="*/ 9459 h 10000"/>
              <a:gd name="connsiteX69-13601" fmla="*/ 3001 w 10000"/>
              <a:gd name="connsiteY69-13602" fmla="*/ 9459 h 10000"/>
              <a:gd name="connsiteX70-13603" fmla="*/ 2730 w 10000"/>
              <a:gd name="connsiteY70-13604" fmla="*/ 9563 h 10000"/>
              <a:gd name="connsiteX71-13605" fmla="*/ 2297 w 10000"/>
              <a:gd name="connsiteY71-13606" fmla="*/ 9688 h 10000"/>
              <a:gd name="connsiteX72-13607" fmla="*/ 1999 w 10000"/>
              <a:gd name="connsiteY72-13608" fmla="*/ 9688 h 10000"/>
              <a:gd name="connsiteX73-13609" fmla="*/ 1865 w 10000"/>
              <a:gd name="connsiteY73-13610" fmla="*/ 9792 h 10000"/>
              <a:gd name="connsiteX74-13611" fmla="*/ 1569 w 10000"/>
              <a:gd name="connsiteY74-13612" fmla="*/ 9792 h 10000"/>
              <a:gd name="connsiteX75-13613" fmla="*/ 1432 w 10000"/>
              <a:gd name="connsiteY75-13614" fmla="*/ 9896 h 10000"/>
              <a:gd name="connsiteX76-13615" fmla="*/ 1298 w 10000"/>
              <a:gd name="connsiteY76-13616" fmla="*/ 9896 h 10000"/>
              <a:gd name="connsiteX77-13617" fmla="*/ 1161 w 10000"/>
              <a:gd name="connsiteY77-13618" fmla="*/ 9896 h 10000"/>
              <a:gd name="connsiteX78-13619" fmla="*/ 865 w 10000"/>
              <a:gd name="connsiteY78-13620" fmla="*/ 10000 h 10000"/>
              <a:gd name="connsiteX79-13621" fmla="*/ 730 w 10000"/>
              <a:gd name="connsiteY79-13622" fmla="*/ 9896 h 10000"/>
              <a:gd name="connsiteX80-13623" fmla="*/ 594 w 10000"/>
              <a:gd name="connsiteY80-13624" fmla="*/ 9896 h 10000"/>
              <a:gd name="connsiteX81-13625" fmla="*/ 433 w 10000"/>
              <a:gd name="connsiteY81-13626" fmla="*/ 9792 h 10000"/>
              <a:gd name="connsiteX82-13627" fmla="*/ 296 w 10000"/>
              <a:gd name="connsiteY82-13628" fmla="*/ 9563 h 10000"/>
              <a:gd name="connsiteX83-13629" fmla="*/ 163 w 10000"/>
              <a:gd name="connsiteY83-13630" fmla="*/ 9356 h 10000"/>
              <a:gd name="connsiteX84-13631" fmla="*/ 0 w 10000"/>
              <a:gd name="connsiteY84-13632" fmla="*/ 9231 h 10000"/>
              <a:gd name="connsiteX85-13633" fmla="*/ 0 w 10000"/>
              <a:gd name="connsiteY85-13634" fmla="*/ 9127 h 10000"/>
              <a:gd name="connsiteX86-13635" fmla="*/ 0 w 10000"/>
              <a:gd name="connsiteY86-13636" fmla="*/ 9023 h 10000"/>
              <a:gd name="connsiteX87-13637" fmla="*/ 0 w 10000"/>
              <a:gd name="connsiteY87-13638" fmla="*/ 9023 h 10000"/>
              <a:gd name="connsiteX88-13639" fmla="*/ 163 w 10000"/>
              <a:gd name="connsiteY88-13640" fmla="*/ 8919 h 10000"/>
              <a:gd name="connsiteX89-13641" fmla="*/ 296 w 10000"/>
              <a:gd name="connsiteY89-13642" fmla="*/ 8794 h 10000"/>
              <a:gd name="connsiteX90-13643" fmla="*/ 594 w 10000"/>
              <a:gd name="connsiteY90-13644" fmla="*/ 8690 h 10000"/>
              <a:gd name="connsiteX91-13645" fmla="*/ 865 w 10000"/>
              <a:gd name="connsiteY91-13646" fmla="*/ 8586 h 10000"/>
              <a:gd name="connsiteX92-13647" fmla="*/ 1000 w 10000"/>
              <a:gd name="connsiteY92-13648" fmla="*/ 8462 h 10000"/>
              <a:gd name="connsiteX93-13649" fmla="*/ 1161 w 10000"/>
              <a:gd name="connsiteY93-13650" fmla="*/ 8358 h 10000"/>
              <a:gd name="connsiteX94-13651" fmla="*/ 1432 w 10000"/>
              <a:gd name="connsiteY94-13652" fmla="*/ 8254 h 10000"/>
              <a:gd name="connsiteX95-13653" fmla="*/ 1728 w 10000"/>
              <a:gd name="connsiteY95-13654" fmla="*/ 8025 h 10000"/>
              <a:gd name="connsiteX96-13655" fmla="*/ 1865 w 10000"/>
              <a:gd name="connsiteY96-13656" fmla="*/ 7921 h 10000"/>
              <a:gd name="connsiteX97-13657" fmla="*/ 2162 w 10000"/>
              <a:gd name="connsiteY97-13658" fmla="*/ 7692 h 10000"/>
              <a:gd name="connsiteX98-13659" fmla="*/ 2432 w 10000"/>
              <a:gd name="connsiteY98-13660" fmla="*/ 7484 h 10000"/>
              <a:gd name="connsiteX99-13661" fmla="*/ 2432 w 10000"/>
              <a:gd name="connsiteY99-13662" fmla="*/ 7484 h 10000"/>
              <a:gd name="connsiteX0-13663" fmla="*/ 2432 w 10000"/>
              <a:gd name="connsiteY0-13664" fmla="*/ 7484 h 10000"/>
              <a:gd name="connsiteX1-13665" fmla="*/ 2730 w 10000"/>
              <a:gd name="connsiteY1-13666" fmla="*/ 7152 h 10000"/>
              <a:gd name="connsiteX2-13667" fmla="*/ 3135 w 10000"/>
              <a:gd name="connsiteY2-13668" fmla="*/ 6819 h 10000"/>
              <a:gd name="connsiteX3-13669" fmla="*/ 3433 w 10000"/>
              <a:gd name="connsiteY3-13670" fmla="*/ 6486 h 10000"/>
              <a:gd name="connsiteX4-13671" fmla="*/ 3864 w 10000"/>
              <a:gd name="connsiteY4-13672" fmla="*/ 6050 h 10000"/>
              <a:gd name="connsiteX5-13673" fmla="*/ 4296 w 10000"/>
              <a:gd name="connsiteY5-13674" fmla="*/ 5509 h 10000"/>
              <a:gd name="connsiteX6-13675" fmla="*/ 4729 w 10000"/>
              <a:gd name="connsiteY6-13676" fmla="*/ 4948 h 10000"/>
              <a:gd name="connsiteX7-13677" fmla="*/ 5135 w 10000"/>
              <a:gd name="connsiteY7-13678" fmla="*/ 4304 h 10000"/>
              <a:gd name="connsiteX8-13679" fmla="*/ 5702 w 10000"/>
              <a:gd name="connsiteY8-13680" fmla="*/ 3638 h 10000"/>
              <a:gd name="connsiteX9-13681" fmla="*/ 6136 w 10000"/>
              <a:gd name="connsiteY9-13682" fmla="*/ 2973 h 10000"/>
              <a:gd name="connsiteX10-13683" fmla="*/ 6567 w 10000"/>
              <a:gd name="connsiteY10-13684" fmla="*/ 2432 h 10000"/>
              <a:gd name="connsiteX11-13685" fmla="*/ 6865 w 10000"/>
              <a:gd name="connsiteY11-13686" fmla="*/ 1871 h 10000"/>
              <a:gd name="connsiteX12-13687" fmla="*/ 7134 w 10000"/>
              <a:gd name="connsiteY12-13688" fmla="*/ 1435 h 10000"/>
              <a:gd name="connsiteX13-13689" fmla="*/ 7271 w 10000"/>
              <a:gd name="connsiteY13-13690" fmla="*/ 1102 h 10000"/>
              <a:gd name="connsiteX14-13691" fmla="*/ 7432 w 10000"/>
              <a:gd name="connsiteY14-13692" fmla="*/ 769 h 10000"/>
              <a:gd name="connsiteX15-13693" fmla="*/ 7432 w 10000"/>
              <a:gd name="connsiteY15-13694" fmla="*/ 665 h 10000"/>
              <a:gd name="connsiteX16-13695" fmla="*/ 7432 w 10000"/>
              <a:gd name="connsiteY16-13696" fmla="*/ 437 h 10000"/>
              <a:gd name="connsiteX17-13697" fmla="*/ 7271 w 10000"/>
              <a:gd name="connsiteY17-13698" fmla="*/ 437 h 10000"/>
              <a:gd name="connsiteX18-13699" fmla="*/ 7271 w 10000"/>
              <a:gd name="connsiteY18-13700" fmla="*/ 333 h 10000"/>
              <a:gd name="connsiteX19-13701" fmla="*/ 7134 w 10000"/>
              <a:gd name="connsiteY19-13702" fmla="*/ 229 h 10000"/>
              <a:gd name="connsiteX20-13703" fmla="*/ 7134 w 10000"/>
              <a:gd name="connsiteY20-13704" fmla="*/ 229 h 10000"/>
              <a:gd name="connsiteX21-13705" fmla="*/ 7134 w 10000"/>
              <a:gd name="connsiteY21-13706" fmla="*/ 125 h 10000"/>
              <a:gd name="connsiteX22-13707" fmla="*/ 7134 w 10000"/>
              <a:gd name="connsiteY22-13708" fmla="*/ 0 h 10000"/>
              <a:gd name="connsiteX23-13709" fmla="*/ 7271 w 10000"/>
              <a:gd name="connsiteY23-13710" fmla="*/ 0 h 10000"/>
              <a:gd name="connsiteX24-13711" fmla="*/ 7568 w 10000"/>
              <a:gd name="connsiteY24-13712" fmla="*/ 0 h 10000"/>
              <a:gd name="connsiteX25-13713" fmla="*/ 7864 w 10000"/>
              <a:gd name="connsiteY25-13714" fmla="*/ 0 h 10000"/>
              <a:gd name="connsiteX26-13715" fmla="*/ 8270 w 10000"/>
              <a:gd name="connsiteY26-13716" fmla="*/ 0 h 10000"/>
              <a:gd name="connsiteX27-13717" fmla="*/ 8566 w 10000"/>
              <a:gd name="connsiteY27-13718" fmla="*/ 125 h 10000"/>
              <a:gd name="connsiteX28-13719" fmla="*/ 9000 w 10000"/>
              <a:gd name="connsiteY28-13720" fmla="*/ 229 h 10000"/>
              <a:gd name="connsiteX29-13721" fmla="*/ 9270 w 10000"/>
              <a:gd name="connsiteY29-13722" fmla="*/ 333 h 10000"/>
              <a:gd name="connsiteX30-13723" fmla="*/ 9568 w 10000"/>
              <a:gd name="connsiteY30-13724" fmla="*/ 437 h 10000"/>
              <a:gd name="connsiteX31-13725" fmla="*/ 9839 w 10000"/>
              <a:gd name="connsiteY31-13726" fmla="*/ 665 h 10000"/>
              <a:gd name="connsiteX32-13727" fmla="*/ 10000 w 10000"/>
              <a:gd name="connsiteY32-13728" fmla="*/ 769 h 10000"/>
              <a:gd name="connsiteX33-13729" fmla="*/ 10000 w 10000"/>
              <a:gd name="connsiteY33-13730" fmla="*/ 894 h 10000"/>
              <a:gd name="connsiteX34-13731" fmla="*/ 10000 w 10000"/>
              <a:gd name="connsiteY34-13732" fmla="*/ 998 h 10000"/>
              <a:gd name="connsiteX35-13733" fmla="*/ 10000 w 10000"/>
              <a:gd name="connsiteY35-13734" fmla="*/ 1206 h 10000"/>
              <a:gd name="connsiteX36-13735" fmla="*/ 9839 w 10000"/>
              <a:gd name="connsiteY36-13736" fmla="*/ 1331 h 10000"/>
              <a:gd name="connsiteX37-13737" fmla="*/ 9702 w 10000"/>
              <a:gd name="connsiteY37-13738" fmla="*/ 1538 h 10000"/>
              <a:gd name="connsiteX38-13739" fmla="*/ 9433 w 10000"/>
              <a:gd name="connsiteY38-13740" fmla="*/ 1767 h 10000"/>
              <a:gd name="connsiteX39-13741" fmla="*/ 9135 w 10000"/>
              <a:gd name="connsiteY39-13742" fmla="*/ 1975 h 10000"/>
              <a:gd name="connsiteX40-13743" fmla="*/ 9000 w 10000"/>
              <a:gd name="connsiteY40-13744" fmla="*/ 2204 h 10000"/>
              <a:gd name="connsiteX41-13745" fmla="*/ 8703 w 10000"/>
              <a:gd name="connsiteY41-13746" fmla="*/ 2432 h 10000"/>
              <a:gd name="connsiteX42-13747" fmla="*/ 8433 w 10000"/>
              <a:gd name="connsiteY42-13748" fmla="*/ 2744 h 10000"/>
              <a:gd name="connsiteX43-13749" fmla="*/ 8135 w 10000"/>
              <a:gd name="connsiteY43-13750" fmla="*/ 3077 h 10000"/>
              <a:gd name="connsiteX44-13751" fmla="*/ 7703 w 10000"/>
              <a:gd name="connsiteY44-13752" fmla="*/ 3514 h 10000"/>
              <a:gd name="connsiteX45-13753" fmla="*/ 7432 w 10000"/>
              <a:gd name="connsiteY45-13754" fmla="*/ 3971 h 10000"/>
              <a:gd name="connsiteX46-13755" fmla="*/ 7001 w 10000"/>
              <a:gd name="connsiteY46-13756" fmla="*/ 4407 h 10000"/>
              <a:gd name="connsiteX47-13757" fmla="*/ 6432 w 10000"/>
              <a:gd name="connsiteY47-13758" fmla="*/ 4948 h 10000"/>
              <a:gd name="connsiteX48-13759" fmla="*/ 5999 w 10000"/>
              <a:gd name="connsiteY48-13760" fmla="*/ 5385 h 10000"/>
              <a:gd name="connsiteX49-13761" fmla="*/ 5702 w 10000"/>
              <a:gd name="connsiteY49-13762" fmla="*/ 5842 h 10000"/>
              <a:gd name="connsiteX50-13763" fmla="*/ 5298 w 10000"/>
              <a:gd name="connsiteY50-13764" fmla="*/ 6279 h 10000"/>
              <a:gd name="connsiteX51-13765" fmla="*/ 4865 w 10000"/>
              <a:gd name="connsiteY51-13766" fmla="*/ 6611 h 10000"/>
              <a:gd name="connsiteX52-13767" fmla="*/ 4567 w 10000"/>
              <a:gd name="connsiteY52-13768" fmla="*/ 6923 h 10000"/>
              <a:gd name="connsiteX53-13769" fmla="*/ 4296 w 10000"/>
              <a:gd name="connsiteY53-13770" fmla="*/ 7256 h 10000"/>
              <a:gd name="connsiteX54-13771" fmla="*/ 4000 w 10000"/>
              <a:gd name="connsiteY54-13772" fmla="*/ 7484 h 10000"/>
              <a:gd name="connsiteX55-13773" fmla="*/ 3729 w 10000"/>
              <a:gd name="connsiteY55-13774" fmla="*/ 7692 h 10000"/>
              <a:gd name="connsiteX56-13775" fmla="*/ 3433 w 10000"/>
              <a:gd name="connsiteY56-13776" fmla="*/ 7921 h 10000"/>
              <a:gd name="connsiteX57-13777" fmla="*/ 3297 w 10000"/>
              <a:gd name="connsiteY57-13778" fmla="*/ 8150 h 10000"/>
              <a:gd name="connsiteX58-13779" fmla="*/ 3135 w 10000"/>
              <a:gd name="connsiteY58-13780" fmla="*/ 8254 h 10000"/>
              <a:gd name="connsiteX59-13781" fmla="*/ 3001 w 10000"/>
              <a:gd name="connsiteY59-13782" fmla="*/ 8358 h 10000"/>
              <a:gd name="connsiteX60-13783" fmla="*/ 2864 w 10000"/>
              <a:gd name="connsiteY60-13784" fmla="*/ 8462 h 10000"/>
              <a:gd name="connsiteX61-13785" fmla="*/ 2864 w 10000"/>
              <a:gd name="connsiteY61-13786" fmla="*/ 8586 h 10000"/>
              <a:gd name="connsiteX62-13787" fmla="*/ 2864 w 10000"/>
              <a:gd name="connsiteY62-13788" fmla="*/ 8586 h 10000"/>
              <a:gd name="connsiteX63-13789" fmla="*/ 3001 w 10000"/>
              <a:gd name="connsiteY63-13790" fmla="*/ 8586 h 10000"/>
              <a:gd name="connsiteX64-13791" fmla="*/ 3135 w 10000"/>
              <a:gd name="connsiteY64-13792" fmla="*/ 8690 h 10000"/>
              <a:gd name="connsiteX65-13793" fmla="*/ 3297 w 10000"/>
              <a:gd name="connsiteY65-13794" fmla="*/ 8690 h 10000"/>
              <a:gd name="connsiteX66-13795" fmla="*/ 3729 w 10000"/>
              <a:gd name="connsiteY66-13796" fmla="*/ 9356 h 10000"/>
              <a:gd name="connsiteX67-13797" fmla="*/ 3433 w 10000"/>
              <a:gd name="connsiteY67-13798" fmla="*/ 9459 h 10000"/>
              <a:gd name="connsiteX68-13799" fmla="*/ 3001 w 10000"/>
              <a:gd name="connsiteY68-13800" fmla="*/ 9459 h 10000"/>
              <a:gd name="connsiteX69-13801" fmla="*/ 2730 w 10000"/>
              <a:gd name="connsiteY69-13802" fmla="*/ 9563 h 10000"/>
              <a:gd name="connsiteX70-13803" fmla="*/ 2297 w 10000"/>
              <a:gd name="connsiteY70-13804" fmla="*/ 9688 h 10000"/>
              <a:gd name="connsiteX71-13805" fmla="*/ 1999 w 10000"/>
              <a:gd name="connsiteY71-13806" fmla="*/ 9688 h 10000"/>
              <a:gd name="connsiteX72-13807" fmla="*/ 1865 w 10000"/>
              <a:gd name="connsiteY72-13808" fmla="*/ 9792 h 10000"/>
              <a:gd name="connsiteX73-13809" fmla="*/ 1569 w 10000"/>
              <a:gd name="connsiteY73-13810" fmla="*/ 9792 h 10000"/>
              <a:gd name="connsiteX74-13811" fmla="*/ 1432 w 10000"/>
              <a:gd name="connsiteY74-13812" fmla="*/ 9896 h 10000"/>
              <a:gd name="connsiteX75-13813" fmla="*/ 1298 w 10000"/>
              <a:gd name="connsiteY75-13814" fmla="*/ 9896 h 10000"/>
              <a:gd name="connsiteX76-13815" fmla="*/ 1161 w 10000"/>
              <a:gd name="connsiteY76-13816" fmla="*/ 9896 h 10000"/>
              <a:gd name="connsiteX77-13817" fmla="*/ 865 w 10000"/>
              <a:gd name="connsiteY77-13818" fmla="*/ 10000 h 10000"/>
              <a:gd name="connsiteX78-13819" fmla="*/ 730 w 10000"/>
              <a:gd name="connsiteY78-13820" fmla="*/ 9896 h 10000"/>
              <a:gd name="connsiteX79-13821" fmla="*/ 594 w 10000"/>
              <a:gd name="connsiteY79-13822" fmla="*/ 9896 h 10000"/>
              <a:gd name="connsiteX80-13823" fmla="*/ 433 w 10000"/>
              <a:gd name="connsiteY80-13824" fmla="*/ 9792 h 10000"/>
              <a:gd name="connsiteX81-13825" fmla="*/ 296 w 10000"/>
              <a:gd name="connsiteY81-13826" fmla="*/ 9563 h 10000"/>
              <a:gd name="connsiteX82-13827" fmla="*/ 163 w 10000"/>
              <a:gd name="connsiteY82-13828" fmla="*/ 9356 h 10000"/>
              <a:gd name="connsiteX83-13829" fmla="*/ 0 w 10000"/>
              <a:gd name="connsiteY83-13830" fmla="*/ 9231 h 10000"/>
              <a:gd name="connsiteX84-13831" fmla="*/ 0 w 10000"/>
              <a:gd name="connsiteY84-13832" fmla="*/ 9127 h 10000"/>
              <a:gd name="connsiteX85-13833" fmla="*/ 0 w 10000"/>
              <a:gd name="connsiteY85-13834" fmla="*/ 9023 h 10000"/>
              <a:gd name="connsiteX86-13835" fmla="*/ 0 w 10000"/>
              <a:gd name="connsiteY86-13836" fmla="*/ 9023 h 10000"/>
              <a:gd name="connsiteX87-13837" fmla="*/ 163 w 10000"/>
              <a:gd name="connsiteY87-13838" fmla="*/ 8919 h 10000"/>
              <a:gd name="connsiteX88-13839" fmla="*/ 296 w 10000"/>
              <a:gd name="connsiteY88-13840" fmla="*/ 8794 h 10000"/>
              <a:gd name="connsiteX89-13841" fmla="*/ 594 w 10000"/>
              <a:gd name="connsiteY89-13842" fmla="*/ 8690 h 10000"/>
              <a:gd name="connsiteX90-13843" fmla="*/ 865 w 10000"/>
              <a:gd name="connsiteY90-13844" fmla="*/ 8586 h 10000"/>
              <a:gd name="connsiteX91-13845" fmla="*/ 1000 w 10000"/>
              <a:gd name="connsiteY91-13846" fmla="*/ 8462 h 10000"/>
              <a:gd name="connsiteX92-13847" fmla="*/ 1161 w 10000"/>
              <a:gd name="connsiteY92-13848" fmla="*/ 8358 h 10000"/>
              <a:gd name="connsiteX93-13849" fmla="*/ 1432 w 10000"/>
              <a:gd name="connsiteY93-13850" fmla="*/ 8254 h 10000"/>
              <a:gd name="connsiteX94-13851" fmla="*/ 1728 w 10000"/>
              <a:gd name="connsiteY94-13852" fmla="*/ 8025 h 10000"/>
              <a:gd name="connsiteX95-13853" fmla="*/ 1865 w 10000"/>
              <a:gd name="connsiteY95-13854" fmla="*/ 7921 h 10000"/>
              <a:gd name="connsiteX96-13855" fmla="*/ 2162 w 10000"/>
              <a:gd name="connsiteY96-13856" fmla="*/ 7692 h 10000"/>
              <a:gd name="connsiteX97-13857" fmla="*/ 2432 w 10000"/>
              <a:gd name="connsiteY97-13858" fmla="*/ 7484 h 10000"/>
              <a:gd name="connsiteX98-13859" fmla="*/ 2432 w 10000"/>
              <a:gd name="connsiteY98-13860" fmla="*/ 7484 h 10000"/>
              <a:gd name="connsiteX0-13861" fmla="*/ 2432 w 10000"/>
              <a:gd name="connsiteY0-13862" fmla="*/ 7484 h 10000"/>
              <a:gd name="connsiteX1-13863" fmla="*/ 2730 w 10000"/>
              <a:gd name="connsiteY1-13864" fmla="*/ 7152 h 10000"/>
              <a:gd name="connsiteX2-13865" fmla="*/ 3135 w 10000"/>
              <a:gd name="connsiteY2-13866" fmla="*/ 6819 h 10000"/>
              <a:gd name="connsiteX3-13867" fmla="*/ 3433 w 10000"/>
              <a:gd name="connsiteY3-13868" fmla="*/ 6486 h 10000"/>
              <a:gd name="connsiteX4-13869" fmla="*/ 3864 w 10000"/>
              <a:gd name="connsiteY4-13870" fmla="*/ 6050 h 10000"/>
              <a:gd name="connsiteX5-13871" fmla="*/ 4296 w 10000"/>
              <a:gd name="connsiteY5-13872" fmla="*/ 5509 h 10000"/>
              <a:gd name="connsiteX6-13873" fmla="*/ 4729 w 10000"/>
              <a:gd name="connsiteY6-13874" fmla="*/ 4948 h 10000"/>
              <a:gd name="connsiteX7-13875" fmla="*/ 5135 w 10000"/>
              <a:gd name="connsiteY7-13876" fmla="*/ 4304 h 10000"/>
              <a:gd name="connsiteX8-13877" fmla="*/ 5702 w 10000"/>
              <a:gd name="connsiteY8-13878" fmla="*/ 3638 h 10000"/>
              <a:gd name="connsiteX9-13879" fmla="*/ 6136 w 10000"/>
              <a:gd name="connsiteY9-13880" fmla="*/ 2973 h 10000"/>
              <a:gd name="connsiteX10-13881" fmla="*/ 6567 w 10000"/>
              <a:gd name="connsiteY10-13882" fmla="*/ 2432 h 10000"/>
              <a:gd name="connsiteX11-13883" fmla="*/ 6865 w 10000"/>
              <a:gd name="connsiteY11-13884" fmla="*/ 1871 h 10000"/>
              <a:gd name="connsiteX12-13885" fmla="*/ 7134 w 10000"/>
              <a:gd name="connsiteY12-13886" fmla="*/ 1435 h 10000"/>
              <a:gd name="connsiteX13-13887" fmla="*/ 7271 w 10000"/>
              <a:gd name="connsiteY13-13888" fmla="*/ 1102 h 10000"/>
              <a:gd name="connsiteX14-13889" fmla="*/ 7432 w 10000"/>
              <a:gd name="connsiteY14-13890" fmla="*/ 769 h 10000"/>
              <a:gd name="connsiteX15-13891" fmla="*/ 7432 w 10000"/>
              <a:gd name="connsiteY15-13892" fmla="*/ 665 h 10000"/>
              <a:gd name="connsiteX16-13893" fmla="*/ 7432 w 10000"/>
              <a:gd name="connsiteY16-13894" fmla="*/ 437 h 10000"/>
              <a:gd name="connsiteX17-13895" fmla="*/ 7271 w 10000"/>
              <a:gd name="connsiteY17-13896" fmla="*/ 437 h 10000"/>
              <a:gd name="connsiteX18-13897" fmla="*/ 7271 w 10000"/>
              <a:gd name="connsiteY18-13898" fmla="*/ 333 h 10000"/>
              <a:gd name="connsiteX19-13899" fmla="*/ 7134 w 10000"/>
              <a:gd name="connsiteY19-13900" fmla="*/ 229 h 10000"/>
              <a:gd name="connsiteX20-13901" fmla="*/ 7134 w 10000"/>
              <a:gd name="connsiteY20-13902" fmla="*/ 229 h 10000"/>
              <a:gd name="connsiteX21-13903" fmla="*/ 7134 w 10000"/>
              <a:gd name="connsiteY21-13904" fmla="*/ 125 h 10000"/>
              <a:gd name="connsiteX22-13905" fmla="*/ 7134 w 10000"/>
              <a:gd name="connsiteY22-13906" fmla="*/ 0 h 10000"/>
              <a:gd name="connsiteX23-13907" fmla="*/ 7271 w 10000"/>
              <a:gd name="connsiteY23-13908" fmla="*/ 0 h 10000"/>
              <a:gd name="connsiteX24-13909" fmla="*/ 7568 w 10000"/>
              <a:gd name="connsiteY24-13910" fmla="*/ 0 h 10000"/>
              <a:gd name="connsiteX25-13911" fmla="*/ 7864 w 10000"/>
              <a:gd name="connsiteY25-13912" fmla="*/ 0 h 10000"/>
              <a:gd name="connsiteX26-13913" fmla="*/ 8270 w 10000"/>
              <a:gd name="connsiteY26-13914" fmla="*/ 0 h 10000"/>
              <a:gd name="connsiteX27-13915" fmla="*/ 8566 w 10000"/>
              <a:gd name="connsiteY27-13916" fmla="*/ 125 h 10000"/>
              <a:gd name="connsiteX28-13917" fmla="*/ 9000 w 10000"/>
              <a:gd name="connsiteY28-13918" fmla="*/ 229 h 10000"/>
              <a:gd name="connsiteX29-13919" fmla="*/ 9270 w 10000"/>
              <a:gd name="connsiteY29-13920" fmla="*/ 333 h 10000"/>
              <a:gd name="connsiteX30-13921" fmla="*/ 9568 w 10000"/>
              <a:gd name="connsiteY30-13922" fmla="*/ 437 h 10000"/>
              <a:gd name="connsiteX31-13923" fmla="*/ 9839 w 10000"/>
              <a:gd name="connsiteY31-13924" fmla="*/ 665 h 10000"/>
              <a:gd name="connsiteX32-13925" fmla="*/ 10000 w 10000"/>
              <a:gd name="connsiteY32-13926" fmla="*/ 769 h 10000"/>
              <a:gd name="connsiteX33-13927" fmla="*/ 10000 w 10000"/>
              <a:gd name="connsiteY33-13928" fmla="*/ 894 h 10000"/>
              <a:gd name="connsiteX34-13929" fmla="*/ 10000 w 10000"/>
              <a:gd name="connsiteY34-13930" fmla="*/ 998 h 10000"/>
              <a:gd name="connsiteX35-13931" fmla="*/ 10000 w 10000"/>
              <a:gd name="connsiteY35-13932" fmla="*/ 1206 h 10000"/>
              <a:gd name="connsiteX36-13933" fmla="*/ 9839 w 10000"/>
              <a:gd name="connsiteY36-13934" fmla="*/ 1331 h 10000"/>
              <a:gd name="connsiteX37-13935" fmla="*/ 9702 w 10000"/>
              <a:gd name="connsiteY37-13936" fmla="*/ 1538 h 10000"/>
              <a:gd name="connsiteX38-13937" fmla="*/ 9433 w 10000"/>
              <a:gd name="connsiteY38-13938" fmla="*/ 1767 h 10000"/>
              <a:gd name="connsiteX39-13939" fmla="*/ 9135 w 10000"/>
              <a:gd name="connsiteY39-13940" fmla="*/ 1975 h 10000"/>
              <a:gd name="connsiteX40-13941" fmla="*/ 9000 w 10000"/>
              <a:gd name="connsiteY40-13942" fmla="*/ 2204 h 10000"/>
              <a:gd name="connsiteX41-13943" fmla="*/ 8703 w 10000"/>
              <a:gd name="connsiteY41-13944" fmla="*/ 2432 h 10000"/>
              <a:gd name="connsiteX42-13945" fmla="*/ 8433 w 10000"/>
              <a:gd name="connsiteY42-13946" fmla="*/ 2744 h 10000"/>
              <a:gd name="connsiteX43-13947" fmla="*/ 8135 w 10000"/>
              <a:gd name="connsiteY43-13948" fmla="*/ 3077 h 10000"/>
              <a:gd name="connsiteX44-13949" fmla="*/ 7703 w 10000"/>
              <a:gd name="connsiteY44-13950" fmla="*/ 3514 h 10000"/>
              <a:gd name="connsiteX45-13951" fmla="*/ 7432 w 10000"/>
              <a:gd name="connsiteY45-13952" fmla="*/ 3971 h 10000"/>
              <a:gd name="connsiteX46-13953" fmla="*/ 7001 w 10000"/>
              <a:gd name="connsiteY46-13954" fmla="*/ 4407 h 10000"/>
              <a:gd name="connsiteX47-13955" fmla="*/ 6432 w 10000"/>
              <a:gd name="connsiteY47-13956" fmla="*/ 4948 h 10000"/>
              <a:gd name="connsiteX48-13957" fmla="*/ 5999 w 10000"/>
              <a:gd name="connsiteY48-13958" fmla="*/ 5385 h 10000"/>
              <a:gd name="connsiteX49-13959" fmla="*/ 5702 w 10000"/>
              <a:gd name="connsiteY49-13960" fmla="*/ 5842 h 10000"/>
              <a:gd name="connsiteX50-13961" fmla="*/ 5298 w 10000"/>
              <a:gd name="connsiteY50-13962" fmla="*/ 6279 h 10000"/>
              <a:gd name="connsiteX51-13963" fmla="*/ 4865 w 10000"/>
              <a:gd name="connsiteY51-13964" fmla="*/ 6611 h 10000"/>
              <a:gd name="connsiteX52-13965" fmla="*/ 4567 w 10000"/>
              <a:gd name="connsiteY52-13966" fmla="*/ 6923 h 10000"/>
              <a:gd name="connsiteX53-13967" fmla="*/ 4296 w 10000"/>
              <a:gd name="connsiteY53-13968" fmla="*/ 7256 h 10000"/>
              <a:gd name="connsiteX54-13969" fmla="*/ 4000 w 10000"/>
              <a:gd name="connsiteY54-13970" fmla="*/ 7484 h 10000"/>
              <a:gd name="connsiteX55-13971" fmla="*/ 3729 w 10000"/>
              <a:gd name="connsiteY55-13972" fmla="*/ 7692 h 10000"/>
              <a:gd name="connsiteX56-13973" fmla="*/ 3433 w 10000"/>
              <a:gd name="connsiteY56-13974" fmla="*/ 7921 h 10000"/>
              <a:gd name="connsiteX57-13975" fmla="*/ 3297 w 10000"/>
              <a:gd name="connsiteY57-13976" fmla="*/ 8150 h 10000"/>
              <a:gd name="connsiteX58-13977" fmla="*/ 3135 w 10000"/>
              <a:gd name="connsiteY58-13978" fmla="*/ 8254 h 10000"/>
              <a:gd name="connsiteX59-13979" fmla="*/ 3001 w 10000"/>
              <a:gd name="connsiteY59-13980" fmla="*/ 8358 h 10000"/>
              <a:gd name="connsiteX60-13981" fmla="*/ 2864 w 10000"/>
              <a:gd name="connsiteY60-13982" fmla="*/ 8462 h 10000"/>
              <a:gd name="connsiteX61-13983" fmla="*/ 2864 w 10000"/>
              <a:gd name="connsiteY61-13984" fmla="*/ 8586 h 10000"/>
              <a:gd name="connsiteX62-13985" fmla="*/ 2864 w 10000"/>
              <a:gd name="connsiteY62-13986" fmla="*/ 8586 h 10000"/>
              <a:gd name="connsiteX63-13987" fmla="*/ 3001 w 10000"/>
              <a:gd name="connsiteY63-13988" fmla="*/ 8586 h 10000"/>
              <a:gd name="connsiteX64-13989" fmla="*/ 3135 w 10000"/>
              <a:gd name="connsiteY64-13990" fmla="*/ 8690 h 10000"/>
              <a:gd name="connsiteX65-13991" fmla="*/ 3297 w 10000"/>
              <a:gd name="connsiteY65-13992" fmla="*/ 8690 h 10000"/>
              <a:gd name="connsiteX66-13993" fmla="*/ 3729 w 10000"/>
              <a:gd name="connsiteY66-13994" fmla="*/ 9356 h 10000"/>
              <a:gd name="connsiteX67-13995" fmla="*/ 3001 w 10000"/>
              <a:gd name="connsiteY67-13996" fmla="*/ 9459 h 10000"/>
              <a:gd name="connsiteX68-13997" fmla="*/ 2730 w 10000"/>
              <a:gd name="connsiteY68-13998" fmla="*/ 9563 h 10000"/>
              <a:gd name="connsiteX69-13999" fmla="*/ 2297 w 10000"/>
              <a:gd name="connsiteY69-14000" fmla="*/ 9688 h 10000"/>
              <a:gd name="connsiteX70-14001" fmla="*/ 1999 w 10000"/>
              <a:gd name="connsiteY70-14002" fmla="*/ 9688 h 10000"/>
              <a:gd name="connsiteX71-14003" fmla="*/ 1865 w 10000"/>
              <a:gd name="connsiteY71-14004" fmla="*/ 9792 h 10000"/>
              <a:gd name="connsiteX72-14005" fmla="*/ 1569 w 10000"/>
              <a:gd name="connsiteY72-14006" fmla="*/ 9792 h 10000"/>
              <a:gd name="connsiteX73-14007" fmla="*/ 1432 w 10000"/>
              <a:gd name="connsiteY73-14008" fmla="*/ 9896 h 10000"/>
              <a:gd name="connsiteX74-14009" fmla="*/ 1298 w 10000"/>
              <a:gd name="connsiteY74-14010" fmla="*/ 9896 h 10000"/>
              <a:gd name="connsiteX75-14011" fmla="*/ 1161 w 10000"/>
              <a:gd name="connsiteY75-14012" fmla="*/ 9896 h 10000"/>
              <a:gd name="connsiteX76-14013" fmla="*/ 865 w 10000"/>
              <a:gd name="connsiteY76-14014" fmla="*/ 10000 h 10000"/>
              <a:gd name="connsiteX77-14015" fmla="*/ 730 w 10000"/>
              <a:gd name="connsiteY77-14016" fmla="*/ 9896 h 10000"/>
              <a:gd name="connsiteX78-14017" fmla="*/ 594 w 10000"/>
              <a:gd name="connsiteY78-14018" fmla="*/ 9896 h 10000"/>
              <a:gd name="connsiteX79-14019" fmla="*/ 433 w 10000"/>
              <a:gd name="connsiteY79-14020" fmla="*/ 9792 h 10000"/>
              <a:gd name="connsiteX80-14021" fmla="*/ 296 w 10000"/>
              <a:gd name="connsiteY80-14022" fmla="*/ 9563 h 10000"/>
              <a:gd name="connsiteX81-14023" fmla="*/ 163 w 10000"/>
              <a:gd name="connsiteY81-14024" fmla="*/ 9356 h 10000"/>
              <a:gd name="connsiteX82-14025" fmla="*/ 0 w 10000"/>
              <a:gd name="connsiteY82-14026" fmla="*/ 9231 h 10000"/>
              <a:gd name="connsiteX83-14027" fmla="*/ 0 w 10000"/>
              <a:gd name="connsiteY83-14028" fmla="*/ 9127 h 10000"/>
              <a:gd name="connsiteX84-14029" fmla="*/ 0 w 10000"/>
              <a:gd name="connsiteY84-14030" fmla="*/ 9023 h 10000"/>
              <a:gd name="connsiteX85-14031" fmla="*/ 0 w 10000"/>
              <a:gd name="connsiteY85-14032" fmla="*/ 9023 h 10000"/>
              <a:gd name="connsiteX86-14033" fmla="*/ 163 w 10000"/>
              <a:gd name="connsiteY86-14034" fmla="*/ 8919 h 10000"/>
              <a:gd name="connsiteX87-14035" fmla="*/ 296 w 10000"/>
              <a:gd name="connsiteY87-14036" fmla="*/ 8794 h 10000"/>
              <a:gd name="connsiteX88-14037" fmla="*/ 594 w 10000"/>
              <a:gd name="connsiteY88-14038" fmla="*/ 8690 h 10000"/>
              <a:gd name="connsiteX89-14039" fmla="*/ 865 w 10000"/>
              <a:gd name="connsiteY89-14040" fmla="*/ 8586 h 10000"/>
              <a:gd name="connsiteX90-14041" fmla="*/ 1000 w 10000"/>
              <a:gd name="connsiteY90-14042" fmla="*/ 8462 h 10000"/>
              <a:gd name="connsiteX91-14043" fmla="*/ 1161 w 10000"/>
              <a:gd name="connsiteY91-14044" fmla="*/ 8358 h 10000"/>
              <a:gd name="connsiteX92-14045" fmla="*/ 1432 w 10000"/>
              <a:gd name="connsiteY92-14046" fmla="*/ 8254 h 10000"/>
              <a:gd name="connsiteX93-14047" fmla="*/ 1728 w 10000"/>
              <a:gd name="connsiteY93-14048" fmla="*/ 8025 h 10000"/>
              <a:gd name="connsiteX94-14049" fmla="*/ 1865 w 10000"/>
              <a:gd name="connsiteY94-14050" fmla="*/ 7921 h 10000"/>
              <a:gd name="connsiteX95-14051" fmla="*/ 2162 w 10000"/>
              <a:gd name="connsiteY95-14052" fmla="*/ 7692 h 10000"/>
              <a:gd name="connsiteX96-14053" fmla="*/ 2432 w 10000"/>
              <a:gd name="connsiteY96-14054" fmla="*/ 7484 h 10000"/>
              <a:gd name="connsiteX97-14055" fmla="*/ 2432 w 10000"/>
              <a:gd name="connsiteY97-14056" fmla="*/ 7484 h 10000"/>
              <a:gd name="connsiteX0-14057" fmla="*/ 2432 w 10000"/>
              <a:gd name="connsiteY0-14058" fmla="*/ 7484 h 10000"/>
              <a:gd name="connsiteX1-14059" fmla="*/ 2730 w 10000"/>
              <a:gd name="connsiteY1-14060" fmla="*/ 7152 h 10000"/>
              <a:gd name="connsiteX2-14061" fmla="*/ 3135 w 10000"/>
              <a:gd name="connsiteY2-14062" fmla="*/ 6819 h 10000"/>
              <a:gd name="connsiteX3-14063" fmla="*/ 3433 w 10000"/>
              <a:gd name="connsiteY3-14064" fmla="*/ 6486 h 10000"/>
              <a:gd name="connsiteX4-14065" fmla="*/ 3864 w 10000"/>
              <a:gd name="connsiteY4-14066" fmla="*/ 6050 h 10000"/>
              <a:gd name="connsiteX5-14067" fmla="*/ 4296 w 10000"/>
              <a:gd name="connsiteY5-14068" fmla="*/ 5509 h 10000"/>
              <a:gd name="connsiteX6-14069" fmla="*/ 4729 w 10000"/>
              <a:gd name="connsiteY6-14070" fmla="*/ 4948 h 10000"/>
              <a:gd name="connsiteX7-14071" fmla="*/ 5135 w 10000"/>
              <a:gd name="connsiteY7-14072" fmla="*/ 4304 h 10000"/>
              <a:gd name="connsiteX8-14073" fmla="*/ 5702 w 10000"/>
              <a:gd name="connsiteY8-14074" fmla="*/ 3638 h 10000"/>
              <a:gd name="connsiteX9-14075" fmla="*/ 6136 w 10000"/>
              <a:gd name="connsiteY9-14076" fmla="*/ 2973 h 10000"/>
              <a:gd name="connsiteX10-14077" fmla="*/ 6567 w 10000"/>
              <a:gd name="connsiteY10-14078" fmla="*/ 2432 h 10000"/>
              <a:gd name="connsiteX11-14079" fmla="*/ 6865 w 10000"/>
              <a:gd name="connsiteY11-14080" fmla="*/ 1871 h 10000"/>
              <a:gd name="connsiteX12-14081" fmla="*/ 7134 w 10000"/>
              <a:gd name="connsiteY12-14082" fmla="*/ 1435 h 10000"/>
              <a:gd name="connsiteX13-14083" fmla="*/ 7271 w 10000"/>
              <a:gd name="connsiteY13-14084" fmla="*/ 1102 h 10000"/>
              <a:gd name="connsiteX14-14085" fmla="*/ 7432 w 10000"/>
              <a:gd name="connsiteY14-14086" fmla="*/ 769 h 10000"/>
              <a:gd name="connsiteX15-14087" fmla="*/ 7432 w 10000"/>
              <a:gd name="connsiteY15-14088" fmla="*/ 665 h 10000"/>
              <a:gd name="connsiteX16-14089" fmla="*/ 7432 w 10000"/>
              <a:gd name="connsiteY16-14090" fmla="*/ 437 h 10000"/>
              <a:gd name="connsiteX17-14091" fmla="*/ 7271 w 10000"/>
              <a:gd name="connsiteY17-14092" fmla="*/ 437 h 10000"/>
              <a:gd name="connsiteX18-14093" fmla="*/ 7271 w 10000"/>
              <a:gd name="connsiteY18-14094" fmla="*/ 333 h 10000"/>
              <a:gd name="connsiteX19-14095" fmla="*/ 7134 w 10000"/>
              <a:gd name="connsiteY19-14096" fmla="*/ 229 h 10000"/>
              <a:gd name="connsiteX20-14097" fmla="*/ 7134 w 10000"/>
              <a:gd name="connsiteY20-14098" fmla="*/ 229 h 10000"/>
              <a:gd name="connsiteX21-14099" fmla="*/ 7134 w 10000"/>
              <a:gd name="connsiteY21-14100" fmla="*/ 125 h 10000"/>
              <a:gd name="connsiteX22-14101" fmla="*/ 7134 w 10000"/>
              <a:gd name="connsiteY22-14102" fmla="*/ 0 h 10000"/>
              <a:gd name="connsiteX23-14103" fmla="*/ 7271 w 10000"/>
              <a:gd name="connsiteY23-14104" fmla="*/ 0 h 10000"/>
              <a:gd name="connsiteX24-14105" fmla="*/ 7568 w 10000"/>
              <a:gd name="connsiteY24-14106" fmla="*/ 0 h 10000"/>
              <a:gd name="connsiteX25-14107" fmla="*/ 7864 w 10000"/>
              <a:gd name="connsiteY25-14108" fmla="*/ 0 h 10000"/>
              <a:gd name="connsiteX26-14109" fmla="*/ 8270 w 10000"/>
              <a:gd name="connsiteY26-14110" fmla="*/ 0 h 10000"/>
              <a:gd name="connsiteX27-14111" fmla="*/ 8566 w 10000"/>
              <a:gd name="connsiteY27-14112" fmla="*/ 125 h 10000"/>
              <a:gd name="connsiteX28-14113" fmla="*/ 9000 w 10000"/>
              <a:gd name="connsiteY28-14114" fmla="*/ 229 h 10000"/>
              <a:gd name="connsiteX29-14115" fmla="*/ 9270 w 10000"/>
              <a:gd name="connsiteY29-14116" fmla="*/ 333 h 10000"/>
              <a:gd name="connsiteX30-14117" fmla="*/ 9568 w 10000"/>
              <a:gd name="connsiteY30-14118" fmla="*/ 437 h 10000"/>
              <a:gd name="connsiteX31-14119" fmla="*/ 9839 w 10000"/>
              <a:gd name="connsiteY31-14120" fmla="*/ 665 h 10000"/>
              <a:gd name="connsiteX32-14121" fmla="*/ 10000 w 10000"/>
              <a:gd name="connsiteY32-14122" fmla="*/ 769 h 10000"/>
              <a:gd name="connsiteX33-14123" fmla="*/ 10000 w 10000"/>
              <a:gd name="connsiteY33-14124" fmla="*/ 894 h 10000"/>
              <a:gd name="connsiteX34-14125" fmla="*/ 10000 w 10000"/>
              <a:gd name="connsiteY34-14126" fmla="*/ 998 h 10000"/>
              <a:gd name="connsiteX35-14127" fmla="*/ 10000 w 10000"/>
              <a:gd name="connsiteY35-14128" fmla="*/ 1206 h 10000"/>
              <a:gd name="connsiteX36-14129" fmla="*/ 9839 w 10000"/>
              <a:gd name="connsiteY36-14130" fmla="*/ 1331 h 10000"/>
              <a:gd name="connsiteX37-14131" fmla="*/ 9702 w 10000"/>
              <a:gd name="connsiteY37-14132" fmla="*/ 1538 h 10000"/>
              <a:gd name="connsiteX38-14133" fmla="*/ 9433 w 10000"/>
              <a:gd name="connsiteY38-14134" fmla="*/ 1767 h 10000"/>
              <a:gd name="connsiteX39-14135" fmla="*/ 9135 w 10000"/>
              <a:gd name="connsiteY39-14136" fmla="*/ 1975 h 10000"/>
              <a:gd name="connsiteX40-14137" fmla="*/ 9000 w 10000"/>
              <a:gd name="connsiteY40-14138" fmla="*/ 2204 h 10000"/>
              <a:gd name="connsiteX41-14139" fmla="*/ 8703 w 10000"/>
              <a:gd name="connsiteY41-14140" fmla="*/ 2432 h 10000"/>
              <a:gd name="connsiteX42-14141" fmla="*/ 8433 w 10000"/>
              <a:gd name="connsiteY42-14142" fmla="*/ 2744 h 10000"/>
              <a:gd name="connsiteX43-14143" fmla="*/ 8135 w 10000"/>
              <a:gd name="connsiteY43-14144" fmla="*/ 3077 h 10000"/>
              <a:gd name="connsiteX44-14145" fmla="*/ 7703 w 10000"/>
              <a:gd name="connsiteY44-14146" fmla="*/ 3514 h 10000"/>
              <a:gd name="connsiteX45-14147" fmla="*/ 7432 w 10000"/>
              <a:gd name="connsiteY45-14148" fmla="*/ 3971 h 10000"/>
              <a:gd name="connsiteX46-14149" fmla="*/ 7001 w 10000"/>
              <a:gd name="connsiteY46-14150" fmla="*/ 4407 h 10000"/>
              <a:gd name="connsiteX47-14151" fmla="*/ 6432 w 10000"/>
              <a:gd name="connsiteY47-14152" fmla="*/ 4948 h 10000"/>
              <a:gd name="connsiteX48-14153" fmla="*/ 5999 w 10000"/>
              <a:gd name="connsiteY48-14154" fmla="*/ 5385 h 10000"/>
              <a:gd name="connsiteX49-14155" fmla="*/ 5702 w 10000"/>
              <a:gd name="connsiteY49-14156" fmla="*/ 5842 h 10000"/>
              <a:gd name="connsiteX50-14157" fmla="*/ 5298 w 10000"/>
              <a:gd name="connsiteY50-14158" fmla="*/ 6279 h 10000"/>
              <a:gd name="connsiteX51-14159" fmla="*/ 4865 w 10000"/>
              <a:gd name="connsiteY51-14160" fmla="*/ 6611 h 10000"/>
              <a:gd name="connsiteX52-14161" fmla="*/ 4567 w 10000"/>
              <a:gd name="connsiteY52-14162" fmla="*/ 6923 h 10000"/>
              <a:gd name="connsiteX53-14163" fmla="*/ 4296 w 10000"/>
              <a:gd name="connsiteY53-14164" fmla="*/ 7256 h 10000"/>
              <a:gd name="connsiteX54-14165" fmla="*/ 4000 w 10000"/>
              <a:gd name="connsiteY54-14166" fmla="*/ 7484 h 10000"/>
              <a:gd name="connsiteX55-14167" fmla="*/ 3729 w 10000"/>
              <a:gd name="connsiteY55-14168" fmla="*/ 7692 h 10000"/>
              <a:gd name="connsiteX56-14169" fmla="*/ 3433 w 10000"/>
              <a:gd name="connsiteY56-14170" fmla="*/ 7921 h 10000"/>
              <a:gd name="connsiteX57-14171" fmla="*/ 3297 w 10000"/>
              <a:gd name="connsiteY57-14172" fmla="*/ 8150 h 10000"/>
              <a:gd name="connsiteX58-14173" fmla="*/ 3135 w 10000"/>
              <a:gd name="connsiteY58-14174" fmla="*/ 8254 h 10000"/>
              <a:gd name="connsiteX59-14175" fmla="*/ 3001 w 10000"/>
              <a:gd name="connsiteY59-14176" fmla="*/ 8358 h 10000"/>
              <a:gd name="connsiteX60-14177" fmla="*/ 2864 w 10000"/>
              <a:gd name="connsiteY60-14178" fmla="*/ 8462 h 10000"/>
              <a:gd name="connsiteX61-14179" fmla="*/ 2864 w 10000"/>
              <a:gd name="connsiteY61-14180" fmla="*/ 8586 h 10000"/>
              <a:gd name="connsiteX62-14181" fmla="*/ 2864 w 10000"/>
              <a:gd name="connsiteY62-14182" fmla="*/ 8586 h 10000"/>
              <a:gd name="connsiteX63-14183" fmla="*/ 3001 w 10000"/>
              <a:gd name="connsiteY63-14184" fmla="*/ 8586 h 10000"/>
              <a:gd name="connsiteX64-14185" fmla="*/ 3135 w 10000"/>
              <a:gd name="connsiteY64-14186" fmla="*/ 8690 h 10000"/>
              <a:gd name="connsiteX65-14187" fmla="*/ 3297 w 10000"/>
              <a:gd name="connsiteY65-14188" fmla="*/ 8690 h 10000"/>
              <a:gd name="connsiteX66-14189" fmla="*/ 3729 w 10000"/>
              <a:gd name="connsiteY66-14190" fmla="*/ 9356 h 10000"/>
              <a:gd name="connsiteX67-14191" fmla="*/ 2730 w 10000"/>
              <a:gd name="connsiteY67-14192" fmla="*/ 9563 h 10000"/>
              <a:gd name="connsiteX68-14193" fmla="*/ 2297 w 10000"/>
              <a:gd name="connsiteY68-14194" fmla="*/ 9688 h 10000"/>
              <a:gd name="connsiteX69-14195" fmla="*/ 1999 w 10000"/>
              <a:gd name="connsiteY69-14196" fmla="*/ 9688 h 10000"/>
              <a:gd name="connsiteX70-14197" fmla="*/ 1865 w 10000"/>
              <a:gd name="connsiteY70-14198" fmla="*/ 9792 h 10000"/>
              <a:gd name="connsiteX71-14199" fmla="*/ 1569 w 10000"/>
              <a:gd name="connsiteY71-14200" fmla="*/ 9792 h 10000"/>
              <a:gd name="connsiteX72-14201" fmla="*/ 1432 w 10000"/>
              <a:gd name="connsiteY72-14202" fmla="*/ 9896 h 10000"/>
              <a:gd name="connsiteX73-14203" fmla="*/ 1298 w 10000"/>
              <a:gd name="connsiteY73-14204" fmla="*/ 9896 h 10000"/>
              <a:gd name="connsiteX74-14205" fmla="*/ 1161 w 10000"/>
              <a:gd name="connsiteY74-14206" fmla="*/ 9896 h 10000"/>
              <a:gd name="connsiteX75-14207" fmla="*/ 865 w 10000"/>
              <a:gd name="connsiteY75-14208" fmla="*/ 10000 h 10000"/>
              <a:gd name="connsiteX76-14209" fmla="*/ 730 w 10000"/>
              <a:gd name="connsiteY76-14210" fmla="*/ 9896 h 10000"/>
              <a:gd name="connsiteX77-14211" fmla="*/ 594 w 10000"/>
              <a:gd name="connsiteY77-14212" fmla="*/ 9896 h 10000"/>
              <a:gd name="connsiteX78-14213" fmla="*/ 433 w 10000"/>
              <a:gd name="connsiteY78-14214" fmla="*/ 9792 h 10000"/>
              <a:gd name="connsiteX79-14215" fmla="*/ 296 w 10000"/>
              <a:gd name="connsiteY79-14216" fmla="*/ 9563 h 10000"/>
              <a:gd name="connsiteX80-14217" fmla="*/ 163 w 10000"/>
              <a:gd name="connsiteY80-14218" fmla="*/ 9356 h 10000"/>
              <a:gd name="connsiteX81-14219" fmla="*/ 0 w 10000"/>
              <a:gd name="connsiteY81-14220" fmla="*/ 9231 h 10000"/>
              <a:gd name="connsiteX82-14221" fmla="*/ 0 w 10000"/>
              <a:gd name="connsiteY82-14222" fmla="*/ 9127 h 10000"/>
              <a:gd name="connsiteX83-14223" fmla="*/ 0 w 10000"/>
              <a:gd name="connsiteY83-14224" fmla="*/ 9023 h 10000"/>
              <a:gd name="connsiteX84-14225" fmla="*/ 0 w 10000"/>
              <a:gd name="connsiteY84-14226" fmla="*/ 9023 h 10000"/>
              <a:gd name="connsiteX85-14227" fmla="*/ 163 w 10000"/>
              <a:gd name="connsiteY85-14228" fmla="*/ 8919 h 10000"/>
              <a:gd name="connsiteX86-14229" fmla="*/ 296 w 10000"/>
              <a:gd name="connsiteY86-14230" fmla="*/ 8794 h 10000"/>
              <a:gd name="connsiteX87-14231" fmla="*/ 594 w 10000"/>
              <a:gd name="connsiteY87-14232" fmla="*/ 8690 h 10000"/>
              <a:gd name="connsiteX88-14233" fmla="*/ 865 w 10000"/>
              <a:gd name="connsiteY88-14234" fmla="*/ 8586 h 10000"/>
              <a:gd name="connsiteX89-14235" fmla="*/ 1000 w 10000"/>
              <a:gd name="connsiteY89-14236" fmla="*/ 8462 h 10000"/>
              <a:gd name="connsiteX90-14237" fmla="*/ 1161 w 10000"/>
              <a:gd name="connsiteY90-14238" fmla="*/ 8358 h 10000"/>
              <a:gd name="connsiteX91-14239" fmla="*/ 1432 w 10000"/>
              <a:gd name="connsiteY91-14240" fmla="*/ 8254 h 10000"/>
              <a:gd name="connsiteX92-14241" fmla="*/ 1728 w 10000"/>
              <a:gd name="connsiteY92-14242" fmla="*/ 8025 h 10000"/>
              <a:gd name="connsiteX93-14243" fmla="*/ 1865 w 10000"/>
              <a:gd name="connsiteY93-14244" fmla="*/ 7921 h 10000"/>
              <a:gd name="connsiteX94-14245" fmla="*/ 2162 w 10000"/>
              <a:gd name="connsiteY94-14246" fmla="*/ 7692 h 10000"/>
              <a:gd name="connsiteX95-14247" fmla="*/ 2432 w 10000"/>
              <a:gd name="connsiteY95-14248" fmla="*/ 7484 h 10000"/>
              <a:gd name="connsiteX96-14249" fmla="*/ 2432 w 10000"/>
              <a:gd name="connsiteY96-14250" fmla="*/ 7484 h 10000"/>
              <a:gd name="connsiteX0-14251" fmla="*/ 2432 w 10000"/>
              <a:gd name="connsiteY0-14252" fmla="*/ 7484 h 10000"/>
              <a:gd name="connsiteX1-14253" fmla="*/ 2730 w 10000"/>
              <a:gd name="connsiteY1-14254" fmla="*/ 7152 h 10000"/>
              <a:gd name="connsiteX2-14255" fmla="*/ 3135 w 10000"/>
              <a:gd name="connsiteY2-14256" fmla="*/ 6819 h 10000"/>
              <a:gd name="connsiteX3-14257" fmla="*/ 3433 w 10000"/>
              <a:gd name="connsiteY3-14258" fmla="*/ 6486 h 10000"/>
              <a:gd name="connsiteX4-14259" fmla="*/ 3864 w 10000"/>
              <a:gd name="connsiteY4-14260" fmla="*/ 6050 h 10000"/>
              <a:gd name="connsiteX5-14261" fmla="*/ 4296 w 10000"/>
              <a:gd name="connsiteY5-14262" fmla="*/ 5509 h 10000"/>
              <a:gd name="connsiteX6-14263" fmla="*/ 4729 w 10000"/>
              <a:gd name="connsiteY6-14264" fmla="*/ 4948 h 10000"/>
              <a:gd name="connsiteX7-14265" fmla="*/ 5135 w 10000"/>
              <a:gd name="connsiteY7-14266" fmla="*/ 4304 h 10000"/>
              <a:gd name="connsiteX8-14267" fmla="*/ 5702 w 10000"/>
              <a:gd name="connsiteY8-14268" fmla="*/ 3638 h 10000"/>
              <a:gd name="connsiteX9-14269" fmla="*/ 6136 w 10000"/>
              <a:gd name="connsiteY9-14270" fmla="*/ 2973 h 10000"/>
              <a:gd name="connsiteX10-14271" fmla="*/ 6567 w 10000"/>
              <a:gd name="connsiteY10-14272" fmla="*/ 2432 h 10000"/>
              <a:gd name="connsiteX11-14273" fmla="*/ 6865 w 10000"/>
              <a:gd name="connsiteY11-14274" fmla="*/ 1871 h 10000"/>
              <a:gd name="connsiteX12-14275" fmla="*/ 7134 w 10000"/>
              <a:gd name="connsiteY12-14276" fmla="*/ 1435 h 10000"/>
              <a:gd name="connsiteX13-14277" fmla="*/ 7271 w 10000"/>
              <a:gd name="connsiteY13-14278" fmla="*/ 1102 h 10000"/>
              <a:gd name="connsiteX14-14279" fmla="*/ 7432 w 10000"/>
              <a:gd name="connsiteY14-14280" fmla="*/ 769 h 10000"/>
              <a:gd name="connsiteX15-14281" fmla="*/ 7432 w 10000"/>
              <a:gd name="connsiteY15-14282" fmla="*/ 665 h 10000"/>
              <a:gd name="connsiteX16-14283" fmla="*/ 7432 w 10000"/>
              <a:gd name="connsiteY16-14284" fmla="*/ 437 h 10000"/>
              <a:gd name="connsiteX17-14285" fmla="*/ 7271 w 10000"/>
              <a:gd name="connsiteY17-14286" fmla="*/ 437 h 10000"/>
              <a:gd name="connsiteX18-14287" fmla="*/ 7271 w 10000"/>
              <a:gd name="connsiteY18-14288" fmla="*/ 333 h 10000"/>
              <a:gd name="connsiteX19-14289" fmla="*/ 7134 w 10000"/>
              <a:gd name="connsiteY19-14290" fmla="*/ 229 h 10000"/>
              <a:gd name="connsiteX20-14291" fmla="*/ 7134 w 10000"/>
              <a:gd name="connsiteY20-14292" fmla="*/ 229 h 10000"/>
              <a:gd name="connsiteX21-14293" fmla="*/ 7134 w 10000"/>
              <a:gd name="connsiteY21-14294" fmla="*/ 125 h 10000"/>
              <a:gd name="connsiteX22-14295" fmla="*/ 7134 w 10000"/>
              <a:gd name="connsiteY22-14296" fmla="*/ 0 h 10000"/>
              <a:gd name="connsiteX23-14297" fmla="*/ 7271 w 10000"/>
              <a:gd name="connsiteY23-14298" fmla="*/ 0 h 10000"/>
              <a:gd name="connsiteX24-14299" fmla="*/ 7568 w 10000"/>
              <a:gd name="connsiteY24-14300" fmla="*/ 0 h 10000"/>
              <a:gd name="connsiteX25-14301" fmla="*/ 7864 w 10000"/>
              <a:gd name="connsiteY25-14302" fmla="*/ 0 h 10000"/>
              <a:gd name="connsiteX26-14303" fmla="*/ 8270 w 10000"/>
              <a:gd name="connsiteY26-14304" fmla="*/ 0 h 10000"/>
              <a:gd name="connsiteX27-14305" fmla="*/ 8566 w 10000"/>
              <a:gd name="connsiteY27-14306" fmla="*/ 125 h 10000"/>
              <a:gd name="connsiteX28-14307" fmla="*/ 9000 w 10000"/>
              <a:gd name="connsiteY28-14308" fmla="*/ 229 h 10000"/>
              <a:gd name="connsiteX29-14309" fmla="*/ 9270 w 10000"/>
              <a:gd name="connsiteY29-14310" fmla="*/ 333 h 10000"/>
              <a:gd name="connsiteX30-14311" fmla="*/ 9568 w 10000"/>
              <a:gd name="connsiteY30-14312" fmla="*/ 437 h 10000"/>
              <a:gd name="connsiteX31-14313" fmla="*/ 9839 w 10000"/>
              <a:gd name="connsiteY31-14314" fmla="*/ 665 h 10000"/>
              <a:gd name="connsiteX32-14315" fmla="*/ 10000 w 10000"/>
              <a:gd name="connsiteY32-14316" fmla="*/ 769 h 10000"/>
              <a:gd name="connsiteX33-14317" fmla="*/ 10000 w 10000"/>
              <a:gd name="connsiteY33-14318" fmla="*/ 894 h 10000"/>
              <a:gd name="connsiteX34-14319" fmla="*/ 10000 w 10000"/>
              <a:gd name="connsiteY34-14320" fmla="*/ 998 h 10000"/>
              <a:gd name="connsiteX35-14321" fmla="*/ 10000 w 10000"/>
              <a:gd name="connsiteY35-14322" fmla="*/ 1206 h 10000"/>
              <a:gd name="connsiteX36-14323" fmla="*/ 9839 w 10000"/>
              <a:gd name="connsiteY36-14324" fmla="*/ 1331 h 10000"/>
              <a:gd name="connsiteX37-14325" fmla="*/ 9702 w 10000"/>
              <a:gd name="connsiteY37-14326" fmla="*/ 1538 h 10000"/>
              <a:gd name="connsiteX38-14327" fmla="*/ 9433 w 10000"/>
              <a:gd name="connsiteY38-14328" fmla="*/ 1767 h 10000"/>
              <a:gd name="connsiteX39-14329" fmla="*/ 9135 w 10000"/>
              <a:gd name="connsiteY39-14330" fmla="*/ 1975 h 10000"/>
              <a:gd name="connsiteX40-14331" fmla="*/ 9000 w 10000"/>
              <a:gd name="connsiteY40-14332" fmla="*/ 2204 h 10000"/>
              <a:gd name="connsiteX41-14333" fmla="*/ 8703 w 10000"/>
              <a:gd name="connsiteY41-14334" fmla="*/ 2432 h 10000"/>
              <a:gd name="connsiteX42-14335" fmla="*/ 8433 w 10000"/>
              <a:gd name="connsiteY42-14336" fmla="*/ 2744 h 10000"/>
              <a:gd name="connsiteX43-14337" fmla="*/ 8135 w 10000"/>
              <a:gd name="connsiteY43-14338" fmla="*/ 3077 h 10000"/>
              <a:gd name="connsiteX44-14339" fmla="*/ 7703 w 10000"/>
              <a:gd name="connsiteY44-14340" fmla="*/ 3514 h 10000"/>
              <a:gd name="connsiteX45-14341" fmla="*/ 7432 w 10000"/>
              <a:gd name="connsiteY45-14342" fmla="*/ 3971 h 10000"/>
              <a:gd name="connsiteX46-14343" fmla="*/ 7001 w 10000"/>
              <a:gd name="connsiteY46-14344" fmla="*/ 4407 h 10000"/>
              <a:gd name="connsiteX47-14345" fmla="*/ 6432 w 10000"/>
              <a:gd name="connsiteY47-14346" fmla="*/ 4948 h 10000"/>
              <a:gd name="connsiteX48-14347" fmla="*/ 5999 w 10000"/>
              <a:gd name="connsiteY48-14348" fmla="*/ 5385 h 10000"/>
              <a:gd name="connsiteX49-14349" fmla="*/ 5702 w 10000"/>
              <a:gd name="connsiteY49-14350" fmla="*/ 5842 h 10000"/>
              <a:gd name="connsiteX50-14351" fmla="*/ 5298 w 10000"/>
              <a:gd name="connsiteY50-14352" fmla="*/ 6279 h 10000"/>
              <a:gd name="connsiteX51-14353" fmla="*/ 4865 w 10000"/>
              <a:gd name="connsiteY51-14354" fmla="*/ 6611 h 10000"/>
              <a:gd name="connsiteX52-14355" fmla="*/ 4567 w 10000"/>
              <a:gd name="connsiteY52-14356" fmla="*/ 6923 h 10000"/>
              <a:gd name="connsiteX53-14357" fmla="*/ 4296 w 10000"/>
              <a:gd name="connsiteY53-14358" fmla="*/ 7256 h 10000"/>
              <a:gd name="connsiteX54-14359" fmla="*/ 4000 w 10000"/>
              <a:gd name="connsiteY54-14360" fmla="*/ 7484 h 10000"/>
              <a:gd name="connsiteX55-14361" fmla="*/ 3729 w 10000"/>
              <a:gd name="connsiteY55-14362" fmla="*/ 7692 h 10000"/>
              <a:gd name="connsiteX56-14363" fmla="*/ 3433 w 10000"/>
              <a:gd name="connsiteY56-14364" fmla="*/ 7921 h 10000"/>
              <a:gd name="connsiteX57-14365" fmla="*/ 3297 w 10000"/>
              <a:gd name="connsiteY57-14366" fmla="*/ 8150 h 10000"/>
              <a:gd name="connsiteX58-14367" fmla="*/ 3135 w 10000"/>
              <a:gd name="connsiteY58-14368" fmla="*/ 8254 h 10000"/>
              <a:gd name="connsiteX59-14369" fmla="*/ 3001 w 10000"/>
              <a:gd name="connsiteY59-14370" fmla="*/ 8358 h 10000"/>
              <a:gd name="connsiteX60-14371" fmla="*/ 2864 w 10000"/>
              <a:gd name="connsiteY60-14372" fmla="*/ 8462 h 10000"/>
              <a:gd name="connsiteX61-14373" fmla="*/ 2864 w 10000"/>
              <a:gd name="connsiteY61-14374" fmla="*/ 8586 h 10000"/>
              <a:gd name="connsiteX62-14375" fmla="*/ 2864 w 10000"/>
              <a:gd name="connsiteY62-14376" fmla="*/ 8586 h 10000"/>
              <a:gd name="connsiteX63-14377" fmla="*/ 3001 w 10000"/>
              <a:gd name="connsiteY63-14378" fmla="*/ 8586 h 10000"/>
              <a:gd name="connsiteX64-14379" fmla="*/ 3135 w 10000"/>
              <a:gd name="connsiteY64-14380" fmla="*/ 8690 h 10000"/>
              <a:gd name="connsiteX65-14381" fmla="*/ 3297 w 10000"/>
              <a:gd name="connsiteY65-14382" fmla="*/ 8690 h 10000"/>
              <a:gd name="connsiteX66-14383" fmla="*/ 2730 w 10000"/>
              <a:gd name="connsiteY66-14384" fmla="*/ 9563 h 10000"/>
              <a:gd name="connsiteX67-14385" fmla="*/ 2297 w 10000"/>
              <a:gd name="connsiteY67-14386" fmla="*/ 9688 h 10000"/>
              <a:gd name="connsiteX68-14387" fmla="*/ 1999 w 10000"/>
              <a:gd name="connsiteY68-14388" fmla="*/ 9688 h 10000"/>
              <a:gd name="connsiteX69-14389" fmla="*/ 1865 w 10000"/>
              <a:gd name="connsiteY69-14390" fmla="*/ 9792 h 10000"/>
              <a:gd name="connsiteX70-14391" fmla="*/ 1569 w 10000"/>
              <a:gd name="connsiteY70-14392" fmla="*/ 9792 h 10000"/>
              <a:gd name="connsiteX71-14393" fmla="*/ 1432 w 10000"/>
              <a:gd name="connsiteY71-14394" fmla="*/ 9896 h 10000"/>
              <a:gd name="connsiteX72-14395" fmla="*/ 1298 w 10000"/>
              <a:gd name="connsiteY72-14396" fmla="*/ 9896 h 10000"/>
              <a:gd name="connsiteX73-14397" fmla="*/ 1161 w 10000"/>
              <a:gd name="connsiteY73-14398" fmla="*/ 9896 h 10000"/>
              <a:gd name="connsiteX74-14399" fmla="*/ 865 w 10000"/>
              <a:gd name="connsiteY74-14400" fmla="*/ 10000 h 10000"/>
              <a:gd name="connsiteX75-14401" fmla="*/ 730 w 10000"/>
              <a:gd name="connsiteY75-14402" fmla="*/ 9896 h 10000"/>
              <a:gd name="connsiteX76-14403" fmla="*/ 594 w 10000"/>
              <a:gd name="connsiteY76-14404" fmla="*/ 9896 h 10000"/>
              <a:gd name="connsiteX77-14405" fmla="*/ 433 w 10000"/>
              <a:gd name="connsiteY77-14406" fmla="*/ 9792 h 10000"/>
              <a:gd name="connsiteX78-14407" fmla="*/ 296 w 10000"/>
              <a:gd name="connsiteY78-14408" fmla="*/ 9563 h 10000"/>
              <a:gd name="connsiteX79-14409" fmla="*/ 163 w 10000"/>
              <a:gd name="connsiteY79-14410" fmla="*/ 9356 h 10000"/>
              <a:gd name="connsiteX80-14411" fmla="*/ 0 w 10000"/>
              <a:gd name="connsiteY80-14412" fmla="*/ 9231 h 10000"/>
              <a:gd name="connsiteX81-14413" fmla="*/ 0 w 10000"/>
              <a:gd name="connsiteY81-14414" fmla="*/ 9127 h 10000"/>
              <a:gd name="connsiteX82-14415" fmla="*/ 0 w 10000"/>
              <a:gd name="connsiteY82-14416" fmla="*/ 9023 h 10000"/>
              <a:gd name="connsiteX83-14417" fmla="*/ 0 w 10000"/>
              <a:gd name="connsiteY83-14418" fmla="*/ 9023 h 10000"/>
              <a:gd name="connsiteX84-14419" fmla="*/ 163 w 10000"/>
              <a:gd name="connsiteY84-14420" fmla="*/ 8919 h 10000"/>
              <a:gd name="connsiteX85-14421" fmla="*/ 296 w 10000"/>
              <a:gd name="connsiteY85-14422" fmla="*/ 8794 h 10000"/>
              <a:gd name="connsiteX86-14423" fmla="*/ 594 w 10000"/>
              <a:gd name="connsiteY86-14424" fmla="*/ 8690 h 10000"/>
              <a:gd name="connsiteX87-14425" fmla="*/ 865 w 10000"/>
              <a:gd name="connsiteY87-14426" fmla="*/ 8586 h 10000"/>
              <a:gd name="connsiteX88-14427" fmla="*/ 1000 w 10000"/>
              <a:gd name="connsiteY88-14428" fmla="*/ 8462 h 10000"/>
              <a:gd name="connsiteX89-14429" fmla="*/ 1161 w 10000"/>
              <a:gd name="connsiteY89-14430" fmla="*/ 8358 h 10000"/>
              <a:gd name="connsiteX90-14431" fmla="*/ 1432 w 10000"/>
              <a:gd name="connsiteY90-14432" fmla="*/ 8254 h 10000"/>
              <a:gd name="connsiteX91-14433" fmla="*/ 1728 w 10000"/>
              <a:gd name="connsiteY91-14434" fmla="*/ 8025 h 10000"/>
              <a:gd name="connsiteX92-14435" fmla="*/ 1865 w 10000"/>
              <a:gd name="connsiteY92-14436" fmla="*/ 7921 h 10000"/>
              <a:gd name="connsiteX93-14437" fmla="*/ 2162 w 10000"/>
              <a:gd name="connsiteY93-14438" fmla="*/ 7692 h 10000"/>
              <a:gd name="connsiteX94-14439" fmla="*/ 2432 w 10000"/>
              <a:gd name="connsiteY94-14440" fmla="*/ 7484 h 10000"/>
              <a:gd name="connsiteX95-14441" fmla="*/ 2432 w 10000"/>
              <a:gd name="connsiteY95-14442" fmla="*/ 7484 h 10000"/>
              <a:gd name="connsiteX0-14443" fmla="*/ 2432 w 10000"/>
              <a:gd name="connsiteY0-14444" fmla="*/ 7484 h 10000"/>
              <a:gd name="connsiteX1-14445" fmla="*/ 2730 w 10000"/>
              <a:gd name="connsiteY1-14446" fmla="*/ 7152 h 10000"/>
              <a:gd name="connsiteX2-14447" fmla="*/ 3135 w 10000"/>
              <a:gd name="connsiteY2-14448" fmla="*/ 6819 h 10000"/>
              <a:gd name="connsiteX3-14449" fmla="*/ 3433 w 10000"/>
              <a:gd name="connsiteY3-14450" fmla="*/ 6486 h 10000"/>
              <a:gd name="connsiteX4-14451" fmla="*/ 3864 w 10000"/>
              <a:gd name="connsiteY4-14452" fmla="*/ 6050 h 10000"/>
              <a:gd name="connsiteX5-14453" fmla="*/ 4296 w 10000"/>
              <a:gd name="connsiteY5-14454" fmla="*/ 5509 h 10000"/>
              <a:gd name="connsiteX6-14455" fmla="*/ 4729 w 10000"/>
              <a:gd name="connsiteY6-14456" fmla="*/ 4948 h 10000"/>
              <a:gd name="connsiteX7-14457" fmla="*/ 5135 w 10000"/>
              <a:gd name="connsiteY7-14458" fmla="*/ 4304 h 10000"/>
              <a:gd name="connsiteX8-14459" fmla="*/ 5702 w 10000"/>
              <a:gd name="connsiteY8-14460" fmla="*/ 3638 h 10000"/>
              <a:gd name="connsiteX9-14461" fmla="*/ 6136 w 10000"/>
              <a:gd name="connsiteY9-14462" fmla="*/ 2973 h 10000"/>
              <a:gd name="connsiteX10-14463" fmla="*/ 6567 w 10000"/>
              <a:gd name="connsiteY10-14464" fmla="*/ 2432 h 10000"/>
              <a:gd name="connsiteX11-14465" fmla="*/ 6865 w 10000"/>
              <a:gd name="connsiteY11-14466" fmla="*/ 1871 h 10000"/>
              <a:gd name="connsiteX12-14467" fmla="*/ 7134 w 10000"/>
              <a:gd name="connsiteY12-14468" fmla="*/ 1435 h 10000"/>
              <a:gd name="connsiteX13-14469" fmla="*/ 7271 w 10000"/>
              <a:gd name="connsiteY13-14470" fmla="*/ 1102 h 10000"/>
              <a:gd name="connsiteX14-14471" fmla="*/ 7432 w 10000"/>
              <a:gd name="connsiteY14-14472" fmla="*/ 769 h 10000"/>
              <a:gd name="connsiteX15-14473" fmla="*/ 7432 w 10000"/>
              <a:gd name="connsiteY15-14474" fmla="*/ 665 h 10000"/>
              <a:gd name="connsiteX16-14475" fmla="*/ 7432 w 10000"/>
              <a:gd name="connsiteY16-14476" fmla="*/ 437 h 10000"/>
              <a:gd name="connsiteX17-14477" fmla="*/ 7271 w 10000"/>
              <a:gd name="connsiteY17-14478" fmla="*/ 437 h 10000"/>
              <a:gd name="connsiteX18-14479" fmla="*/ 7271 w 10000"/>
              <a:gd name="connsiteY18-14480" fmla="*/ 333 h 10000"/>
              <a:gd name="connsiteX19-14481" fmla="*/ 7134 w 10000"/>
              <a:gd name="connsiteY19-14482" fmla="*/ 229 h 10000"/>
              <a:gd name="connsiteX20-14483" fmla="*/ 7134 w 10000"/>
              <a:gd name="connsiteY20-14484" fmla="*/ 229 h 10000"/>
              <a:gd name="connsiteX21-14485" fmla="*/ 7134 w 10000"/>
              <a:gd name="connsiteY21-14486" fmla="*/ 125 h 10000"/>
              <a:gd name="connsiteX22-14487" fmla="*/ 7134 w 10000"/>
              <a:gd name="connsiteY22-14488" fmla="*/ 0 h 10000"/>
              <a:gd name="connsiteX23-14489" fmla="*/ 7271 w 10000"/>
              <a:gd name="connsiteY23-14490" fmla="*/ 0 h 10000"/>
              <a:gd name="connsiteX24-14491" fmla="*/ 7568 w 10000"/>
              <a:gd name="connsiteY24-14492" fmla="*/ 0 h 10000"/>
              <a:gd name="connsiteX25-14493" fmla="*/ 7864 w 10000"/>
              <a:gd name="connsiteY25-14494" fmla="*/ 0 h 10000"/>
              <a:gd name="connsiteX26-14495" fmla="*/ 8270 w 10000"/>
              <a:gd name="connsiteY26-14496" fmla="*/ 0 h 10000"/>
              <a:gd name="connsiteX27-14497" fmla="*/ 8566 w 10000"/>
              <a:gd name="connsiteY27-14498" fmla="*/ 125 h 10000"/>
              <a:gd name="connsiteX28-14499" fmla="*/ 9000 w 10000"/>
              <a:gd name="connsiteY28-14500" fmla="*/ 229 h 10000"/>
              <a:gd name="connsiteX29-14501" fmla="*/ 9270 w 10000"/>
              <a:gd name="connsiteY29-14502" fmla="*/ 333 h 10000"/>
              <a:gd name="connsiteX30-14503" fmla="*/ 9568 w 10000"/>
              <a:gd name="connsiteY30-14504" fmla="*/ 437 h 10000"/>
              <a:gd name="connsiteX31-14505" fmla="*/ 9839 w 10000"/>
              <a:gd name="connsiteY31-14506" fmla="*/ 665 h 10000"/>
              <a:gd name="connsiteX32-14507" fmla="*/ 10000 w 10000"/>
              <a:gd name="connsiteY32-14508" fmla="*/ 769 h 10000"/>
              <a:gd name="connsiteX33-14509" fmla="*/ 10000 w 10000"/>
              <a:gd name="connsiteY33-14510" fmla="*/ 894 h 10000"/>
              <a:gd name="connsiteX34-14511" fmla="*/ 10000 w 10000"/>
              <a:gd name="connsiteY34-14512" fmla="*/ 998 h 10000"/>
              <a:gd name="connsiteX35-14513" fmla="*/ 10000 w 10000"/>
              <a:gd name="connsiteY35-14514" fmla="*/ 1206 h 10000"/>
              <a:gd name="connsiteX36-14515" fmla="*/ 9839 w 10000"/>
              <a:gd name="connsiteY36-14516" fmla="*/ 1331 h 10000"/>
              <a:gd name="connsiteX37-14517" fmla="*/ 9702 w 10000"/>
              <a:gd name="connsiteY37-14518" fmla="*/ 1538 h 10000"/>
              <a:gd name="connsiteX38-14519" fmla="*/ 9433 w 10000"/>
              <a:gd name="connsiteY38-14520" fmla="*/ 1767 h 10000"/>
              <a:gd name="connsiteX39-14521" fmla="*/ 9135 w 10000"/>
              <a:gd name="connsiteY39-14522" fmla="*/ 1975 h 10000"/>
              <a:gd name="connsiteX40-14523" fmla="*/ 9000 w 10000"/>
              <a:gd name="connsiteY40-14524" fmla="*/ 2204 h 10000"/>
              <a:gd name="connsiteX41-14525" fmla="*/ 8703 w 10000"/>
              <a:gd name="connsiteY41-14526" fmla="*/ 2432 h 10000"/>
              <a:gd name="connsiteX42-14527" fmla="*/ 8433 w 10000"/>
              <a:gd name="connsiteY42-14528" fmla="*/ 2744 h 10000"/>
              <a:gd name="connsiteX43-14529" fmla="*/ 8135 w 10000"/>
              <a:gd name="connsiteY43-14530" fmla="*/ 3077 h 10000"/>
              <a:gd name="connsiteX44-14531" fmla="*/ 7703 w 10000"/>
              <a:gd name="connsiteY44-14532" fmla="*/ 3514 h 10000"/>
              <a:gd name="connsiteX45-14533" fmla="*/ 7432 w 10000"/>
              <a:gd name="connsiteY45-14534" fmla="*/ 3971 h 10000"/>
              <a:gd name="connsiteX46-14535" fmla="*/ 7001 w 10000"/>
              <a:gd name="connsiteY46-14536" fmla="*/ 4407 h 10000"/>
              <a:gd name="connsiteX47-14537" fmla="*/ 6432 w 10000"/>
              <a:gd name="connsiteY47-14538" fmla="*/ 4948 h 10000"/>
              <a:gd name="connsiteX48-14539" fmla="*/ 5999 w 10000"/>
              <a:gd name="connsiteY48-14540" fmla="*/ 5385 h 10000"/>
              <a:gd name="connsiteX49-14541" fmla="*/ 5702 w 10000"/>
              <a:gd name="connsiteY49-14542" fmla="*/ 5842 h 10000"/>
              <a:gd name="connsiteX50-14543" fmla="*/ 5298 w 10000"/>
              <a:gd name="connsiteY50-14544" fmla="*/ 6279 h 10000"/>
              <a:gd name="connsiteX51-14545" fmla="*/ 4865 w 10000"/>
              <a:gd name="connsiteY51-14546" fmla="*/ 6611 h 10000"/>
              <a:gd name="connsiteX52-14547" fmla="*/ 4567 w 10000"/>
              <a:gd name="connsiteY52-14548" fmla="*/ 6923 h 10000"/>
              <a:gd name="connsiteX53-14549" fmla="*/ 4296 w 10000"/>
              <a:gd name="connsiteY53-14550" fmla="*/ 7256 h 10000"/>
              <a:gd name="connsiteX54-14551" fmla="*/ 4000 w 10000"/>
              <a:gd name="connsiteY54-14552" fmla="*/ 7484 h 10000"/>
              <a:gd name="connsiteX55-14553" fmla="*/ 3729 w 10000"/>
              <a:gd name="connsiteY55-14554" fmla="*/ 7692 h 10000"/>
              <a:gd name="connsiteX56-14555" fmla="*/ 3433 w 10000"/>
              <a:gd name="connsiteY56-14556" fmla="*/ 7921 h 10000"/>
              <a:gd name="connsiteX57-14557" fmla="*/ 3297 w 10000"/>
              <a:gd name="connsiteY57-14558" fmla="*/ 8150 h 10000"/>
              <a:gd name="connsiteX58-14559" fmla="*/ 3135 w 10000"/>
              <a:gd name="connsiteY58-14560" fmla="*/ 8254 h 10000"/>
              <a:gd name="connsiteX59-14561" fmla="*/ 3001 w 10000"/>
              <a:gd name="connsiteY59-14562" fmla="*/ 8358 h 10000"/>
              <a:gd name="connsiteX60-14563" fmla="*/ 2864 w 10000"/>
              <a:gd name="connsiteY60-14564" fmla="*/ 8462 h 10000"/>
              <a:gd name="connsiteX61-14565" fmla="*/ 2864 w 10000"/>
              <a:gd name="connsiteY61-14566" fmla="*/ 8586 h 10000"/>
              <a:gd name="connsiteX62-14567" fmla="*/ 2864 w 10000"/>
              <a:gd name="connsiteY62-14568" fmla="*/ 8586 h 10000"/>
              <a:gd name="connsiteX63-14569" fmla="*/ 3001 w 10000"/>
              <a:gd name="connsiteY63-14570" fmla="*/ 8586 h 10000"/>
              <a:gd name="connsiteX64-14571" fmla="*/ 3135 w 10000"/>
              <a:gd name="connsiteY64-14572" fmla="*/ 8690 h 10000"/>
              <a:gd name="connsiteX65-14573" fmla="*/ 3297 w 10000"/>
              <a:gd name="connsiteY65-14574" fmla="*/ 8690 h 10000"/>
              <a:gd name="connsiteX66-14575" fmla="*/ 2297 w 10000"/>
              <a:gd name="connsiteY66-14576" fmla="*/ 9688 h 10000"/>
              <a:gd name="connsiteX67-14577" fmla="*/ 1999 w 10000"/>
              <a:gd name="connsiteY67-14578" fmla="*/ 9688 h 10000"/>
              <a:gd name="connsiteX68-14579" fmla="*/ 1865 w 10000"/>
              <a:gd name="connsiteY68-14580" fmla="*/ 9792 h 10000"/>
              <a:gd name="connsiteX69-14581" fmla="*/ 1569 w 10000"/>
              <a:gd name="connsiteY69-14582" fmla="*/ 9792 h 10000"/>
              <a:gd name="connsiteX70-14583" fmla="*/ 1432 w 10000"/>
              <a:gd name="connsiteY70-14584" fmla="*/ 9896 h 10000"/>
              <a:gd name="connsiteX71-14585" fmla="*/ 1298 w 10000"/>
              <a:gd name="connsiteY71-14586" fmla="*/ 9896 h 10000"/>
              <a:gd name="connsiteX72-14587" fmla="*/ 1161 w 10000"/>
              <a:gd name="connsiteY72-14588" fmla="*/ 9896 h 10000"/>
              <a:gd name="connsiteX73-14589" fmla="*/ 865 w 10000"/>
              <a:gd name="connsiteY73-14590" fmla="*/ 10000 h 10000"/>
              <a:gd name="connsiteX74-14591" fmla="*/ 730 w 10000"/>
              <a:gd name="connsiteY74-14592" fmla="*/ 9896 h 10000"/>
              <a:gd name="connsiteX75-14593" fmla="*/ 594 w 10000"/>
              <a:gd name="connsiteY75-14594" fmla="*/ 9896 h 10000"/>
              <a:gd name="connsiteX76-14595" fmla="*/ 433 w 10000"/>
              <a:gd name="connsiteY76-14596" fmla="*/ 9792 h 10000"/>
              <a:gd name="connsiteX77-14597" fmla="*/ 296 w 10000"/>
              <a:gd name="connsiteY77-14598" fmla="*/ 9563 h 10000"/>
              <a:gd name="connsiteX78-14599" fmla="*/ 163 w 10000"/>
              <a:gd name="connsiteY78-14600" fmla="*/ 9356 h 10000"/>
              <a:gd name="connsiteX79-14601" fmla="*/ 0 w 10000"/>
              <a:gd name="connsiteY79-14602" fmla="*/ 9231 h 10000"/>
              <a:gd name="connsiteX80-14603" fmla="*/ 0 w 10000"/>
              <a:gd name="connsiteY80-14604" fmla="*/ 9127 h 10000"/>
              <a:gd name="connsiteX81-14605" fmla="*/ 0 w 10000"/>
              <a:gd name="connsiteY81-14606" fmla="*/ 9023 h 10000"/>
              <a:gd name="connsiteX82-14607" fmla="*/ 0 w 10000"/>
              <a:gd name="connsiteY82-14608" fmla="*/ 9023 h 10000"/>
              <a:gd name="connsiteX83-14609" fmla="*/ 163 w 10000"/>
              <a:gd name="connsiteY83-14610" fmla="*/ 8919 h 10000"/>
              <a:gd name="connsiteX84-14611" fmla="*/ 296 w 10000"/>
              <a:gd name="connsiteY84-14612" fmla="*/ 8794 h 10000"/>
              <a:gd name="connsiteX85-14613" fmla="*/ 594 w 10000"/>
              <a:gd name="connsiteY85-14614" fmla="*/ 8690 h 10000"/>
              <a:gd name="connsiteX86-14615" fmla="*/ 865 w 10000"/>
              <a:gd name="connsiteY86-14616" fmla="*/ 8586 h 10000"/>
              <a:gd name="connsiteX87-14617" fmla="*/ 1000 w 10000"/>
              <a:gd name="connsiteY87-14618" fmla="*/ 8462 h 10000"/>
              <a:gd name="connsiteX88-14619" fmla="*/ 1161 w 10000"/>
              <a:gd name="connsiteY88-14620" fmla="*/ 8358 h 10000"/>
              <a:gd name="connsiteX89-14621" fmla="*/ 1432 w 10000"/>
              <a:gd name="connsiteY89-14622" fmla="*/ 8254 h 10000"/>
              <a:gd name="connsiteX90-14623" fmla="*/ 1728 w 10000"/>
              <a:gd name="connsiteY90-14624" fmla="*/ 8025 h 10000"/>
              <a:gd name="connsiteX91-14625" fmla="*/ 1865 w 10000"/>
              <a:gd name="connsiteY91-14626" fmla="*/ 7921 h 10000"/>
              <a:gd name="connsiteX92-14627" fmla="*/ 2162 w 10000"/>
              <a:gd name="connsiteY92-14628" fmla="*/ 7692 h 10000"/>
              <a:gd name="connsiteX93-14629" fmla="*/ 2432 w 10000"/>
              <a:gd name="connsiteY93-14630" fmla="*/ 7484 h 10000"/>
              <a:gd name="connsiteX94-14631" fmla="*/ 2432 w 10000"/>
              <a:gd name="connsiteY94-14632" fmla="*/ 7484 h 10000"/>
              <a:gd name="connsiteX0-14633" fmla="*/ 2432 w 10000"/>
              <a:gd name="connsiteY0-14634" fmla="*/ 7484 h 10000"/>
              <a:gd name="connsiteX1-14635" fmla="*/ 2730 w 10000"/>
              <a:gd name="connsiteY1-14636" fmla="*/ 7152 h 10000"/>
              <a:gd name="connsiteX2-14637" fmla="*/ 3135 w 10000"/>
              <a:gd name="connsiteY2-14638" fmla="*/ 6819 h 10000"/>
              <a:gd name="connsiteX3-14639" fmla="*/ 3433 w 10000"/>
              <a:gd name="connsiteY3-14640" fmla="*/ 6486 h 10000"/>
              <a:gd name="connsiteX4-14641" fmla="*/ 3864 w 10000"/>
              <a:gd name="connsiteY4-14642" fmla="*/ 6050 h 10000"/>
              <a:gd name="connsiteX5-14643" fmla="*/ 4296 w 10000"/>
              <a:gd name="connsiteY5-14644" fmla="*/ 5509 h 10000"/>
              <a:gd name="connsiteX6-14645" fmla="*/ 4729 w 10000"/>
              <a:gd name="connsiteY6-14646" fmla="*/ 4948 h 10000"/>
              <a:gd name="connsiteX7-14647" fmla="*/ 5135 w 10000"/>
              <a:gd name="connsiteY7-14648" fmla="*/ 4304 h 10000"/>
              <a:gd name="connsiteX8-14649" fmla="*/ 5702 w 10000"/>
              <a:gd name="connsiteY8-14650" fmla="*/ 3638 h 10000"/>
              <a:gd name="connsiteX9-14651" fmla="*/ 6136 w 10000"/>
              <a:gd name="connsiteY9-14652" fmla="*/ 2973 h 10000"/>
              <a:gd name="connsiteX10-14653" fmla="*/ 6567 w 10000"/>
              <a:gd name="connsiteY10-14654" fmla="*/ 2432 h 10000"/>
              <a:gd name="connsiteX11-14655" fmla="*/ 6865 w 10000"/>
              <a:gd name="connsiteY11-14656" fmla="*/ 1871 h 10000"/>
              <a:gd name="connsiteX12-14657" fmla="*/ 7134 w 10000"/>
              <a:gd name="connsiteY12-14658" fmla="*/ 1435 h 10000"/>
              <a:gd name="connsiteX13-14659" fmla="*/ 7271 w 10000"/>
              <a:gd name="connsiteY13-14660" fmla="*/ 1102 h 10000"/>
              <a:gd name="connsiteX14-14661" fmla="*/ 7432 w 10000"/>
              <a:gd name="connsiteY14-14662" fmla="*/ 769 h 10000"/>
              <a:gd name="connsiteX15-14663" fmla="*/ 7432 w 10000"/>
              <a:gd name="connsiteY15-14664" fmla="*/ 665 h 10000"/>
              <a:gd name="connsiteX16-14665" fmla="*/ 7432 w 10000"/>
              <a:gd name="connsiteY16-14666" fmla="*/ 437 h 10000"/>
              <a:gd name="connsiteX17-14667" fmla="*/ 7271 w 10000"/>
              <a:gd name="connsiteY17-14668" fmla="*/ 437 h 10000"/>
              <a:gd name="connsiteX18-14669" fmla="*/ 7271 w 10000"/>
              <a:gd name="connsiteY18-14670" fmla="*/ 333 h 10000"/>
              <a:gd name="connsiteX19-14671" fmla="*/ 7134 w 10000"/>
              <a:gd name="connsiteY19-14672" fmla="*/ 229 h 10000"/>
              <a:gd name="connsiteX20-14673" fmla="*/ 7134 w 10000"/>
              <a:gd name="connsiteY20-14674" fmla="*/ 229 h 10000"/>
              <a:gd name="connsiteX21-14675" fmla="*/ 7134 w 10000"/>
              <a:gd name="connsiteY21-14676" fmla="*/ 125 h 10000"/>
              <a:gd name="connsiteX22-14677" fmla="*/ 7134 w 10000"/>
              <a:gd name="connsiteY22-14678" fmla="*/ 0 h 10000"/>
              <a:gd name="connsiteX23-14679" fmla="*/ 7271 w 10000"/>
              <a:gd name="connsiteY23-14680" fmla="*/ 0 h 10000"/>
              <a:gd name="connsiteX24-14681" fmla="*/ 7568 w 10000"/>
              <a:gd name="connsiteY24-14682" fmla="*/ 0 h 10000"/>
              <a:gd name="connsiteX25-14683" fmla="*/ 7864 w 10000"/>
              <a:gd name="connsiteY25-14684" fmla="*/ 0 h 10000"/>
              <a:gd name="connsiteX26-14685" fmla="*/ 8270 w 10000"/>
              <a:gd name="connsiteY26-14686" fmla="*/ 0 h 10000"/>
              <a:gd name="connsiteX27-14687" fmla="*/ 8566 w 10000"/>
              <a:gd name="connsiteY27-14688" fmla="*/ 125 h 10000"/>
              <a:gd name="connsiteX28-14689" fmla="*/ 9000 w 10000"/>
              <a:gd name="connsiteY28-14690" fmla="*/ 229 h 10000"/>
              <a:gd name="connsiteX29-14691" fmla="*/ 9270 w 10000"/>
              <a:gd name="connsiteY29-14692" fmla="*/ 333 h 10000"/>
              <a:gd name="connsiteX30-14693" fmla="*/ 9568 w 10000"/>
              <a:gd name="connsiteY30-14694" fmla="*/ 437 h 10000"/>
              <a:gd name="connsiteX31-14695" fmla="*/ 9839 w 10000"/>
              <a:gd name="connsiteY31-14696" fmla="*/ 665 h 10000"/>
              <a:gd name="connsiteX32-14697" fmla="*/ 10000 w 10000"/>
              <a:gd name="connsiteY32-14698" fmla="*/ 769 h 10000"/>
              <a:gd name="connsiteX33-14699" fmla="*/ 10000 w 10000"/>
              <a:gd name="connsiteY33-14700" fmla="*/ 894 h 10000"/>
              <a:gd name="connsiteX34-14701" fmla="*/ 10000 w 10000"/>
              <a:gd name="connsiteY34-14702" fmla="*/ 998 h 10000"/>
              <a:gd name="connsiteX35-14703" fmla="*/ 10000 w 10000"/>
              <a:gd name="connsiteY35-14704" fmla="*/ 1206 h 10000"/>
              <a:gd name="connsiteX36-14705" fmla="*/ 9839 w 10000"/>
              <a:gd name="connsiteY36-14706" fmla="*/ 1331 h 10000"/>
              <a:gd name="connsiteX37-14707" fmla="*/ 9702 w 10000"/>
              <a:gd name="connsiteY37-14708" fmla="*/ 1538 h 10000"/>
              <a:gd name="connsiteX38-14709" fmla="*/ 9433 w 10000"/>
              <a:gd name="connsiteY38-14710" fmla="*/ 1767 h 10000"/>
              <a:gd name="connsiteX39-14711" fmla="*/ 9135 w 10000"/>
              <a:gd name="connsiteY39-14712" fmla="*/ 1975 h 10000"/>
              <a:gd name="connsiteX40-14713" fmla="*/ 9000 w 10000"/>
              <a:gd name="connsiteY40-14714" fmla="*/ 2204 h 10000"/>
              <a:gd name="connsiteX41-14715" fmla="*/ 8703 w 10000"/>
              <a:gd name="connsiteY41-14716" fmla="*/ 2432 h 10000"/>
              <a:gd name="connsiteX42-14717" fmla="*/ 8433 w 10000"/>
              <a:gd name="connsiteY42-14718" fmla="*/ 2744 h 10000"/>
              <a:gd name="connsiteX43-14719" fmla="*/ 8135 w 10000"/>
              <a:gd name="connsiteY43-14720" fmla="*/ 3077 h 10000"/>
              <a:gd name="connsiteX44-14721" fmla="*/ 7703 w 10000"/>
              <a:gd name="connsiteY44-14722" fmla="*/ 3514 h 10000"/>
              <a:gd name="connsiteX45-14723" fmla="*/ 7432 w 10000"/>
              <a:gd name="connsiteY45-14724" fmla="*/ 3971 h 10000"/>
              <a:gd name="connsiteX46-14725" fmla="*/ 7001 w 10000"/>
              <a:gd name="connsiteY46-14726" fmla="*/ 4407 h 10000"/>
              <a:gd name="connsiteX47-14727" fmla="*/ 6432 w 10000"/>
              <a:gd name="connsiteY47-14728" fmla="*/ 4948 h 10000"/>
              <a:gd name="connsiteX48-14729" fmla="*/ 5999 w 10000"/>
              <a:gd name="connsiteY48-14730" fmla="*/ 5385 h 10000"/>
              <a:gd name="connsiteX49-14731" fmla="*/ 5702 w 10000"/>
              <a:gd name="connsiteY49-14732" fmla="*/ 5842 h 10000"/>
              <a:gd name="connsiteX50-14733" fmla="*/ 5298 w 10000"/>
              <a:gd name="connsiteY50-14734" fmla="*/ 6279 h 10000"/>
              <a:gd name="connsiteX51-14735" fmla="*/ 4865 w 10000"/>
              <a:gd name="connsiteY51-14736" fmla="*/ 6611 h 10000"/>
              <a:gd name="connsiteX52-14737" fmla="*/ 4567 w 10000"/>
              <a:gd name="connsiteY52-14738" fmla="*/ 6923 h 10000"/>
              <a:gd name="connsiteX53-14739" fmla="*/ 4296 w 10000"/>
              <a:gd name="connsiteY53-14740" fmla="*/ 7256 h 10000"/>
              <a:gd name="connsiteX54-14741" fmla="*/ 4000 w 10000"/>
              <a:gd name="connsiteY54-14742" fmla="*/ 7484 h 10000"/>
              <a:gd name="connsiteX55-14743" fmla="*/ 3729 w 10000"/>
              <a:gd name="connsiteY55-14744" fmla="*/ 7692 h 10000"/>
              <a:gd name="connsiteX56-14745" fmla="*/ 3433 w 10000"/>
              <a:gd name="connsiteY56-14746" fmla="*/ 7921 h 10000"/>
              <a:gd name="connsiteX57-14747" fmla="*/ 3297 w 10000"/>
              <a:gd name="connsiteY57-14748" fmla="*/ 8150 h 10000"/>
              <a:gd name="connsiteX58-14749" fmla="*/ 3135 w 10000"/>
              <a:gd name="connsiteY58-14750" fmla="*/ 8254 h 10000"/>
              <a:gd name="connsiteX59-14751" fmla="*/ 3001 w 10000"/>
              <a:gd name="connsiteY59-14752" fmla="*/ 8358 h 10000"/>
              <a:gd name="connsiteX60-14753" fmla="*/ 2864 w 10000"/>
              <a:gd name="connsiteY60-14754" fmla="*/ 8462 h 10000"/>
              <a:gd name="connsiteX61-14755" fmla="*/ 2864 w 10000"/>
              <a:gd name="connsiteY61-14756" fmla="*/ 8586 h 10000"/>
              <a:gd name="connsiteX62-14757" fmla="*/ 2864 w 10000"/>
              <a:gd name="connsiteY62-14758" fmla="*/ 8586 h 10000"/>
              <a:gd name="connsiteX63-14759" fmla="*/ 3001 w 10000"/>
              <a:gd name="connsiteY63-14760" fmla="*/ 8586 h 10000"/>
              <a:gd name="connsiteX64-14761" fmla="*/ 3135 w 10000"/>
              <a:gd name="connsiteY64-14762" fmla="*/ 8690 h 10000"/>
              <a:gd name="connsiteX65-14763" fmla="*/ 3297 w 10000"/>
              <a:gd name="connsiteY65-14764" fmla="*/ 8690 h 10000"/>
              <a:gd name="connsiteX66-14765" fmla="*/ 1999 w 10000"/>
              <a:gd name="connsiteY66-14766" fmla="*/ 9688 h 10000"/>
              <a:gd name="connsiteX67-14767" fmla="*/ 1865 w 10000"/>
              <a:gd name="connsiteY67-14768" fmla="*/ 9792 h 10000"/>
              <a:gd name="connsiteX68-14769" fmla="*/ 1569 w 10000"/>
              <a:gd name="connsiteY68-14770" fmla="*/ 9792 h 10000"/>
              <a:gd name="connsiteX69-14771" fmla="*/ 1432 w 10000"/>
              <a:gd name="connsiteY69-14772" fmla="*/ 9896 h 10000"/>
              <a:gd name="connsiteX70-14773" fmla="*/ 1298 w 10000"/>
              <a:gd name="connsiteY70-14774" fmla="*/ 9896 h 10000"/>
              <a:gd name="connsiteX71-14775" fmla="*/ 1161 w 10000"/>
              <a:gd name="connsiteY71-14776" fmla="*/ 9896 h 10000"/>
              <a:gd name="connsiteX72-14777" fmla="*/ 865 w 10000"/>
              <a:gd name="connsiteY72-14778" fmla="*/ 10000 h 10000"/>
              <a:gd name="connsiteX73-14779" fmla="*/ 730 w 10000"/>
              <a:gd name="connsiteY73-14780" fmla="*/ 9896 h 10000"/>
              <a:gd name="connsiteX74-14781" fmla="*/ 594 w 10000"/>
              <a:gd name="connsiteY74-14782" fmla="*/ 9896 h 10000"/>
              <a:gd name="connsiteX75-14783" fmla="*/ 433 w 10000"/>
              <a:gd name="connsiteY75-14784" fmla="*/ 9792 h 10000"/>
              <a:gd name="connsiteX76-14785" fmla="*/ 296 w 10000"/>
              <a:gd name="connsiteY76-14786" fmla="*/ 9563 h 10000"/>
              <a:gd name="connsiteX77-14787" fmla="*/ 163 w 10000"/>
              <a:gd name="connsiteY77-14788" fmla="*/ 9356 h 10000"/>
              <a:gd name="connsiteX78-14789" fmla="*/ 0 w 10000"/>
              <a:gd name="connsiteY78-14790" fmla="*/ 9231 h 10000"/>
              <a:gd name="connsiteX79-14791" fmla="*/ 0 w 10000"/>
              <a:gd name="connsiteY79-14792" fmla="*/ 9127 h 10000"/>
              <a:gd name="connsiteX80-14793" fmla="*/ 0 w 10000"/>
              <a:gd name="connsiteY80-14794" fmla="*/ 9023 h 10000"/>
              <a:gd name="connsiteX81-14795" fmla="*/ 0 w 10000"/>
              <a:gd name="connsiteY81-14796" fmla="*/ 9023 h 10000"/>
              <a:gd name="connsiteX82-14797" fmla="*/ 163 w 10000"/>
              <a:gd name="connsiteY82-14798" fmla="*/ 8919 h 10000"/>
              <a:gd name="connsiteX83-14799" fmla="*/ 296 w 10000"/>
              <a:gd name="connsiteY83-14800" fmla="*/ 8794 h 10000"/>
              <a:gd name="connsiteX84-14801" fmla="*/ 594 w 10000"/>
              <a:gd name="connsiteY84-14802" fmla="*/ 8690 h 10000"/>
              <a:gd name="connsiteX85-14803" fmla="*/ 865 w 10000"/>
              <a:gd name="connsiteY85-14804" fmla="*/ 8586 h 10000"/>
              <a:gd name="connsiteX86-14805" fmla="*/ 1000 w 10000"/>
              <a:gd name="connsiteY86-14806" fmla="*/ 8462 h 10000"/>
              <a:gd name="connsiteX87-14807" fmla="*/ 1161 w 10000"/>
              <a:gd name="connsiteY87-14808" fmla="*/ 8358 h 10000"/>
              <a:gd name="connsiteX88-14809" fmla="*/ 1432 w 10000"/>
              <a:gd name="connsiteY88-14810" fmla="*/ 8254 h 10000"/>
              <a:gd name="connsiteX89-14811" fmla="*/ 1728 w 10000"/>
              <a:gd name="connsiteY89-14812" fmla="*/ 8025 h 10000"/>
              <a:gd name="connsiteX90-14813" fmla="*/ 1865 w 10000"/>
              <a:gd name="connsiteY90-14814" fmla="*/ 7921 h 10000"/>
              <a:gd name="connsiteX91-14815" fmla="*/ 2162 w 10000"/>
              <a:gd name="connsiteY91-14816" fmla="*/ 7692 h 10000"/>
              <a:gd name="connsiteX92-14817" fmla="*/ 2432 w 10000"/>
              <a:gd name="connsiteY92-14818" fmla="*/ 7484 h 10000"/>
              <a:gd name="connsiteX93-14819" fmla="*/ 2432 w 10000"/>
              <a:gd name="connsiteY93-14820" fmla="*/ 7484 h 10000"/>
              <a:gd name="connsiteX0-14821" fmla="*/ 2432 w 10000"/>
              <a:gd name="connsiteY0-14822" fmla="*/ 7484 h 10000"/>
              <a:gd name="connsiteX1-14823" fmla="*/ 2730 w 10000"/>
              <a:gd name="connsiteY1-14824" fmla="*/ 7152 h 10000"/>
              <a:gd name="connsiteX2-14825" fmla="*/ 3135 w 10000"/>
              <a:gd name="connsiteY2-14826" fmla="*/ 6819 h 10000"/>
              <a:gd name="connsiteX3-14827" fmla="*/ 3433 w 10000"/>
              <a:gd name="connsiteY3-14828" fmla="*/ 6486 h 10000"/>
              <a:gd name="connsiteX4-14829" fmla="*/ 3864 w 10000"/>
              <a:gd name="connsiteY4-14830" fmla="*/ 6050 h 10000"/>
              <a:gd name="connsiteX5-14831" fmla="*/ 4296 w 10000"/>
              <a:gd name="connsiteY5-14832" fmla="*/ 5509 h 10000"/>
              <a:gd name="connsiteX6-14833" fmla="*/ 4729 w 10000"/>
              <a:gd name="connsiteY6-14834" fmla="*/ 4948 h 10000"/>
              <a:gd name="connsiteX7-14835" fmla="*/ 5135 w 10000"/>
              <a:gd name="connsiteY7-14836" fmla="*/ 4304 h 10000"/>
              <a:gd name="connsiteX8-14837" fmla="*/ 5702 w 10000"/>
              <a:gd name="connsiteY8-14838" fmla="*/ 3638 h 10000"/>
              <a:gd name="connsiteX9-14839" fmla="*/ 6136 w 10000"/>
              <a:gd name="connsiteY9-14840" fmla="*/ 2973 h 10000"/>
              <a:gd name="connsiteX10-14841" fmla="*/ 6567 w 10000"/>
              <a:gd name="connsiteY10-14842" fmla="*/ 2432 h 10000"/>
              <a:gd name="connsiteX11-14843" fmla="*/ 6865 w 10000"/>
              <a:gd name="connsiteY11-14844" fmla="*/ 1871 h 10000"/>
              <a:gd name="connsiteX12-14845" fmla="*/ 7134 w 10000"/>
              <a:gd name="connsiteY12-14846" fmla="*/ 1435 h 10000"/>
              <a:gd name="connsiteX13-14847" fmla="*/ 7271 w 10000"/>
              <a:gd name="connsiteY13-14848" fmla="*/ 1102 h 10000"/>
              <a:gd name="connsiteX14-14849" fmla="*/ 7432 w 10000"/>
              <a:gd name="connsiteY14-14850" fmla="*/ 769 h 10000"/>
              <a:gd name="connsiteX15-14851" fmla="*/ 7432 w 10000"/>
              <a:gd name="connsiteY15-14852" fmla="*/ 665 h 10000"/>
              <a:gd name="connsiteX16-14853" fmla="*/ 7432 w 10000"/>
              <a:gd name="connsiteY16-14854" fmla="*/ 437 h 10000"/>
              <a:gd name="connsiteX17-14855" fmla="*/ 7271 w 10000"/>
              <a:gd name="connsiteY17-14856" fmla="*/ 437 h 10000"/>
              <a:gd name="connsiteX18-14857" fmla="*/ 7271 w 10000"/>
              <a:gd name="connsiteY18-14858" fmla="*/ 333 h 10000"/>
              <a:gd name="connsiteX19-14859" fmla="*/ 7134 w 10000"/>
              <a:gd name="connsiteY19-14860" fmla="*/ 229 h 10000"/>
              <a:gd name="connsiteX20-14861" fmla="*/ 7134 w 10000"/>
              <a:gd name="connsiteY20-14862" fmla="*/ 229 h 10000"/>
              <a:gd name="connsiteX21-14863" fmla="*/ 7134 w 10000"/>
              <a:gd name="connsiteY21-14864" fmla="*/ 125 h 10000"/>
              <a:gd name="connsiteX22-14865" fmla="*/ 7134 w 10000"/>
              <a:gd name="connsiteY22-14866" fmla="*/ 0 h 10000"/>
              <a:gd name="connsiteX23-14867" fmla="*/ 7271 w 10000"/>
              <a:gd name="connsiteY23-14868" fmla="*/ 0 h 10000"/>
              <a:gd name="connsiteX24-14869" fmla="*/ 7568 w 10000"/>
              <a:gd name="connsiteY24-14870" fmla="*/ 0 h 10000"/>
              <a:gd name="connsiteX25-14871" fmla="*/ 7864 w 10000"/>
              <a:gd name="connsiteY25-14872" fmla="*/ 0 h 10000"/>
              <a:gd name="connsiteX26-14873" fmla="*/ 8270 w 10000"/>
              <a:gd name="connsiteY26-14874" fmla="*/ 0 h 10000"/>
              <a:gd name="connsiteX27-14875" fmla="*/ 8566 w 10000"/>
              <a:gd name="connsiteY27-14876" fmla="*/ 125 h 10000"/>
              <a:gd name="connsiteX28-14877" fmla="*/ 9000 w 10000"/>
              <a:gd name="connsiteY28-14878" fmla="*/ 229 h 10000"/>
              <a:gd name="connsiteX29-14879" fmla="*/ 9270 w 10000"/>
              <a:gd name="connsiteY29-14880" fmla="*/ 333 h 10000"/>
              <a:gd name="connsiteX30-14881" fmla="*/ 9568 w 10000"/>
              <a:gd name="connsiteY30-14882" fmla="*/ 437 h 10000"/>
              <a:gd name="connsiteX31-14883" fmla="*/ 9839 w 10000"/>
              <a:gd name="connsiteY31-14884" fmla="*/ 665 h 10000"/>
              <a:gd name="connsiteX32-14885" fmla="*/ 10000 w 10000"/>
              <a:gd name="connsiteY32-14886" fmla="*/ 769 h 10000"/>
              <a:gd name="connsiteX33-14887" fmla="*/ 10000 w 10000"/>
              <a:gd name="connsiteY33-14888" fmla="*/ 894 h 10000"/>
              <a:gd name="connsiteX34-14889" fmla="*/ 10000 w 10000"/>
              <a:gd name="connsiteY34-14890" fmla="*/ 998 h 10000"/>
              <a:gd name="connsiteX35-14891" fmla="*/ 10000 w 10000"/>
              <a:gd name="connsiteY35-14892" fmla="*/ 1206 h 10000"/>
              <a:gd name="connsiteX36-14893" fmla="*/ 9839 w 10000"/>
              <a:gd name="connsiteY36-14894" fmla="*/ 1331 h 10000"/>
              <a:gd name="connsiteX37-14895" fmla="*/ 9702 w 10000"/>
              <a:gd name="connsiteY37-14896" fmla="*/ 1538 h 10000"/>
              <a:gd name="connsiteX38-14897" fmla="*/ 9433 w 10000"/>
              <a:gd name="connsiteY38-14898" fmla="*/ 1767 h 10000"/>
              <a:gd name="connsiteX39-14899" fmla="*/ 9135 w 10000"/>
              <a:gd name="connsiteY39-14900" fmla="*/ 1975 h 10000"/>
              <a:gd name="connsiteX40-14901" fmla="*/ 9000 w 10000"/>
              <a:gd name="connsiteY40-14902" fmla="*/ 2204 h 10000"/>
              <a:gd name="connsiteX41-14903" fmla="*/ 8703 w 10000"/>
              <a:gd name="connsiteY41-14904" fmla="*/ 2432 h 10000"/>
              <a:gd name="connsiteX42-14905" fmla="*/ 8433 w 10000"/>
              <a:gd name="connsiteY42-14906" fmla="*/ 2744 h 10000"/>
              <a:gd name="connsiteX43-14907" fmla="*/ 8135 w 10000"/>
              <a:gd name="connsiteY43-14908" fmla="*/ 3077 h 10000"/>
              <a:gd name="connsiteX44-14909" fmla="*/ 7703 w 10000"/>
              <a:gd name="connsiteY44-14910" fmla="*/ 3514 h 10000"/>
              <a:gd name="connsiteX45-14911" fmla="*/ 7432 w 10000"/>
              <a:gd name="connsiteY45-14912" fmla="*/ 3971 h 10000"/>
              <a:gd name="connsiteX46-14913" fmla="*/ 7001 w 10000"/>
              <a:gd name="connsiteY46-14914" fmla="*/ 4407 h 10000"/>
              <a:gd name="connsiteX47-14915" fmla="*/ 6432 w 10000"/>
              <a:gd name="connsiteY47-14916" fmla="*/ 4948 h 10000"/>
              <a:gd name="connsiteX48-14917" fmla="*/ 5999 w 10000"/>
              <a:gd name="connsiteY48-14918" fmla="*/ 5385 h 10000"/>
              <a:gd name="connsiteX49-14919" fmla="*/ 5702 w 10000"/>
              <a:gd name="connsiteY49-14920" fmla="*/ 5842 h 10000"/>
              <a:gd name="connsiteX50-14921" fmla="*/ 5298 w 10000"/>
              <a:gd name="connsiteY50-14922" fmla="*/ 6279 h 10000"/>
              <a:gd name="connsiteX51-14923" fmla="*/ 4865 w 10000"/>
              <a:gd name="connsiteY51-14924" fmla="*/ 6611 h 10000"/>
              <a:gd name="connsiteX52-14925" fmla="*/ 4567 w 10000"/>
              <a:gd name="connsiteY52-14926" fmla="*/ 6923 h 10000"/>
              <a:gd name="connsiteX53-14927" fmla="*/ 4296 w 10000"/>
              <a:gd name="connsiteY53-14928" fmla="*/ 7256 h 10000"/>
              <a:gd name="connsiteX54-14929" fmla="*/ 4000 w 10000"/>
              <a:gd name="connsiteY54-14930" fmla="*/ 7484 h 10000"/>
              <a:gd name="connsiteX55-14931" fmla="*/ 3729 w 10000"/>
              <a:gd name="connsiteY55-14932" fmla="*/ 7692 h 10000"/>
              <a:gd name="connsiteX56-14933" fmla="*/ 3433 w 10000"/>
              <a:gd name="connsiteY56-14934" fmla="*/ 7921 h 10000"/>
              <a:gd name="connsiteX57-14935" fmla="*/ 3297 w 10000"/>
              <a:gd name="connsiteY57-14936" fmla="*/ 8150 h 10000"/>
              <a:gd name="connsiteX58-14937" fmla="*/ 3135 w 10000"/>
              <a:gd name="connsiteY58-14938" fmla="*/ 8254 h 10000"/>
              <a:gd name="connsiteX59-14939" fmla="*/ 3001 w 10000"/>
              <a:gd name="connsiteY59-14940" fmla="*/ 8358 h 10000"/>
              <a:gd name="connsiteX60-14941" fmla="*/ 2864 w 10000"/>
              <a:gd name="connsiteY60-14942" fmla="*/ 8462 h 10000"/>
              <a:gd name="connsiteX61-14943" fmla="*/ 2864 w 10000"/>
              <a:gd name="connsiteY61-14944" fmla="*/ 8586 h 10000"/>
              <a:gd name="connsiteX62-14945" fmla="*/ 2864 w 10000"/>
              <a:gd name="connsiteY62-14946" fmla="*/ 8586 h 10000"/>
              <a:gd name="connsiteX63-14947" fmla="*/ 3001 w 10000"/>
              <a:gd name="connsiteY63-14948" fmla="*/ 8586 h 10000"/>
              <a:gd name="connsiteX64-14949" fmla="*/ 3135 w 10000"/>
              <a:gd name="connsiteY64-14950" fmla="*/ 8690 h 10000"/>
              <a:gd name="connsiteX65-14951" fmla="*/ 3297 w 10000"/>
              <a:gd name="connsiteY65-14952" fmla="*/ 8690 h 10000"/>
              <a:gd name="connsiteX66-14953" fmla="*/ 1999 w 10000"/>
              <a:gd name="connsiteY66-14954" fmla="*/ 9688 h 10000"/>
              <a:gd name="connsiteX67-14955" fmla="*/ 1569 w 10000"/>
              <a:gd name="connsiteY67-14956" fmla="*/ 9792 h 10000"/>
              <a:gd name="connsiteX68-14957" fmla="*/ 1432 w 10000"/>
              <a:gd name="connsiteY68-14958" fmla="*/ 9896 h 10000"/>
              <a:gd name="connsiteX69-14959" fmla="*/ 1298 w 10000"/>
              <a:gd name="connsiteY69-14960" fmla="*/ 9896 h 10000"/>
              <a:gd name="connsiteX70-14961" fmla="*/ 1161 w 10000"/>
              <a:gd name="connsiteY70-14962" fmla="*/ 9896 h 10000"/>
              <a:gd name="connsiteX71-14963" fmla="*/ 865 w 10000"/>
              <a:gd name="connsiteY71-14964" fmla="*/ 10000 h 10000"/>
              <a:gd name="connsiteX72-14965" fmla="*/ 730 w 10000"/>
              <a:gd name="connsiteY72-14966" fmla="*/ 9896 h 10000"/>
              <a:gd name="connsiteX73-14967" fmla="*/ 594 w 10000"/>
              <a:gd name="connsiteY73-14968" fmla="*/ 9896 h 10000"/>
              <a:gd name="connsiteX74-14969" fmla="*/ 433 w 10000"/>
              <a:gd name="connsiteY74-14970" fmla="*/ 9792 h 10000"/>
              <a:gd name="connsiteX75-14971" fmla="*/ 296 w 10000"/>
              <a:gd name="connsiteY75-14972" fmla="*/ 9563 h 10000"/>
              <a:gd name="connsiteX76-14973" fmla="*/ 163 w 10000"/>
              <a:gd name="connsiteY76-14974" fmla="*/ 9356 h 10000"/>
              <a:gd name="connsiteX77-14975" fmla="*/ 0 w 10000"/>
              <a:gd name="connsiteY77-14976" fmla="*/ 9231 h 10000"/>
              <a:gd name="connsiteX78-14977" fmla="*/ 0 w 10000"/>
              <a:gd name="connsiteY78-14978" fmla="*/ 9127 h 10000"/>
              <a:gd name="connsiteX79-14979" fmla="*/ 0 w 10000"/>
              <a:gd name="connsiteY79-14980" fmla="*/ 9023 h 10000"/>
              <a:gd name="connsiteX80-14981" fmla="*/ 0 w 10000"/>
              <a:gd name="connsiteY80-14982" fmla="*/ 9023 h 10000"/>
              <a:gd name="connsiteX81-14983" fmla="*/ 163 w 10000"/>
              <a:gd name="connsiteY81-14984" fmla="*/ 8919 h 10000"/>
              <a:gd name="connsiteX82-14985" fmla="*/ 296 w 10000"/>
              <a:gd name="connsiteY82-14986" fmla="*/ 8794 h 10000"/>
              <a:gd name="connsiteX83-14987" fmla="*/ 594 w 10000"/>
              <a:gd name="connsiteY83-14988" fmla="*/ 8690 h 10000"/>
              <a:gd name="connsiteX84-14989" fmla="*/ 865 w 10000"/>
              <a:gd name="connsiteY84-14990" fmla="*/ 8586 h 10000"/>
              <a:gd name="connsiteX85-14991" fmla="*/ 1000 w 10000"/>
              <a:gd name="connsiteY85-14992" fmla="*/ 8462 h 10000"/>
              <a:gd name="connsiteX86-14993" fmla="*/ 1161 w 10000"/>
              <a:gd name="connsiteY86-14994" fmla="*/ 8358 h 10000"/>
              <a:gd name="connsiteX87-14995" fmla="*/ 1432 w 10000"/>
              <a:gd name="connsiteY87-14996" fmla="*/ 8254 h 10000"/>
              <a:gd name="connsiteX88-14997" fmla="*/ 1728 w 10000"/>
              <a:gd name="connsiteY88-14998" fmla="*/ 8025 h 10000"/>
              <a:gd name="connsiteX89-14999" fmla="*/ 1865 w 10000"/>
              <a:gd name="connsiteY89-15000" fmla="*/ 7921 h 10000"/>
              <a:gd name="connsiteX90-15001" fmla="*/ 2162 w 10000"/>
              <a:gd name="connsiteY90-15002" fmla="*/ 7692 h 10000"/>
              <a:gd name="connsiteX91-15003" fmla="*/ 2432 w 10000"/>
              <a:gd name="connsiteY91-15004" fmla="*/ 7484 h 10000"/>
              <a:gd name="connsiteX92-15005" fmla="*/ 2432 w 10000"/>
              <a:gd name="connsiteY92-15006" fmla="*/ 7484 h 10000"/>
              <a:gd name="connsiteX0-15007" fmla="*/ 2432 w 10000"/>
              <a:gd name="connsiteY0-15008" fmla="*/ 7484 h 10000"/>
              <a:gd name="connsiteX1-15009" fmla="*/ 2730 w 10000"/>
              <a:gd name="connsiteY1-15010" fmla="*/ 7152 h 10000"/>
              <a:gd name="connsiteX2-15011" fmla="*/ 3135 w 10000"/>
              <a:gd name="connsiteY2-15012" fmla="*/ 6819 h 10000"/>
              <a:gd name="connsiteX3-15013" fmla="*/ 3433 w 10000"/>
              <a:gd name="connsiteY3-15014" fmla="*/ 6486 h 10000"/>
              <a:gd name="connsiteX4-15015" fmla="*/ 3864 w 10000"/>
              <a:gd name="connsiteY4-15016" fmla="*/ 6050 h 10000"/>
              <a:gd name="connsiteX5-15017" fmla="*/ 4296 w 10000"/>
              <a:gd name="connsiteY5-15018" fmla="*/ 5509 h 10000"/>
              <a:gd name="connsiteX6-15019" fmla="*/ 4729 w 10000"/>
              <a:gd name="connsiteY6-15020" fmla="*/ 4948 h 10000"/>
              <a:gd name="connsiteX7-15021" fmla="*/ 5135 w 10000"/>
              <a:gd name="connsiteY7-15022" fmla="*/ 4304 h 10000"/>
              <a:gd name="connsiteX8-15023" fmla="*/ 5702 w 10000"/>
              <a:gd name="connsiteY8-15024" fmla="*/ 3638 h 10000"/>
              <a:gd name="connsiteX9-15025" fmla="*/ 6136 w 10000"/>
              <a:gd name="connsiteY9-15026" fmla="*/ 2973 h 10000"/>
              <a:gd name="connsiteX10-15027" fmla="*/ 6567 w 10000"/>
              <a:gd name="connsiteY10-15028" fmla="*/ 2432 h 10000"/>
              <a:gd name="connsiteX11-15029" fmla="*/ 6865 w 10000"/>
              <a:gd name="connsiteY11-15030" fmla="*/ 1871 h 10000"/>
              <a:gd name="connsiteX12-15031" fmla="*/ 7134 w 10000"/>
              <a:gd name="connsiteY12-15032" fmla="*/ 1435 h 10000"/>
              <a:gd name="connsiteX13-15033" fmla="*/ 7271 w 10000"/>
              <a:gd name="connsiteY13-15034" fmla="*/ 1102 h 10000"/>
              <a:gd name="connsiteX14-15035" fmla="*/ 7432 w 10000"/>
              <a:gd name="connsiteY14-15036" fmla="*/ 769 h 10000"/>
              <a:gd name="connsiteX15-15037" fmla="*/ 7432 w 10000"/>
              <a:gd name="connsiteY15-15038" fmla="*/ 665 h 10000"/>
              <a:gd name="connsiteX16-15039" fmla="*/ 7432 w 10000"/>
              <a:gd name="connsiteY16-15040" fmla="*/ 437 h 10000"/>
              <a:gd name="connsiteX17-15041" fmla="*/ 7271 w 10000"/>
              <a:gd name="connsiteY17-15042" fmla="*/ 437 h 10000"/>
              <a:gd name="connsiteX18-15043" fmla="*/ 7271 w 10000"/>
              <a:gd name="connsiteY18-15044" fmla="*/ 333 h 10000"/>
              <a:gd name="connsiteX19-15045" fmla="*/ 7134 w 10000"/>
              <a:gd name="connsiteY19-15046" fmla="*/ 229 h 10000"/>
              <a:gd name="connsiteX20-15047" fmla="*/ 7134 w 10000"/>
              <a:gd name="connsiteY20-15048" fmla="*/ 229 h 10000"/>
              <a:gd name="connsiteX21-15049" fmla="*/ 7134 w 10000"/>
              <a:gd name="connsiteY21-15050" fmla="*/ 125 h 10000"/>
              <a:gd name="connsiteX22-15051" fmla="*/ 7134 w 10000"/>
              <a:gd name="connsiteY22-15052" fmla="*/ 0 h 10000"/>
              <a:gd name="connsiteX23-15053" fmla="*/ 7271 w 10000"/>
              <a:gd name="connsiteY23-15054" fmla="*/ 0 h 10000"/>
              <a:gd name="connsiteX24-15055" fmla="*/ 7568 w 10000"/>
              <a:gd name="connsiteY24-15056" fmla="*/ 0 h 10000"/>
              <a:gd name="connsiteX25-15057" fmla="*/ 7864 w 10000"/>
              <a:gd name="connsiteY25-15058" fmla="*/ 0 h 10000"/>
              <a:gd name="connsiteX26-15059" fmla="*/ 8270 w 10000"/>
              <a:gd name="connsiteY26-15060" fmla="*/ 0 h 10000"/>
              <a:gd name="connsiteX27-15061" fmla="*/ 8566 w 10000"/>
              <a:gd name="connsiteY27-15062" fmla="*/ 125 h 10000"/>
              <a:gd name="connsiteX28-15063" fmla="*/ 9000 w 10000"/>
              <a:gd name="connsiteY28-15064" fmla="*/ 229 h 10000"/>
              <a:gd name="connsiteX29-15065" fmla="*/ 9270 w 10000"/>
              <a:gd name="connsiteY29-15066" fmla="*/ 333 h 10000"/>
              <a:gd name="connsiteX30-15067" fmla="*/ 9568 w 10000"/>
              <a:gd name="connsiteY30-15068" fmla="*/ 437 h 10000"/>
              <a:gd name="connsiteX31-15069" fmla="*/ 9839 w 10000"/>
              <a:gd name="connsiteY31-15070" fmla="*/ 665 h 10000"/>
              <a:gd name="connsiteX32-15071" fmla="*/ 10000 w 10000"/>
              <a:gd name="connsiteY32-15072" fmla="*/ 769 h 10000"/>
              <a:gd name="connsiteX33-15073" fmla="*/ 10000 w 10000"/>
              <a:gd name="connsiteY33-15074" fmla="*/ 894 h 10000"/>
              <a:gd name="connsiteX34-15075" fmla="*/ 10000 w 10000"/>
              <a:gd name="connsiteY34-15076" fmla="*/ 998 h 10000"/>
              <a:gd name="connsiteX35-15077" fmla="*/ 10000 w 10000"/>
              <a:gd name="connsiteY35-15078" fmla="*/ 1206 h 10000"/>
              <a:gd name="connsiteX36-15079" fmla="*/ 9839 w 10000"/>
              <a:gd name="connsiteY36-15080" fmla="*/ 1331 h 10000"/>
              <a:gd name="connsiteX37-15081" fmla="*/ 9702 w 10000"/>
              <a:gd name="connsiteY37-15082" fmla="*/ 1538 h 10000"/>
              <a:gd name="connsiteX38-15083" fmla="*/ 9433 w 10000"/>
              <a:gd name="connsiteY38-15084" fmla="*/ 1767 h 10000"/>
              <a:gd name="connsiteX39-15085" fmla="*/ 9135 w 10000"/>
              <a:gd name="connsiteY39-15086" fmla="*/ 1975 h 10000"/>
              <a:gd name="connsiteX40-15087" fmla="*/ 9000 w 10000"/>
              <a:gd name="connsiteY40-15088" fmla="*/ 2204 h 10000"/>
              <a:gd name="connsiteX41-15089" fmla="*/ 8703 w 10000"/>
              <a:gd name="connsiteY41-15090" fmla="*/ 2432 h 10000"/>
              <a:gd name="connsiteX42-15091" fmla="*/ 8433 w 10000"/>
              <a:gd name="connsiteY42-15092" fmla="*/ 2744 h 10000"/>
              <a:gd name="connsiteX43-15093" fmla="*/ 8135 w 10000"/>
              <a:gd name="connsiteY43-15094" fmla="*/ 3077 h 10000"/>
              <a:gd name="connsiteX44-15095" fmla="*/ 7703 w 10000"/>
              <a:gd name="connsiteY44-15096" fmla="*/ 3514 h 10000"/>
              <a:gd name="connsiteX45-15097" fmla="*/ 7432 w 10000"/>
              <a:gd name="connsiteY45-15098" fmla="*/ 3971 h 10000"/>
              <a:gd name="connsiteX46-15099" fmla="*/ 7001 w 10000"/>
              <a:gd name="connsiteY46-15100" fmla="*/ 4407 h 10000"/>
              <a:gd name="connsiteX47-15101" fmla="*/ 6432 w 10000"/>
              <a:gd name="connsiteY47-15102" fmla="*/ 4948 h 10000"/>
              <a:gd name="connsiteX48-15103" fmla="*/ 5999 w 10000"/>
              <a:gd name="connsiteY48-15104" fmla="*/ 5385 h 10000"/>
              <a:gd name="connsiteX49-15105" fmla="*/ 5702 w 10000"/>
              <a:gd name="connsiteY49-15106" fmla="*/ 5842 h 10000"/>
              <a:gd name="connsiteX50-15107" fmla="*/ 5298 w 10000"/>
              <a:gd name="connsiteY50-15108" fmla="*/ 6279 h 10000"/>
              <a:gd name="connsiteX51-15109" fmla="*/ 4865 w 10000"/>
              <a:gd name="connsiteY51-15110" fmla="*/ 6611 h 10000"/>
              <a:gd name="connsiteX52-15111" fmla="*/ 4567 w 10000"/>
              <a:gd name="connsiteY52-15112" fmla="*/ 6923 h 10000"/>
              <a:gd name="connsiteX53-15113" fmla="*/ 4296 w 10000"/>
              <a:gd name="connsiteY53-15114" fmla="*/ 7256 h 10000"/>
              <a:gd name="connsiteX54-15115" fmla="*/ 4000 w 10000"/>
              <a:gd name="connsiteY54-15116" fmla="*/ 7484 h 10000"/>
              <a:gd name="connsiteX55-15117" fmla="*/ 3729 w 10000"/>
              <a:gd name="connsiteY55-15118" fmla="*/ 7692 h 10000"/>
              <a:gd name="connsiteX56-15119" fmla="*/ 3433 w 10000"/>
              <a:gd name="connsiteY56-15120" fmla="*/ 7921 h 10000"/>
              <a:gd name="connsiteX57-15121" fmla="*/ 3297 w 10000"/>
              <a:gd name="connsiteY57-15122" fmla="*/ 8150 h 10000"/>
              <a:gd name="connsiteX58-15123" fmla="*/ 3135 w 10000"/>
              <a:gd name="connsiteY58-15124" fmla="*/ 8254 h 10000"/>
              <a:gd name="connsiteX59-15125" fmla="*/ 3001 w 10000"/>
              <a:gd name="connsiteY59-15126" fmla="*/ 8358 h 10000"/>
              <a:gd name="connsiteX60-15127" fmla="*/ 2864 w 10000"/>
              <a:gd name="connsiteY60-15128" fmla="*/ 8462 h 10000"/>
              <a:gd name="connsiteX61-15129" fmla="*/ 2864 w 10000"/>
              <a:gd name="connsiteY61-15130" fmla="*/ 8586 h 10000"/>
              <a:gd name="connsiteX62-15131" fmla="*/ 2864 w 10000"/>
              <a:gd name="connsiteY62-15132" fmla="*/ 8586 h 10000"/>
              <a:gd name="connsiteX63-15133" fmla="*/ 3001 w 10000"/>
              <a:gd name="connsiteY63-15134" fmla="*/ 8586 h 10000"/>
              <a:gd name="connsiteX64-15135" fmla="*/ 3135 w 10000"/>
              <a:gd name="connsiteY64-15136" fmla="*/ 8690 h 10000"/>
              <a:gd name="connsiteX65-15137" fmla="*/ 3297 w 10000"/>
              <a:gd name="connsiteY65-15138" fmla="*/ 8690 h 10000"/>
              <a:gd name="connsiteX66-15139" fmla="*/ 1569 w 10000"/>
              <a:gd name="connsiteY66-15140" fmla="*/ 9792 h 10000"/>
              <a:gd name="connsiteX67-15141" fmla="*/ 1432 w 10000"/>
              <a:gd name="connsiteY67-15142" fmla="*/ 9896 h 10000"/>
              <a:gd name="connsiteX68-15143" fmla="*/ 1298 w 10000"/>
              <a:gd name="connsiteY68-15144" fmla="*/ 9896 h 10000"/>
              <a:gd name="connsiteX69-15145" fmla="*/ 1161 w 10000"/>
              <a:gd name="connsiteY69-15146" fmla="*/ 9896 h 10000"/>
              <a:gd name="connsiteX70-15147" fmla="*/ 865 w 10000"/>
              <a:gd name="connsiteY70-15148" fmla="*/ 10000 h 10000"/>
              <a:gd name="connsiteX71-15149" fmla="*/ 730 w 10000"/>
              <a:gd name="connsiteY71-15150" fmla="*/ 9896 h 10000"/>
              <a:gd name="connsiteX72-15151" fmla="*/ 594 w 10000"/>
              <a:gd name="connsiteY72-15152" fmla="*/ 9896 h 10000"/>
              <a:gd name="connsiteX73-15153" fmla="*/ 433 w 10000"/>
              <a:gd name="connsiteY73-15154" fmla="*/ 9792 h 10000"/>
              <a:gd name="connsiteX74-15155" fmla="*/ 296 w 10000"/>
              <a:gd name="connsiteY74-15156" fmla="*/ 9563 h 10000"/>
              <a:gd name="connsiteX75-15157" fmla="*/ 163 w 10000"/>
              <a:gd name="connsiteY75-15158" fmla="*/ 9356 h 10000"/>
              <a:gd name="connsiteX76-15159" fmla="*/ 0 w 10000"/>
              <a:gd name="connsiteY76-15160" fmla="*/ 9231 h 10000"/>
              <a:gd name="connsiteX77-15161" fmla="*/ 0 w 10000"/>
              <a:gd name="connsiteY77-15162" fmla="*/ 9127 h 10000"/>
              <a:gd name="connsiteX78-15163" fmla="*/ 0 w 10000"/>
              <a:gd name="connsiteY78-15164" fmla="*/ 9023 h 10000"/>
              <a:gd name="connsiteX79-15165" fmla="*/ 0 w 10000"/>
              <a:gd name="connsiteY79-15166" fmla="*/ 9023 h 10000"/>
              <a:gd name="connsiteX80-15167" fmla="*/ 163 w 10000"/>
              <a:gd name="connsiteY80-15168" fmla="*/ 8919 h 10000"/>
              <a:gd name="connsiteX81-15169" fmla="*/ 296 w 10000"/>
              <a:gd name="connsiteY81-15170" fmla="*/ 8794 h 10000"/>
              <a:gd name="connsiteX82-15171" fmla="*/ 594 w 10000"/>
              <a:gd name="connsiteY82-15172" fmla="*/ 8690 h 10000"/>
              <a:gd name="connsiteX83-15173" fmla="*/ 865 w 10000"/>
              <a:gd name="connsiteY83-15174" fmla="*/ 8586 h 10000"/>
              <a:gd name="connsiteX84-15175" fmla="*/ 1000 w 10000"/>
              <a:gd name="connsiteY84-15176" fmla="*/ 8462 h 10000"/>
              <a:gd name="connsiteX85-15177" fmla="*/ 1161 w 10000"/>
              <a:gd name="connsiteY85-15178" fmla="*/ 8358 h 10000"/>
              <a:gd name="connsiteX86-15179" fmla="*/ 1432 w 10000"/>
              <a:gd name="connsiteY86-15180" fmla="*/ 8254 h 10000"/>
              <a:gd name="connsiteX87-15181" fmla="*/ 1728 w 10000"/>
              <a:gd name="connsiteY87-15182" fmla="*/ 8025 h 10000"/>
              <a:gd name="connsiteX88-15183" fmla="*/ 1865 w 10000"/>
              <a:gd name="connsiteY88-15184" fmla="*/ 7921 h 10000"/>
              <a:gd name="connsiteX89-15185" fmla="*/ 2162 w 10000"/>
              <a:gd name="connsiteY89-15186" fmla="*/ 7692 h 10000"/>
              <a:gd name="connsiteX90-15187" fmla="*/ 2432 w 10000"/>
              <a:gd name="connsiteY90-15188" fmla="*/ 7484 h 10000"/>
              <a:gd name="connsiteX91-15189" fmla="*/ 2432 w 10000"/>
              <a:gd name="connsiteY91-15190" fmla="*/ 7484 h 10000"/>
              <a:gd name="connsiteX0-15191" fmla="*/ 2432 w 10000"/>
              <a:gd name="connsiteY0-15192" fmla="*/ 7484 h 10000"/>
              <a:gd name="connsiteX1-15193" fmla="*/ 2730 w 10000"/>
              <a:gd name="connsiteY1-15194" fmla="*/ 7152 h 10000"/>
              <a:gd name="connsiteX2-15195" fmla="*/ 3135 w 10000"/>
              <a:gd name="connsiteY2-15196" fmla="*/ 6819 h 10000"/>
              <a:gd name="connsiteX3-15197" fmla="*/ 3433 w 10000"/>
              <a:gd name="connsiteY3-15198" fmla="*/ 6486 h 10000"/>
              <a:gd name="connsiteX4-15199" fmla="*/ 3864 w 10000"/>
              <a:gd name="connsiteY4-15200" fmla="*/ 6050 h 10000"/>
              <a:gd name="connsiteX5-15201" fmla="*/ 4296 w 10000"/>
              <a:gd name="connsiteY5-15202" fmla="*/ 5509 h 10000"/>
              <a:gd name="connsiteX6-15203" fmla="*/ 4729 w 10000"/>
              <a:gd name="connsiteY6-15204" fmla="*/ 4948 h 10000"/>
              <a:gd name="connsiteX7-15205" fmla="*/ 5135 w 10000"/>
              <a:gd name="connsiteY7-15206" fmla="*/ 4304 h 10000"/>
              <a:gd name="connsiteX8-15207" fmla="*/ 5702 w 10000"/>
              <a:gd name="connsiteY8-15208" fmla="*/ 3638 h 10000"/>
              <a:gd name="connsiteX9-15209" fmla="*/ 6136 w 10000"/>
              <a:gd name="connsiteY9-15210" fmla="*/ 2973 h 10000"/>
              <a:gd name="connsiteX10-15211" fmla="*/ 6567 w 10000"/>
              <a:gd name="connsiteY10-15212" fmla="*/ 2432 h 10000"/>
              <a:gd name="connsiteX11-15213" fmla="*/ 6865 w 10000"/>
              <a:gd name="connsiteY11-15214" fmla="*/ 1871 h 10000"/>
              <a:gd name="connsiteX12-15215" fmla="*/ 7134 w 10000"/>
              <a:gd name="connsiteY12-15216" fmla="*/ 1435 h 10000"/>
              <a:gd name="connsiteX13-15217" fmla="*/ 7271 w 10000"/>
              <a:gd name="connsiteY13-15218" fmla="*/ 1102 h 10000"/>
              <a:gd name="connsiteX14-15219" fmla="*/ 7432 w 10000"/>
              <a:gd name="connsiteY14-15220" fmla="*/ 769 h 10000"/>
              <a:gd name="connsiteX15-15221" fmla="*/ 7432 w 10000"/>
              <a:gd name="connsiteY15-15222" fmla="*/ 665 h 10000"/>
              <a:gd name="connsiteX16-15223" fmla="*/ 7432 w 10000"/>
              <a:gd name="connsiteY16-15224" fmla="*/ 437 h 10000"/>
              <a:gd name="connsiteX17-15225" fmla="*/ 7271 w 10000"/>
              <a:gd name="connsiteY17-15226" fmla="*/ 437 h 10000"/>
              <a:gd name="connsiteX18-15227" fmla="*/ 7271 w 10000"/>
              <a:gd name="connsiteY18-15228" fmla="*/ 333 h 10000"/>
              <a:gd name="connsiteX19-15229" fmla="*/ 7134 w 10000"/>
              <a:gd name="connsiteY19-15230" fmla="*/ 229 h 10000"/>
              <a:gd name="connsiteX20-15231" fmla="*/ 7134 w 10000"/>
              <a:gd name="connsiteY20-15232" fmla="*/ 229 h 10000"/>
              <a:gd name="connsiteX21-15233" fmla="*/ 7134 w 10000"/>
              <a:gd name="connsiteY21-15234" fmla="*/ 125 h 10000"/>
              <a:gd name="connsiteX22-15235" fmla="*/ 7134 w 10000"/>
              <a:gd name="connsiteY22-15236" fmla="*/ 0 h 10000"/>
              <a:gd name="connsiteX23-15237" fmla="*/ 7271 w 10000"/>
              <a:gd name="connsiteY23-15238" fmla="*/ 0 h 10000"/>
              <a:gd name="connsiteX24-15239" fmla="*/ 7568 w 10000"/>
              <a:gd name="connsiteY24-15240" fmla="*/ 0 h 10000"/>
              <a:gd name="connsiteX25-15241" fmla="*/ 7864 w 10000"/>
              <a:gd name="connsiteY25-15242" fmla="*/ 0 h 10000"/>
              <a:gd name="connsiteX26-15243" fmla="*/ 8270 w 10000"/>
              <a:gd name="connsiteY26-15244" fmla="*/ 0 h 10000"/>
              <a:gd name="connsiteX27-15245" fmla="*/ 8566 w 10000"/>
              <a:gd name="connsiteY27-15246" fmla="*/ 125 h 10000"/>
              <a:gd name="connsiteX28-15247" fmla="*/ 9000 w 10000"/>
              <a:gd name="connsiteY28-15248" fmla="*/ 229 h 10000"/>
              <a:gd name="connsiteX29-15249" fmla="*/ 9270 w 10000"/>
              <a:gd name="connsiteY29-15250" fmla="*/ 333 h 10000"/>
              <a:gd name="connsiteX30-15251" fmla="*/ 9568 w 10000"/>
              <a:gd name="connsiteY30-15252" fmla="*/ 437 h 10000"/>
              <a:gd name="connsiteX31-15253" fmla="*/ 9839 w 10000"/>
              <a:gd name="connsiteY31-15254" fmla="*/ 665 h 10000"/>
              <a:gd name="connsiteX32-15255" fmla="*/ 10000 w 10000"/>
              <a:gd name="connsiteY32-15256" fmla="*/ 769 h 10000"/>
              <a:gd name="connsiteX33-15257" fmla="*/ 10000 w 10000"/>
              <a:gd name="connsiteY33-15258" fmla="*/ 894 h 10000"/>
              <a:gd name="connsiteX34-15259" fmla="*/ 10000 w 10000"/>
              <a:gd name="connsiteY34-15260" fmla="*/ 998 h 10000"/>
              <a:gd name="connsiteX35-15261" fmla="*/ 10000 w 10000"/>
              <a:gd name="connsiteY35-15262" fmla="*/ 1206 h 10000"/>
              <a:gd name="connsiteX36-15263" fmla="*/ 9839 w 10000"/>
              <a:gd name="connsiteY36-15264" fmla="*/ 1331 h 10000"/>
              <a:gd name="connsiteX37-15265" fmla="*/ 9702 w 10000"/>
              <a:gd name="connsiteY37-15266" fmla="*/ 1538 h 10000"/>
              <a:gd name="connsiteX38-15267" fmla="*/ 9433 w 10000"/>
              <a:gd name="connsiteY38-15268" fmla="*/ 1767 h 10000"/>
              <a:gd name="connsiteX39-15269" fmla="*/ 9135 w 10000"/>
              <a:gd name="connsiteY39-15270" fmla="*/ 1975 h 10000"/>
              <a:gd name="connsiteX40-15271" fmla="*/ 9000 w 10000"/>
              <a:gd name="connsiteY40-15272" fmla="*/ 2204 h 10000"/>
              <a:gd name="connsiteX41-15273" fmla="*/ 8703 w 10000"/>
              <a:gd name="connsiteY41-15274" fmla="*/ 2432 h 10000"/>
              <a:gd name="connsiteX42-15275" fmla="*/ 8433 w 10000"/>
              <a:gd name="connsiteY42-15276" fmla="*/ 2744 h 10000"/>
              <a:gd name="connsiteX43-15277" fmla="*/ 8135 w 10000"/>
              <a:gd name="connsiteY43-15278" fmla="*/ 3077 h 10000"/>
              <a:gd name="connsiteX44-15279" fmla="*/ 7703 w 10000"/>
              <a:gd name="connsiteY44-15280" fmla="*/ 3514 h 10000"/>
              <a:gd name="connsiteX45-15281" fmla="*/ 7432 w 10000"/>
              <a:gd name="connsiteY45-15282" fmla="*/ 3971 h 10000"/>
              <a:gd name="connsiteX46-15283" fmla="*/ 7001 w 10000"/>
              <a:gd name="connsiteY46-15284" fmla="*/ 4407 h 10000"/>
              <a:gd name="connsiteX47-15285" fmla="*/ 6432 w 10000"/>
              <a:gd name="connsiteY47-15286" fmla="*/ 4948 h 10000"/>
              <a:gd name="connsiteX48-15287" fmla="*/ 5999 w 10000"/>
              <a:gd name="connsiteY48-15288" fmla="*/ 5385 h 10000"/>
              <a:gd name="connsiteX49-15289" fmla="*/ 5702 w 10000"/>
              <a:gd name="connsiteY49-15290" fmla="*/ 5842 h 10000"/>
              <a:gd name="connsiteX50-15291" fmla="*/ 5298 w 10000"/>
              <a:gd name="connsiteY50-15292" fmla="*/ 6279 h 10000"/>
              <a:gd name="connsiteX51-15293" fmla="*/ 4865 w 10000"/>
              <a:gd name="connsiteY51-15294" fmla="*/ 6611 h 10000"/>
              <a:gd name="connsiteX52-15295" fmla="*/ 4567 w 10000"/>
              <a:gd name="connsiteY52-15296" fmla="*/ 6923 h 10000"/>
              <a:gd name="connsiteX53-15297" fmla="*/ 4296 w 10000"/>
              <a:gd name="connsiteY53-15298" fmla="*/ 7256 h 10000"/>
              <a:gd name="connsiteX54-15299" fmla="*/ 4000 w 10000"/>
              <a:gd name="connsiteY54-15300" fmla="*/ 7484 h 10000"/>
              <a:gd name="connsiteX55-15301" fmla="*/ 3729 w 10000"/>
              <a:gd name="connsiteY55-15302" fmla="*/ 7692 h 10000"/>
              <a:gd name="connsiteX56-15303" fmla="*/ 3433 w 10000"/>
              <a:gd name="connsiteY56-15304" fmla="*/ 7921 h 10000"/>
              <a:gd name="connsiteX57-15305" fmla="*/ 3297 w 10000"/>
              <a:gd name="connsiteY57-15306" fmla="*/ 8150 h 10000"/>
              <a:gd name="connsiteX58-15307" fmla="*/ 3135 w 10000"/>
              <a:gd name="connsiteY58-15308" fmla="*/ 8254 h 10000"/>
              <a:gd name="connsiteX59-15309" fmla="*/ 3001 w 10000"/>
              <a:gd name="connsiteY59-15310" fmla="*/ 8358 h 10000"/>
              <a:gd name="connsiteX60-15311" fmla="*/ 2864 w 10000"/>
              <a:gd name="connsiteY60-15312" fmla="*/ 8462 h 10000"/>
              <a:gd name="connsiteX61-15313" fmla="*/ 2864 w 10000"/>
              <a:gd name="connsiteY61-15314" fmla="*/ 8586 h 10000"/>
              <a:gd name="connsiteX62-15315" fmla="*/ 2864 w 10000"/>
              <a:gd name="connsiteY62-15316" fmla="*/ 8586 h 10000"/>
              <a:gd name="connsiteX63-15317" fmla="*/ 3001 w 10000"/>
              <a:gd name="connsiteY63-15318" fmla="*/ 8586 h 10000"/>
              <a:gd name="connsiteX64-15319" fmla="*/ 3135 w 10000"/>
              <a:gd name="connsiteY64-15320" fmla="*/ 8690 h 10000"/>
              <a:gd name="connsiteX65-15321" fmla="*/ 3297 w 10000"/>
              <a:gd name="connsiteY65-15322" fmla="*/ 8690 h 10000"/>
              <a:gd name="connsiteX66-15323" fmla="*/ 1569 w 10000"/>
              <a:gd name="connsiteY66-15324" fmla="*/ 9792 h 10000"/>
              <a:gd name="connsiteX67-15325" fmla="*/ 1298 w 10000"/>
              <a:gd name="connsiteY67-15326" fmla="*/ 9896 h 10000"/>
              <a:gd name="connsiteX68-15327" fmla="*/ 1161 w 10000"/>
              <a:gd name="connsiteY68-15328" fmla="*/ 9896 h 10000"/>
              <a:gd name="connsiteX69-15329" fmla="*/ 865 w 10000"/>
              <a:gd name="connsiteY69-15330" fmla="*/ 10000 h 10000"/>
              <a:gd name="connsiteX70-15331" fmla="*/ 730 w 10000"/>
              <a:gd name="connsiteY70-15332" fmla="*/ 9896 h 10000"/>
              <a:gd name="connsiteX71-15333" fmla="*/ 594 w 10000"/>
              <a:gd name="connsiteY71-15334" fmla="*/ 9896 h 10000"/>
              <a:gd name="connsiteX72-15335" fmla="*/ 433 w 10000"/>
              <a:gd name="connsiteY72-15336" fmla="*/ 9792 h 10000"/>
              <a:gd name="connsiteX73-15337" fmla="*/ 296 w 10000"/>
              <a:gd name="connsiteY73-15338" fmla="*/ 9563 h 10000"/>
              <a:gd name="connsiteX74-15339" fmla="*/ 163 w 10000"/>
              <a:gd name="connsiteY74-15340" fmla="*/ 9356 h 10000"/>
              <a:gd name="connsiteX75-15341" fmla="*/ 0 w 10000"/>
              <a:gd name="connsiteY75-15342" fmla="*/ 9231 h 10000"/>
              <a:gd name="connsiteX76-15343" fmla="*/ 0 w 10000"/>
              <a:gd name="connsiteY76-15344" fmla="*/ 9127 h 10000"/>
              <a:gd name="connsiteX77-15345" fmla="*/ 0 w 10000"/>
              <a:gd name="connsiteY77-15346" fmla="*/ 9023 h 10000"/>
              <a:gd name="connsiteX78-15347" fmla="*/ 0 w 10000"/>
              <a:gd name="connsiteY78-15348" fmla="*/ 9023 h 10000"/>
              <a:gd name="connsiteX79-15349" fmla="*/ 163 w 10000"/>
              <a:gd name="connsiteY79-15350" fmla="*/ 8919 h 10000"/>
              <a:gd name="connsiteX80-15351" fmla="*/ 296 w 10000"/>
              <a:gd name="connsiteY80-15352" fmla="*/ 8794 h 10000"/>
              <a:gd name="connsiteX81-15353" fmla="*/ 594 w 10000"/>
              <a:gd name="connsiteY81-15354" fmla="*/ 8690 h 10000"/>
              <a:gd name="connsiteX82-15355" fmla="*/ 865 w 10000"/>
              <a:gd name="connsiteY82-15356" fmla="*/ 8586 h 10000"/>
              <a:gd name="connsiteX83-15357" fmla="*/ 1000 w 10000"/>
              <a:gd name="connsiteY83-15358" fmla="*/ 8462 h 10000"/>
              <a:gd name="connsiteX84-15359" fmla="*/ 1161 w 10000"/>
              <a:gd name="connsiteY84-15360" fmla="*/ 8358 h 10000"/>
              <a:gd name="connsiteX85-15361" fmla="*/ 1432 w 10000"/>
              <a:gd name="connsiteY85-15362" fmla="*/ 8254 h 10000"/>
              <a:gd name="connsiteX86-15363" fmla="*/ 1728 w 10000"/>
              <a:gd name="connsiteY86-15364" fmla="*/ 8025 h 10000"/>
              <a:gd name="connsiteX87-15365" fmla="*/ 1865 w 10000"/>
              <a:gd name="connsiteY87-15366" fmla="*/ 7921 h 10000"/>
              <a:gd name="connsiteX88-15367" fmla="*/ 2162 w 10000"/>
              <a:gd name="connsiteY88-15368" fmla="*/ 7692 h 10000"/>
              <a:gd name="connsiteX89-15369" fmla="*/ 2432 w 10000"/>
              <a:gd name="connsiteY89-15370" fmla="*/ 7484 h 10000"/>
              <a:gd name="connsiteX90-15371" fmla="*/ 2432 w 10000"/>
              <a:gd name="connsiteY90-15372" fmla="*/ 7484 h 10000"/>
              <a:gd name="connsiteX0-15373" fmla="*/ 2432 w 10000"/>
              <a:gd name="connsiteY0-15374" fmla="*/ 7484 h 10000"/>
              <a:gd name="connsiteX1-15375" fmla="*/ 2730 w 10000"/>
              <a:gd name="connsiteY1-15376" fmla="*/ 7152 h 10000"/>
              <a:gd name="connsiteX2-15377" fmla="*/ 3135 w 10000"/>
              <a:gd name="connsiteY2-15378" fmla="*/ 6819 h 10000"/>
              <a:gd name="connsiteX3-15379" fmla="*/ 3433 w 10000"/>
              <a:gd name="connsiteY3-15380" fmla="*/ 6486 h 10000"/>
              <a:gd name="connsiteX4-15381" fmla="*/ 3864 w 10000"/>
              <a:gd name="connsiteY4-15382" fmla="*/ 6050 h 10000"/>
              <a:gd name="connsiteX5-15383" fmla="*/ 4296 w 10000"/>
              <a:gd name="connsiteY5-15384" fmla="*/ 5509 h 10000"/>
              <a:gd name="connsiteX6-15385" fmla="*/ 4729 w 10000"/>
              <a:gd name="connsiteY6-15386" fmla="*/ 4948 h 10000"/>
              <a:gd name="connsiteX7-15387" fmla="*/ 5135 w 10000"/>
              <a:gd name="connsiteY7-15388" fmla="*/ 4304 h 10000"/>
              <a:gd name="connsiteX8-15389" fmla="*/ 5702 w 10000"/>
              <a:gd name="connsiteY8-15390" fmla="*/ 3638 h 10000"/>
              <a:gd name="connsiteX9-15391" fmla="*/ 6136 w 10000"/>
              <a:gd name="connsiteY9-15392" fmla="*/ 2973 h 10000"/>
              <a:gd name="connsiteX10-15393" fmla="*/ 6567 w 10000"/>
              <a:gd name="connsiteY10-15394" fmla="*/ 2432 h 10000"/>
              <a:gd name="connsiteX11-15395" fmla="*/ 6865 w 10000"/>
              <a:gd name="connsiteY11-15396" fmla="*/ 1871 h 10000"/>
              <a:gd name="connsiteX12-15397" fmla="*/ 7134 w 10000"/>
              <a:gd name="connsiteY12-15398" fmla="*/ 1435 h 10000"/>
              <a:gd name="connsiteX13-15399" fmla="*/ 7271 w 10000"/>
              <a:gd name="connsiteY13-15400" fmla="*/ 1102 h 10000"/>
              <a:gd name="connsiteX14-15401" fmla="*/ 7432 w 10000"/>
              <a:gd name="connsiteY14-15402" fmla="*/ 769 h 10000"/>
              <a:gd name="connsiteX15-15403" fmla="*/ 7432 w 10000"/>
              <a:gd name="connsiteY15-15404" fmla="*/ 665 h 10000"/>
              <a:gd name="connsiteX16-15405" fmla="*/ 7432 w 10000"/>
              <a:gd name="connsiteY16-15406" fmla="*/ 437 h 10000"/>
              <a:gd name="connsiteX17-15407" fmla="*/ 7271 w 10000"/>
              <a:gd name="connsiteY17-15408" fmla="*/ 437 h 10000"/>
              <a:gd name="connsiteX18-15409" fmla="*/ 7271 w 10000"/>
              <a:gd name="connsiteY18-15410" fmla="*/ 333 h 10000"/>
              <a:gd name="connsiteX19-15411" fmla="*/ 7134 w 10000"/>
              <a:gd name="connsiteY19-15412" fmla="*/ 229 h 10000"/>
              <a:gd name="connsiteX20-15413" fmla="*/ 7134 w 10000"/>
              <a:gd name="connsiteY20-15414" fmla="*/ 229 h 10000"/>
              <a:gd name="connsiteX21-15415" fmla="*/ 7134 w 10000"/>
              <a:gd name="connsiteY21-15416" fmla="*/ 125 h 10000"/>
              <a:gd name="connsiteX22-15417" fmla="*/ 7134 w 10000"/>
              <a:gd name="connsiteY22-15418" fmla="*/ 0 h 10000"/>
              <a:gd name="connsiteX23-15419" fmla="*/ 7271 w 10000"/>
              <a:gd name="connsiteY23-15420" fmla="*/ 0 h 10000"/>
              <a:gd name="connsiteX24-15421" fmla="*/ 7568 w 10000"/>
              <a:gd name="connsiteY24-15422" fmla="*/ 0 h 10000"/>
              <a:gd name="connsiteX25-15423" fmla="*/ 7864 w 10000"/>
              <a:gd name="connsiteY25-15424" fmla="*/ 0 h 10000"/>
              <a:gd name="connsiteX26-15425" fmla="*/ 8270 w 10000"/>
              <a:gd name="connsiteY26-15426" fmla="*/ 0 h 10000"/>
              <a:gd name="connsiteX27-15427" fmla="*/ 8566 w 10000"/>
              <a:gd name="connsiteY27-15428" fmla="*/ 125 h 10000"/>
              <a:gd name="connsiteX28-15429" fmla="*/ 9000 w 10000"/>
              <a:gd name="connsiteY28-15430" fmla="*/ 229 h 10000"/>
              <a:gd name="connsiteX29-15431" fmla="*/ 9270 w 10000"/>
              <a:gd name="connsiteY29-15432" fmla="*/ 333 h 10000"/>
              <a:gd name="connsiteX30-15433" fmla="*/ 9568 w 10000"/>
              <a:gd name="connsiteY30-15434" fmla="*/ 437 h 10000"/>
              <a:gd name="connsiteX31-15435" fmla="*/ 9839 w 10000"/>
              <a:gd name="connsiteY31-15436" fmla="*/ 665 h 10000"/>
              <a:gd name="connsiteX32-15437" fmla="*/ 10000 w 10000"/>
              <a:gd name="connsiteY32-15438" fmla="*/ 769 h 10000"/>
              <a:gd name="connsiteX33-15439" fmla="*/ 10000 w 10000"/>
              <a:gd name="connsiteY33-15440" fmla="*/ 894 h 10000"/>
              <a:gd name="connsiteX34-15441" fmla="*/ 10000 w 10000"/>
              <a:gd name="connsiteY34-15442" fmla="*/ 998 h 10000"/>
              <a:gd name="connsiteX35-15443" fmla="*/ 10000 w 10000"/>
              <a:gd name="connsiteY35-15444" fmla="*/ 1206 h 10000"/>
              <a:gd name="connsiteX36-15445" fmla="*/ 9839 w 10000"/>
              <a:gd name="connsiteY36-15446" fmla="*/ 1331 h 10000"/>
              <a:gd name="connsiteX37-15447" fmla="*/ 9702 w 10000"/>
              <a:gd name="connsiteY37-15448" fmla="*/ 1538 h 10000"/>
              <a:gd name="connsiteX38-15449" fmla="*/ 9433 w 10000"/>
              <a:gd name="connsiteY38-15450" fmla="*/ 1767 h 10000"/>
              <a:gd name="connsiteX39-15451" fmla="*/ 9135 w 10000"/>
              <a:gd name="connsiteY39-15452" fmla="*/ 1975 h 10000"/>
              <a:gd name="connsiteX40-15453" fmla="*/ 9000 w 10000"/>
              <a:gd name="connsiteY40-15454" fmla="*/ 2204 h 10000"/>
              <a:gd name="connsiteX41-15455" fmla="*/ 8703 w 10000"/>
              <a:gd name="connsiteY41-15456" fmla="*/ 2432 h 10000"/>
              <a:gd name="connsiteX42-15457" fmla="*/ 8433 w 10000"/>
              <a:gd name="connsiteY42-15458" fmla="*/ 2744 h 10000"/>
              <a:gd name="connsiteX43-15459" fmla="*/ 8135 w 10000"/>
              <a:gd name="connsiteY43-15460" fmla="*/ 3077 h 10000"/>
              <a:gd name="connsiteX44-15461" fmla="*/ 7703 w 10000"/>
              <a:gd name="connsiteY44-15462" fmla="*/ 3514 h 10000"/>
              <a:gd name="connsiteX45-15463" fmla="*/ 7432 w 10000"/>
              <a:gd name="connsiteY45-15464" fmla="*/ 3971 h 10000"/>
              <a:gd name="connsiteX46-15465" fmla="*/ 7001 w 10000"/>
              <a:gd name="connsiteY46-15466" fmla="*/ 4407 h 10000"/>
              <a:gd name="connsiteX47-15467" fmla="*/ 6432 w 10000"/>
              <a:gd name="connsiteY47-15468" fmla="*/ 4948 h 10000"/>
              <a:gd name="connsiteX48-15469" fmla="*/ 5999 w 10000"/>
              <a:gd name="connsiteY48-15470" fmla="*/ 5385 h 10000"/>
              <a:gd name="connsiteX49-15471" fmla="*/ 5702 w 10000"/>
              <a:gd name="connsiteY49-15472" fmla="*/ 5842 h 10000"/>
              <a:gd name="connsiteX50-15473" fmla="*/ 5298 w 10000"/>
              <a:gd name="connsiteY50-15474" fmla="*/ 6279 h 10000"/>
              <a:gd name="connsiteX51-15475" fmla="*/ 4865 w 10000"/>
              <a:gd name="connsiteY51-15476" fmla="*/ 6611 h 10000"/>
              <a:gd name="connsiteX52-15477" fmla="*/ 4567 w 10000"/>
              <a:gd name="connsiteY52-15478" fmla="*/ 6923 h 10000"/>
              <a:gd name="connsiteX53-15479" fmla="*/ 4296 w 10000"/>
              <a:gd name="connsiteY53-15480" fmla="*/ 7256 h 10000"/>
              <a:gd name="connsiteX54-15481" fmla="*/ 4000 w 10000"/>
              <a:gd name="connsiteY54-15482" fmla="*/ 7484 h 10000"/>
              <a:gd name="connsiteX55-15483" fmla="*/ 3729 w 10000"/>
              <a:gd name="connsiteY55-15484" fmla="*/ 7692 h 10000"/>
              <a:gd name="connsiteX56-15485" fmla="*/ 3433 w 10000"/>
              <a:gd name="connsiteY56-15486" fmla="*/ 7921 h 10000"/>
              <a:gd name="connsiteX57-15487" fmla="*/ 3297 w 10000"/>
              <a:gd name="connsiteY57-15488" fmla="*/ 8150 h 10000"/>
              <a:gd name="connsiteX58-15489" fmla="*/ 3135 w 10000"/>
              <a:gd name="connsiteY58-15490" fmla="*/ 8254 h 10000"/>
              <a:gd name="connsiteX59-15491" fmla="*/ 3001 w 10000"/>
              <a:gd name="connsiteY59-15492" fmla="*/ 8358 h 10000"/>
              <a:gd name="connsiteX60-15493" fmla="*/ 2864 w 10000"/>
              <a:gd name="connsiteY60-15494" fmla="*/ 8462 h 10000"/>
              <a:gd name="connsiteX61-15495" fmla="*/ 2864 w 10000"/>
              <a:gd name="connsiteY61-15496" fmla="*/ 8586 h 10000"/>
              <a:gd name="connsiteX62-15497" fmla="*/ 2864 w 10000"/>
              <a:gd name="connsiteY62-15498" fmla="*/ 8586 h 10000"/>
              <a:gd name="connsiteX63-15499" fmla="*/ 3001 w 10000"/>
              <a:gd name="connsiteY63-15500" fmla="*/ 8586 h 10000"/>
              <a:gd name="connsiteX64-15501" fmla="*/ 3135 w 10000"/>
              <a:gd name="connsiteY64-15502" fmla="*/ 8690 h 10000"/>
              <a:gd name="connsiteX65-15503" fmla="*/ 3297 w 10000"/>
              <a:gd name="connsiteY65-15504" fmla="*/ 8690 h 10000"/>
              <a:gd name="connsiteX66-15505" fmla="*/ 1298 w 10000"/>
              <a:gd name="connsiteY66-15506" fmla="*/ 9896 h 10000"/>
              <a:gd name="connsiteX67-15507" fmla="*/ 1161 w 10000"/>
              <a:gd name="connsiteY67-15508" fmla="*/ 9896 h 10000"/>
              <a:gd name="connsiteX68-15509" fmla="*/ 865 w 10000"/>
              <a:gd name="connsiteY68-15510" fmla="*/ 10000 h 10000"/>
              <a:gd name="connsiteX69-15511" fmla="*/ 730 w 10000"/>
              <a:gd name="connsiteY69-15512" fmla="*/ 9896 h 10000"/>
              <a:gd name="connsiteX70-15513" fmla="*/ 594 w 10000"/>
              <a:gd name="connsiteY70-15514" fmla="*/ 9896 h 10000"/>
              <a:gd name="connsiteX71-15515" fmla="*/ 433 w 10000"/>
              <a:gd name="connsiteY71-15516" fmla="*/ 9792 h 10000"/>
              <a:gd name="connsiteX72-15517" fmla="*/ 296 w 10000"/>
              <a:gd name="connsiteY72-15518" fmla="*/ 9563 h 10000"/>
              <a:gd name="connsiteX73-15519" fmla="*/ 163 w 10000"/>
              <a:gd name="connsiteY73-15520" fmla="*/ 9356 h 10000"/>
              <a:gd name="connsiteX74-15521" fmla="*/ 0 w 10000"/>
              <a:gd name="connsiteY74-15522" fmla="*/ 9231 h 10000"/>
              <a:gd name="connsiteX75-15523" fmla="*/ 0 w 10000"/>
              <a:gd name="connsiteY75-15524" fmla="*/ 9127 h 10000"/>
              <a:gd name="connsiteX76-15525" fmla="*/ 0 w 10000"/>
              <a:gd name="connsiteY76-15526" fmla="*/ 9023 h 10000"/>
              <a:gd name="connsiteX77-15527" fmla="*/ 0 w 10000"/>
              <a:gd name="connsiteY77-15528" fmla="*/ 9023 h 10000"/>
              <a:gd name="connsiteX78-15529" fmla="*/ 163 w 10000"/>
              <a:gd name="connsiteY78-15530" fmla="*/ 8919 h 10000"/>
              <a:gd name="connsiteX79-15531" fmla="*/ 296 w 10000"/>
              <a:gd name="connsiteY79-15532" fmla="*/ 8794 h 10000"/>
              <a:gd name="connsiteX80-15533" fmla="*/ 594 w 10000"/>
              <a:gd name="connsiteY80-15534" fmla="*/ 8690 h 10000"/>
              <a:gd name="connsiteX81-15535" fmla="*/ 865 w 10000"/>
              <a:gd name="connsiteY81-15536" fmla="*/ 8586 h 10000"/>
              <a:gd name="connsiteX82-15537" fmla="*/ 1000 w 10000"/>
              <a:gd name="connsiteY82-15538" fmla="*/ 8462 h 10000"/>
              <a:gd name="connsiteX83-15539" fmla="*/ 1161 w 10000"/>
              <a:gd name="connsiteY83-15540" fmla="*/ 8358 h 10000"/>
              <a:gd name="connsiteX84-15541" fmla="*/ 1432 w 10000"/>
              <a:gd name="connsiteY84-15542" fmla="*/ 8254 h 10000"/>
              <a:gd name="connsiteX85-15543" fmla="*/ 1728 w 10000"/>
              <a:gd name="connsiteY85-15544" fmla="*/ 8025 h 10000"/>
              <a:gd name="connsiteX86-15545" fmla="*/ 1865 w 10000"/>
              <a:gd name="connsiteY86-15546" fmla="*/ 7921 h 10000"/>
              <a:gd name="connsiteX87-15547" fmla="*/ 2162 w 10000"/>
              <a:gd name="connsiteY87-15548" fmla="*/ 7692 h 10000"/>
              <a:gd name="connsiteX88-15549" fmla="*/ 2432 w 10000"/>
              <a:gd name="connsiteY88-15550" fmla="*/ 7484 h 10000"/>
              <a:gd name="connsiteX89-15551" fmla="*/ 2432 w 10000"/>
              <a:gd name="connsiteY89-15552" fmla="*/ 7484 h 10000"/>
              <a:gd name="connsiteX0-15553" fmla="*/ 2432 w 10000"/>
              <a:gd name="connsiteY0-15554" fmla="*/ 7484 h 10000"/>
              <a:gd name="connsiteX1-15555" fmla="*/ 2730 w 10000"/>
              <a:gd name="connsiteY1-15556" fmla="*/ 7152 h 10000"/>
              <a:gd name="connsiteX2-15557" fmla="*/ 3135 w 10000"/>
              <a:gd name="connsiteY2-15558" fmla="*/ 6819 h 10000"/>
              <a:gd name="connsiteX3-15559" fmla="*/ 3433 w 10000"/>
              <a:gd name="connsiteY3-15560" fmla="*/ 6486 h 10000"/>
              <a:gd name="connsiteX4-15561" fmla="*/ 3864 w 10000"/>
              <a:gd name="connsiteY4-15562" fmla="*/ 6050 h 10000"/>
              <a:gd name="connsiteX5-15563" fmla="*/ 4296 w 10000"/>
              <a:gd name="connsiteY5-15564" fmla="*/ 5509 h 10000"/>
              <a:gd name="connsiteX6-15565" fmla="*/ 4729 w 10000"/>
              <a:gd name="connsiteY6-15566" fmla="*/ 4948 h 10000"/>
              <a:gd name="connsiteX7-15567" fmla="*/ 5135 w 10000"/>
              <a:gd name="connsiteY7-15568" fmla="*/ 4304 h 10000"/>
              <a:gd name="connsiteX8-15569" fmla="*/ 5702 w 10000"/>
              <a:gd name="connsiteY8-15570" fmla="*/ 3638 h 10000"/>
              <a:gd name="connsiteX9-15571" fmla="*/ 6136 w 10000"/>
              <a:gd name="connsiteY9-15572" fmla="*/ 2973 h 10000"/>
              <a:gd name="connsiteX10-15573" fmla="*/ 6567 w 10000"/>
              <a:gd name="connsiteY10-15574" fmla="*/ 2432 h 10000"/>
              <a:gd name="connsiteX11-15575" fmla="*/ 6865 w 10000"/>
              <a:gd name="connsiteY11-15576" fmla="*/ 1871 h 10000"/>
              <a:gd name="connsiteX12-15577" fmla="*/ 7134 w 10000"/>
              <a:gd name="connsiteY12-15578" fmla="*/ 1435 h 10000"/>
              <a:gd name="connsiteX13-15579" fmla="*/ 7271 w 10000"/>
              <a:gd name="connsiteY13-15580" fmla="*/ 1102 h 10000"/>
              <a:gd name="connsiteX14-15581" fmla="*/ 7432 w 10000"/>
              <a:gd name="connsiteY14-15582" fmla="*/ 769 h 10000"/>
              <a:gd name="connsiteX15-15583" fmla="*/ 7432 w 10000"/>
              <a:gd name="connsiteY15-15584" fmla="*/ 665 h 10000"/>
              <a:gd name="connsiteX16-15585" fmla="*/ 7432 w 10000"/>
              <a:gd name="connsiteY16-15586" fmla="*/ 437 h 10000"/>
              <a:gd name="connsiteX17-15587" fmla="*/ 7271 w 10000"/>
              <a:gd name="connsiteY17-15588" fmla="*/ 437 h 10000"/>
              <a:gd name="connsiteX18-15589" fmla="*/ 7271 w 10000"/>
              <a:gd name="connsiteY18-15590" fmla="*/ 333 h 10000"/>
              <a:gd name="connsiteX19-15591" fmla="*/ 7134 w 10000"/>
              <a:gd name="connsiteY19-15592" fmla="*/ 229 h 10000"/>
              <a:gd name="connsiteX20-15593" fmla="*/ 7134 w 10000"/>
              <a:gd name="connsiteY20-15594" fmla="*/ 229 h 10000"/>
              <a:gd name="connsiteX21-15595" fmla="*/ 7134 w 10000"/>
              <a:gd name="connsiteY21-15596" fmla="*/ 125 h 10000"/>
              <a:gd name="connsiteX22-15597" fmla="*/ 7134 w 10000"/>
              <a:gd name="connsiteY22-15598" fmla="*/ 0 h 10000"/>
              <a:gd name="connsiteX23-15599" fmla="*/ 7271 w 10000"/>
              <a:gd name="connsiteY23-15600" fmla="*/ 0 h 10000"/>
              <a:gd name="connsiteX24-15601" fmla="*/ 7568 w 10000"/>
              <a:gd name="connsiteY24-15602" fmla="*/ 0 h 10000"/>
              <a:gd name="connsiteX25-15603" fmla="*/ 7864 w 10000"/>
              <a:gd name="connsiteY25-15604" fmla="*/ 0 h 10000"/>
              <a:gd name="connsiteX26-15605" fmla="*/ 8270 w 10000"/>
              <a:gd name="connsiteY26-15606" fmla="*/ 0 h 10000"/>
              <a:gd name="connsiteX27-15607" fmla="*/ 8566 w 10000"/>
              <a:gd name="connsiteY27-15608" fmla="*/ 125 h 10000"/>
              <a:gd name="connsiteX28-15609" fmla="*/ 9000 w 10000"/>
              <a:gd name="connsiteY28-15610" fmla="*/ 229 h 10000"/>
              <a:gd name="connsiteX29-15611" fmla="*/ 9270 w 10000"/>
              <a:gd name="connsiteY29-15612" fmla="*/ 333 h 10000"/>
              <a:gd name="connsiteX30-15613" fmla="*/ 9568 w 10000"/>
              <a:gd name="connsiteY30-15614" fmla="*/ 437 h 10000"/>
              <a:gd name="connsiteX31-15615" fmla="*/ 9839 w 10000"/>
              <a:gd name="connsiteY31-15616" fmla="*/ 665 h 10000"/>
              <a:gd name="connsiteX32-15617" fmla="*/ 10000 w 10000"/>
              <a:gd name="connsiteY32-15618" fmla="*/ 769 h 10000"/>
              <a:gd name="connsiteX33-15619" fmla="*/ 10000 w 10000"/>
              <a:gd name="connsiteY33-15620" fmla="*/ 894 h 10000"/>
              <a:gd name="connsiteX34-15621" fmla="*/ 10000 w 10000"/>
              <a:gd name="connsiteY34-15622" fmla="*/ 998 h 10000"/>
              <a:gd name="connsiteX35-15623" fmla="*/ 10000 w 10000"/>
              <a:gd name="connsiteY35-15624" fmla="*/ 1206 h 10000"/>
              <a:gd name="connsiteX36-15625" fmla="*/ 9839 w 10000"/>
              <a:gd name="connsiteY36-15626" fmla="*/ 1331 h 10000"/>
              <a:gd name="connsiteX37-15627" fmla="*/ 9702 w 10000"/>
              <a:gd name="connsiteY37-15628" fmla="*/ 1538 h 10000"/>
              <a:gd name="connsiteX38-15629" fmla="*/ 9433 w 10000"/>
              <a:gd name="connsiteY38-15630" fmla="*/ 1767 h 10000"/>
              <a:gd name="connsiteX39-15631" fmla="*/ 9135 w 10000"/>
              <a:gd name="connsiteY39-15632" fmla="*/ 1975 h 10000"/>
              <a:gd name="connsiteX40-15633" fmla="*/ 9000 w 10000"/>
              <a:gd name="connsiteY40-15634" fmla="*/ 2204 h 10000"/>
              <a:gd name="connsiteX41-15635" fmla="*/ 8703 w 10000"/>
              <a:gd name="connsiteY41-15636" fmla="*/ 2432 h 10000"/>
              <a:gd name="connsiteX42-15637" fmla="*/ 8433 w 10000"/>
              <a:gd name="connsiteY42-15638" fmla="*/ 2744 h 10000"/>
              <a:gd name="connsiteX43-15639" fmla="*/ 8135 w 10000"/>
              <a:gd name="connsiteY43-15640" fmla="*/ 3077 h 10000"/>
              <a:gd name="connsiteX44-15641" fmla="*/ 7703 w 10000"/>
              <a:gd name="connsiteY44-15642" fmla="*/ 3514 h 10000"/>
              <a:gd name="connsiteX45-15643" fmla="*/ 7432 w 10000"/>
              <a:gd name="connsiteY45-15644" fmla="*/ 3971 h 10000"/>
              <a:gd name="connsiteX46-15645" fmla="*/ 7001 w 10000"/>
              <a:gd name="connsiteY46-15646" fmla="*/ 4407 h 10000"/>
              <a:gd name="connsiteX47-15647" fmla="*/ 6432 w 10000"/>
              <a:gd name="connsiteY47-15648" fmla="*/ 4948 h 10000"/>
              <a:gd name="connsiteX48-15649" fmla="*/ 5999 w 10000"/>
              <a:gd name="connsiteY48-15650" fmla="*/ 5385 h 10000"/>
              <a:gd name="connsiteX49-15651" fmla="*/ 5702 w 10000"/>
              <a:gd name="connsiteY49-15652" fmla="*/ 5842 h 10000"/>
              <a:gd name="connsiteX50-15653" fmla="*/ 5298 w 10000"/>
              <a:gd name="connsiteY50-15654" fmla="*/ 6279 h 10000"/>
              <a:gd name="connsiteX51-15655" fmla="*/ 4865 w 10000"/>
              <a:gd name="connsiteY51-15656" fmla="*/ 6611 h 10000"/>
              <a:gd name="connsiteX52-15657" fmla="*/ 4567 w 10000"/>
              <a:gd name="connsiteY52-15658" fmla="*/ 6923 h 10000"/>
              <a:gd name="connsiteX53-15659" fmla="*/ 4296 w 10000"/>
              <a:gd name="connsiteY53-15660" fmla="*/ 7256 h 10000"/>
              <a:gd name="connsiteX54-15661" fmla="*/ 4000 w 10000"/>
              <a:gd name="connsiteY54-15662" fmla="*/ 7484 h 10000"/>
              <a:gd name="connsiteX55-15663" fmla="*/ 3729 w 10000"/>
              <a:gd name="connsiteY55-15664" fmla="*/ 7692 h 10000"/>
              <a:gd name="connsiteX56-15665" fmla="*/ 3433 w 10000"/>
              <a:gd name="connsiteY56-15666" fmla="*/ 7921 h 10000"/>
              <a:gd name="connsiteX57-15667" fmla="*/ 3297 w 10000"/>
              <a:gd name="connsiteY57-15668" fmla="*/ 8150 h 10000"/>
              <a:gd name="connsiteX58-15669" fmla="*/ 3135 w 10000"/>
              <a:gd name="connsiteY58-15670" fmla="*/ 8254 h 10000"/>
              <a:gd name="connsiteX59-15671" fmla="*/ 3001 w 10000"/>
              <a:gd name="connsiteY59-15672" fmla="*/ 8358 h 10000"/>
              <a:gd name="connsiteX60-15673" fmla="*/ 2864 w 10000"/>
              <a:gd name="connsiteY60-15674" fmla="*/ 8462 h 10000"/>
              <a:gd name="connsiteX61-15675" fmla="*/ 2864 w 10000"/>
              <a:gd name="connsiteY61-15676" fmla="*/ 8586 h 10000"/>
              <a:gd name="connsiteX62-15677" fmla="*/ 2864 w 10000"/>
              <a:gd name="connsiteY62-15678" fmla="*/ 8586 h 10000"/>
              <a:gd name="connsiteX63-15679" fmla="*/ 3001 w 10000"/>
              <a:gd name="connsiteY63-15680" fmla="*/ 8586 h 10000"/>
              <a:gd name="connsiteX64-15681" fmla="*/ 3135 w 10000"/>
              <a:gd name="connsiteY64-15682" fmla="*/ 8690 h 10000"/>
              <a:gd name="connsiteX65-15683" fmla="*/ 1298 w 10000"/>
              <a:gd name="connsiteY65-15684" fmla="*/ 9896 h 10000"/>
              <a:gd name="connsiteX66-15685" fmla="*/ 1161 w 10000"/>
              <a:gd name="connsiteY66-15686" fmla="*/ 9896 h 10000"/>
              <a:gd name="connsiteX67-15687" fmla="*/ 865 w 10000"/>
              <a:gd name="connsiteY67-15688" fmla="*/ 10000 h 10000"/>
              <a:gd name="connsiteX68-15689" fmla="*/ 730 w 10000"/>
              <a:gd name="connsiteY68-15690" fmla="*/ 9896 h 10000"/>
              <a:gd name="connsiteX69-15691" fmla="*/ 594 w 10000"/>
              <a:gd name="connsiteY69-15692" fmla="*/ 9896 h 10000"/>
              <a:gd name="connsiteX70-15693" fmla="*/ 433 w 10000"/>
              <a:gd name="connsiteY70-15694" fmla="*/ 9792 h 10000"/>
              <a:gd name="connsiteX71-15695" fmla="*/ 296 w 10000"/>
              <a:gd name="connsiteY71-15696" fmla="*/ 9563 h 10000"/>
              <a:gd name="connsiteX72-15697" fmla="*/ 163 w 10000"/>
              <a:gd name="connsiteY72-15698" fmla="*/ 9356 h 10000"/>
              <a:gd name="connsiteX73-15699" fmla="*/ 0 w 10000"/>
              <a:gd name="connsiteY73-15700" fmla="*/ 9231 h 10000"/>
              <a:gd name="connsiteX74-15701" fmla="*/ 0 w 10000"/>
              <a:gd name="connsiteY74-15702" fmla="*/ 9127 h 10000"/>
              <a:gd name="connsiteX75-15703" fmla="*/ 0 w 10000"/>
              <a:gd name="connsiteY75-15704" fmla="*/ 9023 h 10000"/>
              <a:gd name="connsiteX76-15705" fmla="*/ 0 w 10000"/>
              <a:gd name="connsiteY76-15706" fmla="*/ 9023 h 10000"/>
              <a:gd name="connsiteX77-15707" fmla="*/ 163 w 10000"/>
              <a:gd name="connsiteY77-15708" fmla="*/ 8919 h 10000"/>
              <a:gd name="connsiteX78-15709" fmla="*/ 296 w 10000"/>
              <a:gd name="connsiteY78-15710" fmla="*/ 8794 h 10000"/>
              <a:gd name="connsiteX79-15711" fmla="*/ 594 w 10000"/>
              <a:gd name="connsiteY79-15712" fmla="*/ 8690 h 10000"/>
              <a:gd name="connsiteX80-15713" fmla="*/ 865 w 10000"/>
              <a:gd name="connsiteY80-15714" fmla="*/ 8586 h 10000"/>
              <a:gd name="connsiteX81-15715" fmla="*/ 1000 w 10000"/>
              <a:gd name="connsiteY81-15716" fmla="*/ 8462 h 10000"/>
              <a:gd name="connsiteX82-15717" fmla="*/ 1161 w 10000"/>
              <a:gd name="connsiteY82-15718" fmla="*/ 8358 h 10000"/>
              <a:gd name="connsiteX83-15719" fmla="*/ 1432 w 10000"/>
              <a:gd name="connsiteY83-15720" fmla="*/ 8254 h 10000"/>
              <a:gd name="connsiteX84-15721" fmla="*/ 1728 w 10000"/>
              <a:gd name="connsiteY84-15722" fmla="*/ 8025 h 10000"/>
              <a:gd name="connsiteX85-15723" fmla="*/ 1865 w 10000"/>
              <a:gd name="connsiteY85-15724" fmla="*/ 7921 h 10000"/>
              <a:gd name="connsiteX86-15725" fmla="*/ 2162 w 10000"/>
              <a:gd name="connsiteY86-15726" fmla="*/ 7692 h 10000"/>
              <a:gd name="connsiteX87-15727" fmla="*/ 2432 w 10000"/>
              <a:gd name="connsiteY87-15728" fmla="*/ 7484 h 10000"/>
              <a:gd name="connsiteX88-15729" fmla="*/ 2432 w 10000"/>
              <a:gd name="connsiteY88-15730" fmla="*/ 7484 h 10000"/>
              <a:gd name="connsiteX0-15731" fmla="*/ 2432 w 10000"/>
              <a:gd name="connsiteY0-15732" fmla="*/ 7484 h 10000"/>
              <a:gd name="connsiteX1-15733" fmla="*/ 2730 w 10000"/>
              <a:gd name="connsiteY1-15734" fmla="*/ 7152 h 10000"/>
              <a:gd name="connsiteX2-15735" fmla="*/ 3135 w 10000"/>
              <a:gd name="connsiteY2-15736" fmla="*/ 6819 h 10000"/>
              <a:gd name="connsiteX3-15737" fmla="*/ 3433 w 10000"/>
              <a:gd name="connsiteY3-15738" fmla="*/ 6486 h 10000"/>
              <a:gd name="connsiteX4-15739" fmla="*/ 3864 w 10000"/>
              <a:gd name="connsiteY4-15740" fmla="*/ 6050 h 10000"/>
              <a:gd name="connsiteX5-15741" fmla="*/ 4296 w 10000"/>
              <a:gd name="connsiteY5-15742" fmla="*/ 5509 h 10000"/>
              <a:gd name="connsiteX6-15743" fmla="*/ 4729 w 10000"/>
              <a:gd name="connsiteY6-15744" fmla="*/ 4948 h 10000"/>
              <a:gd name="connsiteX7-15745" fmla="*/ 5135 w 10000"/>
              <a:gd name="connsiteY7-15746" fmla="*/ 4304 h 10000"/>
              <a:gd name="connsiteX8-15747" fmla="*/ 5702 w 10000"/>
              <a:gd name="connsiteY8-15748" fmla="*/ 3638 h 10000"/>
              <a:gd name="connsiteX9-15749" fmla="*/ 6136 w 10000"/>
              <a:gd name="connsiteY9-15750" fmla="*/ 2973 h 10000"/>
              <a:gd name="connsiteX10-15751" fmla="*/ 6567 w 10000"/>
              <a:gd name="connsiteY10-15752" fmla="*/ 2432 h 10000"/>
              <a:gd name="connsiteX11-15753" fmla="*/ 6865 w 10000"/>
              <a:gd name="connsiteY11-15754" fmla="*/ 1871 h 10000"/>
              <a:gd name="connsiteX12-15755" fmla="*/ 7134 w 10000"/>
              <a:gd name="connsiteY12-15756" fmla="*/ 1435 h 10000"/>
              <a:gd name="connsiteX13-15757" fmla="*/ 7271 w 10000"/>
              <a:gd name="connsiteY13-15758" fmla="*/ 1102 h 10000"/>
              <a:gd name="connsiteX14-15759" fmla="*/ 7432 w 10000"/>
              <a:gd name="connsiteY14-15760" fmla="*/ 769 h 10000"/>
              <a:gd name="connsiteX15-15761" fmla="*/ 7432 w 10000"/>
              <a:gd name="connsiteY15-15762" fmla="*/ 665 h 10000"/>
              <a:gd name="connsiteX16-15763" fmla="*/ 7432 w 10000"/>
              <a:gd name="connsiteY16-15764" fmla="*/ 437 h 10000"/>
              <a:gd name="connsiteX17-15765" fmla="*/ 7271 w 10000"/>
              <a:gd name="connsiteY17-15766" fmla="*/ 437 h 10000"/>
              <a:gd name="connsiteX18-15767" fmla="*/ 7271 w 10000"/>
              <a:gd name="connsiteY18-15768" fmla="*/ 333 h 10000"/>
              <a:gd name="connsiteX19-15769" fmla="*/ 7134 w 10000"/>
              <a:gd name="connsiteY19-15770" fmla="*/ 229 h 10000"/>
              <a:gd name="connsiteX20-15771" fmla="*/ 7134 w 10000"/>
              <a:gd name="connsiteY20-15772" fmla="*/ 229 h 10000"/>
              <a:gd name="connsiteX21-15773" fmla="*/ 7134 w 10000"/>
              <a:gd name="connsiteY21-15774" fmla="*/ 125 h 10000"/>
              <a:gd name="connsiteX22-15775" fmla="*/ 7134 w 10000"/>
              <a:gd name="connsiteY22-15776" fmla="*/ 0 h 10000"/>
              <a:gd name="connsiteX23-15777" fmla="*/ 7271 w 10000"/>
              <a:gd name="connsiteY23-15778" fmla="*/ 0 h 10000"/>
              <a:gd name="connsiteX24-15779" fmla="*/ 7568 w 10000"/>
              <a:gd name="connsiteY24-15780" fmla="*/ 0 h 10000"/>
              <a:gd name="connsiteX25-15781" fmla="*/ 7864 w 10000"/>
              <a:gd name="connsiteY25-15782" fmla="*/ 0 h 10000"/>
              <a:gd name="connsiteX26-15783" fmla="*/ 8270 w 10000"/>
              <a:gd name="connsiteY26-15784" fmla="*/ 0 h 10000"/>
              <a:gd name="connsiteX27-15785" fmla="*/ 8566 w 10000"/>
              <a:gd name="connsiteY27-15786" fmla="*/ 125 h 10000"/>
              <a:gd name="connsiteX28-15787" fmla="*/ 9000 w 10000"/>
              <a:gd name="connsiteY28-15788" fmla="*/ 229 h 10000"/>
              <a:gd name="connsiteX29-15789" fmla="*/ 9270 w 10000"/>
              <a:gd name="connsiteY29-15790" fmla="*/ 333 h 10000"/>
              <a:gd name="connsiteX30-15791" fmla="*/ 9568 w 10000"/>
              <a:gd name="connsiteY30-15792" fmla="*/ 437 h 10000"/>
              <a:gd name="connsiteX31-15793" fmla="*/ 9839 w 10000"/>
              <a:gd name="connsiteY31-15794" fmla="*/ 665 h 10000"/>
              <a:gd name="connsiteX32-15795" fmla="*/ 10000 w 10000"/>
              <a:gd name="connsiteY32-15796" fmla="*/ 769 h 10000"/>
              <a:gd name="connsiteX33-15797" fmla="*/ 10000 w 10000"/>
              <a:gd name="connsiteY33-15798" fmla="*/ 894 h 10000"/>
              <a:gd name="connsiteX34-15799" fmla="*/ 10000 w 10000"/>
              <a:gd name="connsiteY34-15800" fmla="*/ 998 h 10000"/>
              <a:gd name="connsiteX35-15801" fmla="*/ 10000 w 10000"/>
              <a:gd name="connsiteY35-15802" fmla="*/ 1206 h 10000"/>
              <a:gd name="connsiteX36-15803" fmla="*/ 9839 w 10000"/>
              <a:gd name="connsiteY36-15804" fmla="*/ 1331 h 10000"/>
              <a:gd name="connsiteX37-15805" fmla="*/ 9702 w 10000"/>
              <a:gd name="connsiteY37-15806" fmla="*/ 1538 h 10000"/>
              <a:gd name="connsiteX38-15807" fmla="*/ 9433 w 10000"/>
              <a:gd name="connsiteY38-15808" fmla="*/ 1767 h 10000"/>
              <a:gd name="connsiteX39-15809" fmla="*/ 9135 w 10000"/>
              <a:gd name="connsiteY39-15810" fmla="*/ 1975 h 10000"/>
              <a:gd name="connsiteX40-15811" fmla="*/ 9000 w 10000"/>
              <a:gd name="connsiteY40-15812" fmla="*/ 2204 h 10000"/>
              <a:gd name="connsiteX41-15813" fmla="*/ 8703 w 10000"/>
              <a:gd name="connsiteY41-15814" fmla="*/ 2432 h 10000"/>
              <a:gd name="connsiteX42-15815" fmla="*/ 8433 w 10000"/>
              <a:gd name="connsiteY42-15816" fmla="*/ 2744 h 10000"/>
              <a:gd name="connsiteX43-15817" fmla="*/ 8135 w 10000"/>
              <a:gd name="connsiteY43-15818" fmla="*/ 3077 h 10000"/>
              <a:gd name="connsiteX44-15819" fmla="*/ 7703 w 10000"/>
              <a:gd name="connsiteY44-15820" fmla="*/ 3514 h 10000"/>
              <a:gd name="connsiteX45-15821" fmla="*/ 7432 w 10000"/>
              <a:gd name="connsiteY45-15822" fmla="*/ 3971 h 10000"/>
              <a:gd name="connsiteX46-15823" fmla="*/ 7001 w 10000"/>
              <a:gd name="connsiteY46-15824" fmla="*/ 4407 h 10000"/>
              <a:gd name="connsiteX47-15825" fmla="*/ 6432 w 10000"/>
              <a:gd name="connsiteY47-15826" fmla="*/ 4948 h 10000"/>
              <a:gd name="connsiteX48-15827" fmla="*/ 5999 w 10000"/>
              <a:gd name="connsiteY48-15828" fmla="*/ 5385 h 10000"/>
              <a:gd name="connsiteX49-15829" fmla="*/ 5702 w 10000"/>
              <a:gd name="connsiteY49-15830" fmla="*/ 5842 h 10000"/>
              <a:gd name="connsiteX50-15831" fmla="*/ 5298 w 10000"/>
              <a:gd name="connsiteY50-15832" fmla="*/ 6279 h 10000"/>
              <a:gd name="connsiteX51-15833" fmla="*/ 4865 w 10000"/>
              <a:gd name="connsiteY51-15834" fmla="*/ 6611 h 10000"/>
              <a:gd name="connsiteX52-15835" fmla="*/ 4567 w 10000"/>
              <a:gd name="connsiteY52-15836" fmla="*/ 6923 h 10000"/>
              <a:gd name="connsiteX53-15837" fmla="*/ 4296 w 10000"/>
              <a:gd name="connsiteY53-15838" fmla="*/ 7256 h 10000"/>
              <a:gd name="connsiteX54-15839" fmla="*/ 4000 w 10000"/>
              <a:gd name="connsiteY54-15840" fmla="*/ 7484 h 10000"/>
              <a:gd name="connsiteX55-15841" fmla="*/ 3729 w 10000"/>
              <a:gd name="connsiteY55-15842" fmla="*/ 7692 h 10000"/>
              <a:gd name="connsiteX56-15843" fmla="*/ 3433 w 10000"/>
              <a:gd name="connsiteY56-15844" fmla="*/ 7921 h 10000"/>
              <a:gd name="connsiteX57-15845" fmla="*/ 3297 w 10000"/>
              <a:gd name="connsiteY57-15846" fmla="*/ 8150 h 10000"/>
              <a:gd name="connsiteX58-15847" fmla="*/ 3135 w 10000"/>
              <a:gd name="connsiteY58-15848" fmla="*/ 8254 h 10000"/>
              <a:gd name="connsiteX59-15849" fmla="*/ 3001 w 10000"/>
              <a:gd name="connsiteY59-15850" fmla="*/ 8358 h 10000"/>
              <a:gd name="connsiteX60-15851" fmla="*/ 2864 w 10000"/>
              <a:gd name="connsiteY60-15852" fmla="*/ 8462 h 10000"/>
              <a:gd name="connsiteX61-15853" fmla="*/ 2864 w 10000"/>
              <a:gd name="connsiteY61-15854" fmla="*/ 8586 h 10000"/>
              <a:gd name="connsiteX62-15855" fmla="*/ 2864 w 10000"/>
              <a:gd name="connsiteY62-15856" fmla="*/ 8586 h 10000"/>
              <a:gd name="connsiteX63-15857" fmla="*/ 3001 w 10000"/>
              <a:gd name="connsiteY63-15858" fmla="*/ 8586 h 10000"/>
              <a:gd name="connsiteX64-15859" fmla="*/ 1298 w 10000"/>
              <a:gd name="connsiteY64-15860" fmla="*/ 9896 h 10000"/>
              <a:gd name="connsiteX65-15861" fmla="*/ 1161 w 10000"/>
              <a:gd name="connsiteY65-15862" fmla="*/ 9896 h 10000"/>
              <a:gd name="connsiteX66-15863" fmla="*/ 865 w 10000"/>
              <a:gd name="connsiteY66-15864" fmla="*/ 10000 h 10000"/>
              <a:gd name="connsiteX67-15865" fmla="*/ 730 w 10000"/>
              <a:gd name="connsiteY67-15866" fmla="*/ 9896 h 10000"/>
              <a:gd name="connsiteX68-15867" fmla="*/ 594 w 10000"/>
              <a:gd name="connsiteY68-15868" fmla="*/ 9896 h 10000"/>
              <a:gd name="connsiteX69-15869" fmla="*/ 433 w 10000"/>
              <a:gd name="connsiteY69-15870" fmla="*/ 9792 h 10000"/>
              <a:gd name="connsiteX70-15871" fmla="*/ 296 w 10000"/>
              <a:gd name="connsiteY70-15872" fmla="*/ 9563 h 10000"/>
              <a:gd name="connsiteX71-15873" fmla="*/ 163 w 10000"/>
              <a:gd name="connsiteY71-15874" fmla="*/ 9356 h 10000"/>
              <a:gd name="connsiteX72-15875" fmla="*/ 0 w 10000"/>
              <a:gd name="connsiteY72-15876" fmla="*/ 9231 h 10000"/>
              <a:gd name="connsiteX73-15877" fmla="*/ 0 w 10000"/>
              <a:gd name="connsiteY73-15878" fmla="*/ 9127 h 10000"/>
              <a:gd name="connsiteX74-15879" fmla="*/ 0 w 10000"/>
              <a:gd name="connsiteY74-15880" fmla="*/ 9023 h 10000"/>
              <a:gd name="connsiteX75-15881" fmla="*/ 0 w 10000"/>
              <a:gd name="connsiteY75-15882" fmla="*/ 9023 h 10000"/>
              <a:gd name="connsiteX76-15883" fmla="*/ 163 w 10000"/>
              <a:gd name="connsiteY76-15884" fmla="*/ 8919 h 10000"/>
              <a:gd name="connsiteX77-15885" fmla="*/ 296 w 10000"/>
              <a:gd name="connsiteY77-15886" fmla="*/ 8794 h 10000"/>
              <a:gd name="connsiteX78-15887" fmla="*/ 594 w 10000"/>
              <a:gd name="connsiteY78-15888" fmla="*/ 8690 h 10000"/>
              <a:gd name="connsiteX79-15889" fmla="*/ 865 w 10000"/>
              <a:gd name="connsiteY79-15890" fmla="*/ 8586 h 10000"/>
              <a:gd name="connsiteX80-15891" fmla="*/ 1000 w 10000"/>
              <a:gd name="connsiteY80-15892" fmla="*/ 8462 h 10000"/>
              <a:gd name="connsiteX81-15893" fmla="*/ 1161 w 10000"/>
              <a:gd name="connsiteY81-15894" fmla="*/ 8358 h 10000"/>
              <a:gd name="connsiteX82-15895" fmla="*/ 1432 w 10000"/>
              <a:gd name="connsiteY82-15896" fmla="*/ 8254 h 10000"/>
              <a:gd name="connsiteX83-15897" fmla="*/ 1728 w 10000"/>
              <a:gd name="connsiteY83-15898" fmla="*/ 8025 h 10000"/>
              <a:gd name="connsiteX84-15899" fmla="*/ 1865 w 10000"/>
              <a:gd name="connsiteY84-15900" fmla="*/ 7921 h 10000"/>
              <a:gd name="connsiteX85-15901" fmla="*/ 2162 w 10000"/>
              <a:gd name="connsiteY85-15902" fmla="*/ 7692 h 10000"/>
              <a:gd name="connsiteX86-15903" fmla="*/ 2432 w 10000"/>
              <a:gd name="connsiteY86-15904" fmla="*/ 7484 h 10000"/>
              <a:gd name="connsiteX87-15905" fmla="*/ 2432 w 10000"/>
              <a:gd name="connsiteY87-15906" fmla="*/ 7484 h 10000"/>
              <a:gd name="connsiteX0-15907" fmla="*/ 2432 w 10000"/>
              <a:gd name="connsiteY0-15908" fmla="*/ 7484 h 10000"/>
              <a:gd name="connsiteX1-15909" fmla="*/ 2730 w 10000"/>
              <a:gd name="connsiteY1-15910" fmla="*/ 7152 h 10000"/>
              <a:gd name="connsiteX2-15911" fmla="*/ 3135 w 10000"/>
              <a:gd name="connsiteY2-15912" fmla="*/ 6819 h 10000"/>
              <a:gd name="connsiteX3-15913" fmla="*/ 3433 w 10000"/>
              <a:gd name="connsiteY3-15914" fmla="*/ 6486 h 10000"/>
              <a:gd name="connsiteX4-15915" fmla="*/ 3864 w 10000"/>
              <a:gd name="connsiteY4-15916" fmla="*/ 6050 h 10000"/>
              <a:gd name="connsiteX5-15917" fmla="*/ 4296 w 10000"/>
              <a:gd name="connsiteY5-15918" fmla="*/ 5509 h 10000"/>
              <a:gd name="connsiteX6-15919" fmla="*/ 4729 w 10000"/>
              <a:gd name="connsiteY6-15920" fmla="*/ 4948 h 10000"/>
              <a:gd name="connsiteX7-15921" fmla="*/ 5135 w 10000"/>
              <a:gd name="connsiteY7-15922" fmla="*/ 4304 h 10000"/>
              <a:gd name="connsiteX8-15923" fmla="*/ 5702 w 10000"/>
              <a:gd name="connsiteY8-15924" fmla="*/ 3638 h 10000"/>
              <a:gd name="connsiteX9-15925" fmla="*/ 6136 w 10000"/>
              <a:gd name="connsiteY9-15926" fmla="*/ 2973 h 10000"/>
              <a:gd name="connsiteX10-15927" fmla="*/ 6567 w 10000"/>
              <a:gd name="connsiteY10-15928" fmla="*/ 2432 h 10000"/>
              <a:gd name="connsiteX11-15929" fmla="*/ 6865 w 10000"/>
              <a:gd name="connsiteY11-15930" fmla="*/ 1871 h 10000"/>
              <a:gd name="connsiteX12-15931" fmla="*/ 7134 w 10000"/>
              <a:gd name="connsiteY12-15932" fmla="*/ 1435 h 10000"/>
              <a:gd name="connsiteX13-15933" fmla="*/ 7271 w 10000"/>
              <a:gd name="connsiteY13-15934" fmla="*/ 1102 h 10000"/>
              <a:gd name="connsiteX14-15935" fmla="*/ 7432 w 10000"/>
              <a:gd name="connsiteY14-15936" fmla="*/ 769 h 10000"/>
              <a:gd name="connsiteX15-15937" fmla="*/ 7432 w 10000"/>
              <a:gd name="connsiteY15-15938" fmla="*/ 665 h 10000"/>
              <a:gd name="connsiteX16-15939" fmla="*/ 7432 w 10000"/>
              <a:gd name="connsiteY16-15940" fmla="*/ 437 h 10000"/>
              <a:gd name="connsiteX17-15941" fmla="*/ 7271 w 10000"/>
              <a:gd name="connsiteY17-15942" fmla="*/ 437 h 10000"/>
              <a:gd name="connsiteX18-15943" fmla="*/ 7271 w 10000"/>
              <a:gd name="connsiteY18-15944" fmla="*/ 333 h 10000"/>
              <a:gd name="connsiteX19-15945" fmla="*/ 7134 w 10000"/>
              <a:gd name="connsiteY19-15946" fmla="*/ 229 h 10000"/>
              <a:gd name="connsiteX20-15947" fmla="*/ 7134 w 10000"/>
              <a:gd name="connsiteY20-15948" fmla="*/ 229 h 10000"/>
              <a:gd name="connsiteX21-15949" fmla="*/ 7134 w 10000"/>
              <a:gd name="connsiteY21-15950" fmla="*/ 125 h 10000"/>
              <a:gd name="connsiteX22-15951" fmla="*/ 7134 w 10000"/>
              <a:gd name="connsiteY22-15952" fmla="*/ 0 h 10000"/>
              <a:gd name="connsiteX23-15953" fmla="*/ 7271 w 10000"/>
              <a:gd name="connsiteY23-15954" fmla="*/ 0 h 10000"/>
              <a:gd name="connsiteX24-15955" fmla="*/ 7568 w 10000"/>
              <a:gd name="connsiteY24-15956" fmla="*/ 0 h 10000"/>
              <a:gd name="connsiteX25-15957" fmla="*/ 7864 w 10000"/>
              <a:gd name="connsiteY25-15958" fmla="*/ 0 h 10000"/>
              <a:gd name="connsiteX26-15959" fmla="*/ 8270 w 10000"/>
              <a:gd name="connsiteY26-15960" fmla="*/ 0 h 10000"/>
              <a:gd name="connsiteX27-15961" fmla="*/ 8566 w 10000"/>
              <a:gd name="connsiteY27-15962" fmla="*/ 125 h 10000"/>
              <a:gd name="connsiteX28-15963" fmla="*/ 9000 w 10000"/>
              <a:gd name="connsiteY28-15964" fmla="*/ 229 h 10000"/>
              <a:gd name="connsiteX29-15965" fmla="*/ 9270 w 10000"/>
              <a:gd name="connsiteY29-15966" fmla="*/ 333 h 10000"/>
              <a:gd name="connsiteX30-15967" fmla="*/ 9568 w 10000"/>
              <a:gd name="connsiteY30-15968" fmla="*/ 437 h 10000"/>
              <a:gd name="connsiteX31-15969" fmla="*/ 9839 w 10000"/>
              <a:gd name="connsiteY31-15970" fmla="*/ 665 h 10000"/>
              <a:gd name="connsiteX32-15971" fmla="*/ 10000 w 10000"/>
              <a:gd name="connsiteY32-15972" fmla="*/ 769 h 10000"/>
              <a:gd name="connsiteX33-15973" fmla="*/ 10000 w 10000"/>
              <a:gd name="connsiteY33-15974" fmla="*/ 894 h 10000"/>
              <a:gd name="connsiteX34-15975" fmla="*/ 10000 w 10000"/>
              <a:gd name="connsiteY34-15976" fmla="*/ 998 h 10000"/>
              <a:gd name="connsiteX35-15977" fmla="*/ 10000 w 10000"/>
              <a:gd name="connsiteY35-15978" fmla="*/ 1206 h 10000"/>
              <a:gd name="connsiteX36-15979" fmla="*/ 9839 w 10000"/>
              <a:gd name="connsiteY36-15980" fmla="*/ 1331 h 10000"/>
              <a:gd name="connsiteX37-15981" fmla="*/ 9702 w 10000"/>
              <a:gd name="connsiteY37-15982" fmla="*/ 1538 h 10000"/>
              <a:gd name="connsiteX38-15983" fmla="*/ 9433 w 10000"/>
              <a:gd name="connsiteY38-15984" fmla="*/ 1767 h 10000"/>
              <a:gd name="connsiteX39-15985" fmla="*/ 9135 w 10000"/>
              <a:gd name="connsiteY39-15986" fmla="*/ 1975 h 10000"/>
              <a:gd name="connsiteX40-15987" fmla="*/ 9000 w 10000"/>
              <a:gd name="connsiteY40-15988" fmla="*/ 2204 h 10000"/>
              <a:gd name="connsiteX41-15989" fmla="*/ 8703 w 10000"/>
              <a:gd name="connsiteY41-15990" fmla="*/ 2432 h 10000"/>
              <a:gd name="connsiteX42-15991" fmla="*/ 8433 w 10000"/>
              <a:gd name="connsiteY42-15992" fmla="*/ 2744 h 10000"/>
              <a:gd name="connsiteX43-15993" fmla="*/ 8135 w 10000"/>
              <a:gd name="connsiteY43-15994" fmla="*/ 3077 h 10000"/>
              <a:gd name="connsiteX44-15995" fmla="*/ 7703 w 10000"/>
              <a:gd name="connsiteY44-15996" fmla="*/ 3514 h 10000"/>
              <a:gd name="connsiteX45-15997" fmla="*/ 7432 w 10000"/>
              <a:gd name="connsiteY45-15998" fmla="*/ 3971 h 10000"/>
              <a:gd name="connsiteX46-15999" fmla="*/ 7001 w 10000"/>
              <a:gd name="connsiteY46-16000" fmla="*/ 4407 h 10000"/>
              <a:gd name="connsiteX47-16001" fmla="*/ 6432 w 10000"/>
              <a:gd name="connsiteY47-16002" fmla="*/ 4948 h 10000"/>
              <a:gd name="connsiteX48-16003" fmla="*/ 5999 w 10000"/>
              <a:gd name="connsiteY48-16004" fmla="*/ 5385 h 10000"/>
              <a:gd name="connsiteX49-16005" fmla="*/ 5702 w 10000"/>
              <a:gd name="connsiteY49-16006" fmla="*/ 5842 h 10000"/>
              <a:gd name="connsiteX50-16007" fmla="*/ 5298 w 10000"/>
              <a:gd name="connsiteY50-16008" fmla="*/ 6279 h 10000"/>
              <a:gd name="connsiteX51-16009" fmla="*/ 4865 w 10000"/>
              <a:gd name="connsiteY51-16010" fmla="*/ 6611 h 10000"/>
              <a:gd name="connsiteX52-16011" fmla="*/ 4567 w 10000"/>
              <a:gd name="connsiteY52-16012" fmla="*/ 6923 h 10000"/>
              <a:gd name="connsiteX53-16013" fmla="*/ 4296 w 10000"/>
              <a:gd name="connsiteY53-16014" fmla="*/ 7256 h 10000"/>
              <a:gd name="connsiteX54-16015" fmla="*/ 4000 w 10000"/>
              <a:gd name="connsiteY54-16016" fmla="*/ 7484 h 10000"/>
              <a:gd name="connsiteX55-16017" fmla="*/ 3729 w 10000"/>
              <a:gd name="connsiteY55-16018" fmla="*/ 7692 h 10000"/>
              <a:gd name="connsiteX56-16019" fmla="*/ 3433 w 10000"/>
              <a:gd name="connsiteY56-16020" fmla="*/ 7921 h 10000"/>
              <a:gd name="connsiteX57-16021" fmla="*/ 3297 w 10000"/>
              <a:gd name="connsiteY57-16022" fmla="*/ 8150 h 10000"/>
              <a:gd name="connsiteX58-16023" fmla="*/ 3135 w 10000"/>
              <a:gd name="connsiteY58-16024" fmla="*/ 8254 h 10000"/>
              <a:gd name="connsiteX59-16025" fmla="*/ 3001 w 10000"/>
              <a:gd name="connsiteY59-16026" fmla="*/ 8358 h 10000"/>
              <a:gd name="connsiteX60-16027" fmla="*/ 2864 w 10000"/>
              <a:gd name="connsiteY60-16028" fmla="*/ 8462 h 10000"/>
              <a:gd name="connsiteX61-16029" fmla="*/ 2864 w 10000"/>
              <a:gd name="connsiteY61-16030" fmla="*/ 8586 h 10000"/>
              <a:gd name="connsiteX62-16031" fmla="*/ 2864 w 10000"/>
              <a:gd name="connsiteY62-16032" fmla="*/ 8586 h 10000"/>
              <a:gd name="connsiteX63-16033" fmla="*/ 1298 w 10000"/>
              <a:gd name="connsiteY63-16034" fmla="*/ 9896 h 10000"/>
              <a:gd name="connsiteX64-16035" fmla="*/ 1161 w 10000"/>
              <a:gd name="connsiteY64-16036" fmla="*/ 9896 h 10000"/>
              <a:gd name="connsiteX65-16037" fmla="*/ 865 w 10000"/>
              <a:gd name="connsiteY65-16038" fmla="*/ 10000 h 10000"/>
              <a:gd name="connsiteX66-16039" fmla="*/ 730 w 10000"/>
              <a:gd name="connsiteY66-16040" fmla="*/ 9896 h 10000"/>
              <a:gd name="connsiteX67-16041" fmla="*/ 594 w 10000"/>
              <a:gd name="connsiteY67-16042" fmla="*/ 9896 h 10000"/>
              <a:gd name="connsiteX68-16043" fmla="*/ 433 w 10000"/>
              <a:gd name="connsiteY68-16044" fmla="*/ 9792 h 10000"/>
              <a:gd name="connsiteX69-16045" fmla="*/ 296 w 10000"/>
              <a:gd name="connsiteY69-16046" fmla="*/ 9563 h 10000"/>
              <a:gd name="connsiteX70-16047" fmla="*/ 163 w 10000"/>
              <a:gd name="connsiteY70-16048" fmla="*/ 9356 h 10000"/>
              <a:gd name="connsiteX71-16049" fmla="*/ 0 w 10000"/>
              <a:gd name="connsiteY71-16050" fmla="*/ 9231 h 10000"/>
              <a:gd name="connsiteX72-16051" fmla="*/ 0 w 10000"/>
              <a:gd name="connsiteY72-16052" fmla="*/ 9127 h 10000"/>
              <a:gd name="connsiteX73-16053" fmla="*/ 0 w 10000"/>
              <a:gd name="connsiteY73-16054" fmla="*/ 9023 h 10000"/>
              <a:gd name="connsiteX74-16055" fmla="*/ 0 w 10000"/>
              <a:gd name="connsiteY74-16056" fmla="*/ 9023 h 10000"/>
              <a:gd name="connsiteX75-16057" fmla="*/ 163 w 10000"/>
              <a:gd name="connsiteY75-16058" fmla="*/ 8919 h 10000"/>
              <a:gd name="connsiteX76-16059" fmla="*/ 296 w 10000"/>
              <a:gd name="connsiteY76-16060" fmla="*/ 8794 h 10000"/>
              <a:gd name="connsiteX77-16061" fmla="*/ 594 w 10000"/>
              <a:gd name="connsiteY77-16062" fmla="*/ 8690 h 10000"/>
              <a:gd name="connsiteX78-16063" fmla="*/ 865 w 10000"/>
              <a:gd name="connsiteY78-16064" fmla="*/ 8586 h 10000"/>
              <a:gd name="connsiteX79-16065" fmla="*/ 1000 w 10000"/>
              <a:gd name="connsiteY79-16066" fmla="*/ 8462 h 10000"/>
              <a:gd name="connsiteX80-16067" fmla="*/ 1161 w 10000"/>
              <a:gd name="connsiteY80-16068" fmla="*/ 8358 h 10000"/>
              <a:gd name="connsiteX81-16069" fmla="*/ 1432 w 10000"/>
              <a:gd name="connsiteY81-16070" fmla="*/ 8254 h 10000"/>
              <a:gd name="connsiteX82-16071" fmla="*/ 1728 w 10000"/>
              <a:gd name="connsiteY82-16072" fmla="*/ 8025 h 10000"/>
              <a:gd name="connsiteX83-16073" fmla="*/ 1865 w 10000"/>
              <a:gd name="connsiteY83-16074" fmla="*/ 7921 h 10000"/>
              <a:gd name="connsiteX84-16075" fmla="*/ 2162 w 10000"/>
              <a:gd name="connsiteY84-16076" fmla="*/ 7692 h 10000"/>
              <a:gd name="connsiteX85-16077" fmla="*/ 2432 w 10000"/>
              <a:gd name="connsiteY85-16078" fmla="*/ 7484 h 10000"/>
              <a:gd name="connsiteX86-16079" fmla="*/ 2432 w 10000"/>
              <a:gd name="connsiteY86-16080" fmla="*/ 7484 h 10000"/>
              <a:gd name="connsiteX0-16081" fmla="*/ 2432 w 10000"/>
              <a:gd name="connsiteY0-16082" fmla="*/ 7484 h 10000"/>
              <a:gd name="connsiteX1-16083" fmla="*/ 2730 w 10000"/>
              <a:gd name="connsiteY1-16084" fmla="*/ 7152 h 10000"/>
              <a:gd name="connsiteX2-16085" fmla="*/ 3135 w 10000"/>
              <a:gd name="connsiteY2-16086" fmla="*/ 6819 h 10000"/>
              <a:gd name="connsiteX3-16087" fmla="*/ 3433 w 10000"/>
              <a:gd name="connsiteY3-16088" fmla="*/ 6486 h 10000"/>
              <a:gd name="connsiteX4-16089" fmla="*/ 3864 w 10000"/>
              <a:gd name="connsiteY4-16090" fmla="*/ 6050 h 10000"/>
              <a:gd name="connsiteX5-16091" fmla="*/ 4296 w 10000"/>
              <a:gd name="connsiteY5-16092" fmla="*/ 5509 h 10000"/>
              <a:gd name="connsiteX6-16093" fmla="*/ 4729 w 10000"/>
              <a:gd name="connsiteY6-16094" fmla="*/ 4948 h 10000"/>
              <a:gd name="connsiteX7-16095" fmla="*/ 5135 w 10000"/>
              <a:gd name="connsiteY7-16096" fmla="*/ 4304 h 10000"/>
              <a:gd name="connsiteX8-16097" fmla="*/ 5702 w 10000"/>
              <a:gd name="connsiteY8-16098" fmla="*/ 3638 h 10000"/>
              <a:gd name="connsiteX9-16099" fmla="*/ 6136 w 10000"/>
              <a:gd name="connsiteY9-16100" fmla="*/ 2973 h 10000"/>
              <a:gd name="connsiteX10-16101" fmla="*/ 6567 w 10000"/>
              <a:gd name="connsiteY10-16102" fmla="*/ 2432 h 10000"/>
              <a:gd name="connsiteX11-16103" fmla="*/ 6865 w 10000"/>
              <a:gd name="connsiteY11-16104" fmla="*/ 1871 h 10000"/>
              <a:gd name="connsiteX12-16105" fmla="*/ 7134 w 10000"/>
              <a:gd name="connsiteY12-16106" fmla="*/ 1435 h 10000"/>
              <a:gd name="connsiteX13-16107" fmla="*/ 7271 w 10000"/>
              <a:gd name="connsiteY13-16108" fmla="*/ 1102 h 10000"/>
              <a:gd name="connsiteX14-16109" fmla="*/ 7432 w 10000"/>
              <a:gd name="connsiteY14-16110" fmla="*/ 769 h 10000"/>
              <a:gd name="connsiteX15-16111" fmla="*/ 7432 w 10000"/>
              <a:gd name="connsiteY15-16112" fmla="*/ 665 h 10000"/>
              <a:gd name="connsiteX16-16113" fmla="*/ 7432 w 10000"/>
              <a:gd name="connsiteY16-16114" fmla="*/ 437 h 10000"/>
              <a:gd name="connsiteX17-16115" fmla="*/ 7271 w 10000"/>
              <a:gd name="connsiteY17-16116" fmla="*/ 437 h 10000"/>
              <a:gd name="connsiteX18-16117" fmla="*/ 7271 w 10000"/>
              <a:gd name="connsiteY18-16118" fmla="*/ 333 h 10000"/>
              <a:gd name="connsiteX19-16119" fmla="*/ 7134 w 10000"/>
              <a:gd name="connsiteY19-16120" fmla="*/ 229 h 10000"/>
              <a:gd name="connsiteX20-16121" fmla="*/ 7134 w 10000"/>
              <a:gd name="connsiteY20-16122" fmla="*/ 229 h 10000"/>
              <a:gd name="connsiteX21-16123" fmla="*/ 7134 w 10000"/>
              <a:gd name="connsiteY21-16124" fmla="*/ 125 h 10000"/>
              <a:gd name="connsiteX22-16125" fmla="*/ 7134 w 10000"/>
              <a:gd name="connsiteY22-16126" fmla="*/ 0 h 10000"/>
              <a:gd name="connsiteX23-16127" fmla="*/ 7271 w 10000"/>
              <a:gd name="connsiteY23-16128" fmla="*/ 0 h 10000"/>
              <a:gd name="connsiteX24-16129" fmla="*/ 7568 w 10000"/>
              <a:gd name="connsiteY24-16130" fmla="*/ 0 h 10000"/>
              <a:gd name="connsiteX25-16131" fmla="*/ 7864 w 10000"/>
              <a:gd name="connsiteY25-16132" fmla="*/ 0 h 10000"/>
              <a:gd name="connsiteX26-16133" fmla="*/ 8270 w 10000"/>
              <a:gd name="connsiteY26-16134" fmla="*/ 0 h 10000"/>
              <a:gd name="connsiteX27-16135" fmla="*/ 8566 w 10000"/>
              <a:gd name="connsiteY27-16136" fmla="*/ 125 h 10000"/>
              <a:gd name="connsiteX28-16137" fmla="*/ 9000 w 10000"/>
              <a:gd name="connsiteY28-16138" fmla="*/ 229 h 10000"/>
              <a:gd name="connsiteX29-16139" fmla="*/ 9270 w 10000"/>
              <a:gd name="connsiteY29-16140" fmla="*/ 333 h 10000"/>
              <a:gd name="connsiteX30-16141" fmla="*/ 9568 w 10000"/>
              <a:gd name="connsiteY30-16142" fmla="*/ 437 h 10000"/>
              <a:gd name="connsiteX31-16143" fmla="*/ 9839 w 10000"/>
              <a:gd name="connsiteY31-16144" fmla="*/ 665 h 10000"/>
              <a:gd name="connsiteX32-16145" fmla="*/ 10000 w 10000"/>
              <a:gd name="connsiteY32-16146" fmla="*/ 769 h 10000"/>
              <a:gd name="connsiteX33-16147" fmla="*/ 10000 w 10000"/>
              <a:gd name="connsiteY33-16148" fmla="*/ 894 h 10000"/>
              <a:gd name="connsiteX34-16149" fmla="*/ 10000 w 10000"/>
              <a:gd name="connsiteY34-16150" fmla="*/ 998 h 10000"/>
              <a:gd name="connsiteX35-16151" fmla="*/ 10000 w 10000"/>
              <a:gd name="connsiteY35-16152" fmla="*/ 1206 h 10000"/>
              <a:gd name="connsiteX36-16153" fmla="*/ 9839 w 10000"/>
              <a:gd name="connsiteY36-16154" fmla="*/ 1331 h 10000"/>
              <a:gd name="connsiteX37-16155" fmla="*/ 9702 w 10000"/>
              <a:gd name="connsiteY37-16156" fmla="*/ 1538 h 10000"/>
              <a:gd name="connsiteX38-16157" fmla="*/ 9433 w 10000"/>
              <a:gd name="connsiteY38-16158" fmla="*/ 1767 h 10000"/>
              <a:gd name="connsiteX39-16159" fmla="*/ 9135 w 10000"/>
              <a:gd name="connsiteY39-16160" fmla="*/ 1975 h 10000"/>
              <a:gd name="connsiteX40-16161" fmla="*/ 9000 w 10000"/>
              <a:gd name="connsiteY40-16162" fmla="*/ 2204 h 10000"/>
              <a:gd name="connsiteX41-16163" fmla="*/ 8703 w 10000"/>
              <a:gd name="connsiteY41-16164" fmla="*/ 2432 h 10000"/>
              <a:gd name="connsiteX42-16165" fmla="*/ 8433 w 10000"/>
              <a:gd name="connsiteY42-16166" fmla="*/ 2744 h 10000"/>
              <a:gd name="connsiteX43-16167" fmla="*/ 8135 w 10000"/>
              <a:gd name="connsiteY43-16168" fmla="*/ 3077 h 10000"/>
              <a:gd name="connsiteX44-16169" fmla="*/ 7703 w 10000"/>
              <a:gd name="connsiteY44-16170" fmla="*/ 3514 h 10000"/>
              <a:gd name="connsiteX45-16171" fmla="*/ 7432 w 10000"/>
              <a:gd name="connsiteY45-16172" fmla="*/ 3971 h 10000"/>
              <a:gd name="connsiteX46-16173" fmla="*/ 7001 w 10000"/>
              <a:gd name="connsiteY46-16174" fmla="*/ 4407 h 10000"/>
              <a:gd name="connsiteX47-16175" fmla="*/ 6432 w 10000"/>
              <a:gd name="connsiteY47-16176" fmla="*/ 4948 h 10000"/>
              <a:gd name="connsiteX48-16177" fmla="*/ 5999 w 10000"/>
              <a:gd name="connsiteY48-16178" fmla="*/ 5385 h 10000"/>
              <a:gd name="connsiteX49-16179" fmla="*/ 5702 w 10000"/>
              <a:gd name="connsiteY49-16180" fmla="*/ 5842 h 10000"/>
              <a:gd name="connsiteX50-16181" fmla="*/ 5298 w 10000"/>
              <a:gd name="connsiteY50-16182" fmla="*/ 6279 h 10000"/>
              <a:gd name="connsiteX51-16183" fmla="*/ 4865 w 10000"/>
              <a:gd name="connsiteY51-16184" fmla="*/ 6611 h 10000"/>
              <a:gd name="connsiteX52-16185" fmla="*/ 4567 w 10000"/>
              <a:gd name="connsiteY52-16186" fmla="*/ 6923 h 10000"/>
              <a:gd name="connsiteX53-16187" fmla="*/ 4296 w 10000"/>
              <a:gd name="connsiteY53-16188" fmla="*/ 7256 h 10000"/>
              <a:gd name="connsiteX54-16189" fmla="*/ 4000 w 10000"/>
              <a:gd name="connsiteY54-16190" fmla="*/ 7484 h 10000"/>
              <a:gd name="connsiteX55-16191" fmla="*/ 3729 w 10000"/>
              <a:gd name="connsiteY55-16192" fmla="*/ 7692 h 10000"/>
              <a:gd name="connsiteX56-16193" fmla="*/ 3433 w 10000"/>
              <a:gd name="connsiteY56-16194" fmla="*/ 7921 h 10000"/>
              <a:gd name="connsiteX57-16195" fmla="*/ 3297 w 10000"/>
              <a:gd name="connsiteY57-16196" fmla="*/ 8150 h 10000"/>
              <a:gd name="connsiteX58-16197" fmla="*/ 3135 w 10000"/>
              <a:gd name="connsiteY58-16198" fmla="*/ 8254 h 10000"/>
              <a:gd name="connsiteX59-16199" fmla="*/ 3001 w 10000"/>
              <a:gd name="connsiteY59-16200" fmla="*/ 8358 h 10000"/>
              <a:gd name="connsiteX60-16201" fmla="*/ 2864 w 10000"/>
              <a:gd name="connsiteY60-16202" fmla="*/ 8462 h 10000"/>
              <a:gd name="connsiteX61-16203" fmla="*/ 2864 w 10000"/>
              <a:gd name="connsiteY61-16204" fmla="*/ 8586 h 10000"/>
              <a:gd name="connsiteX62-16205" fmla="*/ 2864 w 10000"/>
              <a:gd name="connsiteY62-16206" fmla="*/ 8586 h 10000"/>
              <a:gd name="connsiteX63-16207" fmla="*/ 1298 w 10000"/>
              <a:gd name="connsiteY63-16208" fmla="*/ 9896 h 10000"/>
              <a:gd name="connsiteX64-16209" fmla="*/ 865 w 10000"/>
              <a:gd name="connsiteY64-16210" fmla="*/ 10000 h 10000"/>
              <a:gd name="connsiteX65-16211" fmla="*/ 730 w 10000"/>
              <a:gd name="connsiteY65-16212" fmla="*/ 9896 h 10000"/>
              <a:gd name="connsiteX66-16213" fmla="*/ 594 w 10000"/>
              <a:gd name="connsiteY66-16214" fmla="*/ 9896 h 10000"/>
              <a:gd name="connsiteX67-16215" fmla="*/ 433 w 10000"/>
              <a:gd name="connsiteY67-16216" fmla="*/ 9792 h 10000"/>
              <a:gd name="connsiteX68-16217" fmla="*/ 296 w 10000"/>
              <a:gd name="connsiteY68-16218" fmla="*/ 9563 h 10000"/>
              <a:gd name="connsiteX69-16219" fmla="*/ 163 w 10000"/>
              <a:gd name="connsiteY69-16220" fmla="*/ 9356 h 10000"/>
              <a:gd name="connsiteX70-16221" fmla="*/ 0 w 10000"/>
              <a:gd name="connsiteY70-16222" fmla="*/ 9231 h 10000"/>
              <a:gd name="connsiteX71-16223" fmla="*/ 0 w 10000"/>
              <a:gd name="connsiteY71-16224" fmla="*/ 9127 h 10000"/>
              <a:gd name="connsiteX72-16225" fmla="*/ 0 w 10000"/>
              <a:gd name="connsiteY72-16226" fmla="*/ 9023 h 10000"/>
              <a:gd name="connsiteX73-16227" fmla="*/ 0 w 10000"/>
              <a:gd name="connsiteY73-16228" fmla="*/ 9023 h 10000"/>
              <a:gd name="connsiteX74-16229" fmla="*/ 163 w 10000"/>
              <a:gd name="connsiteY74-16230" fmla="*/ 8919 h 10000"/>
              <a:gd name="connsiteX75-16231" fmla="*/ 296 w 10000"/>
              <a:gd name="connsiteY75-16232" fmla="*/ 8794 h 10000"/>
              <a:gd name="connsiteX76-16233" fmla="*/ 594 w 10000"/>
              <a:gd name="connsiteY76-16234" fmla="*/ 8690 h 10000"/>
              <a:gd name="connsiteX77-16235" fmla="*/ 865 w 10000"/>
              <a:gd name="connsiteY77-16236" fmla="*/ 8586 h 10000"/>
              <a:gd name="connsiteX78-16237" fmla="*/ 1000 w 10000"/>
              <a:gd name="connsiteY78-16238" fmla="*/ 8462 h 10000"/>
              <a:gd name="connsiteX79-16239" fmla="*/ 1161 w 10000"/>
              <a:gd name="connsiteY79-16240" fmla="*/ 8358 h 10000"/>
              <a:gd name="connsiteX80-16241" fmla="*/ 1432 w 10000"/>
              <a:gd name="connsiteY80-16242" fmla="*/ 8254 h 10000"/>
              <a:gd name="connsiteX81-16243" fmla="*/ 1728 w 10000"/>
              <a:gd name="connsiteY81-16244" fmla="*/ 8025 h 10000"/>
              <a:gd name="connsiteX82-16245" fmla="*/ 1865 w 10000"/>
              <a:gd name="connsiteY82-16246" fmla="*/ 7921 h 10000"/>
              <a:gd name="connsiteX83-16247" fmla="*/ 2162 w 10000"/>
              <a:gd name="connsiteY83-16248" fmla="*/ 7692 h 10000"/>
              <a:gd name="connsiteX84-16249" fmla="*/ 2432 w 10000"/>
              <a:gd name="connsiteY84-16250" fmla="*/ 7484 h 10000"/>
              <a:gd name="connsiteX85-16251" fmla="*/ 2432 w 10000"/>
              <a:gd name="connsiteY85-16252" fmla="*/ 7484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</a:cxnLst>
            <a:rect l="l" t="t" r="r" b="b"/>
            <a:pathLst>
              <a:path w="10000" h="10000">
                <a:moveTo>
                  <a:pt x="2432" y="7484"/>
                </a:moveTo>
                <a:lnTo>
                  <a:pt x="2730" y="7152"/>
                </a:lnTo>
                <a:lnTo>
                  <a:pt x="3135" y="6819"/>
                </a:lnTo>
                <a:cubicBezTo>
                  <a:pt x="3233" y="6708"/>
                  <a:pt x="3333" y="6597"/>
                  <a:pt x="3433" y="6486"/>
                </a:cubicBezTo>
                <a:lnTo>
                  <a:pt x="3864" y="6050"/>
                </a:lnTo>
                <a:cubicBezTo>
                  <a:pt x="4009" y="5870"/>
                  <a:pt x="4153" y="5689"/>
                  <a:pt x="4296" y="5509"/>
                </a:cubicBezTo>
                <a:lnTo>
                  <a:pt x="4729" y="4948"/>
                </a:lnTo>
                <a:lnTo>
                  <a:pt x="5135" y="4304"/>
                </a:lnTo>
                <a:lnTo>
                  <a:pt x="5702" y="3638"/>
                </a:lnTo>
                <a:lnTo>
                  <a:pt x="6136" y="2973"/>
                </a:lnTo>
                <a:cubicBezTo>
                  <a:pt x="6281" y="2793"/>
                  <a:pt x="6422" y="2612"/>
                  <a:pt x="6567" y="2432"/>
                </a:cubicBezTo>
                <a:cubicBezTo>
                  <a:pt x="6667" y="2245"/>
                  <a:pt x="6765" y="2058"/>
                  <a:pt x="6865" y="1871"/>
                </a:cubicBezTo>
                <a:cubicBezTo>
                  <a:pt x="6956" y="1726"/>
                  <a:pt x="7044" y="1580"/>
                  <a:pt x="7134" y="1435"/>
                </a:cubicBezTo>
                <a:cubicBezTo>
                  <a:pt x="7181" y="1324"/>
                  <a:pt x="7225" y="1213"/>
                  <a:pt x="7271" y="1102"/>
                </a:cubicBezTo>
                <a:cubicBezTo>
                  <a:pt x="7324" y="991"/>
                  <a:pt x="7378" y="880"/>
                  <a:pt x="7432" y="769"/>
                </a:cubicBezTo>
                <a:lnTo>
                  <a:pt x="7432" y="665"/>
                </a:lnTo>
                <a:lnTo>
                  <a:pt x="7432" y="437"/>
                </a:lnTo>
                <a:lnTo>
                  <a:pt x="7271" y="437"/>
                </a:lnTo>
                <a:lnTo>
                  <a:pt x="7271" y="333"/>
                </a:lnTo>
                <a:cubicBezTo>
                  <a:pt x="7226" y="298"/>
                  <a:pt x="7179" y="264"/>
                  <a:pt x="7134" y="229"/>
                </a:cubicBezTo>
                <a:lnTo>
                  <a:pt x="7134" y="229"/>
                </a:lnTo>
                <a:lnTo>
                  <a:pt x="7134" y="125"/>
                </a:lnTo>
                <a:lnTo>
                  <a:pt x="7134" y="0"/>
                </a:lnTo>
                <a:lnTo>
                  <a:pt x="7271" y="0"/>
                </a:lnTo>
                <a:lnTo>
                  <a:pt x="7568" y="0"/>
                </a:lnTo>
                <a:lnTo>
                  <a:pt x="7864" y="0"/>
                </a:lnTo>
                <a:lnTo>
                  <a:pt x="8270" y="0"/>
                </a:lnTo>
                <a:lnTo>
                  <a:pt x="8566" y="125"/>
                </a:lnTo>
                <a:lnTo>
                  <a:pt x="9000" y="229"/>
                </a:lnTo>
                <a:lnTo>
                  <a:pt x="9270" y="333"/>
                </a:lnTo>
                <a:lnTo>
                  <a:pt x="9568" y="437"/>
                </a:lnTo>
                <a:lnTo>
                  <a:pt x="9839" y="665"/>
                </a:lnTo>
                <a:cubicBezTo>
                  <a:pt x="9892" y="700"/>
                  <a:pt x="9947" y="734"/>
                  <a:pt x="10000" y="769"/>
                </a:cubicBezTo>
                <a:lnTo>
                  <a:pt x="10000" y="894"/>
                </a:lnTo>
                <a:lnTo>
                  <a:pt x="10000" y="998"/>
                </a:lnTo>
                <a:lnTo>
                  <a:pt x="10000" y="1206"/>
                </a:lnTo>
                <a:cubicBezTo>
                  <a:pt x="9947" y="1248"/>
                  <a:pt x="9892" y="1289"/>
                  <a:pt x="9839" y="1331"/>
                </a:cubicBezTo>
                <a:cubicBezTo>
                  <a:pt x="9792" y="1400"/>
                  <a:pt x="9749" y="1469"/>
                  <a:pt x="9702" y="1538"/>
                </a:cubicBezTo>
                <a:lnTo>
                  <a:pt x="9433" y="1767"/>
                </a:lnTo>
                <a:lnTo>
                  <a:pt x="9135" y="1975"/>
                </a:lnTo>
                <a:lnTo>
                  <a:pt x="9000" y="2204"/>
                </a:lnTo>
                <a:lnTo>
                  <a:pt x="8703" y="2432"/>
                </a:lnTo>
                <a:lnTo>
                  <a:pt x="8433" y="2744"/>
                </a:lnTo>
                <a:lnTo>
                  <a:pt x="8135" y="3077"/>
                </a:lnTo>
                <a:lnTo>
                  <a:pt x="7703" y="3514"/>
                </a:lnTo>
                <a:lnTo>
                  <a:pt x="7432" y="3971"/>
                </a:lnTo>
                <a:cubicBezTo>
                  <a:pt x="7287" y="4116"/>
                  <a:pt x="7144" y="4262"/>
                  <a:pt x="7001" y="4407"/>
                </a:cubicBezTo>
                <a:lnTo>
                  <a:pt x="6432" y="4948"/>
                </a:lnTo>
                <a:lnTo>
                  <a:pt x="5999" y="5385"/>
                </a:lnTo>
                <a:lnTo>
                  <a:pt x="5702" y="5842"/>
                </a:lnTo>
                <a:cubicBezTo>
                  <a:pt x="5569" y="5988"/>
                  <a:pt x="5432" y="6133"/>
                  <a:pt x="5298" y="6279"/>
                </a:cubicBezTo>
                <a:lnTo>
                  <a:pt x="4865" y="6611"/>
                </a:lnTo>
                <a:lnTo>
                  <a:pt x="4567" y="6923"/>
                </a:lnTo>
                <a:lnTo>
                  <a:pt x="4296" y="7256"/>
                </a:lnTo>
                <a:lnTo>
                  <a:pt x="4000" y="7484"/>
                </a:lnTo>
                <a:lnTo>
                  <a:pt x="3729" y="7692"/>
                </a:lnTo>
                <a:lnTo>
                  <a:pt x="3433" y="7921"/>
                </a:lnTo>
                <a:lnTo>
                  <a:pt x="3297" y="8150"/>
                </a:lnTo>
                <a:lnTo>
                  <a:pt x="3135" y="8254"/>
                </a:lnTo>
                <a:cubicBezTo>
                  <a:pt x="3091" y="8289"/>
                  <a:pt x="3044" y="8323"/>
                  <a:pt x="3001" y="8358"/>
                </a:cubicBezTo>
                <a:cubicBezTo>
                  <a:pt x="2956" y="8393"/>
                  <a:pt x="2909" y="8427"/>
                  <a:pt x="2864" y="8462"/>
                </a:cubicBezTo>
                <a:lnTo>
                  <a:pt x="2864" y="8586"/>
                </a:lnTo>
                <a:lnTo>
                  <a:pt x="2864" y="8586"/>
                </a:lnTo>
                <a:lnTo>
                  <a:pt x="1298" y="9896"/>
                </a:lnTo>
                <a:lnTo>
                  <a:pt x="865" y="10000"/>
                </a:lnTo>
                <a:lnTo>
                  <a:pt x="730" y="9896"/>
                </a:lnTo>
                <a:lnTo>
                  <a:pt x="594" y="9896"/>
                </a:lnTo>
                <a:cubicBezTo>
                  <a:pt x="541" y="9861"/>
                  <a:pt x="486" y="9827"/>
                  <a:pt x="433" y="9792"/>
                </a:cubicBezTo>
                <a:cubicBezTo>
                  <a:pt x="387" y="9716"/>
                  <a:pt x="343" y="9639"/>
                  <a:pt x="296" y="9563"/>
                </a:cubicBezTo>
                <a:cubicBezTo>
                  <a:pt x="253" y="9494"/>
                  <a:pt x="206" y="9425"/>
                  <a:pt x="163" y="9356"/>
                </a:cubicBezTo>
                <a:cubicBezTo>
                  <a:pt x="109" y="9314"/>
                  <a:pt x="54" y="9273"/>
                  <a:pt x="0" y="9231"/>
                </a:cubicBezTo>
                <a:lnTo>
                  <a:pt x="0" y="9127"/>
                </a:lnTo>
                <a:lnTo>
                  <a:pt x="0" y="9023"/>
                </a:lnTo>
                <a:lnTo>
                  <a:pt x="0" y="9023"/>
                </a:lnTo>
                <a:cubicBezTo>
                  <a:pt x="54" y="8988"/>
                  <a:pt x="109" y="8954"/>
                  <a:pt x="163" y="8919"/>
                </a:cubicBezTo>
                <a:cubicBezTo>
                  <a:pt x="206" y="8877"/>
                  <a:pt x="253" y="8836"/>
                  <a:pt x="296" y="8794"/>
                </a:cubicBezTo>
                <a:lnTo>
                  <a:pt x="594" y="8690"/>
                </a:lnTo>
                <a:lnTo>
                  <a:pt x="865" y="8586"/>
                </a:lnTo>
                <a:lnTo>
                  <a:pt x="1000" y="8462"/>
                </a:lnTo>
                <a:cubicBezTo>
                  <a:pt x="1053" y="8427"/>
                  <a:pt x="1108" y="8393"/>
                  <a:pt x="1161" y="8358"/>
                </a:cubicBezTo>
                <a:lnTo>
                  <a:pt x="1432" y="8254"/>
                </a:lnTo>
                <a:lnTo>
                  <a:pt x="1728" y="8025"/>
                </a:lnTo>
                <a:lnTo>
                  <a:pt x="1865" y="7921"/>
                </a:lnTo>
                <a:lnTo>
                  <a:pt x="2162" y="7692"/>
                </a:lnTo>
                <a:lnTo>
                  <a:pt x="2432" y="7484"/>
                </a:lnTo>
                <a:lnTo>
                  <a:pt x="2432" y="7484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4" name="Freeform 20"/>
          <p:cNvSpPr/>
          <p:nvPr/>
        </p:nvSpPr>
        <p:spPr bwMode="auto">
          <a:xfrm>
            <a:off x="1984375" y="3579813"/>
            <a:ext cx="920750" cy="184150"/>
          </a:xfrm>
          <a:custGeom>
            <a:avLst/>
            <a:gdLst>
              <a:gd name="connsiteX0" fmla="*/ 1483 w 10000"/>
              <a:gd name="connsiteY0" fmla="*/ 7484 h 10000"/>
              <a:gd name="connsiteX1" fmla="*/ 1664 w 10000"/>
              <a:gd name="connsiteY1" fmla="*/ 7152 h 10000"/>
              <a:gd name="connsiteX2" fmla="*/ 1911 w 10000"/>
              <a:gd name="connsiteY2" fmla="*/ 6819 h 10000"/>
              <a:gd name="connsiteX3" fmla="*/ 2092 w 10000"/>
              <a:gd name="connsiteY3" fmla="*/ 6486 h 10000"/>
              <a:gd name="connsiteX4" fmla="*/ 2356 w 10000"/>
              <a:gd name="connsiteY4" fmla="*/ 6050 h 10000"/>
              <a:gd name="connsiteX5" fmla="*/ 2619 w 10000"/>
              <a:gd name="connsiteY5" fmla="*/ 5509 h 10000"/>
              <a:gd name="connsiteX6" fmla="*/ 2883 w 10000"/>
              <a:gd name="connsiteY6" fmla="*/ 4948 h 10000"/>
              <a:gd name="connsiteX7" fmla="*/ 3130 w 10000"/>
              <a:gd name="connsiteY7" fmla="*/ 4304 h 10000"/>
              <a:gd name="connsiteX8" fmla="*/ 3476 w 10000"/>
              <a:gd name="connsiteY8" fmla="*/ 3638 h 10000"/>
              <a:gd name="connsiteX9" fmla="*/ 3740 w 10000"/>
              <a:gd name="connsiteY9" fmla="*/ 2973 h 10000"/>
              <a:gd name="connsiteX10" fmla="*/ 4003 w 10000"/>
              <a:gd name="connsiteY10" fmla="*/ 2432 h 10000"/>
              <a:gd name="connsiteX11" fmla="*/ 4185 w 10000"/>
              <a:gd name="connsiteY11" fmla="*/ 1871 h 10000"/>
              <a:gd name="connsiteX12" fmla="*/ 4349 w 10000"/>
              <a:gd name="connsiteY12" fmla="*/ 1435 h 10000"/>
              <a:gd name="connsiteX13" fmla="*/ 4432 w 10000"/>
              <a:gd name="connsiteY13" fmla="*/ 1102 h 10000"/>
              <a:gd name="connsiteX14" fmla="*/ 4530 w 10000"/>
              <a:gd name="connsiteY14" fmla="*/ 769 h 10000"/>
              <a:gd name="connsiteX15" fmla="*/ 4530 w 10000"/>
              <a:gd name="connsiteY15" fmla="*/ 665 h 10000"/>
              <a:gd name="connsiteX16" fmla="*/ 4530 w 10000"/>
              <a:gd name="connsiteY16" fmla="*/ 437 h 10000"/>
              <a:gd name="connsiteX17" fmla="*/ 4432 w 10000"/>
              <a:gd name="connsiteY17" fmla="*/ 437 h 10000"/>
              <a:gd name="connsiteX18" fmla="*/ 4432 w 10000"/>
              <a:gd name="connsiteY18" fmla="*/ 333 h 10000"/>
              <a:gd name="connsiteX19" fmla="*/ 4349 w 10000"/>
              <a:gd name="connsiteY19" fmla="*/ 229 h 10000"/>
              <a:gd name="connsiteX20" fmla="*/ 4349 w 10000"/>
              <a:gd name="connsiteY20" fmla="*/ 229 h 10000"/>
              <a:gd name="connsiteX21" fmla="*/ 4349 w 10000"/>
              <a:gd name="connsiteY21" fmla="*/ 125 h 10000"/>
              <a:gd name="connsiteX22" fmla="*/ 4349 w 10000"/>
              <a:gd name="connsiteY22" fmla="*/ 0 h 10000"/>
              <a:gd name="connsiteX23" fmla="*/ 4432 w 10000"/>
              <a:gd name="connsiteY23" fmla="*/ 0 h 10000"/>
              <a:gd name="connsiteX24" fmla="*/ 4613 w 10000"/>
              <a:gd name="connsiteY24" fmla="*/ 0 h 10000"/>
              <a:gd name="connsiteX25" fmla="*/ 5041 w 10000"/>
              <a:gd name="connsiteY25" fmla="*/ 0 h 10000"/>
              <a:gd name="connsiteX26" fmla="*/ 5222 w 10000"/>
              <a:gd name="connsiteY26" fmla="*/ 125 h 10000"/>
              <a:gd name="connsiteX27" fmla="*/ 5486 w 10000"/>
              <a:gd name="connsiteY27" fmla="*/ 229 h 10000"/>
              <a:gd name="connsiteX28" fmla="*/ 5651 w 10000"/>
              <a:gd name="connsiteY28" fmla="*/ 333 h 10000"/>
              <a:gd name="connsiteX29" fmla="*/ 5832 w 10000"/>
              <a:gd name="connsiteY29" fmla="*/ 437 h 10000"/>
              <a:gd name="connsiteX30" fmla="*/ 5997 w 10000"/>
              <a:gd name="connsiteY30" fmla="*/ 665 h 10000"/>
              <a:gd name="connsiteX31" fmla="*/ 6096 w 10000"/>
              <a:gd name="connsiteY31" fmla="*/ 769 h 10000"/>
              <a:gd name="connsiteX32" fmla="*/ 6096 w 10000"/>
              <a:gd name="connsiteY32" fmla="*/ 894 h 10000"/>
              <a:gd name="connsiteX33" fmla="*/ 6096 w 10000"/>
              <a:gd name="connsiteY33" fmla="*/ 998 h 10000"/>
              <a:gd name="connsiteX34" fmla="*/ 6096 w 10000"/>
              <a:gd name="connsiteY34" fmla="*/ 1206 h 10000"/>
              <a:gd name="connsiteX35" fmla="*/ 5997 w 10000"/>
              <a:gd name="connsiteY35" fmla="*/ 1331 h 10000"/>
              <a:gd name="connsiteX36" fmla="*/ 5914 w 10000"/>
              <a:gd name="connsiteY36" fmla="*/ 1538 h 10000"/>
              <a:gd name="connsiteX37" fmla="*/ 5750 w 10000"/>
              <a:gd name="connsiteY37" fmla="*/ 1767 h 10000"/>
              <a:gd name="connsiteX38" fmla="*/ 5568 w 10000"/>
              <a:gd name="connsiteY38" fmla="*/ 1975 h 10000"/>
              <a:gd name="connsiteX39" fmla="*/ 5486 w 10000"/>
              <a:gd name="connsiteY39" fmla="*/ 2204 h 10000"/>
              <a:gd name="connsiteX40" fmla="*/ 5305 w 10000"/>
              <a:gd name="connsiteY40" fmla="*/ 2432 h 10000"/>
              <a:gd name="connsiteX41" fmla="*/ 5140 w 10000"/>
              <a:gd name="connsiteY41" fmla="*/ 2744 h 10000"/>
              <a:gd name="connsiteX42" fmla="*/ 4959 w 10000"/>
              <a:gd name="connsiteY42" fmla="*/ 3077 h 10000"/>
              <a:gd name="connsiteX43" fmla="*/ 4695 w 10000"/>
              <a:gd name="connsiteY43" fmla="*/ 3514 h 10000"/>
              <a:gd name="connsiteX44" fmla="*/ 4530 w 10000"/>
              <a:gd name="connsiteY44" fmla="*/ 3971 h 10000"/>
              <a:gd name="connsiteX45" fmla="*/ 4267 w 10000"/>
              <a:gd name="connsiteY45" fmla="*/ 4407 h 10000"/>
              <a:gd name="connsiteX46" fmla="*/ 3921 w 10000"/>
              <a:gd name="connsiteY46" fmla="*/ 4948 h 10000"/>
              <a:gd name="connsiteX47" fmla="*/ 3657 w 10000"/>
              <a:gd name="connsiteY47" fmla="*/ 5385 h 10000"/>
              <a:gd name="connsiteX48" fmla="*/ 3476 w 10000"/>
              <a:gd name="connsiteY48" fmla="*/ 5842 h 10000"/>
              <a:gd name="connsiteX49" fmla="*/ 3229 w 10000"/>
              <a:gd name="connsiteY49" fmla="*/ 6279 h 10000"/>
              <a:gd name="connsiteX50" fmla="*/ 2965 w 10000"/>
              <a:gd name="connsiteY50" fmla="*/ 6611 h 10000"/>
              <a:gd name="connsiteX51" fmla="*/ 2784 w 10000"/>
              <a:gd name="connsiteY51" fmla="*/ 6923 h 10000"/>
              <a:gd name="connsiteX52" fmla="*/ 2619 w 10000"/>
              <a:gd name="connsiteY52" fmla="*/ 7256 h 10000"/>
              <a:gd name="connsiteX53" fmla="*/ 2438 w 10000"/>
              <a:gd name="connsiteY53" fmla="*/ 7484 h 10000"/>
              <a:gd name="connsiteX54" fmla="*/ 2273 w 10000"/>
              <a:gd name="connsiteY54" fmla="*/ 7692 h 10000"/>
              <a:gd name="connsiteX55" fmla="*/ 2092 w 10000"/>
              <a:gd name="connsiteY55" fmla="*/ 7921 h 10000"/>
              <a:gd name="connsiteX56" fmla="*/ 2010 w 10000"/>
              <a:gd name="connsiteY56" fmla="*/ 8150 h 10000"/>
              <a:gd name="connsiteX57" fmla="*/ 1911 w 10000"/>
              <a:gd name="connsiteY57" fmla="*/ 8254 h 10000"/>
              <a:gd name="connsiteX58" fmla="*/ 1829 w 10000"/>
              <a:gd name="connsiteY58" fmla="*/ 8358 h 10000"/>
              <a:gd name="connsiteX59" fmla="*/ 1746 w 10000"/>
              <a:gd name="connsiteY59" fmla="*/ 8462 h 10000"/>
              <a:gd name="connsiteX60" fmla="*/ 1746 w 10000"/>
              <a:gd name="connsiteY60" fmla="*/ 8586 h 10000"/>
              <a:gd name="connsiteX61" fmla="*/ 1746 w 10000"/>
              <a:gd name="connsiteY61" fmla="*/ 8586 h 10000"/>
              <a:gd name="connsiteX62" fmla="*/ 1829 w 10000"/>
              <a:gd name="connsiteY62" fmla="*/ 8586 h 10000"/>
              <a:gd name="connsiteX63" fmla="*/ 1911 w 10000"/>
              <a:gd name="connsiteY63" fmla="*/ 8690 h 10000"/>
              <a:gd name="connsiteX64" fmla="*/ 2010 w 10000"/>
              <a:gd name="connsiteY64" fmla="*/ 8690 h 10000"/>
              <a:gd name="connsiteX65" fmla="*/ 2175 w 10000"/>
              <a:gd name="connsiteY65" fmla="*/ 8690 h 10000"/>
              <a:gd name="connsiteX66" fmla="*/ 2273 w 10000"/>
              <a:gd name="connsiteY66" fmla="*/ 8586 h 10000"/>
              <a:gd name="connsiteX67" fmla="*/ 2356 w 10000"/>
              <a:gd name="connsiteY67" fmla="*/ 8586 h 10000"/>
              <a:gd name="connsiteX68" fmla="*/ 2521 w 10000"/>
              <a:gd name="connsiteY68" fmla="*/ 8586 h 10000"/>
              <a:gd name="connsiteX69" fmla="*/ 2702 w 10000"/>
              <a:gd name="connsiteY69" fmla="*/ 8586 h 10000"/>
              <a:gd name="connsiteX70" fmla="*/ 2883 w 10000"/>
              <a:gd name="connsiteY70" fmla="*/ 8462 h 10000"/>
              <a:gd name="connsiteX71" fmla="*/ 3048 w 10000"/>
              <a:gd name="connsiteY71" fmla="*/ 8462 h 10000"/>
              <a:gd name="connsiteX72" fmla="*/ 3311 w 10000"/>
              <a:gd name="connsiteY72" fmla="*/ 8462 h 10000"/>
              <a:gd name="connsiteX73" fmla="*/ 3575 w 10000"/>
              <a:gd name="connsiteY73" fmla="*/ 8462 h 10000"/>
              <a:gd name="connsiteX74" fmla="*/ 3921 w 10000"/>
              <a:gd name="connsiteY74" fmla="*/ 8358 h 10000"/>
              <a:gd name="connsiteX75" fmla="*/ 4267 w 10000"/>
              <a:gd name="connsiteY75" fmla="*/ 8358 h 10000"/>
              <a:gd name="connsiteX76" fmla="*/ 4613 w 10000"/>
              <a:gd name="connsiteY76" fmla="*/ 8358 h 10000"/>
              <a:gd name="connsiteX77" fmla="*/ 4959 w 10000"/>
              <a:gd name="connsiteY77" fmla="*/ 8254 h 10000"/>
              <a:gd name="connsiteX78" fmla="*/ 5387 w 10000"/>
              <a:gd name="connsiteY78" fmla="*/ 8150 h 10000"/>
              <a:gd name="connsiteX79" fmla="*/ 5832 w 10000"/>
              <a:gd name="connsiteY79" fmla="*/ 8150 h 10000"/>
              <a:gd name="connsiteX80" fmla="*/ 6343 w 10000"/>
              <a:gd name="connsiteY80" fmla="*/ 8025 h 10000"/>
              <a:gd name="connsiteX81" fmla="*/ 6787 w 10000"/>
              <a:gd name="connsiteY81" fmla="*/ 8025 h 10000"/>
              <a:gd name="connsiteX82" fmla="*/ 7298 w 10000"/>
              <a:gd name="connsiteY82" fmla="*/ 7921 h 10000"/>
              <a:gd name="connsiteX83" fmla="*/ 7743 w 10000"/>
              <a:gd name="connsiteY83" fmla="*/ 7817 h 10000"/>
              <a:gd name="connsiteX84" fmla="*/ 8171 w 10000"/>
              <a:gd name="connsiteY84" fmla="*/ 7817 h 10000"/>
              <a:gd name="connsiteX85" fmla="*/ 8435 w 10000"/>
              <a:gd name="connsiteY85" fmla="*/ 7692 h 10000"/>
              <a:gd name="connsiteX86" fmla="*/ 8699 w 10000"/>
              <a:gd name="connsiteY86" fmla="*/ 7692 h 10000"/>
              <a:gd name="connsiteX87" fmla="*/ 8962 w 10000"/>
              <a:gd name="connsiteY87" fmla="*/ 7692 h 10000"/>
              <a:gd name="connsiteX88" fmla="*/ 9127 w 10000"/>
              <a:gd name="connsiteY88" fmla="*/ 7692 h 10000"/>
              <a:gd name="connsiteX89" fmla="*/ 9226 w 10000"/>
              <a:gd name="connsiteY89" fmla="*/ 7588 h 10000"/>
              <a:gd name="connsiteX90" fmla="*/ 9390 w 10000"/>
              <a:gd name="connsiteY90" fmla="*/ 7692 h 10000"/>
              <a:gd name="connsiteX91" fmla="*/ 9473 w 10000"/>
              <a:gd name="connsiteY91" fmla="*/ 7692 h 10000"/>
              <a:gd name="connsiteX92" fmla="*/ 9654 w 10000"/>
              <a:gd name="connsiteY92" fmla="*/ 7817 h 10000"/>
              <a:gd name="connsiteX93" fmla="*/ 9736 w 10000"/>
              <a:gd name="connsiteY93" fmla="*/ 7817 h 10000"/>
              <a:gd name="connsiteX94" fmla="*/ 9918 w 10000"/>
              <a:gd name="connsiteY94" fmla="*/ 8025 h 10000"/>
              <a:gd name="connsiteX95" fmla="*/ 10000 w 10000"/>
              <a:gd name="connsiteY95" fmla="*/ 8150 h 10000"/>
              <a:gd name="connsiteX96" fmla="*/ 10000 w 10000"/>
              <a:gd name="connsiteY96" fmla="*/ 8254 h 10000"/>
              <a:gd name="connsiteX97" fmla="*/ 10000 w 10000"/>
              <a:gd name="connsiteY97" fmla="*/ 8358 h 10000"/>
              <a:gd name="connsiteX98" fmla="*/ 10000 w 10000"/>
              <a:gd name="connsiteY98" fmla="*/ 8358 h 10000"/>
              <a:gd name="connsiteX99" fmla="*/ 10000 w 10000"/>
              <a:gd name="connsiteY99" fmla="*/ 8462 h 10000"/>
              <a:gd name="connsiteX100" fmla="*/ 9918 w 10000"/>
              <a:gd name="connsiteY100" fmla="*/ 8462 h 10000"/>
              <a:gd name="connsiteX101" fmla="*/ 9819 w 10000"/>
              <a:gd name="connsiteY101" fmla="*/ 8462 h 10000"/>
              <a:gd name="connsiteX102" fmla="*/ 9736 w 10000"/>
              <a:gd name="connsiteY102" fmla="*/ 8586 h 10000"/>
              <a:gd name="connsiteX103" fmla="*/ 9572 w 10000"/>
              <a:gd name="connsiteY103" fmla="*/ 8586 h 10000"/>
              <a:gd name="connsiteX104" fmla="*/ 9390 w 10000"/>
              <a:gd name="connsiteY104" fmla="*/ 8586 h 10000"/>
              <a:gd name="connsiteX105" fmla="*/ 9127 w 10000"/>
              <a:gd name="connsiteY105" fmla="*/ 8586 h 10000"/>
              <a:gd name="connsiteX106" fmla="*/ 8863 w 10000"/>
              <a:gd name="connsiteY106" fmla="*/ 8586 h 10000"/>
              <a:gd name="connsiteX107" fmla="*/ 8616 w 10000"/>
              <a:gd name="connsiteY107" fmla="*/ 8586 h 10000"/>
              <a:gd name="connsiteX108" fmla="*/ 8353 w 10000"/>
              <a:gd name="connsiteY108" fmla="*/ 8586 h 10000"/>
              <a:gd name="connsiteX109" fmla="*/ 8007 w 10000"/>
              <a:gd name="connsiteY109" fmla="*/ 8586 h 10000"/>
              <a:gd name="connsiteX110" fmla="*/ 7661 w 10000"/>
              <a:gd name="connsiteY110" fmla="*/ 8586 h 10000"/>
              <a:gd name="connsiteX111" fmla="*/ 7298 w 10000"/>
              <a:gd name="connsiteY111" fmla="*/ 8690 h 10000"/>
              <a:gd name="connsiteX112" fmla="*/ 6870 w 10000"/>
              <a:gd name="connsiteY112" fmla="*/ 8690 h 10000"/>
              <a:gd name="connsiteX113" fmla="*/ 6442 w 10000"/>
              <a:gd name="connsiteY113" fmla="*/ 8690 h 10000"/>
              <a:gd name="connsiteX114" fmla="*/ 5651 w 10000"/>
              <a:gd name="connsiteY114" fmla="*/ 8794 h 10000"/>
              <a:gd name="connsiteX115" fmla="*/ 4876 w 10000"/>
              <a:gd name="connsiteY115" fmla="*/ 8919 h 10000"/>
              <a:gd name="connsiteX116" fmla="*/ 4185 w 10000"/>
              <a:gd name="connsiteY116" fmla="*/ 9023 h 10000"/>
              <a:gd name="connsiteX117" fmla="*/ 3476 w 10000"/>
              <a:gd name="connsiteY117" fmla="*/ 9127 h 10000"/>
              <a:gd name="connsiteX118" fmla="*/ 3130 w 10000"/>
              <a:gd name="connsiteY118" fmla="*/ 9127 h 10000"/>
              <a:gd name="connsiteX119" fmla="*/ 2883 w 10000"/>
              <a:gd name="connsiteY119" fmla="*/ 9231 h 10000"/>
              <a:gd name="connsiteX120" fmla="*/ 2521 w 10000"/>
              <a:gd name="connsiteY120" fmla="*/ 9356 h 10000"/>
              <a:gd name="connsiteX121" fmla="*/ 2273 w 10000"/>
              <a:gd name="connsiteY121" fmla="*/ 9356 h 10000"/>
              <a:gd name="connsiteX122" fmla="*/ 2092 w 10000"/>
              <a:gd name="connsiteY122" fmla="*/ 9459 h 10000"/>
              <a:gd name="connsiteX123" fmla="*/ 1829 w 10000"/>
              <a:gd name="connsiteY123" fmla="*/ 9459 h 10000"/>
              <a:gd name="connsiteX124" fmla="*/ 1664 w 10000"/>
              <a:gd name="connsiteY124" fmla="*/ 9563 h 10000"/>
              <a:gd name="connsiteX125" fmla="*/ 1400 w 10000"/>
              <a:gd name="connsiteY125" fmla="*/ 9688 h 10000"/>
              <a:gd name="connsiteX126" fmla="*/ 1219 w 10000"/>
              <a:gd name="connsiteY126" fmla="*/ 9688 h 10000"/>
              <a:gd name="connsiteX127" fmla="*/ 1137 w 10000"/>
              <a:gd name="connsiteY127" fmla="*/ 9792 h 10000"/>
              <a:gd name="connsiteX128" fmla="*/ 956 w 10000"/>
              <a:gd name="connsiteY128" fmla="*/ 9792 h 10000"/>
              <a:gd name="connsiteX129" fmla="*/ 873 w 10000"/>
              <a:gd name="connsiteY129" fmla="*/ 9896 h 10000"/>
              <a:gd name="connsiteX130" fmla="*/ 791 w 10000"/>
              <a:gd name="connsiteY130" fmla="*/ 9896 h 10000"/>
              <a:gd name="connsiteX131" fmla="*/ 708 w 10000"/>
              <a:gd name="connsiteY131" fmla="*/ 9896 h 10000"/>
              <a:gd name="connsiteX132" fmla="*/ 527 w 10000"/>
              <a:gd name="connsiteY132" fmla="*/ 10000 h 10000"/>
              <a:gd name="connsiteX133" fmla="*/ 445 w 10000"/>
              <a:gd name="connsiteY133" fmla="*/ 9896 h 10000"/>
              <a:gd name="connsiteX134" fmla="*/ 362 w 10000"/>
              <a:gd name="connsiteY134" fmla="*/ 9896 h 10000"/>
              <a:gd name="connsiteX135" fmla="*/ 264 w 10000"/>
              <a:gd name="connsiteY135" fmla="*/ 9792 h 10000"/>
              <a:gd name="connsiteX136" fmla="*/ 181 w 10000"/>
              <a:gd name="connsiteY136" fmla="*/ 9563 h 10000"/>
              <a:gd name="connsiteX137" fmla="*/ 99 w 10000"/>
              <a:gd name="connsiteY137" fmla="*/ 9356 h 10000"/>
              <a:gd name="connsiteX138" fmla="*/ 0 w 10000"/>
              <a:gd name="connsiteY138" fmla="*/ 9231 h 10000"/>
              <a:gd name="connsiteX139" fmla="*/ 0 w 10000"/>
              <a:gd name="connsiteY139" fmla="*/ 9127 h 10000"/>
              <a:gd name="connsiteX140" fmla="*/ 0 w 10000"/>
              <a:gd name="connsiteY140" fmla="*/ 9023 h 10000"/>
              <a:gd name="connsiteX141" fmla="*/ 0 w 10000"/>
              <a:gd name="connsiteY141" fmla="*/ 9023 h 10000"/>
              <a:gd name="connsiteX142" fmla="*/ 99 w 10000"/>
              <a:gd name="connsiteY142" fmla="*/ 8919 h 10000"/>
              <a:gd name="connsiteX143" fmla="*/ 181 w 10000"/>
              <a:gd name="connsiteY143" fmla="*/ 8794 h 10000"/>
              <a:gd name="connsiteX144" fmla="*/ 362 w 10000"/>
              <a:gd name="connsiteY144" fmla="*/ 8690 h 10000"/>
              <a:gd name="connsiteX145" fmla="*/ 527 w 10000"/>
              <a:gd name="connsiteY145" fmla="*/ 8586 h 10000"/>
              <a:gd name="connsiteX146" fmla="*/ 610 w 10000"/>
              <a:gd name="connsiteY146" fmla="*/ 8462 h 10000"/>
              <a:gd name="connsiteX147" fmla="*/ 708 w 10000"/>
              <a:gd name="connsiteY147" fmla="*/ 8358 h 10000"/>
              <a:gd name="connsiteX148" fmla="*/ 873 w 10000"/>
              <a:gd name="connsiteY148" fmla="*/ 8254 h 10000"/>
              <a:gd name="connsiteX149" fmla="*/ 1054 w 10000"/>
              <a:gd name="connsiteY149" fmla="*/ 8025 h 10000"/>
              <a:gd name="connsiteX150" fmla="*/ 1137 w 10000"/>
              <a:gd name="connsiteY150" fmla="*/ 7921 h 10000"/>
              <a:gd name="connsiteX151" fmla="*/ 1318 w 10000"/>
              <a:gd name="connsiteY151" fmla="*/ 7692 h 10000"/>
              <a:gd name="connsiteX152" fmla="*/ 1483 w 10000"/>
              <a:gd name="connsiteY152" fmla="*/ 7484 h 10000"/>
              <a:gd name="connsiteX153" fmla="*/ 1483 w 10000"/>
              <a:gd name="connsiteY153" fmla="*/ 7484 h 10000"/>
              <a:gd name="connsiteX0-1" fmla="*/ 1483 w 10000"/>
              <a:gd name="connsiteY0-2" fmla="*/ 7484 h 10000"/>
              <a:gd name="connsiteX1-3" fmla="*/ 1664 w 10000"/>
              <a:gd name="connsiteY1-4" fmla="*/ 7152 h 10000"/>
              <a:gd name="connsiteX2-5" fmla="*/ 1911 w 10000"/>
              <a:gd name="connsiteY2-6" fmla="*/ 6819 h 10000"/>
              <a:gd name="connsiteX3-7" fmla="*/ 2092 w 10000"/>
              <a:gd name="connsiteY3-8" fmla="*/ 6486 h 10000"/>
              <a:gd name="connsiteX4-9" fmla="*/ 2356 w 10000"/>
              <a:gd name="connsiteY4-10" fmla="*/ 6050 h 10000"/>
              <a:gd name="connsiteX5-11" fmla="*/ 2619 w 10000"/>
              <a:gd name="connsiteY5-12" fmla="*/ 5509 h 10000"/>
              <a:gd name="connsiteX6-13" fmla="*/ 2883 w 10000"/>
              <a:gd name="connsiteY6-14" fmla="*/ 4948 h 10000"/>
              <a:gd name="connsiteX7-15" fmla="*/ 3130 w 10000"/>
              <a:gd name="connsiteY7-16" fmla="*/ 4304 h 10000"/>
              <a:gd name="connsiteX8-17" fmla="*/ 3476 w 10000"/>
              <a:gd name="connsiteY8-18" fmla="*/ 3638 h 10000"/>
              <a:gd name="connsiteX9-19" fmla="*/ 3740 w 10000"/>
              <a:gd name="connsiteY9-20" fmla="*/ 2973 h 10000"/>
              <a:gd name="connsiteX10-21" fmla="*/ 4003 w 10000"/>
              <a:gd name="connsiteY10-22" fmla="*/ 2432 h 10000"/>
              <a:gd name="connsiteX11-23" fmla="*/ 4185 w 10000"/>
              <a:gd name="connsiteY11-24" fmla="*/ 1871 h 10000"/>
              <a:gd name="connsiteX12-25" fmla="*/ 4349 w 10000"/>
              <a:gd name="connsiteY12-26" fmla="*/ 1435 h 10000"/>
              <a:gd name="connsiteX13-27" fmla="*/ 4432 w 10000"/>
              <a:gd name="connsiteY13-28" fmla="*/ 1102 h 10000"/>
              <a:gd name="connsiteX14-29" fmla="*/ 4530 w 10000"/>
              <a:gd name="connsiteY14-30" fmla="*/ 769 h 10000"/>
              <a:gd name="connsiteX15-31" fmla="*/ 4530 w 10000"/>
              <a:gd name="connsiteY15-32" fmla="*/ 665 h 10000"/>
              <a:gd name="connsiteX16-33" fmla="*/ 4530 w 10000"/>
              <a:gd name="connsiteY16-34" fmla="*/ 437 h 10000"/>
              <a:gd name="connsiteX17-35" fmla="*/ 4432 w 10000"/>
              <a:gd name="connsiteY17-36" fmla="*/ 437 h 10000"/>
              <a:gd name="connsiteX18-37" fmla="*/ 4432 w 10000"/>
              <a:gd name="connsiteY18-38" fmla="*/ 333 h 10000"/>
              <a:gd name="connsiteX19-39" fmla="*/ 4349 w 10000"/>
              <a:gd name="connsiteY19-40" fmla="*/ 229 h 10000"/>
              <a:gd name="connsiteX20-41" fmla="*/ 4349 w 10000"/>
              <a:gd name="connsiteY20-42" fmla="*/ 229 h 10000"/>
              <a:gd name="connsiteX21-43" fmla="*/ 4349 w 10000"/>
              <a:gd name="connsiteY21-44" fmla="*/ 125 h 10000"/>
              <a:gd name="connsiteX22-45" fmla="*/ 4349 w 10000"/>
              <a:gd name="connsiteY22-46" fmla="*/ 0 h 10000"/>
              <a:gd name="connsiteX23-47" fmla="*/ 4432 w 10000"/>
              <a:gd name="connsiteY23-48" fmla="*/ 0 h 10000"/>
              <a:gd name="connsiteX24-49" fmla="*/ 5041 w 10000"/>
              <a:gd name="connsiteY24-50" fmla="*/ 0 h 10000"/>
              <a:gd name="connsiteX25-51" fmla="*/ 5222 w 10000"/>
              <a:gd name="connsiteY25-52" fmla="*/ 125 h 10000"/>
              <a:gd name="connsiteX26-53" fmla="*/ 5486 w 10000"/>
              <a:gd name="connsiteY26-54" fmla="*/ 229 h 10000"/>
              <a:gd name="connsiteX27-55" fmla="*/ 5651 w 10000"/>
              <a:gd name="connsiteY27-56" fmla="*/ 333 h 10000"/>
              <a:gd name="connsiteX28-57" fmla="*/ 5832 w 10000"/>
              <a:gd name="connsiteY28-58" fmla="*/ 437 h 10000"/>
              <a:gd name="connsiteX29-59" fmla="*/ 5997 w 10000"/>
              <a:gd name="connsiteY29-60" fmla="*/ 665 h 10000"/>
              <a:gd name="connsiteX30-61" fmla="*/ 6096 w 10000"/>
              <a:gd name="connsiteY30-62" fmla="*/ 769 h 10000"/>
              <a:gd name="connsiteX31-63" fmla="*/ 6096 w 10000"/>
              <a:gd name="connsiteY31-64" fmla="*/ 894 h 10000"/>
              <a:gd name="connsiteX32-65" fmla="*/ 6096 w 10000"/>
              <a:gd name="connsiteY32-66" fmla="*/ 998 h 10000"/>
              <a:gd name="connsiteX33-67" fmla="*/ 6096 w 10000"/>
              <a:gd name="connsiteY33-68" fmla="*/ 1206 h 10000"/>
              <a:gd name="connsiteX34-69" fmla="*/ 5997 w 10000"/>
              <a:gd name="connsiteY34-70" fmla="*/ 1331 h 10000"/>
              <a:gd name="connsiteX35-71" fmla="*/ 5914 w 10000"/>
              <a:gd name="connsiteY35-72" fmla="*/ 1538 h 10000"/>
              <a:gd name="connsiteX36-73" fmla="*/ 5750 w 10000"/>
              <a:gd name="connsiteY36-74" fmla="*/ 1767 h 10000"/>
              <a:gd name="connsiteX37-75" fmla="*/ 5568 w 10000"/>
              <a:gd name="connsiteY37-76" fmla="*/ 1975 h 10000"/>
              <a:gd name="connsiteX38-77" fmla="*/ 5486 w 10000"/>
              <a:gd name="connsiteY38-78" fmla="*/ 2204 h 10000"/>
              <a:gd name="connsiteX39-79" fmla="*/ 5305 w 10000"/>
              <a:gd name="connsiteY39-80" fmla="*/ 2432 h 10000"/>
              <a:gd name="connsiteX40-81" fmla="*/ 5140 w 10000"/>
              <a:gd name="connsiteY40-82" fmla="*/ 2744 h 10000"/>
              <a:gd name="connsiteX41-83" fmla="*/ 4959 w 10000"/>
              <a:gd name="connsiteY41-84" fmla="*/ 3077 h 10000"/>
              <a:gd name="connsiteX42-85" fmla="*/ 4695 w 10000"/>
              <a:gd name="connsiteY42-86" fmla="*/ 3514 h 10000"/>
              <a:gd name="connsiteX43-87" fmla="*/ 4530 w 10000"/>
              <a:gd name="connsiteY43-88" fmla="*/ 3971 h 10000"/>
              <a:gd name="connsiteX44-89" fmla="*/ 4267 w 10000"/>
              <a:gd name="connsiteY44-90" fmla="*/ 4407 h 10000"/>
              <a:gd name="connsiteX45-91" fmla="*/ 3921 w 10000"/>
              <a:gd name="connsiteY45-92" fmla="*/ 4948 h 10000"/>
              <a:gd name="connsiteX46-93" fmla="*/ 3657 w 10000"/>
              <a:gd name="connsiteY46-94" fmla="*/ 5385 h 10000"/>
              <a:gd name="connsiteX47-95" fmla="*/ 3476 w 10000"/>
              <a:gd name="connsiteY47-96" fmla="*/ 5842 h 10000"/>
              <a:gd name="connsiteX48-97" fmla="*/ 3229 w 10000"/>
              <a:gd name="connsiteY48-98" fmla="*/ 6279 h 10000"/>
              <a:gd name="connsiteX49-99" fmla="*/ 2965 w 10000"/>
              <a:gd name="connsiteY49-100" fmla="*/ 6611 h 10000"/>
              <a:gd name="connsiteX50-101" fmla="*/ 2784 w 10000"/>
              <a:gd name="connsiteY50-102" fmla="*/ 6923 h 10000"/>
              <a:gd name="connsiteX51-103" fmla="*/ 2619 w 10000"/>
              <a:gd name="connsiteY51-104" fmla="*/ 7256 h 10000"/>
              <a:gd name="connsiteX52-105" fmla="*/ 2438 w 10000"/>
              <a:gd name="connsiteY52-106" fmla="*/ 7484 h 10000"/>
              <a:gd name="connsiteX53-107" fmla="*/ 2273 w 10000"/>
              <a:gd name="connsiteY53-108" fmla="*/ 7692 h 10000"/>
              <a:gd name="connsiteX54-109" fmla="*/ 2092 w 10000"/>
              <a:gd name="connsiteY54-110" fmla="*/ 7921 h 10000"/>
              <a:gd name="connsiteX55-111" fmla="*/ 2010 w 10000"/>
              <a:gd name="connsiteY55-112" fmla="*/ 8150 h 10000"/>
              <a:gd name="connsiteX56-113" fmla="*/ 1911 w 10000"/>
              <a:gd name="connsiteY56-114" fmla="*/ 8254 h 10000"/>
              <a:gd name="connsiteX57-115" fmla="*/ 1829 w 10000"/>
              <a:gd name="connsiteY57-116" fmla="*/ 8358 h 10000"/>
              <a:gd name="connsiteX58-117" fmla="*/ 1746 w 10000"/>
              <a:gd name="connsiteY58-118" fmla="*/ 8462 h 10000"/>
              <a:gd name="connsiteX59-119" fmla="*/ 1746 w 10000"/>
              <a:gd name="connsiteY59-120" fmla="*/ 8586 h 10000"/>
              <a:gd name="connsiteX60-121" fmla="*/ 1746 w 10000"/>
              <a:gd name="connsiteY60-122" fmla="*/ 8586 h 10000"/>
              <a:gd name="connsiteX61-123" fmla="*/ 1829 w 10000"/>
              <a:gd name="connsiteY61-124" fmla="*/ 8586 h 10000"/>
              <a:gd name="connsiteX62-125" fmla="*/ 1911 w 10000"/>
              <a:gd name="connsiteY62-126" fmla="*/ 8690 h 10000"/>
              <a:gd name="connsiteX63-127" fmla="*/ 2010 w 10000"/>
              <a:gd name="connsiteY63-128" fmla="*/ 8690 h 10000"/>
              <a:gd name="connsiteX64-129" fmla="*/ 2175 w 10000"/>
              <a:gd name="connsiteY64-130" fmla="*/ 8690 h 10000"/>
              <a:gd name="connsiteX65-131" fmla="*/ 2273 w 10000"/>
              <a:gd name="connsiteY65-132" fmla="*/ 8586 h 10000"/>
              <a:gd name="connsiteX66-133" fmla="*/ 2356 w 10000"/>
              <a:gd name="connsiteY66-134" fmla="*/ 8586 h 10000"/>
              <a:gd name="connsiteX67-135" fmla="*/ 2521 w 10000"/>
              <a:gd name="connsiteY67-136" fmla="*/ 8586 h 10000"/>
              <a:gd name="connsiteX68-137" fmla="*/ 2702 w 10000"/>
              <a:gd name="connsiteY68-138" fmla="*/ 8586 h 10000"/>
              <a:gd name="connsiteX69-139" fmla="*/ 2883 w 10000"/>
              <a:gd name="connsiteY69-140" fmla="*/ 8462 h 10000"/>
              <a:gd name="connsiteX70-141" fmla="*/ 3048 w 10000"/>
              <a:gd name="connsiteY70-142" fmla="*/ 8462 h 10000"/>
              <a:gd name="connsiteX71-143" fmla="*/ 3311 w 10000"/>
              <a:gd name="connsiteY71-144" fmla="*/ 8462 h 10000"/>
              <a:gd name="connsiteX72-145" fmla="*/ 3575 w 10000"/>
              <a:gd name="connsiteY72-146" fmla="*/ 8462 h 10000"/>
              <a:gd name="connsiteX73-147" fmla="*/ 3921 w 10000"/>
              <a:gd name="connsiteY73-148" fmla="*/ 8358 h 10000"/>
              <a:gd name="connsiteX74-149" fmla="*/ 4267 w 10000"/>
              <a:gd name="connsiteY74-150" fmla="*/ 8358 h 10000"/>
              <a:gd name="connsiteX75-151" fmla="*/ 4613 w 10000"/>
              <a:gd name="connsiteY75-152" fmla="*/ 8358 h 10000"/>
              <a:gd name="connsiteX76-153" fmla="*/ 4959 w 10000"/>
              <a:gd name="connsiteY76-154" fmla="*/ 8254 h 10000"/>
              <a:gd name="connsiteX77-155" fmla="*/ 5387 w 10000"/>
              <a:gd name="connsiteY77-156" fmla="*/ 8150 h 10000"/>
              <a:gd name="connsiteX78-157" fmla="*/ 5832 w 10000"/>
              <a:gd name="connsiteY78-158" fmla="*/ 8150 h 10000"/>
              <a:gd name="connsiteX79-159" fmla="*/ 6343 w 10000"/>
              <a:gd name="connsiteY79-160" fmla="*/ 8025 h 10000"/>
              <a:gd name="connsiteX80-161" fmla="*/ 6787 w 10000"/>
              <a:gd name="connsiteY80-162" fmla="*/ 8025 h 10000"/>
              <a:gd name="connsiteX81-163" fmla="*/ 7298 w 10000"/>
              <a:gd name="connsiteY81-164" fmla="*/ 7921 h 10000"/>
              <a:gd name="connsiteX82-165" fmla="*/ 7743 w 10000"/>
              <a:gd name="connsiteY82-166" fmla="*/ 7817 h 10000"/>
              <a:gd name="connsiteX83-167" fmla="*/ 8171 w 10000"/>
              <a:gd name="connsiteY83-168" fmla="*/ 7817 h 10000"/>
              <a:gd name="connsiteX84-169" fmla="*/ 8435 w 10000"/>
              <a:gd name="connsiteY84-170" fmla="*/ 7692 h 10000"/>
              <a:gd name="connsiteX85-171" fmla="*/ 8699 w 10000"/>
              <a:gd name="connsiteY85-172" fmla="*/ 7692 h 10000"/>
              <a:gd name="connsiteX86-173" fmla="*/ 8962 w 10000"/>
              <a:gd name="connsiteY86-174" fmla="*/ 7692 h 10000"/>
              <a:gd name="connsiteX87-175" fmla="*/ 9127 w 10000"/>
              <a:gd name="connsiteY87-176" fmla="*/ 7692 h 10000"/>
              <a:gd name="connsiteX88-177" fmla="*/ 9226 w 10000"/>
              <a:gd name="connsiteY88-178" fmla="*/ 7588 h 10000"/>
              <a:gd name="connsiteX89-179" fmla="*/ 9390 w 10000"/>
              <a:gd name="connsiteY89-180" fmla="*/ 7692 h 10000"/>
              <a:gd name="connsiteX90-181" fmla="*/ 9473 w 10000"/>
              <a:gd name="connsiteY90-182" fmla="*/ 7692 h 10000"/>
              <a:gd name="connsiteX91-183" fmla="*/ 9654 w 10000"/>
              <a:gd name="connsiteY91-184" fmla="*/ 7817 h 10000"/>
              <a:gd name="connsiteX92-185" fmla="*/ 9736 w 10000"/>
              <a:gd name="connsiteY92-186" fmla="*/ 7817 h 10000"/>
              <a:gd name="connsiteX93-187" fmla="*/ 9918 w 10000"/>
              <a:gd name="connsiteY93-188" fmla="*/ 8025 h 10000"/>
              <a:gd name="connsiteX94-189" fmla="*/ 10000 w 10000"/>
              <a:gd name="connsiteY94-190" fmla="*/ 8150 h 10000"/>
              <a:gd name="connsiteX95-191" fmla="*/ 10000 w 10000"/>
              <a:gd name="connsiteY95-192" fmla="*/ 8254 h 10000"/>
              <a:gd name="connsiteX96-193" fmla="*/ 10000 w 10000"/>
              <a:gd name="connsiteY96-194" fmla="*/ 8358 h 10000"/>
              <a:gd name="connsiteX97-195" fmla="*/ 10000 w 10000"/>
              <a:gd name="connsiteY97-196" fmla="*/ 8358 h 10000"/>
              <a:gd name="connsiteX98-197" fmla="*/ 10000 w 10000"/>
              <a:gd name="connsiteY98-198" fmla="*/ 8462 h 10000"/>
              <a:gd name="connsiteX99-199" fmla="*/ 9918 w 10000"/>
              <a:gd name="connsiteY99-200" fmla="*/ 8462 h 10000"/>
              <a:gd name="connsiteX100-201" fmla="*/ 9819 w 10000"/>
              <a:gd name="connsiteY100-202" fmla="*/ 8462 h 10000"/>
              <a:gd name="connsiteX101-203" fmla="*/ 9736 w 10000"/>
              <a:gd name="connsiteY101-204" fmla="*/ 8586 h 10000"/>
              <a:gd name="connsiteX102-205" fmla="*/ 9572 w 10000"/>
              <a:gd name="connsiteY102-206" fmla="*/ 8586 h 10000"/>
              <a:gd name="connsiteX103-207" fmla="*/ 9390 w 10000"/>
              <a:gd name="connsiteY103-208" fmla="*/ 8586 h 10000"/>
              <a:gd name="connsiteX104-209" fmla="*/ 9127 w 10000"/>
              <a:gd name="connsiteY104-210" fmla="*/ 8586 h 10000"/>
              <a:gd name="connsiteX105-211" fmla="*/ 8863 w 10000"/>
              <a:gd name="connsiteY105-212" fmla="*/ 8586 h 10000"/>
              <a:gd name="connsiteX106-213" fmla="*/ 8616 w 10000"/>
              <a:gd name="connsiteY106-214" fmla="*/ 8586 h 10000"/>
              <a:gd name="connsiteX107-215" fmla="*/ 8353 w 10000"/>
              <a:gd name="connsiteY107-216" fmla="*/ 8586 h 10000"/>
              <a:gd name="connsiteX108-217" fmla="*/ 8007 w 10000"/>
              <a:gd name="connsiteY108-218" fmla="*/ 8586 h 10000"/>
              <a:gd name="connsiteX109-219" fmla="*/ 7661 w 10000"/>
              <a:gd name="connsiteY109-220" fmla="*/ 8586 h 10000"/>
              <a:gd name="connsiteX110-221" fmla="*/ 7298 w 10000"/>
              <a:gd name="connsiteY110-222" fmla="*/ 8690 h 10000"/>
              <a:gd name="connsiteX111-223" fmla="*/ 6870 w 10000"/>
              <a:gd name="connsiteY111-224" fmla="*/ 8690 h 10000"/>
              <a:gd name="connsiteX112-225" fmla="*/ 6442 w 10000"/>
              <a:gd name="connsiteY112-226" fmla="*/ 8690 h 10000"/>
              <a:gd name="connsiteX113-227" fmla="*/ 5651 w 10000"/>
              <a:gd name="connsiteY113-228" fmla="*/ 8794 h 10000"/>
              <a:gd name="connsiteX114-229" fmla="*/ 4876 w 10000"/>
              <a:gd name="connsiteY114-230" fmla="*/ 8919 h 10000"/>
              <a:gd name="connsiteX115-231" fmla="*/ 4185 w 10000"/>
              <a:gd name="connsiteY115-232" fmla="*/ 9023 h 10000"/>
              <a:gd name="connsiteX116-233" fmla="*/ 3476 w 10000"/>
              <a:gd name="connsiteY116-234" fmla="*/ 9127 h 10000"/>
              <a:gd name="connsiteX117-235" fmla="*/ 3130 w 10000"/>
              <a:gd name="connsiteY117-236" fmla="*/ 9127 h 10000"/>
              <a:gd name="connsiteX118-237" fmla="*/ 2883 w 10000"/>
              <a:gd name="connsiteY118-238" fmla="*/ 9231 h 10000"/>
              <a:gd name="connsiteX119-239" fmla="*/ 2521 w 10000"/>
              <a:gd name="connsiteY119-240" fmla="*/ 9356 h 10000"/>
              <a:gd name="connsiteX120-241" fmla="*/ 2273 w 10000"/>
              <a:gd name="connsiteY120-242" fmla="*/ 9356 h 10000"/>
              <a:gd name="connsiteX121-243" fmla="*/ 2092 w 10000"/>
              <a:gd name="connsiteY121-244" fmla="*/ 9459 h 10000"/>
              <a:gd name="connsiteX122-245" fmla="*/ 1829 w 10000"/>
              <a:gd name="connsiteY122-246" fmla="*/ 9459 h 10000"/>
              <a:gd name="connsiteX123-247" fmla="*/ 1664 w 10000"/>
              <a:gd name="connsiteY123-248" fmla="*/ 9563 h 10000"/>
              <a:gd name="connsiteX124-249" fmla="*/ 1400 w 10000"/>
              <a:gd name="connsiteY124-250" fmla="*/ 9688 h 10000"/>
              <a:gd name="connsiteX125-251" fmla="*/ 1219 w 10000"/>
              <a:gd name="connsiteY125-252" fmla="*/ 9688 h 10000"/>
              <a:gd name="connsiteX126-253" fmla="*/ 1137 w 10000"/>
              <a:gd name="connsiteY126-254" fmla="*/ 9792 h 10000"/>
              <a:gd name="connsiteX127-255" fmla="*/ 956 w 10000"/>
              <a:gd name="connsiteY127-256" fmla="*/ 9792 h 10000"/>
              <a:gd name="connsiteX128-257" fmla="*/ 873 w 10000"/>
              <a:gd name="connsiteY128-258" fmla="*/ 9896 h 10000"/>
              <a:gd name="connsiteX129-259" fmla="*/ 791 w 10000"/>
              <a:gd name="connsiteY129-260" fmla="*/ 9896 h 10000"/>
              <a:gd name="connsiteX130-261" fmla="*/ 708 w 10000"/>
              <a:gd name="connsiteY130-262" fmla="*/ 9896 h 10000"/>
              <a:gd name="connsiteX131-263" fmla="*/ 527 w 10000"/>
              <a:gd name="connsiteY131-264" fmla="*/ 10000 h 10000"/>
              <a:gd name="connsiteX132-265" fmla="*/ 445 w 10000"/>
              <a:gd name="connsiteY132-266" fmla="*/ 9896 h 10000"/>
              <a:gd name="connsiteX133-267" fmla="*/ 362 w 10000"/>
              <a:gd name="connsiteY133-268" fmla="*/ 9896 h 10000"/>
              <a:gd name="connsiteX134-269" fmla="*/ 264 w 10000"/>
              <a:gd name="connsiteY134-270" fmla="*/ 9792 h 10000"/>
              <a:gd name="connsiteX135-271" fmla="*/ 181 w 10000"/>
              <a:gd name="connsiteY135-272" fmla="*/ 9563 h 10000"/>
              <a:gd name="connsiteX136-273" fmla="*/ 99 w 10000"/>
              <a:gd name="connsiteY136-274" fmla="*/ 9356 h 10000"/>
              <a:gd name="connsiteX137-275" fmla="*/ 0 w 10000"/>
              <a:gd name="connsiteY137-276" fmla="*/ 9231 h 10000"/>
              <a:gd name="connsiteX138-277" fmla="*/ 0 w 10000"/>
              <a:gd name="connsiteY138-278" fmla="*/ 9127 h 10000"/>
              <a:gd name="connsiteX139-279" fmla="*/ 0 w 10000"/>
              <a:gd name="connsiteY139-280" fmla="*/ 9023 h 10000"/>
              <a:gd name="connsiteX140-281" fmla="*/ 0 w 10000"/>
              <a:gd name="connsiteY140-282" fmla="*/ 9023 h 10000"/>
              <a:gd name="connsiteX141-283" fmla="*/ 99 w 10000"/>
              <a:gd name="connsiteY141-284" fmla="*/ 8919 h 10000"/>
              <a:gd name="connsiteX142-285" fmla="*/ 181 w 10000"/>
              <a:gd name="connsiteY142-286" fmla="*/ 8794 h 10000"/>
              <a:gd name="connsiteX143-287" fmla="*/ 362 w 10000"/>
              <a:gd name="connsiteY143-288" fmla="*/ 8690 h 10000"/>
              <a:gd name="connsiteX144-289" fmla="*/ 527 w 10000"/>
              <a:gd name="connsiteY144-290" fmla="*/ 8586 h 10000"/>
              <a:gd name="connsiteX145-291" fmla="*/ 610 w 10000"/>
              <a:gd name="connsiteY145-292" fmla="*/ 8462 h 10000"/>
              <a:gd name="connsiteX146-293" fmla="*/ 708 w 10000"/>
              <a:gd name="connsiteY146-294" fmla="*/ 8358 h 10000"/>
              <a:gd name="connsiteX147-295" fmla="*/ 873 w 10000"/>
              <a:gd name="connsiteY147-296" fmla="*/ 8254 h 10000"/>
              <a:gd name="connsiteX148-297" fmla="*/ 1054 w 10000"/>
              <a:gd name="connsiteY148-298" fmla="*/ 8025 h 10000"/>
              <a:gd name="connsiteX149-299" fmla="*/ 1137 w 10000"/>
              <a:gd name="connsiteY149-300" fmla="*/ 7921 h 10000"/>
              <a:gd name="connsiteX150-301" fmla="*/ 1318 w 10000"/>
              <a:gd name="connsiteY150-302" fmla="*/ 7692 h 10000"/>
              <a:gd name="connsiteX151-303" fmla="*/ 1483 w 10000"/>
              <a:gd name="connsiteY151-304" fmla="*/ 7484 h 10000"/>
              <a:gd name="connsiteX152-305" fmla="*/ 1483 w 10000"/>
              <a:gd name="connsiteY152-306" fmla="*/ 7484 h 10000"/>
              <a:gd name="connsiteX0-307" fmla="*/ 1483 w 10000"/>
              <a:gd name="connsiteY0-308" fmla="*/ 7484 h 10000"/>
              <a:gd name="connsiteX1-309" fmla="*/ 1664 w 10000"/>
              <a:gd name="connsiteY1-310" fmla="*/ 7152 h 10000"/>
              <a:gd name="connsiteX2-311" fmla="*/ 1911 w 10000"/>
              <a:gd name="connsiteY2-312" fmla="*/ 6819 h 10000"/>
              <a:gd name="connsiteX3-313" fmla="*/ 2092 w 10000"/>
              <a:gd name="connsiteY3-314" fmla="*/ 6486 h 10000"/>
              <a:gd name="connsiteX4-315" fmla="*/ 2356 w 10000"/>
              <a:gd name="connsiteY4-316" fmla="*/ 6050 h 10000"/>
              <a:gd name="connsiteX5-317" fmla="*/ 2619 w 10000"/>
              <a:gd name="connsiteY5-318" fmla="*/ 5509 h 10000"/>
              <a:gd name="connsiteX6-319" fmla="*/ 2883 w 10000"/>
              <a:gd name="connsiteY6-320" fmla="*/ 4948 h 10000"/>
              <a:gd name="connsiteX7-321" fmla="*/ 3130 w 10000"/>
              <a:gd name="connsiteY7-322" fmla="*/ 4304 h 10000"/>
              <a:gd name="connsiteX8-323" fmla="*/ 3476 w 10000"/>
              <a:gd name="connsiteY8-324" fmla="*/ 3638 h 10000"/>
              <a:gd name="connsiteX9-325" fmla="*/ 3740 w 10000"/>
              <a:gd name="connsiteY9-326" fmla="*/ 2973 h 10000"/>
              <a:gd name="connsiteX10-327" fmla="*/ 4003 w 10000"/>
              <a:gd name="connsiteY10-328" fmla="*/ 2432 h 10000"/>
              <a:gd name="connsiteX11-329" fmla="*/ 4185 w 10000"/>
              <a:gd name="connsiteY11-330" fmla="*/ 1871 h 10000"/>
              <a:gd name="connsiteX12-331" fmla="*/ 4349 w 10000"/>
              <a:gd name="connsiteY12-332" fmla="*/ 1435 h 10000"/>
              <a:gd name="connsiteX13-333" fmla="*/ 4432 w 10000"/>
              <a:gd name="connsiteY13-334" fmla="*/ 1102 h 10000"/>
              <a:gd name="connsiteX14-335" fmla="*/ 4530 w 10000"/>
              <a:gd name="connsiteY14-336" fmla="*/ 769 h 10000"/>
              <a:gd name="connsiteX15-337" fmla="*/ 4530 w 10000"/>
              <a:gd name="connsiteY15-338" fmla="*/ 665 h 10000"/>
              <a:gd name="connsiteX16-339" fmla="*/ 4530 w 10000"/>
              <a:gd name="connsiteY16-340" fmla="*/ 437 h 10000"/>
              <a:gd name="connsiteX17-341" fmla="*/ 4432 w 10000"/>
              <a:gd name="connsiteY17-342" fmla="*/ 437 h 10000"/>
              <a:gd name="connsiteX18-343" fmla="*/ 4432 w 10000"/>
              <a:gd name="connsiteY18-344" fmla="*/ 333 h 10000"/>
              <a:gd name="connsiteX19-345" fmla="*/ 4349 w 10000"/>
              <a:gd name="connsiteY19-346" fmla="*/ 229 h 10000"/>
              <a:gd name="connsiteX20-347" fmla="*/ 4349 w 10000"/>
              <a:gd name="connsiteY20-348" fmla="*/ 229 h 10000"/>
              <a:gd name="connsiteX21-349" fmla="*/ 4349 w 10000"/>
              <a:gd name="connsiteY21-350" fmla="*/ 125 h 10000"/>
              <a:gd name="connsiteX22-351" fmla="*/ 4349 w 10000"/>
              <a:gd name="connsiteY22-352" fmla="*/ 0 h 10000"/>
              <a:gd name="connsiteX23-353" fmla="*/ 5041 w 10000"/>
              <a:gd name="connsiteY23-354" fmla="*/ 0 h 10000"/>
              <a:gd name="connsiteX24-355" fmla="*/ 5222 w 10000"/>
              <a:gd name="connsiteY24-356" fmla="*/ 125 h 10000"/>
              <a:gd name="connsiteX25-357" fmla="*/ 5486 w 10000"/>
              <a:gd name="connsiteY25-358" fmla="*/ 229 h 10000"/>
              <a:gd name="connsiteX26-359" fmla="*/ 5651 w 10000"/>
              <a:gd name="connsiteY26-360" fmla="*/ 333 h 10000"/>
              <a:gd name="connsiteX27-361" fmla="*/ 5832 w 10000"/>
              <a:gd name="connsiteY27-362" fmla="*/ 437 h 10000"/>
              <a:gd name="connsiteX28-363" fmla="*/ 5997 w 10000"/>
              <a:gd name="connsiteY28-364" fmla="*/ 665 h 10000"/>
              <a:gd name="connsiteX29-365" fmla="*/ 6096 w 10000"/>
              <a:gd name="connsiteY29-366" fmla="*/ 769 h 10000"/>
              <a:gd name="connsiteX30-367" fmla="*/ 6096 w 10000"/>
              <a:gd name="connsiteY30-368" fmla="*/ 894 h 10000"/>
              <a:gd name="connsiteX31-369" fmla="*/ 6096 w 10000"/>
              <a:gd name="connsiteY31-370" fmla="*/ 998 h 10000"/>
              <a:gd name="connsiteX32-371" fmla="*/ 6096 w 10000"/>
              <a:gd name="connsiteY32-372" fmla="*/ 1206 h 10000"/>
              <a:gd name="connsiteX33-373" fmla="*/ 5997 w 10000"/>
              <a:gd name="connsiteY33-374" fmla="*/ 1331 h 10000"/>
              <a:gd name="connsiteX34-375" fmla="*/ 5914 w 10000"/>
              <a:gd name="connsiteY34-376" fmla="*/ 1538 h 10000"/>
              <a:gd name="connsiteX35-377" fmla="*/ 5750 w 10000"/>
              <a:gd name="connsiteY35-378" fmla="*/ 1767 h 10000"/>
              <a:gd name="connsiteX36-379" fmla="*/ 5568 w 10000"/>
              <a:gd name="connsiteY36-380" fmla="*/ 1975 h 10000"/>
              <a:gd name="connsiteX37-381" fmla="*/ 5486 w 10000"/>
              <a:gd name="connsiteY37-382" fmla="*/ 2204 h 10000"/>
              <a:gd name="connsiteX38-383" fmla="*/ 5305 w 10000"/>
              <a:gd name="connsiteY38-384" fmla="*/ 2432 h 10000"/>
              <a:gd name="connsiteX39-385" fmla="*/ 5140 w 10000"/>
              <a:gd name="connsiteY39-386" fmla="*/ 2744 h 10000"/>
              <a:gd name="connsiteX40-387" fmla="*/ 4959 w 10000"/>
              <a:gd name="connsiteY40-388" fmla="*/ 3077 h 10000"/>
              <a:gd name="connsiteX41-389" fmla="*/ 4695 w 10000"/>
              <a:gd name="connsiteY41-390" fmla="*/ 3514 h 10000"/>
              <a:gd name="connsiteX42-391" fmla="*/ 4530 w 10000"/>
              <a:gd name="connsiteY42-392" fmla="*/ 3971 h 10000"/>
              <a:gd name="connsiteX43-393" fmla="*/ 4267 w 10000"/>
              <a:gd name="connsiteY43-394" fmla="*/ 4407 h 10000"/>
              <a:gd name="connsiteX44-395" fmla="*/ 3921 w 10000"/>
              <a:gd name="connsiteY44-396" fmla="*/ 4948 h 10000"/>
              <a:gd name="connsiteX45-397" fmla="*/ 3657 w 10000"/>
              <a:gd name="connsiteY45-398" fmla="*/ 5385 h 10000"/>
              <a:gd name="connsiteX46-399" fmla="*/ 3476 w 10000"/>
              <a:gd name="connsiteY46-400" fmla="*/ 5842 h 10000"/>
              <a:gd name="connsiteX47-401" fmla="*/ 3229 w 10000"/>
              <a:gd name="connsiteY47-402" fmla="*/ 6279 h 10000"/>
              <a:gd name="connsiteX48-403" fmla="*/ 2965 w 10000"/>
              <a:gd name="connsiteY48-404" fmla="*/ 6611 h 10000"/>
              <a:gd name="connsiteX49-405" fmla="*/ 2784 w 10000"/>
              <a:gd name="connsiteY49-406" fmla="*/ 6923 h 10000"/>
              <a:gd name="connsiteX50-407" fmla="*/ 2619 w 10000"/>
              <a:gd name="connsiteY50-408" fmla="*/ 7256 h 10000"/>
              <a:gd name="connsiteX51-409" fmla="*/ 2438 w 10000"/>
              <a:gd name="connsiteY51-410" fmla="*/ 7484 h 10000"/>
              <a:gd name="connsiteX52-411" fmla="*/ 2273 w 10000"/>
              <a:gd name="connsiteY52-412" fmla="*/ 7692 h 10000"/>
              <a:gd name="connsiteX53-413" fmla="*/ 2092 w 10000"/>
              <a:gd name="connsiteY53-414" fmla="*/ 7921 h 10000"/>
              <a:gd name="connsiteX54-415" fmla="*/ 2010 w 10000"/>
              <a:gd name="connsiteY54-416" fmla="*/ 8150 h 10000"/>
              <a:gd name="connsiteX55-417" fmla="*/ 1911 w 10000"/>
              <a:gd name="connsiteY55-418" fmla="*/ 8254 h 10000"/>
              <a:gd name="connsiteX56-419" fmla="*/ 1829 w 10000"/>
              <a:gd name="connsiteY56-420" fmla="*/ 8358 h 10000"/>
              <a:gd name="connsiteX57-421" fmla="*/ 1746 w 10000"/>
              <a:gd name="connsiteY57-422" fmla="*/ 8462 h 10000"/>
              <a:gd name="connsiteX58-423" fmla="*/ 1746 w 10000"/>
              <a:gd name="connsiteY58-424" fmla="*/ 8586 h 10000"/>
              <a:gd name="connsiteX59-425" fmla="*/ 1746 w 10000"/>
              <a:gd name="connsiteY59-426" fmla="*/ 8586 h 10000"/>
              <a:gd name="connsiteX60-427" fmla="*/ 1829 w 10000"/>
              <a:gd name="connsiteY60-428" fmla="*/ 8586 h 10000"/>
              <a:gd name="connsiteX61-429" fmla="*/ 1911 w 10000"/>
              <a:gd name="connsiteY61-430" fmla="*/ 8690 h 10000"/>
              <a:gd name="connsiteX62-431" fmla="*/ 2010 w 10000"/>
              <a:gd name="connsiteY62-432" fmla="*/ 8690 h 10000"/>
              <a:gd name="connsiteX63-433" fmla="*/ 2175 w 10000"/>
              <a:gd name="connsiteY63-434" fmla="*/ 8690 h 10000"/>
              <a:gd name="connsiteX64-435" fmla="*/ 2273 w 10000"/>
              <a:gd name="connsiteY64-436" fmla="*/ 8586 h 10000"/>
              <a:gd name="connsiteX65-437" fmla="*/ 2356 w 10000"/>
              <a:gd name="connsiteY65-438" fmla="*/ 8586 h 10000"/>
              <a:gd name="connsiteX66-439" fmla="*/ 2521 w 10000"/>
              <a:gd name="connsiteY66-440" fmla="*/ 8586 h 10000"/>
              <a:gd name="connsiteX67-441" fmla="*/ 2702 w 10000"/>
              <a:gd name="connsiteY67-442" fmla="*/ 8586 h 10000"/>
              <a:gd name="connsiteX68-443" fmla="*/ 2883 w 10000"/>
              <a:gd name="connsiteY68-444" fmla="*/ 8462 h 10000"/>
              <a:gd name="connsiteX69-445" fmla="*/ 3048 w 10000"/>
              <a:gd name="connsiteY69-446" fmla="*/ 8462 h 10000"/>
              <a:gd name="connsiteX70-447" fmla="*/ 3311 w 10000"/>
              <a:gd name="connsiteY70-448" fmla="*/ 8462 h 10000"/>
              <a:gd name="connsiteX71-449" fmla="*/ 3575 w 10000"/>
              <a:gd name="connsiteY71-450" fmla="*/ 8462 h 10000"/>
              <a:gd name="connsiteX72-451" fmla="*/ 3921 w 10000"/>
              <a:gd name="connsiteY72-452" fmla="*/ 8358 h 10000"/>
              <a:gd name="connsiteX73-453" fmla="*/ 4267 w 10000"/>
              <a:gd name="connsiteY73-454" fmla="*/ 8358 h 10000"/>
              <a:gd name="connsiteX74-455" fmla="*/ 4613 w 10000"/>
              <a:gd name="connsiteY74-456" fmla="*/ 8358 h 10000"/>
              <a:gd name="connsiteX75-457" fmla="*/ 4959 w 10000"/>
              <a:gd name="connsiteY75-458" fmla="*/ 8254 h 10000"/>
              <a:gd name="connsiteX76-459" fmla="*/ 5387 w 10000"/>
              <a:gd name="connsiteY76-460" fmla="*/ 8150 h 10000"/>
              <a:gd name="connsiteX77-461" fmla="*/ 5832 w 10000"/>
              <a:gd name="connsiteY77-462" fmla="*/ 8150 h 10000"/>
              <a:gd name="connsiteX78-463" fmla="*/ 6343 w 10000"/>
              <a:gd name="connsiteY78-464" fmla="*/ 8025 h 10000"/>
              <a:gd name="connsiteX79-465" fmla="*/ 6787 w 10000"/>
              <a:gd name="connsiteY79-466" fmla="*/ 8025 h 10000"/>
              <a:gd name="connsiteX80-467" fmla="*/ 7298 w 10000"/>
              <a:gd name="connsiteY80-468" fmla="*/ 7921 h 10000"/>
              <a:gd name="connsiteX81-469" fmla="*/ 7743 w 10000"/>
              <a:gd name="connsiteY81-470" fmla="*/ 7817 h 10000"/>
              <a:gd name="connsiteX82-471" fmla="*/ 8171 w 10000"/>
              <a:gd name="connsiteY82-472" fmla="*/ 7817 h 10000"/>
              <a:gd name="connsiteX83-473" fmla="*/ 8435 w 10000"/>
              <a:gd name="connsiteY83-474" fmla="*/ 7692 h 10000"/>
              <a:gd name="connsiteX84-475" fmla="*/ 8699 w 10000"/>
              <a:gd name="connsiteY84-476" fmla="*/ 7692 h 10000"/>
              <a:gd name="connsiteX85-477" fmla="*/ 8962 w 10000"/>
              <a:gd name="connsiteY85-478" fmla="*/ 7692 h 10000"/>
              <a:gd name="connsiteX86-479" fmla="*/ 9127 w 10000"/>
              <a:gd name="connsiteY86-480" fmla="*/ 7692 h 10000"/>
              <a:gd name="connsiteX87-481" fmla="*/ 9226 w 10000"/>
              <a:gd name="connsiteY87-482" fmla="*/ 7588 h 10000"/>
              <a:gd name="connsiteX88-483" fmla="*/ 9390 w 10000"/>
              <a:gd name="connsiteY88-484" fmla="*/ 7692 h 10000"/>
              <a:gd name="connsiteX89-485" fmla="*/ 9473 w 10000"/>
              <a:gd name="connsiteY89-486" fmla="*/ 7692 h 10000"/>
              <a:gd name="connsiteX90-487" fmla="*/ 9654 w 10000"/>
              <a:gd name="connsiteY90-488" fmla="*/ 7817 h 10000"/>
              <a:gd name="connsiteX91-489" fmla="*/ 9736 w 10000"/>
              <a:gd name="connsiteY91-490" fmla="*/ 7817 h 10000"/>
              <a:gd name="connsiteX92-491" fmla="*/ 9918 w 10000"/>
              <a:gd name="connsiteY92-492" fmla="*/ 8025 h 10000"/>
              <a:gd name="connsiteX93-493" fmla="*/ 10000 w 10000"/>
              <a:gd name="connsiteY93-494" fmla="*/ 8150 h 10000"/>
              <a:gd name="connsiteX94-495" fmla="*/ 10000 w 10000"/>
              <a:gd name="connsiteY94-496" fmla="*/ 8254 h 10000"/>
              <a:gd name="connsiteX95-497" fmla="*/ 10000 w 10000"/>
              <a:gd name="connsiteY95-498" fmla="*/ 8358 h 10000"/>
              <a:gd name="connsiteX96-499" fmla="*/ 10000 w 10000"/>
              <a:gd name="connsiteY96-500" fmla="*/ 8358 h 10000"/>
              <a:gd name="connsiteX97-501" fmla="*/ 10000 w 10000"/>
              <a:gd name="connsiteY97-502" fmla="*/ 8462 h 10000"/>
              <a:gd name="connsiteX98-503" fmla="*/ 9918 w 10000"/>
              <a:gd name="connsiteY98-504" fmla="*/ 8462 h 10000"/>
              <a:gd name="connsiteX99-505" fmla="*/ 9819 w 10000"/>
              <a:gd name="connsiteY99-506" fmla="*/ 8462 h 10000"/>
              <a:gd name="connsiteX100-507" fmla="*/ 9736 w 10000"/>
              <a:gd name="connsiteY100-508" fmla="*/ 8586 h 10000"/>
              <a:gd name="connsiteX101-509" fmla="*/ 9572 w 10000"/>
              <a:gd name="connsiteY101-510" fmla="*/ 8586 h 10000"/>
              <a:gd name="connsiteX102-511" fmla="*/ 9390 w 10000"/>
              <a:gd name="connsiteY102-512" fmla="*/ 8586 h 10000"/>
              <a:gd name="connsiteX103-513" fmla="*/ 9127 w 10000"/>
              <a:gd name="connsiteY103-514" fmla="*/ 8586 h 10000"/>
              <a:gd name="connsiteX104-515" fmla="*/ 8863 w 10000"/>
              <a:gd name="connsiteY104-516" fmla="*/ 8586 h 10000"/>
              <a:gd name="connsiteX105-517" fmla="*/ 8616 w 10000"/>
              <a:gd name="connsiteY105-518" fmla="*/ 8586 h 10000"/>
              <a:gd name="connsiteX106-519" fmla="*/ 8353 w 10000"/>
              <a:gd name="connsiteY106-520" fmla="*/ 8586 h 10000"/>
              <a:gd name="connsiteX107-521" fmla="*/ 8007 w 10000"/>
              <a:gd name="connsiteY107-522" fmla="*/ 8586 h 10000"/>
              <a:gd name="connsiteX108-523" fmla="*/ 7661 w 10000"/>
              <a:gd name="connsiteY108-524" fmla="*/ 8586 h 10000"/>
              <a:gd name="connsiteX109-525" fmla="*/ 7298 w 10000"/>
              <a:gd name="connsiteY109-526" fmla="*/ 8690 h 10000"/>
              <a:gd name="connsiteX110-527" fmla="*/ 6870 w 10000"/>
              <a:gd name="connsiteY110-528" fmla="*/ 8690 h 10000"/>
              <a:gd name="connsiteX111-529" fmla="*/ 6442 w 10000"/>
              <a:gd name="connsiteY111-530" fmla="*/ 8690 h 10000"/>
              <a:gd name="connsiteX112-531" fmla="*/ 5651 w 10000"/>
              <a:gd name="connsiteY112-532" fmla="*/ 8794 h 10000"/>
              <a:gd name="connsiteX113-533" fmla="*/ 4876 w 10000"/>
              <a:gd name="connsiteY113-534" fmla="*/ 8919 h 10000"/>
              <a:gd name="connsiteX114-535" fmla="*/ 4185 w 10000"/>
              <a:gd name="connsiteY114-536" fmla="*/ 9023 h 10000"/>
              <a:gd name="connsiteX115-537" fmla="*/ 3476 w 10000"/>
              <a:gd name="connsiteY115-538" fmla="*/ 9127 h 10000"/>
              <a:gd name="connsiteX116-539" fmla="*/ 3130 w 10000"/>
              <a:gd name="connsiteY116-540" fmla="*/ 9127 h 10000"/>
              <a:gd name="connsiteX117-541" fmla="*/ 2883 w 10000"/>
              <a:gd name="connsiteY117-542" fmla="*/ 9231 h 10000"/>
              <a:gd name="connsiteX118-543" fmla="*/ 2521 w 10000"/>
              <a:gd name="connsiteY118-544" fmla="*/ 9356 h 10000"/>
              <a:gd name="connsiteX119-545" fmla="*/ 2273 w 10000"/>
              <a:gd name="connsiteY119-546" fmla="*/ 9356 h 10000"/>
              <a:gd name="connsiteX120-547" fmla="*/ 2092 w 10000"/>
              <a:gd name="connsiteY120-548" fmla="*/ 9459 h 10000"/>
              <a:gd name="connsiteX121-549" fmla="*/ 1829 w 10000"/>
              <a:gd name="connsiteY121-550" fmla="*/ 9459 h 10000"/>
              <a:gd name="connsiteX122-551" fmla="*/ 1664 w 10000"/>
              <a:gd name="connsiteY122-552" fmla="*/ 9563 h 10000"/>
              <a:gd name="connsiteX123-553" fmla="*/ 1400 w 10000"/>
              <a:gd name="connsiteY123-554" fmla="*/ 9688 h 10000"/>
              <a:gd name="connsiteX124-555" fmla="*/ 1219 w 10000"/>
              <a:gd name="connsiteY124-556" fmla="*/ 9688 h 10000"/>
              <a:gd name="connsiteX125-557" fmla="*/ 1137 w 10000"/>
              <a:gd name="connsiteY125-558" fmla="*/ 9792 h 10000"/>
              <a:gd name="connsiteX126-559" fmla="*/ 956 w 10000"/>
              <a:gd name="connsiteY126-560" fmla="*/ 9792 h 10000"/>
              <a:gd name="connsiteX127-561" fmla="*/ 873 w 10000"/>
              <a:gd name="connsiteY127-562" fmla="*/ 9896 h 10000"/>
              <a:gd name="connsiteX128-563" fmla="*/ 791 w 10000"/>
              <a:gd name="connsiteY128-564" fmla="*/ 9896 h 10000"/>
              <a:gd name="connsiteX129-565" fmla="*/ 708 w 10000"/>
              <a:gd name="connsiteY129-566" fmla="*/ 9896 h 10000"/>
              <a:gd name="connsiteX130-567" fmla="*/ 527 w 10000"/>
              <a:gd name="connsiteY130-568" fmla="*/ 10000 h 10000"/>
              <a:gd name="connsiteX131-569" fmla="*/ 445 w 10000"/>
              <a:gd name="connsiteY131-570" fmla="*/ 9896 h 10000"/>
              <a:gd name="connsiteX132-571" fmla="*/ 362 w 10000"/>
              <a:gd name="connsiteY132-572" fmla="*/ 9896 h 10000"/>
              <a:gd name="connsiteX133-573" fmla="*/ 264 w 10000"/>
              <a:gd name="connsiteY133-574" fmla="*/ 9792 h 10000"/>
              <a:gd name="connsiteX134-575" fmla="*/ 181 w 10000"/>
              <a:gd name="connsiteY134-576" fmla="*/ 9563 h 10000"/>
              <a:gd name="connsiteX135-577" fmla="*/ 99 w 10000"/>
              <a:gd name="connsiteY135-578" fmla="*/ 9356 h 10000"/>
              <a:gd name="connsiteX136-579" fmla="*/ 0 w 10000"/>
              <a:gd name="connsiteY136-580" fmla="*/ 9231 h 10000"/>
              <a:gd name="connsiteX137-581" fmla="*/ 0 w 10000"/>
              <a:gd name="connsiteY137-582" fmla="*/ 9127 h 10000"/>
              <a:gd name="connsiteX138-583" fmla="*/ 0 w 10000"/>
              <a:gd name="connsiteY138-584" fmla="*/ 9023 h 10000"/>
              <a:gd name="connsiteX139-585" fmla="*/ 0 w 10000"/>
              <a:gd name="connsiteY139-586" fmla="*/ 9023 h 10000"/>
              <a:gd name="connsiteX140-587" fmla="*/ 99 w 10000"/>
              <a:gd name="connsiteY140-588" fmla="*/ 8919 h 10000"/>
              <a:gd name="connsiteX141-589" fmla="*/ 181 w 10000"/>
              <a:gd name="connsiteY141-590" fmla="*/ 8794 h 10000"/>
              <a:gd name="connsiteX142-591" fmla="*/ 362 w 10000"/>
              <a:gd name="connsiteY142-592" fmla="*/ 8690 h 10000"/>
              <a:gd name="connsiteX143-593" fmla="*/ 527 w 10000"/>
              <a:gd name="connsiteY143-594" fmla="*/ 8586 h 10000"/>
              <a:gd name="connsiteX144-595" fmla="*/ 610 w 10000"/>
              <a:gd name="connsiteY144-596" fmla="*/ 8462 h 10000"/>
              <a:gd name="connsiteX145-597" fmla="*/ 708 w 10000"/>
              <a:gd name="connsiteY145-598" fmla="*/ 8358 h 10000"/>
              <a:gd name="connsiteX146-599" fmla="*/ 873 w 10000"/>
              <a:gd name="connsiteY146-600" fmla="*/ 8254 h 10000"/>
              <a:gd name="connsiteX147-601" fmla="*/ 1054 w 10000"/>
              <a:gd name="connsiteY147-602" fmla="*/ 8025 h 10000"/>
              <a:gd name="connsiteX148-603" fmla="*/ 1137 w 10000"/>
              <a:gd name="connsiteY148-604" fmla="*/ 7921 h 10000"/>
              <a:gd name="connsiteX149-605" fmla="*/ 1318 w 10000"/>
              <a:gd name="connsiteY149-606" fmla="*/ 7692 h 10000"/>
              <a:gd name="connsiteX150-607" fmla="*/ 1483 w 10000"/>
              <a:gd name="connsiteY150-608" fmla="*/ 7484 h 10000"/>
              <a:gd name="connsiteX151-609" fmla="*/ 1483 w 10000"/>
              <a:gd name="connsiteY151-610" fmla="*/ 7484 h 10000"/>
              <a:gd name="connsiteX0-611" fmla="*/ 1483 w 10000"/>
              <a:gd name="connsiteY0-612" fmla="*/ 7484 h 10000"/>
              <a:gd name="connsiteX1-613" fmla="*/ 1664 w 10000"/>
              <a:gd name="connsiteY1-614" fmla="*/ 7152 h 10000"/>
              <a:gd name="connsiteX2-615" fmla="*/ 1911 w 10000"/>
              <a:gd name="connsiteY2-616" fmla="*/ 6819 h 10000"/>
              <a:gd name="connsiteX3-617" fmla="*/ 2092 w 10000"/>
              <a:gd name="connsiteY3-618" fmla="*/ 6486 h 10000"/>
              <a:gd name="connsiteX4-619" fmla="*/ 2356 w 10000"/>
              <a:gd name="connsiteY4-620" fmla="*/ 6050 h 10000"/>
              <a:gd name="connsiteX5-621" fmla="*/ 2619 w 10000"/>
              <a:gd name="connsiteY5-622" fmla="*/ 5509 h 10000"/>
              <a:gd name="connsiteX6-623" fmla="*/ 2883 w 10000"/>
              <a:gd name="connsiteY6-624" fmla="*/ 4948 h 10000"/>
              <a:gd name="connsiteX7-625" fmla="*/ 3130 w 10000"/>
              <a:gd name="connsiteY7-626" fmla="*/ 4304 h 10000"/>
              <a:gd name="connsiteX8-627" fmla="*/ 3476 w 10000"/>
              <a:gd name="connsiteY8-628" fmla="*/ 3638 h 10000"/>
              <a:gd name="connsiteX9-629" fmla="*/ 3740 w 10000"/>
              <a:gd name="connsiteY9-630" fmla="*/ 2973 h 10000"/>
              <a:gd name="connsiteX10-631" fmla="*/ 4003 w 10000"/>
              <a:gd name="connsiteY10-632" fmla="*/ 2432 h 10000"/>
              <a:gd name="connsiteX11-633" fmla="*/ 4185 w 10000"/>
              <a:gd name="connsiteY11-634" fmla="*/ 1871 h 10000"/>
              <a:gd name="connsiteX12-635" fmla="*/ 4349 w 10000"/>
              <a:gd name="connsiteY12-636" fmla="*/ 1435 h 10000"/>
              <a:gd name="connsiteX13-637" fmla="*/ 4432 w 10000"/>
              <a:gd name="connsiteY13-638" fmla="*/ 1102 h 10000"/>
              <a:gd name="connsiteX14-639" fmla="*/ 4530 w 10000"/>
              <a:gd name="connsiteY14-640" fmla="*/ 769 h 10000"/>
              <a:gd name="connsiteX15-641" fmla="*/ 4530 w 10000"/>
              <a:gd name="connsiteY15-642" fmla="*/ 437 h 10000"/>
              <a:gd name="connsiteX16-643" fmla="*/ 4432 w 10000"/>
              <a:gd name="connsiteY16-644" fmla="*/ 437 h 10000"/>
              <a:gd name="connsiteX17-645" fmla="*/ 4432 w 10000"/>
              <a:gd name="connsiteY17-646" fmla="*/ 333 h 10000"/>
              <a:gd name="connsiteX18-647" fmla="*/ 4349 w 10000"/>
              <a:gd name="connsiteY18-648" fmla="*/ 229 h 10000"/>
              <a:gd name="connsiteX19-649" fmla="*/ 4349 w 10000"/>
              <a:gd name="connsiteY19-650" fmla="*/ 229 h 10000"/>
              <a:gd name="connsiteX20-651" fmla="*/ 4349 w 10000"/>
              <a:gd name="connsiteY20-652" fmla="*/ 125 h 10000"/>
              <a:gd name="connsiteX21-653" fmla="*/ 4349 w 10000"/>
              <a:gd name="connsiteY21-654" fmla="*/ 0 h 10000"/>
              <a:gd name="connsiteX22-655" fmla="*/ 5041 w 10000"/>
              <a:gd name="connsiteY22-656" fmla="*/ 0 h 10000"/>
              <a:gd name="connsiteX23-657" fmla="*/ 5222 w 10000"/>
              <a:gd name="connsiteY23-658" fmla="*/ 125 h 10000"/>
              <a:gd name="connsiteX24-659" fmla="*/ 5486 w 10000"/>
              <a:gd name="connsiteY24-660" fmla="*/ 229 h 10000"/>
              <a:gd name="connsiteX25-661" fmla="*/ 5651 w 10000"/>
              <a:gd name="connsiteY25-662" fmla="*/ 333 h 10000"/>
              <a:gd name="connsiteX26-663" fmla="*/ 5832 w 10000"/>
              <a:gd name="connsiteY26-664" fmla="*/ 437 h 10000"/>
              <a:gd name="connsiteX27-665" fmla="*/ 5997 w 10000"/>
              <a:gd name="connsiteY27-666" fmla="*/ 665 h 10000"/>
              <a:gd name="connsiteX28-667" fmla="*/ 6096 w 10000"/>
              <a:gd name="connsiteY28-668" fmla="*/ 769 h 10000"/>
              <a:gd name="connsiteX29-669" fmla="*/ 6096 w 10000"/>
              <a:gd name="connsiteY29-670" fmla="*/ 894 h 10000"/>
              <a:gd name="connsiteX30-671" fmla="*/ 6096 w 10000"/>
              <a:gd name="connsiteY30-672" fmla="*/ 998 h 10000"/>
              <a:gd name="connsiteX31-673" fmla="*/ 6096 w 10000"/>
              <a:gd name="connsiteY31-674" fmla="*/ 1206 h 10000"/>
              <a:gd name="connsiteX32-675" fmla="*/ 5997 w 10000"/>
              <a:gd name="connsiteY32-676" fmla="*/ 1331 h 10000"/>
              <a:gd name="connsiteX33-677" fmla="*/ 5914 w 10000"/>
              <a:gd name="connsiteY33-678" fmla="*/ 1538 h 10000"/>
              <a:gd name="connsiteX34-679" fmla="*/ 5750 w 10000"/>
              <a:gd name="connsiteY34-680" fmla="*/ 1767 h 10000"/>
              <a:gd name="connsiteX35-681" fmla="*/ 5568 w 10000"/>
              <a:gd name="connsiteY35-682" fmla="*/ 1975 h 10000"/>
              <a:gd name="connsiteX36-683" fmla="*/ 5486 w 10000"/>
              <a:gd name="connsiteY36-684" fmla="*/ 2204 h 10000"/>
              <a:gd name="connsiteX37-685" fmla="*/ 5305 w 10000"/>
              <a:gd name="connsiteY37-686" fmla="*/ 2432 h 10000"/>
              <a:gd name="connsiteX38-687" fmla="*/ 5140 w 10000"/>
              <a:gd name="connsiteY38-688" fmla="*/ 2744 h 10000"/>
              <a:gd name="connsiteX39-689" fmla="*/ 4959 w 10000"/>
              <a:gd name="connsiteY39-690" fmla="*/ 3077 h 10000"/>
              <a:gd name="connsiteX40-691" fmla="*/ 4695 w 10000"/>
              <a:gd name="connsiteY40-692" fmla="*/ 3514 h 10000"/>
              <a:gd name="connsiteX41-693" fmla="*/ 4530 w 10000"/>
              <a:gd name="connsiteY41-694" fmla="*/ 3971 h 10000"/>
              <a:gd name="connsiteX42-695" fmla="*/ 4267 w 10000"/>
              <a:gd name="connsiteY42-696" fmla="*/ 4407 h 10000"/>
              <a:gd name="connsiteX43-697" fmla="*/ 3921 w 10000"/>
              <a:gd name="connsiteY43-698" fmla="*/ 4948 h 10000"/>
              <a:gd name="connsiteX44-699" fmla="*/ 3657 w 10000"/>
              <a:gd name="connsiteY44-700" fmla="*/ 5385 h 10000"/>
              <a:gd name="connsiteX45-701" fmla="*/ 3476 w 10000"/>
              <a:gd name="connsiteY45-702" fmla="*/ 5842 h 10000"/>
              <a:gd name="connsiteX46-703" fmla="*/ 3229 w 10000"/>
              <a:gd name="connsiteY46-704" fmla="*/ 6279 h 10000"/>
              <a:gd name="connsiteX47-705" fmla="*/ 2965 w 10000"/>
              <a:gd name="connsiteY47-706" fmla="*/ 6611 h 10000"/>
              <a:gd name="connsiteX48-707" fmla="*/ 2784 w 10000"/>
              <a:gd name="connsiteY48-708" fmla="*/ 6923 h 10000"/>
              <a:gd name="connsiteX49-709" fmla="*/ 2619 w 10000"/>
              <a:gd name="connsiteY49-710" fmla="*/ 7256 h 10000"/>
              <a:gd name="connsiteX50-711" fmla="*/ 2438 w 10000"/>
              <a:gd name="connsiteY50-712" fmla="*/ 7484 h 10000"/>
              <a:gd name="connsiteX51-713" fmla="*/ 2273 w 10000"/>
              <a:gd name="connsiteY51-714" fmla="*/ 7692 h 10000"/>
              <a:gd name="connsiteX52-715" fmla="*/ 2092 w 10000"/>
              <a:gd name="connsiteY52-716" fmla="*/ 7921 h 10000"/>
              <a:gd name="connsiteX53-717" fmla="*/ 2010 w 10000"/>
              <a:gd name="connsiteY53-718" fmla="*/ 8150 h 10000"/>
              <a:gd name="connsiteX54-719" fmla="*/ 1911 w 10000"/>
              <a:gd name="connsiteY54-720" fmla="*/ 8254 h 10000"/>
              <a:gd name="connsiteX55-721" fmla="*/ 1829 w 10000"/>
              <a:gd name="connsiteY55-722" fmla="*/ 8358 h 10000"/>
              <a:gd name="connsiteX56-723" fmla="*/ 1746 w 10000"/>
              <a:gd name="connsiteY56-724" fmla="*/ 8462 h 10000"/>
              <a:gd name="connsiteX57-725" fmla="*/ 1746 w 10000"/>
              <a:gd name="connsiteY57-726" fmla="*/ 8586 h 10000"/>
              <a:gd name="connsiteX58-727" fmla="*/ 1746 w 10000"/>
              <a:gd name="connsiteY58-728" fmla="*/ 8586 h 10000"/>
              <a:gd name="connsiteX59-729" fmla="*/ 1829 w 10000"/>
              <a:gd name="connsiteY59-730" fmla="*/ 8586 h 10000"/>
              <a:gd name="connsiteX60-731" fmla="*/ 1911 w 10000"/>
              <a:gd name="connsiteY60-732" fmla="*/ 8690 h 10000"/>
              <a:gd name="connsiteX61-733" fmla="*/ 2010 w 10000"/>
              <a:gd name="connsiteY61-734" fmla="*/ 8690 h 10000"/>
              <a:gd name="connsiteX62-735" fmla="*/ 2175 w 10000"/>
              <a:gd name="connsiteY62-736" fmla="*/ 8690 h 10000"/>
              <a:gd name="connsiteX63-737" fmla="*/ 2273 w 10000"/>
              <a:gd name="connsiteY63-738" fmla="*/ 8586 h 10000"/>
              <a:gd name="connsiteX64-739" fmla="*/ 2356 w 10000"/>
              <a:gd name="connsiteY64-740" fmla="*/ 8586 h 10000"/>
              <a:gd name="connsiteX65-741" fmla="*/ 2521 w 10000"/>
              <a:gd name="connsiteY65-742" fmla="*/ 8586 h 10000"/>
              <a:gd name="connsiteX66-743" fmla="*/ 2702 w 10000"/>
              <a:gd name="connsiteY66-744" fmla="*/ 8586 h 10000"/>
              <a:gd name="connsiteX67-745" fmla="*/ 2883 w 10000"/>
              <a:gd name="connsiteY67-746" fmla="*/ 8462 h 10000"/>
              <a:gd name="connsiteX68-747" fmla="*/ 3048 w 10000"/>
              <a:gd name="connsiteY68-748" fmla="*/ 8462 h 10000"/>
              <a:gd name="connsiteX69-749" fmla="*/ 3311 w 10000"/>
              <a:gd name="connsiteY69-750" fmla="*/ 8462 h 10000"/>
              <a:gd name="connsiteX70-751" fmla="*/ 3575 w 10000"/>
              <a:gd name="connsiteY70-752" fmla="*/ 8462 h 10000"/>
              <a:gd name="connsiteX71-753" fmla="*/ 3921 w 10000"/>
              <a:gd name="connsiteY71-754" fmla="*/ 8358 h 10000"/>
              <a:gd name="connsiteX72-755" fmla="*/ 4267 w 10000"/>
              <a:gd name="connsiteY72-756" fmla="*/ 8358 h 10000"/>
              <a:gd name="connsiteX73-757" fmla="*/ 4613 w 10000"/>
              <a:gd name="connsiteY73-758" fmla="*/ 8358 h 10000"/>
              <a:gd name="connsiteX74-759" fmla="*/ 4959 w 10000"/>
              <a:gd name="connsiteY74-760" fmla="*/ 8254 h 10000"/>
              <a:gd name="connsiteX75-761" fmla="*/ 5387 w 10000"/>
              <a:gd name="connsiteY75-762" fmla="*/ 8150 h 10000"/>
              <a:gd name="connsiteX76-763" fmla="*/ 5832 w 10000"/>
              <a:gd name="connsiteY76-764" fmla="*/ 8150 h 10000"/>
              <a:gd name="connsiteX77-765" fmla="*/ 6343 w 10000"/>
              <a:gd name="connsiteY77-766" fmla="*/ 8025 h 10000"/>
              <a:gd name="connsiteX78-767" fmla="*/ 6787 w 10000"/>
              <a:gd name="connsiteY78-768" fmla="*/ 8025 h 10000"/>
              <a:gd name="connsiteX79-769" fmla="*/ 7298 w 10000"/>
              <a:gd name="connsiteY79-770" fmla="*/ 7921 h 10000"/>
              <a:gd name="connsiteX80-771" fmla="*/ 7743 w 10000"/>
              <a:gd name="connsiteY80-772" fmla="*/ 7817 h 10000"/>
              <a:gd name="connsiteX81-773" fmla="*/ 8171 w 10000"/>
              <a:gd name="connsiteY81-774" fmla="*/ 7817 h 10000"/>
              <a:gd name="connsiteX82-775" fmla="*/ 8435 w 10000"/>
              <a:gd name="connsiteY82-776" fmla="*/ 7692 h 10000"/>
              <a:gd name="connsiteX83-777" fmla="*/ 8699 w 10000"/>
              <a:gd name="connsiteY83-778" fmla="*/ 7692 h 10000"/>
              <a:gd name="connsiteX84-779" fmla="*/ 8962 w 10000"/>
              <a:gd name="connsiteY84-780" fmla="*/ 7692 h 10000"/>
              <a:gd name="connsiteX85-781" fmla="*/ 9127 w 10000"/>
              <a:gd name="connsiteY85-782" fmla="*/ 7692 h 10000"/>
              <a:gd name="connsiteX86-783" fmla="*/ 9226 w 10000"/>
              <a:gd name="connsiteY86-784" fmla="*/ 7588 h 10000"/>
              <a:gd name="connsiteX87-785" fmla="*/ 9390 w 10000"/>
              <a:gd name="connsiteY87-786" fmla="*/ 7692 h 10000"/>
              <a:gd name="connsiteX88-787" fmla="*/ 9473 w 10000"/>
              <a:gd name="connsiteY88-788" fmla="*/ 7692 h 10000"/>
              <a:gd name="connsiteX89-789" fmla="*/ 9654 w 10000"/>
              <a:gd name="connsiteY89-790" fmla="*/ 7817 h 10000"/>
              <a:gd name="connsiteX90-791" fmla="*/ 9736 w 10000"/>
              <a:gd name="connsiteY90-792" fmla="*/ 7817 h 10000"/>
              <a:gd name="connsiteX91-793" fmla="*/ 9918 w 10000"/>
              <a:gd name="connsiteY91-794" fmla="*/ 8025 h 10000"/>
              <a:gd name="connsiteX92-795" fmla="*/ 10000 w 10000"/>
              <a:gd name="connsiteY92-796" fmla="*/ 8150 h 10000"/>
              <a:gd name="connsiteX93-797" fmla="*/ 10000 w 10000"/>
              <a:gd name="connsiteY93-798" fmla="*/ 8254 h 10000"/>
              <a:gd name="connsiteX94-799" fmla="*/ 10000 w 10000"/>
              <a:gd name="connsiteY94-800" fmla="*/ 8358 h 10000"/>
              <a:gd name="connsiteX95-801" fmla="*/ 10000 w 10000"/>
              <a:gd name="connsiteY95-802" fmla="*/ 8358 h 10000"/>
              <a:gd name="connsiteX96-803" fmla="*/ 10000 w 10000"/>
              <a:gd name="connsiteY96-804" fmla="*/ 8462 h 10000"/>
              <a:gd name="connsiteX97-805" fmla="*/ 9918 w 10000"/>
              <a:gd name="connsiteY97-806" fmla="*/ 8462 h 10000"/>
              <a:gd name="connsiteX98-807" fmla="*/ 9819 w 10000"/>
              <a:gd name="connsiteY98-808" fmla="*/ 8462 h 10000"/>
              <a:gd name="connsiteX99-809" fmla="*/ 9736 w 10000"/>
              <a:gd name="connsiteY99-810" fmla="*/ 8586 h 10000"/>
              <a:gd name="connsiteX100-811" fmla="*/ 9572 w 10000"/>
              <a:gd name="connsiteY100-812" fmla="*/ 8586 h 10000"/>
              <a:gd name="connsiteX101-813" fmla="*/ 9390 w 10000"/>
              <a:gd name="connsiteY101-814" fmla="*/ 8586 h 10000"/>
              <a:gd name="connsiteX102-815" fmla="*/ 9127 w 10000"/>
              <a:gd name="connsiteY102-816" fmla="*/ 8586 h 10000"/>
              <a:gd name="connsiteX103-817" fmla="*/ 8863 w 10000"/>
              <a:gd name="connsiteY103-818" fmla="*/ 8586 h 10000"/>
              <a:gd name="connsiteX104-819" fmla="*/ 8616 w 10000"/>
              <a:gd name="connsiteY104-820" fmla="*/ 8586 h 10000"/>
              <a:gd name="connsiteX105-821" fmla="*/ 8353 w 10000"/>
              <a:gd name="connsiteY105-822" fmla="*/ 8586 h 10000"/>
              <a:gd name="connsiteX106-823" fmla="*/ 8007 w 10000"/>
              <a:gd name="connsiteY106-824" fmla="*/ 8586 h 10000"/>
              <a:gd name="connsiteX107-825" fmla="*/ 7661 w 10000"/>
              <a:gd name="connsiteY107-826" fmla="*/ 8586 h 10000"/>
              <a:gd name="connsiteX108-827" fmla="*/ 7298 w 10000"/>
              <a:gd name="connsiteY108-828" fmla="*/ 8690 h 10000"/>
              <a:gd name="connsiteX109-829" fmla="*/ 6870 w 10000"/>
              <a:gd name="connsiteY109-830" fmla="*/ 8690 h 10000"/>
              <a:gd name="connsiteX110-831" fmla="*/ 6442 w 10000"/>
              <a:gd name="connsiteY110-832" fmla="*/ 8690 h 10000"/>
              <a:gd name="connsiteX111-833" fmla="*/ 5651 w 10000"/>
              <a:gd name="connsiteY111-834" fmla="*/ 8794 h 10000"/>
              <a:gd name="connsiteX112-835" fmla="*/ 4876 w 10000"/>
              <a:gd name="connsiteY112-836" fmla="*/ 8919 h 10000"/>
              <a:gd name="connsiteX113-837" fmla="*/ 4185 w 10000"/>
              <a:gd name="connsiteY113-838" fmla="*/ 9023 h 10000"/>
              <a:gd name="connsiteX114-839" fmla="*/ 3476 w 10000"/>
              <a:gd name="connsiteY114-840" fmla="*/ 9127 h 10000"/>
              <a:gd name="connsiteX115-841" fmla="*/ 3130 w 10000"/>
              <a:gd name="connsiteY115-842" fmla="*/ 9127 h 10000"/>
              <a:gd name="connsiteX116-843" fmla="*/ 2883 w 10000"/>
              <a:gd name="connsiteY116-844" fmla="*/ 9231 h 10000"/>
              <a:gd name="connsiteX117-845" fmla="*/ 2521 w 10000"/>
              <a:gd name="connsiteY117-846" fmla="*/ 9356 h 10000"/>
              <a:gd name="connsiteX118-847" fmla="*/ 2273 w 10000"/>
              <a:gd name="connsiteY118-848" fmla="*/ 9356 h 10000"/>
              <a:gd name="connsiteX119-849" fmla="*/ 2092 w 10000"/>
              <a:gd name="connsiteY119-850" fmla="*/ 9459 h 10000"/>
              <a:gd name="connsiteX120-851" fmla="*/ 1829 w 10000"/>
              <a:gd name="connsiteY120-852" fmla="*/ 9459 h 10000"/>
              <a:gd name="connsiteX121-853" fmla="*/ 1664 w 10000"/>
              <a:gd name="connsiteY121-854" fmla="*/ 9563 h 10000"/>
              <a:gd name="connsiteX122-855" fmla="*/ 1400 w 10000"/>
              <a:gd name="connsiteY122-856" fmla="*/ 9688 h 10000"/>
              <a:gd name="connsiteX123-857" fmla="*/ 1219 w 10000"/>
              <a:gd name="connsiteY123-858" fmla="*/ 9688 h 10000"/>
              <a:gd name="connsiteX124-859" fmla="*/ 1137 w 10000"/>
              <a:gd name="connsiteY124-860" fmla="*/ 9792 h 10000"/>
              <a:gd name="connsiteX125-861" fmla="*/ 956 w 10000"/>
              <a:gd name="connsiteY125-862" fmla="*/ 9792 h 10000"/>
              <a:gd name="connsiteX126-863" fmla="*/ 873 w 10000"/>
              <a:gd name="connsiteY126-864" fmla="*/ 9896 h 10000"/>
              <a:gd name="connsiteX127-865" fmla="*/ 791 w 10000"/>
              <a:gd name="connsiteY127-866" fmla="*/ 9896 h 10000"/>
              <a:gd name="connsiteX128-867" fmla="*/ 708 w 10000"/>
              <a:gd name="connsiteY128-868" fmla="*/ 9896 h 10000"/>
              <a:gd name="connsiteX129-869" fmla="*/ 527 w 10000"/>
              <a:gd name="connsiteY129-870" fmla="*/ 10000 h 10000"/>
              <a:gd name="connsiteX130-871" fmla="*/ 445 w 10000"/>
              <a:gd name="connsiteY130-872" fmla="*/ 9896 h 10000"/>
              <a:gd name="connsiteX131-873" fmla="*/ 362 w 10000"/>
              <a:gd name="connsiteY131-874" fmla="*/ 9896 h 10000"/>
              <a:gd name="connsiteX132-875" fmla="*/ 264 w 10000"/>
              <a:gd name="connsiteY132-876" fmla="*/ 9792 h 10000"/>
              <a:gd name="connsiteX133-877" fmla="*/ 181 w 10000"/>
              <a:gd name="connsiteY133-878" fmla="*/ 9563 h 10000"/>
              <a:gd name="connsiteX134-879" fmla="*/ 99 w 10000"/>
              <a:gd name="connsiteY134-880" fmla="*/ 9356 h 10000"/>
              <a:gd name="connsiteX135-881" fmla="*/ 0 w 10000"/>
              <a:gd name="connsiteY135-882" fmla="*/ 9231 h 10000"/>
              <a:gd name="connsiteX136-883" fmla="*/ 0 w 10000"/>
              <a:gd name="connsiteY136-884" fmla="*/ 9127 h 10000"/>
              <a:gd name="connsiteX137-885" fmla="*/ 0 w 10000"/>
              <a:gd name="connsiteY137-886" fmla="*/ 9023 h 10000"/>
              <a:gd name="connsiteX138-887" fmla="*/ 0 w 10000"/>
              <a:gd name="connsiteY138-888" fmla="*/ 9023 h 10000"/>
              <a:gd name="connsiteX139-889" fmla="*/ 99 w 10000"/>
              <a:gd name="connsiteY139-890" fmla="*/ 8919 h 10000"/>
              <a:gd name="connsiteX140-891" fmla="*/ 181 w 10000"/>
              <a:gd name="connsiteY140-892" fmla="*/ 8794 h 10000"/>
              <a:gd name="connsiteX141-893" fmla="*/ 362 w 10000"/>
              <a:gd name="connsiteY141-894" fmla="*/ 8690 h 10000"/>
              <a:gd name="connsiteX142-895" fmla="*/ 527 w 10000"/>
              <a:gd name="connsiteY142-896" fmla="*/ 8586 h 10000"/>
              <a:gd name="connsiteX143-897" fmla="*/ 610 w 10000"/>
              <a:gd name="connsiteY143-898" fmla="*/ 8462 h 10000"/>
              <a:gd name="connsiteX144-899" fmla="*/ 708 w 10000"/>
              <a:gd name="connsiteY144-900" fmla="*/ 8358 h 10000"/>
              <a:gd name="connsiteX145-901" fmla="*/ 873 w 10000"/>
              <a:gd name="connsiteY145-902" fmla="*/ 8254 h 10000"/>
              <a:gd name="connsiteX146-903" fmla="*/ 1054 w 10000"/>
              <a:gd name="connsiteY146-904" fmla="*/ 8025 h 10000"/>
              <a:gd name="connsiteX147-905" fmla="*/ 1137 w 10000"/>
              <a:gd name="connsiteY147-906" fmla="*/ 7921 h 10000"/>
              <a:gd name="connsiteX148-907" fmla="*/ 1318 w 10000"/>
              <a:gd name="connsiteY148-908" fmla="*/ 7692 h 10000"/>
              <a:gd name="connsiteX149-909" fmla="*/ 1483 w 10000"/>
              <a:gd name="connsiteY149-910" fmla="*/ 7484 h 10000"/>
              <a:gd name="connsiteX150-911" fmla="*/ 1483 w 10000"/>
              <a:gd name="connsiteY150-912" fmla="*/ 7484 h 10000"/>
              <a:gd name="connsiteX0-913" fmla="*/ 1483 w 10000"/>
              <a:gd name="connsiteY0-914" fmla="*/ 7484 h 10000"/>
              <a:gd name="connsiteX1-915" fmla="*/ 1664 w 10000"/>
              <a:gd name="connsiteY1-916" fmla="*/ 7152 h 10000"/>
              <a:gd name="connsiteX2-917" fmla="*/ 1911 w 10000"/>
              <a:gd name="connsiteY2-918" fmla="*/ 6819 h 10000"/>
              <a:gd name="connsiteX3-919" fmla="*/ 2092 w 10000"/>
              <a:gd name="connsiteY3-920" fmla="*/ 6486 h 10000"/>
              <a:gd name="connsiteX4-921" fmla="*/ 2356 w 10000"/>
              <a:gd name="connsiteY4-922" fmla="*/ 6050 h 10000"/>
              <a:gd name="connsiteX5-923" fmla="*/ 2619 w 10000"/>
              <a:gd name="connsiteY5-924" fmla="*/ 5509 h 10000"/>
              <a:gd name="connsiteX6-925" fmla="*/ 2883 w 10000"/>
              <a:gd name="connsiteY6-926" fmla="*/ 4948 h 10000"/>
              <a:gd name="connsiteX7-927" fmla="*/ 3130 w 10000"/>
              <a:gd name="connsiteY7-928" fmla="*/ 4304 h 10000"/>
              <a:gd name="connsiteX8-929" fmla="*/ 3476 w 10000"/>
              <a:gd name="connsiteY8-930" fmla="*/ 3638 h 10000"/>
              <a:gd name="connsiteX9-931" fmla="*/ 3740 w 10000"/>
              <a:gd name="connsiteY9-932" fmla="*/ 2973 h 10000"/>
              <a:gd name="connsiteX10-933" fmla="*/ 4003 w 10000"/>
              <a:gd name="connsiteY10-934" fmla="*/ 2432 h 10000"/>
              <a:gd name="connsiteX11-935" fmla="*/ 4185 w 10000"/>
              <a:gd name="connsiteY11-936" fmla="*/ 1871 h 10000"/>
              <a:gd name="connsiteX12-937" fmla="*/ 4349 w 10000"/>
              <a:gd name="connsiteY12-938" fmla="*/ 1435 h 10000"/>
              <a:gd name="connsiteX13-939" fmla="*/ 4432 w 10000"/>
              <a:gd name="connsiteY13-940" fmla="*/ 1102 h 10000"/>
              <a:gd name="connsiteX14-941" fmla="*/ 4530 w 10000"/>
              <a:gd name="connsiteY14-942" fmla="*/ 769 h 10000"/>
              <a:gd name="connsiteX15-943" fmla="*/ 4530 w 10000"/>
              <a:gd name="connsiteY15-944" fmla="*/ 437 h 10000"/>
              <a:gd name="connsiteX16-945" fmla="*/ 4432 w 10000"/>
              <a:gd name="connsiteY16-946" fmla="*/ 437 h 10000"/>
              <a:gd name="connsiteX17-947" fmla="*/ 4349 w 10000"/>
              <a:gd name="connsiteY17-948" fmla="*/ 229 h 10000"/>
              <a:gd name="connsiteX18-949" fmla="*/ 4349 w 10000"/>
              <a:gd name="connsiteY18-950" fmla="*/ 229 h 10000"/>
              <a:gd name="connsiteX19-951" fmla="*/ 4349 w 10000"/>
              <a:gd name="connsiteY19-952" fmla="*/ 125 h 10000"/>
              <a:gd name="connsiteX20-953" fmla="*/ 4349 w 10000"/>
              <a:gd name="connsiteY20-954" fmla="*/ 0 h 10000"/>
              <a:gd name="connsiteX21-955" fmla="*/ 5041 w 10000"/>
              <a:gd name="connsiteY21-956" fmla="*/ 0 h 10000"/>
              <a:gd name="connsiteX22-957" fmla="*/ 5222 w 10000"/>
              <a:gd name="connsiteY22-958" fmla="*/ 125 h 10000"/>
              <a:gd name="connsiteX23-959" fmla="*/ 5486 w 10000"/>
              <a:gd name="connsiteY23-960" fmla="*/ 229 h 10000"/>
              <a:gd name="connsiteX24-961" fmla="*/ 5651 w 10000"/>
              <a:gd name="connsiteY24-962" fmla="*/ 333 h 10000"/>
              <a:gd name="connsiteX25-963" fmla="*/ 5832 w 10000"/>
              <a:gd name="connsiteY25-964" fmla="*/ 437 h 10000"/>
              <a:gd name="connsiteX26-965" fmla="*/ 5997 w 10000"/>
              <a:gd name="connsiteY26-966" fmla="*/ 665 h 10000"/>
              <a:gd name="connsiteX27-967" fmla="*/ 6096 w 10000"/>
              <a:gd name="connsiteY27-968" fmla="*/ 769 h 10000"/>
              <a:gd name="connsiteX28-969" fmla="*/ 6096 w 10000"/>
              <a:gd name="connsiteY28-970" fmla="*/ 894 h 10000"/>
              <a:gd name="connsiteX29-971" fmla="*/ 6096 w 10000"/>
              <a:gd name="connsiteY29-972" fmla="*/ 998 h 10000"/>
              <a:gd name="connsiteX30-973" fmla="*/ 6096 w 10000"/>
              <a:gd name="connsiteY30-974" fmla="*/ 1206 h 10000"/>
              <a:gd name="connsiteX31-975" fmla="*/ 5997 w 10000"/>
              <a:gd name="connsiteY31-976" fmla="*/ 1331 h 10000"/>
              <a:gd name="connsiteX32-977" fmla="*/ 5914 w 10000"/>
              <a:gd name="connsiteY32-978" fmla="*/ 1538 h 10000"/>
              <a:gd name="connsiteX33-979" fmla="*/ 5750 w 10000"/>
              <a:gd name="connsiteY33-980" fmla="*/ 1767 h 10000"/>
              <a:gd name="connsiteX34-981" fmla="*/ 5568 w 10000"/>
              <a:gd name="connsiteY34-982" fmla="*/ 1975 h 10000"/>
              <a:gd name="connsiteX35-983" fmla="*/ 5486 w 10000"/>
              <a:gd name="connsiteY35-984" fmla="*/ 2204 h 10000"/>
              <a:gd name="connsiteX36-985" fmla="*/ 5305 w 10000"/>
              <a:gd name="connsiteY36-986" fmla="*/ 2432 h 10000"/>
              <a:gd name="connsiteX37-987" fmla="*/ 5140 w 10000"/>
              <a:gd name="connsiteY37-988" fmla="*/ 2744 h 10000"/>
              <a:gd name="connsiteX38-989" fmla="*/ 4959 w 10000"/>
              <a:gd name="connsiteY38-990" fmla="*/ 3077 h 10000"/>
              <a:gd name="connsiteX39-991" fmla="*/ 4695 w 10000"/>
              <a:gd name="connsiteY39-992" fmla="*/ 3514 h 10000"/>
              <a:gd name="connsiteX40-993" fmla="*/ 4530 w 10000"/>
              <a:gd name="connsiteY40-994" fmla="*/ 3971 h 10000"/>
              <a:gd name="connsiteX41-995" fmla="*/ 4267 w 10000"/>
              <a:gd name="connsiteY41-996" fmla="*/ 4407 h 10000"/>
              <a:gd name="connsiteX42-997" fmla="*/ 3921 w 10000"/>
              <a:gd name="connsiteY42-998" fmla="*/ 4948 h 10000"/>
              <a:gd name="connsiteX43-999" fmla="*/ 3657 w 10000"/>
              <a:gd name="connsiteY43-1000" fmla="*/ 5385 h 10000"/>
              <a:gd name="connsiteX44-1001" fmla="*/ 3476 w 10000"/>
              <a:gd name="connsiteY44-1002" fmla="*/ 5842 h 10000"/>
              <a:gd name="connsiteX45-1003" fmla="*/ 3229 w 10000"/>
              <a:gd name="connsiteY45-1004" fmla="*/ 6279 h 10000"/>
              <a:gd name="connsiteX46-1005" fmla="*/ 2965 w 10000"/>
              <a:gd name="connsiteY46-1006" fmla="*/ 6611 h 10000"/>
              <a:gd name="connsiteX47-1007" fmla="*/ 2784 w 10000"/>
              <a:gd name="connsiteY47-1008" fmla="*/ 6923 h 10000"/>
              <a:gd name="connsiteX48-1009" fmla="*/ 2619 w 10000"/>
              <a:gd name="connsiteY48-1010" fmla="*/ 7256 h 10000"/>
              <a:gd name="connsiteX49-1011" fmla="*/ 2438 w 10000"/>
              <a:gd name="connsiteY49-1012" fmla="*/ 7484 h 10000"/>
              <a:gd name="connsiteX50-1013" fmla="*/ 2273 w 10000"/>
              <a:gd name="connsiteY50-1014" fmla="*/ 7692 h 10000"/>
              <a:gd name="connsiteX51-1015" fmla="*/ 2092 w 10000"/>
              <a:gd name="connsiteY51-1016" fmla="*/ 7921 h 10000"/>
              <a:gd name="connsiteX52-1017" fmla="*/ 2010 w 10000"/>
              <a:gd name="connsiteY52-1018" fmla="*/ 8150 h 10000"/>
              <a:gd name="connsiteX53-1019" fmla="*/ 1911 w 10000"/>
              <a:gd name="connsiteY53-1020" fmla="*/ 8254 h 10000"/>
              <a:gd name="connsiteX54-1021" fmla="*/ 1829 w 10000"/>
              <a:gd name="connsiteY54-1022" fmla="*/ 8358 h 10000"/>
              <a:gd name="connsiteX55-1023" fmla="*/ 1746 w 10000"/>
              <a:gd name="connsiteY55-1024" fmla="*/ 8462 h 10000"/>
              <a:gd name="connsiteX56-1025" fmla="*/ 1746 w 10000"/>
              <a:gd name="connsiteY56-1026" fmla="*/ 8586 h 10000"/>
              <a:gd name="connsiteX57-1027" fmla="*/ 1746 w 10000"/>
              <a:gd name="connsiteY57-1028" fmla="*/ 8586 h 10000"/>
              <a:gd name="connsiteX58-1029" fmla="*/ 1829 w 10000"/>
              <a:gd name="connsiteY58-1030" fmla="*/ 8586 h 10000"/>
              <a:gd name="connsiteX59-1031" fmla="*/ 1911 w 10000"/>
              <a:gd name="connsiteY59-1032" fmla="*/ 8690 h 10000"/>
              <a:gd name="connsiteX60-1033" fmla="*/ 2010 w 10000"/>
              <a:gd name="connsiteY60-1034" fmla="*/ 8690 h 10000"/>
              <a:gd name="connsiteX61-1035" fmla="*/ 2175 w 10000"/>
              <a:gd name="connsiteY61-1036" fmla="*/ 8690 h 10000"/>
              <a:gd name="connsiteX62-1037" fmla="*/ 2273 w 10000"/>
              <a:gd name="connsiteY62-1038" fmla="*/ 8586 h 10000"/>
              <a:gd name="connsiteX63-1039" fmla="*/ 2356 w 10000"/>
              <a:gd name="connsiteY63-1040" fmla="*/ 8586 h 10000"/>
              <a:gd name="connsiteX64-1041" fmla="*/ 2521 w 10000"/>
              <a:gd name="connsiteY64-1042" fmla="*/ 8586 h 10000"/>
              <a:gd name="connsiteX65-1043" fmla="*/ 2702 w 10000"/>
              <a:gd name="connsiteY65-1044" fmla="*/ 8586 h 10000"/>
              <a:gd name="connsiteX66-1045" fmla="*/ 2883 w 10000"/>
              <a:gd name="connsiteY66-1046" fmla="*/ 8462 h 10000"/>
              <a:gd name="connsiteX67-1047" fmla="*/ 3048 w 10000"/>
              <a:gd name="connsiteY67-1048" fmla="*/ 8462 h 10000"/>
              <a:gd name="connsiteX68-1049" fmla="*/ 3311 w 10000"/>
              <a:gd name="connsiteY68-1050" fmla="*/ 8462 h 10000"/>
              <a:gd name="connsiteX69-1051" fmla="*/ 3575 w 10000"/>
              <a:gd name="connsiteY69-1052" fmla="*/ 8462 h 10000"/>
              <a:gd name="connsiteX70-1053" fmla="*/ 3921 w 10000"/>
              <a:gd name="connsiteY70-1054" fmla="*/ 8358 h 10000"/>
              <a:gd name="connsiteX71-1055" fmla="*/ 4267 w 10000"/>
              <a:gd name="connsiteY71-1056" fmla="*/ 8358 h 10000"/>
              <a:gd name="connsiteX72-1057" fmla="*/ 4613 w 10000"/>
              <a:gd name="connsiteY72-1058" fmla="*/ 8358 h 10000"/>
              <a:gd name="connsiteX73-1059" fmla="*/ 4959 w 10000"/>
              <a:gd name="connsiteY73-1060" fmla="*/ 8254 h 10000"/>
              <a:gd name="connsiteX74-1061" fmla="*/ 5387 w 10000"/>
              <a:gd name="connsiteY74-1062" fmla="*/ 8150 h 10000"/>
              <a:gd name="connsiteX75-1063" fmla="*/ 5832 w 10000"/>
              <a:gd name="connsiteY75-1064" fmla="*/ 8150 h 10000"/>
              <a:gd name="connsiteX76-1065" fmla="*/ 6343 w 10000"/>
              <a:gd name="connsiteY76-1066" fmla="*/ 8025 h 10000"/>
              <a:gd name="connsiteX77-1067" fmla="*/ 6787 w 10000"/>
              <a:gd name="connsiteY77-1068" fmla="*/ 8025 h 10000"/>
              <a:gd name="connsiteX78-1069" fmla="*/ 7298 w 10000"/>
              <a:gd name="connsiteY78-1070" fmla="*/ 7921 h 10000"/>
              <a:gd name="connsiteX79-1071" fmla="*/ 7743 w 10000"/>
              <a:gd name="connsiteY79-1072" fmla="*/ 7817 h 10000"/>
              <a:gd name="connsiteX80-1073" fmla="*/ 8171 w 10000"/>
              <a:gd name="connsiteY80-1074" fmla="*/ 7817 h 10000"/>
              <a:gd name="connsiteX81-1075" fmla="*/ 8435 w 10000"/>
              <a:gd name="connsiteY81-1076" fmla="*/ 7692 h 10000"/>
              <a:gd name="connsiteX82-1077" fmla="*/ 8699 w 10000"/>
              <a:gd name="connsiteY82-1078" fmla="*/ 7692 h 10000"/>
              <a:gd name="connsiteX83-1079" fmla="*/ 8962 w 10000"/>
              <a:gd name="connsiteY83-1080" fmla="*/ 7692 h 10000"/>
              <a:gd name="connsiteX84-1081" fmla="*/ 9127 w 10000"/>
              <a:gd name="connsiteY84-1082" fmla="*/ 7692 h 10000"/>
              <a:gd name="connsiteX85-1083" fmla="*/ 9226 w 10000"/>
              <a:gd name="connsiteY85-1084" fmla="*/ 7588 h 10000"/>
              <a:gd name="connsiteX86-1085" fmla="*/ 9390 w 10000"/>
              <a:gd name="connsiteY86-1086" fmla="*/ 7692 h 10000"/>
              <a:gd name="connsiteX87-1087" fmla="*/ 9473 w 10000"/>
              <a:gd name="connsiteY87-1088" fmla="*/ 7692 h 10000"/>
              <a:gd name="connsiteX88-1089" fmla="*/ 9654 w 10000"/>
              <a:gd name="connsiteY88-1090" fmla="*/ 7817 h 10000"/>
              <a:gd name="connsiteX89-1091" fmla="*/ 9736 w 10000"/>
              <a:gd name="connsiteY89-1092" fmla="*/ 7817 h 10000"/>
              <a:gd name="connsiteX90-1093" fmla="*/ 9918 w 10000"/>
              <a:gd name="connsiteY90-1094" fmla="*/ 8025 h 10000"/>
              <a:gd name="connsiteX91-1095" fmla="*/ 10000 w 10000"/>
              <a:gd name="connsiteY91-1096" fmla="*/ 8150 h 10000"/>
              <a:gd name="connsiteX92-1097" fmla="*/ 10000 w 10000"/>
              <a:gd name="connsiteY92-1098" fmla="*/ 8254 h 10000"/>
              <a:gd name="connsiteX93-1099" fmla="*/ 10000 w 10000"/>
              <a:gd name="connsiteY93-1100" fmla="*/ 8358 h 10000"/>
              <a:gd name="connsiteX94-1101" fmla="*/ 10000 w 10000"/>
              <a:gd name="connsiteY94-1102" fmla="*/ 8358 h 10000"/>
              <a:gd name="connsiteX95-1103" fmla="*/ 10000 w 10000"/>
              <a:gd name="connsiteY95-1104" fmla="*/ 8462 h 10000"/>
              <a:gd name="connsiteX96-1105" fmla="*/ 9918 w 10000"/>
              <a:gd name="connsiteY96-1106" fmla="*/ 8462 h 10000"/>
              <a:gd name="connsiteX97-1107" fmla="*/ 9819 w 10000"/>
              <a:gd name="connsiteY97-1108" fmla="*/ 8462 h 10000"/>
              <a:gd name="connsiteX98-1109" fmla="*/ 9736 w 10000"/>
              <a:gd name="connsiteY98-1110" fmla="*/ 8586 h 10000"/>
              <a:gd name="connsiteX99-1111" fmla="*/ 9572 w 10000"/>
              <a:gd name="connsiteY99-1112" fmla="*/ 8586 h 10000"/>
              <a:gd name="connsiteX100-1113" fmla="*/ 9390 w 10000"/>
              <a:gd name="connsiteY100-1114" fmla="*/ 8586 h 10000"/>
              <a:gd name="connsiteX101-1115" fmla="*/ 9127 w 10000"/>
              <a:gd name="connsiteY101-1116" fmla="*/ 8586 h 10000"/>
              <a:gd name="connsiteX102-1117" fmla="*/ 8863 w 10000"/>
              <a:gd name="connsiteY102-1118" fmla="*/ 8586 h 10000"/>
              <a:gd name="connsiteX103-1119" fmla="*/ 8616 w 10000"/>
              <a:gd name="connsiteY103-1120" fmla="*/ 8586 h 10000"/>
              <a:gd name="connsiteX104-1121" fmla="*/ 8353 w 10000"/>
              <a:gd name="connsiteY104-1122" fmla="*/ 8586 h 10000"/>
              <a:gd name="connsiteX105-1123" fmla="*/ 8007 w 10000"/>
              <a:gd name="connsiteY105-1124" fmla="*/ 8586 h 10000"/>
              <a:gd name="connsiteX106-1125" fmla="*/ 7661 w 10000"/>
              <a:gd name="connsiteY106-1126" fmla="*/ 8586 h 10000"/>
              <a:gd name="connsiteX107-1127" fmla="*/ 7298 w 10000"/>
              <a:gd name="connsiteY107-1128" fmla="*/ 8690 h 10000"/>
              <a:gd name="connsiteX108-1129" fmla="*/ 6870 w 10000"/>
              <a:gd name="connsiteY108-1130" fmla="*/ 8690 h 10000"/>
              <a:gd name="connsiteX109-1131" fmla="*/ 6442 w 10000"/>
              <a:gd name="connsiteY109-1132" fmla="*/ 8690 h 10000"/>
              <a:gd name="connsiteX110-1133" fmla="*/ 5651 w 10000"/>
              <a:gd name="connsiteY110-1134" fmla="*/ 8794 h 10000"/>
              <a:gd name="connsiteX111-1135" fmla="*/ 4876 w 10000"/>
              <a:gd name="connsiteY111-1136" fmla="*/ 8919 h 10000"/>
              <a:gd name="connsiteX112-1137" fmla="*/ 4185 w 10000"/>
              <a:gd name="connsiteY112-1138" fmla="*/ 9023 h 10000"/>
              <a:gd name="connsiteX113-1139" fmla="*/ 3476 w 10000"/>
              <a:gd name="connsiteY113-1140" fmla="*/ 9127 h 10000"/>
              <a:gd name="connsiteX114-1141" fmla="*/ 3130 w 10000"/>
              <a:gd name="connsiteY114-1142" fmla="*/ 9127 h 10000"/>
              <a:gd name="connsiteX115-1143" fmla="*/ 2883 w 10000"/>
              <a:gd name="connsiteY115-1144" fmla="*/ 9231 h 10000"/>
              <a:gd name="connsiteX116-1145" fmla="*/ 2521 w 10000"/>
              <a:gd name="connsiteY116-1146" fmla="*/ 9356 h 10000"/>
              <a:gd name="connsiteX117-1147" fmla="*/ 2273 w 10000"/>
              <a:gd name="connsiteY117-1148" fmla="*/ 9356 h 10000"/>
              <a:gd name="connsiteX118-1149" fmla="*/ 2092 w 10000"/>
              <a:gd name="connsiteY118-1150" fmla="*/ 9459 h 10000"/>
              <a:gd name="connsiteX119-1151" fmla="*/ 1829 w 10000"/>
              <a:gd name="connsiteY119-1152" fmla="*/ 9459 h 10000"/>
              <a:gd name="connsiteX120-1153" fmla="*/ 1664 w 10000"/>
              <a:gd name="connsiteY120-1154" fmla="*/ 9563 h 10000"/>
              <a:gd name="connsiteX121-1155" fmla="*/ 1400 w 10000"/>
              <a:gd name="connsiteY121-1156" fmla="*/ 9688 h 10000"/>
              <a:gd name="connsiteX122-1157" fmla="*/ 1219 w 10000"/>
              <a:gd name="connsiteY122-1158" fmla="*/ 9688 h 10000"/>
              <a:gd name="connsiteX123-1159" fmla="*/ 1137 w 10000"/>
              <a:gd name="connsiteY123-1160" fmla="*/ 9792 h 10000"/>
              <a:gd name="connsiteX124-1161" fmla="*/ 956 w 10000"/>
              <a:gd name="connsiteY124-1162" fmla="*/ 9792 h 10000"/>
              <a:gd name="connsiteX125-1163" fmla="*/ 873 w 10000"/>
              <a:gd name="connsiteY125-1164" fmla="*/ 9896 h 10000"/>
              <a:gd name="connsiteX126-1165" fmla="*/ 791 w 10000"/>
              <a:gd name="connsiteY126-1166" fmla="*/ 9896 h 10000"/>
              <a:gd name="connsiteX127-1167" fmla="*/ 708 w 10000"/>
              <a:gd name="connsiteY127-1168" fmla="*/ 9896 h 10000"/>
              <a:gd name="connsiteX128-1169" fmla="*/ 527 w 10000"/>
              <a:gd name="connsiteY128-1170" fmla="*/ 10000 h 10000"/>
              <a:gd name="connsiteX129-1171" fmla="*/ 445 w 10000"/>
              <a:gd name="connsiteY129-1172" fmla="*/ 9896 h 10000"/>
              <a:gd name="connsiteX130-1173" fmla="*/ 362 w 10000"/>
              <a:gd name="connsiteY130-1174" fmla="*/ 9896 h 10000"/>
              <a:gd name="connsiteX131-1175" fmla="*/ 264 w 10000"/>
              <a:gd name="connsiteY131-1176" fmla="*/ 9792 h 10000"/>
              <a:gd name="connsiteX132-1177" fmla="*/ 181 w 10000"/>
              <a:gd name="connsiteY132-1178" fmla="*/ 9563 h 10000"/>
              <a:gd name="connsiteX133-1179" fmla="*/ 99 w 10000"/>
              <a:gd name="connsiteY133-1180" fmla="*/ 9356 h 10000"/>
              <a:gd name="connsiteX134-1181" fmla="*/ 0 w 10000"/>
              <a:gd name="connsiteY134-1182" fmla="*/ 9231 h 10000"/>
              <a:gd name="connsiteX135-1183" fmla="*/ 0 w 10000"/>
              <a:gd name="connsiteY135-1184" fmla="*/ 9127 h 10000"/>
              <a:gd name="connsiteX136-1185" fmla="*/ 0 w 10000"/>
              <a:gd name="connsiteY136-1186" fmla="*/ 9023 h 10000"/>
              <a:gd name="connsiteX137-1187" fmla="*/ 0 w 10000"/>
              <a:gd name="connsiteY137-1188" fmla="*/ 9023 h 10000"/>
              <a:gd name="connsiteX138-1189" fmla="*/ 99 w 10000"/>
              <a:gd name="connsiteY138-1190" fmla="*/ 8919 h 10000"/>
              <a:gd name="connsiteX139-1191" fmla="*/ 181 w 10000"/>
              <a:gd name="connsiteY139-1192" fmla="*/ 8794 h 10000"/>
              <a:gd name="connsiteX140-1193" fmla="*/ 362 w 10000"/>
              <a:gd name="connsiteY140-1194" fmla="*/ 8690 h 10000"/>
              <a:gd name="connsiteX141-1195" fmla="*/ 527 w 10000"/>
              <a:gd name="connsiteY141-1196" fmla="*/ 8586 h 10000"/>
              <a:gd name="connsiteX142-1197" fmla="*/ 610 w 10000"/>
              <a:gd name="connsiteY142-1198" fmla="*/ 8462 h 10000"/>
              <a:gd name="connsiteX143-1199" fmla="*/ 708 w 10000"/>
              <a:gd name="connsiteY143-1200" fmla="*/ 8358 h 10000"/>
              <a:gd name="connsiteX144-1201" fmla="*/ 873 w 10000"/>
              <a:gd name="connsiteY144-1202" fmla="*/ 8254 h 10000"/>
              <a:gd name="connsiteX145-1203" fmla="*/ 1054 w 10000"/>
              <a:gd name="connsiteY145-1204" fmla="*/ 8025 h 10000"/>
              <a:gd name="connsiteX146-1205" fmla="*/ 1137 w 10000"/>
              <a:gd name="connsiteY146-1206" fmla="*/ 7921 h 10000"/>
              <a:gd name="connsiteX147-1207" fmla="*/ 1318 w 10000"/>
              <a:gd name="connsiteY147-1208" fmla="*/ 7692 h 10000"/>
              <a:gd name="connsiteX148-1209" fmla="*/ 1483 w 10000"/>
              <a:gd name="connsiteY148-1210" fmla="*/ 7484 h 10000"/>
              <a:gd name="connsiteX149-1211" fmla="*/ 1483 w 10000"/>
              <a:gd name="connsiteY149-1212" fmla="*/ 7484 h 10000"/>
              <a:gd name="connsiteX0-1213" fmla="*/ 1483 w 10000"/>
              <a:gd name="connsiteY0-1214" fmla="*/ 7484 h 10000"/>
              <a:gd name="connsiteX1-1215" fmla="*/ 1664 w 10000"/>
              <a:gd name="connsiteY1-1216" fmla="*/ 7152 h 10000"/>
              <a:gd name="connsiteX2-1217" fmla="*/ 1911 w 10000"/>
              <a:gd name="connsiteY2-1218" fmla="*/ 6819 h 10000"/>
              <a:gd name="connsiteX3-1219" fmla="*/ 2092 w 10000"/>
              <a:gd name="connsiteY3-1220" fmla="*/ 6486 h 10000"/>
              <a:gd name="connsiteX4-1221" fmla="*/ 2356 w 10000"/>
              <a:gd name="connsiteY4-1222" fmla="*/ 6050 h 10000"/>
              <a:gd name="connsiteX5-1223" fmla="*/ 2619 w 10000"/>
              <a:gd name="connsiteY5-1224" fmla="*/ 5509 h 10000"/>
              <a:gd name="connsiteX6-1225" fmla="*/ 2883 w 10000"/>
              <a:gd name="connsiteY6-1226" fmla="*/ 4948 h 10000"/>
              <a:gd name="connsiteX7-1227" fmla="*/ 3130 w 10000"/>
              <a:gd name="connsiteY7-1228" fmla="*/ 4304 h 10000"/>
              <a:gd name="connsiteX8-1229" fmla="*/ 3476 w 10000"/>
              <a:gd name="connsiteY8-1230" fmla="*/ 3638 h 10000"/>
              <a:gd name="connsiteX9-1231" fmla="*/ 3740 w 10000"/>
              <a:gd name="connsiteY9-1232" fmla="*/ 2973 h 10000"/>
              <a:gd name="connsiteX10-1233" fmla="*/ 4003 w 10000"/>
              <a:gd name="connsiteY10-1234" fmla="*/ 2432 h 10000"/>
              <a:gd name="connsiteX11-1235" fmla="*/ 4185 w 10000"/>
              <a:gd name="connsiteY11-1236" fmla="*/ 1871 h 10000"/>
              <a:gd name="connsiteX12-1237" fmla="*/ 4349 w 10000"/>
              <a:gd name="connsiteY12-1238" fmla="*/ 1435 h 10000"/>
              <a:gd name="connsiteX13-1239" fmla="*/ 4432 w 10000"/>
              <a:gd name="connsiteY13-1240" fmla="*/ 1102 h 10000"/>
              <a:gd name="connsiteX14-1241" fmla="*/ 4530 w 10000"/>
              <a:gd name="connsiteY14-1242" fmla="*/ 769 h 10000"/>
              <a:gd name="connsiteX15-1243" fmla="*/ 4530 w 10000"/>
              <a:gd name="connsiteY15-1244" fmla="*/ 437 h 10000"/>
              <a:gd name="connsiteX16-1245" fmla="*/ 4432 w 10000"/>
              <a:gd name="connsiteY16-1246" fmla="*/ 437 h 10000"/>
              <a:gd name="connsiteX17-1247" fmla="*/ 4349 w 10000"/>
              <a:gd name="connsiteY17-1248" fmla="*/ 229 h 10000"/>
              <a:gd name="connsiteX18-1249" fmla="*/ 4349 w 10000"/>
              <a:gd name="connsiteY18-1250" fmla="*/ 229 h 10000"/>
              <a:gd name="connsiteX19-1251" fmla="*/ 4349 w 10000"/>
              <a:gd name="connsiteY19-1252" fmla="*/ 0 h 10000"/>
              <a:gd name="connsiteX20-1253" fmla="*/ 5041 w 10000"/>
              <a:gd name="connsiteY20-1254" fmla="*/ 0 h 10000"/>
              <a:gd name="connsiteX21-1255" fmla="*/ 5222 w 10000"/>
              <a:gd name="connsiteY21-1256" fmla="*/ 125 h 10000"/>
              <a:gd name="connsiteX22-1257" fmla="*/ 5486 w 10000"/>
              <a:gd name="connsiteY22-1258" fmla="*/ 229 h 10000"/>
              <a:gd name="connsiteX23-1259" fmla="*/ 5651 w 10000"/>
              <a:gd name="connsiteY23-1260" fmla="*/ 333 h 10000"/>
              <a:gd name="connsiteX24-1261" fmla="*/ 5832 w 10000"/>
              <a:gd name="connsiteY24-1262" fmla="*/ 437 h 10000"/>
              <a:gd name="connsiteX25-1263" fmla="*/ 5997 w 10000"/>
              <a:gd name="connsiteY25-1264" fmla="*/ 665 h 10000"/>
              <a:gd name="connsiteX26-1265" fmla="*/ 6096 w 10000"/>
              <a:gd name="connsiteY26-1266" fmla="*/ 769 h 10000"/>
              <a:gd name="connsiteX27-1267" fmla="*/ 6096 w 10000"/>
              <a:gd name="connsiteY27-1268" fmla="*/ 894 h 10000"/>
              <a:gd name="connsiteX28-1269" fmla="*/ 6096 w 10000"/>
              <a:gd name="connsiteY28-1270" fmla="*/ 998 h 10000"/>
              <a:gd name="connsiteX29-1271" fmla="*/ 6096 w 10000"/>
              <a:gd name="connsiteY29-1272" fmla="*/ 1206 h 10000"/>
              <a:gd name="connsiteX30-1273" fmla="*/ 5997 w 10000"/>
              <a:gd name="connsiteY30-1274" fmla="*/ 1331 h 10000"/>
              <a:gd name="connsiteX31-1275" fmla="*/ 5914 w 10000"/>
              <a:gd name="connsiteY31-1276" fmla="*/ 1538 h 10000"/>
              <a:gd name="connsiteX32-1277" fmla="*/ 5750 w 10000"/>
              <a:gd name="connsiteY32-1278" fmla="*/ 1767 h 10000"/>
              <a:gd name="connsiteX33-1279" fmla="*/ 5568 w 10000"/>
              <a:gd name="connsiteY33-1280" fmla="*/ 1975 h 10000"/>
              <a:gd name="connsiteX34-1281" fmla="*/ 5486 w 10000"/>
              <a:gd name="connsiteY34-1282" fmla="*/ 2204 h 10000"/>
              <a:gd name="connsiteX35-1283" fmla="*/ 5305 w 10000"/>
              <a:gd name="connsiteY35-1284" fmla="*/ 2432 h 10000"/>
              <a:gd name="connsiteX36-1285" fmla="*/ 5140 w 10000"/>
              <a:gd name="connsiteY36-1286" fmla="*/ 2744 h 10000"/>
              <a:gd name="connsiteX37-1287" fmla="*/ 4959 w 10000"/>
              <a:gd name="connsiteY37-1288" fmla="*/ 3077 h 10000"/>
              <a:gd name="connsiteX38-1289" fmla="*/ 4695 w 10000"/>
              <a:gd name="connsiteY38-1290" fmla="*/ 3514 h 10000"/>
              <a:gd name="connsiteX39-1291" fmla="*/ 4530 w 10000"/>
              <a:gd name="connsiteY39-1292" fmla="*/ 3971 h 10000"/>
              <a:gd name="connsiteX40-1293" fmla="*/ 4267 w 10000"/>
              <a:gd name="connsiteY40-1294" fmla="*/ 4407 h 10000"/>
              <a:gd name="connsiteX41-1295" fmla="*/ 3921 w 10000"/>
              <a:gd name="connsiteY41-1296" fmla="*/ 4948 h 10000"/>
              <a:gd name="connsiteX42-1297" fmla="*/ 3657 w 10000"/>
              <a:gd name="connsiteY42-1298" fmla="*/ 5385 h 10000"/>
              <a:gd name="connsiteX43-1299" fmla="*/ 3476 w 10000"/>
              <a:gd name="connsiteY43-1300" fmla="*/ 5842 h 10000"/>
              <a:gd name="connsiteX44-1301" fmla="*/ 3229 w 10000"/>
              <a:gd name="connsiteY44-1302" fmla="*/ 6279 h 10000"/>
              <a:gd name="connsiteX45-1303" fmla="*/ 2965 w 10000"/>
              <a:gd name="connsiteY45-1304" fmla="*/ 6611 h 10000"/>
              <a:gd name="connsiteX46-1305" fmla="*/ 2784 w 10000"/>
              <a:gd name="connsiteY46-1306" fmla="*/ 6923 h 10000"/>
              <a:gd name="connsiteX47-1307" fmla="*/ 2619 w 10000"/>
              <a:gd name="connsiteY47-1308" fmla="*/ 7256 h 10000"/>
              <a:gd name="connsiteX48-1309" fmla="*/ 2438 w 10000"/>
              <a:gd name="connsiteY48-1310" fmla="*/ 7484 h 10000"/>
              <a:gd name="connsiteX49-1311" fmla="*/ 2273 w 10000"/>
              <a:gd name="connsiteY49-1312" fmla="*/ 7692 h 10000"/>
              <a:gd name="connsiteX50-1313" fmla="*/ 2092 w 10000"/>
              <a:gd name="connsiteY50-1314" fmla="*/ 7921 h 10000"/>
              <a:gd name="connsiteX51-1315" fmla="*/ 2010 w 10000"/>
              <a:gd name="connsiteY51-1316" fmla="*/ 8150 h 10000"/>
              <a:gd name="connsiteX52-1317" fmla="*/ 1911 w 10000"/>
              <a:gd name="connsiteY52-1318" fmla="*/ 8254 h 10000"/>
              <a:gd name="connsiteX53-1319" fmla="*/ 1829 w 10000"/>
              <a:gd name="connsiteY53-1320" fmla="*/ 8358 h 10000"/>
              <a:gd name="connsiteX54-1321" fmla="*/ 1746 w 10000"/>
              <a:gd name="connsiteY54-1322" fmla="*/ 8462 h 10000"/>
              <a:gd name="connsiteX55-1323" fmla="*/ 1746 w 10000"/>
              <a:gd name="connsiteY55-1324" fmla="*/ 8586 h 10000"/>
              <a:gd name="connsiteX56-1325" fmla="*/ 1746 w 10000"/>
              <a:gd name="connsiteY56-1326" fmla="*/ 8586 h 10000"/>
              <a:gd name="connsiteX57-1327" fmla="*/ 1829 w 10000"/>
              <a:gd name="connsiteY57-1328" fmla="*/ 8586 h 10000"/>
              <a:gd name="connsiteX58-1329" fmla="*/ 1911 w 10000"/>
              <a:gd name="connsiteY58-1330" fmla="*/ 8690 h 10000"/>
              <a:gd name="connsiteX59-1331" fmla="*/ 2010 w 10000"/>
              <a:gd name="connsiteY59-1332" fmla="*/ 8690 h 10000"/>
              <a:gd name="connsiteX60-1333" fmla="*/ 2175 w 10000"/>
              <a:gd name="connsiteY60-1334" fmla="*/ 8690 h 10000"/>
              <a:gd name="connsiteX61-1335" fmla="*/ 2273 w 10000"/>
              <a:gd name="connsiteY61-1336" fmla="*/ 8586 h 10000"/>
              <a:gd name="connsiteX62-1337" fmla="*/ 2356 w 10000"/>
              <a:gd name="connsiteY62-1338" fmla="*/ 8586 h 10000"/>
              <a:gd name="connsiteX63-1339" fmla="*/ 2521 w 10000"/>
              <a:gd name="connsiteY63-1340" fmla="*/ 8586 h 10000"/>
              <a:gd name="connsiteX64-1341" fmla="*/ 2702 w 10000"/>
              <a:gd name="connsiteY64-1342" fmla="*/ 8586 h 10000"/>
              <a:gd name="connsiteX65-1343" fmla="*/ 2883 w 10000"/>
              <a:gd name="connsiteY65-1344" fmla="*/ 8462 h 10000"/>
              <a:gd name="connsiteX66-1345" fmla="*/ 3048 w 10000"/>
              <a:gd name="connsiteY66-1346" fmla="*/ 8462 h 10000"/>
              <a:gd name="connsiteX67-1347" fmla="*/ 3311 w 10000"/>
              <a:gd name="connsiteY67-1348" fmla="*/ 8462 h 10000"/>
              <a:gd name="connsiteX68-1349" fmla="*/ 3575 w 10000"/>
              <a:gd name="connsiteY68-1350" fmla="*/ 8462 h 10000"/>
              <a:gd name="connsiteX69-1351" fmla="*/ 3921 w 10000"/>
              <a:gd name="connsiteY69-1352" fmla="*/ 8358 h 10000"/>
              <a:gd name="connsiteX70-1353" fmla="*/ 4267 w 10000"/>
              <a:gd name="connsiteY70-1354" fmla="*/ 8358 h 10000"/>
              <a:gd name="connsiteX71-1355" fmla="*/ 4613 w 10000"/>
              <a:gd name="connsiteY71-1356" fmla="*/ 8358 h 10000"/>
              <a:gd name="connsiteX72-1357" fmla="*/ 4959 w 10000"/>
              <a:gd name="connsiteY72-1358" fmla="*/ 8254 h 10000"/>
              <a:gd name="connsiteX73-1359" fmla="*/ 5387 w 10000"/>
              <a:gd name="connsiteY73-1360" fmla="*/ 8150 h 10000"/>
              <a:gd name="connsiteX74-1361" fmla="*/ 5832 w 10000"/>
              <a:gd name="connsiteY74-1362" fmla="*/ 8150 h 10000"/>
              <a:gd name="connsiteX75-1363" fmla="*/ 6343 w 10000"/>
              <a:gd name="connsiteY75-1364" fmla="*/ 8025 h 10000"/>
              <a:gd name="connsiteX76-1365" fmla="*/ 6787 w 10000"/>
              <a:gd name="connsiteY76-1366" fmla="*/ 8025 h 10000"/>
              <a:gd name="connsiteX77-1367" fmla="*/ 7298 w 10000"/>
              <a:gd name="connsiteY77-1368" fmla="*/ 7921 h 10000"/>
              <a:gd name="connsiteX78-1369" fmla="*/ 7743 w 10000"/>
              <a:gd name="connsiteY78-1370" fmla="*/ 7817 h 10000"/>
              <a:gd name="connsiteX79-1371" fmla="*/ 8171 w 10000"/>
              <a:gd name="connsiteY79-1372" fmla="*/ 7817 h 10000"/>
              <a:gd name="connsiteX80-1373" fmla="*/ 8435 w 10000"/>
              <a:gd name="connsiteY80-1374" fmla="*/ 7692 h 10000"/>
              <a:gd name="connsiteX81-1375" fmla="*/ 8699 w 10000"/>
              <a:gd name="connsiteY81-1376" fmla="*/ 7692 h 10000"/>
              <a:gd name="connsiteX82-1377" fmla="*/ 8962 w 10000"/>
              <a:gd name="connsiteY82-1378" fmla="*/ 7692 h 10000"/>
              <a:gd name="connsiteX83-1379" fmla="*/ 9127 w 10000"/>
              <a:gd name="connsiteY83-1380" fmla="*/ 7692 h 10000"/>
              <a:gd name="connsiteX84-1381" fmla="*/ 9226 w 10000"/>
              <a:gd name="connsiteY84-1382" fmla="*/ 7588 h 10000"/>
              <a:gd name="connsiteX85-1383" fmla="*/ 9390 w 10000"/>
              <a:gd name="connsiteY85-1384" fmla="*/ 7692 h 10000"/>
              <a:gd name="connsiteX86-1385" fmla="*/ 9473 w 10000"/>
              <a:gd name="connsiteY86-1386" fmla="*/ 7692 h 10000"/>
              <a:gd name="connsiteX87-1387" fmla="*/ 9654 w 10000"/>
              <a:gd name="connsiteY87-1388" fmla="*/ 7817 h 10000"/>
              <a:gd name="connsiteX88-1389" fmla="*/ 9736 w 10000"/>
              <a:gd name="connsiteY88-1390" fmla="*/ 7817 h 10000"/>
              <a:gd name="connsiteX89-1391" fmla="*/ 9918 w 10000"/>
              <a:gd name="connsiteY89-1392" fmla="*/ 8025 h 10000"/>
              <a:gd name="connsiteX90-1393" fmla="*/ 10000 w 10000"/>
              <a:gd name="connsiteY90-1394" fmla="*/ 8150 h 10000"/>
              <a:gd name="connsiteX91-1395" fmla="*/ 10000 w 10000"/>
              <a:gd name="connsiteY91-1396" fmla="*/ 8254 h 10000"/>
              <a:gd name="connsiteX92-1397" fmla="*/ 10000 w 10000"/>
              <a:gd name="connsiteY92-1398" fmla="*/ 8358 h 10000"/>
              <a:gd name="connsiteX93-1399" fmla="*/ 10000 w 10000"/>
              <a:gd name="connsiteY93-1400" fmla="*/ 8358 h 10000"/>
              <a:gd name="connsiteX94-1401" fmla="*/ 10000 w 10000"/>
              <a:gd name="connsiteY94-1402" fmla="*/ 8462 h 10000"/>
              <a:gd name="connsiteX95-1403" fmla="*/ 9918 w 10000"/>
              <a:gd name="connsiteY95-1404" fmla="*/ 8462 h 10000"/>
              <a:gd name="connsiteX96-1405" fmla="*/ 9819 w 10000"/>
              <a:gd name="connsiteY96-1406" fmla="*/ 8462 h 10000"/>
              <a:gd name="connsiteX97-1407" fmla="*/ 9736 w 10000"/>
              <a:gd name="connsiteY97-1408" fmla="*/ 8586 h 10000"/>
              <a:gd name="connsiteX98-1409" fmla="*/ 9572 w 10000"/>
              <a:gd name="connsiteY98-1410" fmla="*/ 8586 h 10000"/>
              <a:gd name="connsiteX99-1411" fmla="*/ 9390 w 10000"/>
              <a:gd name="connsiteY99-1412" fmla="*/ 8586 h 10000"/>
              <a:gd name="connsiteX100-1413" fmla="*/ 9127 w 10000"/>
              <a:gd name="connsiteY100-1414" fmla="*/ 8586 h 10000"/>
              <a:gd name="connsiteX101-1415" fmla="*/ 8863 w 10000"/>
              <a:gd name="connsiteY101-1416" fmla="*/ 8586 h 10000"/>
              <a:gd name="connsiteX102-1417" fmla="*/ 8616 w 10000"/>
              <a:gd name="connsiteY102-1418" fmla="*/ 8586 h 10000"/>
              <a:gd name="connsiteX103-1419" fmla="*/ 8353 w 10000"/>
              <a:gd name="connsiteY103-1420" fmla="*/ 8586 h 10000"/>
              <a:gd name="connsiteX104-1421" fmla="*/ 8007 w 10000"/>
              <a:gd name="connsiteY104-1422" fmla="*/ 8586 h 10000"/>
              <a:gd name="connsiteX105-1423" fmla="*/ 7661 w 10000"/>
              <a:gd name="connsiteY105-1424" fmla="*/ 8586 h 10000"/>
              <a:gd name="connsiteX106-1425" fmla="*/ 7298 w 10000"/>
              <a:gd name="connsiteY106-1426" fmla="*/ 8690 h 10000"/>
              <a:gd name="connsiteX107-1427" fmla="*/ 6870 w 10000"/>
              <a:gd name="connsiteY107-1428" fmla="*/ 8690 h 10000"/>
              <a:gd name="connsiteX108-1429" fmla="*/ 6442 w 10000"/>
              <a:gd name="connsiteY108-1430" fmla="*/ 8690 h 10000"/>
              <a:gd name="connsiteX109-1431" fmla="*/ 5651 w 10000"/>
              <a:gd name="connsiteY109-1432" fmla="*/ 8794 h 10000"/>
              <a:gd name="connsiteX110-1433" fmla="*/ 4876 w 10000"/>
              <a:gd name="connsiteY110-1434" fmla="*/ 8919 h 10000"/>
              <a:gd name="connsiteX111-1435" fmla="*/ 4185 w 10000"/>
              <a:gd name="connsiteY111-1436" fmla="*/ 9023 h 10000"/>
              <a:gd name="connsiteX112-1437" fmla="*/ 3476 w 10000"/>
              <a:gd name="connsiteY112-1438" fmla="*/ 9127 h 10000"/>
              <a:gd name="connsiteX113-1439" fmla="*/ 3130 w 10000"/>
              <a:gd name="connsiteY113-1440" fmla="*/ 9127 h 10000"/>
              <a:gd name="connsiteX114-1441" fmla="*/ 2883 w 10000"/>
              <a:gd name="connsiteY114-1442" fmla="*/ 9231 h 10000"/>
              <a:gd name="connsiteX115-1443" fmla="*/ 2521 w 10000"/>
              <a:gd name="connsiteY115-1444" fmla="*/ 9356 h 10000"/>
              <a:gd name="connsiteX116-1445" fmla="*/ 2273 w 10000"/>
              <a:gd name="connsiteY116-1446" fmla="*/ 9356 h 10000"/>
              <a:gd name="connsiteX117-1447" fmla="*/ 2092 w 10000"/>
              <a:gd name="connsiteY117-1448" fmla="*/ 9459 h 10000"/>
              <a:gd name="connsiteX118-1449" fmla="*/ 1829 w 10000"/>
              <a:gd name="connsiteY118-1450" fmla="*/ 9459 h 10000"/>
              <a:gd name="connsiteX119-1451" fmla="*/ 1664 w 10000"/>
              <a:gd name="connsiteY119-1452" fmla="*/ 9563 h 10000"/>
              <a:gd name="connsiteX120-1453" fmla="*/ 1400 w 10000"/>
              <a:gd name="connsiteY120-1454" fmla="*/ 9688 h 10000"/>
              <a:gd name="connsiteX121-1455" fmla="*/ 1219 w 10000"/>
              <a:gd name="connsiteY121-1456" fmla="*/ 9688 h 10000"/>
              <a:gd name="connsiteX122-1457" fmla="*/ 1137 w 10000"/>
              <a:gd name="connsiteY122-1458" fmla="*/ 9792 h 10000"/>
              <a:gd name="connsiteX123-1459" fmla="*/ 956 w 10000"/>
              <a:gd name="connsiteY123-1460" fmla="*/ 9792 h 10000"/>
              <a:gd name="connsiteX124-1461" fmla="*/ 873 w 10000"/>
              <a:gd name="connsiteY124-1462" fmla="*/ 9896 h 10000"/>
              <a:gd name="connsiteX125-1463" fmla="*/ 791 w 10000"/>
              <a:gd name="connsiteY125-1464" fmla="*/ 9896 h 10000"/>
              <a:gd name="connsiteX126-1465" fmla="*/ 708 w 10000"/>
              <a:gd name="connsiteY126-1466" fmla="*/ 9896 h 10000"/>
              <a:gd name="connsiteX127-1467" fmla="*/ 527 w 10000"/>
              <a:gd name="connsiteY127-1468" fmla="*/ 10000 h 10000"/>
              <a:gd name="connsiteX128-1469" fmla="*/ 445 w 10000"/>
              <a:gd name="connsiteY128-1470" fmla="*/ 9896 h 10000"/>
              <a:gd name="connsiteX129-1471" fmla="*/ 362 w 10000"/>
              <a:gd name="connsiteY129-1472" fmla="*/ 9896 h 10000"/>
              <a:gd name="connsiteX130-1473" fmla="*/ 264 w 10000"/>
              <a:gd name="connsiteY130-1474" fmla="*/ 9792 h 10000"/>
              <a:gd name="connsiteX131-1475" fmla="*/ 181 w 10000"/>
              <a:gd name="connsiteY131-1476" fmla="*/ 9563 h 10000"/>
              <a:gd name="connsiteX132-1477" fmla="*/ 99 w 10000"/>
              <a:gd name="connsiteY132-1478" fmla="*/ 9356 h 10000"/>
              <a:gd name="connsiteX133-1479" fmla="*/ 0 w 10000"/>
              <a:gd name="connsiteY133-1480" fmla="*/ 9231 h 10000"/>
              <a:gd name="connsiteX134-1481" fmla="*/ 0 w 10000"/>
              <a:gd name="connsiteY134-1482" fmla="*/ 9127 h 10000"/>
              <a:gd name="connsiteX135-1483" fmla="*/ 0 w 10000"/>
              <a:gd name="connsiteY135-1484" fmla="*/ 9023 h 10000"/>
              <a:gd name="connsiteX136-1485" fmla="*/ 0 w 10000"/>
              <a:gd name="connsiteY136-1486" fmla="*/ 9023 h 10000"/>
              <a:gd name="connsiteX137-1487" fmla="*/ 99 w 10000"/>
              <a:gd name="connsiteY137-1488" fmla="*/ 8919 h 10000"/>
              <a:gd name="connsiteX138-1489" fmla="*/ 181 w 10000"/>
              <a:gd name="connsiteY138-1490" fmla="*/ 8794 h 10000"/>
              <a:gd name="connsiteX139-1491" fmla="*/ 362 w 10000"/>
              <a:gd name="connsiteY139-1492" fmla="*/ 8690 h 10000"/>
              <a:gd name="connsiteX140-1493" fmla="*/ 527 w 10000"/>
              <a:gd name="connsiteY140-1494" fmla="*/ 8586 h 10000"/>
              <a:gd name="connsiteX141-1495" fmla="*/ 610 w 10000"/>
              <a:gd name="connsiteY141-1496" fmla="*/ 8462 h 10000"/>
              <a:gd name="connsiteX142-1497" fmla="*/ 708 w 10000"/>
              <a:gd name="connsiteY142-1498" fmla="*/ 8358 h 10000"/>
              <a:gd name="connsiteX143-1499" fmla="*/ 873 w 10000"/>
              <a:gd name="connsiteY143-1500" fmla="*/ 8254 h 10000"/>
              <a:gd name="connsiteX144-1501" fmla="*/ 1054 w 10000"/>
              <a:gd name="connsiteY144-1502" fmla="*/ 8025 h 10000"/>
              <a:gd name="connsiteX145-1503" fmla="*/ 1137 w 10000"/>
              <a:gd name="connsiteY145-1504" fmla="*/ 7921 h 10000"/>
              <a:gd name="connsiteX146-1505" fmla="*/ 1318 w 10000"/>
              <a:gd name="connsiteY146-1506" fmla="*/ 7692 h 10000"/>
              <a:gd name="connsiteX147-1507" fmla="*/ 1483 w 10000"/>
              <a:gd name="connsiteY147-1508" fmla="*/ 7484 h 10000"/>
              <a:gd name="connsiteX148-1509" fmla="*/ 1483 w 10000"/>
              <a:gd name="connsiteY148-1510" fmla="*/ 7484 h 10000"/>
              <a:gd name="connsiteX0-1511" fmla="*/ 1483 w 10000"/>
              <a:gd name="connsiteY0-1512" fmla="*/ 7484 h 10000"/>
              <a:gd name="connsiteX1-1513" fmla="*/ 1664 w 10000"/>
              <a:gd name="connsiteY1-1514" fmla="*/ 7152 h 10000"/>
              <a:gd name="connsiteX2-1515" fmla="*/ 1911 w 10000"/>
              <a:gd name="connsiteY2-1516" fmla="*/ 6819 h 10000"/>
              <a:gd name="connsiteX3-1517" fmla="*/ 2092 w 10000"/>
              <a:gd name="connsiteY3-1518" fmla="*/ 6486 h 10000"/>
              <a:gd name="connsiteX4-1519" fmla="*/ 2356 w 10000"/>
              <a:gd name="connsiteY4-1520" fmla="*/ 6050 h 10000"/>
              <a:gd name="connsiteX5-1521" fmla="*/ 2619 w 10000"/>
              <a:gd name="connsiteY5-1522" fmla="*/ 5509 h 10000"/>
              <a:gd name="connsiteX6-1523" fmla="*/ 2883 w 10000"/>
              <a:gd name="connsiteY6-1524" fmla="*/ 4948 h 10000"/>
              <a:gd name="connsiteX7-1525" fmla="*/ 3130 w 10000"/>
              <a:gd name="connsiteY7-1526" fmla="*/ 4304 h 10000"/>
              <a:gd name="connsiteX8-1527" fmla="*/ 3476 w 10000"/>
              <a:gd name="connsiteY8-1528" fmla="*/ 3638 h 10000"/>
              <a:gd name="connsiteX9-1529" fmla="*/ 3740 w 10000"/>
              <a:gd name="connsiteY9-1530" fmla="*/ 2973 h 10000"/>
              <a:gd name="connsiteX10-1531" fmla="*/ 4003 w 10000"/>
              <a:gd name="connsiteY10-1532" fmla="*/ 2432 h 10000"/>
              <a:gd name="connsiteX11-1533" fmla="*/ 4185 w 10000"/>
              <a:gd name="connsiteY11-1534" fmla="*/ 1871 h 10000"/>
              <a:gd name="connsiteX12-1535" fmla="*/ 4349 w 10000"/>
              <a:gd name="connsiteY12-1536" fmla="*/ 1435 h 10000"/>
              <a:gd name="connsiteX13-1537" fmla="*/ 4432 w 10000"/>
              <a:gd name="connsiteY13-1538" fmla="*/ 1102 h 10000"/>
              <a:gd name="connsiteX14-1539" fmla="*/ 4530 w 10000"/>
              <a:gd name="connsiteY14-1540" fmla="*/ 769 h 10000"/>
              <a:gd name="connsiteX15-1541" fmla="*/ 4530 w 10000"/>
              <a:gd name="connsiteY15-1542" fmla="*/ 437 h 10000"/>
              <a:gd name="connsiteX16-1543" fmla="*/ 4432 w 10000"/>
              <a:gd name="connsiteY16-1544" fmla="*/ 437 h 10000"/>
              <a:gd name="connsiteX17-1545" fmla="*/ 4349 w 10000"/>
              <a:gd name="connsiteY17-1546" fmla="*/ 229 h 10000"/>
              <a:gd name="connsiteX18-1547" fmla="*/ 4349 w 10000"/>
              <a:gd name="connsiteY18-1548" fmla="*/ 229 h 10000"/>
              <a:gd name="connsiteX19-1549" fmla="*/ 5041 w 10000"/>
              <a:gd name="connsiteY19-1550" fmla="*/ 0 h 10000"/>
              <a:gd name="connsiteX20-1551" fmla="*/ 5222 w 10000"/>
              <a:gd name="connsiteY20-1552" fmla="*/ 125 h 10000"/>
              <a:gd name="connsiteX21-1553" fmla="*/ 5486 w 10000"/>
              <a:gd name="connsiteY21-1554" fmla="*/ 229 h 10000"/>
              <a:gd name="connsiteX22-1555" fmla="*/ 5651 w 10000"/>
              <a:gd name="connsiteY22-1556" fmla="*/ 333 h 10000"/>
              <a:gd name="connsiteX23-1557" fmla="*/ 5832 w 10000"/>
              <a:gd name="connsiteY23-1558" fmla="*/ 437 h 10000"/>
              <a:gd name="connsiteX24-1559" fmla="*/ 5997 w 10000"/>
              <a:gd name="connsiteY24-1560" fmla="*/ 665 h 10000"/>
              <a:gd name="connsiteX25-1561" fmla="*/ 6096 w 10000"/>
              <a:gd name="connsiteY25-1562" fmla="*/ 769 h 10000"/>
              <a:gd name="connsiteX26-1563" fmla="*/ 6096 w 10000"/>
              <a:gd name="connsiteY26-1564" fmla="*/ 894 h 10000"/>
              <a:gd name="connsiteX27-1565" fmla="*/ 6096 w 10000"/>
              <a:gd name="connsiteY27-1566" fmla="*/ 998 h 10000"/>
              <a:gd name="connsiteX28-1567" fmla="*/ 6096 w 10000"/>
              <a:gd name="connsiteY28-1568" fmla="*/ 1206 h 10000"/>
              <a:gd name="connsiteX29-1569" fmla="*/ 5997 w 10000"/>
              <a:gd name="connsiteY29-1570" fmla="*/ 1331 h 10000"/>
              <a:gd name="connsiteX30-1571" fmla="*/ 5914 w 10000"/>
              <a:gd name="connsiteY30-1572" fmla="*/ 1538 h 10000"/>
              <a:gd name="connsiteX31-1573" fmla="*/ 5750 w 10000"/>
              <a:gd name="connsiteY31-1574" fmla="*/ 1767 h 10000"/>
              <a:gd name="connsiteX32-1575" fmla="*/ 5568 w 10000"/>
              <a:gd name="connsiteY32-1576" fmla="*/ 1975 h 10000"/>
              <a:gd name="connsiteX33-1577" fmla="*/ 5486 w 10000"/>
              <a:gd name="connsiteY33-1578" fmla="*/ 2204 h 10000"/>
              <a:gd name="connsiteX34-1579" fmla="*/ 5305 w 10000"/>
              <a:gd name="connsiteY34-1580" fmla="*/ 2432 h 10000"/>
              <a:gd name="connsiteX35-1581" fmla="*/ 5140 w 10000"/>
              <a:gd name="connsiteY35-1582" fmla="*/ 2744 h 10000"/>
              <a:gd name="connsiteX36-1583" fmla="*/ 4959 w 10000"/>
              <a:gd name="connsiteY36-1584" fmla="*/ 3077 h 10000"/>
              <a:gd name="connsiteX37-1585" fmla="*/ 4695 w 10000"/>
              <a:gd name="connsiteY37-1586" fmla="*/ 3514 h 10000"/>
              <a:gd name="connsiteX38-1587" fmla="*/ 4530 w 10000"/>
              <a:gd name="connsiteY38-1588" fmla="*/ 3971 h 10000"/>
              <a:gd name="connsiteX39-1589" fmla="*/ 4267 w 10000"/>
              <a:gd name="connsiteY39-1590" fmla="*/ 4407 h 10000"/>
              <a:gd name="connsiteX40-1591" fmla="*/ 3921 w 10000"/>
              <a:gd name="connsiteY40-1592" fmla="*/ 4948 h 10000"/>
              <a:gd name="connsiteX41-1593" fmla="*/ 3657 w 10000"/>
              <a:gd name="connsiteY41-1594" fmla="*/ 5385 h 10000"/>
              <a:gd name="connsiteX42-1595" fmla="*/ 3476 w 10000"/>
              <a:gd name="connsiteY42-1596" fmla="*/ 5842 h 10000"/>
              <a:gd name="connsiteX43-1597" fmla="*/ 3229 w 10000"/>
              <a:gd name="connsiteY43-1598" fmla="*/ 6279 h 10000"/>
              <a:gd name="connsiteX44-1599" fmla="*/ 2965 w 10000"/>
              <a:gd name="connsiteY44-1600" fmla="*/ 6611 h 10000"/>
              <a:gd name="connsiteX45-1601" fmla="*/ 2784 w 10000"/>
              <a:gd name="connsiteY45-1602" fmla="*/ 6923 h 10000"/>
              <a:gd name="connsiteX46-1603" fmla="*/ 2619 w 10000"/>
              <a:gd name="connsiteY46-1604" fmla="*/ 7256 h 10000"/>
              <a:gd name="connsiteX47-1605" fmla="*/ 2438 w 10000"/>
              <a:gd name="connsiteY47-1606" fmla="*/ 7484 h 10000"/>
              <a:gd name="connsiteX48-1607" fmla="*/ 2273 w 10000"/>
              <a:gd name="connsiteY48-1608" fmla="*/ 7692 h 10000"/>
              <a:gd name="connsiteX49-1609" fmla="*/ 2092 w 10000"/>
              <a:gd name="connsiteY49-1610" fmla="*/ 7921 h 10000"/>
              <a:gd name="connsiteX50-1611" fmla="*/ 2010 w 10000"/>
              <a:gd name="connsiteY50-1612" fmla="*/ 8150 h 10000"/>
              <a:gd name="connsiteX51-1613" fmla="*/ 1911 w 10000"/>
              <a:gd name="connsiteY51-1614" fmla="*/ 8254 h 10000"/>
              <a:gd name="connsiteX52-1615" fmla="*/ 1829 w 10000"/>
              <a:gd name="connsiteY52-1616" fmla="*/ 8358 h 10000"/>
              <a:gd name="connsiteX53-1617" fmla="*/ 1746 w 10000"/>
              <a:gd name="connsiteY53-1618" fmla="*/ 8462 h 10000"/>
              <a:gd name="connsiteX54-1619" fmla="*/ 1746 w 10000"/>
              <a:gd name="connsiteY54-1620" fmla="*/ 8586 h 10000"/>
              <a:gd name="connsiteX55-1621" fmla="*/ 1746 w 10000"/>
              <a:gd name="connsiteY55-1622" fmla="*/ 8586 h 10000"/>
              <a:gd name="connsiteX56-1623" fmla="*/ 1829 w 10000"/>
              <a:gd name="connsiteY56-1624" fmla="*/ 8586 h 10000"/>
              <a:gd name="connsiteX57-1625" fmla="*/ 1911 w 10000"/>
              <a:gd name="connsiteY57-1626" fmla="*/ 8690 h 10000"/>
              <a:gd name="connsiteX58-1627" fmla="*/ 2010 w 10000"/>
              <a:gd name="connsiteY58-1628" fmla="*/ 8690 h 10000"/>
              <a:gd name="connsiteX59-1629" fmla="*/ 2175 w 10000"/>
              <a:gd name="connsiteY59-1630" fmla="*/ 8690 h 10000"/>
              <a:gd name="connsiteX60-1631" fmla="*/ 2273 w 10000"/>
              <a:gd name="connsiteY60-1632" fmla="*/ 8586 h 10000"/>
              <a:gd name="connsiteX61-1633" fmla="*/ 2356 w 10000"/>
              <a:gd name="connsiteY61-1634" fmla="*/ 8586 h 10000"/>
              <a:gd name="connsiteX62-1635" fmla="*/ 2521 w 10000"/>
              <a:gd name="connsiteY62-1636" fmla="*/ 8586 h 10000"/>
              <a:gd name="connsiteX63-1637" fmla="*/ 2702 w 10000"/>
              <a:gd name="connsiteY63-1638" fmla="*/ 8586 h 10000"/>
              <a:gd name="connsiteX64-1639" fmla="*/ 2883 w 10000"/>
              <a:gd name="connsiteY64-1640" fmla="*/ 8462 h 10000"/>
              <a:gd name="connsiteX65-1641" fmla="*/ 3048 w 10000"/>
              <a:gd name="connsiteY65-1642" fmla="*/ 8462 h 10000"/>
              <a:gd name="connsiteX66-1643" fmla="*/ 3311 w 10000"/>
              <a:gd name="connsiteY66-1644" fmla="*/ 8462 h 10000"/>
              <a:gd name="connsiteX67-1645" fmla="*/ 3575 w 10000"/>
              <a:gd name="connsiteY67-1646" fmla="*/ 8462 h 10000"/>
              <a:gd name="connsiteX68-1647" fmla="*/ 3921 w 10000"/>
              <a:gd name="connsiteY68-1648" fmla="*/ 8358 h 10000"/>
              <a:gd name="connsiteX69-1649" fmla="*/ 4267 w 10000"/>
              <a:gd name="connsiteY69-1650" fmla="*/ 8358 h 10000"/>
              <a:gd name="connsiteX70-1651" fmla="*/ 4613 w 10000"/>
              <a:gd name="connsiteY70-1652" fmla="*/ 8358 h 10000"/>
              <a:gd name="connsiteX71-1653" fmla="*/ 4959 w 10000"/>
              <a:gd name="connsiteY71-1654" fmla="*/ 8254 h 10000"/>
              <a:gd name="connsiteX72-1655" fmla="*/ 5387 w 10000"/>
              <a:gd name="connsiteY72-1656" fmla="*/ 8150 h 10000"/>
              <a:gd name="connsiteX73-1657" fmla="*/ 5832 w 10000"/>
              <a:gd name="connsiteY73-1658" fmla="*/ 8150 h 10000"/>
              <a:gd name="connsiteX74-1659" fmla="*/ 6343 w 10000"/>
              <a:gd name="connsiteY74-1660" fmla="*/ 8025 h 10000"/>
              <a:gd name="connsiteX75-1661" fmla="*/ 6787 w 10000"/>
              <a:gd name="connsiteY75-1662" fmla="*/ 8025 h 10000"/>
              <a:gd name="connsiteX76-1663" fmla="*/ 7298 w 10000"/>
              <a:gd name="connsiteY76-1664" fmla="*/ 7921 h 10000"/>
              <a:gd name="connsiteX77-1665" fmla="*/ 7743 w 10000"/>
              <a:gd name="connsiteY77-1666" fmla="*/ 7817 h 10000"/>
              <a:gd name="connsiteX78-1667" fmla="*/ 8171 w 10000"/>
              <a:gd name="connsiteY78-1668" fmla="*/ 7817 h 10000"/>
              <a:gd name="connsiteX79-1669" fmla="*/ 8435 w 10000"/>
              <a:gd name="connsiteY79-1670" fmla="*/ 7692 h 10000"/>
              <a:gd name="connsiteX80-1671" fmla="*/ 8699 w 10000"/>
              <a:gd name="connsiteY80-1672" fmla="*/ 7692 h 10000"/>
              <a:gd name="connsiteX81-1673" fmla="*/ 8962 w 10000"/>
              <a:gd name="connsiteY81-1674" fmla="*/ 7692 h 10000"/>
              <a:gd name="connsiteX82-1675" fmla="*/ 9127 w 10000"/>
              <a:gd name="connsiteY82-1676" fmla="*/ 7692 h 10000"/>
              <a:gd name="connsiteX83-1677" fmla="*/ 9226 w 10000"/>
              <a:gd name="connsiteY83-1678" fmla="*/ 7588 h 10000"/>
              <a:gd name="connsiteX84-1679" fmla="*/ 9390 w 10000"/>
              <a:gd name="connsiteY84-1680" fmla="*/ 7692 h 10000"/>
              <a:gd name="connsiteX85-1681" fmla="*/ 9473 w 10000"/>
              <a:gd name="connsiteY85-1682" fmla="*/ 7692 h 10000"/>
              <a:gd name="connsiteX86-1683" fmla="*/ 9654 w 10000"/>
              <a:gd name="connsiteY86-1684" fmla="*/ 7817 h 10000"/>
              <a:gd name="connsiteX87-1685" fmla="*/ 9736 w 10000"/>
              <a:gd name="connsiteY87-1686" fmla="*/ 7817 h 10000"/>
              <a:gd name="connsiteX88-1687" fmla="*/ 9918 w 10000"/>
              <a:gd name="connsiteY88-1688" fmla="*/ 8025 h 10000"/>
              <a:gd name="connsiteX89-1689" fmla="*/ 10000 w 10000"/>
              <a:gd name="connsiteY89-1690" fmla="*/ 8150 h 10000"/>
              <a:gd name="connsiteX90-1691" fmla="*/ 10000 w 10000"/>
              <a:gd name="connsiteY90-1692" fmla="*/ 8254 h 10000"/>
              <a:gd name="connsiteX91-1693" fmla="*/ 10000 w 10000"/>
              <a:gd name="connsiteY91-1694" fmla="*/ 8358 h 10000"/>
              <a:gd name="connsiteX92-1695" fmla="*/ 10000 w 10000"/>
              <a:gd name="connsiteY92-1696" fmla="*/ 8358 h 10000"/>
              <a:gd name="connsiteX93-1697" fmla="*/ 10000 w 10000"/>
              <a:gd name="connsiteY93-1698" fmla="*/ 8462 h 10000"/>
              <a:gd name="connsiteX94-1699" fmla="*/ 9918 w 10000"/>
              <a:gd name="connsiteY94-1700" fmla="*/ 8462 h 10000"/>
              <a:gd name="connsiteX95-1701" fmla="*/ 9819 w 10000"/>
              <a:gd name="connsiteY95-1702" fmla="*/ 8462 h 10000"/>
              <a:gd name="connsiteX96-1703" fmla="*/ 9736 w 10000"/>
              <a:gd name="connsiteY96-1704" fmla="*/ 8586 h 10000"/>
              <a:gd name="connsiteX97-1705" fmla="*/ 9572 w 10000"/>
              <a:gd name="connsiteY97-1706" fmla="*/ 8586 h 10000"/>
              <a:gd name="connsiteX98-1707" fmla="*/ 9390 w 10000"/>
              <a:gd name="connsiteY98-1708" fmla="*/ 8586 h 10000"/>
              <a:gd name="connsiteX99-1709" fmla="*/ 9127 w 10000"/>
              <a:gd name="connsiteY99-1710" fmla="*/ 8586 h 10000"/>
              <a:gd name="connsiteX100-1711" fmla="*/ 8863 w 10000"/>
              <a:gd name="connsiteY100-1712" fmla="*/ 8586 h 10000"/>
              <a:gd name="connsiteX101-1713" fmla="*/ 8616 w 10000"/>
              <a:gd name="connsiteY101-1714" fmla="*/ 8586 h 10000"/>
              <a:gd name="connsiteX102-1715" fmla="*/ 8353 w 10000"/>
              <a:gd name="connsiteY102-1716" fmla="*/ 8586 h 10000"/>
              <a:gd name="connsiteX103-1717" fmla="*/ 8007 w 10000"/>
              <a:gd name="connsiteY103-1718" fmla="*/ 8586 h 10000"/>
              <a:gd name="connsiteX104-1719" fmla="*/ 7661 w 10000"/>
              <a:gd name="connsiteY104-1720" fmla="*/ 8586 h 10000"/>
              <a:gd name="connsiteX105-1721" fmla="*/ 7298 w 10000"/>
              <a:gd name="connsiteY105-1722" fmla="*/ 8690 h 10000"/>
              <a:gd name="connsiteX106-1723" fmla="*/ 6870 w 10000"/>
              <a:gd name="connsiteY106-1724" fmla="*/ 8690 h 10000"/>
              <a:gd name="connsiteX107-1725" fmla="*/ 6442 w 10000"/>
              <a:gd name="connsiteY107-1726" fmla="*/ 8690 h 10000"/>
              <a:gd name="connsiteX108-1727" fmla="*/ 5651 w 10000"/>
              <a:gd name="connsiteY108-1728" fmla="*/ 8794 h 10000"/>
              <a:gd name="connsiteX109-1729" fmla="*/ 4876 w 10000"/>
              <a:gd name="connsiteY109-1730" fmla="*/ 8919 h 10000"/>
              <a:gd name="connsiteX110-1731" fmla="*/ 4185 w 10000"/>
              <a:gd name="connsiteY110-1732" fmla="*/ 9023 h 10000"/>
              <a:gd name="connsiteX111-1733" fmla="*/ 3476 w 10000"/>
              <a:gd name="connsiteY111-1734" fmla="*/ 9127 h 10000"/>
              <a:gd name="connsiteX112-1735" fmla="*/ 3130 w 10000"/>
              <a:gd name="connsiteY112-1736" fmla="*/ 9127 h 10000"/>
              <a:gd name="connsiteX113-1737" fmla="*/ 2883 w 10000"/>
              <a:gd name="connsiteY113-1738" fmla="*/ 9231 h 10000"/>
              <a:gd name="connsiteX114-1739" fmla="*/ 2521 w 10000"/>
              <a:gd name="connsiteY114-1740" fmla="*/ 9356 h 10000"/>
              <a:gd name="connsiteX115-1741" fmla="*/ 2273 w 10000"/>
              <a:gd name="connsiteY115-1742" fmla="*/ 9356 h 10000"/>
              <a:gd name="connsiteX116-1743" fmla="*/ 2092 w 10000"/>
              <a:gd name="connsiteY116-1744" fmla="*/ 9459 h 10000"/>
              <a:gd name="connsiteX117-1745" fmla="*/ 1829 w 10000"/>
              <a:gd name="connsiteY117-1746" fmla="*/ 9459 h 10000"/>
              <a:gd name="connsiteX118-1747" fmla="*/ 1664 w 10000"/>
              <a:gd name="connsiteY118-1748" fmla="*/ 9563 h 10000"/>
              <a:gd name="connsiteX119-1749" fmla="*/ 1400 w 10000"/>
              <a:gd name="connsiteY119-1750" fmla="*/ 9688 h 10000"/>
              <a:gd name="connsiteX120-1751" fmla="*/ 1219 w 10000"/>
              <a:gd name="connsiteY120-1752" fmla="*/ 9688 h 10000"/>
              <a:gd name="connsiteX121-1753" fmla="*/ 1137 w 10000"/>
              <a:gd name="connsiteY121-1754" fmla="*/ 9792 h 10000"/>
              <a:gd name="connsiteX122-1755" fmla="*/ 956 w 10000"/>
              <a:gd name="connsiteY122-1756" fmla="*/ 9792 h 10000"/>
              <a:gd name="connsiteX123-1757" fmla="*/ 873 w 10000"/>
              <a:gd name="connsiteY123-1758" fmla="*/ 9896 h 10000"/>
              <a:gd name="connsiteX124-1759" fmla="*/ 791 w 10000"/>
              <a:gd name="connsiteY124-1760" fmla="*/ 9896 h 10000"/>
              <a:gd name="connsiteX125-1761" fmla="*/ 708 w 10000"/>
              <a:gd name="connsiteY125-1762" fmla="*/ 9896 h 10000"/>
              <a:gd name="connsiteX126-1763" fmla="*/ 527 w 10000"/>
              <a:gd name="connsiteY126-1764" fmla="*/ 10000 h 10000"/>
              <a:gd name="connsiteX127-1765" fmla="*/ 445 w 10000"/>
              <a:gd name="connsiteY127-1766" fmla="*/ 9896 h 10000"/>
              <a:gd name="connsiteX128-1767" fmla="*/ 362 w 10000"/>
              <a:gd name="connsiteY128-1768" fmla="*/ 9896 h 10000"/>
              <a:gd name="connsiteX129-1769" fmla="*/ 264 w 10000"/>
              <a:gd name="connsiteY129-1770" fmla="*/ 9792 h 10000"/>
              <a:gd name="connsiteX130-1771" fmla="*/ 181 w 10000"/>
              <a:gd name="connsiteY130-1772" fmla="*/ 9563 h 10000"/>
              <a:gd name="connsiteX131-1773" fmla="*/ 99 w 10000"/>
              <a:gd name="connsiteY131-1774" fmla="*/ 9356 h 10000"/>
              <a:gd name="connsiteX132-1775" fmla="*/ 0 w 10000"/>
              <a:gd name="connsiteY132-1776" fmla="*/ 9231 h 10000"/>
              <a:gd name="connsiteX133-1777" fmla="*/ 0 w 10000"/>
              <a:gd name="connsiteY133-1778" fmla="*/ 9127 h 10000"/>
              <a:gd name="connsiteX134-1779" fmla="*/ 0 w 10000"/>
              <a:gd name="connsiteY134-1780" fmla="*/ 9023 h 10000"/>
              <a:gd name="connsiteX135-1781" fmla="*/ 0 w 10000"/>
              <a:gd name="connsiteY135-1782" fmla="*/ 9023 h 10000"/>
              <a:gd name="connsiteX136-1783" fmla="*/ 99 w 10000"/>
              <a:gd name="connsiteY136-1784" fmla="*/ 8919 h 10000"/>
              <a:gd name="connsiteX137-1785" fmla="*/ 181 w 10000"/>
              <a:gd name="connsiteY137-1786" fmla="*/ 8794 h 10000"/>
              <a:gd name="connsiteX138-1787" fmla="*/ 362 w 10000"/>
              <a:gd name="connsiteY138-1788" fmla="*/ 8690 h 10000"/>
              <a:gd name="connsiteX139-1789" fmla="*/ 527 w 10000"/>
              <a:gd name="connsiteY139-1790" fmla="*/ 8586 h 10000"/>
              <a:gd name="connsiteX140-1791" fmla="*/ 610 w 10000"/>
              <a:gd name="connsiteY140-1792" fmla="*/ 8462 h 10000"/>
              <a:gd name="connsiteX141-1793" fmla="*/ 708 w 10000"/>
              <a:gd name="connsiteY141-1794" fmla="*/ 8358 h 10000"/>
              <a:gd name="connsiteX142-1795" fmla="*/ 873 w 10000"/>
              <a:gd name="connsiteY142-1796" fmla="*/ 8254 h 10000"/>
              <a:gd name="connsiteX143-1797" fmla="*/ 1054 w 10000"/>
              <a:gd name="connsiteY143-1798" fmla="*/ 8025 h 10000"/>
              <a:gd name="connsiteX144-1799" fmla="*/ 1137 w 10000"/>
              <a:gd name="connsiteY144-1800" fmla="*/ 7921 h 10000"/>
              <a:gd name="connsiteX145-1801" fmla="*/ 1318 w 10000"/>
              <a:gd name="connsiteY145-1802" fmla="*/ 7692 h 10000"/>
              <a:gd name="connsiteX146-1803" fmla="*/ 1483 w 10000"/>
              <a:gd name="connsiteY146-1804" fmla="*/ 7484 h 10000"/>
              <a:gd name="connsiteX147-1805" fmla="*/ 1483 w 10000"/>
              <a:gd name="connsiteY147-1806" fmla="*/ 7484 h 10000"/>
              <a:gd name="connsiteX0-1807" fmla="*/ 1483 w 10000"/>
              <a:gd name="connsiteY0-1808" fmla="*/ 7484 h 10000"/>
              <a:gd name="connsiteX1-1809" fmla="*/ 1664 w 10000"/>
              <a:gd name="connsiteY1-1810" fmla="*/ 7152 h 10000"/>
              <a:gd name="connsiteX2-1811" fmla="*/ 1911 w 10000"/>
              <a:gd name="connsiteY2-1812" fmla="*/ 6819 h 10000"/>
              <a:gd name="connsiteX3-1813" fmla="*/ 2092 w 10000"/>
              <a:gd name="connsiteY3-1814" fmla="*/ 6486 h 10000"/>
              <a:gd name="connsiteX4-1815" fmla="*/ 2356 w 10000"/>
              <a:gd name="connsiteY4-1816" fmla="*/ 6050 h 10000"/>
              <a:gd name="connsiteX5-1817" fmla="*/ 2619 w 10000"/>
              <a:gd name="connsiteY5-1818" fmla="*/ 5509 h 10000"/>
              <a:gd name="connsiteX6-1819" fmla="*/ 2883 w 10000"/>
              <a:gd name="connsiteY6-1820" fmla="*/ 4948 h 10000"/>
              <a:gd name="connsiteX7-1821" fmla="*/ 3130 w 10000"/>
              <a:gd name="connsiteY7-1822" fmla="*/ 4304 h 10000"/>
              <a:gd name="connsiteX8-1823" fmla="*/ 3476 w 10000"/>
              <a:gd name="connsiteY8-1824" fmla="*/ 3638 h 10000"/>
              <a:gd name="connsiteX9-1825" fmla="*/ 3740 w 10000"/>
              <a:gd name="connsiteY9-1826" fmla="*/ 2973 h 10000"/>
              <a:gd name="connsiteX10-1827" fmla="*/ 4003 w 10000"/>
              <a:gd name="connsiteY10-1828" fmla="*/ 2432 h 10000"/>
              <a:gd name="connsiteX11-1829" fmla="*/ 4185 w 10000"/>
              <a:gd name="connsiteY11-1830" fmla="*/ 1871 h 10000"/>
              <a:gd name="connsiteX12-1831" fmla="*/ 4349 w 10000"/>
              <a:gd name="connsiteY12-1832" fmla="*/ 1435 h 10000"/>
              <a:gd name="connsiteX13-1833" fmla="*/ 4432 w 10000"/>
              <a:gd name="connsiteY13-1834" fmla="*/ 1102 h 10000"/>
              <a:gd name="connsiteX14-1835" fmla="*/ 4530 w 10000"/>
              <a:gd name="connsiteY14-1836" fmla="*/ 769 h 10000"/>
              <a:gd name="connsiteX15-1837" fmla="*/ 4530 w 10000"/>
              <a:gd name="connsiteY15-1838" fmla="*/ 437 h 10000"/>
              <a:gd name="connsiteX16-1839" fmla="*/ 4432 w 10000"/>
              <a:gd name="connsiteY16-1840" fmla="*/ 437 h 10000"/>
              <a:gd name="connsiteX17-1841" fmla="*/ 4349 w 10000"/>
              <a:gd name="connsiteY17-1842" fmla="*/ 229 h 10000"/>
              <a:gd name="connsiteX18-1843" fmla="*/ 5041 w 10000"/>
              <a:gd name="connsiteY18-1844" fmla="*/ 0 h 10000"/>
              <a:gd name="connsiteX19-1845" fmla="*/ 5222 w 10000"/>
              <a:gd name="connsiteY19-1846" fmla="*/ 125 h 10000"/>
              <a:gd name="connsiteX20-1847" fmla="*/ 5486 w 10000"/>
              <a:gd name="connsiteY20-1848" fmla="*/ 229 h 10000"/>
              <a:gd name="connsiteX21-1849" fmla="*/ 5651 w 10000"/>
              <a:gd name="connsiteY21-1850" fmla="*/ 333 h 10000"/>
              <a:gd name="connsiteX22-1851" fmla="*/ 5832 w 10000"/>
              <a:gd name="connsiteY22-1852" fmla="*/ 437 h 10000"/>
              <a:gd name="connsiteX23-1853" fmla="*/ 5997 w 10000"/>
              <a:gd name="connsiteY23-1854" fmla="*/ 665 h 10000"/>
              <a:gd name="connsiteX24-1855" fmla="*/ 6096 w 10000"/>
              <a:gd name="connsiteY24-1856" fmla="*/ 769 h 10000"/>
              <a:gd name="connsiteX25-1857" fmla="*/ 6096 w 10000"/>
              <a:gd name="connsiteY25-1858" fmla="*/ 894 h 10000"/>
              <a:gd name="connsiteX26-1859" fmla="*/ 6096 w 10000"/>
              <a:gd name="connsiteY26-1860" fmla="*/ 998 h 10000"/>
              <a:gd name="connsiteX27-1861" fmla="*/ 6096 w 10000"/>
              <a:gd name="connsiteY27-1862" fmla="*/ 1206 h 10000"/>
              <a:gd name="connsiteX28-1863" fmla="*/ 5997 w 10000"/>
              <a:gd name="connsiteY28-1864" fmla="*/ 1331 h 10000"/>
              <a:gd name="connsiteX29-1865" fmla="*/ 5914 w 10000"/>
              <a:gd name="connsiteY29-1866" fmla="*/ 1538 h 10000"/>
              <a:gd name="connsiteX30-1867" fmla="*/ 5750 w 10000"/>
              <a:gd name="connsiteY30-1868" fmla="*/ 1767 h 10000"/>
              <a:gd name="connsiteX31-1869" fmla="*/ 5568 w 10000"/>
              <a:gd name="connsiteY31-1870" fmla="*/ 1975 h 10000"/>
              <a:gd name="connsiteX32-1871" fmla="*/ 5486 w 10000"/>
              <a:gd name="connsiteY32-1872" fmla="*/ 2204 h 10000"/>
              <a:gd name="connsiteX33-1873" fmla="*/ 5305 w 10000"/>
              <a:gd name="connsiteY33-1874" fmla="*/ 2432 h 10000"/>
              <a:gd name="connsiteX34-1875" fmla="*/ 5140 w 10000"/>
              <a:gd name="connsiteY34-1876" fmla="*/ 2744 h 10000"/>
              <a:gd name="connsiteX35-1877" fmla="*/ 4959 w 10000"/>
              <a:gd name="connsiteY35-1878" fmla="*/ 3077 h 10000"/>
              <a:gd name="connsiteX36-1879" fmla="*/ 4695 w 10000"/>
              <a:gd name="connsiteY36-1880" fmla="*/ 3514 h 10000"/>
              <a:gd name="connsiteX37-1881" fmla="*/ 4530 w 10000"/>
              <a:gd name="connsiteY37-1882" fmla="*/ 3971 h 10000"/>
              <a:gd name="connsiteX38-1883" fmla="*/ 4267 w 10000"/>
              <a:gd name="connsiteY38-1884" fmla="*/ 4407 h 10000"/>
              <a:gd name="connsiteX39-1885" fmla="*/ 3921 w 10000"/>
              <a:gd name="connsiteY39-1886" fmla="*/ 4948 h 10000"/>
              <a:gd name="connsiteX40-1887" fmla="*/ 3657 w 10000"/>
              <a:gd name="connsiteY40-1888" fmla="*/ 5385 h 10000"/>
              <a:gd name="connsiteX41-1889" fmla="*/ 3476 w 10000"/>
              <a:gd name="connsiteY41-1890" fmla="*/ 5842 h 10000"/>
              <a:gd name="connsiteX42-1891" fmla="*/ 3229 w 10000"/>
              <a:gd name="connsiteY42-1892" fmla="*/ 6279 h 10000"/>
              <a:gd name="connsiteX43-1893" fmla="*/ 2965 w 10000"/>
              <a:gd name="connsiteY43-1894" fmla="*/ 6611 h 10000"/>
              <a:gd name="connsiteX44-1895" fmla="*/ 2784 w 10000"/>
              <a:gd name="connsiteY44-1896" fmla="*/ 6923 h 10000"/>
              <a:gd name="connsiteX45-1897" fmla="*/ 2619 w 10000"/>
              <a:gd name="connsiteY45-1898" fmla="*/ 7256 h 10000"/>
              <a:gd name="connsiteX46-1899" fmla="*/ 2438 w 10000"/>
              <a:gd name="connsiteY46-1900" fmla="*/ 7484 h 10000"/>
              <a:gd name="connsiteX47-1901" fmla="*/ 2273 w 10000"/>
              <a:gd name="connsiteY47-1902" fmla="*/ 7692 h 10000"/>
              <a:gd name="connsiteX48-1903" fmla="*/ 2092 w 10000"/>
              <a:gd name="connsiteY48-1904" fmla="*/ 7921 h 10000"/>
              <a:gd name="connsiteX49-1905" fmla="*/ 2010 w 10000"/>
              <a:gd name="connsiteY49-1906" fmla="*/ 8150 h 10000"/>
              <a:gd name="connsiteX50-1907" fmla="*/ 1911 w 10000"/>
              <a:gd name="connsiteY50-1908" fmla="*/ 8254 h 10000"/>
              <a:gd name="connsiteX51-1909" fmla="*/ 1829 w 10000"/>
              <a:gd name="connsiteY51-1910" fmla="*/ 8358 h 10000"/>
              <a:gd name="connsiteX52-1911" fmla="*/ 1746 w 10000"/>
              <a:gd name="connsiteY52-1912" fmla="*/ 8462 h 10000"/>
              <a:gd name="connsiteX53-1913" fmla="*/ 1746 w 10000"/>
              <a:gd name="connsiteY53-1914" fmla="*/ 8586 h 10000"/>
              <a:gd name="connsiteX54-1915" fmla="*/ 1746 w 10000"/>
              <a:gd name="connsiteY54-1916" fmla="*/ 8586 h 10000"/>
              <a:gd name="connsiteX55-1917" fmla="*/ 1829 w 10000"/>
              <a:gd name="connsiteY55-1918" fmla="*/ 8586 h 10000"/>
              <a:gd name="connsiteX56-1919" fmla="*/ 1911 w 10000"/>
              <a:gd name="connsiteY56-1920" fmla="*/ 8690 h 10000"/>
              <a:gd name="connsiteX57-1921" fmla="*/ 2010 w 10000"/>
              <a:gd name="connsiteY57-1922" fmla="*/ 8690 h 10000"/>
              <a:gd name="connsiteX58-1923" fmla="*/ 2175 w 10000"/>
              <a:gd name="connsiteY58-1924" fmla="*/ 8690 h 10000"/>
              <a:gd name="connsiteX59-1925" fmla="*/ 2273 w 10000"/>
              <a:gd name="connsiteY59-1926" fmla="*/ 8586 h 10000"/>
              <a:gd name="connsiteX60-1927" fmla="*/ 2356 w 10000"/>
              <a:gd name="connsiteY60-1928" fmla="*/ 8586 h 10000"/>
              <a:gd name="connsiteX61-1929" fmla="*/ 2521 w 10000"/>
              <a:gd name="connsiteY61-1930" fmla="*/ 8586 h 10000"/>
              <a:gd name="connsiteX62-1931" fmla="*/ 2702 w 10000"/>
              <a:gd name="connsiteY62-1932" fmla="*/ 8586 h 10000"/>
              <a:gd name="connsiteX63-1933" fmla="*/ 2883 w 10000"/>
              <a:gd name="connsiteY63-1934" fmla="*/ 8462 h 10000"/>
              <a:gd name="connsiteX64-1935" fmla="*/ 3048 w 10000"/>
              <a:gd name="connsiteY64-1936" fmla="*/ 8462 h 10000"/>
              <a:gd name="connsiteX65-1937" fmla="*/ 3311 w 10000"/>
              <a:gd name="connsiteY65-1938" fmla="*/ 8462 h 10000"/>
              <a:gd name="connsiteX66-1939" fmla="*/ 3575 w 10000"/>
              <a:gd name="connsiteY66-1940" fmla="*/ 8462 h 10000"/>
              <a:gd name="connsiteX67-1941" fmla="*/ 3921 w 10000"/>
              <a:gd name="connsiteY67-1942" fmla="*/ 8358 h 10000"/>
              <a:gd name="connsiteX68-1943" fmla="*/ 4267 w 10000"/>
              <a:gd name="connsiteY68-1944" fmla="*/ 8358 h 10000"/>
              <a:gd name="connsiteX69-1945" fmla="*/ 4613 w 10000"/>
              <a:gd name="connsiteY69-1946" fmla="*/ 8358 h 10000"/>
              <a:gd name="connsiteX70-1947" fmla="*/ 4959 w 10000"/>
              <a:gd name="connsiteY70-1948" fmla="*/ 8254 h 10000"/>
              <a:gd name="connsiteX71-1949" fmla="*/ 5387 w 10000"/>
              <a:gd name="connsiteY71-1950" fmla="*/ 8150 h 10000"/>
              <a:gd name="connsiteX72-1951" fmla="*/ 5832 w 10000"/>
              <a:gd name="connsiteY72-1952" fmla="*/ 8150 h 10000"/>
              <a:gd name="connsiteX73-1953" fmla="*/ 6343 w 10000"/>
              <a:gd name="connsiteY73-1954" fmla="*/ 8025 h 10000"/>
              <a:gd name="connsiteX74-1955" fmla="*/ 6787 w 10000"/>
              <a:gd name="connsiteY74-1956" fmla="*/ 8025 h 10000"/>
              <a:gd name="connsiteX75-1957" fmla="*/ 7298 w 10000"/>
              <a:gd name="connsiteY75-1958" fmla="*/ 7921 h 10000"/>
              <a:gd name="connsiteX76-1959" fmla="*/ 7743 w 10000"/>
              <a:gd name="connsiteY76-1960" fmla="*/ 7817 h 10000"/>
              <a:gd name="connsiteX77-1961" fmla="*/ 8171 w 10000"/>
              <a:gd name="connsiteY77-1962" fmla="*/ 7817 h 10000"/>
              <a:gd name="connsiteX78-1963" fmla="*/ 8435 w 10000"/>
              <a:gd name="connsiteY78-1964" fmla="*/ 7692 h 10000"/>
              <a:gd name="connsiteX79-1965" fmla="*/ 8699 w 10000"/>
              <a:gd name="connsiteY79-1966" fmla="*/ 7692 h 10000"/>
              <a:gd name="connsiteX80-1967" fmla="*/ 8962 w 10000"/>
              <a:gd name="connsiteY80-1968" fmla="*/ 7692 h 10000"/>
              <a:gd name="connsiteX81-1969" fmla="*/ 9127 w 10000"/>
              <a:gd name="connsiteY81-1970" fmla="*/ 7692 h 10000"/>
              <a:gd name="connsiteX82-1971" fmla="*/ 9226 w 10000"/>
              <a:gd name="connsiteY82-1972" fmla="*/ 7588 h 10000"/>
              <a:gd name="connsiteX83-1973" fmla="*/ 9390 w 10000"/>
              <a:gd name="connsiteY83-1974" fmla="*/ 7692 h 10000"/>
              <a:gd name="connsiteX84-1975" fmla="*/ 9473 w 10000"/>
              <a:gd name="connsiteY84-1976" fmla="*/ 7692 h 10000"/>
              <a:gd name="connsiteX85-1977" fmla="*/ 9654 w 10000"/>
              <a:gd name="connsiteY85-1978" fmla="*/ 7817 h 10000"/>
              <a:gd name="connsiteX86-1979" fmla="*/ 9736 w 10000"/>
              <a:gd name="connsiteY86-1980" fmla="*/ 7817 h 10000"/>
              <a:gd name="connsiteX87-1981" fmla="*/ 9918 w 10000"/>
              <a:gd name="connsiteY87-1982" fmla="*/ 8025 h 10000"/>
              <a:gd name="connsiteX88-1983" fmla="*/ 10000 w 10000"/>
              <a:gd name="connsiteY88-1984" fmla="*/ 8150 h 10000"/>
              <a:gd name="connsiteX89-1985" fmla="*/ 10000 w 10000"/>
              <a:gd name="connsiteY89-1986" fmla="*/ 8254 h 10000"/>
              <a:gd name="connsiteX90-1987" fmla="*/ 10000 w 10000"/>
              <a:gd name="connsiteY90-1988" fmla="*/ 8358 h 10000"/>
              <a:gd name="connsiteX91-1989" fmla="*/ 10000 w 10000"/>
              <a:gd name="connsiteY91-1990" fmla="*/ 8358 h 10000"/>
              <a:gd name="connsiteX92-1991" fmla="*/ 10000 w 10000"/>
              <a:gd name="connsiteY92-1992" fmla="*/ 8462 h 10000"/>
              <a:gd name="connsiteX93-1993" fmla="*/ 9918 w 10000"/>
              <a:gd name="connsiteY93-1994" fmla="*/ 8462 h 10000"/>
              <a:gd name="connsiteX94-1995" fmla="*/ 9819 w 10000"/>
              <a:gd name="connsiteY94-1996" fmla="*/ 8462 h 10000"/>
              <a:gd name="connsiteX95-1997" fmla="*/ 9736 w 10000"/>
              <a:gd name="connsiteY95-1998" fmla="*/ 8586 h 10000"/>
              <a:gd name="connsiteX96-1999" fmla="*/ 9572 w 10000"/>
              <a:gd name="connsiteY96-2000" fmla="*/ 8586 h 10000"/>
              <a:gd name="connsiteX97-2001" fmla="*/ 9390 w 10000"/>
              <a:gd name="connsiteY97-2002" fmla="*/ 8586 h 10000"/>
              <a:gd name="connsiteX98-2003" fmla="*/ 9127 w 10000"/>
              <a:gd name="connsiteY98-2004" fmla="*/ 8586 h 10000"/>
              <a:gd name="connsiteX99-2005" fmla="*/ 8863 w 10000"/>
              <a:gd name="connsiteY99-2006" fmla="*/ 8586 h 10000"/>
              <a:gd name="connsiteX100-2007" fmla="*/ 8616 w 10000"/>
              <a:gd name="connsiteY100-2008" fmla="*/ 8586 h 10000"/>
              <a:gd name="connsiteX101-2009" fmla="*/ 8353 w 10000"/>
              <a:gd name="connsiteY101-2010" fmla="*/ 8586 h 10000"/>
              <a:gd name="connsiteX102-2011" fmla="*/ 8007 w 10000"/>
              <a:gd name="connsiteY102-2012" fmla="*/ 8586 h 10000"/>
              <a:gd name="connsiteX103-2013" fmla="*/ 7661 w 10000"/>
              <a:gd name="connsiteY103-2014" fmla="*/ 8586 h 10000"/>
              <a:gd name="connsiteX104-2015" fmla="*/ 7298 w 10000"/>
              <a:gd name="connsiteY104-2016" fmla="*/ 8690 h 10000"/>
              <a:gd name="connsiteX105-2017" fmla="*/ 6870 w 10000"/>
              <a:gd name="connsiteY105-2018" fmla="*/ 8690 h 10000"/>
              <a:gd name="connsiteX106-2019" fmla="*/ 6442 w 10000"/>
              <a:gd name="connsiteY106-2020" fmla="*/ 8690 h 10000"/>
              <a:gd name="connsiteX107-2021" fmla="*/ 5651 w 10000"/>
              <a:gd name="connsiteY107-2022" fmla="*/ 8794 h 10000"/>
              <a:gd name="connsiteX108-2023" fmla="*/ 4876 w 10000"/>
              <a:gd name="connsiteY108-2024" fmla="*/ 8919 h 10000"/>
              <a:gd name="connsiteX109-2025" fmla="*/ 4185 w 10000"/>
              <a:gd name="connsiteY109-2026" fmla="*/ 9023 h 10000"/>
              <a:gd name="connsiteX110-2027" fmla="*/ 3476 w 10000"/>
              <a:gd name="connsiteY110-2028" fmla="*/ 9127 h 10000"/>
              <a:gd name="connsiteX111-2029" fmla="*/ 3130 w 10000"/>
              <a:gd name="connsiteY111-2030" fmla="*/ 9127 h 10000"/>
              <a:gd name="connsiteX112-2031" fmla="*/ 2883 w 10000"/>
              <a:gd name="connsiteY112-2032" fmla="*/ 9231 h 10000"/>
              <a:gd name="connsiteX113-2033" fmla="*/ 2521 w 10000"/>
              <a:gd name="connsiteY113-2034" fmla="*/ 9356 h 10000"/>
              <a:gd name="connsiteX114-2035" fmla="*/ 2273 w 10000"/>
              <a:gd name="connsiteY114-2036" fmla="*/ 9356 h 10000"/>
              <a:gd name="connsiteX115-2037" fmla="*/ 2092 w 10000"/>
              <a:gd name="connsiteY115-2038" fmla="*/ 9459 h 10000"/>
              <a:gd name="connsiteX116-2039" fmla="*/ 1829 w 10000"/>
              <a:gd name="connsiteY116-2040" fmla="*/ 9459 h 10000"/>
              <a:gd name="connsiteX117-2041" fmla="*/ 1664 w 10000"/>
              <a:gd name="connsiteY117-2042" fmla="*/ 9563 h 10000"/>
              <a:gd name="connsiteX118-2043" fmla="*/ 1400 w 10000"/>
              <a:gd name="connsiteY118-2044" fmla="*/ 9688 h 10000"/>
              <a:gd name="connsiteX119-2045" fmla="*/ 1219 w 10000"/>
              <a:gd name="connsiteY119-2046" fmla="*/ 9688 h 10000"/>
              <a:gd name="connsiteX120-2047" fmla="*/ 1137 w 10000"/>
              <a:gd name="connsiteY120-2048" fmla="*/ 9792 h 10000"/>
              <a:gd name="connsiteX121-2049" fmla="*/ 956 w 10000"/>
              <a:gd name="connsiteY121-2050" fmla="*/ 9792 h 10000"/>
              <a:gd name="connsiteX122-2051" fmla="*/ 873 w 10000"/>
              <a:gd name="connsiteY122-2052" fmla="*/ 9896 h 10000"/>
              <a:gd name="connsiteX123-2053" fmla="*/ 791 w 10000"/>
              <a:gd name="connsiteY123-2054" fmla="*/ 9896 h 10000"/>
              <a:gd name="connsiteX124-2055" fmla="*/ 708 w 10000"/>
              <a:gd name="connsiteY124-2056" fmla="*/ 9896 h 10000"/>
              <a:gd name="connsiteX125-2057" fmla="*/ 527 w 10000"/>
              <a:gd name="connsiteY125-2058" fmla="*/ 10000 h 10000"/>
              <a:gd name="connsiteX126-2059" fmla="*/ 445 w 10000"/>
              <a:gd name="connsiteY126-2060" fmla="*/ 9896 h 10000"/>
              <a:gd name="connsiteX127-2061" fmla="*/ 362 w 10000"/>
              <a:gd name="connsiteY127-2062" fmla="*/ 9896 h 10000"/>
              <a:gd name="connsiteX128-2063" fmla="*/ 264 w 10000"/>
              <a:gd name="connsiteY128-2064" fmla="*/ 9792 h 10000"/>
              <a:gd name="connsiteX129-2065" fmla="*/ 181 w 10000"/>
              <a:gd name="connsiteY129-2066" fmla="*/ 9563 h 10000"/>
              <a:gd name="connsiteX130-2067" fmla="*/ 99 w 10000"/>
              <a:gd name="connsiteY130-2068" fmla="*/ 9356 h 10000"/>
              <a:gd name="connsiteX131-2069" fmla="*/ 0 w 10000"/>
              <a:gd name="connsiteY131-2070" fmla="*/ 9231 h 10000"/>
              <a:gd name="connsiteX132-2071" fmla="*/ 0 w 10000"/>
              <a:gd name="connsiteY132-2072" fmla="*/ 9127 h 10000"/>
              <a:gd name="connsiteX133-2073" fmla="*/ 0 w 10000"/>
              <a:gd name="connsiteY133-2074" fmla="*/ 9023 h 10000"/>
              <a:gd name="connsiteX134-2075" fmla="*/ 0 w 10000"/>
              <a:gd name="connsiteY134-2076" fmla="*/ 9023 h 10000"/>
              <a:gd name="connsiteX135-2077" fmla="*/ 99 w 10000"/>
              <a:gd name="connsiteY135-2078" fmla="*/ 8919 h 10000"/>
              <a:gd name="connsiteX136-2079" fmla="*/ 181 w 10000"/>
              <a:gd name="connsiteY136-2080" fmla="*/ 8794 h 10000"/>
              <a:gd name="connsiteX137-2081" fmla="*/ 362 w 10000"/>
              <a:gd name="connsiteY137-2082" fmla="*/ 8690 h 10000"/>
              <a:gd name="connsiteX138-2083" fmla="*/ 527 w 10000"/>
              <a:gd name="connsiteY138-2084" fmla="*/ 8586 h 10000"/>
              <a:gd name="connsiteX139-2085" fmla="*/ 610 w 10000"/>
              <a:gd name="connsiteY139-2086" fmla="*/ 8462 h 10000"/>
              <a:gd name="connsiteX140-2087" fmla="*/ 708 w 10000"/>
              <a:gd name="connsiteY140-2088" fmla="*/ 8358 h 10000"/>
              <a:gd name="connsiteX141-2089" fmla="*/ 873 w 10000"/>
              <a:gd name="connsiteY141-2090" fmla="*/ 8254 h 10000"/>
              <a:gd name="connsiteX142-2091" fmla="*/ 1054 w 10000"/>
              <a:gd name="connsiteY142-2092" fmla="*/ 8025 h 10000"/>
              <a:gd name="connsiteX143-2093" fmla="*/ 1137 w 10000"/>
              <a:gd name="connsiteY143-2094" fmla="*/ 7921 h 10000"/>
              <a:gd name="connsiteX144-2095" fmla="*/ 1318 w 10000"/>
              <a:gd name="connsiteY144-2096" fmla="*/ 7692 h 10000"/>
              <a:gd name="connsiteX145-2097" fmla="*/ 1483 w 10000"/>
              <a:gd name="connsiteY145-2098" fmla="*/ 7484 h 10000"/>
              <a:gd name="connsiteX146-2099" fmla="*/ 1483 w 10000"/>
              <a:gd name="connsiteY146-2100" fmla="*/ 7484 h 10000"/>
              <a:gd name="connsiteX0-2101" fmla="*/ 1483 w 10000"/>
              <a:gd name="connsiteY0-2102" fmla="*/ 7484 h 10000"/>
              <a:gd name="connsiteX1-2103" fmla="*/ 1664 w 10000"/>
              <a:gd name="connsiteY1-2104" fmla="*/ 7152 h 10000"/>
              <a:gd name="connsiteX2-2105" fmla="*/ 1911 w 10000"/>
              <a:gd name="connsiteY2-2106" fmla="*/ 6819 h 10000"/>
              <a:gd name="connsiteX3-2107" fmla="*/ 2092 w 10000"/>
              <a:gd name="connsiteY3-2108" fmla="*/ 6486 h 10000"/>
              <a:gd name="connsiteX4-2109" fmla="*/ 2356 w 10000"/>
              <a:gd name="connsiteY4-2110" fmla="*/ 6050 h 10000"/>
              <a:gd name="connsiteX5-2111" fmla="*/ 2619 w 10000"/>
              <a:gd name="connsiteY5-2112" fmla="*/ 5509 h 10000"/>
              <a:gd name="connsiteX6-2113" fmla="*/ 2883 w 10000"/>
              <a:gd name="connsiteY6-2114" fmla="*/ 4948 h 10000"/>
              <a:gd name="connsiteX7-2115" fmla="*/ 3130 w 10000"/>
              <a:gd name="connsiteY7-2116" fmla="*/ 4304 h 10000"/>
              <a:gd name="connsiteX8-2117" fmla="*/ 3476 w 10000"/>
              <a:gd name="connsiteY8-2118" fmla="*/ 3638 h 10000"/>
              <a:gd name="connsiteX9-2119" fmla="*/ 3740 w 10000"/>
              <a:gd name="connsiteY9-2120" fmla="*/ 2973 h 10000"/>
              <a:gd name="connsiteX10-2121" fmla="*/ 4003 w 10000"/>
              <a:gd name="connsiteY10-2122" fmla="*/ 2432 h 10000"/>
              <a:gd name="connsiteX11-2123" fmla="*/ 4185 w 10000"/>
              <a:gd name="connsiteY11-2124" fmla="*/ 1871 h 10000"/>
              <a:gd name="connsiteX12-2125" fmla="*/ 4349 w 10000"/>
              <a:gd name="connsiteY12-2126" fmla="*/ 1435 h 10000"/>
              <a:gd name="connsiteX13-2127" fmla="*/ 4432 w 10000"/>
              <a:gd name="connsiteY13-2128" fmla="*/ 1102 h 10000"/>
              <a:gd name="connsiteX14-2129" fmla="*/ 4530 w 10000"/>
              <a:gd name="connsiteY14-2130" fmla="*/ 437 h 10000"/>
              <a:gd name="connsiteX15-2131" fmla="*/ 4432 w 10000"/>
              <a:gd name="connsiteY15-2132" fmla="*/ 437 h 10000"/>
              <a:gd name="connsiteX16-2133" fmla="*/ 4349 w 10000"/>
              <a:gd name="connsiteY16-2134" fmla="*/ 229 h 10000"/>
              <a:gd name="connsiteX17-2135" fmla="*/ 5041 w 10000"/>
              <a:gd name="connsiteY17-2136" fmla="*/ 0 h 10000"/>
              <a:gd name="connsiteX18-2137" fmla="*/ 5222 w 10000"/>
              <a:gd name="connsiteY18-2138" fmla="*/ 125 h 10000"/>
              <a:gd name="connsiteX19-2139" fmla="*/ 5486 w 10000"/>
              <a:gd name="connsiteY19-2140" fmla="*/ 229 h 10000"/>
              <a:gd name="connsiteX20-2141" fmla="*/ 5651 w 10000"/>
              <a:gd name="connsiteY20-2142" fmla="*/ 333 h 10000"/>
              <a:gd name="connsiteX21-2143" fmla="*/ 5832 w 10000"/>
              <a:gd name="connsiteY21-2144" fmla="*/ 437 h 10000"/>
              <a:gd name="connsiteX22-2145" fmla="*/ 5997 w 10000"/>
              <a:gd name="connsiteY22-2146" fmla="*/ 665 h 10000"/>
              <a:gd name="connsiteX23-2147" fmla="*/ 6096 w 10000"/>
              <a:gd name="connsiteY23-2148" fmla="*/ 769 h 10000"/>
              <a:gd name="connsiteX24-2149" fmla="*/ 6096 w 10000"/>
              <a:gd name="connsiteY24-2150" fmla="*/ 894 h 10000"/>
              <a:gd name="connsiteX25-2151" fmla="*/ 6096 w 10000"/>
              <a:gd name="connsiteY25-2152" fmla="*/ 998 h 10000"/>
              <a:gd name="connsiteX26-2153" fmla="*/ 6096 w 10000"/>
              <a:gd name="connsiteY26-2154" fmla="*/ 1206 h 10000"/>
              <a:gd name="connsiteX27-2155" fmla="*/ 5997 w 10000"/>
              <a:gd name="connsiteY27-2156" fmla="*/ 1331 h 10000"/>
              <a:gd name="connsiteX28-2157" fmla="*/ 5914 w 10000"/>
              <a:gd name="connsiteY28-2158" fmla="*/ 1538 h 10000"/>
              <a:gd name="connsiteX29-2159" fmla="*/ 5750 w 10000"/>
              <a:gd name="connsiteY29-2160" fmla="*/ 1767 h 10000"/>
              <a:gd name="connsiteX30-2161" fmla="*/ 5568 w 10000"/>
              <a:gd name="connsiteY30-2162" fmla="*/ 1975 h 10000"/>
              <a:gd name="connsiteX31-2163" fmla="*/ 5486 w 10000"/>
              <a:gd name="connsiteY31-2164" fmla="*/ 2204 h 10000"/>
              <a:gd name="connsiteX32-2165" fmla="*/ 5305 w 10000"/>
              <a:gd name="connsiteY32-2166" fmla="*/ 2432 h 10000"/>
              <a:gd name="connsiteX33-2167" fmla="*/ 5140 w 10000"/>
              <a:gd name="connsiteY33-2168" fmla="*/ 2744 h 10000"/>
              <a:gd name="connsiteX34-2169" fmla="*/ 4959 w 10000"/>
              <a:gd name="connsiteY34-2170" fmla="*/ 3077 h 10000"/>
              <a:gd name="connsiteX35-2171" fmla="*/ 4695 w 10000"/>
              <a:gd name="connsiteY35-2172" fmla="*/ 3514 h 10000"/>
              <a:gd name="connsiteX36-2173" fmla="*/ 4530 w 10000"/>
              <a:gd name="connsiteY36-2174" fmla="*/ 3971 h 10000"/>
              <a:gd name="connsiteX37-2175" fmla="*/ 4267 w 10000"/>
              <a:gd name="connsiteY37-2176" fmla="*/ 4407 h 10000"/>
              <a:gd name="connsiteX38-2177" fmla="*/ 3921 w 10000"/>
              <a:gd name="connsiteY38-2178" fmla="*/ 4948 h 10000"/>
              <a:gd name="connsiteX39-2179" fmla="*/ 3657 w 10000"/>
              <a:gd name="connsiteY39-2180" fmla="*/ 5385 h 10000"/>
              <a:gd name="connsiteX40-2181" fmla="*/ 3476 w 10000"/>
              <a:gd name="connsiteY40-2182" fmla="*/ 5842 h 10000"/>
              <a:gd name="connsiteX41-2183" fmla="*/ 3229 w 10000"/>
              <a:gd name="connsiteY41-2184" fmla="*/ 6279 h 10000"/>
              <a:gd name="connsiteX42-2185" fmla="*/ 2965 w 10000"/>
              <a:gd name="connsiteY42-2186" fmla="*/ 6611 h 10000"/>
              <a:gd name="connsiteX43-2187" fmla="*/ 2784 w 10000"/>
              <a:gd name="connsiteY43-2188" fmla="*/ 6923 h 10000"/>
              <a:gd name="connsiteX44-2189" fmla="*/ 2619 w 10000"/>
              <a:gd name="connsiteY44-2190" fmla="*/ 7256 h 10000"/>
              <a:gd name="connsiteX45-2191" fmla="*/ 2438 w 10000"/>
              <a:gd name="connsiteY45-2192" fmla="*/ 7484 h 10000"/>
              <a:gd name="connsiteX46-2193" fmla="*/ 2273 w 10000"/>
              <a:gd name="connsiteY46-2194" fmla="*/ 7692 h 10000"/>
              <a:gd name="connsiteX47-2195" fmla="*/ 2092 w 10000"/>
              <a:gd name="connsiteY47-2196" fmla="*/ 7921 h 10000"/>
              <a:gd name="connsiteX48-2197" fmla="*/ 2010 w 10000"/>
              <a:gd name="connsiteY48-2198" fmla="*/ 8150 h 10000"/>
              <a:gd name="connsiteX49-2199" fmla="*/ 1911 w 10000"/>
              <a:gd name="connsiteY49-2200" fmla="*/ 8254 h 10000"/>
              <a:gd name="connsiteX50-2201" fmla="*/ 1829 w 10000"/>
              <a:gd name="connsiteY50-2202" fmla="*/ 8358 h 10000"/>
              <a:gd name="connsiteX51-2203" fmla="*/ 1746 w 10000"/>
              <a:gd name="connsiteY51-2204" fmla="*/ 8462 h 10000"/>
              <a:gd name="connsiteX52-2205" fmla="*/ 1746 w 10000"/>
              <a:gd name="connsiteY52-2206" fmla="*/ 8586 h 10000"/>
              <a:gd name="connsiteX53-2207" fmla="*/ 1746 w 10000"/>
              <a:gd name="connsiteY53-2208" fmla="*/ 8586 h 10000"/>
              <a:gd name="connsiteX54-2209" fmla="*/ 1829 w 10000"/>
              <a:gd name="connsiteY54-2210" fmla="*/ 8586 h 10000"/>
              <a:gd name="connsiteX55-2211" fmla="*/ 1911 w 10000"/>
              <a:gd name="connsiteY55-2212" fmla="*/ 8690 h 10000"/>
              <a:gd name="connsiteX56-2213" fmla="*/ 2010 w 10000"/>
              <a:gd name="connsiteY56-2214" fmla="*/ 8690 h 10000"/>
              <a:gd name="connsiteX57-2215" fmla="*/ 2175 w 10000"/>
              <a:gd name="connsiteY57-2216" fmla="*/ 8690 h 10000"/>
              <a:gd name="connsiteX58-2217" fmla="*/ 2273 w 10000"/>
              <a:gd name="connsiteY58-2218" fmla="*/ 8586 h 10000"/>
              <a:gd name="connsiteX59-2219" fmla="*/ 2356 w 10000"/>
              <a:gd name="connsiteY59-2220" fmla="*/ 8586 h 10000"/>
              <a:gd name="connsiteX60-2221" fmla="*/ 2521 w 10000"/>
              <a:gd name="connsiteY60-2222" fmla="*/ 8586 h 10000"/>
              <a:gd name="connsiteX61-2223" fmla="*/ 2702 w 10000"/>
              <a:gd name="connsiteY61-2224" fmla="*/ 8586 h 10000"/>
              <a:gd name="connsiteX62-2225" fmla="*/ 2883 w 10000"/>
              <a:gd name="connsiteY62-2226" fmla="*/ 8462 h 10000"/>
              <a:gd name="connsiteX63-2227" fmla="*/ 3048 w 10000"/>
              <a:gd name="connsiteY63-2228" fmla="*/ 8462 h 10000"/>
              <a:gd name="connsiteX64-2229" fmla="*/ 3311 w 10000"/>
              <a:gd name="connsiteY64-2230" fmla="*/ 8462 h 10000"/>
              <a:gd name="connsiteX65-2231" fmla="*/ 3575 w 10000"/>
              <a:gd name="connsiteY65-2232" fmla="*/ 8462 h 10000"/>
              <a:gd name="connsiteX66-2233" fmla="*/ 3921 w 10000"/>
              <a:gd name="connsiteY66-2234" fmla="*/ 8358 h 10000"/>
              <a:gd name="connsiteX67-2235" fmla="*/ 4267 w 10000"/>
              <a:gd name="connsiteY67-2236" fmla="*/ 8358 h 10000"/>
              <a:gd name="connsiteX68-2237" fmla="*/ 4613 w 10000"/>
              <a:gd name="connsiteY68-2238" fmla="*/ 8358 h 10000"/>
              <a:gd name="connsiteX69-2239" fmla="*/ 4959 w 10000"/>
              <a:gd name="connsiteY69-2240" fmla="*/ 8254 h 10000"/>
              <a:gd name="connsiteX70-2241" fmla="*/ 5387 w 10000"/>
              <a:gd name="connsiteY70-2242" fmla="*/ 8150 h 10000"/>
              <a:gd name="connsiteX71-2243" fmla="*/ 5832 w 10000"/>
              <a:gd name="connsiteY71-2244" fmla="*/ 8150 h 10000"/>
              <a:gd name="connsiteX72-2245" fmla="*/ 6343 w 10000"/>
              <a:gd name="connsiteY72-2246" fmla="*/ 8025 h 10000"/>
              <a:gd name="connsiteX73-2247" fmla="*/ 6787 w 10000"/>
              <a:gd name="connsiteY73-2248" fmla="*/ 8025 h 10000"/>
              <a:gd name="connsiteX74-2249" fmla="*/ 7298 w 10000"/>
              <a:gd name="connsiteY74-2250" fmla="*/ 7921 h 10000"/>
              <a:gd name="connsiteX75-2251" fmla="*/ 7743 w 10000"/>
              <a:gd name="connsiteY75-2252" fmla="*/ 7817 h 10000"/>
              <a:gd name="connsiteX76-2253" fmla="*/ 8171 w 10000"/>
              <a:gd name="connsiteY76-2254" fmla="*/ 7817 h 10000"/>
              <a:gd name="connsiteX77-2255" fmla="*/ 8435 w 10000"/>
              <a:gd name="connsiteY77-2256" fmla="*/ 7692 h 10000"/>
              <a:gd name="connsiteX78-2257" fmla="*/ 8699 w 10000"/>
              <a:gd name="connsiteY78-2258" fmla="*/ 7692 h 10000"/>
              <a:gd name="connsiteX79-2259" fmla="*/ 8962 w 10000"/>
              <a:gd name="connsiteY79-2260" fmla="*/ 7692 h 10000"/>
              <a:gd name="connsiteX80-2261" fmla="*/ 9127 w 10000"/>
              <a:gd name="connsiteY80-2262" fmla="*/ 7692 h 10000"/>
              <a:gd name="connsiteX81-2263" fmla="*/ 9226 w 10000"/>
              <a:gd name="connsiteY81-2264" fmla="*/ 7588 h 10000"/>
              <a:gd name="connsiteX82-2265" fmla="*/ 9390 w 10000"/>
              <a:gd name="connsiteY82-2266" fmla="*/ 7692 h 10000"/>
              <a:gd name="connsiteX83-2267" fmla="*/ 9473 w 10000"/>
              <a:gd name="connsiteY83-2268" fmla="*/ 7692 h 10000"/>
              <a:gd name="connsiteX84-2269" fmla="*/ 9654 w 10000"/>
              <a:gd name="connsiteY84-2270" fmla="*/ 7817 h 10000"/>
              <a:gd name="connsiteX85-2271" fmla="*/ 9736 w 10000"/>
              <a:gd name="connsiteY85-2272" fmla="*/ 7817 h 10000"/>
              <a:gd name="connsiteX86-2273" fmla="*/ 9918 w 10000"/>
              <a:gd name="connsiteY86-2274" fmla="*/ 8025 h 10000"/>
              <a:gd name="connsiteX87-2275" fmla="*/ 10000 w 10000"/>
              <a:gd name="connsiteY87-2276" fmla="*/ 8150 h 10000"/>
              <a:gd name="connsiteX88-2277" fmla="*/ 10000 w 10000"/>
              <a:gd name="connsiteY88-2278" fmla="*/ 8254 h 10000"/>
              <a:gd name="connsiteX89-2279" fmla="*/ 10000 w 10000"/>
              <a:gd name="connsiteY89-2280" fmla="*/ 8358 h 10000"/>
              <a:gd name="connsiteX90-2281" fmla="*/ 10000 w 10000"/>
              <a:gd name="connsiteY90-2282" fmla="*/ 8358 h 10000"/>
              <a:gd name="connsiteX91-2283" fmla="*/ 10000 w 10000"/>
              <a:gd name="connsiteY91-2284" fmla="*/ 8462 h 10000"/>
              <a:gd name="connsiteX92-2285" fmla="*/ 9918 w 10000"/>
              <a:gd name="connsiteY92-2286" fmla="*/ 8462 h 10000"/>
              <a:gd name="connsiteX93-2287" fmla="*/ 9819 w 10000"/>
              <a:gd name="connsiteY93-2288" fmla="*/ 8462 h 10000"/>
              <a:gd name="connsiteX94-2289" fmla="*/ 9736 w 10000"/>
              <a:gd name="connsiteY94-2290" fmla="*/ 8586 h 10000"/>
              <a:gd name="connsiteX95-2291" fmla="*/ 9572 w 10000"/>
              <a:gd name="connsiteY95-2292" fmla="*/ 8586 h 10000"/>
              <a:gd name="connsiteX96-2293" fmla="*/ 9390 w 10000"/>
              <a:gd name="connsiteY96-2294" fmla="*/ 8586 h 10000"/>
              <a:gd name="connsiteX97-2295" fmla="*/ 9127 w 10000"/>
              <a:gd name="connsiteY97-2296" fmla="*/ 8586 h 10000"/>
              <a:gd name="connsiteX98-2297" fmla="*/ 8863 w 10000"/>
              <a:gd name="connsiteY98-2298" fmla="*/ 8586 h 10000"/>
              <a:gd name="connsiteX99-2299" fmla="*/ 8616 w 10000"/>
              <a:gd name="connsiteY99-2300" fmla="*/ 8586 h 10000"/>
              <a:gd name="connsiteX100-2301" fmla="*/ 8353 w 10000"/>
              <a:gd name="connsiteY100-2302" fmla="*/ 8586 h 10000"/>
              <a:gd name="connsiteX101-2303" fmla="*/ 8007 w 10000"/>
              <a:gd name="connsiteY101-2304" fmla="*/ 8586 h 10000"/>
              <a:gd name="connsiteX102-2305" fmla="*/ 7661 w 10000"/>
              <a:gd name="connsiteY102-2306" fmla="*/ 8586 h 10000"/>
              <a:gd name="connsiteX103-2307" fmla="*/ 7298 w 10000"/>
              <a:gd name="connsiteY103-2308" fmla="*/ 8690 h 10000"/>
              <a:gd name="connsiteX104-2309" fmla="*/ 6870 w 10000"/>
              <a:gd name="connsiteY104-2310" fmla="*/ 8690 h 10000"/>
              <a:gd name="connsiteX105-2311" fmla="*/ 6442 w 10000"/>
              <a:gd name="connsiteY105-2312" fmla="*/ 8690 h 10000"/>
              <a:gd name="connsiteX106-2313" fmla="*/ 5651 w 10000"/>
              <a:gd name="connsiteY106-2314" fmla="*/ 8794 h 10000"/>
              <a:gd name="connsiteX107-2315" fmla="*/ 4876 w 10000"/>
              <a:gd name="connsiteY107-2316" fmla="*/ 8919 h 10000"/>
              <a:gd name="connsiteX108-2317" fmla="*/ 4185 w 10000"/>
              <a:gd name="connsiteY108-2318" fmla="*/ 9023 h 10000"/>
              <a:gd name="connsiteX109-2319" fmla="*/ 3476 w 10000"/>
              <a:gd name="connsiteY109-2320" fmla="*/ 9127 h 10000"/>
              <a:gd name="connsiteX110-2321" fmla="*/ 3130 w 10000"/>
              <a:gd name="connsiteY110-2322" fmla="*/ 9127 h 10000"/>
              <a:gd name="connsiteX111-2323" fmla="*/ 2883 w 10000"/>
              <a:gd name="connsiteY111-2324" fmla="*/ 9231 h 10000"/>
              <a:gd name="connsiteX112-2325" fmla="*/ 2521 w 10000"/>
              <a:gd name="connsiteY112-2326" fmla="*/ 9356 h 10000"/>
              <a:gd name="connsiteX113-2327" fmla="*/ 2273 w 10000"/>
              <a:gd name="connsiteY113-2328" fmla="*/ 9356 h 10000"/>
              <a:gd name="connsiteX114-2329" fmla="*/ 2092 w 10000"/>
              <a:gd name="connsiteY114-2330" fmla="*/ 9459 h 10000"/>
              <a:gd name="connsiteX115-2331" fmla="*/ 1829 w 10000"/>
              <a:gd name="connsiteY115-2332" fmla="*/ 9459 h 10000"/>
              <a:gd name="connsiteX116-2333" fmla="*/ 1664 w 10000"/>
              <a:gd name="connsiteY116-2334" fmla="*/ 9563 h 10000"/>
              <a:gd name="connsiteX117-2335" fmla="*/ 1400 w 10000"/>
              <a:gd name="connsiteY117-2336" fmla="*/ 9688 h 10000"/>
              <a:gd name="connsiteX118-2337" fmla="*/ 1219 w 10000"/>
              <a:gd name="connsiteY118-2338" fmla="*/ 9688 h 10000"/>
              <a:gd name="connsiteX119-2339" fmla="*/ 1137 w 10000"/>
              <a:gd name="connsiteY119-2340" fmla="*/ 9792 h 10000"/>
              <a:gd name="connsiteX120-2341" fmla="*/ 956 w 10000"/>
              <a:gd name="connsiteY120-2342" fmla="*/ 9792 h 10000"/>
              <a:gd name="connsiteX121-2343" fmla="*/ 873 w 10000"/>
              <a:gd name="connsiteY121-2344" fmla="*/ 9896 h 10000"/>
              <a:gd name="connsiteX122-2345" fmla="*/ 791 w 10000"/>
              <a:gd name="connsiteY122-2346" fmla="*/ 9896 h 10000"/>
              <a:gd name="connsiteX123-2347" fmla="*/ 708 w 10000"/>
              <a:gd name="connsiteY123-2348" fmla="*/ 9896 h 10000"/>
              <a:gd name="connsiteX124-2349" fmla="*/ 527 w 10000"/>
              <a:gd name="connsiteY124-2350" fmla="*/ 10000 h 10000"/>
              <a:gd name="connsiteX125-2351" fmla="*/ 445 w 10000"/>
              <a:gd name="connsiteY125-2352" fmla="*/ 9896 h 10000"/>
              <a:gd name="connsiteX126-2353" fmla="*/ 362 w 10000"/>
              <a:gd name="connsiteY126-2354" fmla="*/ 9896 h 10000"/>
              <a:gd name="connsiteX127-2355" fmla="*/ 264 w 10000"/>
              <a:gd name="connsiteY127-2356" fmla="*/ 9792 h 10000"/>
              <a:gd name="connsiteX128-2357" fmla="*/ 181 w 10000"/>
              <a:gd name="connsiteY128-2358" fmla="*/ 9563 h 10000"/>
              <a:gd name="connsiteX129-2359" fmla="*/ 99 w 10000"/>
              <a:gd name="connsiteY129-2360" fmla="*/ 9356 h 10000"/>
              <a:gd name="connsiteX130-2361" fmla="*/ 0 w 10000"/>
              <a:gd name="connsiteY130-2362" fmla="*/ 9231 h 10000"/>
              <a:gd name="connsiteX131-2363" fmla="*/ 0 w 10000"/>
              <a:gd name="connsiteY131-2364" fmla="*/ 9127 h 10000"/>
              <a:gd name="connsiteX132-2365" fmla="*/ 0 w 10000"/>
              <a:gd name="connsiteY132-2366" fmla="*/ 9023 h 10000"/>
              <a:gd name="connsiteX133-2367" fmla="*/ 0 w 10000"/>
              <a:gd name="connsiteY133-2368" fmla="*/ 9023 h 10000"/>
              <a:gd name="connsiteX134-2369" fmla="*/ 99 w 10000"/>
              <a:gd name="connsiteY134-2370" fmla="*/ 8919 h 10000"/>
              <a:gd name="connsiteX135-2371" fmla="*/ 181 w 10000"/>
              <a:gd name="connsiteY135-2372" fmla="*/ 8794 h 10000"/>
              <a:gd name="connsiteX136-2373" fmla="*/ 362 w 10000"/>
              <a:gd name="connsiteY136-2374" fmla="*/ 8690 h 10000"/>
              <a:gd name="connsiteX137-2375" fmla="*/ 527 w 10000"/>
              <a:gd name="connsiteY137-2376" fmla="*/ 8586 h 10000"/>
              <a:gd name="connsiteX138-2377" fmla="*/ 610 w 10000"/>
              <a:gd name="connsiteY138-2378" fmla="*/ 8462 h 10000"/>
              <a:gd name="connsiteX139-2379" fmla="*/ 708 w 10000"/>
              <a:gd name="connsiteY139-2380" fmla="*/ 8358 h 10000"/>
              <a:gd name="connsiteX140-2381" fmla="*/ 873 w 10000"/>
              <a:gd name="connsiteY140-2382" fmla="*/ 8254 h 10000"/>
              <a:gd name="connsiteX141-2383" fmla="*/ 1054 w 10000"/>
              <a:gd name="connsiteY141-2384" fmla="*/ 8025 h 10000"/>
              <a:gd name="connsiteX142-2385" fmla="*/ 1137 w 10000"/>
              <a:gd name="connsiteY142-2386" fmla="*/ 7921 h 10000"/>
              <a:gd name="connsiteX143-2387" fmla="*/ 1318 w 10000"/>
              <a:gd name="connsiteY143-2388" fmla="*/ 7692 h 10000"/>
              <a:gd name="connsiteX144-2389" fmla="*/ 1483 w 10000"/>
              <a:gd name="connsiteY144-2390" fmla="*/ 7484 h 10000"/>
              <a:gd name="connsiteX145-2391" fmla="*/ 1483 w 10000"/>
              <a:gd name="connsiteY145-2392" fmla="*/ 7484 h 10000"/>
              <a:gd name="connsiteX0-2393" fmla="*/ 1483 w 10000"/>
              <a:gd name="connsiteY0-2394" fmla="*/ 7484 h 10000"/>
              <a:gd name="connsiteX1-2395" fmla="*/ 1664 w 10000"/>
              <a:gd name="connsiteY1-2396" fmla="*/ 7152 h 10000"/>
              <a:gd name="connsiteX2-2397" fmla="*/ 1911 w 10000"/>
              <a:gd name="connsiteY2-2398" fmla="*/ 6819 h 10000"/>
              <a:gd name="connsiteX3-2399" fmla="*/ 2092 w 10000"/>
              <a:gd name="connsiteY3-2400" fmla="*/ 6486 h 10000"/>
              <a:gd name="connsiteX4-2401" fmla="*/ 2356 w 10000"/>
              <a:gd name="connsiteY4-2402" fmla="*/ 6050 h 10000"/>
              <a:gd name="connsiteX5-2403" fmla="*/ 2619 w 10000"/>
              <a:gd name="connsiteY5-2404" fmla="*/ 5509 h 10000"/>
              <a:gd name="connsiteX6-2405" fmla="*/ 2883 w 10000"/>
              <a:gd name="connsiteY6-2406" fmla="*/ 4948 h 10000"/>
              <a:gd name="connsiteX7-2407" fmla="*/ 3130 w 10000"/>
              <a:gd name="connsiteY7-2408" fmla="*/ 4304 h 10000"/>
              <a:gd name="connsiteX8-2409" fmla="*/ 3476 w 10000"/>
              <a:gd name="connsiteY8-2410" fmla="*/ 3638 h 10000"/>
              <a:gd name="connsiteX9-2411" fmla="*/ 3740 w 10000"/>
              <a:gd name="connsiteY9-2412" fmla="*/ 2973 h 10000"/>
              <a:gd name="connsiteX10-2413" fmla="*/ 4003 w 10000"/>
              <a:gd name="connsiteY10-2414" fmla="*/ 2432 h 10000"/>
              <a:gd name="connsiteX11-2415" fmla="*/ 4185 w 10000"/>
              <a:gd name="connsiteY11-2416" fmla="*/ 1871 h 10000"/>
              <a:gd name="connsiteX12-2417" fmla="*/ 4349 w 10000"/>
              <a:gd name="connsiteY12-2418" fmla="*/ 1435 h 10000"/>
              <a:gd name="connsiteX13-2419" fmla="*/ 4432 w 10000"/>
              <a:gd name="connsiteY13-2420" fmla="*/ 1102 h 10000"/>
              <a:gd name="connsiteX14-2421" fmla="*/ 4530 w 10000"/>
              <a:gd name="connsiteY14-2422" fmla="*/ 437 h 10000"/>
              <a:gd name="connsiteX15-2423" fmla="*/ 4349 w 10000"/>
              <a:gd name="connsiteY15-2424" fmla="*/ 229 h 10000"/>
              <a:gd name="connsiteX16-2425" fmla="*/ 5041 w 10000"/>
              <a:gd name="connsiteY16-2426" fmla="*/ 0 h 10000"/>
              <a:gd name="connsiteX17-2427" fmla="*/ 5222 w 10000"/>
              <a:gd name="connsiteY17-2428" fmla="*/ 125 h 10000"/>
              <a:gd name="connsiteX18-2429" fmla="*/ 5486 w 10000"/>
              <a:gd name="connsiteY18-2430" fmla="*/ 229 h 10000"/>
              <a:gd name="connsiteX19-2431" fmla="*/ 5651 w 10000"/>
              <a:gd name="connsiteY19-2432" fmla="*/ 333 h 10000"/>
              <a:gd name="connsiteX20-2433" fmla="*/ 5832 w 10000"/>
              <a:gd name="connsiteY20-2434" fmla="*/ 437 h 10000"/>
              <a:gd name="connsiteX21-2435" fmla="*/ 5997 w 10000"/>
              <a:gd name="connsiteY21-2436" fmla="*/ 665 h 10000"/>
              <a:gd name="connsiteX22-2437" fmla="*/ 6096 w 10000"/>
              <a:gd name="connsiteY22-2438" fmla="*/ 769 h 10000"/>
              <a:gd name="connsiteX23-2439" fmla="*/ 6096 w 10000"/>
              <a:gd name="connsiteY23-2440" fmla="*/ 894 h 10000"/>
              <a:gd name="connsiteX24-2441" fmla="*/ 6096 w 10000"/>
              <a:gd name="connsiteY24-2442" fmla="*/ 998 h 10000"/>
              <a:gd name="connsiteX25-2443" fmla="*/ 6096 w 10000"/>
              <a:gd name="connsiteY25-2444" fmla="*/ 1206 h 10000"/>
              <a:gd name="connsiteX26-2445" fmla="*/ 5997 w 10000"/>
              <a:gd name="connsiteY26-2446" fmla="*/ 1331 h 10000"/>
              <a:gd name="connsiteX27-2447" fmla="*/ 5914 w 10000"/>
              <a:gd name="connsiteY27-2448" fmla="*/ 1538 h 10000"/>
              <a:gd name="connsiteX28-2449" fmla="*/ 5750 w 10000"/>
              <a:gd name="connsiteY28-2450" fmla="*/ 1767 h 10000"/>
              <a:gd name="connsiteX29-2451" fmla="*/ 5568 w 10000"/>
              <a:gd name="connsiteY29-2452" fmla="*/ 1975 h 10000"/>
              <a:gd name="connsiteX30-2453" fmla="*/ 5486 w 10000"/>
              <a:gd name="connsiteY30-2454" fmla="*/ 2204 h 10000"/>
              <a:gd name="connsiteX31-2455" fmla="*/ 5305 w 10000"/>
              <a:gd name="connsiteY31-2456" fmla="*/ 2432 h 10000"/>
              <a:gd name="connsiteX32-2457" fmla="*/ 5140 w 10000"/>
              <a:gd name="connsiteY32-2458" fmla="*/ 2744 h 10000"/>
              <a:gd name="connsiteX33-2459" fmla="*/ 4959 w 10000"/>
              <a:gd name="connsiteY33-2460" fmla="*/ 3077 h 10000"/>
              <a:gd name="connsiteX34-2461" fmla="*/ 4695 w 10000"/>
              <a:gd name="connsiteY34-2462" fmla="*/ 3514 h 10000"/>
              <a:gd name="connsiteX35-2463" fmla="*/ 4530 w 10000"/>
              <a:gd name="connsiteY35-2464" fmla="*/ 3971 h 10000"/>
              <a:gd name="connsiteX36-2465" fmla="*/ 4267 w 10000"/>
              <a:gd name="connsiteY36-2466" fmla="*/ 4407 h 10000"/>
              <a:gd name="connsiteX37-2467" fmla="*/ 3921 w 10000"/>
              <a:gd name="connsiteY37-2468" fmla="*/ 4948 h 10000"/>
              <a:gd name="connsiteX38-2469" fmla="*/ 3657 w 10000"/>
              <a:gd name="connsiteY38-2470" fmla="*/ 5385 h 10000"/>
              <a:gd name="connsiteX39-2471" fmla="*/ 3476 w 10000"/>
              <a:gd name="connsiteY39-2472" fmla="*/ 5842 h 10000"/>
              <a:gd name="connsiteX40-2473" fmla="*/ 3229 w 10000"/>
              <a:gd name="connsiteY40-2474" fmla="*/ 6279 h 10000"/>
              <a:gd name="connsiteX41-2475" fmla="*/ 2965 w 10000"/>
              <a:gd name="connsiteY41-2476" fmla="*/ 6611 h 10000"/>
              <a:gd name="connsiteX42-2477" fmla="*/ 2784 w 10000"/>
              <a:gd name="connsiteY42-2478" fmla="*/ 6923 h 10000"/>
              <a:gd name="connsiteX43-2479" fmla="*/ 2619 w 10000"/>
              <a:gd name="connsiteY43-2480" fmla="*/ 7256 h 10000"/>
              <a:gd name="connsiteX44-2481" fmla="*/ 2438 w 10000"/>
              <a:gd name="connsiteY44-2482" fmla="*/ 7484 h 10000"/>
              <a:gd name="connsiteX45-2483" fmla="*/ 2273 w 10000"/>
              <a:gd name="connsiteY45-2484" fmla="*/ 7692 h 10000"/>
              <a:gd name="connsiteX46-2485" fmla="*/ 2092 w 10000"/>
              <a:gd name="connsiteY46-2486" fmla="*/ 7921 h 10000"/>
              <a:gd name="connsiteX47-2487" fmla="*/ 2010 w 10000"/>
              <a:gd name="connsiteY47-2488" fmla="*/ 8150 h 10000"/>
              <a:gd name="connsiteX48-2489" fmla="*/ 1911 w 10000"/>
              <a:gd name="connsiteY48-2490" fmla="*/ 8254 h 10000"/>
              <a:gd name="connsiteX49-2491" fmla="*/ 1829 w 10000"/>
              <a:gd name="connsiteY49-2492" fmla="*/ 8358 h 10000"/>
              <a:gd name="connsiteX50-2493" fmla="*/ 1746 w 10000"/>
              <a:gd name="connsiteY50-2494" fmla="*/ 8462 h 10000"/>
              <a:gd name="connsiteX51-2495" fmla="*/ 1746 w 10000"/>
              <a:gd name="connsiteY51-2496" fmla="*/ 8586 h 10000"/>
              <a:gd name="connsiteX52-2497" fmla="*/ 1746 w 10000"/>
              <a:gd name="connsiteY52-2498" fmla="*/ 8586 h 10000"/>
              <a:gd name="connsiteX53-2499" fmla="*/ 1829 w 10000"/>
              <a:gd name="connsiteY53-2500" fmla="*/ 8586 h 10000"/>
              <a:gd name="connsiteX54-2501" fmla="*/ 1911 w 10000"/>
              <a:gd name="connsiteY54-2502" fmla="*/ 8690 h 10000"/>
              <a:gd name="connsiteX55-2503" fmla="*/ 2010 w 10000"/>
              <a:gd name="connsiteY55-2504" fmla="*/ 8690 h 10000"/>
              <a:gd name="connsiteX56-2505" fmla="*/ 2175 w 10000"/>
              <a:gd name="connsiteY56-2506" fmla="*/ 8690 h 10000"/>
              <a:gd name="connsiteX57-2507" fmla="*/ 2273 w 10000"/>
              <a:gd name="connsiteY57-2508" fmla="*/ 8586 h 10000"/>
              <a:gd name="connsiteX58-2509" fmla="*/ 2356 w 10000"/>
              <a:gd name="connsiteY58-2510" fmla="*/ 8586 h 10000"/>
              <a:gd name="connsiteX59-2511" fmla="*/ 2521 w 10000"/>
              <a:gd name="connsiteY59-2512" fmla="*/ 8586 h 10000"/>
              <a:gd name="connsiteX60-2513" fmla="*/ 2702 w 10000"/>
              <a:gd name="connsiteY60-2514" fmla="*/ 8586 h 10000"/>
              <a:gd name="connsiteX61-2515" fmla="*/ 2883 w 10000"/>
              <a:gd name="connsiteY61-2516" fmla="*/ 8462 h 10000"/>
              <a:gd name="connsiteX62-2517" fmla="*/ 3048 w 10000"/>
              <a:gd name="connsiteY62-2518" fmla="*/ 8462 h 10000"/>
              <a:gd name="connsiteX63-2519" fmla="*/ 3311 w 10000"/>
              <a:gd name="connsiteY63-2520" fmla="*/ 8462 h 10000"/>
              <a:gd name="connsiteX64-2521" fmla="*/ 3575 w 10000"/>
              <a:gd name="connsiteY64-2522" fmla="*/ 8462 h 10000"/>
              <a:gd name="connsiteX65-2523" fmla="*/ 3921 w 10000"/>
              <a:gd name="connsiteY65-2524" fmla="*/ 8358 h 10000"/>
              <a:gd name="connsiteX66-2525" fmla="*/ 4267 w 10000"/>
              <a:gd name="connsiteY66-2526" fmla="*/ 8358 h 10000"/>
              <a:gd name="connsiteX67-2527" fmla="*/ 4613 w 10000"/>
              <a:gd name="connsiteY67-2528" fmla="*/ 8358 h 10000"/>
              <a:gd name="connsiteX68-2529" fmla="*/ 4959 w 10000"/>
              <a:gd name="connsiteY68-2530" fmla="*/ 8254 h 10000"/>
              <a:gd name="connsiteX69-2531" fmla="*/ 5387 w 10000"/>
              <a:gd name="connsiteY69-2532" fmla="*/ 8150 h 10000"/>
              <a:gd name="connsiteX70-2533" fmla="*/ 5832 w 10000"/>
              <a:gd name="connsiteY70-2534" fmla="*/ 8150 h 10000"/>
              <a:gd name="connsiteX71-2535" fmla="*/ 6343 w 10000"/>
              <a:gd name="connsiteY71-2536" fmla="*/ 8025 h 10000"/>
              <a:gd name="connsiteX72-2537" fmla="*/ 6787 w 10000"/>
              <a:gd name="connsiteY72-2538" fmla="*/ 8025 h 10000"/>
              <a:gd name="connsiteX73-2539" fmla="*/ 7298 w 10000"/>
              <a:gd name="connsiteY73-2540" fmla="*/ 7921 h 10000"/>
              <a:gd name="connsiteX74-2541" fmla="*/ 7743 w 10000"/>
              <a:gd name="connsiteY74-2542" fmla="*/ 7817 h 10000"/>
              <a:gd name="connsiteX75-2543" fmla="*/ 8171 w 10000"/>
              <a:gd name="connsiteY75-2544" fmla="*/ 7817 h 10000"/>
              <a:gd name="connsiteX76-2545" fmla="*/ 8435 w 10000"/>
              <a:gd name="connsiteY76-2546" fmla="*/ 7692 h 10000"/>
              <a:gd name="connsiteX77-2547" fmla="*/ 8699 w 10000"/>
              <a:gd name="connsiteY77-2548" fmla="*/ 7692 h 10000"/>
              <a:gd name="connsiteX78-2549" fmla="*/ 8962 w 10000"/>
              <a:gd name="connsiteY78-2550" fmla="*/ 7692 h 10000"/>
              <a:gd name="connsiteX79-2551" fmla="*/ 9127 w 10000"/>
              <a:gd name="connsiteY79-2552" fmla="*/ 7692 h 10000"/>
              <a:gd name="connsiteX80-2553" fmla="*/ 9226 w 10000"/>
              <a:gd name="connsiteY80-2554" fmla="*/ 7588 h 10000"/>
              <a:gd name="connsiteX81-2555" fmla="*/ 9390 w 10000"/>
              <a:gd name="connsiteY81-2556" fmla="*/ 7692 h 10000"/>
              <a:gd name="connsiteX82-2557" fmla="*/ 9473 w 10000"/>
              <a:gd name="connsiteY82-2558" fmla="*/ 7692 h 10000"/>
              <a:gd name="connsiteX83-2559" fmla="*/ 9654 w 10000"/>
              <a:gd name="connsiteY83-2560" fmla="*/ 7817 h 10000"/>
              <a:gd name="connsiteX84-2561" fmla="*/ 9736 w 10000"/>
              <a:gd name="connsiteY84-2562" fmla="*/ 7817 h 10000"/>
              <a:gd name="connsiteX85-2563" fmla="*/ 9918 w 10000"/>
              <a:gd name="connsiteY85-2564" fmla="*/ 8025 h 10000"/>
              <a:gd name="connsiteX86-2565" fmla="*/ 10000 w 10000"/>
              <a:gd name="connsiteY86-2566" fmla="*/ 8150 h 10000"/>
              <a:gd name="connsiteX87-2567" fmla="*/ 10000 w 10000"/>
              <a:gd name="connsiteY87-2568" fmla="*/ 8254 h 10000"/>
              <a:gd name="connsiteX88-2569" fmla="*/ 10000 w 10000"/>
              <a:gd name="connsiteY88-2570" fmla="*/ 8358 h 10000"/>
              <a:gd name="connsiteX89-2571" fmla="*/ 10000 w 10000"/>
              <a:gd name="connsiteY89-2572" fmla="*/ 8358 h 10000"/>
              <a:gd name="connsiteX90-2573" fmla="*/ 10000 w 10000"/>
              <a:gd name="connsiteY90-2574" fmla="*/ 8462 h 10000"/>
              <a:gd name="connsiteX91-2575" fmla="*/ 9918 w 10000"/>
              <a:gd name="connsiteY91-2576" fmla="*/ 8462 h 10000"/>
              <a:gd name="connsiteX92-2577" fmla="*/ 9819 w 10000"/>
              <a:gd name="connsiteY92-2578" fmla="*/ 8462 h 10000"/>
              <a:gd name="connsiteX93-2579" fmla="*/ 9736 w 10000"/>
              <a:gd name="connsiteY93-2580" fmla="*/ 8586 h 10000"/>
              <a:gd name="connsiteX94-2581" fmla="*/ 9572 w 10000"/>
              <a:gd name="connsiteY94-2582" fmla="*/ 8586 h 10000"/>
              <a:gd name="connsiteX95-2583" fmla="*/ 9390 w 10000"/>
              <a:gd name="connsiteY95-2584" fmla="*/ 8586 h 10000"/>
              <a:gd name="connsiteX96-2585" fmla="*/ 9127 w 10000"/>
              <a:gd name="connsiteY96-2586" fmla="*/ 8586 h 10000"/>
              <a:gd name="connsiteX97-2587" fmla="*/ 8863 w 10000"/>
              <a:gd name="connsiteY97-2588" fmla="*/ 8586 h 10000"/>
              <a:gd name="connsiteX98-2589" fmla="*/ 8616 w 10000"/>
              <a:gd name="connsiteY98-2590" fmla="*/ 8586 h 10000"/>
              <a:gd name="connsiteX99-2591" fmla="*/ 8353 w 10000"/>
              <a:gd name="connsiteY99-2592" fmla="*/ 8586 h 10000"/>
              <a:gd name="connsiteX100-2593" fmla="*/ 8007 w 10000"/>
              <a:gd name="connsiteY100-2594" fmla="*/ 8586 h 10000"/>
              <a:gd name="connsiteX101-2595" fmla="*/ 7661 w 10000"/>
              <a:gd name="connsiteY101-2596" fmla="*/ 8586 h 10000"/>
              <a:gd name="connsiteX102-2597" fmla="*/ 7298 w 10000"/>
              <a:gd name="connsiteY102-2598" fmla="*/ 8690 h 10000"/>
              <a:gd name="connsiteX103-2599" fmla="*/ 6870 w 10000"/>
              <a:gd name="connsiteY103-2600" fmla="*/ 8690 h 10000"/>
              <a:gd name="connsiteX104-2601" fmla="*/ 6442 w 10000"/>
              <a:gd name="connsiteY104-2602" fmla="*/ 8690 h 10000"/>
              <a:gd name="connsiteX105-2603" fmla="*/ 5651 w 10000"/>
              <a:gd name="connsiteY105-2604" fmla="*/ 8794 h 10000"/>
              <a:gd name="connsiteX106-2605" fmla="*/ 4876 w 10000"/>
              <a:gd name="connsiteY106-2606" fmla="*/ 8919 h 10000"/>
              <a:gd name="connsiteX107-2607" fmla="*/ 4185 w 10000"/>
              <a:gd name="connsiteY107-2608" fmla="*/ 9023 h 10000"/>
              <a:gd name="connsiteX108-2609" fmla="*/ 3476 w 10000"/>
              <a:gd name="connsiteY108-2610" fmla="*/ 9127 h 10000"/>
              <a:gd name="connsiteX109-2611" fmla="*/ 3130 w 10000"/>
              <a:gd name="connsiteY109-2612" fmla="*/ 9127 h 10000"/>
              <a:gd name="connsiteX110-2613" fmla="*/ 2883 w 10000"/>
              <a:gd name="connsiteY110-2614" fmla="*/ 9231 h 10000"/>
              <a:gd name="connsiteX111-2615" fmla="*/ 2521 w 10000"/>
              <a:gd name="connsiteY111-2616" fmla="*/ 9356 h 10000"/>
              <a:gd name="connsiteX112-2617" fmla="*/ 2273 w 10000"/>
              <a:gd name="connsiteY112-2618" fmla="*/ 9356 h 10000"/>
              <a:gd name="connsiteX113-2619" fmla="*/ 2092 w 10000"/>
              <a:gd name="connsiteY113-2620" fmla="*/ 9459 h 10000"/>
              <a:gd name="connsiteX114-2621" fmla="*/ 1829 w 10000"/>
              <a:gd name="connsiteY114-2622" fmla="*/ 9459 h 10000"/>
              <a:gd name="connsiteX115-2623" fmla="*/ 1664 w 10000"/>
              <a:gd name="connsiteY115-2624" fmla="*/ 9563 h 10000"/>
              <a:gd name="connsiteX116-2625" fmla="*/ 1400 w 10000"/>
              <a:gd name="connsiteY116-2626" fmla="*/ 9688 h 10000"/>
              <a:gd name="connsiteX117-2627" fmla="*/ 1219 w 10000"/>
              <a:gd name="connsiteY117-2628" fmla="*/ 9688 h 10000"/>
              <a:gd name="connsiteX118-2629" fmla="*/ 1137 w 10000"/>
              <a:gd name="connsiteY118-2630" fmla="*/ 9792 h 10000"/>
              <a:gd name="connsiteX119-2631" fmla="*/ 956 w 10000"/>
              <a:gd name="connsiteY119-2632" fmla="*/ 9792 h 10000"/>
              <a:gd name="connsiteX120-2633" fmla="*/ 873 w 10000"/>
              <a:gd name="connsiteY120-2634" fmla="*/ 9896 h 10000"/>
              <a:gd name="connsiteX121-2635" fmla="*/ 791 w 10000"/>
              <a:gd name="connsiteY121-2636" fmla="*/ 9896 h 10000"/>
              <a:gd name="connsiteX122-2637" fmla="*/ 708 w 10000"/>
              <a:gd name="connsiteY122-2638" fmla="*/ 9896 h 10000"/>
              <a:gd name="connsiteX123-2639" fmla="*/ 527 w 10000"/>
              <a:gd name="connsiteY123-2640" fmla="*/ 10000 h 10000"/>
              <a:gd name="connsiteX124-2641" fmla="*/ 445 w 10000"/>
              <a:gd name="connsiteY124-2642" fmla="*/ 9896 h 10000"/>
              <a:gd name="connsiteX125-2643" fmla="*/ 362 w 10000"/>
              <a:gd name="connsiteY125-2644" fmla="*/ 9896 h 10000"/>
              <a:gd name="connsiteX126-2645" fmla="*/ 264 w 10000"/>
              <a:gd name="connsiteY126-2646" fmla="*/ 9792 h 10000"/>
              <a:gd name="connsiteX127-2647" fmla="*/ 181 w 10000"/>
              <a:gd name="connsiteY127-2648" fmla="*/ 9563 h 10000"/>
              <a:gd name="connsiteX128-2649" fmla="*/ 99 w 10000"/>
              <a:gd name="connsiteY128-2650" fmla="*/ 9356 h 10000"/>
              <a:gd name="connsiteX129-2651" fmla="*/ 0 w 10000"/>
              <a:gd name="connsiteY129-2652" fmla="*/ 9231 h 10000"/>
              <a:gd name="connsiteX130-2653" fmla="*/ 0 w 10000"/>
              <a:gd name="connsiteY130-2654" fmla="*/ 9127 h 10000"/>
              <a:gd name="connsiteX131-2655" fmla="*/ 0 w 10000"/>
              <a:gd name="connsiteY131-2656" fmla="*/ 9023 h 10000"/>
              <a:gd name="connsiteX132-2657" fmla="*/ 0 w 10000"/>
              <a:gd name="connsiteY132-2658" fmla="*/ 9023 h 10000"/>
              <a:gd name="connsiteX133-2659" fmla="*/ 99 w 10000"/>
              <a:gd name="connsiteY133-2660" fmla="*/ 8919 h 10000"/>
              <a:gd name="connsiteX134-2661" fmla="*/ 181 w 10000"/>
              <a:gd name="connsiteY134-2662" fmla="*/ 8794 h 10000"/>
              <a:gd name="connsiteX135-2663" fmla="*/ 362 w 10000"/>
              <a:gd name="connsiteY135-2664" fmla="*/ 8690 h 10000"/>
              <a:gd name="connsiteX136-2665" fmla="*/ 527 w 10000"/>
              <a:gd name="connsiteY136-2666" fmla="*/ 8586 h 10000"/>
              <a:gd name="connsiteX137-2667" fmla="*/ 610 w 10000"/>
              <a:gd name="connsiteY137-2668" fmla="*/ 8462 h 10000"/>
              <a:gd name="connsiteX138-2669" fmla="*/ 708 w 10000"/>
              <a:gd name="connsiteY138-2670" fmla="*/ 8358 h 10000"/>
              <a:gd name="connsiteX139-2671" fmla="*/ 873 w 10000"/>
              <a:gd name="connsiteY139-2672" fmla="*/ 8254 h 10000"/>
              <a:gd name="connsiteX140-2673" fmla="*/ 1054 w 10000"/>
              <a:gd name="connsiteY140-2674" fmla="*/ 8025 h 10000"/>
              <a:gd name="connsiteX141-2675" fmla="*/ 1137 w 10000"/>
              <a:gd name="connsiteY141-2676" fmla="*/ 7921 h 10000"/>
              <a:gd name="connsiteX142-2677" fmla="*/ 1318 w 10000"/>
              <a:gd name="connsiteY142-2678" fmla="*/ 7692 h 10000"/>
              <a:gd name="connsiteX143-2679" fmla="*/ 1483 w 10000"/>
              <a:gd name="connsiteY143-2680" fmla="*/ 7484 h 10000"/>
              <a:gd name="connsiteX144-2681" fmla="*/ 1483 w 10000"/>
              <a:gd name="connsiteY144-2682" fmla="*/ 7484 h 10000"/>
              <a:gd name="connsiteX0-2683" fmla="*/ 1483 w 10000"/>
              <a:gd name="connsiteY0-2684" fmla="*/ 7484 h 10000"/>
              <a:gd name="connsiteX1-2685" fmla="*/ 1664 w 10000"/>
              <a:gd name="connsiteY1-2686" fmla="*/ 7152 h 10000"/>
              <a:gd name="connsiteX2-2687" fmla="*/ 1911 w 10000"/>
              <a:gd name="connsiteY2-2688" fmla="*/ 6819 h 10000"/>
              <a:gd name="connsiteX3-2689" fmla="*/ 2092 w 10000"/>
              <a:gd name="connsiteY3-2690" fmla="*/ 6486 h 10000"/>
              <a:gd name="connsiteX4-2691" fmla="*/ 2356 w 10000"/>
              <a:gd name="connsiteY4-2692" fmla="*/ 6050 h 10000"/>
              <a:gd name="connsiteX5-2693" fmla="*/ 2619 w 10000"/>
              <a:gd name="connsiteY5-2694" fmla="*/ 5509 h 10000"/>
              <a:gd name="connsiteX6-2695" fmla="*/ 2883 w 10000"/>
              <a:gd name="connsiteY6-2696" fmla="*/ 4948 h 10000"/>
              <a:gd name="connsiteX7-2697" fmla="*/ 3130 w 10000"/>
              <a:gd name="connsiteY7-2698" fmla="*/ 4304 h 10000"/>
              <a:gd name="connsiteX8-2699" fmla="*/ 3476 w 10000"/>
              <a:gd name="connsiteY8-2700" fmla="*/ 3638 h 10000"/>
              <a:gd name="connsiteX9-2701" fmla="*/ 3740 w 10000"/>
              <a:gd name="connsiteY9-2702" fmla="*/ 2973 h 10000"/>
              <a:gd name="connsiteX10-2703" fmla="*/ 4003 w 10000"/>
              <a:gd name="connsiteY10-2704" fmla="*/ 2432 h 10000"/>
              <a:gd name="connsiteX11-2705" fmla="*/ 4185 w 10000"/>
              <a:gd name="connsiteY11-2706" fmla="*/ 1871 h 10000"/>
              <a:gd name="connsiteX12-2707" fmla="*/ 4349 w 10000"/>
              <a:gd name="connsiteY12-2708" fmla="*/ 1435 h 10000"/>
              <a:gd name="connsiteX13-2709" fmla="*/ 4432 w 10000"/>
              <a:gd name="connsiteY13-2710" fmla="*/ 1102 h 10000"/>
              <a:gd name="connsiteX14-2711" fmla="*/ 4530 w 10000"/>
              <a:gd name="connsiteY14-2712" fmla="*/ 437 h 10000"/>
              <a:gd name="connsiteX15-2713" fmla="*/ 5041 w 10000"/>
              <a:gd name="connsiteY15-2714" fmla="*/ 0 h 10000"/>
              <a:gd name="connsiteX16-2715" fmla="*/ 5222 w 10000"/>
              <a:gd name="connsiteY16-2716" fmla="*/ 125 h 10000"/>
              <a:gd name="connsiteX17-2717" fmla="*/ 5486 w 10000"/>
              <a:gd name="connsiteY17-2718" fmla="*/ 229 h 10000"/>
              <a:gd name="connsiteX18-2719" fmla="*/ 5651 w 10000"/>
              <a:gd name="connsiteY18-2720" fmla="*/ 333 h 10000"/>
              <a:gd name="connsiteX19-2721" fmla="*/ 5832 w 10000"/>
              <a:gd name="connsiteY19-2722" fmla="*/ 437 h 10000"/>
              <a:gd name="connsiteX20-2723" fmla="*/ 5997 w 10000"/>
              <a:gd name="connsiteY20-2724" fmla="*/ 665 h 10000"/>
              <a:gd name="connsiteX21-2725" fmla="*/ 6096 w 10000"/>
              <a:gd name="connsiteY21-2726" fmla="*/ 769 h 10000"/>
              <a:gd name="connsiteX22-2727" fmla="*/ 6096 w 10000"/>
              <a:gd name="connsiteY22-2728" fmla="*/ 894 h 10000"/>
              <a:gd name="connsiteX23-2729" fmla="*/ 6096 w 10000"/>
              <a:gd name="connsiteY23-2730" fmla="*/ 998 h 10000"/>
              <a:gd name="connsiteX24-2731" fmla="*/ 6096 w 10000"/>
              <a:gd name="connsiteY24-2732" fmla="*/ 1206 h 10000"/>
              <a:gd name="connsiteX25-2733" fmla="*/ 5997 w 10000"/>
              <a:gd name="connsiteY25-2734" fmla="*/ 1331 h 10000"/>
              <a:gd name="connsiteX26-2735" fmla="*/ 5914 w 10000"/>
              <a:gd name="connsiteY26-2736" fmla="*/ 1538 h 10000"/>
              <a:gd name="connsiteX27-2737" fmla="*/ 5750 w 10000"/>
              <a:gd name="connsiteY27-2738" fmla="*/ 1767 h 10000"/>
              <a:gd name="connsiteX28-2739" fmla="*/ 5568 w 10000"/>
              <a:gd name="connsiteY28-2740" fmla="*/ 1975 h 10000"/>
              <a:gd name="connsiteX29-2741" fmla="*/ 5486 w 10000"/>
              <a:gd name="connsiteY29-2742" fmla="*/ 2204 h 10000"/>
              <a:gd name="connsiteX30-2743" fmla="*/ 5305 w 10000"/>
              <a:gd name="connsiteY30-2744" fmla="*/ 2432 h 10000"/>
              <a:gd name="connsiteX31-2745" fmla="*/ 5140 w 10000"/>
              <a:gd name="connsiteY31-2746" fmla="*/ 2744 h 10000"/>
              <a:gd name="connsiteX32-2747" fmla="*/ 4959 w 10000"/>
              <a:gd name="connsiteY32-2748" fmla="*/ 3077 h 10000"/>
              <a:gd name="connsiteX33-2749" fmla="*/ 4695 w 10000"/>
              <a:gd name="connsiteY33-2750" fmla="*/ 3514 h 10000"/>
              <a:gd name="connsiteX34-2751" fmla="*/ 4530 w 10000"/>
              <a:gd name="connsiteY34-2752" fmla="*/ 3971 h 10000"/>
              <a:gd name="connsiteX35-2753" fmla="*/ 4267 w 10000"/>
              <a:gd name="connsiteY35-2754" fmla="*/ 4407 h 10000"/>
              <a:gd name="connsiteX36-2755" fmla="*/ 3921 w 10000"/>
              <a:gd name="connsiteY36-2756" fmla="*/ 4948 h 10000"/>
              <a:gd name="connsiteX37-2757" fmla="*/ 3657 w 10000"/>
              <a:gd name="connsiteY37-2758" fmla="*/ 5385 h 10000"/>
              <a:gd name="connsiteX38-2759" fmla="*/ 3476 w 10000"/>
              <a:gd name="connsiteY38-2760" fmla="*/ 5842 h 10000"/>
              <a:gd name="connsiteX39-2761" fmla="*/ 3229 w 10000"/>
              <a:gd name="connsiteY39-2762" fmla="*/ 6279 h 10000"/>
              <a:gd name="connsiteX40-2763" fmla="*/ 2965 w 10000"/>
              <a:gd name="connsiteY40-2764" fmla="*/ 6611 h 10000"/>
              <a:gd name="connsiteX41-2765" fmla="*/ 2784 w 10000"/>
              <a:gd name="connsiteY41-2766" fmla="*/ 6923 h 10000"/>
              <a:gd name="connsiteX42-2767" fmla="*/ 2619 w 10000"/>
              <a:gd name="connsiteY42-2768" fmla="*/ 7256 h 10000"/>
              <a:gd name="connsiteX43-2769" fmla="*/ 2438 w 10000"/>
              <a:gd name="connsiteY43-2770" fmla="*/ 7484 h 10000"/>
              <a:gd name="connsiteX44-2771" fmla="*/ 2273 w 10000"/>
              <a:gd name="connsiteY44-2772" fmla="*/ 7692 h 10000"/>
              <a:gd name="connsiteX45-2773" fmla="*/ 2092 w 10000"/>
              <a:gd name="connsiteY45-2774" fmla="*/ 7921 h 10000"/>
              <a:gd name="connsiteX46-2775" fmla="*/ 2010 w 10000"/>
              <a:gd name="connsiteY46-2776" fmla="*/ 8150 h 10000"/>
              <a:gd name="connsiteX47-2777" fmla="*/ 1911 w 10000"/>
              <a:gd name="connsiteY47-2778" fmla="*/ 8254 h 10000"/>
              <a:gd name="connsiteX48-2779" fmla="*/ 1829 w 10000"/>
              <a:gd name="connsiteY48-2780" fmla="*/ 8358 h 10000"/>
              <a:gd name="connsiteX49-2781" fmla="*/ 1746 w 10000"/>
              <a:gd name="connsiteY49-2782" fmla="*/ 8462 h 10000"/>
              <a:gd name="connsiteX50-2783" fmla="*/ 1746 w 10000"/>
              <a:gd name="connsiteY50-2784" fmla="*/ 8586 h 10000"/>
              <a:gd name="connsiteX51-2785" fmla="*/ 1746 w 10000"/>
              <a:gd name="connsiteY51-2786" fmla="*/ 8586 h 10000"/>
              <a:gd name="connsiteX52-2787" fmla="*/ 1829 w 10000"/>
              <a:gd name="connsiteY52-2788" fmla="*/ 8586 h 10000"/>
              <a:gd name="connsiteX53-2789" fmla="*/ 1911 w 10000"/>
              <a:gd name="connsiteY53-2790" fmla="*/ 8690 h 10000"/>
              <a:gd name="connsiteX54-2791" fmla="*/ 2010 w 10000"/>
              <a:gd name="connsiteY54-2792" fmla="*/ 8690 h 10000"/>
              <a:gd name="connsiteX55-2793" fmla="*/ 2175 w 10000"/>
              <a:gd name="connsiteY55-2794" fmla="*/ 8690 h 10000"/>
              <a:gd name="connsiteX56-2795" fmla="*/ 2273 w 10000"/>
              <a:gd name="connsiteY56-2796" fmla="*/ 8586 h 10000"/>
              <a:gd name="connsiteX57-2797" fmla="*/ 2356 w 10000"/>
              <a:gd name="connsiteY57-2798" fmla="*/ 8586 h 10000"/>
              <a:gd name="connsiteX58-2799" fmla="*/ 2521 w 10000"/>
              <a:gd name="connsiteY58-2800" fmla="*/ 8586 h 10000"/>
              <a:gd name="connsiteX59-2801" fmla="*/ 2702 w 10000"/>
              <a:gd name="connsiteY59-2802" fmla="*/ 8586 h 10000"/>
              <a:gd name="connsiteX60-2803" fmla="*/ 2883 w 10000"/>
              <a:gd name="connsiteY60-2804" fmla="*/ 8462 h 10000"/>
              <a:gd name="connsiteX61-2805" fmla="*/ 3048 w 10000"/>
              <a:gd name="connsiteY61-2806" fmla="*/ 8462 h 10000"/>
              <a:gd name="connsiteX62-2807" fmla="*/ 3311 w 10000"/>
              <a:gd name="connsiteY62-2808" fmla="*/ 8462 h 10000"/>
              <a:gd name="connsiteX63-2809" fmla="*/ 3575 w 10000"/>
              <a:gd name="connsiteY63-2810" fmla="*/ 8462 h 10000"/>
              <a:gd name="connsiteX64-2811" fmla="*/ 3921 w 10000"/>
              <a:gd name="connsiteY64-2812" fmla="*/ 8358 h 10000"/>
              <a:gd name="connsiteX65-2813" fmla="*/ 4267 w 10000"/>
              <a:gd name="connsiteY65-2814" fmla="*/ 8358 h 10000"/>
              <a:gd name="connsiteX66-2815" fmla="*/ 4613 w 10000"/>
              <a:gd name="connsiteY66-2816" fmla="*/ 8358 h 10000"/>
              <a:gd name="connsiteX67-2817" fmla="*/ 4959 w 10000"/>
              <a:gd name="connsiteY67-2818" fmla="*/ 8254 h 10000"/>
              <a:gd name="connsiteX68-2819" fmla="*/ 5387 w 10000"/>
              <a:gd name="connsiteY68-2820" fmla="*/ 8150 h 10000"/>
              <a:gd name="connsiteX69-2821" fmla="*/ 5832 w 10000"/>
              <a:gd name="connsiteY69-2822" fmla="*/ 8150 h 10000"/>
              <a:gd name="connsiteX70-2823" fmla="*/ 6343 w 10000"/>
              <a:gd name="connsiteY70-2824" fmla="*/ 8025 h 10000"/>
              <a:gd name="connsiteX71-2825" fmla="*/ 6787 w 10000"/>
              <a:gd name="connsiteY71-2826" fmla="*/ 8025 h 10000"/>
              <a:gd name="connsiteX72-2827" fmla="*/ 7298 w 10000"/>
              <a:gd name="connsiteY72-2828" fmla="*/ 7921 h 10000"/>
              <a:gd name="connsiteX73-2829" fmla="*/ 7743 w 10000"/>
              <a:gd name="connsiteY73-2830" fmla="*/ 7817 h 10000"/>
              <a:gd name="connsiteX74-2831" fmla="*/ 8171 w 10000"/>
              <a:gd name="connsiteY74-2832" fmla="*/ 7817 h 10000"/>
              <a:gd name="connsiteX75-2833" fmla="*/ 8435 w 10000"/>
              <a:gd name="connsiteY75-2834" fmla="*/ 7692 h 10000"/>
              <a:gd name="connsiteX76-2835" fmla="*/ 8699 w 10000"/>
              <a:gd name="connsiteY76-2836" fmla="*/ 7692 h 10000"/>
              <a:gd name="connsiteX77-2837" fmla="*/ 8962 w 10000"/>
              <a:gd name="connsiteY77-2838" fmla="*/ 7692 h 10000"/>
              <a:gd name="connsiteX78-2839" fmla="*/ 9127 w 10000"/>
              <a:gd name="connsiteY78-2840" fmla="*/ 7692 h 10000"/>
              <a:gd name="connsiteX79-2841" fmla="*/ 9226 w 10000"/>
              <a:gd name="connsiteY79-2842" fmla="*/ 7588 h 10000"/>
              <a:gd name="connsiteX80-2843" fmla="*/ 9390 w 10000"/>
              <a:gd name="connsiteY80-2844" fmla="*/ 7692 h 10000"/>
              <a:gd name="connsiteX81-2845" fmla="*/ 9473 w 10000"/>
              <a:gd name="connsiteY81-2846" fmla="*/ 7692 h 10000"/>
              <a:gd name="connsiteX82-2847" fmla="*/ 9654 w 10000"/>
              <a:gd name="connsiteY82-2848" fmla="*/ 7817 h 10000"/>
              <a:gd name="connsiteX83-2849" fmla="*/ 9736 w 10000"/>
              <a:gd name="connsiteY83-2850" fmla="*/ 7817 h 10000"/>
              <a:gd name="connsiteX84-2851" fmla="*/ 9918 w 10000"/>
              <a:gd name="connsiteY84-2852" fmla="*/ 8025 h 10000"/>
              <a:gd name="connsiteX85-2853" fmla="*/ 10000 w 10000"/>
              <a:gd name="connsiteY85-2854" fmla="*/ 8150 h 10000"/>
              <a:gd name="connsiteX86-2855" fmla="*/ 10000 w 10000"/>
              <a:gd name="connsiteY86-2856" fmla="*/ 8254 h 10000"/>
              <a:gd name="connsiteX87-2857" fmla="*/ 10000 w 10000"/>
              <a:gd name="connsiteY87-2858" fmla="*/ 8358 h 10000"/>
              <a:gd name="connsiteX88-2859" fmla="*/ 10000 w 10000"/>
              <a:gd name="connsiteY88-2860" fmla="*/ 8358 h 10000"/>
              <a:gd name="connsiteX89-2861" fmla="*/ 10000 w 10000"/>
              <a:gd name="connsiteY89-2862" fmla="*/ 8462 h 10000"/>
              <a:gd name="connsiteX90-2863" fmla="*/ 9918 w 10000"/>
              <a:gd name="connsiteY90-2864" fmla="*/ 8462 h 10000"/>
              <a:gd name="connsiteX91-2865" fmla="*/ 9819 w 10000"/>
              <a:gd name="connsiteY91-2866" fmla="*/ 8462 h 10000"/>
              <a:gd name="connsiteX92-2867" fmla="*/ 9736 w 10000"/>
              <a:gd name="connsiteY92-2868" fmla="*/ 8586 h 10000"/>
              <a:gd name="connsiteX93-2869" fmla="*/ 9572 w 10000"/>
              <a:gd name="connsiteY93-2870" fmla="*/ 8586 h 10000"/>
              <a:gd name="connsiteX94-2871" fmla="*/ 9390 w 10000"/>
              <a:gd name="connsiteY94-2872" fmla="*/ 8586 h 10000"/>
              <a:gd name="connsiteX95-2873" fmla="*/ 9127 w 10000"/>
              <a:gd name="connsiteY95-2874" fmla="*/ 8586 h 10000"/>
              <a:gd name="connsiteX96-2875" fmla="*/ 8863 w 10000"/>
              <a:gd name="connsiteY96-2876" fmla="*/ 8586 h 10000"/>
              <a:gd name="connsiteX97-2877" fmla="*/ 8616 w 10000"/>
              <a:gd name="connsiteY97-2878" fmla="*/ 8586 h 10000"/>
              <a:gd name="connsiteX98-2879" fmla="*/ 8353 w 10000"/>
              <a:gd name="connsiteY98-2880" fmla="*/ 8586 h 10000"/>
              <a:gd name="connsiteX99-2881" fmla="*/ 8007 w 10000"/>
              <a:gd name="connsiteY99-2882" fmla="*/ 8586 h 10000"/>
              <a:gd name="connsiteX100-2883" fmla="*/ 7661 w 10000"/>
              <a:gd name="connsiteY100-2884" fmla="*/ 8586 h 10000"/>
              <a:gd name="connsiteX101-2885" fmla="*/ 7298 w 10000"/>
              <a:gd name="connsiteY101-2886" fmla="*/ 8690 h 10000"/>
              <a:gd name="connsiteX102-2887" fmla="*/ 6870 w 10000"/>
              <a:gd name="connsiteY102-2888" fmla="*/ 8690 h 10000"/>
              <a:gd name="connsiteX103-2889" fmla="*/ 6442 w 10000"/>
              <a:gd name="connsiteY103-2890" fmla="*/ 8690 h 10000"/>
              <a:gd name="connsiteX104-2891" fmla="*/ 5651 w 10000"/>
              <a:gd name="connsiteY104-2892" fmla="*/ 8794 h 10000"/>
              <a:gd name="connsiteX105-2893" fmla="*/ 4876 w 10000"/>
              <a:gd name="connsiteY105-2894" fmla="*/ 8919 h 10000"/>
              <a:gd name="connsiteX106-2895" fmla="*/ 4185 w 10000"/>
              <a:gd name="connsiteY106-2896" fmla="*/ 9023 h 10000"/>
              <a:gd name="connsiteX107-2897" fmla="*/ 3476 w 10000"/>
              <a:gd name="connsiteY107-2898" fmla="*/ 9127 h 10000"/>
              <a:gd name="connsiteX108-2899" fmla="*/ 3130 w 10000"/>
              <a:gd name="connsiteY108-2900" fmla="*/ 9127 h 10000"/>
              <a:gd name="connsiteX109-2901" fmla="*/ 2883 w 10000"/>
              <a:gd name="connsiteY109-2902" fmla="*/ 9231 h 10000"/>
              <a:gd name="connsiteX110-2903" fmla="*/ 2521 w 10000"/>
              <a:gd name="connsiteY110-2904" fmla="*/ 9356 h 10000"/>
              <a:gd name="connsiteX111-2905" fmla="*/ 2273 w 10000"/>
              <a:gd name="connsiteY111-2906" fmla="*/ 9356 h 10000"/>
              <a:gd name="connsiteX112-2907" fmla="*/ 2092 w 10000"/>
              <a:gd name="connsiteY112-2908" fmla="*/ 9459 h 10000"/>
              <a:gd name="connsiteX113-2909" fmla="*/ 1829 w 10000"/>
              <a:gd name="connsiteY113-2910" fmla="*/ 9459 h 10000"/>
              <a:gd name="connsiteX114-2911" fmla="*/ 1664 w 10000"/>
              <a:gd name="connsiteY114-2912" fmla="*/ 9563 h 10000"/>
              <a:gd name="connsiteX115-2913" fmla="*/ 1400 w 10000"/>
              <a:gd name="connsiteY115-2914" fmla="*/ 9688 h 10000"/>
              <a:gd name="connsiteX116-2915" fmla="*/ 1219 w 10000"/>
              <a:gd name="connsiteY116-2916" fmla="*/ 9688 h 10000"/>
              <a:gd name="connsiteX117-2917" fmla="*/ 1137 w 10000"/>
              <a:gd name="connsiteY117-2918" fmla="*/ 9792 h 10000"/>
              <a:gd name="connsiteX118-2919" fmla="*/ 956 w 10000"/>
              <a:gd name="connsiteY118-2920" fmla="*/ 9792 h 10000"/>
              <a:gd name="connsiteX119-2921" fmla="*/ 873 w 10000"/>
              <a:gd name="connsiteY119-2922" fmla="*/ 9896 h 10000"/>
              <a:gd name="connsiteX120-2923" fmla="*/ 791 w 10000"/>
              <a:gd name="connsiteY120-2924" fmla="*/ 9896 h 10000"/>
              <a:gd name="connsiteX121-2925" fmla="*/ 708 w 10000"/>
              <a:gd name="connsiteY121-2926" fmla="*/ 9896 h 10000"/>
              <a:gd name="connsiteX122-2927" fmla="*/ 527 w 10000"/>
              <a:gd name="connsiteY122-2928" fmla="*/ 10000 h 10000"/>
              <a:gd name="connsiteX123-2929" fmla="*/ 445 w 10000"/>
              <a:gd name="connsiteY123-2930" fmla="*/ 9896 h 10000"/>
              <a:gd name="connsiteX124-2931" fmla="*/ 362 w 10000"/>
              <a:gd name="connsiteY124-2932" fmla="*/ 9896 h 10000"/>
              <a:gd name="connsiteX125-2933" fmla="*/ 264 w 10000"/>
              <a:gd name="connsiteY125-2934" fmla="*/ 9792 h 10000"/>
              <a:gd name="connsiteX126-2935" fmla="*/ 181 w 10000"/>
              <a:gd name="connsiteY126-2936" fmla="*/ 9563 h 10000"/>
              <a:gd name="connsiteX127-2937" fmla="*/ 99 w 10000"/>
              <a:gd name="connsiteY127-2938" fmla="*/ 9356 h 10000"/>
              <a:gd name="connsiteX128-2939" fmla="*/ 0 w 10000"/>
              <a:gd name="connsiteY128-2940" fmla="*/ 9231 h 10000"/>
              <a:gd name="connsiteX129-2941" fmla="*/ 0 w 10000"/>
              <a:gd name="connsiteY129-2942" fmla="*/ 9127 h 10000"/>
              <a:gd name="connsiteX130-2943" fmla="*/ 0 w 10000"/>
              <a:gd name="connsiteY130-2944" fmla="*/ 9023 h 10000"/>
              <a:gd name="connsiteX131-2945" fmla="*/ 0 w 10000"/>
              <a:gd name="connsiteY131-2946" fmla="*/ 9023 h 10000"/>
              <a:gd name="connsiteX132-2947" fmla="*/ 99 w 10000"/>
              <a:gd name="connsiteY132-2948" fmla="*/ 8919 h 10000"/>
              <a:gd name="connsiteX133-2949" fmla="*/ 181 w 10000"/>
              <a:gd name="connsiteY133-2950" fmla="*/ 8794 h 10000"/>
              <a:gd name="connsiteX134-2951" fmla="*/ 362 w 10000"/>
              <a:gd name="connsiteY134-2952" fmla="*/ 8690 h 10000"/>
              <a:gd name="connsiteX135-2953" fmla="*/ 527 w 10000"/>
              <a:gd name="connsiteY135-2954" fmla="*/ 8586 h 10000"/>
              <a:gd name="connsiteX136-2955" fmla="*/ 610 w 10000"/>
              <a:gd name="connsiteY136-2956" fmla="*/ 8462 h 10000"/>
              <a:gd name="connsiteX137-2957" fmla="*/ 708 w 10000"/>
              <a:gd name="connsiteY137-2958" fmla="*/ 8358 h 10000"/>
              <a:gd name="connsiteX138-2959" fmla="*/ 873 w 10000"/>
              <a:gd name="connsiteY138-2960" fmla="*/ 8254 h 10000"/>
              <a:gd name="connsiteX139-2961" fmla="*/ 1054 w 10000"/>
              <a:gd name="connsiteY139-2962" fmla="*/ 8025 h 10000"/>
              <a:gd name="connsiteX140-2963" fmla="*/ 1137 w 10000"/>
              <a:gd name="connsiteY140-2964" fmla="*/ 7921 h 10000"/>
              <a:gd name="connsiteX141-2965" fmla="*/ 1318 w 10000"/>
              <a:gd name="connsiteY141-2966" fmla="*/ 7692 h 10000"/>
              <a:gd name="connsiteX142-2967" fmla="*/ 1483 w 10000"/>
              <a:gd name="connsiteY142-2968" fmla="*/ 7484 h 10000"/>
              <a:gd name="connsiteX143-2969" fmla="*/ 1483 w 10000"/>
              <a:gd name="connsiteY143-2970" fmla="*/ 7484 h 10000"/>
              <a:gd name="connsiteX0-2971" fmla="*/ 1483 w 10000"/>
              <a:gd name="connsiteY0-2972" fmla="*/ 7484 h 10000"/>
              <a:gd name="connsiteX1-2973" fmla="*/ 1664 w 10000"/>
              <a:gd name="connsiteY1-2974" fmla="*/ 7152 h 10000"/>
              <a:gd name="connsiteX2-2975" fmla="*/ 1911 w 10000"/>
              <a:gd name="connsiteY2-2976" fmla="*/ 6819 h 10000"/>
              <a:gd name="connsiteX3-2977" fmla="*/ 2092 w 10000"/>
              <a:gd name="connsiteY3-2978" fmla="*/ 6486 h 10000"/>
              <a:gd name="connsiteX4-2979" fmla="*/ 2356 w 10000"/>
              <a:gd name="connsiteY4-2980" fmla="*/ 6050 h 10000"/>
              <a:gd name="connsiteX5-2981" fmla="*/ 2619 w 10000"/>
              <a:gd name="connsiteY5-2982" fmla="*/ 5509 h 10000"/>
              <a:gd name="connsiteX6-2983" fmla="*/ 2883 w 10000"/>
              <a:gd name="connsiteY6-2984" fmla="*/ 4948 h 10000"/>
              <a:gd name="connsiteX7-2985" fmla="*/ 3130 w 10000"/>
              <a:gd name="connsiteY7-2986" fmla="*/ 4304 h 10000"/>
              <a:gd name="connsiteX8-2987" fmla="*/ 3476 w 10000"/>
              <a:gd name="connsiteY8-2988" fmla="*/ 3638 h 10000"/>
              <a:gd name="connsiteX9-2989" fmla="*/ 3740 w 10000"/>
              <a:gd name="connsiteY9-2990" fmla="*/ 2973 h 10000"/>
              <a:gd name="connsiteX10-2991" fmla="*/ 4003 w 10000"/>
              <a:gd name="connsiteY10-2992" fmla="*/ 2432 h 10000"/>
              <a:gd name="connsiteX11-2993" fmla="*/ 4185 w 10000"/>
              <a:gd name="connsiteY11-2994" fmla="*/ 1871 h 10000"/>
              <a:gd name="connsiteX12-2995" fmla="*/ 4349 w 10000"/>
              <a:gd name="connsiteY12-2996" fmla="*/ 1435 h 10000"/>
              <a:gd name="connsiteX13-2997" fmla="*/ 4432 w 10000"/>
              <a:gd name="connsiteY13-2998" fmla="*/ 1102 h 10000"/>
              <a:gd name="connsiteX14-2999" fmla="*/ 5041 w 10000"/>
              <a:gd name="connsiteY14-3000" fmla="*/ 0 h 10000"/>
              <a:gd name="connsiteX15-3001" fmla="*/ 5222 w 10000"/>
              <a:gd name="connsiteY15-3002" fmla="*/ 125 h 10000"/>
              <a:gd name="connsiteX16-3003" fmla="*/ 5486 w 10000"/>
              <a:gd name="connsiteY16-3004" fmla="*/ 229 h 10000"/>
              <a:gd name="connsiteX17-3005" fmla="*/ 5651 w 10000"/>
              <a:gd name="connsiteY17-3006" fmla="*/ 333 h 10000"/>
              <a:gd name="connsiteX18-3007" fmla="*/ 5832 w 10000"/>
              <a:gd name="connsiteY18-3008" fmla="*/ 437 h 10000"/>
              <a:gd name="connsiteX19-3009" fmla="*/ 5997 w 10000"/>
              <a:gd name="connsiteY19-3010" fmla="*/ 665 h 10000"/>
              <a:gd name="connsiteX20-3011" fmla="*/ 6096 w 10000"/>
              <a:gd name="connsiteY20-3012" fmla="*/ 769 h 10000"/>
              <a:gd name="connsiteX21-3013" fmla="*/ 6096 w 10000"/>
              <a:gd name="connsiteY21-3014" fmla="*/ 894 h 10000"/>
              <a:gd name="connsiteX22-3015" fmla="*/ 6096 w 10000"/>
              <a:gd name="connsiteY22-3016" fmla="*/ 998 h 10000"/>
              <a:gd name="connsiteX23-3017" fmla="*/ 6096 w 10000"/>
              <a:gd name="connsiteY23-3018" fmla="*/ 1206 h 10000"/>
              <a:gd name="connsiteX24-3019" fmla="*/ 5997 w 10000"/>
              <a:gd name="connsiteY24-3020" fmla="*/ 1331 h 10000"/>
              <a:gd name="connsiteX25-3021" fmla="*/ 5914 w 10000"/>
              <a:gd name="connsiteY25-3022" fmla="*/ 1538 h 10000"/>
              <a:gd name="connsiteX26-3023" fmla="*/ 5750 w 10000"/>
              <a:gd name="connsiteY26-3024" fmla="*/ 1767 h 10000"/>
              <a:gd name="connsiteX27-3025" fmla="*/ 5568 w 10000"/>
              <a:gd name="connsiteY27-3026" fmla="*/ 1975 h 10000"/>
              <a:gd name="connsiteX28-3027" fmla="*/ 5486 w 10000"/>
              <a:gd name="connsiteY28-3028" fmla="*/ 2204 h 10000"/>
              <a:gd name="connsiteX29-3029" fmla="*/ 5305 w 10000"/>
              <a:gd name="connsiteY29-3030" fmla="*/ 2432 h 10000"/>
              <a:gd name="connsiteX30-3031" fmla="*/ 5140 w 10000"/>
              <a:gd name="connsiteY30-3032" fmla="*/ 2744 h 10000"/>
              <a:gd name="connsiteX31-3033" fmla="*/ 4959 w 10000"/>
              <a:gd name="connsiteY31-3034" fmla="*/ 3077 h 10000"/>
              <a:gd name="connsiteX32-3035" fmla="*/ 4695 w 10000"/>
              <a:gd name="connsiteY32-3036" fmla="*/ 3514 h 10000"/>
              <a:gd name="connsiteX33-3037" fmla="*/ 4530 w 10000"/>
              <a:gd name="connsiteY33-3038" fmla="*/ 3971 h 10000"/>
              <a:gd name="connsiteX34-3039" fmla="*/ 4267 w 10000"/>
              <a:gd name="connsiteY34-3040" fmla="*/ 4407 h 10000"/>
              <a:gd name="connsiteX35-3041" fmla="*/ 3921 w 10000"/>
              <a:gd name="connsiteY35-3042" fmla="*/ 4948 h 10000"/>
              <a:gd name="connsiteX36-3043" fmla="*/ 3657 w 10000"/>
              <a:gd name="connsiteY36-3044" fmla="*/ 5385 h 10000"/>
              <a:gd name="connsiteX37-3045" fmla="*/ 3476 w 10000"/>
              <a:gd name="connsiteY37-3046" fmla="*/ 5842 h 10000"/>
              <a:gd name="connsiteX38-3047" fmla="*/ 3229 w 10000"/>
              <a:gd name="connsiteY38-3048" fmla="*/ 6279 h 10000"/>
              <a:gd name="connsiteX39-3049" fmla="*/ 2965 w 10000"/>
              <a:gd name="connsiteY39-3050" fmla="*/ 6611 h 10000"/>
              <a:gd name="connsiteX40-3051" fmla="*/ 2784 w 10000"/>
              <a:gd name="connsiteY40-3052" fmla="*/ 6923 h 10000"/>
              <a:gd name="connsiteX41-3053" fmla="*/ 2619 w 10000"/>
              <a:gd name="connsiteY41-3054" fmla="*/ 7256 h 10000"/>
              <a:gd name="connsiteX42-3055" fmla="*/ 2438 w 10000"/>
              <a:gd name="connsiteY42-3056" fmla="*/ 7484 h 10000"/>
              <a:gd name="connsiteX43-3057" fmla="*/ 2273 w 10000"/>
              <a:gd name="connsiteY43-3058" fmla="*/ 7692 h 10000"/>
              <a:gd name="connsiteX44-3059" fmla="*/ 2092 w 10000"/>
              <a:gd name="connsiteY44-3060" fmla="*/ 7921 h 10000"/>
              <a:gd name="connsiteX45-3061" fmla="*/ 2010 w 10000"/>
              <a:gd name="connsiteY45-3062" fmla="*/ 8150 h 10000"/>
              <a:gd name="connsiteX46-3063" fmla="*/ 1911 w 10000"/>
              <a:gd name="connsiteY46-3064" fmla="*/ 8254 h 10000"/>
              <a:gd name="connsiteX47-3065" fmla="*/ 1829 w 10000"/>
              <a:gd name="connsiteY47-3066" fmla="*/ 8358 h 10000"/>
              <a:gd name="connsiteX48-3067" fmla="*/ 1746 w 10000"/>
              <a:gd name="connsiteY48-3068" fmla="*/ 8462 h 10000"/>
              <a:gd name="connsiteX49-3069" fmla="*/ 1746 w 10000"/>
              <a:gd name="connsiteY49-3070" fmla="*/ 8586 h 10000"/>
              <a:gd name="connsiteX50-3071" fmla="*/ 1746 w 10000"/>
              <a:gd name="connsiteY50-3072" fmla="*/ 8586 h 10000"/>
              <a:gd name="connsiteX51-3073" fmla="*/ 1829 w 10000"/>
              <a:gd name="connsiteY51-3074" fmla="*/ 8586 h 10000"/>
              <a:gd name="connsiteX52-3075" fmla="*/ 1911 w 10000"/>
              <a:gd name="connsiteY52-3076" fmla="*/ 8690 h 10000"/>
              <a:gd name="connsiteX53-3077" fmla="*/ 2010 w 10000"/>
              <a:gd name="connsiteY53-3078" fmla="*/ 8690 h 10000"/>
              <a:gd name="connsiteX54-3079" fmla="*/ 2175 w 10000"/>
              <a:gd name="connsiteY54-3080" fmla="*/ 8690 h 10000"/>
              <a:gd name="connsiteX55-3081" fmla="*/ 2273 w 10000"/>
              <a:gd name="connsiteY55-3082" fmla="*/ 8586 h 10000"/>
              <a:gd name="connsiteX56-3083" fmla="*/ 2356 w 10000"/>
              <a:gd name="connsiteY56-3084" fmla="*/ 8586 h 10000"/>
              <a:gd name="connsiteX57-3085" fmla="*/ 2521 w 10000"/>
              <a:gd name="connsiteY57-3086" fmla="*/ 8586 h 10000"/>
              <a:gd name="connsiteX58-3087" fmla="*/ 2702 w 10000"/>
              <a:gd name="connsiteY58-3088" fmla="*/ 8586 h 10000"/>
              <a:gd name="connsiteX59-3089" fmla="*/ 2883 w 10000"/>
              <a:gd name="connsiteY59-3090" fmla="*/ 8462 h 10000"/>
              <a:gd name="connsiteX60-3091" fmla="*/ 3048 w 10000"/>
              <a:gd name="connsiteY60-3092" fmla="*/ 8462 h 10000"/>
              <a:gd name="connsiteX61-3093" fmla="*/ 3311 w 10000"/>
              <a:gd name="connsiteY61-3094" fmla="*/ 8462 h 10000"/>
              <a:gd name="connsiteX62-3095" fmla="*/ 3575 w 10000"/>
              <a:gd name="connsiteY62-3096" fmla="*/ 8462 h 10000"/>
              <a:gd name="connsiteX63-3097" fmla="*/ 3921 w 10000"/>
              <a:gd name="connsiteY63-3098" fmla="*/ 8358 h 10000"/>
              <a:gd name="connsiteX64-3099" fmla="*/ 4267 w 10000"/>
              <a:gd name="connsiteY64-3100" fmla="*/ 8358 h 10000"/>
              <a:gd name="connsiteX65-3101" fmla="*/ 4613 w 10000"/>
              <a:gd name="connsiteY65-3102" fmla="*/ 8358 h 10000"/>
              <a:gd name="connsiteX66-3103" fmla="*/ 4959 w 10000"/>
              <a:gd name="connsiteY66-3104" fmla="*/ 8254 h 10000"/>
              <a:gd name="connsiteX67-3105" fmla="*/ 5387 w 10000"/>
              <a:gd name="connsiteY67-3106" fmla="*/ 8150 h 10000"/>
              <a:gd name="connsiteX68-3107" fmla="*/ 5832 w 10000"/>
              <a:gd name="connsiteY68-3108" fmla="*/ 8150 h 10000"/>
              <a:gd name="connsiteX69-3109" fmla="*/ 6343 w 10000"/>
              <a:gd name="connsiteY69-3110" fmla="*/ 8025 h 10000"/>
              <a:gd name="connsiteX70-3111" fmla="*/ 6787 w 10000"/>
              <a:gd name="connsiteY70-3112" fmla="*/ 8025 h 10000"/>
              <a:gd name="connsiteX71-3113" fmla="*/ 7298 w 10000"/>
              <a:gd name="connsiteY71-3114" fmla="*/ 7921 h 10000"/>
              <a:gd name="connsiteX72-3115" fmla="*/ 7743 w 10000"/>
              <a:gd name="connsiteY72-3116" fmla="*/ 7817 h 10000"/>
              <a:gd name="connsiteX73-3117" fmla="*/ 8171 w 10000"/>
              <a:gd name="connsiteY73-3118" fmla="*/ 7817 h 10000"/>
              <a:gd name="connsiteX74-3119" fmla="*/ 8435 w 10000"/>
              <a:gd name="connsiteY74-3120" fmla="*/ 7692 h 10000"/>
              <a:gd name="connsiteX75-3121" fmla="*/ 8699 w 10000"/>
              <a:gd name="connsiteY75-3122" fmla="*/ 7692 h 10000"/>
              <a:gd name="connsiteX76-3123" fmla="*/ 8962 w 10000"/>
              <a:gd name="connsiteY76-3124" fmla="*/ 7692 h 10000"/>
              <a:gd name="connsiteX77-3125" fmla="*/ 9127 w 10000"/>
              <a:gd name="connsiteY77-3126" fmla="*/ 7692 h 10000"/>
              <a:gd name="connsiteX78-3127" fmla="*/ 9226 w 10000"/>
              <a:gd name="connsiteY78-3128" fmla="*/ 7588 h 10000"/>
              <a:gd name="connsiteX79-3129" fmla="*/ 9390 w 10000"/>
              <a:gd name="connsiteY79-3130" fmla="*/ 7692 h 10000"/>
              <a:gd name="connsiteX80-3131" fmla="*/ 9473 w 10000"/>
              <a:gd name="connsiteY80-3132" fmla="*/ 7692 h 10000"/>
              <a:gd name="connsiteX81-3133" fmla="*/ 9654 w 10000"/>
              <a:gd name="connsiteY81-3134" fmla="*/ 7817 h 10000"/>
              <a:gd name="connsiteX82-3135" fmla="*/ 9736 w 10000"/>
              <a:gd name="connsiteY82-3136" fmla="*/ 7817 h 10000"/>
              <a:gd name="connsiteX83-3137" fmla="*/ 9918 w 10000"/>
              <a:gd name="connsiteY83-3138" fmla="*/ 8025 h 10000"/>
              <a:gd name="connsiteX84-3139" fmla="*/ 10000 w 10000"/>
              <a:gd name="connsiteY84-3140" fmla="*/ 8150 h 10000"/>
              <a:gd name="connsiteX85-3141" fmla="*/ 10000 w 10000"/>
              <a:gd name="connsiteY85-3142" fmla="*/ 8254 h 10000"/>
              <a:gd name="connsiteX86-3143" fmla="*/ 10000 w 10000"/>
              <a:gd name="connsiteY86-3144" fmla="*/ 8358 h 10000"/>
              <a:gd name="connsiteX87-3145" fmla="*/ 10000 w 10000"/>
              <a:gd name="connsiteY87-3146" fmla="*/ 8358 h 10000"/>
              <a:gd name="connsiteX88-3147" fmla="*/ 10000 w 10000"/>
              <a:gd name="connsiteY88-3148" fmla="*/ 8462 h 10000"/>
              <a:gd name="connsiteX89-3149" fmla="*/ 9918 w 10000"/>
              <a:gd name="connsiteY89-3150" fmla="*/ 8462 h 10000"/>
              <a:gd name="connsiteX90-3151" fmla="*/ 9819 w 10000"/>
              <a:gd name="connsiteY90-3152" fmla="*/ 8462 h 10000"/>
              <a:gd name="connsiteX91-3153" fmla="*/ 9736 w 10000"/>
              <a:gd name="connsiteY91-3154" fmla="*/ 8586 h 10000"/>
              <a:gd name="connsiteX92-3155" fmla="*/ 9572 w 10000"/>
              <a:gd name="connsiteY92-3156" fmla="*/ 8586 h 10000"/>
              <a:gd name="connsiteX93-3157" fmla="*/ 9390 w 10000"/>
              <a:gd name="connsiteY93-3158" fmla="*/ 8586 h 10000"/>
              <a:gd name="connsiteX94-3159" fmla="*/ 9127 w 10000"/>
              <a:gd name="connsiteY94-3160" fmla="*/ 8586 h 10000"/>
              <a:gd name="connsiteX95-3161" fmla="*/ 8863 w 10000"/>
              <a:gd name="connsiteY95-3162" fmla="*/ 8586 h 10000"/>
              <a:gd name="connsiteX96-3163" fmla="*/ 8616 w 10000"/>
              <a:gd name="connsiteY96-3164" fmla="*/ 8586 h 10000"/>
              <a:gd name="connsiteX97-3165" fmla="*/ 8353 w 10000"/>
              <a:gd name="connsiteY97-3166" fmla="*/ 8586 h 10000"/>
              <a:gd name="connsiteX98-3167" fmla="*/ 8007 w 10000"/>
              <a:gd name="connsiteY98-3168" fmla="*/ 8586 h 10000"/>
              <a:gd name="connsiteX99-3169" fmla="*/ 7661 w 10000"/>
              <a:gd name="connsiteY99-3170" fmla="*/ 8586 h 10000"/>
              <a:gd name="connsiteX100-3171" fmla="*/ 7298 w 10000"/>
              <a:gd name="connsiteY100-3172" fmla="*/ 8690 h 10000"/>
              <a:gd name="connsiteX101-3173" fmla="*/ 6870 w 10000"/>
              <a:gd name="connsiteY101-3174" fmla="*/ 8690 h 10000"/>
              <a:gd name="connsiteX102-3175" fmla="*/ 6442 w 10000"/>
              <a:gd name="connsiteY102-3176" fmla="*/ 8690 h 10000"/>
              <a:gd name="connsiteX103-3177" fmla="*/ 5651 w 10000"/>
              <a:gd name="connsiteY103-3178" fmla="*/ 8794 h 10000"/>
              <a:gd name="connsiteX104-3179" fmla="*/ 4876 w 10000"/>
              <a:gd name="connsiteY104-3180" fmla="*/ 8919 h 10000"/>
              <a:gd name="connsiteX105-3181" fmla="*/ 4185 w 10000"/>
              <a:gd name="connsiteY105-3182" fmla="*/ 9023 h 10000"/>
              <a:gd name="connsiteX106-3183" fmla="*/ 3476 w 10000"/>
              <a:gd name="connsiteY106-3184" fmla="*/ 9127 h 10000"/>
              <a:gd name="connsiteX107-3185" fmla="*/ 3130 w 10000"/>
              <a:gd name="connsiteY107-3186" fmla="*/ 9127 h 10000"/>
              <a:gd name="connsiteX108-3187" fmla="*/ 2883 w 10000"/>
              <a:gd name="connsiteY108-3188" fmla="*/ 9231 h 10000"/>
              <a:gd name="connsiteX109-3189" fmla="*/ 2521 w 10000"/>
              <a:gd name="connsiteY109-3190" fmla="*/ 9356 h 10000"/>
              <a:gd name="connsiteX110-3191" fmla="*/ 2273 w 10000"/>
              <a:gd name="connsiteY110-3192" fmla="*/ 9356 h 10000"/>
              <a:gd name="connsiteX111-3193" fmla="*/ 2092 w 10000"/>
              <a:gd name="connsiteY111-3194" fmla="*/ 9459 h 10000"/>
              <a:gd name="connsiteX112-3195" fmla="*/ 1829 w 10000"/>
              <a:gd name="connsiteY112-3196" fmla="*/ 9459 h 10000"/>
              <a:gd name="connsiteX113-3197" fmla="*/ 1664 w 10000"/>
              <a:gd name="connsiteY113-3198" fmla="*/ 9563 h 10000"/>
              <a:gd name="connsiteX114-3199" fmla="*/ 1400 w 10000"/>
              <a:gd name="connsiteY114-3200" fmla="*/ 9688 h 10000"/>
              <a:gd name="connsiteX115-3201" fmla="*/ 1219 w 10000"/>
              <a:gd name="connsiteY115-3202" fmla="*/ 9688 h 10000"/>
              <a:gd name="connsiteX116-3203" fmla="*/ 1137 w 10000"/>
              <a:gd name="connsiteY116-3204" fmla="*/ 9792 h 10000"/>
              <a:gd name="connsiteX117-3205" fmla="*/ 956 w 10000"/>
              <a:gd name="connsiteY117-3206" fmla="*/ 9792 h 10000"/>
              <a:gd name="connsiteX118-3207" fmla="*/ 873 w 10000"/>
              <a:gd name="connsiteY118-3208" fmla="*/ 9896 h 10000"/>
              <a:gd name="connsiteX119-3209" fmla="*/ 791 w 10000"/>
              <a:gd name="connsiteY119-3210" fmla="*/ 9896 h 10000"/>
              <a:gd name="connsiteX120-3211" fmla="*/ 708 w 10000"/>
              <a:gd name="connsiteY120-3212" fmla="*/ 9896 h 10000"/>
              <a:gd name="connsiteX121-3213" fmla="*/ 527 w 10000"/>
              <a:gd name="connsiteY121-3214" fmla="*/ 10000 h 10000"/>
              <a:gd name="connsiteX122-3215" fmla="*/ 445 w 10000"/>
              <a:gd name="connsiteY122-3216" fmla="*/ 9896 h 10000"/>
              <a:gd name="connsiteX123-3217" fmla="*/ 362 w 10000"/>
              <a:gd name="connsiteY123-3218" fmla="*/ 9896 h 10000"/>
              <a:gd name="connsiteX124-3219" fmla="*/ 264 w 10000"/>
              <a:gd name="connsiteY124-3220" fmla="*/ 9792 h 10000"/>
              <a:gd name="connsiteX125-3221" fmla="*/ 181 w 10000"/>
              <a:gd name="connsiteY125-3222" fmla="*/ 9563 h 10000"/>
              <a:gd name="connsiteX126-3223" fmla="*/ 99 w 10000"/>
              <a:gd name="connsiteY126-3224" fmla="*/ 9356 h 10000"/>
              <a:gd name="connsiteX127-3225" fmla="*/ 0 w 10000"/>
              <a:gd name="connsiteY127-3226" fmla="*/ 9231 h 10000"/>
              <a:gd name="connsiteX128-3227" fmla="*/ 0 w 10000"/>
              <a:gd name="connsiteY128-3228" fmla="*/ 9127 h 10000"/>
              <a:gd name="connsiteX129-3229" fmla="*/ 0 w 10000"/>
              <a:gd name="connsiteY129-3230" fmla="*/ 9023 h 10000"/>
              <a:gd name="connsiteX130-3231" fmla="*/ 0 w 10000"/>
              <a:gd name="connsiteY130-3232" fmla="*/ 9023 h 10000"/>
              <a:gd name="connsiteX131-3233" fmla="*/ 99 w 10000"/>
              <a:gd name="connsiteY131-3234" fmla="*/ 8919 h 10000"/>
              <a:gd name="connsiteX132-3235" fmla="*/ 181 w 10000"/>
              <a:gd name="connsiteY132-3236" fmla="*/ 8794 h 10000"/>
              <a:gd name="connsiteX133-3237" fmla="*/ 362 w 10000"/>
              <a:gd name="connsiteY133-3238" fmla="*/ 8690 h 10000"/>
              <a:gd name="connsiteX134-3239" fmla="*/ 527 w 10000"/>
              <a:gd name="connsiteY134-3240" fmla="*/ 8586 h 10000"/>
              <a:gd name="connsiteX135-3241" fmla="*/ 610 w 10000"/>
              <a:gd name="connsiteY135-3242" fmla="*/ 8462 h 10000"/>
              <a:gd name="connsiteX136-3243" fmla="*/ 708 w 10000"/>
              <a:gd name="connsiteY136-3244" fmla="*/ 8358 h 10000"/>
              <a:gd name="connsiteX137-3245" fmla="*/ 873 w 10000"/>
              <a:gd name="connsiteY137-3246" fmla="*/ 8254 h 10000"/>
              <a:gd name="connsiteX138-3247" fmla="*/ 1054 w 10000"/>
              <a:gd name="connsiteY138-3248" fmla="*/ 8025 h 10000"/>
              <a:gd name="connsiteX139-3249" fmla="*/ 1137 w 10000"/>
              <a:gd name="connsiteY139-3250" fmla="*/ 7921 h 10000"/>
              <a:gd name="connsiteX140-3251" fmla="*/ 1318 w 10000"/>
              <a:gd name="connsiteY140-3252" fmla="*/ 7692 h 10000"/>
              <a:gd name="connsiteX141-3253" fmla="*/ 1483 w 10000"/>
              <a:gd name="connsiteY141-3254" fmla="*/ 7484 h 10000"/>
              <a:gd name="connsiteX142-3255" fmla="*/ 1483 w 10000"/>
              <a:gd name="connsiteY142-3256" fmla="*/ 7484 h 10000"/>
              <a:gd name="connsiteX0-3257" fmla="*/ 1483 w 10000"/>
              <a:gd name="connsiteY0-3258" fmla="*/ 7484 h 10000"/>
              <a:gd name="connsiteX1-3259" fmla="*/ 1664 w 10000"/>
              <a:gd name="connsiteY1-3260" fmla="*/ 7152 h 10000"/>
              <a:gd name="connsiteX2-3261" fmla="*/ 1911 w 10000"/>
              <a:gd name="connsiteY2-3262" fmla="*/ 6819 h 10000"/>
              <a:gd name="connsiteX3-3263" fmla="*/ 2092 w 10000"/>
              <a:gd name="connsiteY3-3264" fmla="*/ 6486 h 10000"/>
              <a:gd name="connsiteX4-3265" fmla="*/ 2356 w 10000"/>
              <a:gd name="connsiteY4-3266" fmla="*/ 6050 h 10000"/>
              <a:gd name="connsiteX5-3267" fmla="*/ 2619 w 10000"/>
              <a:gd name="connsiteY5-3268" fmla="*/ 5509 h 10000"/>
              <a:gd name="connsiteX6-3269" fmla="*/ 2883 w 10000"/>
              <a:gd name="connsiteY6-3270" fmla="*/ 4948 h 10000"/>
              <a:gd name="connsiteX7-3271" fmla="*/ 3130 w 10000"/>
              <a:gd name="connsiteY7-3272" fmla="*/ 4304 h 10000"/>
              <a:gd name="connsiteX8-3273" fmla="*/ 3476 w 10000"/>
              <a:gd name="connsiteY8-3274" fmla="*/ 3638 h 10000"/>
              <a:gd name="connsiteX9-3275" fmla="*/ 3740 w 10000"/>
              <a:gd name="connsiteY9-3276" fmla="*/ 2973 h 10000"/>
              <a:gd name="connsiteX10-3277" fmla="*/ 4003 w 10000"/>
              <a:gd name="connsiteY10-3278" fmla="*/ 2432 h 10000"/>
              <a:gd name="connsiteX11-3279" fmla="*/ 4185 w 10000"/>
              <a:gd name="connsiteY11-3280" fmla="*/ 1871 h 10000"/>
              <a:gd name="connsiteX12-3281" fmla="*/ 4349 w 10000"/>
              <a:gd name="connsiteY12-3282" fmla="*/ 1435 h 10000"/>
              <a:gd name="connsiteX13-3283" fmla="*/ 5041 w 10000"/>
              <a:gd name="connsiteY13-3284" fmla="*/ 0 h 10000"/>
              <a:gd name="connsiteX14-3285" fmla="*/ 5222 w 10000"/>
              <a:gd name="connsiteY14-3286" fmla="*/ 125 h 10000"/>
              <a:gd name="connsiteX15-3287" fmla="*/ 5486 w 10000"/>
              <a:gd name="connsiteY15-3288" fmla="*/ 229 h 10000"/>
              <a:gd name="connsiteX16-3289" fmla="*/ 5651 w 10000"/>
              <a:gd name="connsiteY16-3290" fmla="*/ 333 h 10000"/>
              <a:gd name="connsiteX17-3291" fmla="*/ 5832 w 10000"/>
              <a:gd name="connsiteY17-3292" fmla="*/ 437 h 10000"/>
              <a:gd name="connsiteX18-3293" fmla="*/ 5997 w 10000"/>
              <a:gd name="connsiteY18-3294" fmla="*/ 665 h 10000"/>
              <a:gd name="connsiteX19-3295" fmla="*/ 6096 w 10000"/>
              <a:gd name="connsiteY19-3296" fmla="*/ 769 h 10000"/>
              <a:gd name="connsiteX20-3297" fmla="*/ 6096 w 10000"/>
              <a:gd name="connsiteY20-3298" fmla="*/ 894 h 10000"/>
              <a:gd name="connsiteX21-3299" fmla="*/ 6096 w 10000"/>
              <a:gd name="connsiteY21-3300" fmla="*/ 998 h 10000"/>
              <a:gd name="connsiteX22-3301" fmla="*/ 6096 w 10000"/>
              <a:gd name="connsiteY22-3302" fmla="*/ 1206 h 10000"/>
              <a:gd name="connsiteX23-3303" fmla="*/ 5997 w 10000"/>
              <a:gd name="connsiteY23-3304" fmla="*/ 1331 h 10000"/>
              <a:gd name="connsiteX24-3305" fmla="*/ 5914 w 10000"/>
              <a:gd name="connsiteY24-3306" fmla="*/ 1538 h 10000"/>
              <a:gd name="connsiteX25-3307" fmla="*/ 5750 w 10000"/>
              <a:gd name="connsiteY25-3308" fmla="*/ 1767 h 10000"/>
              <a:gd name="connsiteX26-3309" fmla="*/ 5568 w 10000"/>
              <a:gd name="connsiteY26-3310" fmla="*/ 1975 h 10000"/>
              <a:gd name="connsiteX27-3311" fmla="*/ 5486 w 10000"/>
              <a:gd name="connsiteY27-3312" fmla="*/ 2204 h 10000"/>
              <a:gd name="connsiteX28-3313" fmla="*/ 5305 w 10000"/>
              <a:gd name="connsiteY28-3314" fmla="*/ 2432 h 10000"/>
              <a:gd name="connsiteX29-3315" fmla="*/ 5140 w 10000"/>
              <a:gd name="connsiteY29-3316" fmla="*/ 2744 h 10000"/>
              <a:gd name="connsiteX30-3317" fmla="*/ 4959 w 10000"/>
              <a:gd name="connsiteY30-3318" fmla="*/ 3077 h 10000"/>
              <a:gd name="connsiteX31-3319" fmla="*/ 4695 w 10000"/>
              <a:gd name="connsiteY31-3320" fmla="*/ 3514 h 10000"/>
              <a:gd name="connsiteX32-3321" fmla="*/ 4530 w 10000"/>
              <a:gd name="connsiteY32-3322" fmla="*/ 3971 h 10000"/>
              <a:gd name="connsiteX33-3323" fmla="*/ 4267 w 10000"/>
              <a:gd name="connsiteY33-3324" fmla="*/ 4407 h 10000"/>
              <a:gd name="connsiteX34-3325" fmla="*/ 3921 w 10000"/>
              <a:gd name="connsiteY34-3326" fmla="*/ 4948 h 10000"/>
              <a:gd name="connsiteX35-3327" fmla="*/ 3657 w 10000"/>
              <a:gd name="connsiteY35-3328" fmla="*/ 5385 h 10000"/>
              <a:gd name="connsiteX36-3329" fmla="*/ 3476 w 10000"/>
              <a:gd name="connsiteY36-3330" fmla="*/ 5842 h 10000"/>
              <a:gd name="connsiteX37-3331" fmla="*/ 3229 w 10000"/>
              <a:gd name="connsiteY37-3332" fmla="*/ 6279 h 10000"/>
              <a:gd name="connsiteX38-3333" fmla="*/ 2965 w 10000"/>
              <a:gd name="connsiteY38-3334" fmla="*/ 6611 h 10000"/>
              <a:gd name="connsiteX39-3335" fmla="*/ 2784 w 10000"/>
              <a:gd name="connsiteY39-3336" fmla="*/ 6923 h 10000"/>
              <a:gd name="connsiteX40-3337" fmla="*/ 2619 w 10000"/>
              <a:gd name="connsiteY40-3338" fmla="*/ 7256 h 10000"/>
              <a:gd name="connsiteX41-3339" fmla="*/ 2438 w 10000"/>
              <a:gd name="connsiteY41-3340" fmla="*/ 7484 h 10000"/>
              <a:gd name="connsiteX42-3341" fmla="*/ 2273 w 10000"/>
              <a:gd name="connsiteY42-3342" fmla="*/ 7692 h 10000"/>
              <a:gd name="connsiteX43-3343" fmla="*/ 2092 w 10000"/>
              <a:gd name="connsiteY43-3344" fmla="*/ 7921 h 10000"/>
              <a:gd name="connsiteX44-3345" fmla="*/ 2010 w 10000"/>
              <a:gd name="connsiteY44-3346" fmla="*/ 8150 h 10000"/>
              <a:gd name="connsiteX45-3347" fmla="*/ 1911 w 10000"/>
              <a:gd name="connsiteY45-3348" fmla="*/ 8254 h 10000"/>
              <a:gd name="connsiteX46-3349" fmla="*/ 1829 w 10000"/>
              <a:gd name="connsiteY46-3350" fmla="*/ 8358 h 10000"/>
              <a:gd name="connsiteX47-3351" fmla="*/ 1746 w 10000"/>
              <a:gd name="connsiteY47-3352" fmla="*/ 8462 h 10000"/>
              <a:gd name="connsiteX48-3353" fmla="*/ 1746 w 10000"/>
              <a:gd name="connsiteY48-3354" fmla="*/ 8586 h 10000"/>
              <a:gd name="connsiteX49-3355" fmla="*/ 1746 w 10000"/>
              <a:gd name="connsiteY49-3356" fmla="*/ 8586 h 10000"/>
              <a:gd name="connsiteX50-3357" fmla="*/ 1829 w 10000"/>
              <a:gd name="connsiteY50-3358" fmla="*/ 8586 h 10000"/>
              <a:gd name="connsiteX51-3359" fmla="*/ 1911 w 10000"/>
              <a:gd name="connsiteY51-3360" fmla="*/ 8690 h 10000"/>
              <a:gd name="connsiteX52-3361" fmla="*/ 2010 w 10000"/>
              <a:gd name="connsiteY52-3362" fmla="*/ 8690 h 10000"/>
              <a:gd name="connsiteX53-3363" fmla="*/ 2175 w 10000"/>
              <a:gd name="connsiteY53-3364" fmla="*/ 8690 h 10000"/>
              <a:gd name="connsiteX54-3365" fmla="*/ 2273 w 10000"/>
              <a:gd name="connsiteY54-3366" fmla="*/ 8586 h 10000"/>
              <a:gd name="connsiteX55-3367" fmla="*/ 2356 w 10000"/>
              <a:gd name="connsiteY55-3368" fmla="*/ 8586 h 10000"/>
              <a:gd name="connsiteX56-3369" fmla="*/ 2521 w 10000"/>
              <a:gd name="connsiteY56-3370" fmla="*/ 8586 h 10000"/>
              <a:gd name="connsiteX57-3371" fmla="*/ 2702 w 10000"/>
              <a:gd name="connsiteY57-3372" fmla="*/ 8586 h 10000"/>
              <a:gd name="connsiteX58-3373" fmla="*/ 2883 w 10000"/>
              <a:gd name="connsiteY58-3374" fmla="*/ 8462 h 10000"/>
              <a:gd name="connsiteX59-3375" fmla="*/ 3048 w 10000"/>
              <a:gd name="connsiteY59-3376" fmla="*/ 8462 h 10000"/>
              <a:gd name="connsiteX60-3377" fmla="*/ 3311 w 10000"/>
              <a:gd name="connsiteY60-3378" fmla="*/ 8462 h 10000"/>
              <a:gd name="connsiteX61-3379" fmla="*/ 3575 w 10000"/>
              <a:gd name="connsiteY61-3380" fmla="*/ 8462 h 10000"/>
              <a:gd name="connsiteX62-3381" fmla="*/ 3921 w 10000"/>
              <a:gd name="connsiteY62-3382" fmla="*/ 8358 h 10000"/>
              <a:gd name="connsiteX63-3383" fmla="*/ 4267 w 10000"/>
              <a:gd name="connsiteY63-3384" fmla="*/ 8358 h 10000"/>
              <a:gd name="connsiteX64-3385" fmla="*/ 4613 w 10000"/>
              <a:gd name="connsiteY64-3386" fmla="*/ 8358 h 10000"/>
              <a:gd name="connsiteX65-3387" fmla="*/ 4959 w 10000"/>
              <a:gd name="connsiteY65-3388" fmla="*/ 8254 h 10000"/>
              <a:gd name="connsiteX66-3389" fmla="*/ 5387 w 10000"/>
              <a:gd name="connsiteY66-3390" fmla="*/ 8150 h 10000"/>
              <a:gd name="connsiteX67-3391" fmla="*/ 5832 w 10000"/>
              <a:gd name="connsiteY67-3392" fmla="*/ 8150 h 10000"/>
              <a:gd name="connsiteX68-3393" fmla="*/ 6343 w 10000"/>
              <a:gd name="connsiteY68-3394" fmla="*/ 8025 h 10000"/>
              <a:gd name="connsiteX69-3395" fmla="*/ 6787 w 10000"/>
              <a:gd name="connsiteY69-3396" fmla="*/ 8025 h 10000"/>
              <a:gd name="connsiteX70-3397" fmla="*/ 7298 w 10000"/>
              <a:gd name="connsiteY70-3398" fmla="*/ 7921 h 10000"/>
              <a:gd name="connsiteX71-3399" fmla="*/ 7743 w 10000"/>
              <a:gd name="connsiteY71-3400" fmla="*/ 7817 h 10000"/>
              <a:gd name="connsiteX72-3401" fmla="*/ 8171 w 10000"/>
              <a:gd name="connsiteY72-3402" fmla="*/ 7817 h 10000"/>
              <a:gd name="connsiteX73-3403" fmla="*/ 8435 w 10000"/>
              <a:gd name="connsiteY73-3404" fmla="*/ 7692 h 10000"/>
              <a:gd name="connsiteX74-3405" fmla="*/ 8699 w 10000"/>
              <a:gd name="connsiteY74-3406" fmla="*/ 7692 h 10000"/>
              <a:gd name="connsiteX75-3407" fmla="*/ 8962 w 10000"/>
              <a:gd name="connsiteY75-3408" fmla="*/ 7692 h 10000"/>
              <a:gd name="connsiteX76-3409" fmla="*/ 9127 w 10000"/>
              <a:gd name="connsiteY76-3410" fmla="*/ 7692 h 10000"/>
              <a:gd name="connsiteX77-3411" fmla="*/ 9226 w 10000"/>
              <a:gd name="connsiteY77-3412" fmla="*/ 7588 h 10000"/>
              <a:gd name="connsiteX78-3413" fmla="*/ 9390 w 10000"/>
              <a:gd name="connsiteY78-3414" fmla="*/ 7692 h 10000"/>
              <a:gd name="connsiteX79-3415" fmla="*/ 9473 w 10000"/>
              <a:gd name="connsiteY79-3416" fmla="*/ 7692 h 10000"/>
              <a:gd name="connsiteX80-3417" fmla="*/ 9654 w 10000"/>
              <a:gd name="connsiteY80-3418" fmla="*/ 7817 h 10000"/>
              <a:gd name="connsiteX81-3419" fmla="*/ 9736 w 10000"/>
              <a:gd name="connsiteY81-3420" fmla="*/ 7817 h 10000"/>
              <a:gd name="connsiteX82-3421" fmla="*/ 9918 w 10000"/>
              <a:gd name="connsiteY82-3422" fmla="*/ 8025 h 10000"/>
              <a:gd name="connsiteX83-3423" fmla="*/ 10000 w 10000"/>
              <a:gd name="connsiteY83-3424" fmla="*/ 8150 h 10000"/>
              <a:gd name="connsiteX84-3425" fmla="*/ 10000 w 10000"/>
              <a:gd name="connsiteY84-3426" fmla="*/ 8254 h 10000"/>
              <a:gd name="connsiteX85-3427" fmla="*/ 10000 w 10000"/>
              <a:gd name="connsiteY85-3428" fmla="*/ 8358 h 10000"/>
              <a:gd name="connsiteX86-3429" fmla="*/ 10000 w 10000"/>
              <a:gd name="connsiteY86-3430" fmla="*/ 8358 h 10000"/>
              <a:gd name="connsiteX87-3431" fmla="*/ 10000 w 10000"/>
              <a:gd name="connsiteY87-3432" fmla="*/ 8462 h 10000"/>
              <a:gd name="connsiteX88-3433" fmla="*/ 9918 w 10000"/>
              <a:gd name="connsiteY88-3434" fmla="*/ 8462 h 10000"/>
              <a:gd name="connsiteX89-3435" fmla="*/ 9819 w 10000"/>
              <a:gd name="connsiteY89-3436" fmla="*/ 8462 h 10000"/>
              <a:gd name="connsiteX90-3437" fmla="*/ 9736 w 10000"/>
              <a:gd name="connsiteY90-3438" fmla="*/ 8586 h 10000"/>
              <a:gd name="connsiteX91-3439" fmla="*/ 9572 w 10000"/>
              <a:gd name="connsiteY91-3440" fmla="*/ 8586 h 10000"/>
              <a:gd name="connsiteX92-3441" fmla="*/ 9390 w 10000"/>
              <a:gd name="connsiteY92-3442" fmla="*/ 8586 h 10000"/>
              <a:gd name="connsiteX93-3443" fmla="*/ 9127 w 10000"/>
              <a:gd name="connsiteY93-3444" fmla="*/ 8586 h 10000"/>
              <a:gd name="connsiteX94-3445" fmla="*/ 8863 w 10000"/>
              <a:gd name="connsiteY94-3446" fmla="*/ 8586 h 10000"/>
              <a:gd name="connsiteX95-3447" fmla="*/ 8616 w 10000"/>
              <a:gd name="connsiteY95-3448" fmla="*/ 8586 h 10000"/>
              <a:gd name="connsiteX96-3449" fmla="*/ 8353 w 10000"/>
              <a:gd name="connsiteY96-3450" fmla="*/ 8586 h 10000"/>
              <a:gd name="connsiteX97-3451" fmla="*/ 8007 w 10000"/>
              <a:gd name="connsiteY97-3452" fmla="*/ 8586 h 10000"/>
              <a:gd name="connsiteX98-3453" fmla="*/ 7661 w 10000"/>
              <a:gd name="connsiteY98-3454" fmla="*/ 8586 h 10000"/>
              <a:gd name="connsiteX99-3455" fmla="*/ 7298 w 10000"/>
              <a:gd name="connsiteY99-3456" fmla="*/ 8690 h 10000"/>
              <a:gd name="connsiteX100-3457" fmla="*/ 6870 w 10000"/>
              <a:gd name="connsiteY100-3458" fmla="*/ 8690 h 10000"/>
              <a:gd name="connsiteX101-3459" fmla="*/ 6442 w 10000"/>
              <a:gd name="connsiteY101-3460" fmla="*/ 8690 h 10000"/>
              <a:gd name="connsiteX102-3461" fmla="*/ 5651 w 10000"/>
              <a:gd name="connsiteY102-3462" fmla="*/ 8794 h 10000"/>
              <a:gd name="connsiteX103-3463" fmla="*/ 4876 w 10000"/>
              <a:gd name="connsiteY103-3464" fmla="*/ 8919 h 10000"/>
              <a:gd name="connsiteX104-3465" fmla="*/ 4185 w 10000"/>
              <a:gd name="connsiteY104-3466" fmla="*/ 9023 h 10000"/>
              <a:gd name="connsiteX105-3467" fmla="*/ 3476 w 10000"/>
              <a:gd name="connsiteY105-3468" fmla="*/ 9127 h 10000"/>
              <a:gd name="connsiteX106-3469" fmla="*/ 3130 w 10000"/>
              <a:gd name="connsiteY106-3470" fmla="*/ 9127 h 10000"/>
              <a:gd name="connsiteX107-3471" fmla="*/ 2883 w 10000"/>
              <a:gd name="connsiteY107-3472" fmla="*/ 9231 h 10000"/>
              <a:gd name="connsiteX108-3473" fmla="*/ 2521 w 10000"/>
              <a:gd name="connsiteY108-3474" fmla="*/ 9356 h 10000"/>
              <a:gd name="connsiteX109-3475" fmla="*/ 2273 w 10000"/>
              <a:gd name="connsiteY109-3476" fmla="*/ 9356 h 10000"/>
              <a:gd name="connsiteX110-3477" fmla="*/ 2092 w 10000"/>
              <a:gd name="connsiteY110-3478" fmla="*/ 9459 h 10000"/>
              <a:gd name="connsiteX111-3479" fmla="*/ 1829 w 10000"/>
              <a:gd name="connsiteY111-3480" fmla="*/ 9459 h 10000"/>
              <a:gd name="connsiteX112-3481" fmla="*/ 1664 w 10000"/>
              <a:gd name="connsiteY112-3482" fmla="*/ 9563 h 10000"/>
              <a:gd name="connsiteX113-3483" fmla="*/ 1400 w 10000"/>
              <a:gd name="connsiteY113-3484" fmla="*/ 9688 h 10000"/>
              <a:gd name="connsiteX114-3485" fmla="*/ 1219 w 10000"/>
              <a:gd name="connsiteY114-3486" fmla="*/ 9688 h 10000"/>
              <a:gd name="connsiteX115-3487" fmla="*/ 1137 w 10000"/>
              <a:gd name="connsiteY115-3488" fmla="*/ 9792 h 10000"/>
              <a:gd name="connsiteX116-3489" fmla="*/ 956 w 10000"/>
              <a:gd name="connsiteY116-3490" fmla="*/ 9792 h 10000"/>
              <a:gd name="connsiteX117-3491" fmla="*/ 873 w 10000"/>
              <a:gd name="connsiteY117-3492" fmla="*/ 9896 h 10000"/>
              <a:gd name="connsiteX118-3493" fmla="*/ 791 w 10000"/>
              <a:gd name="connsiteY118-3494" fmla="*/ 9896 h 10000"/>
              <a:gd name="connsiteX119-3495" fmla="*/ 708 w 10000"/>
              <a:gd name="connsiteY119-3496" fmla="*/ 9896 h 10000"/>
              <a:gd name="connsiteX120-3497" fmla="*/ 527 w 10000"/>
              <a:gd name="connsiteY120-3498" fmla="*/ 10000 h 10000"/>
              <a:gd name="connsiteX121-3499" fmla="*/ 445 w 10000"/>
              <a:gd name="connsiteY121-3500" fmla="*/ 9896 h 10000"/>
              <a:gd name="connsiteX122-3501" fmla="*/ 362 w 10000"/>
              <a:gd name="connsiteY122-3502" fmla="*/ 9896 h 10000"/>
              <a:gd name="connsiteX123-3503" fmla="*/ 264 w 10000"/>
              <a:gd name="connsiteY123-3504" fmla="*/ 9792 h 10000"/>
              <a:gd name="connsiteX124-3505" fmla="*/ 181 w 10000"/>
              <a:gd name="connsiteY124-3506" fmla="*/ 9563 h 10000"/>
              <a:gd name="connsiteX125-3507" fmla="*/ 99 w 10000"/>
              <a:gd name="connsiteY125-3508" fmla="*/ 9356 h 10000"/>
              <a:gd name="connsiteX126-3509" fmla="*/ 0 w 10000"/>
              <a:gd name="connsiteY126-3510" fmla="*/ 9231 h 10000"/>
              <a:gd name="connsiteX127-3511" fmla="*/ 0 w 10000"/>
              <a:gd name="connsiteY127-3512" fmla="*/ 9127 h 10000"/>
              <a:gd name="connsiteX128-3513" fmla="*/ 0 w 10000"/>
              <a:gd name="connsiteY128-3514" fmla="*/ 9023 h 10000"/>
              <a:gd name="connsiteX129-3515" fmla="*/ 0 w 10000"/>
              <a:gd name="connsiteY129-3516" fmla="*/ 9023 h 10000"/>
              <a:gd name="connsiteX130-3517" fmla="*/ 99 w 10000"/>
              <a:gd name="connsiteY130-3518" fmla="*/ 8919 h 10000"/>
              <a:gd name="connsiteX131-3519" fmla="*/ 181 w 10000"/>
              <a:gd name="connsiteY131-3520" fmla="*/ 8794 h 10000"/>
              <a:gd name="connsiteX132-3521" fmla="*/ 362 w 10000"/>
              <a:gd name="connsiteY132-3522" fmla="*/ 8690 h 10000"/>
              <a:gd name="connsiteX133-3523" fmla="*/ 527 w 10000"/>
              <a:gd name="connsiteY133-3524" fmla="*/ 8586 h 10000"/>
              <a:gd name="connsiteX134-3525" fmla="*/ 610 w 10000"/>
              <a:gd name="connsiteY134-3526" fmla="*/ 8462 h 10000"/>
              <a:gd name="connsiteX135-3527" fmla="*/ 708 w 10000"/>
              <a:gd name="connsiteY135-3528" fmla="*/ 8358 h 10000"/>
              <a:gd name="connsiteX136-3529" fmla="*/ 873 w 10000"/>
              <a:gd name="connsiteY136-3530" fmla="*/ 8254 h 10000"/>
              <a:gd name="connsiteX137-3531" fmla="*/ 1054 w 10000"/>
              <a:gd name="connsiteY137-3532" fmla="*/ 8025 h 10000"/>
              <a:gd name="connsiteX138-3533" fmla="*/ 1137 w 10000"/>
              <a:gd name="connsiteY138-3534" fmla="*/ 7921 h 10000"/>
              <a:gd name="connsiteX139-3535" fmla="*/ 1318 w 10000"/>
              <a:gd name="connsiteY139-3536" fmla="*/ 7692 h 10000"/>
              <a:gd name="connsiteX140-3537" fmla="*/ 1483 w 10000"/>
              <a:gd name="connsiteY140-3538" fmla="*/ 7484 h 10000"/>
              <a:gd name="connsiteX141-3539" fmla="*/ 1483 w 10000"/>
              <a:gd name="connsiteY141-3540" fmla="*/ 7484 h 10000"/>
              <a:gd name="connsiteX0-3541" fmla="*/ 1483 w 10000"/>
              <a:gd name="connsiteY0-3542" fmla="*/ 7359 h 9875"/>
              <a:gd name="connsiteX1-3543" fmla="*/ 1664 w 10000"/>
              <a:gd name="connsiteY1-3544" fmla="*/ 7027 h 9875"/>
              <a:gd name="connsiteX2-3545" fmla="*/ 1911 w 10000"/>
              <a:gd name="connsiteY2-3546" fmla="*/ 6694 h 9875"/>
              <a:gd name="connsiteX3-3547" fmla="*/ 2092 w 10000"/>
              <a:gd name="connsiteY3-3548" fmla="*/ 6361 h 9875"/>
              <a:gd name="connsiteX4-3549" fmla="*/ 2356 w 10000"/>
              <a:gd name="connsiteY4-3550" fmla="*/ 5925 h 9875"/>
              <a:gd name="connsiteX5-3551" fmla="*/ 2619 w 10000"/>
              <a:gd name="connsiteY5-3552" fmla="*/ 5384 h 9875"/>
              <a:gd name="connsiteX6-3553" fmla="*/ 2883 w 10000"/>
              <a:gd name="connsiteY6-3554" fmla="*/ 4823 h 9875"/>
              <a:gd name="connsiteX7-3555" fmla="*/ 3130 w 10000"/>
              <a:gd name="connsiteY7-3556" fmla="*/ 4179 h 9875"/>
              <a:gd name="connsiteX8-3557" fmla="*/ 3476 w 10000"/>
              <a:gd name="connsiteY8-3558" fmla="*/ 3513 h 9875"/>
              <a:gd name="connsiteX9-3559" fmla="*/ 3740 w 10000"/>
              <a:gd name="connsiteY9-3560" fmla="*/ 2848 h 9875"/>
              <a:gd name="connsiteX10-3561" fmla="*/ 4003 w 10000"/>
              <a:gd name="connsiteY10-3562" fmla="*/ 2307 h 9875"/>
              <a:gd name="connsiteX11-3563" fmla="*/ 4185 w 10000"/>
              <a:gd name="connsiteY11-3564" fmla="*/ 1746 h 9875"/>
              <a:gd name="connsiteX12-3565" fmla="*/ 4349 w 10000"/>
              <a:gd name="connsiteY12-3566" fmla="*/ 1310 h 9875"/>
              <a:gd name="connsiteX13-3567" fmla="*/ 5222 w 10000"/>
              <a:gd name="connsiteY13-3568" fmla="*/ 0 h 9875"/>
              <a:gd name="connsiteX14-3569" fmla="*/ 5486 w 10000"/>
              <a:gd name="connsiteY14-3570" fmla="*/ 104 h 9875"/>
              <a:gd name="connsiteX15-3571" fmla="*/ 5651 w 10000"/>
              <a:gd name="connsiteY15-3572" fmla="*/ 208 h 9875"/>
              <a:gd name="connsiteX16-3573" fmla="*/ 5832 w 10000"/>
              <a:gd name="connsiteY16-3574" fmla="*/ 312 h 9875"/>
              <a:gd name="connsiteX17-3575" fmla="*/ 5997 w 10000"/>
              <a:gd name="connsiteY17-3576" fmla="*/ 540 h 9875"/>
              <a:gd name="connsiteX18-3577" fmla="*/ 6096 w 10000"/>
              <a:gd name="connsiteY18-3578" fmla="*/ 644 h 9875"/>
              <a:gd name="connsiteX19-3579" fmla="*/ 6096 w 10000"/>
              <a:gd name="connsiteY19-3580" fmla="*/ 769 h 9875"/>
              <a:gd name="connsiteX20-3581" fmla="*/ 6096 w 10000"/>
              <a:gd name="connsiteY20-3582" fmla="*/ 873 h 9875"/>
              <a:gd name="connsiteX21-3583" fmla="*/ 6096 w 10000"/>
              <a:gd name="connsiteY21-3584" fmla="*/ 1081 h 9875"/>
              <a:gd name="connsiteX22-3585" fmla="*/ 5997 w 10000"/>
              <a:gd name="connsiteY22-3586" fmla="*/ 1206 h 9875"/>
              <a:gd name="connsiteX23-3587" fmla="*/ 5914 w 10000"/>
              <a:gd name="connsiteY23-3588" fmla="*/ 1413 h 9875"/>
              <a:gd name="connsiteX24-3589" fmla="*/ 5750 w 10000"/>
              <a:gd name="connsiteY24-3590" fmla="*/ 1642 h 9875"/>
              <a:gd name="connsiteX25-3591" fmla="*/ 5568 w 10000"/>
              <a:gd name="connsiteY25-3592" fmla="*/ 1850 h 9875"/>
              <a:gd name="connsiteX26-3593" fmla="*/ 5486 w 10000"/>
              <a:gd name="connsiteY26-3594" fmla="*/ 2079 h 9875"/>
              <a:gd name="connsiteX27-3595" fmla="*/ 5305 w 10000"/>
              <a:gd name="connsiteY27-3596" fmla="*/ 2307 h 9875"/>
              <a:gd name="connsiteX28-3597" fmla="*/ 5140 w 10000"/>
              <a:gd name="connsiteY28-3598" fmla="*/ 2619 h 9875"/>
              <a:gd name="connsiteX29-3599" fmla="*/ 4959 w 10000"/>
              <a:gd name="connsiteY29-3600" fmla="*/ 2952 h 9875"/>
              <a:gd name="connsiteX30-3601" fmla="*/ 4695 w 10000"/>
              <a:gd name="connsiteY30-3602" fmla="*/ 3389 h 9875"/>
              <a:gd name="connsiteX31-3603" fmla="*/ 4530 w 10000"/>
              <a:gd name="connsiteY31-3604" fmla="*/ 3846 h 9875"/>
              <a:gd name="connsiteX32-3605" fmla="*/ 4267 w 10000"/>
              <a:gd name="connsiteY32-3606" fmla="*/ 4282 h 9875"/>
              <a:gd name="connsiteX33-3607" fmla="*/ 3921 w 10000"/>
              <a:gd name="connsiteY33-3608" fmla="*/ 4823 h 9875"/>
              <a:gd name="connsiteX34-3609" fmla="*/ 3657 w 10000"/>
              <a:gd name="connsiteY34-3610" fmla="*/ 5260 h 9875"/>
              <a:gd name="connsiteX35-3611" fmla="*/ 3476 w 10000"/>
              <a:gd name="connsiteY35-3612" fmla="*/ 5717 h 9875"/>
              <a:gd name="connsiteX36-3613" fmla="*/ 3229 w 10000"/>
              <a:gd name="connsiteY36-3614" fmla="*/ 6154 h 9875"/>
              <a:gd name="connsiteX37-3615" fmla="*/ 2965 w 10000"/>
              <a:gd name="connsiteY37-3616" fmla="*/ 6486 h 9875"/>
              <a:gd name="connsiteX38-3617" fmla="*/ 2784 w 10000"/>
              <a:gd name="connsiteY38-3618" fmla="*/ 6798 h 9875"/>
              <a:gd name="connsiteX39-3619" fmla="*/ 2619 w 10000"/>
              <a:gd name="connsiteY39-3620" fmla="*/ 7131 h 9875"/>
              <a:gd name="connsiteX40-3621" fmla="*/ 2438 w 10000"/>
              <a:gd name="connsiteY40-3622" fmla="*/ 7359 h 9875"/>
              <a:gd name="connsiteX41-3623" fmla="*/ 2273 w 10000"/>
              <a:gd name="connsiteY41-3624" fmla="*/ 7567 h 9875"/>
              <a:gd name="connsiteX42-3625" fmla="*/ 2092 w 10000"/>
              <a:gd name="connsiteY42-3626" fmla="*/ 7796 h 9875"/>
              <a:gd name="connsiteX43-3627" fmla="*/ 2010 w 10000"/>
              <a:gd name="connsiteY43-3628" fmla="*/ 8025 h 9875"/>
              <a:gd name="connsiteX44-3629" fmla="*/ 1911 w 10000"/>
              <a:gd name="connsiteY44-3630" fmla="*/ 8129 h 9875"/>
              <a:gd name="connsiteX45-3631" fmla="*/ 1829 w 10000"/>
              <a:gd name="connsiteY45-3632" fmla="*/ 8233 h 9875"/>
              <a:gd name="connsiteX46-3633" fmla="*/ 1746 w 10000"/>
              <a:gd name="connsiteY46-3634" fmla="*/ 8337 h 9875"/>
              <a:gd name="connsiteX47-3635" fmla="*/ 1746 w 10000"/>
              <a:gd name="connsiteY47-3636" fmla="*/ 8461 h 9875"/>
              <a:gd name="connsiteX48-3637" fmla="*/ 1746 w 10000"/>
              <a:gd name="connsiteY48-3638" fmla="*/ 8461 h 9875"/>
              <a:gd name="connsiteX49-3639" fmla="*/ 1829 w 10000"/>
              <a:gd name="connsiteY49-3640" fmla="*/ 8461 h 9875"/>
              <a:gd name="connsiteX50-3641" fmla="*/ 1911 w 10000"/>
              <a:gd name="connsiteY50-3642" fmla="*/ 8565 h 9875"/>
              <a:gd name="connsiteX51-3643" fmla="*/ 2010 w 10000"/>
              <a:gd name="connsiteY51-3644" fmla="*/ 8565 h 9875"/>
              <a:gd name="connsiteX52-3645" fmla="*/ 2175 w 10000"/>
              <a:gd name="connsiteY52-3646" fmla="*/ 8565 h 9875"/>
              <a:gd name="connsiteX53-3647" fmla="*/ 2273 w 10000"/>
              <a:gd name="connsiteY53-3648" fmla="*/ 8461 h 9875"/>
              <a:gd name="connsiteX54-3649" fmla="*/ 2356 w 10000"/>
              <a:gd name="connsiteY54-3650" fmla="*/ 8461 h 9875"/>
              <a:gd name="connsiteX55-3651" fmla="*/ 2521 w 10000"/>
              <a:gd name="connsiteY55-3652" fmla="*/ 8461 h 9875"/>
              <a:gd name="connsiteX56-3653" fmla="*/ 2702 w 10000"/>
              <a:gd name="connsiteY56-3654" fmla="*/ 8461 h 9875"/>
              <a:gd name="connsiteX57-3655" fmla="*/ 2883 w 10000"/>
              <a:gd name="connsiteY57-3656" fmla="*/ 8337 h 9875"/>
              <a:gd name="connsiteX58-3657" fmla="*/ 3048 w 10000"/>
              <a:gd name="connsiteY58-3658" fmla="*/ 8337 h 9875"/>
              <a:gd name="connsiteX59-3659" fmla="*/ 3311 w 10000"/>
              <a:gd name="connsiteY59-3660" fmla="*/ 8337 h 9875"/>
              <a:gd name="connsiteX60-3661" fmla="*/ 3575 w 10000"/>
              <a:gd name="connsiteY60-3662" fmla="*/ 8337 h 9875"/>
              <a:gd name="connsiteX61-3663" fmla="*/ 3921 w 10000"/>
              <a:gd name="connsiteY61-3664" fmla="*/ 8233 h 9875"/>
              <a:gd name="connsiteX62-3665" fmla="*/ 4267 w 10000"/>
              <a:gd name="connsiteY62-3666" fmla="*/ 8233 h 9875"/>
              <a:gd name="connsiteX63-3667" fmla="*/ 4613 w 10000"/>
              <a:gd name="connsiteY63-3668" fmla="*/ 8233 h 9875"/>
              <a:gd name="connsiteX64-3669" fmla="*/ 4959 w 10000"/>
              <a:gd name="connsiteY64-3670" fmla="*/ 8129 h 9875"/>
              <a:gd name="connsiteX65-3671" fmla="*/ 5387 w 10000"/>
              <a:gd name="connsiteY65-3672" fmla="*/ 8025 h 9875"/>
              <a:gd name="connsiteX66-3673" fmla="*/ 5832 w 10000"/>
              <a:gd name="connsiteY66-3674" fmla="*/ 8025 h 9875"/>
              <a:gd name="connsiteX67-3675" fmla="*/ 6343 w 10000"/>
              <a:gd name="connsiteY67-3676" fmla="*/ 7900 h 9875"/>
              <a:gd name="connsiteX68-3677" fmla="*/ 6787 w 10000"/>
              <a:gd name="connsiteY68-3678" fmla="*/ 7900 h 9875"/>
              <a:gd name="connsiteX69-3679" fmla="*/ 7298 w 10000"/>
              <a:gd name="connsiteY69-3680" fmla="*/ 7796 h 9875"/>
              <a:gd name="connsiteX70-3681" fmla="*/ 7743 w 10000"/>
              <a:gd name="connsiteY70-3682" fmla="*/ 7692 h 9875"/>
              <a:gd name="connsiteX71-3683" fmla="*/ 8171 w 10000"/>
              <a:gd name="connsiteY71-3684" fmla="*/ 7692 h 9875"/>
              <a:gd name="connsiteX72-3685" fmla="*/ 8435 w 10000"/>
              <a:gd name="connsiteY72-3686" fmla="*/ 7567 h 9875"/>
              <a:gd name="connsiteX73-3687" fmla="*/ 8699 w 10000"/>
              <a:gd name="connsiteY73-3688" fmla="*/ 7567 h 9875"/>
              <a:gd name="connsiteX74-3689" fmla="*/ 8962 w 10000"/>
              <a:gd name="connsiteY74-3690" fmla="*/ 7567 h 9875"/>
              <a:gd name="connsiteX75-3691" fmla="*/ 9127 w 10000"/>
              <a:gd name="connsiteY75-3692" fmla="*/ 7567 h 9875"/>
              <a:gd name="connsiteX76-3693" fmla="*/ 9226 w 10000"/>
              <a:gd name="connsiteY76-3694" fmla="*/ 7463 h 9875"/>
              <a:gd name="connsiteX77-3695" fmla="*/ 9390 w 10000"/>
              <a:gd name="connsiteY77-3696" fmla="*/ 7567 h 9875"/>
              <a:gd name="connsiteX78-3697" fmla="*/ 9473 w 10000"/>
              <a:gd name="connsiteY78-3698" fmla="*/ 7567 h 9875"/>
              <a:gd name="connsiteX79-3699" fmla="*/ 9654 w 10000"/>
              <a:gd name="connsiteY79-3700" fmla="*/ 7692 h 9875"/>
              <a:gd name="connsiteX80-3701" fmla="*/ 9736 w 10000"/>
              <a:gd name="connsiteY80-3702" fmla="*/ 7692 h 9875"/>
              <a:gd name="connsiteX81-3703" fmla="*/ 9918 w 10000"/>
              <a:gd name="connsiteY81-3704" fmla="*/ 7900 h 9875"/>
              <a:gd name="connsiteX82-3705" fmla="*/ 10000 w 10000"/>
              <a:gd name="connsiteY82-3706" fmla="*/ 8025 h 9875"/>
              <a:gd name="connsiteX83-3707" fmla="*/ 10000 w 10000"/>
              <a:gd name="connsiteY83-3708" fmla="*/ 8129 h 9875"/>
              <a:gd name="connsiteX84-3709" fmla="*/ 10000 w 10000"/>
              <a:gd name="connsiteY84-3710" fmla="*/ 8233 h 9875"/>
              <a:gd name="connsiteX85-3711" fmla="*/ 10000 w 10000"/>
              <a:gd name="connsiteY85-3712" fmla="*/ 8233 h 9875"/>
              <a:gd name="connsiteX86-3713" fmla="*/ 10000 w 10000"/>
              <a:gd name="connsiteY86-3714" fmla="*/ 8337 h 9875"/>
              <a:gd name="connsiteX87-3715" fmla="*/ 9918 w 10000"/>
              <a:gd name="connsiteY87-3716" fmla="*/ 8337 h 9875"/>
              <a:gd name="connsiteX88-3717" fmla="*/ 9819 w 10000"/>
              <a:gd name="connsiteY88-3718" fmla="*/ 8337 h 9875"/>
              <a:gd name="connsiteX89-3719" fmla="*/ 9736 w 10000"/>
              <a:gd name="connsiteY89-3720" fmla="*/ 8461 h 9875"/>
              <a:gd name="connsiteX90-3721" fmla="*/ 9572 w 10000"/>
              <a:gd name="connsiteY90-3722" fmla="*/ 8461 h 9875"/>
              <a:gd name="connsiteX91-3723" fmla="*/ 9390 w 10000"/>
              <a:gd name="connsiteY91-3724" fmla="*/ 8461 h 9875"/>
              <a:gd name="connsiteX92-3725" fmla="*/ 9127 w 10000"/>
              <a:gd name="connsiteY92-3726" fmla="*/ 8461 h 9875"/>
              <a:gd name="connsiteX93-3727" fmla="*/ 8863 w 10000"/>
              <a:gd name="connsiteY93-3728" fmla="*/ 8461 h 9875"/>
              <a:gd name="connsiteX94-3729" fmla="*/ 8616 w 10000"/>
              <a:gd name="connsiteY94-3730" fmla="*/ 8461 h 9875"/>
              <a:gd name="connsiteX95-3731" fmla="*/ 8353 w 10000"/>
              <a:gd name="connsiteY95-3732" fmla="*/ 8461 h 9875"/>
              <a:gd name="connsiteX96-3733" fmla="*/ 8007 w 10000"/>
              <a:gd name="connsiteY96-3734" fmla="*/ 8461 h 9875"/>
              <a:gd name="connsiteX97-3735" fmla="*/ 7661 w 10000"/>
              <a:gd name="connsiteY97-3736" fmla="*/ 8461 h 9875"/>
              <a:gd name="connsiteX98-3737" fmla="*/ 7298 w 10000"/>
              <a:gd name="connsiteY98-3738" fmla="*/ 8565 h 9875"/>
              <a:gd name="connsiteX99-3739" fmla="*/ 6870 w 10000"/>
              <a:gd name="connsiteY99-3740" fmla="*/ 8565 h 9875"/>
              <a:gd name="connsiteX100-3741" fmla="*/ 6442 w 10000"/>
              <a:gd name="connsiteY100-3742" fmla="*/ 8565 h 9875"/>
              <a:gd name="connsiteX101-3743" fmla="*/ 5651 w 10000"/>
              <a:gd name="connsiteY101-3744" fmla="*/ 8669 h 9875"/>
              <a:gd name="connsiteX102-3745" fmla="*/ 4876 w 10000"/>
              <a:gd name="connsiteY102-3746" fmla="*/ 8794 h 9875"/>
              <a:gd name="connsiteX103-3747" fmla="*/ 4185 w 10000"/>
              <a:gd name="connsiteY103-3748" fmla="*/ 8898 h 9875"/>
              <a:gd name="connsiteX104-3749" fmla="*/ 3476 w 10000"/>
              <a:gd name="connsiteY104-3750" fmla="*/ 9002 h 9875"/>
              <a:gd name="connsiteX105-3751" fmla="*/ 3130 w 10000"/>
              <a:gd name="connsiteY105-3752" fmla="*/ 9002 h 9875"/>
              <a:gd name="connsiteX106-3753" fmla="*/ 2883 w 10000"/>
              <a:gd name="connsiteY106-3754" fmla="*/ 9106 h 9875"/>
              <a:gd name="connsiteX107-3755" fmla="*/ 2521 w 10000"/>
              <a:gd name="connsiteY107-3756" fmla="*/ 9231 h 9875"/>
              <a:gd name="connsiteX108-3757" fmla="*/ 2273 w 10000"/>
              <a:gd name="connsiteY108-3758" fmla="*/ 9231 h 9875"/>
              <a:gd name="connsiteX109-3759" fmla="*/ 2092 w 10000"/>
              <a:gd name="connsiteY109-3760" fmla="*/ 9334 h 9875"/>
              <a:gd name="connsiteX110-3761" fmla="*/ 1829 w 10000"/>
              <a:gd name="connsiteY110-3762" fmla="*/ 9334 h 9875"/>
              <a:gd name="connsiteX111-3763" fmla="*/ 1664 w 10000"/>
              <a:gd name="connsiteY111-3764" fmla="*/ 9438 h 9875"/>
              <a:gd name="connsiteX112-3765" fmla="*/ 1400 w 10000"/>
              <a:gd name="connsiteY112-3766" fmla="*/ 9563 h 9875"/>
              <a:gd name="connsiteX113-3767" fmla="*/ 1219 w 10000"/>
              <a:gd name="connsiteY113-3768" fmla="*/ 9563 h 9875"/>
              <a:gd name="connsiteX114-3769" fmla="*/ 1137 w 10000"/>
              <a:gd name="connsiteY114-3770" fmla="*/ 9667 h 9875"/>
              <a:gd name="connsiteX115-3771" fmla="*/ 956 w 10000"/>
              <a:gd name="connsiteY115-3772" fmla="*/ 9667 h 9875"/>
              <a:gd name="connsiteX116-3773" fmla="*/ 873 w 10000"/>
              <a:gd name="connsiteY116-3774" fmla="*/ 9771 h 9875"/>
              <a:gd name="connsiteX117-3775" fmla="*/ 791 w 10000"/>
              <a:gd name="connsiteY117-3776" fmla="*/ 9771 h 9875"/>
              <a:gd name="connsiteX118-3777" fmla="*/ 708 w 10000"/>
              <a:gd name="connsiteY118-3778" fmla="*/ 9771 h 9875"/>
              <a:gd name="connsiteX119-3779" fmla="*/ 527 w 10000"/>
              <a:gd name="connsiteY119-3780" fmla="*/ 9875 h 9875"/>
              <a:gd name="connsiteX120-3781" fmla="*/ 445 w 10000"/>
              <a:gd name="connsiteY120-3782" fmla="*/ 9771 h 9875"/>
              <a:gd name="connsiteX121-3783" fmla="*/ 362 w 10000"/>
              <a:gd name="connsiteY121-3784" fmla="*/ 9771 h 9875"/>
              <a:gd name="connsiteX122-3785" fmla="*/ 264 w 10000"/>
              <a:gd name="connsiteY122-3786" fmla="*/ 9667 h 9875"/>
              <a:gd name="connsiteX123-3787" fmla="*/ 181 w 10000"/>
              <a:gd name="connsiteY123-3788" fmla="*/ 9438 h 9875"/>
              <a:gd name="connsiteX124-3789" fmla="*/ 99 w 10000"/>
              <a:gd name="connsiteY124-3790" fmla="*/ 9231 h 9875"/>
              <a:gd name="connsiteX125-3791" fmla="*/ 0 w 10000"/>
              <a:gd name="connsiteY125-3792" fmla="*/ 9106 h 9875"/>
              <a:gd name="connsiteX126-3793" fmla="*/ 0 w 10000"/>
              <a:gd name="connsiteY126-3794" fmla="*/ 9002 h 9875"/>
              <a:gd name="connsiteX127-3795" fmla="*/ 0 w 10000"/>
              <a:gd name="connsiteY127-3796" fmla="*/ 8898 h 9875"/>
              <a:gd name="connsiteX128-3797" fmla="*/ 0 w 10000"/>
              <a:gd name="connsiteY128-3798" fmla="*/ 8898 h 9875"/>
              <a:gd name="connsiteX129-3799" fmla="*/ 99 w 10000"/>
              <a:gd name="connsiteY129-3800" fmla="*/ 8794 h 9875"/>
              <a:gd name="connsiteX130-3801" fmla="*/ 181 w 10000"/>
              <a:gd name="connsiteY130-3802" fmla="*/ 8669 h 9875"/>
              <a:gd name="connsiteX131-3803" fmla="*/ 362 w 10000"/>
              <a:gd name="connsiteY131-3804" fmla="*/ 8565 h 9875"/>
              <a:gd name="connsiteX132-3805" fmla="*/ 527 w 10000"/>
              <a:gd name="connsiteY132-3806" fmla="*/ 8461 h 9875"/>
              <a:gd name="connsiteX133-3807" fmla="*/ 610 w 10000"/>
              <a:gd name="connsiteY133-3808" fmla="*/ 8337 h 9875"/>
              <a:gd name="connsiteX134-3809" fmla="*/ 708 w 10000"/>
              <a:gd name="connsiteY134-3810" fmla="*/ 8233 h 9875"/>
              <a:gd name="connsiteX135-3811" fmla="*/ 873 w 10000"/>
              <a:gd name="connsiteY135-3812" fmla="*/ 8129 h 9875"/>
              <a:gd name="connsiteX136-3813" fmla="*/ 1054 w 10000"/>
              <a:gd name="connsiteY136-3814" fmla="*/ 7900 h 9875"/>
              <a:gd name="connsiteX137-3815" fmla="*/ 1137 w 10000"/>
              <a:gd name="connsiteY137-3816" fmla="*/ 7796 h 9875"/>
              <a:gd name="connsiteX138-3817" fmla="*/ 1318 w 10000"/>
              <a:gd name="connsiteY138-3818" fmla="*/ 7567 h 9875"/>
              <a:gd name="connsiteX139-3819" fmla="*/ 1483 w 10000"/>
              <a:gd name="connsiteY139-3820" fmla="*/ 7359 h 9875"/>
              <a:gd name="connsiteX140-3821" fmla="*/ 1483 w 10000"/>
              <a:gd name="connsiteY140-3822" fmla="*/ 7359 h 9875"/>
              <a:gd name="connsiteX0-3823" fmla="*/ 1483 w 10000"/>
              <a:gd name="connsiteY0-3824" fmla="*/ 7347 h 9895"/>
              <a:gd name="connsiteX1-3825" fmla="*/ 1664 w 10000"/>
              <a:gd name="connsiteY1-3826" fmla="*/ 7011 h 9895"/>
              <a:gd name="connsiteX2-3827" fmla="*/ 1911 w 10000"/>
              <a:gd name="connsiteY2-3828" fmla="*/ 6674 h 9895"/>
              <a:gd name="connsiteX3-3829" fmla="*/ 2092 w 10000"/>
              <a:gd name="connsiteY3-3830" fmla="*/ 6337 h 9895"/>
              <a:gd name="connsiteX4-3831" fmla="*/ 2356 w 10000"/>
              <a:gd name="connsiteY4-3832" fmla="*/ 5895 h 9895"/>
              <a:gd name="connsiteX5-3833" fmla="*/ 2619 w 10000"/>
              <a:gd name="connsiteY5-3834" fmla="*/ 5347 h 9895"/>
              <a:gd name="connsiteX6-3835" fmla="*/ 2883 w 10000"/>
              <a:gd name="connsiteY6-3836" fmla="*/ 4779 h 9895"/>
              <a:gd name="connsiteX7-3837" fmla="*/ 3130 w 10000"/>
              <a:gd name="connsiteY7-3838" fmla="*/ 4127 h 9895"/>
              <a:gd name="connsiteX8-3839" fmla="*/ 3476 w 10000"/>
              <a:gd name="connsiteY8-3840" fmla="*/ 3452 h 9895"/>
              <a:gd name="connsiteX9-3841" fmla="*/ 3740 w 10000"/>
              <a:gd name="connsiteY9-3842" fmla="*/ 2779 h 9895"/>
              <a:gd name="connsiteX10-3843" fmla="*/ 4003 w 10000"/>
              <a:gd name="connsiteY10-3844" fmla="*/ 2231 h 9895"/>
              <a:gd name="connsiteX11-3845" fmla="*/ 4185 w 10000"/>
              <a:gd name="connsiteY11-3846" fmla="*/ 1663 h 9895"/>
              <a:gd name="connsiteX12-3847" fmla="*/ 4349 w 10000"/>
              <a:gd name="connsiteY12-3848" fmla="*/ 1222 h 9895"/>
              <a:gd name="connsiteX13-3849" fmla="*/ 5486 w 10000"/>
              <a:gd name="connsiteY13-3850" fmla="*/ 0 h 9895"/>
              <a:gd name="connsiteX14-3851" fmla="*/ 5651 w 10000"/>
              <a:gd name="connsiteY14-3852" fmla="*/ 106 h 9895"/>
              <a:gd name="connsiteX15-3853" fmla="*/ 5832 w 10000"/>
              <a:gd name="connsiteY15-3854" fmla="*/ 211 h 9895"/>
              <a:gd name="connsiteX16-3855" fmla="*/ 5997 w 10000"/>
              <a:gd name="connsiteY16-3856" fmla="*/ 442 h 9895"/>
              <a:gd name="connsiteX17-3857" fmla="*/ 6096 w 10000"/>
              <a:gd name="connsiteY17-3858" fmla="*/ 547 h 9895"/>
              <a:gd name="connsiteX18-3859" fmla="*/ 6096 w 10000"/>
              <a:gd name="connsiteY18-3860" fmla="*/ 674 h 9895"/>
              <a:gd name="connsiteX19-3861" fmla="*/ 6096 w 10000"/>
              <a:gd name="connsiteY19-3862" fmla="*/ 779 h 9895"/>
              <a:gd name="connsiteX20-3863" fmla="*/ 6096 w 10000"/>
              <a:gd name="connsiteY20-3864" fmla="*/ 990 h 9895"/>
              <a:gd name="connsiteX21-3865" fmla="*/ 5997 w 10000"/>
              <a:gd name="connsiteY21-3866" fmla="*/ 1116 h 9895"/>
              <a:gd name="connsiteX22-3867" fmla="*/ 5914 w 10000"/>
              <a:gd name="connsiteY22-3868" fmla="*/ 1326 h 9895"/>
              <a:gd name="connsiteX23-3869" fmla="*/ 5750 w 10000"/>
              <a:gd name="connsiteY23-3870" fmla="*/ 1558 h 9895"/>
              <a:gd name="connsiteX24-3871" fmla="*/ 5568 w 10000"/>
              <a:gd name="connsiteY24-3872" fmla="*/ 1768 h 9895"/>
              <a:gd name="connsiteX25-3873" fmla="*/ 5486 w 10000"/>
              <a:gd name="connsiteY25-3874" fmla="*/ 2000 h 9895"/>
              <a:gd name="connsiteX26-3875" fmla="*/ 5305 w 10000"/>
              <a:gd name="connsiteY26-3876" fmla="*/ 2231 h 9895"/>
              <a:gd name="connsiteX27-3877" fmla="*/ 5140 w 10000"/>
              <a:gd name="connsiteY27-3878" fmla="*/ 2547 h 9895"/>
              <a:gd name="connsiteX28-3879" fmla="*/ 4959 w 10000"/>
              <a:gd name="connsiteY28-3880" fmla="*/ 2884 h 9895"/>
              <a:gd name="connsiteX29-3881" fmla="*/ 4695 w 10000"/>
              <a:gd name="connsiteY29-3882" fmla="*/ 3327 h 9895"/>
              <a:gd name="connsiteX30-3883" fmla="*/ 4530 w 10000"/>
              <a:gd name="connsiteY30-3884" fmla="*/ 3790 h 9895"/>
              <a:gd name="connsiteX31-3885" fmla="*/ 4267 w 10000"/>
              <a:gd name="connsiteY31-3886" fmla="*/ 4231 h 9895"/>
              <a:gd name="connsiteX32-3887" fmla="*/ 3921 w 10000"/>
              <a:gd name="connsiteY32-3888" fmla="*/ 4779 h 9895"/>
              <a:gd name="connsiteX33-3889" fmla="*/ 3657 w 10000"/>
              <a:gd name="connsiteY33-3890" fmla="*/ 5222 h 9895"/>
              <a:gd name="connsiteX34-3891" fmla="*/ 3476 w 10000"/>
              <a:gd name="connsiteY34-3892" fmla="*/ 5684 h 9895"/>
              <a:gd name="connsiteX35-3893" fmla="*/ 3229 w 10000"/>
              <a:gd name="connsiteY35-3894" fmla="*/ 6127 h 9895"/>
              <a:gd name="connsiteX36-3895" fmla="*/ 2965 w 10000"/>
              <a:gd name="connsiteY36-3896" fmla="*/ 6463 h 9895"/>
              <a:gd name="connsiteX37-3897" fmla="*/ 2784 w 10000"/>
              <a:gd name="connsiteY37-3898" fmla="*/ 6779 h 9895"/>
              <a:gd name="connsiteX38-3899" fmla="*/ 2619 w 10000"/>
              <a:gd name="connsiteY38-3900" fmla="*/ 7116 h 9895"/>
              <a:gd name="connsiteX39-3901" fmla="*/ 2438 w 10000"/>
              <a:gd name="connsiteY39-3902" fmla="*/ 7347 h 9895"/>
              <a:gd name="connsiteX40-3903" fmla="*/ 2273 w 10000"/>
              <a:gd name="connsiteY40-3904" fmla="*/ 7558 h 9895"/>
              <a:gd name="connsiteX41-3905" fmla="*/ 2092 w 10000"/>
              <a:gd name="connsiteY41-3906" fmla="*/ 7790 h 9895"/>
              <a:gd name="connsiteX42-3907" fmla="*/ 2010 w 10000"/>
              <a:gd name="connsiteY42-3908" fmla="*/ 8022 h 9895"/>
              <a:gd name="connsiteX43-3909" fmla="*/ 1911 w 10000"/>
              <a:gd name="connsiteY43-3910" fmla="*/ 8127 h 9895"/>
              <a:gd name="connsiteX44-3911" fmla="*/ 1829 w 10000"/>
              <a:gd name="connsiteY44-3912" fmla="*/ 8232 h 9895"/>
              <a:gd name="connsiteX45-3913" fmla="*/ 1746 w 10000"/>
              <a:gd name="connsiteY45-3914" fmla="*/ 8338 h 9895"/>
              <a:gd name="connsiteX46-3915" fmla="*/ 1746 w 10000"/>
              <a:gd name="connsiteY46-3916" fmla="*/ 8463 h 9895"/>
              <a:gd name="connsiteX47-3917" fmla="*/ 1746 w 10000"/>
              <a:gd name="connsiteY47-3918" fmla="*/ 8463 h 9895"/>
              <a:gd name="connsiteX48-3919" fmla="*/ 1829 w 10000"/>
              <a:gd name="connsiteY48-3920" fmla="*/ 8463 h 9895"/>
              <a:gd name="connsiteX49-3921" fmla="*/ 1911 w 10000"/>
              <a:gd name="connsiteY49-3922" fmla="*/ 8568 h 9895"/>
              <a:gd name="connsiteX50-3923" fmla="*/ 2010 w 10000"/>
              <a:gd name="connsiteY50-3924" fmla="*/ 8568 h 9895"/>
              <a:gd name="connsiteX51-3925" fmla="*/ 2175 w 10000"/>
              <a:gd name="connsiteY51-3926" fmla="*/ 8568 h 9895"/>
              <a:gd name="connsiteX52-3927" fmla="*/ 2273 w 10000"/>
              <a:gd name="connsiteY52-3928" fmla="*/ 8463 h 9895"/>
              <a:gd name="connsiteX53-3929" fmla="*/ 2356 w 10000"/>
              <a:gd name="connsiteY53-3930" fmla="*/ 8463 h 9895"/>
              <a:gd name="connsiteX54-3931" fmla="*/ 2521 w 10000"/>
              <a:gd name="connsiteY54-3932" fmla="*/ 8463 h 9895"/>
              <a:gd name="connsiteX55-3933" fmla="*/ 2702 w 10000"/>
              <a:gd name="connsiteY55-3934" fmla="*/ 8463 h 9895"/>
              <a:gd name="connsiteX56-3935" fmla="*/ 2883 w 10000"/>
              <a:gd name="connsiteY56-3936" fmla="*/ 8338 h 9895"/>
              <a:gd name="connsiteX57-3937" fmla="*/ 3048 w 10000"/>
              <a:gd name="connsiteY57-3938" fmla="*/ 8338 h 9895"/>
              <a:gd name="connsiteX58-3939" fmla="*/ 3311 w 10000"/>
              <a:gd name="connsiteY58-3940" fmla="*/ 8338 h 9895"/>
              <a:gd name="connsiteX59-3941" fmla="*/ 3575 w 10000"/>
              <a:gd name="connsiteY59-3942" fmla="*/ 8338 h 9895"/>
              <a:gd name="connsiteX60-3943" fmla="*/ 3921 w 10000"/>
              <a:gd name="connsiteY60-3944" fmla="*/ 8232 h 9895"/>
              <a:gd name="connsiteX61-3945" fmla="*/ 4267 w 10000"/>
              <a:gd name="connsiteY61-3946" fmla="*/ 8232 h 9895"/>
              <a:gd name="connsiteX62-3947" fmla="*/ 4613 w 10000"/>
              <a:gd name="connsiteY62-3948" fmla="*/ 8232 h 9895"/>
              <a:gd name="connsiteX63-3949" fmla="*/ 4959 w 10000"/>
              <a:gd name="connsiteY63-3950" fmla="*/ 8127 h 9895"/>
              <a:gd name="connsiteX64-3951" fmla="*/ 5387 w 10000"/>
              <a:gd name="connsiteY64-3952" fmla="*/ 8022 h 9895"/>
              <a:gd name="connsiteX65-3953" fmla="*/ 5832 w 10000"/>
              <a:gd name="connsiteY65-3954" fmla="*/ 8022 h 9895"/>
              <a:gd name="connsiteX66-3955" fmla="*/ 6343 w 10000"/>
              <a:gd name="connsiteY66-3956" fmla="*/ 7895 h 9895"/>
              <a:gd name="connsiteX67-3957" fmla="*/ 6787 w 10000"/>
              <a:gd name="connsiteY67-3958" fmla="*/ 7895 h 9895"/>
              <a:gd name="connsiteX68-3959" fmla="*/ 7298 w 10000"/>
              <a:gd name="connsiteY68-3960" fmla="*/ 7790 h 9895"/>
              <a:gd name="connsiteX69-3961" fmla="*/ 7743 w 10000"/>
              <a:gd name="connsiteY69-3962" fmla="*/ 7684 h 9895"/>
              <a:gd name="connsiteX70-3963" fmla="*/ 8171 w 10000"/>
              <a:gd name="connsiteY70-3964" fmla="*/ 7684 h 9895"/>
              <a:gd name="connsiteX71-3965" fmla="*/ 8435 w 10000"/>
              <a:gd name="connsiteY71-3966" fmla="*/ 7558 h 9895"/>
              <a:gd name="connsiteX72-3967" fmla="*/ 8699 w 10000"/>
              <a:gd name="connsiteY72-3968" fmla="*/ 7558 h 9895"/>
              <a:gd name="connsiteX73-3969" fmla="*/ 8962 w 10000"/>
              <a:gd name="connsiteY73-3970" fmla="*/ 7558 h 9895"/>
              <a:gd name="connsiteX74-3971" fmla="*/ 9127 w 10000"/>
              <a:gd name="connsiteY74-3972" fmla="*/ 7558 h 9895"/>
              <a:gd name="connsiteX75-3973" fmla="*/ 9226 w 10000"/>
              <a:gd name="connsiteY75-3974" fmla="*/ 7452 h 9895"/>
              <a:gd name="connsiteX76-3975" fmla="*/ 9390 w 10000"/>
              <a:gd name="connsiteY76-3976" fmla="*/ 7558 h 9895"/>
              <a:gd name="connsiteX77-3977" fmla="*/ 9473 w 10000"/>
              <a:gd name="connsiteY77-3978" fmla="*/ 7558 h 9895"/>
              <a:gd name="connsiteX78-3979" fmla="*/ 9654 w 10000"/>
              <a:gd name="connsiteY78-3980" fmla="*/ 7684 h 9895"/>
              <a:gd name="connsiteX79-3981" fmla="*/ 9736 w 10000"/>
              <a:gd name="connsiteY79-3982" fmla="*/ 7684 h 9895"/>
              <a:gd name="connsiteX80-3983" fmla="*/ 9918 w 10000"/>
              <a:gd name="connsiteY80-3984" fmla="*/ 7895 h 9895"/>
              <a:gd name="connsiteX81-3985" fmla="*/ 10000 w 10000"/>
              <a:gd name="connsiteY81-3986" fmla="*/ 8022 h 9895"/>
              <a:gd name="connsiteX82-3987" fmla="*/ 10000 w 10000"/>
              <a:gd name="connsiteY82-3988" fmla="*/ 8127 h 9895"/>
              <a:gd name="connsiteX83-3989" fmla="*/ 10000 w 10000"/>
              <a:gd name="connsiteY83-3990" fmla="*/ 8232 h 9895"/>
              <a:gd name="connsiteX84-3991" fmla="*/ 10000 w 10000"/>
              <a:gd name="connsiteY84-3992" fmla="*/ 8232 h 9895"/>
              <a:gd name="connsiteX85-3993" fmla="*/ 10000 w 10000"/>
              <a:gd name="connsiteY85-3994" fmla="*/ 8338 h 9895"/>
              <a:gd name="connsiteX86-3995" fmla="*/ 9918 w 10000"/>
              <a:gd name="connsiteY86-3996" fmla="*/ 8338 h 9895"/>
              <a:gd name="connsiteX87-3997" fmla="*/ 9819 w 10000"/>
              <a:gd name="connsiteY87-3998" fmla="*/ 8338 h 9895"/>
              <a:gd name="connsiteX88-3999" fmla="*/ 9736 w 10000"/>
              <a:gd name="connsiteY88-4000" fmla="*/ 8463 h 9895"/>
              <a:gd name="connsiteX89-4001" fmla="*/ 9572 w 10000"/>
              <a:gd name="connsiteY89-4002" fmla="*/ 8463 h 9895"/>
              <a:gd name="connsiteX90-4003" fmla="*/ 9390 w 10000"/>
              <a:gd name="connsiteY90-4004" fmla="*/ 8463 h 9895"/>
              <a:gd name="connsiteX91-4005" fmla="*/ 9127 w 10000"/>
              <a:gd name="connsiteY91-4006" fmla="*/ 8463 h 9895"/>
              <a:gd name="connsiteX92-4007" fmla="*/ 8863 w 10000"/>
              <a:gd name="connsiteY92-4008" fmla="*/ 8463 h 9895"/>
              <a:gd name="connsiteX93-4009" fmla="*/ 8616 w 10000"/>
              <a:gd name="connsiteY93-4010" fmla="*/ 8463 h 9895"/>
              <a:gd name="connsiteX94-4011" fmla="*/ 8353 w 10000"/>
              <a:gd name="connsiteY94-4012" fmla="*/ 8463 h 9895"/>
              <a:gd name="connsiteX95-4013" fmla="*/ 8007 w 10000"/>
              <a:gd name="connsiteY95-4014" fmla="*/ 8463 h 9895"/>
              <a:gd name="connsiteX96-4015" fmla="*/ 7661 w 10000"/>
              <a:gd name="connsiteY96-4016" fmla="*/ 8463 h 9895"/>
              <a:gd name="connsiteX97-4017" fmla="*/ 7298 w 10000"/>
              <a:gd name="connsiteY97-4018" fmla="*/ 8568 h 9895"/>
              <a:gd name="connsiteX98-4019" fmla="*/ 6870 w 10000"/>
              <a:gd name="connsiteY98-4020" fmla="*/ 8568 h 9895"/>
              <a:gd name="connsiteX99-4021" fmla="*/ 6442 w 10000"/>
              <a:gd name="connsiteY99-4022" fmla="*/ 8568 h 9895"/>
              <a:gd name="connsiteX100-4023" fmla="*/ 5651 w 10000"/>
              <a:gd name="connsiteY100-4024" fmla="*/ 8674 h 9895"/>
              <a:gd name="connsiteX101-4025" fmla="*/ 4876 w 10000"/>
              <a:gd name="connsiteY101-4026" fmla="*/ 8800 h 9895"/>
              <a:gd name="connsiteX102-4027" fmla="*/ 4185 w 10000"/>
              <a:gd name="connsiteY102-4028" fmla="*/ 8906 h 9895"/>
              <a:gd name="connsiteX103-4029" fmla="*/ 3476 w 10000"/>
              <a:gd name="connsiteY103-4030" fmla="*/ 9011 h 9895"/>
              <a:gd name="connsiteX104-4031" fmla="*/ 3130 w 10000"/>
              <a:gd name="connsiteY104-4032" fmla="*/ 9011 h 9895"/>
              <a:gd name="connsiteX105-4033" fmla="*/ 2883 w 10000"/>
              <a:gd name="connsiteY105-4034" fmla="*/ 9116 h 9895"/>
              <a:gd name="connsiteX106-4035" fmla="*/ 2521 w 10000"/>
              <a:gd name="connsiteY106-4036" fmla="*/ 9243 h 9895"/>
              <a:gd name="connsiteX107-4037" fmla="*/ 2273 w 10000"/>
              <a:gd name="connsiteY107-4038" fmla="*/ 9243 h 9895"/>
              <a:gd name="connsiteX108-4039" fmla="*/ 2092 w 10000"/>
              <a:gd name="connsiteY108-4040" fmla="*/ 9347 h 9895"/>
              <a:gd name="connsiteX109-4041" fmla="*/ 1829 w 10000"/>
              <a:gd name="connsiteY109-4042" fmla="*/ 9347 h 9895"/>
              <a:gd name="connsiteX110-4043" fmla="*/ 1664 w 10000"/>
              <a:gd name="connsiteY110-4044" fmla="*/ 9452 h 9895"/>
              <a:gd name="connsiteX111-4045" fmla="*/ 1400 w 10000"/>
              <a:gd name="connsiteY111-4046" fmla="*/ 9579 h 9895"/>
              <a:gd name="connsiteX112-4047" fmla="*/ 1219 w 10000"/>
              <a:gd name="connsiteY112-4048" fmla="*/ 9579 h 9895"/>
              <a:gd name="connsiteX113-4049" fmla="*/ 1137 w 10000"/>
              <a:gd name="connsiteY113-4050" fmla="*/ 9684 h 9895"/>
              <a:gd name="connsiteX114-4051" fmla="*/ 956 w 10000"/>
              <a:gd name="connsiteY114-4052" fmla="*/ 9684 h 9895"/>
              <a:gd name="connsiteX115-4053" fmla="*/ 873 w 10000"/>
              <a:gd name="connsiteY115-4054" fmla="*/ 9790 h 9895"/>
              <a:gd name="connsiteX116-4055" fmla="*/ 791 w 10000"/>
              <a:gd name="connsiteY116-4056" fmla="*/ 9790 h 9895"/>
              <a:gd name="connsiteX117-4057" fmla="*/ 708 w 10000"/>
              <a:gd name="connsiteY117-4058" fmla="*/ 9790 h 9895"/>
              <a:gd name="connsiteX118-4059" fmla="*/ 527 w 10000"/>
              <a:gd name="connsiteY118-4060" fmla="*/ 9895 h 9895"/>
              <a:gd name="connsiteX119-4061" fmla="*/ 445 w 10000"/>
              <a:gd name="connsiteY119-4062" fmla="*/ 9790 h 9895"/>
              <a:gd name="connsiteX120-4063" fmla="*/ 362 w 10000"/>
              <a:gd name="connsiteY120-4064" fmla="*/ 9790 h 9895"/>
              <a:gd name="connsiteX121-4065" fmla="*/ 264 w 10000"/>
              <a:gd name="connsiteY121-4066" fmla="*/ 9684 h 9895"/>
              <a:gd name="connsiteX122-4067" fmla="*/ 181 w 10000"/>
              <a:gd name="connsiteY122-4068" fmla="*/ 9452 h 9895"/>
              <a:gd name="connsiteX123-4069" fmla="*/ 99 w 10000"/>
              <a:gd name="connsiteY123-4070" fmla="*/ 9243 h 9895"/>
              <a:gd name="connsiteX124-4071" fmla="*/ 0 w 10000"/>
              <a:gd name="connsiteY124-4072" fmla="*/ 9116 h 9895"/>
              <a:gd name="connsiteX125-4073" fmla="*/ 0 w 10000"/>
              <a:gd name="connsiteY125-4074" fmla="*/ 9011 h 9895"/>
              <a:gd name="connsiteX126-4075" fmla="*/ 0 w 10000"/>
              <a:gd name="connsiteY126-4076" fmla="*/ 8906 h 9895"/>
              <a:gd name="connsiteX127-4077" fmla="*/ 0 w 10000"/>
              <a:gd name="connsiteY127-4078" fmla="*/ 8906 h 9895"/>
              <a:gd name="connsiteX128-4079" fmla="*/ 99 w 10000"/>
              <a:gd name="connsiteY128-4080" fmla="*/ 8800 h 9895"/>
              <a:gd name="connsiteX129-4081" fmla="*/ 181 w 10000"/>
              <a:gd name="connsiteY129-4082" fmla="*/ 8674 h 9895"/>
              <a:gd name="connsiteX130-4083" fmla="*/ 362 w 10000"/>
              <a:gd name="connsiteY130-4084" fmla="*/ 8568 h 9895"/>
              <a:gd name="connsiteX131-4085" fmla="*/ 527 w 10000"/>
              <a:gd name="connsiteY131-4086" fmla="*/ 8463 h 9895"/>
              <a:gd name="connsiteX132-4087" fmla="*/ 610 w 10000"/>
              <a:gd name="connsiteY132-4088" fmla="*/ 8338 h 9895"/>
              <a:gd name="connsiteX133-4089" fmla="*/ 708 w 10000"/>
              <a:gd name="connsiteY133-4090" fmla="*/ 8232 h 9895"/>
              <a:gd name="connsiteX134-4091" fmla="*/ 873 w 10000"/>
              <a:gd name="connsiteY134-4092" fmla="*/ 8127 h 9895"/>
              <a:gd name="connsiteX135-4093" fmla="*/ 1054 w 10000"/>
              <a:gd name="connsiteY135-4094" fmla="*/ 7895 h 9895"/>
              <a:gd name="connsiteX136-4095" fmla="*/ 1137 w 10000"/>
              <a:gd name="connsiteY136-4096" fmla="*/ 7790 h 9895"/>
              <a:gd name="connsiteX137-4097" fmla="*/ 1318 w 10000"/>
              <a:gd name="connsiteY137-4098" fmla="*/ 7558 h 9895"/>
              <a:gd name="connsiteX138-4099" fmla="*/ 1483 w 10000"/>
              <a:gd name="connsiteY138-4100" fmla="*/ 7347 h 9895"/>
              <a:gd name="connsiteX139-4101" fmla="*/ 1483 w 10000"/>
              <a:gd name="connsiteY139-4102" fmla="*/ 7347 h 9895"/>
              <a:gd name="connsiteX0-4103" fmla="*/ 1483 w 10000"/>
              <a:gd name="connsiteY0-4104" fmla="*/ 7425 h 10000"/>
              <a:gd name="connsiteX1-4105" fmla="*/ 1664 w 10000"/>
              <a:gd name="connsiteY1-4106" fmla="*/ 7085 h 10000"/>
              <a:gd name="connsiteX2-4107" fmla="*/ 1911 w 10000"/>
              <a:gd name="connsiteY2-4108" fmla="*/ 6745 h 10000"/>
              <a:gd name="connsiteX3-4109" fmla="*/ 2092 w 10000"/>
              <a:gd name="connsiteY3-4110" fmla="*/ 6404 h 10000"/>
              <a:gd name="connsiteX4-4111" fmla="*/ 2356 w 10000"/>
              <a:gd name="connsiteY4-4112" fmla="*/ 5958 h 10000"/>
              <a:gd name="connsiteX5-4113" fmla="*/ 2619 w 10000"/>
              <a:gd name="connsiteY5-4114" fmla="*/ 5404 h 10000"/>
              <a:gd name="connsiteX6-4115" fmla="*/ 2883 w 10000"/>
              <a:gd name="connsiteY6-4116" fmla="*/ 4830 h 10000"/>
              <a:gd name="connsiteX7-4117" fmla="*/ 3130 w 10000"/>
              <a:gd name="connsiteY7-4118" fmla="*/ 4171 h 10000"/>
              <a:gd name="connsiteX8-4119" fmla="*/ 3476 w 10000"/>
              <a:gd name="connsiteY8-4120" fmla="*/ 3489 h 10000"/>
              <a:gd name="connsiteX9-4121" fmla="*/ 3740 w 10000"/>
              <a:gd name="connsiteY9-4122" fmla="*/ 2808 h 10000"/>
              <a:gd name="connsiteX10-4123" fmla="*/ 4003 w 10000"/>
              <a:gd name="connsiteY10-4124" fmla="*/ 2255 h 10000"/>
              <a:gd name="connsiteX11-4125" fmla="*/ 4185 w 10000"/>
              <a:gd name="connsiteY11-4126" fmla="*/ 1681 h 10000"/>
              <a:gd name="connsiteX12-4127" fmla="*/ 4349 w 10000"/>
              <a:gd name="connsiteY12-4128" fmla="*/ 1235 h 10000"/>
              <a:gd name="connsiteX13-4129" fmla="*/ 5486 w 10000"/>
              <a:gd name="connsiteY13-4130" fmla="*/ 0 h 10000"/>
              <a:gd name="connsiteX14-4131" fmla="*/ 5832 w 10000"/>
              <a:gd name="connsiteY14-4132" fmla="*/ 213 h 10000"/>
              <a:gd name="connsiteX15-4133" fmla="*/ 5997 w 10000"/>
              <a:gd name="connsiteY15-4134" fmla="*/ 447 h 10000"/>
              <a:gd name="connsiteX16-4135" fmla="*/ 6096 w 10000"/>
              <a:gd name="connsiteY16-4136" fmla="*/ 553 h 10000"/>
              <a:gd name="connsiteX17-4137" fmla="*/ 6096 w 10000"/>
              <a:gd name="connsiteY17-4138" fmla="*/ 681 h 10000"/>
              <a:gd name="connsiteX18-4139" fmla="*/ 6096 w 10000"/>
              <a:gd name="connsiteY18-4140" fmla="*/ 787 h 10000"/>
              <a:gd name="connsiteX19-4141" fmla="*/ 6096 w 10000"/>
              <a:gd name="connsiteY19-4142" fmla="*/ 1001 h 10000"/>
              <a:gd name="connsiteX20-4143" fmla="*/ 5997 w 10000"/>
              <a:gd name="connsiteY20-4144" fmla="*/ 1128 h 10000"/>
              <a:gd name="connsiteX21-4145" fmla="*/ 5914 w 10000"/>
              <a:gd name="connsiteY21-4146" fmla="*/ 1340 h 10000"/>
              <a:gd name="connsiteX22-4147" fmla="*/ 5750 w 10000"/>
              <a:gd name="connsiteY22-4148" fmla="*/ 1575 h 10000"/>
              <a:gd name="connsiteX23-4149" fmla="*/ 5568 w 10000"/>
              <a:gd name="connsiteY23-4150" fmla="*/ 1787 h 10000"/>
              <a:gd name="connsiteX24-4151" fmla="*/ 5486 w 10000"/>
              <a:gd name="connsiteY24-4152" fmla="*/ 2021 h 10000"/>
              <a:gd name="connsiteX25-4153" fmla="*/ 5305 w 10000"/>
              <a:gd name="connsiteY25-4154" fmla="*/ 2255 h 10000"/>
              <a:gd name="connsiteX26-4155" fmla="*/ 5140 w 10000"/>
              <a:gd name="connsiteY26-4156" fmla="*/ 2574 h 10000"/>
              <a:gd name="connsiteX27-4157" fmla="*/ 4959 w 10000"/>
              <a:gd name="connsiteY27-4158" fmla="*/ 2915 h 10000"/>
              <a:gd name="connsiteX28-4159" fmla="*/ 4695 w 10000"/>
              <a:gd name="connsiteY28-4160" fmla="*/ 3362 h 10000"/>
              <a:gd name="connsiteX29-4161" fmla="*/ 4530 w 10000"/>
              <a:gd name="connsiteY29-4162" fmla="*/ 3830 h 10000"/>
              <a:gd name="connsiteX30-4163" fmla="*/ 4267 w 10000"/>
              <a:gd name="connsiteY30-4164" fmla="*/ 4276 h 10000"/>
              <a:gd name="connsiteX31-4165" fmla="*/ 3921 w 10000"/>
              <a:gd name="connsiteY31-4166" fmla="*/ 4830 h 10000"/>
              <a:gd name="connsiteX32-4167" fmla="*/ 3657 w 10000"/>
              <a:gd name="connsiteY32-4168" fmla="*/ 5277 h 10000"/>
              <a:gd name="connsiteX33-4169" fmla="*/ 3476 w 10000"/>
              <a:gd name="connsiteY33-4170" fmla="*/ 5744 h 10000"/>
              <a:gd name="connsiteX34-4171" fmla="*/ 3229 w 10000"/>
              <a:gd name="connsiteY34-4172" fmla="*/ 6192 h 10000"/>
              <a:gd name="connsiteX35-4173" fmla="*/ 2965 w 10000"/>
              <a:gd name="connsiteY35-4174" fmla="*/ 6532 h 10000"/>
              <a:gd name="connsiteX36-4175" fmla="*/ 2784 w 10000"/>
              <a:gd name="connsiteY36-4176" fmla="*/ 6851 h 10000"/>
              <a:gd name="connsiteX37-4177" fmla="*/ 2619 w 10000"/>
              <a:gd name="connsiteY37-4178" fmla="*/ 7192 h 10000"/>
              <a:gd name="connsiteX38-4179" fmla="*/ 2438 w 10000"/>
              <a:gd name="connsiteY38-4180" fmla="*/ 7425 h 10000"/>
              <a:gd name="connsiteX39-4181" fmla="*/ 2273 w 10000"/>
              <a:gd name="connsiteY39-4182" fmla="*/ 7638 h 10000"/>
              <a:gd name="connsiteX40-4183" fmla="*/ 2092 w 10000"/>
              <a:gd name="connsiteY40-4184" fmla="*/ 7873 h 10000"/>
              <a:gd name="connsiteX41-4185" fmla="*/ 2010 w 10000"/>
              <a:gd name="connsiteY41-4186" fmla="*/ 8107 h 10000"/>
              <a:gd name="connsiteX42-4187" fmla="*/ 1911 w 10000"/>
              <a:gd name="connsiteY42-4188" fmla="*/ 8213 h 10000"/>
              <a:gd name="connsiteX43-4189" fmla="*/ 1829 w 10000"/>
              <a:gd name="connsiteY43-4190" fmla="*/ 8319 h 10000"/>
              <a:gd name="connsiteX44-4191" fmla="*/ 1746 w 10000"/>
              <a:gd name="connsiteY44-4192" fmla="*/ 8426 h 10000"/>
              <a:gd name="connsiteX45-4193" fmla="*/ 1746 w 10000"/>
              <a:gd name="connsiteY45-4194" fmla="*/ 8553 h 10000"/>
              <a:gd name="connsiteX46-4195" fmla="*/ 1746 w 10000"/>
              <a:gd name="connsiteY46-4196" fmla="*/ 8553 h 10000"/>
              <a:gd name="connsiteX47-4197" fmla="*/ 1829 w 10000"/>
              <a:gd name="connsiteY47-4198" fmla="*/ 8553 h 10000"/>
              <a:gd name="connsiteX48-4199" fmla="*/ 1911 w 10000"/>
              <a:gd name="connsiteY48-4200" fmla="*/ 8659 h 10000"/>
              <a:gd name="connsiteX49-4201" fmla="*/ 2010 w 10000"/>
              <a:gd name="connsiteY49-4202" fmla="*/ 8659 h 10000"/>
              <a:gd name="connsiteX50-4203" fmla="*/ 2175 w 10000"/>
              <a:gd name="connsiteY50-4204" fmla="*/ 8659 h 10000"/>
              <a:gd name="connsiteX51-4205" fmla="*/ 2273 w 10000"/>
              <a:gd name="connsiteY51-4206" fmla="*/ 8553 h 10000"/>
              <a:gd name="connsiteX52-4207" fmla="*/ 2356 w 10000"/>
              <a:gd name="connsiteY52-4208" fmla="*/ 8553 h 10000"/>
              <a:gd name="connsiteX53-4209" fmla="*/ 2521 w 10000"/>
              <a:gd name="connsiteY53-4210" fmla="*/ 8553 h 10000"/>
              <a:gd name="connsiteX54-4211" fmla="*/ 2702 w 10000"/>
              <a:gd name="connsiteY54-4212" fmla="*/ 8553 h 10000"/>
              <a:gd name="connsiteX55-4213" fmla="*/ 2883 w 10000"/>
              <a:gd name="connsiteY55-4214" fmla="*/ 8426 h 10000"/>
              <a:gd name="connsiteX56-4215" fmla="*/ 3048 w 10000"/>
              <a:gd name="connsiteY56-4216" fmla="*/ 8426 h 10000"/>
              <a:gd name="connsiteX57-4217" fmla="*/ 3311 w 10000"/>
              <a:gd name="connsiteY57-4218" fmla="*/ 8426 h 10000"/>
              <a:gd name="connsiteX58-4219" fmla="*/ 3575 w 10000"/>
              <a:gd name="connsiteY58-4220" fmla="*/ 8426 h 10000"/>
              <a:gd name="connsiteX59-4221" fmla="*/ 3921 w 10000"/>
              <a:gd name="connsiteY59-4222" fmla="*/ 8319 h 10000"/>
              <a:gd name="connsiteX60-4223" fmla="*/ 4267 w 10000"/>
              <a:gd name="connsiteY60-4224" fmla="*/ 8319 h 10000"/>
              <a:gd name="connsiteX61-4225" fmla="*/ 4613 w 10000"/>
              <a:gd name="connsiteY61-4226" fmla="*/ 8319 h 10000"/>
              <a:gd name="connsiteX62-4227" fmla="*/ 4959 w 10000"/>
              <a:gd name="connsiteY62-4228" fmla="*/ 8213 h 10000"/>
              <a:gd name="connsiteX63-4229" fmla="*/ 5387 w 10000"/>
              <a:gd name="connsiteY63-4230" fmla="*/ 8107 h 10000"/>
              <a:gd name="connsiteX64-4231" fmla="*/ 5832 w 10000"/>
              <a:gd name="connsiteY64-4232" fmla="*/ 8107 h 10000"/>
              <a:gd name="connsiteX65-4233" fmla="*/ 6343 w 10000"/>
              <a:gd name="connsiteY65-4234" fmla="*/ 7979 h 10000"/>
              <a:gd name="connsiteX66-4235" fmla="*/ 6787 w 10000"/>
              <a:gd name="connsiteY66-4236" fmla="*/ 7979 h 10000"/>
              <a:gd name="connsiteX67-4237" fmla="*/ 7298 w 10000"/>
              <a:gd name="connsiteY67-4238" fmla="*/ 7873 h 10000"/>
              <a:gd name="connsiteX68-4239" fmla="*/ 7743 w 10000"/>
              <a:gd name="connsiteY68-4240" fmla="*/ 7766 h 10000"/>
              <a:gd name="connsiteX69-4241" fmla="*/ 8171 w 10000"/>
              <a:gd name="connsiteY69-4242" fmla="*/ 7766 h 10000"/>
              <a:gd name="connsiteX70-4243" fmla="*/ 8435 w 10000"/>
              <a:gd name="connsiteY70-4244" fmla="*/ 7638 h 10000"/>
              <a:gd name="connsiteX71-4245" fmla="*/ 8699 w 10000"/>
              <a:gd name="connsiteY71-4246" fmla="*/ 7638 h 10000"/>
              <a:gd name="connsiteX72-4247" fmla="*/ 8962 w 10000"/>
              <a:gd name="connsiteY72-4248" fmla="*/ 7638 h 10000"/>
              <a:gd name="connsiteX73-4249" fmla="*/ 9127 w 10000"/>
              <a:gd name="connsiteY73-4250" fmla="*/ 7638 h 10000"/>
              <a:gd name="connsiteX74-4251" fmla="*/ 9226 w 10000"/>
              <a:gd name="connsiteY74-4252" fmla="*/ 7531 h 10000"/>
              <a:gd name="connsiteX75-4253" fmla="*/ 9390 w 10000"/>
              <a:gd name="connsiteY75-4254" fmla="*/ 7638 h 10000"/>
              <a:gd name="connsiteX76-4255" fmla="*/ 9473 w 10000"/>
              <a:gd name="connsiteY76-4256" fmla="*/ 7638 h 10000"/>
              <a:gd name="connsiteX77-4257" fmla="*/ 9654 w 10000"/>
              <a:gd name="connsiteY77-4258" fmla="*/ 7766 h 10000"/>
              <a:gd name="connsiteX78-4259" fmla="*/ 9736 w 10000"/>
              <a:gd name="connsiteY78-4260" fmla="*/ 7766 h 10000"/>
              <a:gd name="connsiteX79-4261" fmla="*/ 9918 w 10000"/>
              <a:gd name="connsiteY79-4262" fmla="*/ 7979 h 10000"/>
              <a:gd name="connsiteX80-4263" fmla="*/ 10000 w 10000"/>
              <a:gd name="connsiteY80-4264" fmla="*/ 8107 h 10000"/>
              <a:gd name="connsiteX81-4265" fmla="*/ 10000 w 10000"/>
              <a:gd name="connsiteY81-4266" fmla="*/ 8213 h 10000"/>
              <a:gd name="connsiteX82-4267" fmla="*/ 10000 w 10000"/>
              <a:gd name="connsiteY82-4268" fmla="*/ 8319 h 10000"/>
              <a:gd name="connsiteX83-4269" fmla="*/ 10000 w 10000"/>
              <a:gd name="connsiteY83-4270" fmla="*/ 8319 h 10000"/>
              <a:gd name="connsiteX84-4271" fmla="*/ 10000 w 10000"/>
              <a:gd name="connsiteY84-4272" fmla="*/ 8426 h 10000"/>
              <a:gd name="connsiteX85-4273" fmla="*/ 9918 w 10000"/>
              <a:gd name="connsiteY85-4274" fmla="*/ 8426 h 10000"/>
              <a:gd name="connsiteX86-4275" fmla="*/ 9819 w 10000"/>
              <a:gd name="connsiteY86-4276" fmla="*/ 8426 h 10000"/>
              <a:gd name="connsiteX87-4277" fmla="*/ 9736 w 10000"/>
              <a:gd name="connsiteY87-4278" fmla="*/ 8553 h 10000"/>
              <a:gd name="connsiteX88-4279" fmla="*/ 9572 w 10000"/>
              <a:gd name="connsiteY88-4280" fmla="*/ 8553 h 10000"/>
              <a:gd name="connsiteX89-4281" fmla="*/ 9390 w 10000"/>
              <a:gd name="connsiteY89-4282" fmla="*/ 8553 h 10000"/>
              <a:gd name="connsiteX90-4283" fmla="*/ 9127 w 10000"/>
              <a:gd name="connsiteY90-4284" fmla="*/ 8553 h 10000"/>
              <a:gd name="connsiteX91-4285" fmla="*/ 8863 w 10000"/>
              <a:gd name="connsiteY91-4286" fmla="*/ 8553 h 10000"/>
              <a:gd name="connsiteX92-4287" fmla="*/ 8616 w 10000"/>
              <a:gd name="connsiteY92-4288" fmla="*/ 8553 h 10000"/>
              <a:gd name="connsiteX93-4289" fmla="*/ 8353 w 10000"/>
              <a:gd name="connsiteY93-4290" fmla="*/ 8553 h 10000"/>
              <a:gd name="connsiteX94-4291" fmla="*/ 8007 w 10000"/>
              <a:gd name="connsiteY94-4292" fmla="*/ 8553 h 10000"/>
              <a:gd name="connsiteX95-4293" fmla="*/ 7661 w 10000"/>
              <a:gd name="connsiteY95-4294" fmla="*/ 8553 h 10000"/>
              <a:gd name="connsiteX96-4295" fmla="*/ 7298 w 10000"/>
              <a:gd name="connsiteY96-4296" fmla="*/ 8659 h 10000"/>
              <a:gd name="connsiteX97-4297" fmla="*/ 6870 w 10000"/>
              <a:gd name="connsiteY97-4298" fmla="*/ 8659 h 10000"/>
              <a:gd name="connsiteX98-4299" fmla="*/ 6442 w 10000"/>
              <a:gd name="connsiteY98-4300" fmla="*/ 8659 h 10000"/>
              <a:gd name="connsiteX99-4301" fmla="*/ 5651 w 10000"/>
              <a:gd name="connsiteY99-4302" fmla="*/ 8766 h 10000"/>
              <a:gd name="connsiteX100-4303" fmla="*/ 4876 w 10000"/>
              <a:gd name="connsiteY100-4304" fmla="*/ 8893 h 10000"/>
              <a:gd name="connsiteX101-4305" fmla="*/ 4185 w 10000"/>
              <a:gd name="connsiteY101-4306" fmla="*/ 9001 h 10000"/>
              <a:gd name="connsiteX102-4307" fmla="*/ 3476 w 10000"/>
              <a:gd name="connsiteY102-4308" fmla="*/ 9107 h 10000"/>
              <a:gd name="connsiteX103-4309" fmla="*/ 3130 w 10000"/>
              <a:gd name="connsiteY103-4310" fmla="*/ 9107 h 10000"/>
              <a:gd name="connsiteX104-4311" fmla="*/ 2883 w 10000"/>
              <a:gd name="connsiteY104-4312" fmla="*/ 9213 h 10000"/>
              <a:gd name="connsiteX105-4313" fmla="*/ 2521 w 10000"/>
              <a:gd name="connsiteY105-4314" fmla="*/ 9341 h 10000"/>
              <a:gd name="connsiteX106-4315" fmla="*/ 2273 w 10000"/>
              <a:gd name="connsiteY106-4316" fmla="*/ 9341 h 10000"/>
              <a:gd name="connsiteX107-4317" fmla="*/ 2092 w 10000"/>
              <a:gd name="connsiteY107-4318" fmla="*/ 9446 h 10000"/>
              <a:gd name="connsiteX108-4319" fmla="*/ 1829 w 10000"/>
              <a:gd name="connsiteY108-4320" fmla="*/ 9446 h 10000"/>
              <a:gd name="connsiteX109-4321" fmla="*/ 1664 w 10000"/>
              <a:gd name="connsiteY109-4322" fmla="*/ 9552 h 10000"/>
              <a:gd name="connsiteX110-4323" fmla="*/ 1400 w 10000"/>
              <a:gd name="connsiteY110-4324" fmla="*/ 9681 h 10000"/>
              <a:gd name="connsiteX111-4325" fmla="*/ 1219 w 10000"/>
              <a:gd name="connsiteY111-4326" fmla="*/ 9681 h 10000"/>
              <a:gd name="connsiteX112-4327" fmla="*/ 1137 w 10000"/>
              <a:gd name="connsiteY112-4328" fmla="*/ 9787 h 10000"/>
              <a:gd name="connsiteX113-4329" fmla="*/ 956 w 10000"/>
              <a:gd name="connsiteY113-4330" fmla="*/ 9787 h 10000"/>
              <a:gd name="connsiteX114-4331" fmla="*/ 873 w 10000"/>
              <a:gd name="connsiteY114-4332" fmla="*/ 9894 h 10000"/>
              <a:gd name="connsiteX115-4333" fmla="*/ 791 w 10000"/>
              <a:gd name="connsiteY115-4334" fmla="*/ 9894 h 10000"/>
              <a:gd name="connsiteX116-4335" fmla="*/ 708 w 10000"/>
              <a:gd name="connsiteY116-4336" fmla="*/ 9894 h 10000"/>
              <a:gd name="connsiteX117-4337" fmla="*/ 527 w 10000"/>
              <a:gd name="connsiteY117-4338" fmla="*/ 10000 h 10000"/>
              <a:gd name="connsiteX118-4339" fmla="*/ 445 w 10000"/>
              <a:gd name="connsiteY118-4340" fmla="*/ 9894 h 10000"/>
              <a:gd name="connsiteX119-4341" fmla="*/ 362 w 10000"/>
              <a:gd name="connsiteY119-4342" fmla="*/ 9894 h 10000"/>
              <a:gd name="connsiteX120-4343" fmla="*/ 264 w 10000"/>
              <a:gd name="connsiteY120-4344" fmla="*/ 9787 h 10000"/>
              <a:gd name="connsiteX121-4345" fmla="*/ 181 w 10000"/>
              <a:gd name="connsiteY121-4346" fmla="*/ 9552 h 10000"/>
              <a:gd name="connsiteX122-4347" fmla="*/ 99 w 10000"/>
              <a:gd name="connsiteY122-4348" fmla="*/ 9341 h 10000"/>
              <a:gd name="connsiteX123-4349" fmla="*/ 0 w 10000"/>
              <a:gd name="connsiteY123-4350" fmla="*/ 9213 h 10000"/>
              <a:gd name="connsiteX124-4351" fmla="*/ 0 w 10000"/>
              <a:gd name="connsiteY124-4352" fmla="*/ 9107 h 10000"/>
              <a:gd name="connsiteX125-4353" fmla="*/ 0 w 10000"/>
              <a:gd name="connsiteY125-4354" fmla="*/ 9001 h 10000"/>
              <a:gd name="connsiteX126-4355" fmla="*/ 0 w 10000"/>
              <a:gd name="connsiteY126-4356" fmla="*/ 9001 h 10000"/>
              <a:gd name="connsiteX127-4357" fmla="*/ 99 w 10000"/>
              <a:gd name="connsiteY127-4358" fmla="*/ 8893 h 10000"/>
              <a:gd name="connsiteX128-4359" fmla="*/ 181 w 10000"/>
              <a:gd name="connsiteY128-4360" fmla="*/ 8766 h 10000"/>
              <a:gd name="connsiteX129-4361" fmla="*/ 362 w 10000"/>
              <a:gd name="connsiteY129-4362" fmla="*/ 8659 h 10000"/>
              <a:gd name="connsiteX130-4363" fmla="*/ 527 w 10000"/>
              <a:gd name="connsiteY130-4364" fmla="*/ 8553 h 10000"/>
              <a:gd name="connsiteX131-4365" fmla="*/ 610 w 10000"/>
              <a:gd name="connsiteY131-4366" fmla="*/ 8426 h 10000"/>
              <a:gd name="connsiteX132-4367" fmla="*/ 708 w 10000"/>
              <a:gd name="connsiteY132-4368" fmla="*/ 8319 h 10000"/>
              <a:gd name="connsiteX133-4369" fmla="*/ 873 w 10000"/>
              <a:gd name="connsiteY133-4370" fmla="*/ 8213 h 10000"/>
              <a:gd name="connsiteX134-4371" fmla="*/ 1054 w 10000"/>
              <a:gd name="connsiteY134-4372" fmla="*/ 7979 h 10000"/>
              <a:gd name="connsiteX135-4373" fmla="*/ 1137 w 10000"/>
              <a:gd name="connsiteY135-4374" fmla="*/ 7873 h 10000"/>
              <a:gd name="connsiteX136-4375" fmla="*/ 1318 w 10000"/>
              <a:gd name="connsiteY136-4376" fmla="*/ 7638 h 10000"/>
              <a:gd name="connsiteX137-4377" fmla="*/ 1483 w 10000"/>
              <a:gd name="connsiteY137-4378" fmla="*/ 7425 h 10000"/>
              <a:gd name="connsiteX138-4379" fmla="*/ 1483 w 10000"/>
              <a:gd name="connsiteY138-4380" fmla="*/ 7425 h 10000"/>
              <a:gd name="connsiteX0-4381" fmla="*/ 1483 w 10000"/>
              <a:gd name="connsiteY0-4382" fmla="*/ 7212 h 9787"/>
              <a:gd name="connsiteX1-4383" fmla="*/ 1664 w 10000"/>
              <a:gd name="connsiteY1-4384" fmla="*/ 6872 h 9787"/>
              <a:gd name="connsiteX2-4385" fmla="*/ 1911 w 10000"/>
              <a:gd name="connsiteY2-4386" fmla="*/ 6532 h 9787"/>
              <a:gd name="connsiteX3-4387" fmla="*/ 2092 w 10000"/>
              <a:gd name="connsiteY3-4388" fmla="*/ 6191 h 9787"/>
              <a:gd name="connsiteX4-4389" fmla="*/ 2356 w 10000"/>
              <a:gd name="connsiteY4-4390" fmla="*/ 5745 h 9787"/>
              <a:gd name="connsiteX5-4391" fmla="*/ 2619 w 10000"/>
              <a:gd name="connsiteY5-4392" fmla="*/ 5191 h 9787"/>
              <a:gd name="connsiteX6-4393" fmla="*/ 2883 w 10000"/>
              <a:gd name="connsiteY6-4394" fmla="*/ 4617 h 9787"/>
              <a:gd name="connsiteX7-4395" fmla="*/ 3130 w 10000"/>
              <a:gd name="connsiteY7-4396" fmla="*/ 3958 h 9787"/>
              <a:gd name="connsiteX8-4397" fmla="*/ 3476 w 10000"/>
              <a:gd name="connsiteY8-4398" fmla="*/ 3276 h 9787"/>
              <a:gd name="connsiteX9-4399" fmla="*/ 3740 w 10000"/>
              <a:gd name="connsiteY9-4400" fmla="*/ 2595 h 9787"/>
              <a:gd name="connsiteX10-4401" fmla="*/ 4003 w 10000"/>
              <a:gd name="connsiteY10-4402" fmla="*/ 2042 h 9787"/>
              <a:gd name="connsiteX11-4403" fmla="*/ 4185 w 10000"/>
              <a:gd name="connsiteY11-4404" fmla="*/ 1468 h 9787"/>
              <a:gd name="connsiteX12-4405" fmla="*/ 4349 w 10000"/>
              <a:gd name="connsiteY12-4406" fmla="*/ 1022 h 9787"/>
              <a:gd name="connsiteX13-4407" fmla="*/ 5832 w 10000"/>
              <a:gd name="connsiteY13-4408" fmla="*/ 0 h 9787"/>
              <a:gd name="connsiteX14-4409" fmla="*/ 5997 w 10000"/>
              <a:gd name="connsiteY14-4410" fmla="*/ 234 h 9787"/>
              <a:gd name="connsiteX15-4411" fmla="*/ 6096 w 10000"/>
              <a:gd name="connsiteY15-4412" fmla="*/ 340 h 9787"/>
              <a:gd name="connsiteX16-4413" fmla="*/ 6096 w 10000"/>
              <a:gd name="connsiteY16-4414" fmla="*/ 468 h 9787"/>
              <a:gd name="connsiteX17-4415" fmla="*/ 6096 w 10000"/>
              <a:gd name="connsiteY17-4416" fmla="*/ 574 h 9787"/>
              <a:gd name="connsiteX18-4417" fmla="*/ 6096 w 10000"/>
              <a:gd name="connsiteY18-4418" fmla="*/ 788 h 9787"/>
              <a:gd name="connsiteX19-4419" fmla="*/ 5997 w 10000"/>
              <a:gd name="connsiteY19-4420" fmla="*/ 915 h 9787"/>
              <a:gd name="connsiteX20-4421" fmla="*/ 5914 w 10000"/>
              <a:gd name="connsiteY20-4422" fmla="*/ 1127 h 9787"/>
              <a:gd name="connsiteX21-4423" fmla="*/ 5750 w 10000"/>
              <a:gd name="connsiteY21-4424" fmla="*/ 1362 h 9787"/>
              <a:gd name="connsiteX22-4425" fmla="*/ 5568 w 10000"/>
              <a:gd name="connsiteY22-4426" fmla="*/ 1574 h 9787"/>
              <a:gd name="connsiteX23-4427" fmla="*/ 5486 w 10000"/>
              <a:gd name="connsiteY23-4428" fmla="*/ 1808 h 9787"/>
              <a:gd name="connsiteX24-4429" fmla="*/ 5305 w 10000"/>
              <a:gd name="connsiteY24-4430" fmla="*/ 2042 h 9787"/>
              <a:gd name="connsiteX25-4431" fmla="*/ 5140 w 10000"/>
              <a:gd name="connsiteY25-4432" fmla="*/ 2361 h 9787"/>
              <a:gd name="connsiteX26-4433" fmla="*/ 4959 w 10000"/>
              <a:gd name="connsiteY26-4434" fmla="*/ 2702 h 9787"/>
              <a:gd name="connsiteX27-4435" fmla="*/ 4695 w 10000"/>
              <a:gd name="connsiteY27-4436" fmla="*/ 3149 h 9787"/>
              <a:gd name="connsiteX28-4437" fmla="*/ 4530 w 10000"/>
              <a:gd name="connsiteY28-4438" fmla="*/ 3617 h 9787"/>
              <a:gd name="connsiteX29-4439" fmla="*/ 4267 w 10000"/>
              <a:gd name="connsiteY29-4440" fmla="*/ 4063 h 9787"/>
              <a:gd name="connsiteX30-4441" fmla="*/ 3921 w 10000"/>
              <a:gd name="connsiteY30-4442" fmla="*/ 4617 h 9787"/>
              <a:gd name="connsiteX31-4443" fmla="*/ 3657 w 10000"/>
              <a:gd name="connsiteY31-4444" fmla="*/ 5064 h 9787"/>
              <a:gd name="connsiteX32-4445" fmla="*/ 3476 w 10000"/>
              <a:gd name="connsiteY32-4446" fmla="*/ 5531 h 9787"/>
              <a:gd name="connsiteX33-4447" fmla="*/ 3229 w 10000"/>
              <a:gd name="connsiteY33-4448" fmla="*/ 5979 h 9787"/>
              <a:gd name="connsiteX34-4449" fmla="*/ 2965 w 10000"/>
              <a:gd name="connsiteY34-4450" fmla="*/ 6319 h 9787"/>
              <a:gd name="connsiteX35-4451" fmla="*/ 2784 w 10000"/>
              <a:gd name="connsiteY35-4452" fmla="*/ 6638 h 9787"/>
              <a:gd name="connsiteX36-4453" fmla="*/ 2619 w 10000"/>
              <a:gd name="connsiteY36-4454" fmla="*/ 6979 h 9787"/>
              <a:gd name="connsiteX37-4455" fmla="*/ 2438 w 10000"/>
              <a:gd name="connsiteY37-4456" fmla="*/ 7212 h 9787"/>
              <a:gd name="connsiteX38-4457" fmla="*/ 2273 w 10000"/>
              <a:gd name="connsiteY38-4458" fmla="*/ 7425 h 9787"/>
              <a:gd name="connsiteX39-4459" fmla="*/ 2092 w 10000"/>
              <a:gd name="connsiteY39-4460" fmla="*/ 7660 h 9787"/>
              <a:gd name="connsiteX40-4461" fmla="*/ 2010 w 10000"/>
              <a:gd name="connsiteY40-4462" fmla="*/ 7894 h 9787"/>
              <a:gd name="connsiteX41-4463" fmla="*/ 1911 w 10000"/>
              <a:gd name="connsiteY41-4464" fmla="*/ 8000 h 9787"/>
              <a:gd name="connsiteX42-4465" fmla="*/ 1829 w 10000"/>
              <a:gd name="connsiteY42-4466" fmla="*/ 8106 h 9787"/>
              <a:gd name="connsiteX43-4467" fmla="*/ 1746 w 10000"/>
              <a:gd name="connsiteY43-4468" fmla="*/ 8213 h 9787"/>
              <a:gd name="connsiteX44-4469" fmla="*/ 1746 w 10000"/>
              <a:gd name="connsiteY44-4470" fmla="*/ 8340 h 9787"/>
              <a:gd name="connsiteX45-4471" fmla="*/ 1746 w 10000"/>
              <a:gd name="connsiteY45-4472" fmla="*/ 8340 h 9787"/>
              <a:gd name="connsiteX46-4473" fmla="*/ 1829 w 10000"/>
              <a:gd name="connsiteY46-4474" fmla="*/ 8340 h 9787"/>
              <a:gd name="connsiteX47-4475" fmla="*/ 1911 w 10000"/>
              <a:gd name="connsiteY47-4476" fmla="*/ 8446 h 9787"/>
              <a:gd name="connsiteX48-4477" fmla="*/ 2010 w 10000"/>
              <a:gd name="connsiteY48-4478" fmla="*/ 8446 h 9787"/>
              <a:gd name="connsiteX49-4479" fmla="*/ 2175 w 10000"/>
              <a:gd name="connsiteY49-4480" fmla="*/ 8446 h 9787"/>
              <a:gd name="connsiteX50-4481" fmla="*/ 2273 w 10000"/>
              <a:gd name="connsiteY50-4482" fmla="*/ 8340 h 9787"/>
              <a:gd name="connsiteX51-4483" fmla="*/ 2356 w 10000"/>
              <a:gd name="connsiteY51-4484" fmla="*/ 8340 h 9787"/>
              <a:gd name="connsiteX52-4485" fmla="*/ 2521 w 10000"/>
              <a:gd name="connsiteY52-4486" fmla="*/ 8340 h 9787"/>
              <a:gd name="connsiteX53-4487" fmla="*/ 2702 w 10000"/>
              <a:gd name="connsiteY53-4488" fmla="*/ 8340 h 9787"/>
              <a:gd name="connsiteX54-4489" fmla="*/ 2883 w 10000"/>
              <a:gd name="connsiteY54-4490" fmla="*/ 8213 h 9787"/>
              <a:gd name="connsiteX55-4491" fmla="*/ 3048 w 10000"/>
              <a:gd name="connsiteY55-4492" fmla="*/ 8213 h 9787"/>
              <a:gd name="connsiteX56-4493" fmla="*/ 3311 w 10000"/>
              <a:gd name="connsiteY56-4494" fmla="*/ 8213 h 9787"/>
              <a:gd name="connsiteX57-4495" fmla="*/ 3575 w 10000"/>
              <a:gd name="connsiteY57-4496" fmla="*/ 8213 h 9787"/>
              <a:gd name="connsiteX58-4497" fmla="*/ 3921 w 10000"/>
              <a:gd name="connsiteY58-4498" fmla="*/ 8106 h 9787"/>
              <a:gd name="connsiteX59-4499" fmla="*/ 4267 w 10000"/>
              <a:gd name="connsiteY59-4500" fmla="*/ 8106 h 9787"/>
              <a:gd name="connsiteX60-4501" fmla="*/ 4613 w 10000"/>
              <a:gd name="connsiteY60-4502" fmla="*/ 8106 h 9787"/>
              <a:gd name="connsiteX61-4503" fmla="*/ 4959 w 10000"/>
              <a:gd name="connsiteY61-4504" fmla="*/ 8000 h 9787"/>
              <a:gd name="connsiteX62-4505" fmla="*/ 5387 w 10000"/>
              <a:gd name="connsiteY62-4506" fmla="*/ 7894 h 9787"/>
              <a:gd name="connsiteX63-4507" fmla="*/ 5832 w 10000"/>
              <a:gd name="connsiteY63-4508" fmla="*/ 7894 h 9787"/>
              <a:gd name="connsiteX64-4509" fmla="*/ 6343 w 10000"/>
              <a:gd name="connsiteY64-4510" fmla="*/ 7766 h 9787"/>
              <a:gd name="connsiteX65-4511" fmla="*/ 6787 w 10000"/>
              <a:gd name="connsiteY65-4512" fmla="*/ 7766 h 9787"/>
              <a:gd name="connsiteX66-4513" fmla="*/ 7298 w 10000"/>
              <a:gd name="connsiteY66-4514" fmla="*/ 7660 h 9787"/>
              <a:gd name="connsiteX67-4515" fmla="*/ 7743 w 10000"/>
              <a:gd name="connsiteY67-4516" fmla="*/ 7553 h 9787"/>
              <a:gd name="connsiteX68-4517" fmla="*/ 8171 w 10000"/>
              <a:gd name="connsiteY68-4518" fmla="*/ 7553 h 9787"/>
              <a:gd name="connsiteX69-4519" fmla="*/ 8435 w 10000"/>
              <a:gd name="connsiteY69-4520" fmla="*/ 7425 h 9787"/>
              <a:gd name="connsiteX70-4521" fmla="*/ 8699 w 10000"/>
              <a:gd name="connsiteY70-4522" fmla="*/ 7425 h 9787"/>
              <a:gd name="connsiteX71-4523" fmla="*/ 8962 w 10000"/>
              <a:gd name="connsiteY71-4524" fmla="*/ 7425 h 9787"/>
              <a:gd name="connsiteX72-4525" fmla="*/ 9127 w 10000"/>
              <a:gd name="connsiteY72-4526" fmla="*/ 7425 h 9787"/>
              <a:gd name="connsiteX73-4527" fmla="*/ 9226 w 10000"/>
              <a:gd name="connsiteY73-4528" fmla="*/ 7318 h 9787"/>
              <a:gd name="connsiteX74-4529" fmla="*/ 9390 w 10000"/>
              <a:gd name="connsiteY74-4530" fmla="*/ 7425 h 9787"/>
              <a:gd name="connsiteX75-4531" fmla="*/ 9473 w 10000"/>
              <a:gd name="connsiteY75-4532" fmla="*/ 7425 h 9787"/>
              <a:gd name="connsiteX76-4533" fmla="*/ 9654 w 10000"/>
              <a:gd name="connsiteY76-4534" fmla="*/ 7553 h 9787"/>
              <a:gd name="connsiteX77-4535" fmla="*/ 9736 w 10000"/>
              <a:gd name="connsiteY77-4536" fmla="*/ 7553 h 9787"/>
              <a:gd name="connsiteX78-4537" fmla="*/ 9918 w 10000"/>
              <a:gd name="connsiteY78-4538" fmla="*/ 7766 h 9787"/>
              <a:gd name="connsiteX79-4539" fmla="*/ 10000 w 10000"/>
              <a:gd name="connsiteY79-4540" fmla="*/ 7894 h 9787"/>
              <a:gd name="connsiteX80-4541" fmla="*/ 10000 w 10000"/>
              <a:gd name="connsiteY80-4542" fmla="*/ 8000 h 9787"/>
              <a:gd name="connsiteX81-4543" fmla="*/ 10000 w 10000"/>
              <a:gd name="connsiteY81-4544" fmla="*/ 8106 h 9787"/>
              <a:gd name="connsiteX82-4545" fmla="*/ 10000 w 10000"/>
              <a:gd name="connsiteY82-4546" fmla="*/ 8106 h 9787"/>
              <a:gd name="connsiteX83-4547" fmla="*/ 10000 w 10000"/>
              <a:gd name="connsiteY83-4548" fmla="*/ 8213 h 9787"/>
              <a:gd name="connsiteX84-4549" fmla="*/ 9918 w 10000"/>
              <a:gd name="connsiteY84-4550" fmla="*/ 8213 h 9787"/>
              <a:gd name="connsiteX85-4551" fmla="*/ 9819 w 10000"/>
              <a:gd name="connsiteY85-4552" fmla="*/ 8213 h 9787"/>
              <a:gd name="connsiteX86-4553" fmla="*/ 9736 w 10000"/>
              <a:gd name="connsiteY86-4554" fmla="*/ 8340 h 9787"/>
              <a:gd name="connsiteX87-4555" fmla="*/ 9572 w 10000"/>
              <a:gd name="connsiteY87-4556" fmla="*/ 8340 h 9787"/>
              <a:gd name="connsiteX88-4557" fmla="*/ 9390 w 10000"/>
              <a:gd name="connsiteY88-4558" fmla="*/ 8340 h 9787"/>
              <a:gd name="connsiteX89-4559" fmla="*/ 9127 w 10000"/>
              <a:gd name="connsiteY89-4560" fmla="*/ 8340 h 9787"/>
              <a:gd name="connsiteX90-4561" fmla="*/ 8863 w 10000"/>
              <a:gd name="connsiteY90-4562" fmla="*/ 8340 h 9787"/>
              <a:gd name="connsiteX91-4563" fmla="*/ 8616 w 10000"/>
              <a:gd name="connsiteY91-4564" fmla="*/ 8340 h 9787"/>
              <a:gd name="connsiteX92-4565" fmla="*/ 8353 w 10000"/>
              <a:gd name="connsiteY92-4566" fmla="*/ 8340 h 9787"/>
              <a:gd name="connsiteX93-4567" fmla="*/ 8007 w 10000"/>
              <a:gd name="connsiteY93-4568" fmla="*/ 8340 h 9787"/>
              <a:gd name="connsiteX94-4569" fmla="*/ 7661 w 10000"/>
              <a:gd name="connsiteY94-4570" fmla="*/ 8340 h 9787"/>
              <a:gd name="connsiteX95-4571" fmla="*/ 7298 w 10000"/>
              <a:gd name="connsiteY95-4572" fmla="*/ 8446 h 9787"/>
              <a:gd name="connsiteX96-4573" fmla="*/ 6870 w 10000"/>
              <a:gd name="connsiteY96-4574" fmla="*/ 8446 h 9787"/>
              <a:gd name="connsiteX97-4575" fmla="*/ 6442 w 10000"/>
              <a:gd name="connsiteY97-4576" fmla="*/ 8446 h 9787"/>
              <a:gd name="connsiteX98-4577" fmla="*/ 5651 w 10000"/>
              <a:gd name="connsiteY98-4578" fmla="*/ 8553 h 9787"/>
              <a:gd name="connsiteX99-4579" fmla="*/ 4876 w 10000"/>
              <a:gd name="connsiteY99-4580" fmla="*/ 8680 h 9787"/>
              <a:gd name="connsiteX100-4581" fmla="*/ 4185 w 10000"/>
              <a:gd name="connsiteY100-4582" fmla="*/ 8788 h 9787"/>
              <a:gd name="connsiteX101-4583" fmla="*/ 3476 w 10000"/>
              <a:gd name="connsiteY101-4584" fmla="*/ 8894 h 9787"/>
              <a:gd name="connsiteX102-4585" fmla="*/ 3130 w 10000"/>
              <a:gd name="connsiteY102-4586" fmla="*/ 8894 h 9787"/>
              <a:gd name="connsiteX103-4587" fmla="*/ 2883 w 10000"/>
              <a:gd name="connsiteY103-4588" fmla="*/ 9000 h 9787"/>
              <a:gd name="connsiteX104-4589" fmla="*/ 2521 w 10000"/>
              <a:gd name="connsiteY104-4590" fmla="*/ 9128 h 9787"/>
              <a:gd name="connsiteX105-4591" fmla="*/ 2273 w 10000"/>
              <a:gd name="connsiteY105-4592" fmla="*/ 9128 h 9787"/>
              <a:gd name="connsiteX106-4593" fmla="*/ 2092 w 10000"/>
              <a:gd name="connsiteY106-4594" fmla="*/ 9233 h 9787"/>
              <a:gd name="connsiteX107-4595" fmla="*/ 1829 w 10000"/>
              <a:gd name="connsiteY107-4596" fmla="*/ 9233 h 9787"/>
              <a:gd name="connsiteX108-4597" fmla="*/ 1664 w 10000"/>
              <a:gd name="connsiteY108-4598" fmla="*/ 9339 h 9787"/>
              <a:gd name="connsiteX109-4599" fmla="*/ 1400 w 10000"/>
              <a:gd name="connsiteY109-4600" fmla="*/ 9468 h 9787"/>
              <a:gd name="connsiteX110-4601" fmla="*/ 1219 w 10000"/>
              <a:gd name="connsiteY110-4602" fmla="*/ 9468 h 9787"/>
              <a:gd name="connsiteX111-4603" fmla="*/ 1137 w 10000"/>
              <a:gd name="connsiteY111-4604" fmla="*/ 9574 h 9787"/>
              <a:gd name="connsiteX112-4605" fmla="*/ 956 w 10000"/>
              <a:gd name="connsiteY112-4606" fmla="*/ 9574 h 9787"/>
              <a:gd name="connsiteX113-4607" fmla="*/ 873 w 10000"/>
              <a:gd name="connsiteY113-4608" fmla="*/ 9681 h 9787"/>
              <a:gd name="connsiteX114-4609" fmla="*/ 791 w 10000"/>
              <a:gd name="connsiteY114-4610" fmla="*/ 9681 h 9787"/>
              <a:gd name="connsiteX115-4611" fmla="*/ 708 w 10000"/>
              <a:gd name="connsiteY115-4612" fmla="*/ 9681 h 9787"/>
              <a:gd name="connsiteX116-4613" fmla="*/ 527 w 10000"/>
              <a:gd name="connsiteY116-4614" fmla="*/ 9787 h 9787"/>
              <a:gd name="connsiteX117-4615" fmla="*/ 445 w 10000"/>
              <a:gd name="connsiteY117-4616" fmla="*/ 9681 h 9787"/>
              <a:gd name="connsiteX118-4617" fmla="*/ 362 w 10000"/>
              <a:gd name="connsiteY118-4618" fmla="*/ 9681 h 9787"/>
              <a:gd name="connsiteX119-4619" fmla="*/ 264 w 10000"/>
              <a:gd name="connsiteY119-4620" fmla="*/ 9574 h 9787"/>
              <a:gd name="connsiteX120-4621" fmla="*/ 181 w 10000"/>
              <a:gd name="connsiteY120-4622" fmla="*/ 9339 h 9787"/>
              <a:gd name="connsiteX121-4623" fmla="*/ 99 w 10000"/>
              <a:gd name="connsiteY121-4624" fmla="*/ 9128 h 9787"/>
              <a:gd name="connsiteX122-4625" fmla="*/ 0 w 10000"/>
              <a:gd name="connsiteY122-4626" fmla="*/ 9000 h 9787"/>
              <a:gd name="connsiteX123-4627" fmla="*/ 0 w 10000"/>
              <a:gd name="connsiteY123-4628" fmla="*/ 8894 h 9787"/>
              <a:gd name="connsiteX124-4629" fmla="*/ 0 w 10000"/>
              <a:gd name="connsiteY124-4630" fmla="*/ 8788 h 9787"/>
              <a:gd name="connsiteX125-4631" fmla="*/ 0 w 10000"/>
              <a:gd name="connsiteY125-4632" fmla="*/ 8788 h 9787"/>
              <a:gd name="connsiteX126-4633" fmla="*/ 99 w 10000"/>
              <a:gd name="connsiteY126-4634" fmla="*/ 8680 h 9787"/>
              <a:gd name="connsiteX127-4635" fmla="*/ 181 w 10000"/>
              <a:gd name="connsiteY127-4636" fmla="*/ 8553 h 9787"/>
              <a:gd name="connsiteX128-4637" fmla="*/ 362 w 10000"/>
              <a:gd name="connsiteY128-4638" fmla="*/ 8446 h 9787"/>
              <a:gd name="connsiteX129-4639" fmla="*/ 527 w 10000"/>
              <a:gd name="connsiteY129-4640" fmla="*/ 8340 h 9787"/>
              <a:gd name="connsiteX130-4641" fmla="*/ 610 w 10000"/>
              <a:gd name="connsiteY130-4642" fmla="*/ 8213 h 9787"/>
              <a:gd name="connsiteX131-4643" fmla="*/ 708 w 10000"/>
              <a:gd name="connsiteY131-4644" fmla="*/ 8106 h 9787"/>
              <a:gd name="connsiteX132-4645" fmla="*/ 873 w 10000"/>
              <a:gd name="connsiteY132-4646" fmla="*/ 8000 h 9787"/>
              <a:gd name="connsiteX133-4647" fmla="*/ 1054 w 10000"/>
              <a:gd name="connsiteY133-4648" fmla="*/ 7766 h 9787"/>
              <a:gd name="connsiteX134-4649" fmla="*/ 1137 w 10000"/>
              <a:gd name="connsiteY134-4650" fmla="*/ 7660 h 9787"/>
              <a:gd name="connsiteX135-4651" fmla="*/ 1318 w 10000"/>
              <a:gd name="connsiteY135-4652" fmla="*/ 7425 h 9787"/>
              <a:gd name="connsiteX136-4653" fmla="*/ 1483 w 10000"/>
              <a:gd name="connsiteY136-4654" fmla="*/ 7212 h 9787"/>
              <a:gd name="connsiteX137-4655" fmla="*/ 1483 w 10000"/>
              <a:gd name="connsiteY137-4656" fmla="*/ 7212 h 9787"/>
              <a:gd name="connsiteX0-4657" fmla="*/ 1483 w 10000"/>
              <a:gd name="connsiteY0-4658" fmla="*/ 7130 h 9761"/>
              <a:gd name="connsiteX1-4659" fmla="*/ 1664 w 10000"/>
              <a:gd name="connsiteY1-4660" fmla="*/ 6783 h 9761"/>
              <a:gd name="connsiteX2-4661" fmla="*/ 1911 w 10000"/>
              <a:gd name="connsiteY2-4662" fmla="*/ 6435 h 9761"/>
              <a:gd name="connsiteX3-4663" fmla="*/ 2092 w 10000"/>
              <a:gd name="connsiteY3-4664" fmla="*/ 6087 h 9761"/>
              <a:gd name="connsiteX4-4665" fmla="*/ 2356 w 10000"/>
              <a:gd name="connsiteY4-4666" fmla="*/ 5631 h 9761"/>
              <a:gd name="connsiteX5-4667" fmla="*/ 2619 w 10000"/>
              <a:gd name="connsiteY5-4668" fmla="*/ 5065 h 9761"/>
              <a:gd name="connsiteX6-4669" fmla="*/ 2883 w 10000"/>
              <a:gd name="connsiteY6-4670" fmla="*/ 4478 h 9761"/>
              <a:gd name="connsiteX7-4671" fmla="*/ 3130 w 10000"/>
              <a:gd name="connsiteY7-4672" fmla="*/ 3805 h 9761"/>
              <a:gd name="connsiteX8-4673" fmla="*/ 3476 w 10000"/>
              <a:gd name="connsiteY8-4674" fmla="*/ 3108 h 9761"/>
              <a:gd name="connsiteX9-4675" fmla="*/ 3740 w 10000"/>
              <a:gd name="connsiteY9-4676" fmla="*/ 2412 h 9761"/>
              <a:gd name="connsiteX10-4677" fmla="*/ 4003 w 10000"/>
              <a:gd name="connsiteY10-4678" fmla="*/ 1847 h 9761"/>
              <a:gd name="connsiteX11-4679" fmla="*/ 4185 w 10000"/>
              <a:gd name="connsiteY11-4680" fmla="*/ 1261 h 9761"/>
              <a:gd name="connsiteX12-4681" fmla="*/ 4349 w 10000"/>
              <a:gd name="connsiteY12-4682" fmla="*/ 805 h 9761"/>
              <a:gd name="connsiteX13-4683" fmla="*/ 5997 w 10000"/>
              <a:gd name="connsiteY13-4684" fmla="*/ 0 h 9761"/>
              <a:gd name="connsiteX14-4685" fmla="*/ 6096 w 10000"/>
              <a:gd name="connsiteY14-4686" fmla="*/ 108 h 9761"/>
              <a:gd name="connsiteX15-4687" fmla="*/ 6096 w 10000"/>
              <a:gd name="connsiteY15-4688" fmla="*/ 239 h 9761"/>
              <a:gd name="connsiteX16-4689" fmla="*/ 6096 w 10000"/>
              <a:gd name="connsiteY16-4690" fmla="*/ 347 h 9761"/>
              <a:gd name="connsiteX17-4691" fmla="*/ 6096 w 10000"/>
              <a:gd name="connsiteY17-4692" fmla="*/ 566 h 9761"/>
              <a:gd name="connsiteX18-4693" fmla="*/ 5997 w 10000"/>
              <a:gd name="connsiteY18-4694" fmla="*/ 696 h 9761"/>
              <a:gd name="connsiteX19-4695" fmla="*/ 5914 w 10000"/>
              <a:gd name="connsiteY19-4696" fmla="*/ 913 h 9761"/>
              <a:gd name="connsiteX20-4697" fmla="*/ 5750 w 10000"/>
              <a:gd name="connsiteY20-4698" fmla="*/ 1153 h 9761"/>
              <a:gd name="connsiteX21-4699" fmla="*/ 5568 w 10000"/>
              <a:gd name="connsiteY21-4700" fmla="*/ 1369 h 9761"/>
              <a:gd name="connsiteX22-4701" fmla="*/ 5486 w 10000"/>
              <a:gd name="connsiteY22-4702" fmla="*/ 1608 h 9761"/>
              <a:gd name="connsiteX23-4703" fmla="*/ 5305 w 10000"/>
              <a:gd name="connsiteY23-4704" fmla="*/ 1847 h 9761"/>
              <a:gd name="connsiteX24-4705" fmla="*/ 5140 w 10000"/>
              <a:gd name="connsiteY24-4706" fmla="*/ 2173 h 9761"/>
              <a:gd name="connsiteX25-4707" fmla="*/ 4959 w 10000"/>
              <a:gd name="connsiteY25-4708" fmla="*/ 2522 h 9761"/>
              <a:gd name="connsiteX26-4709" fmla="*/ 4695 w 10000"/>
              <a:gd name="connsiteY26-4710" fmla="*/ 2979 h 9761"/>
              <a:gd name="connsiteX27-4711" fmla="*/ 4530 w 10000"/>
              <a:gd name="connsiteY27-4712" fmla="*/ 3457 h 9761"/>
              <a:gd name="connsiteX28-4713" fmla="*/ 4267 w 10000"/>
              <a:gd name="connsiteY28-4714" fmla="*/ 3912 h 9761"/>
              <a:gd name="connsiteX29-4715" fmla="*/ 3921 w 10000"/>
              <a:gd name="connsiteY29-4716" fmla="*/ 4478 h 9761"/>
              <a:gd name="connsiteX30-4717" fmla="*/ 3657 w 10000"/>
              <a:gd name="connsiteY30-4718" fmla="*/ 4935 h 9761"/>
              <a:gd name="connsiteX31-4719" fmla="*/ 3476 w 10000"/>
              <a:gd name="connsiteY31-4720" fmla="*/ 5412 h 9761"/>
              <a:gd name="connsiteX32-4721" fmla="*/ 3229 w 10000"/>
              <a:gd name="connsiteY32-4722" fmla="*/ 5870 h 9761"/>
              <a:gd name="connsiteX33-4723" fmla="*/ 2965 w 10000"/>
              <a:gd name="connsiteY33-4724" fmla="*/ 6218 h 9761"/>
              <a:gd name="connsiteX34-4725" fmla="*/ 2784 w 10000"/>
              <a:gd name="connsiteY34-4726" fmla="*/ 6543 h 9761"/>
              <a:gd name="connsiteX35-4727" fmla="*/ 2619 w 10000"/>
              <a:gd name="connsiteY35-4728" fmla="*/ 6892 h 9761"/>
              <a:gd name="connsiteX36-4729" fmla="*/ 2438 w 10000"/>
              <a:gd name="connsiteY36-4730" fmla="*/ 7130 h 9761"/>
              <a:gd name="connsiteX37-4731" fmla="*/ 2273 w 10000"/>
              <a:gd name="connsiteY37-4732" fmla="*/ 7348 h 9761"/>
              <a:gd name="connsiteX38-4733" fmla="*/ 2092 w 10000"/>
              <a:gd name="connsiteY38-4734" fmla="*/ 7588 h 9761"/>
              <a:gd name="connsiteX39-4735" fmla="*/ 2010 w 10000"/>
              <a:gd name="connsiteY39-4736" fmla="*/ 7827 h 9761"/>
              <a:gd name="connsiteX40-4737" fmla="*/ 1911 w 10000"/>
              <a:gd name="connsiteY40-4738" fmla="*/ 7935 h 9761"/>
              <a:gd name="connsiteX41-4739" fmla="*/ 1829 w 10000"/>
              <a:gd name="connsiteY41-4740" fmla="*/ 8043 h 9761"/>
              <a:gd name="connsiteX42-4741" fmla="*/ 1746 w 10000"/>
              <a:gd name="connsiteY42-4742" fmla="*/ 8153 h 9761"/>
              <a:gd name="connsiteX43-4743" fmla="*/ 1746 w 10000"/>
              <a:gd name="connsiteY43-4744" fmla="*/ 8283 h 9761"/>
              <a:gd name="connsiteX44-4745" fmla="*/ 1746 w 10000"/>
              <a:gd name="connsiteY44-4746" fmla="*/ 8283 h 9761"/>
              <a:gd name="connsiteX45-4747" fmla="*/ 1829 w 10000"/>
              <a:gd name="connsiteY45-4748" fmla="*/ 8283 h 9761"/>
              <a:gd name="connsiteX46-4749" fmla="*/ 1911 w 10000"/>
              <a:gd name="connsiteY46-4750" fmla="*/ 8391 h 9761"/>
              <a:gd name="connsiteX47-4751" fmla="*/ 2010 w 10000"/>
              <a:gd name="connsiteY47-4752" fmla="*/ 8391 h 9761"/>
              <a:gd name="connsiteX48-4753" fmla="*/ 2175 w 10000"/>
              <a:gd name="connsiteY48-4754" fmla="*/ 8391 h 9761"/>
              <a:gd name="connsiteX49-4755" fmla="*/ 2273 w 10000"/>
              <a:gd name="connsiteY49-4756" fmla="*/ 8283 h 9761"/>
              <a:gd name="connsiteX50-4757" fmla="*/ 2356 w 10000"/>
              <a:gd name="connsiteY50-4758" fmla="*/ 8283 h 9761"/>
              <a:gd name="connsiteX51-4759" fmla="*/ 2521 w 10000"/>
              <a:gd name="connsiteY51-4760" fmla="*/ 8283 h 9761"/>
              <a:gd name="connsiteX52-4761" fmla="*/ 2702 w 10000"/>
              <a:gd name="connsiteY52-4762" fmla="*/ 8283 h 9761"/>
              <a:gd name="connsiteX53-4763" fmla="*/ 2883 w 10000"/>
              <a:gd name="connsiteY53-4764" fmla="*/ 8153 h 9761"/>
              <a:gd name="connsiteX54-4765" fmla="*/ 3048 w 10000"/>
              <a:gd name="connsiteY54-4766" fmla="*/ 8153 h 9761"/>
              <a:gd name="connsiteX55-4767" fmla="*/ 3311 w 10000"/>
              <a:gd name="connsiteY55-4768" fmla="*/ 8153 h 9761"/>
              <a:gd name="connsiteX56-4769" fmla="*/ 3575 w 10000"/>
              <a:gd name="connsiteY56-4770" fmla="*/ 8153 h 9761"/>
              <a:gd name="connsiteX57-4771" fmla="*/ 3921 w 10000"/>
              <a:gd name="connsiteY57-4772" fmla="*/ 8043 h 9761"/>
              <a:gd name="connsiteX58-4773" fmla="*/ 4267 w 10000"/>
              <a:gd name="connsiteY58-4774" fmla="*/ 8043 h 9761"/>
              <a:gd name="connsiteX59-4775" fmla="*/ 4613 w 10000"/>
              <a:gd name="connsiteY59-4776" fmla="*/ 8043 h 9761"/>
              <a:gd name="connsiteX60-4777" fmla="*/ 4959 w 10000"/>
              <a:gd name="connsiteY60-4778" fmla="*/ 7935 h 9761"/>
              <a:gd name="connsiteX61-4779" fmla="*/ 5387 w 10000"/>
              <a:gd name="connsiteY61-4780" fmla="*/ 7827 h 9761"/>
              <a:gd name="connsiteX62-4781" fmla="*/ 5832 w 10000"/>
              <a:gd name="connsiteY62-4782" fmla="*/ 7827 h 9761"/>
              <a:gd name="connsiteX63-4783" fmla="*/ 6343 w 10000"/>
              <a:gd name="connsiteY63-4784" fmla="*/ 7696 h 9761"/>
              <a:gd name="connsiteX64-4785" fmla="*/ 6787 w 10000"/>
              <a:gd name="connsiteY64-4786" fmla="*/ 7696 h 9761"/>
              <a:gd name="connsiteX65-4787" fmla="*/ 7298 w 10000"/>
              <a:gd name="connsiteY65-4788" fmla="*/ 7588 h 9761"/>
              <a:gd name="connsiteX66-4789" fmla="*/ 7743 w 10000"/>
              <a:gd name="connsiteY66-4790" fmla="*/ 7478 h 9761"/>
              <a:gd name="connsiteX67-4791" fmla="*/ 8171 w 10000"/>
              <a:gd name="connsiteY67-4792" fmla="*/ 7478 h 9761"/>
              <a:gd name="connsiteX68-4793" fmla="*/ 8435 w 10000"/>
              <a:gd name="connsiteY68-4794" fmla="*/ 7348 h 9761"/>
              <a:gd name="connsiteX69-4795" fmla="*/ 8699 w 10000"/>
              <a:gd name="connsiteY69-4796" fmla="*/ 7348 h 9761"/>
              <a:gd name="connsiteX70-4797" fmla="*/ 8962 w 10000"/>
              <a:gd name="connsiteY70-4798" fmla="*/ 7348 h 9761"/>
              <a:gd name="connsiteX71-4799" fmla="*/ 9127 w 10000"/>
              <a:gd name="connsiteY71-4800" fmla="*/ 7348 h 9761"/>
              <a:gd name="connsiteX72-4801" fmla="*/ 9226 w 10000"/>
              <a:gd name="connsiteY72-4802" fmla="*/ 7238 h 9761"/>
              <a:gd name="connsiteX73-4803" fmla="*/ 9390 w 10000"/>
              <a:gd name="connsiteY73-4804" fmla="*/ 7348 h 9761"/>
              <a:gd name="connsiteX74-4805" fmla="*/ 9473 w 10000"/>
              <a:gd name="connsiteY74-4806" fmla="*/ 7348 h 9761"/>
              <a:gd name="connsiteX75-4807" fmla="*/ 9654 w 10000"/>
              <a:gd name="connsiteY75-4808" fmla="*/ 7478 h 9761"/>
              <a:gd name="connsiteX76-4809" fmla="*/ 9736 w 10000"/>
              <a:gd name="connsiteY76-4810" fmla="*/ 7478 h 9761"/>
              <a:gd name="connsiteX77-4811" fmla="*/ 9918 w 10000"/>
              <a:gd name="connsiteY77-4812" fmla="*/ 7696 h 9761"/>
              <a:gd name="connsiteX78-4813" fmla="*/ 10000 w 10000"/>
              <a:gd name="connsiteY78-4814" fmla="*/ 7827 h 9761"/>
              <a:gd name="connsiteX79-4815" fmla="*/ 10000 w 10000"/>
              <a:gd name="connsiteY79-4816" fmla="*/ 7935 h 9761"/>
              <a:gd name="connsiteX80-4817" fmla="*/ 10000 w 10000"/>
              <a:gd name="connsiteY80-4818" fmla="*/ 8043 h 9761"/>
              <a:gd name="connsiteX81-4819" fmla="*/ 10000 w 10000"/>
              <a:gd name="connsiteY81-4820" fmla="*/ 8043 h 9761"/>
              <a:gd name="connsiteX82-4821" fmla="*/ 10000 w 10000"/>
              <a:gd name="connsiteY82-4822" fmla="*/ 8153 h 9761"/>
              <a:gd name="connsiteX83-4823" fmla="*/ 9918 w 10000"/>
              <a:gd name="connsiteY83-4824" fmla="*/ 8153 h 9761"/>
              <a:gd name="connsiteX84-4825" fmla="*/ 9819 w 10000"/>
              <a:gd name="connsiteY84-4826" fmla="*/ 8153 h 9761"/>
              <a:gd name="connsiteX85-4827" fmla="*/ 9736 w 10000"/>
              <a:gd name="connsiteY85-4828" fmla="*/ 8283 h 9761"/>
              <a:gd name="connsiteX86-4829" fmla="*/ 9572 w 10000"/>
              <a:gd name="connsiteY86-4830" fmla="*/ 8283 h 9761"/>
              <a:gd name="connsiteX87-4831" fmla="*/ 9390 w 10000"/>
              <a:gd name="connsiteY87-4832" fmla="*/ 8283 h 9761"/>
              <a:gd name="connsiteX88-4833" fmla="*/ 9127 w 10000"/>
              <a:gd name="connsiteY88-4834" fmla="*/ 8283 h 9761"/>
              <a:gd name="connsiteX89-4835" fmla="*/ 8863 w 10000"/>
              <a:gd name="connsiteY89-4836" fmla="*/ 8283 h 9761"/>
              <a:gd name="connsiteX90-4837" fmla="*/ 8616 w 10000"/>
              <a:gd name="connsiteY90-4838" fmla="*/ 8283 h 9761"/>
              <a:gd name="connsiteX91-4839" fmla="*/ 8353 w 10000"/>
              <a:gd name="connsiteY91-4840" fmla="*/ 8283 h 9761"/>
              <a:gd name="connsiteX92-4841" fmla="*/ 8007 w 10000"/>
              <a:gd name="connsiteY92-4842" fmla="*/ 8283 h 9761"/>
              <a:gd name="connsiteX93-4843" fmla="*/ 7661 w 10000"/>
              <a:gd name="connsiteY93-4844" fmla="*/ 8283 h 9761"/>
              <a:gd name="connsiteX94-4845" fmla="*/ 7298 w 10000"/>
              <a:gd name="connsiteY94-4846" fmla="*/ 8391 h 9761"/>
              <a:gd name="connsiteX95-4847" fmla="*/ 6870 w 10000"/>
              <a:gd name="connsiteY95-4848" fmla="*/ 8391 h 9761"/>
              <a:gd name="connsiteX96-4849" fmla="*/ 6442 w 10000"/>
              <a:gd name="connsiteY96-4850" fmla="*/ 8391 h 9761"/>
              <a:gd name="connsiteX97-4851" fmla="*/ 5651 w 10000"/>
              <a:gd name="connsiteY97-4852" fmla="*/ 8500 h 9761"/>
              <a:gd name="connsiteX98-4853" fmla="*/ 4876 w 10000"/>
              <a:gd name="connsiteY98-4854" fmla="*/ 8630 h 9761"/>
              <a:gd name="connsiteX99-4855" fmla="*/ 4185 w 10000"/>
              <a:gd name="connsiteY99-4856" fmla="*/ 8740 h 9761"/>
              <a:gd name="connsiteX100-4857" fmla="*/ 3476 w 10000"/>
              <a:gd name="connsiteY100-4858" fmla="*/ 8849 h 9761"/>
              <a:gd name="connsiteX101-4859" fmla="*/ 3130 w 10000"/>
              <a:gd name="connsiteY101-4860" fmla="*/ 8849 h 9761"/>
              <a:gd name="connsiteX102-4861" fmla="*/ 2883 w 10000"/>
              <a:gd name="connsiteY102-4862" fmla="*/ 8957 h 9761"/>
              <a:gd name="connsiteX103-4863" fmla="*/ 2521 w 10000"/>
              <a:gd name="connsiteY103-4864" fmla="*/ 9088 h 9761"/>
              <a:gd name="connsiteX104-4865" fmla="*/ 2273 w 10000"/>
              <a:gd name="connsiteY104-4866" fmla="*/ 9088 h 9761"/>
              <a:gd name="connsiteX105-4867" fmla="*/ 2092 w 10000"/>
              <a:gd name="connsiteY105-4868" fmla="*/ 9195 h 9761"/>
              <a:gd name="connsiteX106-4869" fmla="*/ 1829 w 10000"/>
              <a:gd name="connsiteY106-4870" fmla="*/ 9195 h 9761"/>
              <a:gd name="connsiteX107-4871" fmla="*/ 1664 w 10000"/>
              <a:gd name="connsiteY107-4872" fmla="*/ 9303 h 9761"/>
              <a:gd name="connsiteX108-4873" fmla="*/ 1400 w 10000"/>
              <a:gd name="connsiteY108-4874" fmla="*/ 9435 h 9761"/>
              <a:gd name="connsiteX109-4875" fmla="*/ 1219 w 10000"/>
              <a:gd name="connsiteY109-4876" fmla="*/ 9435 h 9761"/>
              <a:gd name="connsiteX110-4877" fmla="*/ 1137 w 10000"/>
              <a:gd name="connsiteY110-4878" fmla="*/ 9543 h 9761"/>
              <a:gd name="connsiteX111-4879" fmla="*/ 956 w 10000"/>
              <a:gd name="connsiteY111-4880" fmla="*/ 9543 h 9761"/>
              <a:gd name="connsiteX112-4881" fmla="*/ 873 w 10000"/>
              <a:gd name="connsiteY112-4882" fmla="*/ 9653 h 9761"/>
              <a:gd name="connsiteX113-4883" fmla="*/ 791 w 10000"/>
              <a:gd name="connsiteY113-4884" fmla="*/ 9653 h 9761"/>
              <a:gd name="connsiteX114-4885" fmla="*/ 708 w 10000"/>
              <a:gd name="connsiteY114-4886" fmla="*/ 9653 h 9761"/>
              <a:gd name="connsiteX115-4887" fmla="*/ 527 w 10000"/>
              <a:gd name="connsiteY115-4888" fmla="*/ 9761 h 9761"/>
              <a:gd name="connsiteX116-4889" fmla="*/ 445 w 10000"/>
              <a:gd name="connsiteY116-4890" fmla="*/ 9653 h 9761"/>
              <a:gd name="connsiteX117-4891" fmla="*/ 362 w 10000"/>
              <a:gd name="connsiteY117-4892" fmla="*/ 9653 h 9761"/>
              <a:gd name="connsiteX118-4893" fmla="*/ 264 w 10000"/>
              <a:gd name="connsiteY118-4894" fmla="*/ 9543 h 9761"/>
              <a:gd name="connsiteX119-4895" fmla="*/ 181 w 10000"/>
              <a:gd name="connsiteY119-4896" fmla="*/ 9303 h 9761"/>
              <a:gd name="connsiteX120-4897" fmla="*/ 99 w 10000"/>
              <a:gd name="connsiteY120-4898" fmla="*/ 9088 h 9761"/>
              <a:gd name="connsiteX121-4899" fmla="*/ 0 w 10000"/>
              <a:gd name="connsiteY121-4900" fmla="*/ 8957 h 9761"/>
              <a:gd name="connsiteX122-4901" fmla="*/ 0 w 10000"/>
              <a:gd name="connsiteY122-4902" fmla="*/ 8849 h 9761"/>
              <a:gd name="connsiteX123-4903" fmla="*/ 0 w 10000"/>
              <a:gd name="connsiteY123-4904" fmla="*/ 8740 h 9761"/>
              <a:gd name="connsiteX124-4905" fmla="*/ 0 w 10000"/>
              <a:gd name="connsiteY124-4906" fmla="*/ 8740 h 9761"/>
              <a:gd name="connsiteX125-4907" fmla="*/ 99 w 10000"/>
              <a:gd name="connsiteY125-4908" fmla="*/ 8630 h 9761"/>
              <a:gd name="connsiteX126-4909" fmla="*/ 181 w 10000"/>
              <a:gd name="connsiteY126-4910" fmla="*/ 8500 h 9761"/>
              <a:gd name="connsiteX127-4911" fmla="*/ 362 w 10000"/>
              <a:gd name="connsiteY127-4912" fmla="*/ 8391 h 9761"/>
              <a:gd name="connsiteX128-4913" fmla="*/ 527 w 10000"/>
              <a:gd name="connsiteY128-4914" fmla="*/ 8283 h 9761"/>
              <a:gd name="connsiteX129-4915" fmla="*/ 610 w 10000"/>
              <a:gd name="connsiteY129-4916" fmla="*/ 8153 h 9761"/>
              <a:gd name="connsiteX130-4917" fmla="*/ 708 w 10000"/>
              <a:gd name="connsiteY130-4918" fmla="*/ 8043 h 9761"/>
              <a:gd name="connsiteX131-4919" fmla="*/ 873 w 10000"/>
              <a:gd name="connsiteY131-4920" fmla="*/ 7935 h 9761"/>
              <a:gd name="connsiteX132-4921" fmla="*/ 1054 w 10000"/>
              <a:gd name="connsiteY132-4922" fmla="*/ 7696 h 9761"/>
              <a:gd name="connsiteX133-4923" fmla="*/ 1137 w 10000"/>
              <a:gd name="connsiteY133-4924" fmla="*/ 7588 h 9761"/>
              <a:gd name="connsiteX134-4925" fmla="*/ 1318 w 10000"/>
              <a:gd name="connsiteY134-4926" fmla="*/ 7348 h 9761"/>
              <a:gd name="connsiteX135-4927" fmla="*/ 1483 w 10000"/>
              <a:gd name="connsiteY135-4928" fmla="*/ 7130 h 9761"/>
              <a:gd name="connsiteX136-4929" fmla="*/ 1483 w 10000"/>
              <a:gd name="connsiteY136-4930" fmla="*/ 7130 h 9761"/>
              <a:gd name="connsiteX0-4931" fmla="*/ 1483 w 10000"/>
              <a:gd name="connsiteY0-4932" fmla="*/ 7402 h 10097"/>
              <a:gd name="connsiteX1-4933" fmla="*/ 1664 w 10000"/>
              <a:gd name="connsiteY1-4934" fmla="*/ 7046 h 10097"/>
              <a:gd name="connsiteX2-4935" fmla="*/ 1911 w 10000"/>
              <a:gd name="connsiteY2-4936" fmla="*/ 6690 h 10097"/>
              <a:gd name="connsiteX3-4937" fmla="*/ 2092 w 10000"/>
              <a:gd name="connsiteY3-4938" fmla="*/ 6333 h 10097"/>
              <a:gd name="connsiteX4-4939" fmla="*/ 2356 w 10000"/>
              <a:gd name="connsiteY4-4940" fmla="*/ 5866 h 10097"/>
              <a:gd name="connsiteX5-4941" fmla="*/ 2619 w 10000"/>
              <a:gd name="connsiteY5-4942" fmla="*/ 5286 h 10097"/>
              <a:gd name="connsiteX6-4943" fmla="*/ 2883 w 10000"/>
              <a:gd name="connsiteY6-4944" fmla="*/ 4685 h 10097"/>
              <a:gd name="connsiteX7-4945" fmla="*/ 3130 w 10000"/>
              <a:gd name="connsiteY7-4946" fmla="*/ 3995 h 10097"/>
              <a:gd name="connsiteX8-4947" fmla="*/ 3476 w 10000"/>
              <a:gd name="connsiteY8-4948" fmla="*/ 3281 h 10097"/>
              <a:gd name="connsiteX9-4949" fmla="*/ 3740 w 10000"/>
              <a:gd name="connsiteY9-4950" fmla="*/ 2568 h 10097"/>
              <a:gd name="connsiteX10-4951" fmla="*/ 4003 w 10000"/>
              <a:gd name="connsiteY10-4952" fmla="*/ 1989 h 10097"/>
              <a:gd name="connsiteX11-4953" fmla="*/ 4185 w 10000"/>
              <a:gd name="connsiteY11-4954" fmla="*/ 1389 h 10097"/>
              <a:gd name="connsiteX12-4955" fmla="*/ 4349 w 10000"/>
              <a:gd name="connsiteY12-4956" fmla="*/ 922 h 10097"/>
              <a:gd name="connsiteX13-4957" fmla="*/ 5997 w 10000"/>
              <a:gd name="connsiteY13-4958" fmla="*/ 97 h 10097"/>
              <a:gd name="connsiteX14-4959" fmla="*/ 6096 w 10000"/>
              <a:gd name="connsiteY14-4960" fmla="*/ 342 h 10097"/>
              <a:gd name="connsiteX15-4961" fmla="*/ 6096 w 10000"/>
              <a:gd name="connsiteY15-4962" fmla="*/ 452 h 10097"/>
              <a:gd name="connsiteX16-4963" fmla="*/ 6096 w 10000"/>
              <a:gd name="connsiteY16-4964" fmla="*/ 677 h 10097"/>
              <a:gd name="connsiteX17-4965" fmla="*/ 5997 w 10000"/>
              <a:gd name="connsiteY17-4966" fmla="*/ 810 h 10097"/>
              <a:gd name="connsiteX18-4967" fmla="*/ 5914 w 10000"/>
              <a:gd name="connsiteY18-4968" fmla="*/ 1032 h 10097"/>
              <a:gd name="connsiteX19-4969" fmla="*/ 5750 w 10000"/>
              <a:gd name="connsiteY19-4970" fmla="*/ 1278 h 10097"/>
              <a:gd name="connsiteX20-4971" fmla="*/ 5568 w 10000"/>
              <a:gd name="connsiteY20-4972" fmla="*/ 1500 h 10097"/>
              <a:gd name="connsiteX21-4973" fmla="*/ 5486 w 10000"/>
              <a:gd name="connsiteY21-4974" fmla="*/ 1744 h 10097"/>
              <a:gd name="connsiteX22-4975" fmla="*/ 5305 w 10000"/>
              <a:gd name="connsiteY22-4976" fmla="*/ 1989 h 10097"/>
              <a:gd name="connsiteX23-4977" fmla="*/ 5140 w 10000"/>
              <a:gd name="connsiteY23-4978" fmla="*/ 2323 h 10097"/>
              <a:gd name="connsiteX24-4979" fmla="*/ 4959 w 10000"/>
              <a:gd name="connsiteY24-4980" fmla="*/ 2681 h 10097"/>
              <a:gd name="connsiteX25-4981" fmla="*/ 4695 w 10000"/>
              <a:gd name="connsiteY25-4982" fmla="*/ 3149 h 10097"/>
              <a:gd name="connsiteX26-4983" fmla="*/ 4530 w 10000"/>
              <a:gd name="connsiteY26-4984" fmla="*/ 3639 h 10097"/>
              <a:gd name="connsiteX27-4985" fmla="*/ 4267 w 10000"/>
              <a:gd name="connsiteY27-4986" fmla="*/ 4105 h 10097"/>
              <a:gd name="connsiteX28-4987" fmla="*/ 3921 w 10000"/>
              <a:gd name="connsiteY28-4988" fmla="*/ 4685 h 10097"/>
              <a:gd name="connsiteX29-4989" fmla="*/ 3657 w 10000"/>
              <a:gd name="connsiteY29-4990" fmla="*/ 5153 h 10097"/>
              <a:gd name="connsiteX30-4991" fmla="*/ 3476 w 10000"/>
              <a:gd name="connsiteY30-4992" fmla="*/ 5642 h 10097"/>
              <a:gd name="connsiteX31-4993" fmla="*/ 3229 w 10000"/>
              <a:gd name="connsiteY31-4994" fmla="*/ 6111 h 10097"/>
              <a:gd name="connsiteX32-4995" fmla="*/ 2965 w 10000"/>
              <a:gd name="connsiteY32-4996" fmla="*/ 6467 h 10097"/>
              <a:gd name="connsiteX33-4997" fmla="*/ 2784 w 10000"/>
              <a:gd name="connsiteY33-4998" fmla="*/ 6800 h 10097"/>
              <a:gd name="connsiteX34-4999" fmla="*/ 2619 w 10000"/>
              <a:gd name="connsiteY34-5000" fmla="*/ 7158 h 10097"/>
              <a:gd name="connsiteX35-5001" fmla="*/ 2438 w 10000"/>
              <a:gd name="connsiteY35-5002" fmla="*/ 7402 h 10097"/>
              <a:gd name="connsiteX36-5003" fmla="*/ 2273 w 10000"/>
              <a:gd name="connsiteY36-5004" fmla="*/ 7625 h 10097"/>
              <a:gd name="connsiteX37-5005" fmla="*/ 2092 w 10000"/>
              <a:gd name="connsiteY37-5006" fmla="*/ 7871 h 10097"/>
              <a:gd name="connsiteX38-5007" fmla="*/ 2010 w 10000"/>
              <a:gd name="connsiteY38-5008" fmla="*/ 8116 h 10097"/>
              <a:gd name="connsiteX39-5009" fmla="*/ 1911 w 10000"/>
              <a:gd name="connsiteY39-5010" fmla="*/ 8226 h 10097"/>
              <a:gd name="connsiteX40-5011" fmla="*/ 1829 w 10000"/>
              <a:gd name="connsiteY40-5012" fmla="*/ 8337 h 10097"/>
              <a:gd name="connsiteX41-5013" fmla="*/ 1746 w 10000"/>
              <a:gd name="connsiteY41-5014" fmla="*/ 8450 h 10097"/>
              <a:gd name="connsiteX42-5015" fmla="*/ 1746 w 10000"/>
              <a:gd name="connsiteY42-5016" fmla="*/ 8583 h 10097"/>
              <a:gd name="connsiteX43-5017" fmla="*/ 1746 w 10000"/>
              <a:gd name="connsiteY43-5018" fmla="*/ 8583 h 10097"/>
              <a:gd name="connsiteX44-5019" fmla="*/ 1829 w 10000"/>
              <a:gd name="connsiteY44-5020" fmla="*/ 8583 h 10097"/>
              <a:gd name="connsiteX45-5021" fmla="*/ 1911 w 10000"/>
              <a:gd name="connsiteY45-5022" fmla="*/ 8693 h 10097"/>
              <a:gd name="connsiteX46-5023" fmla="*/ 2010 w 10000"/>
              <a:gd name="connsiteY46-5024" fmla="*/ 8693 h 10097"/>
              <a:gd name="connsiteX47-5025" fmla="*/ 2175 w 10000"/>
              <a:gd name="connsiteY47-5026" fmla="*/ 8693 h 10097"/>
              <a:gd name="connsiteX48-5027" fmla="*/ 2273 w 10000"/>
              <a:gd name="connsiteY48-5028" fmla="*/ 8583 h 10097"/>
              <a:gd name="connsiteX49-5029" fmla="*/ 2356 w 10000"/>
              <a:gd name="connsiteY49-5030" fmla="*/ 8583 h 10097"/>
              <a:gd name="connsiteX50-5031" fmla="*/ 2521 w 10000"/>
              <a:gd name="connsiteY50-5032" fmla="*/ 8583 h 10097"/>
              <a:gd name="connsiteX51-5033" fmla="*/ 2702 w 10000"/>
              <a:gd name="connsiteY51-5034" fmla="*/ 8583 h 10097"/>
              <a:gd name="connsiteX52-5035" fmla="*/ 2883 w 10000"/>
              <a:gd name="connsiteY52-5036" fmla="*/ 8450 h 10097"/>
              <a:gd name="connsiteX53-5037" fmla="*/ 3048 w 10000"/>
              <a:gd name="connsiteY53-5038" fmla="*/ 8450 h 10097"/>
              <a:gd name="connsiteX54-5039" fmla="*/ 3311 w 10000"/>
              <a:gd name="connsiteY54-5040" fmla="*/ 8450 h 10097"/>
              <a:gd name="connsiteX55-5041" fmla="*/ 3575 w 10000"/>
              <a:gd name="connsiteY55-5042" fmla="*/ 8450 h 10097"/>
              <a:gd name="connsiteX56-5043" fmla="*/ 3921 w 10000"/>
              <a:gd name="connsiteY56-5044" fmla="*/ 8337 h 10097"/>
              <a:gd name="connsiteX57-5045" fmla="*/ 4267 w 10000"/>
              <a:gd name="connsiteY57-5046" fmla="*/ 8337 h 10097"/>
              <a:gd name="connsiteX58-5047" fmla="*/ 4613 w 10000"/>
              <a:gd name="connsiteY58-5048" fmla="*/ 8337 h 10097"/>
              <a:gd name="connsiteX59-5049" fmla="*/ 4959 w 10000"/>
              <a:gd name="connsiteY59-5050" fmla="*/ 8226 h 10097"/>
              <a:gd name="connsiteX60-5051" fmla="*/ 5387 w 10000"/>
              <a:gd name="connsiteY60-5052" fmla="*/ 8116 h 10097"/>
              <a:gd name="connsiteX61-5053" fmla="*/ 5832 w 10000"/>
              <a:gd name="connsiteY61-5054" fmla="*/ 8116 h 10097"/>
              <a:gd name="connsiteX62-5055" fmla="*/ 6343 w 10000"/>
              <a:gd name="connsiteY62-5056" fmla="*/ 7981 h 10097"/>
              <a:gd name="connsiteX63-5057" fmla="*/ 6787 w 10000"/>
              <a:gd name="connsiteY63-5058" fmla="*/ 7981 h 10097"/>
              <a:gd name="connsiteX64-5059" fmla="*/ 7298 w 10000"/>
              <a:gd name="connsiteY64-5060" fmla="*/ 7871 h 10097"/>
              <a:gd name="connsiteX65-5061" fmla="*/ 7743 w 10000"/>
              <a:gd name="connsiteY65-5062" fmla="*/ 7758 h 10097"/>
              <a:gd name="connsiteX66-5063" fmla="*/ 8171 w 10000"/>
              <a:gd name="connsiteY66-5064" fmla="*/ 7758 h 10097"/>
              <a:gd name="connsiteX67-5065" fmla="*/ 8435 w 10000"/>
              <a:gd name="connsiteY67-5066" fmla="*/ 7625 h 10097"/>
              <a:gd name="connsiteX68-5067" fmla="*/ 8699 w 10000"/>
              <a:gd name="connsiteY68-5068" fmla="*/ 7625 h 10097"/>
              <a:gd name="connsiteX69-5069" fmla="*/ 8962 w 10000"/>
              <a:gd name="connsiteY69-5070" fmla="*/ 7625 h 10097"/>
              <a:gd name="connsiteX70-5071" fmla="*/ 9127 w 10000"/>
              <a:gd name="connsiteY70-5072" fmla="*/ 7625 h 10097"/>
              <a:gd name="connsiteX71-5073" fmla="*/ 9226 w 10000"/>
              <a:gd name="connsiteY71-5074" fmla="*/ 7512 h 10097"/>
              <a:gd name="connsiteX72-5075" fmla="*/ 9390 w 10000"/>
              <a:gd name="connsiteY72-5076" fmla="*/ 7625 h 10097"/>
              <a:gd name="connsiteX73-5077" fmla="*/ 9473 w 10000"/>
              <a:gd name="connsiteY73-5078" fmla="*/ 7625 h 10097"/>
              <a:gd name="connsiteX74-5079" fmla="*/ 9654 w 10000"/>
              <a:gd name="connsiteY74-5080" fmla="*/ 7758 h 10097"/>
              <a:gd name="connsiteX75-5081" fmla="*/ 9736 w 10000"/>
              <a:gd name="connsiteY75-5082" fmla="*/ 7758 h 10097"/>
              <a:gd name="connsiteX76-5083" fmla="*/ 9918 w 10000"/>
              <a:gd name="connsiteY76-5084" fmla="*/ 7981 h 10097"/>
              <a:gd name="connsiteX77-5085" fmla="*/ 10000 w 10000"/>
              <a:gd name="connsiteY77-5086" fmla="*/ 8116 h 10097"/>
              <a:gd name="connsiteX78-5087" fmla="*/ 10000 w 10000"/>
              <a:gd name="connsiteY78-5088" fmla="*/ 8226 h 10097"/>
              <a:gd name="connsiteX79-5089" fmla="*/ 10000 w 10000"/>
              <a:gd name="connsiteY79-5090" fmla="*/ 8337 h 10097"/>
              <a:gd name="connsiteX80-5091" fmla="*/ 10000 w 10000"/>
              <a:gd name="connsiteY80-5092" fmla="*/ 8337 h 10097"/>
              <a:gd name="connsiteX81-5093" fmla="*/ 10000 w 10000"/>
              <a:gd name="connsiteY81-5094" fmla="*/ 8450 h 10097"/>
              <a:gd name="connsiteX82-5095" fmla="*/ 9918 w 10000"/>
              <a:gd name="connsiteY82-5096" fmla="*/ 8450 h 10097"/>
              <a:gd name="connsiteX83-5097" fmla="*/ 9819 w 10000"/>
              <a:gd name="connsiteY83-5098" fmla="*/ 8450 h 10097"/>
              <a:gd name="connsiteX84-5099" fmla="*/ 9736 w 10000"/>
              <a:gd name="connsiteY84-5100" fmla="*/ 8583 h 10097"/>
              <a:gd name="connsiteX85-5101" fmla="*/ 9572 w 10000"/>
              <a:gd name="connsiteY85-5102" fmla="*/ 8583 h 10097"/>
              <a:gd name="connsiteX86-5103" fmla="*/ 9390 w 10000"/>
              <a:gd name="connsiteY86-5104" fmla="*/ 8583 h 10097"/>
              <a:gd name="connsiteX87-5105" fmla="*/ 9127 w 10000"/>
              <a:gd name="connsiteY87-5106" fmla="*/ 8583 h 10097"/>
              <a:gd name="connsiteX88-5107" fmla="*/ 8863 w 10000"/>
              <a:gd name="connsiteY88-5108" fmla="*/ 8583 h 10097"/>
              <a:gd name="connsiteX89-5109" fmla="*/ 8616 w 10000"/>
              <a:gd name="connsiteY89-5110" fmla="*/ 8583 h 10097"/>
              <a:gd name="connsiteX90-5111" fmla="*/ 8353 w 10000"/>
              <a:gd name="connsiteY90-5112" fmla="*/ 8583 h 10097"/>
              <a:gd name="connsiteX91-5113" fmla="*/ 8007 w 10000"/>
              <a:gd name="connsiteY91-5114" fmla="*/ 8583 h 10097"/>
              <a:gd name="connsiteX92-5115" fmla="*/ 7661 w 10000"/>
              <a:gd name="connsiteY92-5116" fmla="*/ 8583 h 10097"/>
              <a:gd name="connsiteX93-5117" fmla="*/ 7298 w 10000"/>
              <a:gd name="connsiteY93-5118" fmla="*/ 8693 h 10097"/>
              <a:gd name="connsiteX94-5119" fmla="*/ 6870 w 10000"/>
              <a:gd name="connsiteY94-5120" fmla="*/ 8693 h 10097"/>
              <a:gd name="connsiteX95-5121" fmla="*/ 6442 w 10000"/>
              <a:gd name="connsiteY95-5122" fmla="*/ 8693 h 10097"/>
              <a:gd name="connsiteX96-5123" fmla="*/ 5651 w 10000"/>
              <a:gd name="connsiteY96-5124" fmla="*/ 8805 h 10097"/>
              <a:gd name="connsiteX97-5125" fmla="*/ 4876 w 10000"/>
              <a:gd name="connsiteY97-5126" fmla="*/ 8938 h 10097"/>
              <a:gd name="connsiteX98-5127" fmla="*/ 4185 w 10000"/>
              <a:gd name="connsiteY98-5128" fmla="*/ 9051 h 10097"/>
              <a:gd name="connsiteX99-5129" fmla="*/ 3476 w 10000"/>
              <a:gd name="connsiteY99-5130" fmla="*/ 9163 h 10097"/>
              <a:gd name="connsiteX100-5131" fmla="*/ 3130 w 10000"/>
              <a:gd name="connsiteY100-5132" fmla="*/ 9163 h 10097"/>
              <a:gd name="connsiteX101-5133" fmla="*/ 2883 w 10000"/>
              <a:gd name="connsiteY101-5134" fmla="*/ 9273 h 10097"/>
              <a:gd name="connsiteX102-5135" fmla="*/ 2521 w 10000"/>
              <a:gd name="connsiteY102-5136" fmla="*/ 9408 h 10097"/>
              <a:gd name="connsiteX103-5137" fmla="*/ 2273 w 10000"/>
              <a:gd name="connsiteY103-5138" fmla="*/ 9408 h 10097"/>
              <a:gd name="connsiteX104-5139" fmla="*/ 2092 w 10000"/>
              <a:gd name="connsiteY104-5140" fmla="*/ 9517 h 10097"/>
              <a:gd name="connsiteX105-5141" fmla="*/ 1829 w 10000"/>
              <a:gd name="connsiteY105-5142" fmla="*/ 9517 h 10097"/>
              <a:gd name="connsiteX106-5143" fmla="*/ 1664 w 10000"/>
              <a:gd name="connsiteY106-5144" fmla="*/ 9628 h 10097"/>
              <a:gd name="connsiteX107-5145" fmla="*/ 1400 w 10000"/>
              <a:gd name="connsiteY107-5146" fmla="*/ 9763 h 10097"/>
              <a:gd name="connsiteX108-5147" fmla="*/ 1219 w 10000"/>
              <a:gd name="connsiteY108-5148" fmla="*/ 9763 h 10097"/>
              <a:gd name="connsiteX109-5149" fmla="*/ 1137 w 10000"/>
              <a:gd name="connsiteY109-5150" fmla="*/ 9874 h 10097"/>
              <a:gd name="connsiteX110-5151" fmla="*/ 956 w 10000"/>
              <a:gd name="connsiteY110-5152" fmla="*/ 9874 h 10097"/>
              <a:gd name="connsiteX111-5153" fmla="*/ 873 w 10000"/>
              <a:gd name="connsiteY111-5154" fmla="*/ 9986 h 10097"/>
              <a:gd name="connsiteX112-5155" fmla="*/ 791 w 10000"/>
              <a:gd name="connsiteY112-5156" fmla="*/ 9986 h 10097"/>
              <a:gd name="connsiteX113-5157" fmla="*/ 708 w 10000"/>
              <a:gd name="connsiteY113-5158" fmla="*/ 9986 h 10097"/>
              <a:gd name="connsiteX114-5159" fmla="*/ 527 w 10000"/>
              <a:gd name="connsiteY114-5160" fmla="*/ 10097 h 10097"/>
              <a:gd name="connsiteX115-5161" fmla="*/ 445 w 10000"/>
              <a:gd name="connsiteY115-5162" fmla="*/ 9986 h 10097"/>
              <a:gd name="connsiteX116-5163" fmla="*/ 362 w 10000"/>
              <a:gd name="connsiteY116-5164" fmla="*/ 9986 h 10097"/>
              <a:gd name="connsiteX117-5165" fmla="*/ 264 w 10000"/>
              <a:gd name="connsiteY117-5166" fmla="*/ 9874 h 10097"/>
              <a:gd name="connsiteX118-5167" fmla="*/ 181 w 10000"/>
              <a:gd name="connsiteY118-5168" fmla="*/ 9628 h 10097"/>
              <a:gd name="connsiteX119-5169" fmla="*/ 99 w 10000"/>
              <a:gd name="connsiteY119-5170" fmla="*/ 9408 h 10097"/>
              <a:gd name="connsiteX120-5171" fmla="*/ 0 w 10000"/>
              <a:gd name="connsiteY120-5172" fmla="*/ 9273 h 10097"/>
              <a:gd name="connsiteX121-5173" fmla="*/ 0 w 10000"/>
              <a:gd name="connsiteY121-5174" fmla="*/ 9163 h 10097"/>
              <a:gd name="connsiteX122-5175" fmla="*/ 0 w 10000"/>
              <a:gd name="connsiteY122-5176" fmla="*/ 9051 h 10097"/>
              <a:gd name="connsiteX123-5177" fmla="*/ 0 w 10000"/>
              <a:gd name="connsiteY123-5178" fmla="*/ 9051 h 10097"/>
              <a:gd name="connsiteX124-5179" fmla="*/ 99 w 10000"/>
              <a:gd name="connsiteY124-5180" fmla="*/ 8938 h 10097"/>
              <a:gd name="connsiteX125-5181" fmla="*/ 181 w 10000"/>
              <a:gd name="connsiteY125-5182" fmla="*/ 8805 h 10097"/>
              <a:gd name="connsiteX126-5183" fmla="*/ 362 w 10000"/>
              <a:gd name="connsiteY126-5184" fmla="*/ 8693 h 10097"/>
              <a:gd name="connsiteX127-5185" fmla="*/ 527 w 10000"/>
              <a:gd name="connsiteY127-5186" fmla="*/ 8583 h 10097"/>
              <a:gd name="connsiteX128-5187" fmla="*/ 610 w 10000"/>
              <a:gd name="connsiteY128-5188" fmla="*/ 8450 h 10097"/>
              <a:gd name="connsiteX129-5189" fmla="*/ 708 w 10000"/>
              <a:gd name="connsiteY129-5190" fmla="*/ 8337 h 10097"/>
              <a:gd name="connsiteX130-5191" fmla="*/ 873 w 10000"/>
              <a:gd name="connsiteY130-5192" fmla="*/ 8226 h 10097"/>
              <a:gd name="connsiteX131-5193" fmla="*/ 1054 w 10000"/>
              <a:gd name="connsiteY131-5194" fmla="*/ 7981 h 10097"/>
              <a:gd name="connsiteX132-5195" fmla="*/ 1137 w 10000"/>
              <a:gd name="connsiteY132-5196" fmla="*/ 7871 h 10097"/>
              <a:gd name="connsiteX133-5197" fmla="*/ 1318 w 10000"/>
              <a:gd name="connsiteY133-5198" fmla="*/ 7625 h 10097"/>
              <a:gd name="connsiteX134-5199" fmla="*/ 1483 w 10000"/>
              <a:gd name="connsiteY134-5200" fmla="*/ 7402 h 10097"/>
              <a:gd name="connsiteX135-5201" fmla="*/ 1483 w 10000"/>
              <a:gd name="connsiteY135-5202" fmla="*/ 7402 h 10097"/>
              <a:gd name="connsiteX0-5203" fmla="*/ 1483 w 10000"/>
              <a:gd name="connsiteY0-5204" fmla="*/ 7402 h 10097"/>
              <a:gd name="connsiteX1-5205" fmla="*/ 1664 w 10000"/>
              <a:gd name="connsiteY1-5206" fmla="*/ 7046 h 10097"/>
              <a:gd name="connsiteX2-5207" fmla="*/ 1911 w 10000"/>
              <a:gd name="connsiteY2-5208" fmla="*/ 6690 h 10097"/>
              <a:gd name="connsiteX3-5209" fmla="*/ 2092 w 10000"/>
              <a:gd name="connsiteY3-5210" fmla="*/ 6333 h 10097"/>
              <a:gd name="connsiteX4-5211" fmla="*/ 2356 w 10000"/>
              <a:gd name="connsiteY4-5212" fmla="*/ 5866 h 10097"/>
              <a:gd name="connsiteX5-5213" fmla="*/ 2619 w 10000"/>
              <a:gd name="connsiteY5-5214" fmla="*/ 5286 h 10097"/>
              <a:gd name="connsiteX6-5215" fmla="*/ 2883 w 10000"/>
              <a:gd name="connsiteY6-5216" fmla="*/ 4685 h 10097"/>
              <a:gd name="connsiteX7-5217" fmla="*/ 3130 w 10000"/>
              <a:gd name="connsiteY7-5218" fmla="*/ 3995 h 10097"/>
              <a:gd name="connsiteX8-5219" fmla="*/ 3476 w 10000"/>
              <a:gd name="connsiteY8-5220" fmla="*/ 3281 h 10097"/>
              <a:gd name="connsiteX9-5221" fmla="*/ 3740 w 10000"/>
              <a:gd name="connsiteY9-5222" fmla="*/ 2568 h 10097"/>
              <a:gd name="connsiteX10-5223" fmla="*/ 4003 w 10000"/>
              <a:gd name="connsiteY10-5224" fmla="*/ 1989 h 10097"/>
              <a:gd name="connsiteX11-5225" fmla="*/ 4185 w 10000"/>
              <a:gd name="connsiteY11-5226" fmla="*/ 1389 h 10097"/>
              <a:gd name="connsiteX12-5227" fmla="*/ 4349 w 10000"/>
              <a:gd name="connsiteY12-5228" fmla="*/ 922 h 10097"/>
              <a:gd name="connsiteX13-5229" fmla="*/ 5997 w 10000"/>
              <a:gd name="connsiteY13-5230" fmla="*/ 97 h 10097"/>
              <a:gd name="connsiteX14-5231" fmla="*/ 6096 w 10000"/>
              <a:gd name="connsiteY14-5232" fmla="*/ 342 h 10097"/>
              <a:gd name="connsiteX15-5233" fmla="*/ 6096 w 10000"/>
              <a:gd name="connsiteY15-5234" fmla="*/ 677 h 10097"/>
              <a:gd name="connsiteX16-5235" fmla="*/ 5997 w 10000"/>
              <a:gd name="connsiteY16-5236" fmla="*/ 810 h 10097"/>
              <a:gd name="connsiteX17-5237" fmla="*/ 5914 w 10000"/>
              <a:gd name="connsiteY17-5238" fmla="*/ 1032 h 10097"/>
              <a:gd name="connsiteX18-5239" fmla="*/ 5750 w 10000"/>
              <a:gd name="connsiteY18-5240" fmla="*/ 1278 h 10097"/>
              <a:gd name="connsiteX19-5241" fmla="*/ 5568 w 10000"/>
              <a:gd name="connsiteY19-5242" fmla="*/ 1500 h 10097"/>
              <a:gd name="connsiteX20-5243" fmla="*/ 5486 w 10000"/>
              <a:gd name="connsiteY20-5244" fmla="*/ 1744 h 10097"/>
              <a:gd name="connsiteX21-5245" fmla="*/ 5305 w 10000"/>
              <a:gd name="connsiteY21-5246" fmla="*/ 1989 h 10097"/>
              <a:gd name="connsiteX22-5247" fmla="*/ 5140 w 10000"/>
              <a:gd name="connsiteY22-5248" fmla="*/ 2323 h 10097"/>
              <a:gd name="connsiteX23-5249" fmla="*/ 4959 w 10000"/>
              <a:gd name="connsiteY23-5250" fmla="*/ 2681 h 10097"/>
              <a:gd name="connsiteX24-5251" fmla="*/ 4695 w 10000"/>
              <a:gd name="connsiteY24-5252" fmla="*/ 3149 h 10097"/>
              <a:gd name="connsiteX25-5253" fmla="*/ 4530 w 10000"/>
              <a:gd name="connsiteY25-5254" fmla="*/ 3639 h 10097"/>
              <a:gd name="connsiteX26-5255" fmla="*/ 4267 w 10000"/>
              <a:gd name="connsiteY26-5256" fmla="*/ 4105 h 10097"/>
              <a:gd name="connsiteX27-5257" fmla="*/ 3921 w 10000"/>
              <a:gd name="connsiteY27-5258" fmla="*/ 4685 h 10097"/>
              <a:gd name="connsiteX28-5259" fmla="*/ 3657 w 10000"/>
              <a:gd name="connsiteY28-5260" fmla="*/ 5153 h 10097"/>
              <a:gd name="connsiteX29-5261" fmla="*/ 3476 w 10000"/>
              <a:gd name="connsiteY29-5262" fmla="*/ 5642 h 10097"/>
              <a:gd name="connsiteX30-5263" fmla="*/ 3229 w 10000"/>
              <a:gd name="connsiteY30-5264" fmla="*/ 6111 h 10097"/>
              <a:gd name="connsiteX31-5265" fmla="*/ 2965 w 10000"/>
              <a:gd name="connsiteY31-5266" fmla="*/ 6467 h 10097"/>
              <a:gd name="connsiteX32-5267" fmla="*/ 2784 w 10000"/>
              <a:gd name="connsiteY32-5268" fmla="*/ 6800 h 10097"/>
              <a:gd name="connsiteX33-5269" fmla="*/ 2619 w 10000"/>
              <a:gd name="connsiteY33-5270" fmla="*/ 7158 h 10097"/>
              <a:gd name="connsiteX34-5271" fmla="*/ 2438 w 10000"/>
              <a:gd name="connsiteY34-5272" fmla="*/ 7402 h 10097"/>
              <a:gd name="connsiteX35-5273" fmla="*/ 2273 w 10000"/>
              <a:gd name="connsiteY35-5274" fmla="*/ 7625 h 10097"/>
              <a:gd name="connsiteX36-5275" fmla="*/ 2092 w 10000"/>
              <a:gd name="connsiteY36-5276" fmla="*/ 7871 h 10097"/>
              <a:gd name="connsiteX37-5277" fmla="*/ 2010 w 10000"/>
              <a:gd name="connsiteY37-5278" fmla="*/ 8116 h 10097"/>
              <a:gd name="connsiteX38-5279" fmla="*/ 1911 w 10000"/>
              <a:gd name="connsiteY38-5280" fmla="*/ 8226 h 10097"/>
              <a:gd name="connsiteX39-5281" fmla="*/ 1829 w 10000"/>
              <a:gd name="connsiteY39-5282" fmla="*/ 8337 h 10097"/>
              <a:gd name="connsiteX40-5283" fmla="*/ 1746 w 10000"/>
              <a:gd name="connsiteY40-5284" fmla="*/ 8450 h 10097"/>
              <a:gd name="connsiteX41-5285" fmla="*/ 1746 w 10000"/>
              <a:gd name="connsiteY41-5286" fmla="*/ 8583 h 10097"/>
              <a:gd name="connsiteX42-5287" fmla="*/ 1746 w 10000"/>
              <a:gd name="connsiteY42-5288" fmla="*/ 8583 h 10097"/>
              <a:gd name="connsiteX43-5289" fmla="*/ 1829 w 10000"/>
              <a:gd name="connsiteY43-5290" fmla="*/ 8583 h 10097"/>
              <a:gd name="connsiteX44-5291" fmla="*/ 1911 w 10000"/>
              <a:gd name="connsiteY44-5292" fmla="*/ 8693 h 10097"/>
              <a:gd name="connsiteX45-5293" fmla="*/ 2010 w 10000"/>
              <a:gd name="connsiteY45-5294" fmla="*/ 8693 h 10097"/>
              <a:gd name="connsiteX46-5295" fmla="*/ 2175 w 10000"/>
              <a:gd name="connsiteY46-5296" fmla="*/ 8693 h 10097"/>
              <a:gd name="connsiteX47-5297" fmla="*/ 2273 w 10000"/>
              <a:gd name="connsiteY47-5298" fmla="*/ 8583 h 10097"/>
              <a:gd name="connsiteX48-5299" fmla="*/ 2356 w 10000"/>
              <a:gd name="connsiteY48-5300" fmla="*/ 8583 h 10097"/>
              <a:gd name="connsiteX49-5301" fmla="*/ 2521 w 10000"/>
              <a:gd name="connsiteY49-5302" fmla="*/ 8583 h 10097"/>
              <a:gd name="connsiteX50-5303" fmla="*/ 2702 w 10000"/>
              <a:gd name="connsiteY50-5304" fmla="*/ 8583 h 10097"/>
              <a:gd name="connsiteX51-5305" fmla="*/ 2883 w 10000"/>
              <a:gd name="connsiteY51-5306" fmla="*/ 8450 h 10097"/>
              <a:gd name="connsiteX52-5307" fmla="*/ 3048 w 10000"/>
              <a:gd name="connsiteY52-5308" fmla="*/ 8450 h 10097"/>
              <a:gd name="connsiteX53-5309" fmla="*/ 3311 w 10000"/>
              <a:gd name="connsiteY53-5310" fmla="*/ 8450 h 10097"/>
              <a:gd name="connsiteX54-5311" fmla="*/ 3575 w 10000"/>
              <a:gd name="connsiteY54-5312" fmla="*/ 8450 h 10097"/>
              <a:gd name="connsiteX55-5313" fmla="*/ 3921 w 10000"/>
              <a:gd name="connsiteY55-5314" fmla="*/ 8337 h 10097"/>
              <a:gd name="connsiteX56-5315" fmla="*/ 4267 w 10000"/>
              <a:gd name="connsiteY56-5316" fmla="*/ 8337 h 10097"/>
              <a:gd name="connsiteX57-5317" fmla="*/ 4613 w 10000"/>
              <a:gd name="connsiteY57-5318" fmla="*/ 8337 h 10097"/>
              <a:gd name="connsiteX58-5319" fmla="*/ 4959 w 10000"/>
              <a:gd name="connsiteY58-5320" fmla="*/ 8226 h 10097"/>
              <a:gd name="connsiteX59-5321" fmla="*/ 5387 w 10000"/>
              <a:gd name="connsiteY59-5322" fmla="*/ 8116 h 10097"/>
              <a:gd name="connsiteX60-5323" fmla="*/ 5832 w 10000"/>
              <a:gd name="connsiteY60-5324" fmla="*/ 8116 h 10097"/>
              <a:gd name="connsiteX61-5325" fmla="*/ 6343 w 10000"/>
              <a:gd name="connsiteY61-5326" fmla="*/ 7981 h 10097"/>
              <a:gd name="connsiteX62-5327" fmla="*/ 6787 w 10000"/>
              <a:gd name="connsiteY62-5328" fmla="*/ 7981 h 10097"/>
              <a:gd name="connsiteX63-5329" fmla="*/ 7298 w 10000"/>
              <a:gd name="connsiteY63-5330" fmla="*/ 7871 h 10097"/>
              <a:gd name="connsiteX64-5331" fmla="*/ 7743 w 10000"/>
              <a:gd name="connsiteY64-5332" fmla="*/ 7758 h 10097"/>
              <a:gd name="connsiteX65-5333" fmla="*/ 8171 w 10000"/>
              <a:gd name="connsiteY65-5334" fmla="*/ 7758 h 10097"/>
              <a:gd name="connsiteX66-5335" fmla="*/ 8435 w 10000"/>
              <a:gd name="connsiteY66-5336" fmla="*/ 7625 h 10097"/>
              <a:gd name="connsiteX67-5337" fmla="*/ 8699 w 10000"/>
              <a:gd name="connsiteY67-5338" fmla="*/ 7625 h 10097"/>
              <a:gd name="connsiteX68-5339" fmla="*/ 8962 w 10000"/>
              <a:gd name="connsiteY68-5340" fmla="*/ 7625 h 10097"/>
              <a:gd name="connsiteX69-5341" fmla="*/ 9127 w 10000"/>
              <a:gd name="connsiteY69-5342" fmla="*/ 7625 h 10097"/>
              <a:gd name="connsiteX70-5343" fmla="*/ 9226 w 10000"/>
              <a:gd name="connsiteY70-5344" fmla="*/ 7512 h 10097"/>
              <a:gd name="connsiteX71-5345" fmla="*/ 9390 w 10000"/>
              <a:gd name="connsiteY71-5346" fmla="*/ 7625 h 10097"/>
              <a:gd name="connsiteX72-5347" fmla="*/ 9473 w 10000"/>
              <a:gd name="connsiteY72-5348" fmla="*/ 7625 h 10097"/>
              <a:gd name="connsiteX73-5349" fmla="*/ 9654 w 10000"/>
              <a:gd name="connsiteY73-5350" fmla="*/ 7758 h 10097"/>
              <a:gd name="connsiteX74-5351" fmla="*/ 9736 w 10000"/>
              <a:gd name="connsiteY74-5352" fmla="*/ 7758 h 10097"/>
              <a:gd name="connsiteX75-5353" fmla="*/ 9918 w 10000"/>
              <a:gd name="connsiteY75-5354" fmla="*/ 7981 h 10097"/>
              <a:gd name="connsiteX76-5355" fmla="*/ 10000 w 10000"/>
              <a:gd name="connsiteY76-5356" fmla="*/ 8116 h 10097"/>
              <a:gd name="connsiteX77-5357" fmla="*/ 10000 w 10000"/>
              <a:gd name="connsiteY77-5358" fmla="*/ 8226 h 10097"/>
              <a:gd name="connsiteX78-5359" fmla="*/ 10000 w 10000"/>
              <a:gd name="connsiteY78-5360" fmla="*/ 8337 h 10097"/>
              <a:gd name="connsiteX79-5361" fmla="*/ 10000 w 10000"/>
              <a:gd name="connsiteY79-5362" fmla="*/ 8337 h 10097"/>
              <a:gd name="connsiteX80-5363" fmla="*/ 10000 w 10000"/>
              <a:gd name="connsiteY80-5364" fmla="*/ 8450 h 10097"/>
              <a:gd name="connsiteX81-5365" fmla="*/ 9918 w 10000"/>
              <a:gd name="connsiteY81-5366" fmla="*/ 8450 h 10097"/>
              <a:gd name="connsiteX82-5367" fmla="*/ 9819 w 10000"/>
              <a:gd name="connsiteY82-5368" fmla="*/ 8450 h 10097"/>
              <a:gd name="connsiteX83-5369" fmla="*/ 9736 w 10000"/>
              <a:gd name="connsiteY83-5370" fmla="*/ 8583 h 10097"/>
              <a:gd name="connsiteX84-5371" fmla="*/ 9572 w 10000"/>
              <a:gd name="connsiteY84-5372" fmla="*/ 8583 h 10097"/>
              <a:gd name="connsiteX85-5373" fmla="*/ 9390 w 10000"/>
              <a:gd name="connsiteY85-5374" fmla="*/ 8583 h 10097"/>
              <a:gd name="connsiteX86-5375" fmla="*/ 9127 w 10000"/>
              <a:gd name="connsiteY86-5376" fmla="*/ 8583 h 10097"/>
              <a:gd name="connsiteX87-5377" fmla="*/ 8863 w 10000"/>
              <a:gd name="connsiteY87-5378" fmla="*/ 8583 h 10097"/>
              <a:gd name="connsiteX88-5379" fmla="*/ 8616 w 10000"/>
              <a:gd name="connsiteY88-5380" fmla="*/ 8583 h 10097"/>
              <a:gd name="connsiteX89-5381" fmla="*/ 8353 w 10000"/>
              <a:gd name="connsiteY89-5382" fmla="*/ 8583 h 10097"/>
              <a:gd name="connsiteX90-5383" fmla="*/ 8007 w 10000"/>
              <a:gd name="connsiteY90-5384" fmla="*/ 8583 h 10097"/>
              <a:gd name="connsiteX91-5385" fmla="*/ 7661 w 10000"/>
              <a:gd name="connsiteY91-5386" fmla="*/ 8583 h 10097"/>
              <a:gd name="connsiteX92-5387" fmla="*/ 7298 w 10000"/>
              <a:gd name="connsiteY92-5388" fmla="*/ 8693 h 10097"/>
              <a:gd name="connsiteX93-5389" fmla="*/ 6870 w 10000"/>
              <a:gd name="connsiteY93-5390" fmla="*/ 8693 h 10097"/>
              <a:gd name="connsiteX94-5391" fmla="*/ 6442 w 10000"/>
              <a:gd name="connsiteY94-5392" fmla="*/ 8693 h 10097"/>
              <a:gd name="connsiteX95-5393" fmla="*/ 5651 w 10000"/>
              <a:gd name="connsiteY95-5394" fmla="*/ 8805 h 10097"/>
              <a:gd name="connsiteX96-5395" fmla="*/ 4876 w 10000"/>
              <a:gd name="connsiteY96-5396" fmla="*/ 8938 h 10097"/>
              <a:gd name="connsiteX97-5397" fmla="*/ 4185 w 10000"/>
              <a:gd name="connsiteY97-5398" fmla="*/ 9051 h 10097"/>
              <a:gd name="connsiteX98-5399" fmla="*/ 3476 w 10000"/>
              <a:gd name="connsiteY98-5400" fmla="*/ 9163 h 10097"/>
              <a:gd name="connsiteX99-5401" fmla="*/ 3130 w 10000"/>
              <a:gd name="connsiteY99-5402" fmla="*/ 9163 h 10097"/>
              <a:gd name="connsiteX100-5403" fmla="*/ 2883 w 10000"/>
              <a:gd name="connsiteY100-5404" fmla="*/ 9273 h 10097"/>
              <a:gd name="connsiteX101-5405" fmla="*/ 2521 w 10000"/>
              <a:gd name="connsiteY101-5406" fmla="*/ 9408 h 10097"/>
              <a:gd name="connsiteX102-5407" fmla="*/ 2273 w 10000"/>
              <a:gd name="connsiteY102-5408" fmla="*/ 9408 h 10097"/>
              <a:gd name="connsiteX103-5409" fmla="*/ 2092 w 10000"/>
              <a:gd name="connsiteY103-5410" fmla="*/ 9517 h 10097"/>
              <a:gd name="connsiteX104-5411" fmla="*/ 1829 w 10000"/>
              <a:gd name="connsiteY104-5412" fmla="*/ 9517 h 10097"/>
              <a:gd name="connsiteX105-5413" fmla="*/ 1664 w 10000"/>
              <a:gd name="connsiteY105-5414" fmla="*/ 9628 h 10097"/>
              <a:gd name="connsiteX106-5415" fmla="*/ 1400 w 10000"/>
              <a:gd name="connsiteY106-5416" fmla="*/ 9763 h 10097"/>
              <a:gd name="connsiteX107-5417" fmla="*/ 1219 w 10000"/>
              <a:gd name="connsiteY107-5418" fmla="*/ 9763 h 10097"/>
              <a:gd name="connsiteX108-5419" fmla="*/ 1137 w 10000"/>
              <a:gd name="connsiteY108-5420" fmla="*/ 9874 h 10097"/>
              <a:gd name="connsiteX109-5421" fmla="*/ 956 w 10000"/>
              <a:gd name="connsiteY109-5422" fmla="*/ 9874 h 10097"/>
              <a:gd name="connsiteX110-5423" fmla="*/ 873 w 10000"/>
              <a:gd name="connsiteY110-5424" fmla="*/ 9986 h 10097"/>
              <a:gd name="connsiteX111-5425" fmla="*/ 791 w 10000"/>
              <a:gd name="connsiteY111-5426" fmla="*/ 9986 h 10097"/>
              <a:gd name="connsiteX112-5427" fmla="*/ 708 w 10000"/>
              <a:gd name="connsiteY112-5428" fmla="*/ 9986 h 10097"/>
              <a:gd name="connsiteX113-5429" fmla="*/ 527 w 10000"/>
              <a:gd name="connsiteY113-5430" fmla="*/ 10097 h 10097"/>
              <a:gd name="connsiteX114-5431" fmla="*/ 445 w 10000"/>
              <a:gd name="connsiteY114-5432" fmla="*/ 9986 h 10097"/>
              <a:gd name="connsiteX115-5433" fmla="*/ 362 w 10000"/>
              <a:gd name="connsiteY115-5434" fmla="*/ 9986 h 10097"/>
              <a:gd name="connsiteX116-5435" fmla="*/ 264 w 10000"/>
              <a:gd name="connsiteY116-5436" fmla="*/ 9874 h 10097"/>
              <a:gd name="connsiteX117-5437" fmla="*/ 181 w 10000"/>
              <a:gd name="connsiteY117-5438" fmla="*/ 9628 h 10097"/>
              <a:gd name="connsiteX118-5439" fmla="*/ 99 w 10000"/>
              <a:gd name="connsiteY118-5440" fmla="*/ 9408 h 10097"/>
              <a:gd name="connsiteX119-5441" fmla="*/ 0 w 10000"/>
              <a:gd name="connsiteY119-5442" fmla="*/ 9273 h 10097"/>
              <a:gd name="connsiteX120-5443" fmla="*/ 0 w 10000"/>
              <a:gd name="connsiteY120-5444" fmla="*/ 9163 h 10097"/>
              <a:gd name="connsiteX121-5445" fmla="*/ 0 w 10000"/>
              <a:gd name="connsiteY121-5446" fmla="*/ 9051 h 10097"/>
              <a:gd name="connsiteX122-5447" fmla="*/ 0 w 10000"/>
              <a:gd name="connsiteY122-5448" fmla="*/ 9051 h 10097"/>
              <a:gd name="connsiteX123-5449" fmla="*/ 99 w 10000"/>
              <a:gd name="connsiteY123-5450" fmla="*/ 8938 h 10097"/>
              <a:gd name="connsiteX124-5451" fmla="*/ 181 w 10000"/>
              <a:gd name="connsiteY124-5452" fmla="*/ 8805 h 10097"/>
              <a:gd name="connsiteX125-5453" fmla="*/ 362 w 10000"/>
              <a:gd name="connsiteY125-5454" fmla="*/ 8693 h 10097"/>
              <a:gd name="connsiteX126-5455" fmla="*/ 527 w 10000"/>
              <a:gd name="connsiteY126-5456" fmla="*/ 8583 h 10097"/>
              <a:gd name="connsiteX127-5457" fmla="*/ 610 w 10000"/>
              <a:gd name="connsiteY127-5458" fmla="*/ 8450 h 10097"/>
              <a:gd name="connsiteX128-5459" fmla="*/ 708 w 10000"/>
              <a:gd name="connsiteY128-5460" fmla="*/ 8337 h 10097"/>
              <a:gd name="connsiteX129-5461" fmla="*/ 873 w 10000"/>
              <a:gd name="connsiteY129-5462" fmla="*/ 8226 h 10097"/>
              <a:gd name="connsiteX130-5463" fmla="*/ 1054 w 10000"/>
              <a:gd name="connsiteY130-5464" fmla="*/ 7981 h 10097"/>
              <a:gd name="connsiteX131-5465" fmla="*/ 1137 w 10000"/>
              <a:gd name="connsiteY131-5466" fmla="*/ 7871 h 10097"/>
              <a:gd name="connsiteX132-5467" fmla="*/ 1318 w 10000"/>
              <a:gd name="connsiteY132-5468" fmla="*/ 7625 h 10097"/>
              <a:gd name="connsiteX133-5469" fmla="*/ 1483 w 10000"/>
              <a:gd name="connsiteY133-5470" fmla="*/ 7402 h 10097"/>
              <a:gd name="connsiteX134-5471" fmla="*/ 1483 w 10000"/>
              <a:gd name="connsiteY134-5472" fmla="*/ 7402 h 10097"/>
              <a:gd name="connsiteX0-5473" fmla="*/ 1483 w 10000"/>
              <a:gd name="connsiteY0-5474" fmla="*/ 7402 h 10097"/>
              <a:gd name="connsiteX1-5475" fmla="*/ 1664 w 10000"/>
              <a:gd name="connsiteY1-5476" fmla="*/ 7046 h 10097"/>
              <a:gd name="connsiteX2-5477" fmla="*/ 1911 w 10000"/>
              <a:gd name="connsiteY2-5478" fmla="*/ 6690 h 10097"/>
              <a:gd name="connsiteX3-5479" fmla="*/ 2092 w 10000"/>
              <a:gd name="connsiteY3-5480" fmla="*/ 6333 h 10097"/>
              <a:gd name="connsiteX4-5481" fmla="*/ 2356 w 10000"/>
              <a:gd name="connsiteY4-5482" fmla="*/ 5866 h 10097"/>
              <a:gd name="connsiteX5-5483" fmla="*/ 2619 w 10000"/>
              <a:gd name="connsiteY5-5484" fmla="*/ 5286 h 10097"/>
              <a:gd name="connsiteX6-5485" fmla="*/ 2883 w 10000"/>
              <a:gd name="connsiteY6-5486" fmla="*/ 4685 h 10097"/>
              <a:gd name="connsiteX7-5487" fmla="*/ 3130 w 10000"/>
              <a:gd name="connsiteY7-5488" fmla="*/ 3995 h 10097"/>
              <a:gd name="connsiteX8-5489" fmla="*/ 3476 w 10000"/>
              <a:gd name="connsiteY8-5490" fmla="*/ 3281 h 10097"/>
              <a:gd name="connsiteX9-5491" fmla="*/ 3740 w 10000"/>
              <a:gd name="connsiteY9-5492" fmla="*/ 2568 h 10097"/>
              <a:gd name="connsiteX10-5493" fmla="*/ 4003 w 10000"/>
              <a:gd name="connsiteY10-5494" fmla="*/ 1989 h 10097"/>
              <a:gd name="connsiteX11-5495" fmla="*/ 4185 w 10000"/>
              <a:gd name="connsiteY11-5496" fmla="*/ 1389 h 10097"/>
              <a:gd name="connsiteX12-5497" fmla="*/ 4349 w 10000"/>
              <a:gd name="connsiteY12-5498" fmla="*/ 922 h 10097"/>
              <a:gd name="connsiteX13-5499" fmla="*/ 5997 w 10000"/>
              <a:gd name="connsiteY13-5500" fmla="*/ 97 h 10097"/>
              <a:gd name="connsiteX14-5501" fmla="*/ 6096 w 10000"/>
              <a:gd name="connsiteY14-5502" fmla="*/ 342 h 10097"/>
              <a:gd name="connsiteX15-5503" fmla="*/ 5997 w 10000"/>
              <a:gd name="connsiteY15-5504" fmla="*/ 810 h 10097"/>
              <a:gd name="connsiteX16-5505" fmla="*/ 5914 w 10000"/>
              <a:gd name="connsiteY16-5506" fmla="*/ 1032 h 10097"/>
              <a:gd name="connsiteX17-5507" fmla="*/ 5750 w 10000"/>
              <a:gd name="connsiteY17-5508" fmla="*/ 1278 h 10097"/>
              <a:gd name="connsiteX18-5509" fmla="*/ 5568 w 10000"/>
              <a:gd name="connsiteY18-5510" fmla="*/ 1500 h 10097"/>
              <a:gd name="connsiteX19-5511" fmla="*/ 5486 w 10000"/>
              <a:gd name="connsiteY19-5512" fmla="*/ 1744 h 10097"/>
              <a:gd name="connsiteX20-5513" fmla="*/ 5305 w 10000"/>
              <a:gd name="connsiteY20-5514" fmla="*/ 1989 h 10097"/>
              <a:gd name="connsiteX21-5515" fmla="*/ 5140 w 10000"/>
              <a:gd name="connsiteY21-5516" fmla="*/ 2323 h 10097"/>
              <a:gd name="connsiteX22-5517" fmla="*/ 4959 w 10000"/>
              <a:gd name="connsiteY22-5518" fmla="*/ 2681 h 10097"/>
              <a:gd name="connsiteX23-5519" fmla="*/ 4695 w 10000"/>
              <a:gd name="connsiteY23-5520" fmla="*/ 3149 h 10097"/>
              <a:gd name="connsiteX24-5521" fmla="*/ 4530 w 10000"/>
              <a:gd name="connsiteY24-5522" fmla="*/ 3639 h 10097"/>
              <a:gd name="connsiteX25-5523" fmla="*/ 4267 w 10000"/>
              <a:gd name="connsiteY25-5524" fmla="*/ 4105 h 10097"/>
              <a:gd name="connsiteX26-5525" fmla="*/ 3921 w 10000"/>
              <a:gd name="connsiteY26-5526" fmla="*/ 4685 h 10097"/>
              <a:gd name="connsiteX27-5527" fmla="*/ 3657 w 10000"/>
              <a:gd name="connsiteY27-5528" fmla="*/ 5153 h 10097"/>
              <a:gd name="connsiteX28-5529" fmla="*/ 3476 w 10000"/>
              <a:gd name="connsiteY28-5530" fmla="*/ 5642 h 10097"/>
              <a:gd name="connsiteX29-5531" fmla="*/ 3229 w 10000"/>
              <a:gd name="connsiteY29-5532" fmla="*/ 6111 h 10097"/>
              <a:gd name="connsiteX30-5533" fmla="*/ 2965 w 10000"/>
              <a:gd name="connsiteY30-5534" fmla="*/ 6467 h 10097"/>
              <a:gd name="connsiteX31-5535" fmla="*/ 2784 w 10000"/>
              <a:gd name="connsiteY31-5536" fmla="*/ 6800 h 10097"/>
              <a:gd name="connsiteX32-5537" fmla="*/ 2619 w 10000"/>
              <a:gd name="connsiteY32-5538" fmla="*/ 7158 h 10097"/>
              <a:gd name="connsiteX33-5539" fmla="*/ 2438 w 10000"/>
              <a:gd name="connsiteY33-5540" fmla="*/ 7402 h 10097"/>
              <a:gd name="connsiteX34-5541" fmla="*/ 2273 w 10000"/>
              <a:gd name="connsiteY34-5542" fmla="*/ 7625 h 10097"/>
              <a:gd name="connsiteX35-5543" fmla="*/ 2092 w 10000"/>
              <a:gd name="connsiteY35-5544" fmla="*/ 7871 h 10097"/>
              <a:gd name="connsiteX36-5545" fmla="*/ 2010 w 10000"/>
              <a:gd name="connsiteY36-5546" fmla="*/ 8116 h 10097"/>
              <a:gd name="connsiteX37-5547" fmla="*/ 1911 w 10000"/>
              <a:gd name="connsiteY37-5548" fmla="*/ 8226 h 10097"/>
              <a:gd name="connsiteX38-5549" fmla="*/ 1829 w 10000"/>
              <a:gd name="connsiteY38-5550" fmla="*/ 8337 h 10097"/>
              <a:gd name="connsiteX39-5551" fmla="*/ 1746 w 10000"/>
              <a:gd name="connsiteY39-5552" fmla="*/ 8450 h 10097"/>
              <a:gd name="connsiteX40-5553" fmla="*/ 1746 w 10000"/>
              <a:gd name="connsiteY40-5554" fmla="*/ 8583 h 10097"/>
              <a:gd name="connsiteX41-5555" fmla="*/ 1746 w 10000"/>
              <a:gd name="connsiteY41-5556" fmla="*/ 8583 h 10097"/>
              <a:gd name="connsiteX42-5557" fmla="*/ 1829 w 10000"/>
              <a:gd name="connsiteY42-5558" fmla="*/ 8583 h 10097"/>
              <a:gd name="connsiteX43-5559" fmla="*/ 1911 w 10000"/>
              <a:gd name="connsiteY43-5560" fmla="*/ 8693 h 10097"/>
              <a:gd name="connsiteX44-5561" fmla="*/ 2010 w 10000"/>
              <a:gd name="connsiteY44-5562" fmla="*/ 8693 h 10097"/>
              <a:gd name="connsiteX45-5563" fmla="*/ 2175 w 10000"/>
              <a:gd name="connsiteY45-5564" fmla="*/ 8693 h 10097"/>
              <a:gd name="connsiteX46-5565" fmla="*/ 2273 w 10000"/>
              <a:gd name="connsiteY46-5566" fmla="*/ 8583 h 10097"/>
              <a:gd name="connsiteX47-5567" fmla="*/ 2356 w 10000"/>
              <a:gd name="connsiteY47-5568" fmla="*/ 8583 h 10097"/>
              <a:gd name="connsiteX48-5569" fmla="*/ 2521 w 10000"/>
              <a:gd name="connsiteY48-5570" fmla="*/ 8583 h 10097"/>
              <a:gd name="connsiteX49-5571" fmla="*/ 2702 w 10000"/>
              <a:gd name="connsiteY49-5572" fmla="*/ 8583 h 10097"/>
              <a:gd name="connsiteX50-5573" fmla="*/ 2883 w 10000"/>
              <a:gd name="connsiteY50-5574" fmla="*/ 8450 h 10097"/>
              <a:gd name="connsiteX51-5575" fmla="*/ 3048 w 10000"/>
              <a:gd name="connsiteY51-5576" fmla="*/ 8450 h 10097"/>
              <a:gd name="connsiteX52-5577" fmla="*/ 3311 w 10000"/>
              <a:gd name="connsiteY52-5578" fmla="*/ 8450 h 10097"/>
              <a:gd name="connsiteX53-5579" fmla="*/ 3575 w 10000"/>
              <a:gd name="connsiteY53-5580" fmla="*/ 8450 h 10097"/>
              <a:gd name="connsiteX54-5581" fmla="*/ 3921 w 10000"/>
              <a:gd name="connsiteY54-5582" fmla="*/ 8337 h 10097"/>
              <a:gd name="connsiteX55-5583" fmla="*/ 4267 w 10000"/>
              <a:gd name="connsiteY55-5584" fmla="*/ 8337 h 10097"/>
              <a:gd name="connsiteX56-5585" fmla="*/ 4613 w 10000"/>
              <a:gd name="connsiteY56-5586" fmla="*/ 8337 h 10097"/>
              <a:gd name="connsiteX57-5587" fmla="*/ 4959 w 10000"/>
              <a:gd name="connsiteY57-5588" fmla="*/ 8226 h 10097"/>
              <a:gd name="connsiteX58-5589" fmla="*/ 5387 w 10000"/>
              <a:gd name="connsiteY58-5590" fmla="*/ 8116 h 10097"/>
              <a:gd name="connsiteX59-5591" fmla="*/ 5832 w 10000"/>
              <a:gd name="connsiteY59-5592" fmla="*/ 8116 h 10097"/>
              <a:gd name="connsiteX60-5593" fmla="*/ 6343 w 10000"/>
              <a:gd name="connsiteY60-5594" fmla="*/ 7981 h 10097"/>
              <a:gd name="connsiteX61-5595" fmla="*/ 6787 w 10000"/>
              <a:gd name="connsiteY61-5596" fmla="*/ 7981 h 10097"/>
              <a:gd name="connsiteX62-5597" fmla="*/ 7298 w 10000"/>
              <a:gd name="connsiteY62-5598" fmla="*/ 7871 h 10097"/>
              <a:gd name="connsiteX63-5599" fmla="*/ 7743 w 10000"/>
              <a:gd name="connsiteY63-5600" fmla="*/ 7758 h 10097"/>
              <a:gd name="connsiteX64-5601" fmla="*/ 8171 w 10000"/>
              <a:gd name="connsiteY64-5602" fmla="*/ 7758 h 10097"/>
              <a:gd name="connsiteX65-5603" fmla="*/ 8435 w 10000"/>
              <a:gd name="connsiteY65-5604" fmla="*/ 7625 h 10097"/>
              <a:gd name="connsiteX66-5605" fmla="*/ 8699 w 10000"/>
              <a:gd name="connsiteY66-5606" fmla="*/ 7625 h 10097"/>
              <a:gd name="connsiteX67-5607" fmla="*/ 8962 w 10000"/>
              <a:gd name="connsiteY67-5608" fmla="*/ 7625 h 10097"/>
              <a:gd name="connsiteX68-5609" fmla="*/ 9127 w 10000"/>
              <a:gd name="connsiteY68-5610" fmla="*/ 7625 h 10097"/>
              <a:gd name="connsiteX69-5611" fmla="*/ 9226 w 10000"/>
              <a:gd name="connsiteY69-5612" fmla="*/ 7512 h 10097"/>
              <a:gd name="connsiteX70-5613" fmla="*/ 9390 w 10000"/>
              <a:gd name="connsiteY70-5614" fmla="*/ 7625 h 10097"/>
              <a:gd name="connsiteX71-5615" fmla="*/ 9473 w 10000"/>
              <a:gd name="connsiteY71-5616" fmla="*/ 7625 h 10097"/>
              <a:gd name="connsiteX72-5617" fmla="*/ 9654 w 10000"/>
              <a:gd name="connsiteY72-5618" fmla="*/ 7758 h 10097"/>
              <a:gd name="connsiteX73-5619" fmla="*/ 9736 w 10000"/>
              <a:gd name="connsiteY73-5620" fmla="*/ 7758 h 10097"/>
              <a:gd name="connsiteX74-5621" fmla="*/ 9918 w 10000"/>
              <a:gd name="connsiteY74-5622" fmla="*/ 7981 h 10097"/>
              <a:gd name="connsiteX75-5623" fmla="*/ 10000 w 10000"/>
              <a:gd name="connsiteY75-5624" fmla="*/ 8116 h 10097"/>
              <a:gd name="connsiteX76-5625" fmla="*/ 10000 w 10000"/>
              <a:gd name="connsiteY76-5626" fmla="*/ 8226 h 10097"/>
              <a:gd name="connsiteX77-5627" fmla="*/ 10000 w 10000"/>
              <a:gd name="connsiteY77-5628" fmla="*/ 8337 h 10097"/>
              <a:gd name="connsiteX78-5629" fmla="*/ 10000 w 10000"/>
              <a:gd name="connsiteY78-5630" fmla="*/ 8337 h 10097"/>
              <a:gd name="connsiteX79-5631" fmla="*/ 10000 w 10000"/>
              <a:gd name="connsiteY79-5632" fmla="*/ 8450 h 10097"/>
              <a:gd name="connsiteX80-5633" fmla="*/ 9918 w 10000"/>
              <a:gd name="connsiteY80-5634" fmla="*/ 8450 h 10097"/>
              <a:gd name="connsiteX81-5635" fmla="*/ 9819 w 10000"/>
              <a:gd name="connsiteY81-5636" fmla="*/ 8450 h 10097"/>
              <a:gd name="connsiteX82-5637" fmla="*/ 9736 w 10000"/>
              <a:gd name="connsiteY82-5638" fmla="*/ 8583 h 10097"/>
              <a:gd name="connsiteX83-5639" fmla="*/ 9572 w 10000"/>
              <a:gd name="connsiteY83-5640" fmla="*/ 8583 h 10097"/>
              <a:gd name="connsiteX84-5641" fmla="*/ 9390 w 10000"/>
              <a:gd name="connsiteY84-5642" fmla="*/ 8583 h 10097"/>
              <a:gd name="connsiteX85-5643" fmla="*/ 9127 w 10000"/>
              <a:gd name="connsiteY85-5644" fmla="*/ 8583 h 10097"/>
              <a:gd name="connsiteX86-5645" fmla="*/ 8863 w 10000"/>
              <a:gd name="connsiteY86-5646" fmla="*/ 8583 h 10097"/>
              <a:gd name="connsiteX87-5647" fmla="*/ 8616 w 10000"/>
              <a:gd name="connsiteY87-5648" fmla="*/ 8583 h 10097"/>
              <a:gd name="connsiteX88-5649" fmla="*/ 8353 w 10000"/>
              <a:gd name="connsiteY88-5650" fmla="*/ 8583 h 10097"/>
              <a:gd name="connsiteX89-5651" fmla="*/ 8007 w 10000"/>
              <a:gd name="connsiteY89-5652" fmla="*/ 8583 h 10097"/>
              <a:gd name="connsiteX90-5653" fmla="*/ 7661 w 10000"/>
              <a:gd name="connsiteY90-5654" fmla="*/ 8583 h 10097"/>
              <a:gd name="connsiteX91-5655" fmla="*/ 7298 w 10000"/>
              <a:gd name="connsiteY91-5656" fmla="*/ 8693 h 10097"/>
              <a:gd name="connsiteX92-5657" fmla="*/ 6870 w 10000"/>
              <a:gd name="connsiteY92-5658" fmla="*/ 8693 h 10097"/>
              <a:gd name="connsiteX93-5659" fmla="*/ 6442 w 10000"/>
              <a:gd name="connsiteY93-5660" fmla="*/ 8693 h 10097"/>
              <a:gd name="connsiteX94-5661" fmla="*/ 5651 w 10000"/>
              <a:gd name="connsiteY94-5662" fmla="*/ 8805 h 10097"/>
              <a:gd name="connsiteX95-5663" fmla="*/ 4876 w 10000"/>
              <a:gd name="connsiteY95-5664" fmla="*/ 8938 h 10097"/>
              <a:gd name="connsiteX96-5665" fmla="*/ 4185 w 10000"/>
              <a:gd name="connsiteY96-5666" fmla="*/ 9051 h 10097"/>
              <a:gd name="connsiteX97-5667" fmla="*/ 3476 w 10000"/>
              <a:gd name="connsiteY97-5668" fmla="*/ 9163 h 10097"/>
              <a:gd name="connsiteX98-5669" fmla="*/ 3130 w 10000"/>
              <a:gd name="connsiteY98-5670" fmla="*/ 9163 h 10097"/>
              <a:gd name="connsiteX99-5671" fmla="*/ 2883 w 10000"/>
              <a:gd name="connsiteY99-5672" fmla="*/ 9273 h 10097"/>
              <a:gd name="connsiteX100-5673" fmla="*/ 2521 w 10000"/>
              <a:gd name="connsiteY100-5674" fmla="*/ 9408 h 10097"/>
              <a:gd name="connsiteX101-5675" fmla="*/ 2273 w 10000"/>
              <a:gd name="connsiteY101-5676" fmla="*/ 9408 h 10097"/>
              <a:gd name="connsiteX102-5677" fmla="*/ 2092 w 10000"/>
              <a:gd name="connsiteY102-5678" fmla="*/ 9517 h 10097"/>
              <a:gd name="connsiteX103-5679" fmla="*/ 1829 w 10000"/>
              <a:gd name="connsiteY103-5680" fmla="*/ 9517 h 10097"/>
              <a:gd name="connsiteX104-5681" fmla="*/ 1664 w 10000"/>
              <a:gd name="connsiteY104-5682" fmla="*/ 9628 h 10097"/>
              <a:gd name="connsiteX105-5683" fmla="*/ 1400 w 10000"/>
              <a:gd name="connsiteY105-5684" fmla="*/ 9763 h 10097"/>
              <a:gd name="connsiteX106-5685" fmla="*/ 1219 w 10000"/>
              <a:gd name="connsiteY106-5686" fmla="*/ 9763 h 10097"/>
              <a:gd name="connsiteX107-5687" fmla="*/ 1137 w 10000"/>
              <a:gd name="connsiteY107-5688" fmla="*/ 9874 h 10097"/>
              <a:gd name="connsiteX108-5689" fmla="*/ 956 w 10000"/>
              <a:gd name="connsiteY108-5690" fmla="*/ 9874 h 10097"/>
              <a:gd name="connsiteX109-5691" fmla="*/ 873 w 10000"/>
              <a:gd name="connsiteY109-5692" fmla="*/ 9986 h 10097"/>
              <a:gd name="connsiteX110-5693" fmla="*/ 791 w 10000"/>
              <a:gd name="connsiteY110-5694" fmla="*/ 9986 h 10097"/>
              <a:gd name="connsiteX111-5695" fmla="*/ 708 w 10000"/>
              <a:gd name="connsiteY111-5696" fmla="*/ 9986 h 10097"/>
              <a:gd name="connsiteX112-5697" fmla="*/ 527 w 10000"/>
              <a:gd name="connsiteY112-5698" fmla="*/ 10097 h 10097"/>
              <a:gd name="connsiteX113-5699" fmla="*/ 445 w 10000"/>
              <a:gd name="connsiteY113-5700" fmla="*/ 9986 h 10097"/>
              <a:gd name="connsiteX114-5701" fmla="*/ 362 w 10000"/>
              <a:gd name="connsiteY114-5702" fmla="*/ 9986 h 10097"/>
              <a:gd name="connsiteX115-5703" fmla="*/ 264 w 10000"/>
              <a:gd name="connsiteY115-5704" fmla="*/ 9874 h 10097"/>
              <a:gd name="connsiteX116-5705" fmla="*/ 181 w 10000"/>
              <a:gd name="connsiteY116-5706" fmla="*/ 9628 h 10097"/>
              <a:gd name="connsiteX117-5707" fmla="*/ 99 w 10000"/>
              <a:gd name="connsiteY117-5708" fmla="*/ 9408 h 10097"/>
              <a:gd name="connsiteX118-5709" fmla="*/ 0 w 10000"/>
              <a:gd name="connsiteY118-5710" fmla="*/ 9273 h 10097"/>
              <a:gd name="connsiteX119-5711" fmla="*/ 0 w 10000"/>
              <a:gd name="connsiteY119-5712" fmla="*/ 9163 h 10097"/>
              <a:gd name="connsiteX120-5713" fmla="*/ 0 w 10000"/>
              <a:gd name="connsiteY120-5714" fmla="*/ 9051 h 10097"/>
              <a:gd name="connsiteX121-5715" fmla="*/ 0 w 10000"/>
              <a:gd name="connsiteY121-5716" fmla="*/ 9051 h 10097"/>
              <a:gd name="connsiteX122-5717" fmla="*/ 99 w 10000"/>
              <a:gd name="connsiteY122-5718" fmla="*/ 8938 h 10097"/>
              <a:gd name="connsiteX123-5719" fmla="*/ 181 w 10000"/>
              <a:gd name="connsiteY123-5720" fmla="*/ 8805 h 10097"/>
              <a:gd name="connsiteX124-5721" fmla="*/ 362 w 10000"/>
              <a:gd name="connsiteY124-5722" fmla="*/ 8693 h 10097"/>
              <a:gd name="connsiteX125-5723" fmla="*/ 527 w 10000"/>
              <a:gd name="connsiteY125-5724" fmla="*/ 8583 h 10097"/>
              <a:gd name="connsiteX126-5725" fmla="*/ 610 w 10000"/>
              <a:gd name="connsiteY126-5726" fmla="*/ 8450 h 10097"/>
              <a:gd name="connsiteX127-5727" fmla="*/ 708 w 10000"/>
              <a:gd name="connsiteY127-5728" fmla="*/ 8337 h 10097"/>
              <a:gd name="connsiteX128-5729" fmla="*/ 873 w 10000"/>
              <a:gd name="connsiteY128-5730" fmla="*/ 8226 h 10097"/>
              <a:gd name="connsiteX129-5731" fmla="*/ 1054 w 10000"/>
              <a:gd name="connsiteY129-5732" fmla="*/ 7981 h 10097"/>
              <a:gd name="connsiteX130-5733" fmla="*/ 1137 w 10000"/>
              <a:gd name="connsiteY130-5734" fmla="*/ 7871 h 10097"/>
              <a:gd name="connsiteX131-5735" fmla="*/ 1318 w 10000"/>
              <a:gd name="connsiteY131-5736" fmla="*/ 7625 h 10097"/>
              <a:gd name="connsiteX132-5737" fmla="*/ 1483 w 10000"/>
              <a:gd name="connsiteY132-5738" fmla="*/ 7402 h 10097"/>
              <a:gd name="connsiteX133-5739" fmla="*/ 1483 w 10000"/>
              <a:gd name="connsiteY133-5740" fmla="*/ 7402 h 10097"/>
              <a:gd name="connsiteX0-5741" fmla="*/ 1483 w 10000"/>
              <a:gd name="connsiteY0-5742" fmla="*/ 7324 h 10019"/>
              <a:gd name="connsiteX1-5743" fmla="*/ 1664 w 10000"/>
              <a:gd name="connsiteY1-5744" fmla="*/ 6968 h 10019"/>
              <a:gd name="connsiteX2-5745" fmla="*/ 1911 w 10000"/>
              <a:gd name="connsiteY2-5746" fmla="*/ 6612 h 10019"/>
              <a:gd name="connsiteX3-5747" fmla="*/ 2092 w 10000"/>
              <a:gd name="connsiteY3-5748" fmla="*/ 6255 h 10019"/>
              <a:gd name="connsiteX4-5749" fmla="*/ 2356 w 10000"/>
              <a:gd name="connsiteY4-5750" fmla="*/ 5788 h 10019"/>
              <a:gd name="connsiteX5-5751" fmla="*/ 2619 w 10000"/>
              <a:gd name="connsiteY5-5752" fmla="*/ 5208 h 10019"/>
              <a:gd name="connsiteX6-5753" fmla="*/ 2883 w 10000"/>
              <a:gd name="connsiteY6-5754" fmla="*/ 4607 h 10019"/>
              <a:gd name="connsiteX7-5755" fmla="*/ 3130 w 10000"/>
              <a:gd name="connsiteY7-5756" fmla="*/ 3917 h 10019"/>
              <a:gd name="connsiteX8-5757" fmla="*/ 3476 w 10000"/>
              <a:gd name="connsiteY8-5758" fmla="*/ 3203 h 10019"/>
              <a:gd name="connsiteX9-5759" fmla="*/ 3740 w 10000"/>
              <a:gd name="connsiteY9-5760" fmla="*/ 2490 h 10019"/>
              <a:gd name="connsiteX10-5761" fmla="*/ 4003 w 10000"/>
              <a:gd name="connsiteY10-5762" fmla="*/ 1911 h 10019"/>
              <a:gd name="connsiteX11-5763" fmla="*/ 4185 w 10000"/>
              <a:gd name="connsiteY11-5764" fmla="*/ 1311 h 10019"/>
              <a:gd name="connsiteX12-5765" fmla="*/ 4349 w 10000"/>
              <a:gd name="connsiteY12-5766" fmla="*/ 844 h 10019"/>
              <a:gd name="connsiteX13-5767" fmla="*/ 5997 w 10000"/>
              <a:gd name="connsiteY13-5768" fmla="*/ 19 h 10019"/>
              <a:gd name="connsiteX14-5769" fmla="*/ 5997 w 10000"/>
              <a:gd name="connsiteY14-5770" fmla="*/ 732 h 10019"/>
              <a:gd name="connsiteX15-5771" fmla="*/ 5914 w 10000"/>
              <a:gd name="connsiteY15-5772" fmla="*/ 954 h 10019"/>
              <a:gd name="connsiteX16-5773" fmla="*/ 5750 w 10000"/>
              <a:gd name="connsiteY16-5774" fmla="*/ 1200 h 10019"/>
              <a:gd name="connsiteX17-5775" fmla="*/ 5568 w 10000"/>
              <a:gd name="connsiteY17-5776" fmla="*/ 1422 h 10019"/>
              <a:gd name="connsiteX18-5777" fmla="*/ 5486 w 10000"/>
              <a:gd name="connsiteY18-5778" fmla="*/ 1666 h 10019"/>
              <a:gd name="connsiteX19-5779" fmla="*/ 5305 w 10000"/>
              <a:gd name="connsiteY19-5780" fmla="*/ 1911 h 10019"/>
              <a:gd name="connsiteX20-5781" fmla="*/ 5140 w 10000"/>
              <a:gd name="connsiteY20-5782" fmla="*/ 2245 h 10019"/>
              <a:gd name="connsiteX21-5783" fmla="*/ 4959 w 10000"/>
              <a:gd name="connsiteY21-5784" fmla="*/ 2603 h 10019"/>
              <a:gd name="connsiteX22-5785" fmla="*/ 4695 w 10000"/>
              <a:gd name="connsiteY22-5786" fmla="*/ 3071 h 10019"/>
              <a:gd name="connsiteX23-5787" fmla="*/ 4530 w 10000"/>
              <a:gd name="connsiteY23-5788" fmla="*/ 3561 h 10019"/>
              <a:gd name="connsiteX24-5789" fmla="*/ 4267 w 10000"/>
              <a:gd name="connsiteY24-5790" fmla="*/ 4027 h 10019"/>
              <a:gd name="connsiteX25-5791" fmla="*/ 3921 w 10000"/>
              <a:gd name="connsiteY25-5792" fmla="*/ 4607 h 10019"/>
              <a:gd name="connsiteX26-5793" fmla="*/ 3657 w 10000"/>
              <a:gd name="connsiteY26-5794" fmla="*/ 5075 h 10019"/>
              <a:gd name="connsiteX27-5795" fmla="*/ 3476 w 10000"/>
              <a:gd name="connsiteY27-5796" fmla="*/ 5564 h 10019"/>
              <a:gd name="connsiteX28-5797" fmla="*/ 3229 w 10000"/>
              <a:gd name="connsiteY28-5798" fmla="*/ 6033 h 10019"/>
              <a:gd name="connsiteX29-5799" fmla="*/ 2965 w 10000"/>
              <a:gd name="connsiteY29-5800" fmla="*/ 6389 h 10019"/>
              <a:gd name="connsiteX30-5801" fmla="*/ 2784 w 10000"/>
              <a:gd name="connsiteY30-5802" fmla="*/ 6722 h 10019"/>
              <a:gd name="connsiteX31-5803" fmla="*/ 2619 w 10000"/>
              <a:gd name="connsiteY31-5804" fmla="*/ 7080 h 10019"/>
              <a:gd name="connsiteX32-5805" fmla="*/ 2438 w 10000"/>
              <a:gd name="connsiteY32-5806" fmla="*/ 7324 h 10019"/>
              <a:gd name="connsiteX33-5807" fmla="*/ 2273 w 10000"/>
              <a:gd name="connsiteY33-5808" fmla="*/ 7547 h 10019"/>
              <a:gd name="connsiteX34-5809" fmla="*/ 2092 w 10000"/>
              <a:gd name="connsiteY34-5810" fmla="*/ 7793 h 10019"/>
              <a:gd name="connsiteX35-5811" fmla="*/ 2010 w 10000"/>
              <a:gd name="connsiteY35-5812" fmla="*/ 8038 h 10019"/>
              <a:gd name="connsiteX36-5813" fmla="*/ 1911 w 10000"/>
              <a:gd name="connsiteY36-5814" fmla="*/ 8148 h 10019"/>
              <a:gd name="connsiteX37-5815" fmla="*/ 1829 w 10000"/>
              <a:gd name="connsiteY37-5816" fmla="*/ 8259 h 10019"/>
              <a:gd name="connsiteX38-5817" fmla="*/ 1746 w 10000"/>
              <a:gd name="connsiteY38-5818" fmla="*/ 8372 h 10019"/>
              <a:gd name="connsiteX39-5819" fmla="*/ 1746 w 10000"/>
              <a:gd name="connsiteY39-5820" fmla="*/ 8505 h 10019"/>
              <a:gd name="connsiteX40-5821" fmla="*/ 1746 w 10000"/>
              <a:gd name="connsiteY40-5822" fmla="*/ 8505 h 10019"/>
              <a:gd name="connsiteX41-5823" fmla="*/ 1829 w 10000"/>
              <a:gd name="connsiteY41-5824" fmla="*/ 8505 h 10019"/>
              <a:gd name="connsiteX42-5825" fmla="*/ 1911 w 10000"/>
              <a:gd name="connsiteY42-5826" fmla="*/ 8615 h 10019"/>
              <a:gd name="connsiteX43-5827" fmla="*/ 2010 w 10000"/>
              <a:gd name="connsiteY43-5828" fmla="*/ 8615 h 10019"/>
              <a:gd name="connsiteX44-5829" fmla="*/ 2175 w 10000"/>
              <a:gd name="connsiteY44-5830" fmla="*/ 8615 h 10019"/>
              <a:gd name="connsiteX45-5831" fmla="*/ 2273 w 10000"/>
              <a:gd name="connsiteY45-5832" fmla="*/ 8505 h 10019"/>
              <a:gd name="connsiteX46-5833" fmla="*/ 2356 w 10000"/>
              <a:gd name="connsiteY46-5834" fmla="*/ 8505 h 10019"/>
              <a:gd name="connsiteX47-5835" fmla="*/ 2521 w 10000"/>
              <a:gd name="connsiteY47-5836" fmla="*/ 8505 h 10019"/>
              <a:gd name="connsiteX48-5837" fmla="*/ 2702 w 10000"/>
              <a:gd name="connsiteY48-5838" fmla="*/ 8505 h 10019"/>
              <a:gd name="connsiteX49-5839" fmla="*/ 2883 w 10000"/>
              <a:gd name="connsiteY49-5840" fmla="*/ 8372 h 10019"/>
              <a:gd name="connsiteX50-5841" fmla="*/ 3048 w 10000"/>
              <a:gd name="connsiteY50-5842" fmla="*/ 8372 h 10019"/>
              <a:gd name="connsiteX51-5843" fmla="*/ 3311 w 10000"/>
              <a:gd name="connsiteY51-5844" fmla="*/ 8372 h 10019"/>
              <a:gd name="connsiteX52-5845" fmla="*/ 3575 w 10000"/>
              <a:gd name="connsiteY52-5846" fmla="*/ 8372 h 10019"/>
              <a:gd name="connsiteX53-5847" fmla="*/ 3921 w 10000"/>
              <a:gd name="connsiteY53-5848" fmla="*/ 8259 h 10019"/>
              <a:gd name="connsiteX54-5849" fmla="*/ 4267 w 10000"/>
              <a:gd name="connsiteY54-5850" fmla="*/ 8259 h 10019"/>
              <a:gd name="connsiteX55-5851" fmla="*/ 4613 w 10000"/>
              <a:gd name="connsiteY55-5852" fmla="*/ 8259 h 10019"/>
              <a:gd name="connsiteX56-5853" fmla="*/ 4959 w 10000"/>
              <a:gd name="connsiteY56-5854" fmla="*/ 8148 h 10019"/>
              <a:gd name="connsiteX57-5855" fmla="*/ 5387 w 10000"/>
              <a:gd name="connsiteY57-5856" fmla="*/ 8038 h 10019"/>
              <a:gd name="connsiteX58-5857" fmla="*/ 5832 w 10000"/>
              <a:gd name="connsiteY58-5858" fmla="*/ 8038 h 10019"/>
              <a:gd name="connsiteX59-5859" fmla="*/ 6343 w 10000"/>
              <a:gd name="connsiteY59-5860" fmla="*/ 7903 h 10019"/>
              <a:gd name="connsiteX60-5861" fmla="*/ 6787 w 10000"/>
              <a:gd name="connsiteY60-5862" fmla="*/ 7903 h 10019"/>
              <a:gd name="connsiteX61-5863" fmla="*/ 7298 w 10000"/>
              <a:gd name="connsiteY61-5864" fmla="*/ 7793 h 10019"/>
              <a:gd name="connsiteX62-5865" fmla="*/ 7743 w 10000"/>
              <a:gd name="connsiteY62-5866" fmla="*/ 7680 h 10019"/>
              <a:gd name="connsiteX63-5867" fmla="*/ 8171 w 10000"/>
              <a:gd name="connsiteY63-5868" fmla="*/ 7680 h 10019"/>
              <a:gd name="connsiteX64-5869" fmla="*/ 8435 w 10000"/>
              <a:gd name="connsiteY64-5870" fmla="*/ 7547 h 10019"/>
              <a:gd name="connsiteX65-5871" fmla="*/ 8699 w 10000"/>
              <a:gd name="connsiteY65-5872" fmla="*/ 7547 h 10019"/>
              <a:gd name="connsiteX66-5873" fmla="*/ 8962 w 10000"/>
              <a:gd name="connsiteY66-5874" fmla="*/ 7547 h 10019"/>
              <a:gd name="connsiteX67-5875" fmla="*/ 9127 w 10000"/>
              <a:gd name="connsiteY67-5876" fmla="*/ 7547 h 10019"/>
              <a:gd name="connsiteX68-5877" fmla="*/ 9226 w 10000"/>
              <a:gd name="connsiteY68-5878" fmla="*/ 7434 h 10019"/>
              <a:gd name="connsiteX69-5879" fmla="*/ 9390 w 10000"/>
              <a:gd name="connsiteY69-5880" fmla="*/ 7547 h 10019"/>
              <a:gd name="connsiteX70-5881" fmla="*/ 9473 w 10000"/>
              <a:gd name="connsiteY70-5882" fmla="*/ 7547 h 10019"/>
              <a:gd name="connsiteX71-5883" fmla="*/ 9654 w 10000"/>
              <a:gd name="connsiteY71-5884" fmla="*/ 7680 h 10019"/>
              <a:gd name="connsiteX72-5885" fmla="*/ 9736 w 10000"/>
              <a:gd name="connsiteY72-5886" fmla="*/ 7680 h 10019"/>
              <a:gd name="connsiteX73-5887" fmla="*/ 9918 w 10000"/>
              <a:gd name="connsiteY73-5888" fmla="*/ 7903 h 10019"/>
              <a:gd name="connsiteX74-5889" fmla="*/ 10000 w 10000"/>
              <a:gd name="connsiteY74-5890" fmla="*/ 8038 h 10019"/>
              <a:gd name="connsiteX75-5891" fmla="*/ 10000 w 10000"/>
              <a:gd name="connsiteY75-5892" fmla="*/ 8148 h 10019"/>
              <a:gd name="connsiteX76-5893" fmla="*/ 10000 w 10000"/>
              <a:gd name="connsiteY76-5894" fmla="*/ 8259 h 10019"/>
              <a:gd name="connsiteX77-5895" fmla="*/ 10000 w 10000"/>
              <a:gd name="connsiteY77-5896" fmla="*/ 8259 h 10019"/>
              <a:gd name="connsiteX78-5897" fmla="*/ 10000 w 10000"/>
              <a:gd name="connsiteY78-5898" fmla="*/ 8372 h 10019"/>
              <a:gd name="connsiteX79-5899" fmla="*/ 9918 w 10000"/>
              <a:gd name="connsiteY79-5900" fmla="*/ 8372 h 10019"/>
              <a:gd name="connsiteX80-5901" fmla="*/ 9819 w 10000"/>
              <a:gd name="connsiteY80-5902" fmla="*/ 8372 h 10019"/>
              <a:gd name="connsiteX81-5903" fmla="*/ 9736 w 10000"/>
              <a:gd name="connsiteY81-5904" fmla="*/ 8505 h 10019"/>
              <a:gd name="connsiteX82-5905" fmla="*/ 9572 w 10000"/>
              <a:gd name="connsiteY82-5906" fmla="*/ 8505 h 10019"/>
              <a:gd name="connsiteX83-5907" fmla="*/ 9390 w 10000"/>
              <a:gd name="connsiteY83-5908" fmla="*/ 8505 h 10019"/>
              <a:gd name="connsiteX84-5909" fmla="*/ 9127 w 10000"/>
              <a:gd name="connsiteY84-5910" fmla="*/ 8505 h 10019"/>
              <a:gd name="connsiteX85-5911" fmla="*/ 8863 w 10000"/>
              <a:gd name="connsiteY85-5912" fmla="*/ 8505 h 10019"/>
              <a:gd name="connsiteX86-5913" fmla="*/ 8616 w 10000"/>
              <a:gd name="connsiteY86-5914" fmla="*/ 8505 h 10019"/>
              <a:gd name="connsiteX87-5915" fmla="*/ 8353 w 10000"/>
              <a:gd name="connsiteY87-5916" fmla="*/ 8505 h 10019"/>
              <a:gd name="connsiteX88-5917" fmla="*/ 8007 w 10000"/>
              <a:gd name="connsiteY88-5918" fmla="*/ 8505 h 10019"/>
              <a:gd name="connsiteX89-5919" fmla="*/ 7661 w 10000"/>
              <a:gd name="connsiteY89-5920" fmla="*/ 8505 h 10019"/>
              <a:gd name="connsiteX90-5921" fmla="*/ 7298 w 10000"/>
              <a:gd name="connsiteY90-5922" fmla="*/ 8615 h 10019"/>
              <a:gd name="connsiteX91-5923" fmla="*/ 6870 w 10000"/>
              <a:gd name="connsiteY91-5924" fmla="*/ 8615 h 10019"/>
              <a:gd name="connsiteX92-5925" fmla="*/ 6442 w 10000"/>
              <a:gd name="connsiteY92-5926" fmla="*/ 8615 h 10019"/>
              <a:gd name="connsiteX93-5927" fmla="*/ 5651 w 10000"/>
              <a:gd name="connsiteY93-5928" fmla="*/ 8727 h 10019"/>
              <a:gd name="connsiteX94-5929" fmla="*/ 4876 w 10000"/>
              <a:gd name="connsiteY94-5930" fmla="*/ 8860 h 10019"/>
              <a:gd name="connsiteX95-5931" fmla="*/ 4185 w 10000"/>
              <a:gd name="connsiteY95-5932" fmla="*/ 8973 h 10019"/>
              <a:gd name="connsiteX96-5933" fmla="*/ 3476 w 10000"/>
              <a:gd name="connsiteY96-5934" fmla="*/ 9085 h 10019"/>
              <a:gd name="connsiteX97-5935" fmla="*/ 3130 w 10000"/>
              <a:gd name="connsiteY97-5936" fmla="*/ 9085 h 10019"/>
              <a:gd name="connsiteX98-5937" fmla="*/ 2883 w 10000"/>
              <a:gd name="connsiteY98-5938" fmla="*/ 9195 h 10019"/>
              <a:gd name="connsiteX99-5939" fmla="*/ 2521 w 10000"/>
              <a:gd name="connsiteY99-5940" fmla="*/ 9330 h 10019"/>
              <a:gd name="connsiteX100-5941" fmla="*/ 2273 w 10000"/>
              <a:gd name="connsiteY100-5942" fmla="*/ 9330 h 10019"/>
              <a:gd name="connsiteX101-5943" fmla="*/ 2092 w 10000"/>
              <a:gd name="connsiteY101-5944" fmla="*/ 9439 h 10019"/>
              <a:gd name="connsiteX102-5945" fmla="*/ 1829 w 10000"/>
              <a:gd name="connsiteY102-5946" fmla="*/ 9439 h 10019"/>
              <a:gd name="connsiteX103-5947" fmla="*/ 1664 w 10000"/>
              <a:gd name="connsiteY103-5948" fmla="*/ 9550 h 10019"/>
              <a:gd name="connsiteX104-5949" fmla="*/ 1400 w 10000"/>
              <a:gd name="connsiteY104-5950" fmla="*/ 9685 h 10019"/>
              <a:gd name="connsiteX105-5951" fmla="*/ 1219 w 10000"/>
              <a:gd name="connsiteY105-5952" fmla="*/ 9685 h 10019"/>
              <a:gd name="connsiteX106-5953" fmla="*/ 1137 w 10000"/>
              <a:gd name="connsiteY106-5954" fmla="*/ 9796 h 10019"/>
              <a:gd name="connsiteX107-5955" fmla="*/ 956 w 10000"/>
              <a:gd name="connsiteY107-5956" fmla="*/ 9796 h 10019"/>
              <a:gd name="connsiteX108-5957" fmla="*/ 873 w 10000"/>
              <a:gd name="connsiteY108-5958" fmla="*/ 9908 h 10019"/>
              <a:gd name="connsiteX109-5959" fmla="*/ 791 w 10000"/>
              <a:gd name="connsiteY109-5960" fmla="*/ 9908 h 10019"/>
              <a:gd name="connsiteX110-5961" fmla="*/ 708 w 10000"/>
              <a:gd name="connsiteY110-5962" fmla="*/ 9908 h 10019"/>
              <a:gd name="connsiteX111-5963" fmla="*/ 527 w 10000"/>
              <a:gd name="connsiteY111-5964" fmla="*/ 10019 h 10019"/>
              <a:gd name="connsiteX112-5965" fmla="*/ 445 w 10000"/>
              <a:gd name="connsiteY112-5966" fmla="*/ 9908 h 10019"/>
              <a:gd name="connsiteX113-5967" fmla="*/ 362 w 10000"/>
              <a:gd name="connsiteY113-5968" fmla="*/ 9908 h 10019"/>
              <a:gd name="connsiteX114-5969" fmla="*/ 264 w 10000"/>
              <a:gd name="connsiteY114-5970" fmla="*/ 9796 h 10019"/>
              <a:gd name="connsiteX115-5971" fmla="*/ 181 w 10000"/>
              <a:gd name="connsiteY115-5972" fmla="*/ 9550 h 10019"/>
              <a:gd name="connsiteX116-5973" fmla="*/ 99 w 10000"/>
              <a:gd name="connsiteY116-5974" fmla="*/ 9330 h 10019"/>
              <a:gd name="connsiteX117-5975" fmla="*/ 0 w 10000"/>
              <a:gd name="connsiteY117-5976" fmla="*/ 9195 h 10019"/>
              <a:gd name="connsiteX118-5977" fmla="*/ 0 w 10000"/>
              <a:gd name="connsiteY118-5978" fmla="*/ 9085 h 10019"/>
              <a:gd name="connsiteX119-5979" fmla="*/ 0 w 10000"/>
              <a:gd name="connsiteY119-5980" fmla="*/ 8973 h 10019"/>
              <a:gd name="connsiteX120-5981" fmla="*/ 0 w 10000"/>
              <a:gd name="connsiteY120-5982" fmla="*/ 8973 h 10019"/>
              <a:gd name="connsiteX121-5983" fmla="*/ 99 w 10000"/>
              <a:gd name="connsiteY121-5984" fmla="*/ 8860 h 10019"/>
              <a:gd name="connsiteX122-5985" fmla="*/ 181 w 10000"/>
              <a:gd name="connsiteY122-5986" fmla="*/ 8727 h 10019"/>
              <a:gd name="connsiteX123-5987" fmla="*/ 362 w 10000"/>
              <a:gd name="connsiteY123-5988" fmla="*/ 8615 h 10019"/>
              <a:gd name="connsiteX124-5989" fmla="*/ 527 w 10000"/>
              <a:gd name="connsiteY124-5990" fmla="*/ 8505 h 10019"/>
              <a:gd name="connsiteX125-5991" fmla="*/ 610 w 10000"/>
              <a:gd name="connsiteY125-5992" fmla="*/ 8372 h 10019"/>
              <a:gd name="connsiteX126-5993" fmla="*/ 708 w 10000"/>
              <a:gd name="connsiteY126-5994" fmla="*/ 8259 h 10019"/>
              <a:gd name="connsiteX127-5995" fmla="*/ 873 w 10000"/>
              <a:gd name="connsiteY127-5996" fmla="*/ 8148 h 10019"/>
              <a:gd name="connsiteX128-5997" fmla="*/ 1054 w 10000"/>
              <a:gd name="connsiteY128-5998" fmla="*/ 7903 h 10019"/>
              <a:gd name="connsiteX129-5999" fmla="*/ 1137 w 10000"/>
              <a:gd name="connsiteY129-6000" fmla="*/ 7793 h 10019"/>
              <a:gd name="connsiteX130-6001" fmla="*/ 1318 w 10000"/>
              <a:gd name="connsiteY130-6002" fmla="*/ 7547 h 10019"/>
              <a:gd name="connsiteX131-6003" fmla="*/ 1483 w 10000"/>
              <a:gd name="connsiteY131-6004" fmla="*/ 7324 h 10019"/>
              <a:gd name="connsiteX132-6005" fmla="*/ 1483 w 10000"/>
              <a:gd name="connsiteY132-6006" fmla="*/ 7324 h 10019"/>
              <a:gd name="connsiteX0-6007" fmla="*/ 1483 w 10000"/>
              <a:gd name="connsiteY0-6008" fmla="*/ 6610 h 9305"/>
              <a:gd name="connsiteX1-6009" fmla="*/ 1664 w 10000"/>
              <a:gd name="connsiteY1-6010" fmla="*/ 6254 h 9305"/>
              <a:gd name="connsiteX2-6011" fmla="*/ 1911 w 10000"/>
              <a:gd name="connsiteY2-6012" fmla="*/ 5898 h 9305"/>
              <a:gd name="connsiteX3-6013" fmla="*/ 2092 w 10000"/>
              <a:gd name="connsiteY3-6014" fmla="*/ 5541 h 9305"/>
              <a:gd name="connsiteX4-6015" fmla="*/ 2356 w 10000"/>
              <a:gd name="connsiteY4-6016" fmla="*/ 5074 h 9305"/>
              <a:gd name="connsiteX5-6017" fmla="*/ 2619 w 10000"/>
              <a:gd name="connsiteY5-6018" fmla="*/ 4494 h 9305"/>
              <a:gd name="connsiteX6-6019" fmla="*/ 2883 w 10000"/>
              <a:gd name="connsiteY6-6020" fmla="*/ 3893 h 9305"/>
              <a:gd name="connsiteX7-6021" fmla="*/ 3130 w 10000"/>
              <a:gd name="connsiteY7-6022" fmla="*/ 3203 h 9305"/>
              <a:gd name="connsiteX8-6023" fmla="*/ 3476 w 10000"/>
              <a:gd name="connsiteY8-6024" fmla="*/ 2489 h 9305"/>
              <a:gd name="connsiteX9-6025" fmla="*/ 3740 w 10000"/>
              <a:gd name="connsiteY9-6026" fmla="*/ 1776 h 9305"/>
              <a:gd name="connsiteX10-6027" fmla="*/ 4003 w 10000"/>
              <a:gd name="connsiteY10-6028" fmla="*/ 1197 h 9305"/>
              <a:gd name="connsiteX11-6029" fmla="*/ 4185 w 10000"/>
              <a:gd name="connsiteY11-6030" fmla="*/ 597 h 9305"/>
              <a:gd name="connsiteX12-6031" fmla="*/ 4349 w 10000"/>
              <a:gd name="connsiteY12-6032" fmla="*/ 130 h 9305"/>
              <a:gd name="connsiteX13-6033" fmla="*/ 5997 w 10000"/>
              <a:gd name="connsiteY13-6034" fmla="*/ 18 h 9305"/>
              <a:gd name="connsiteX14-6035" fmla="*/ 5914 w 10000"/>
              <a:gd name="connsiteY14-6036" fmla="*/ 240 h 9305"/>
              <a:gd name="connsiteX15-6037" fmla="*/ 5750 w 10000"/>
              <a:gd name="connsiteY15-6038" fmla="*/ 486 h 9305"/>
              <a:gd name="connsiteX16-6039" fmla="*/ 5568 w 10000"/>
              <a:gd name="connsiteY16-6040" fmla="*/ 708 h 9305"/>
              <a:gd name="connsiteX17-6041" fmla="*/ 5486 w 10000"/>
              <a:gd name="connsiteY17-6042" fmla="*/ 952 h 9305"/>
              <a:gd name="connsiteX18-6043" fmla="*/ 5305 w 10000"/>
              <a:gd name="connsiteY18-6044" fmla="*/ 1197 h 9305"/>
              <a:gd name="connsiteX19-6045" fmla="*/ 5140 w 10000"/>
              <a:gd name="connsiteY19-6046" fmla="*/ 1531 h 9305"/>
              <a:gd name="connsiteX20-6047" fmla="*/ 4959 w 10000"/>
              <a:gd name="connsiteY20-6048" fmla="*/ 1889 h 9305"/>
              <a:gd name="connsiteX21-6049" fmla="*/ 4695 w 10000"/>
              <a:gd name="connsiteY21-6050" fmla="*/ 2357 h 9305"/>
              <a:gd name="connsiteX22-6051" fmla="*/ 4530 w 10000"/>
              <a:gd name="connsiteY22-6052" fmla="*/ 2847 h 9305"/>
              <a:gd name="connsiteX23-6053" fmla="*/ 4267 w 10000"/>
              <a:gd name="connsiteY23-6054" fmla="*/ 3313 h 9305"/>
              <a:gd name="connsiteX24-6055" fmla="*/ 3921 w 10000"/>
              <a:gd name="connsiteY24-6056" fmla="*/ 3893 h 9305"/>
              <a:gd name="connsiteX25-6057" fmla="*/ 3657 w 10000"/>
              <a:gd name="connsiteY25-6058" fmla="*/ 4361 h 9305"/>
              <a:gd name="connsiteX26-6059" fmla="*/ 3476 w 10000"/>
              <a:gd name="connsiteY26-6060" fmla="*/ 4850 h 9305"/>
              <a:gd name="connsiteX27-6061" fmla="*/ 3229 w 10000"/>
              <a:gd name="connsiteY27-6062" fmla="*/ 5319 h 9305"/>
              <a:gd name="connsiteX28-6063" fmla="*/ 2965 w 10000"/>
              <a:gd name="connsiteY28-6064" fmla="*/ 5675 h 9305"/>
              <a:gd name="connsiteX29-6065" fmla="*/ 2784 w 10000"/>
              <a:gd name="connsiteY29-6066" fmla="*/ 6008 h 9305"/>
              <a:gd name="connsiteX30-6067" fmla="*/ 2619 w 10000"/>
              <a:gd name="connsiteY30-6068" fmla="*/ 6366 h 9305"/>
              <a:gd name="connsiteX31-6069" fmla="*/ 2438 w 10000"/>
              <a:gd name="connsiteY31-6070" fmla="*/ 6610 h 9305"/>
              <a:gd name="connsiteX32-6071" fmla="*/ 2273 w 10000"/>
              <a:gd name="connsiteY32-6072" fmla="*/ 6833 h 9305"/>
              <a:gd name="connsiteX33-6073" fmla="*/ 2092 w 10000"/>
              <a:gd name="connsiteY33-6074" fmla="*/ 7079 h 9305"/>
              <a:gd name="connsiteX34-6075" fmla="*/ 2010 w 10000"/>
              <a:gd name="connsiteY34-6076" fmla="*/ 7324 h 9305"/>
              <a:gd name="connsiteX35-6077" fmla="*/ 1911 w 10000"/>
              <a:gd name="connsiteY35-6078" fmla="*/ 7434 h 9305"/>
              <a:gd name="connsiteX36-6079" fmla="*/ 1829 w 10000"/>
              <a:gd name="connsiteY36-6080" fmla="*/ 7545 h 9305"/>
              <a:gd name="connsiteX37-6081" fmla="*/ 1746 w 10000"/>
              <a:gd name="connsiteY37-6082" fmla="*/ 7658 h 9305"/>
              <a:gd name="connsiteX38-6083" fmla="*/ 1746 w 10000"/>
              <a:gd name="connsiteY38-6084" fmla="*/ 7791 h 9305"/>
              <a:gd name="connsiteX39-6085" fmla="*/ 1746 w 10000"/>
              <a:gd name="connsiteY39-6086" fmla="*/ 7791 h 9305"/>
              <a:gd name="connsiteX40-6087" fmla="*/ 1829 w 10000"/>
              <a:gd name="connsiteY40-6088" fmla="*/ 7791 h 9305"/>
              <a:gd name="connsiteX41-6089" fmla="*/ 1911 w 10000"/>
              <a:gd name="connsiteY41-6090" fmla="*/ 7901 h 9305"/>
              <a:gd name="connsiteX42-6091" fmla="*/ 2010 w 10000"/>
              <a:gd name="connsiteY42-6092" fmla="*/ 7901 h 9305"/>
              <a:gd name="connsiteX43-6093" fmla="*/ 2175 w 10000"/>
              <a:gd name="connsiteY43-6094" fmla="*/ 7901 h 9305"/>
              <a:gd name="connsiteX44-6095" fmla="*/ 2273 w 10000"/>
              <a:gd name="connsiteY44-6096" fmla="*/ 7791 h 9305"/>
              <a:gd name="connsiteX45-6097" fmla="*/ 2356 w 10000"/>
              <a:gd name="connsiteY45-6098" fmla="*/ 7791 h 9305"/>
              <a:gd name="connsiteX46-6099" fmla="*/ 2521 w 10000"/>
              <a:gd name="connsiteY46-6100" fmla="*/ 7791 h 9305"/>
              <a:gd name="connsiteX47-6101" fmla="*/ 2702 w 10000"/>
              <a:gd name="connsiteY47-6102" fmla="*/ 7791 h 9305"/>
              <a:gd name="connsiteX48-6103" fmla="*/ 2883 w 10000"/>
              <a:gd name="connsiteY48-6104" fmla="*/ 7658 h 9305"/>
              <a:gd name="connsiteX49-6105" fmla="*/ 3048 w 10000"/>
              <a:gd name="connsiteY49-6106" fmla="*/ 7658 h 9305"/>
              <a:gd name="connsiteX50-6107" fmla="*/ 3311 w 10000"/>
              <a:gd name="connsiteY50-6108" fmla="*/ 7658 h 9305"/>
              <a:gd name="connsiteX51-6109" fmla="*/ 3575 w 10000"/>
              <a:gd name="connsiteY51-6110" fmla="*/ 7658 h 9305"/>
              <a:gd name="connsiteX52-6111" fmla="*/ 3921 w 10000"/>
              <a:gd name="connsiteY52-6112" fmla="*/ 7545 h 9305"/>
              <a:gd name="connsiteX53-6113" fmla="*/ 4267 w 10000"/>
              <a:gd name="connsiteY53-6114" fmla="*/ 7545 h 9305"/>
              <a:gd name="connsiteX54-6115" fmla="*/ 4613 w 10000"/>
              <a:gd name="connsiteY54-6116" fmla="*/ 7545 h 9305"/>
              <a:gd name="connsiteX55-6117" fmla="*/ 4959 w 10000"/>
              <a:gd name="connsiteY55-6118" fmla="*/ 7434 h 9305"/>
              <a:gd name="connsiteX56-6119" fmla="*/ 5387 w 10000"/>
              <a:gd name="connsiteY56-6120" fmla="*/ 7324 h 9305"/>
              <a:gd name="connsiteX57-6121" fmla="*/ 5832 w 10000"/>
              <a:gd name="connsiteY57-6122" fmla="*/ 7324 h 9305"/>
              <a:gd name="connsiteX58-6123" fmla="*/ 6343 w 10000"/>
              <a:gd name="connsiteY58-6124" fmla="*/ 7189 h 9305"/>
              <a:gd name="connsiteX59-6125" fmla="*/ 6787 w 10000"/>
              <a:gd name="connsiteY59-6126" fmla="*/ 7189 h 9305"/>
              <a:gd name="connsiteX60-6127" fmla="*/ 7298 w 10000"/>
              <a:gd name="connsiteY60-6128" fmla="*/ 7079 h 9305"/>
              <a:gd name="connsiteX61-6129" fmla="*/ 7743 w 10000"/>
              <a:gd name="connsiteY61-6130" fmla="*/ 6966 h 9305"/>
              <a:gd name="connsiteX62-6131" fmla="*/ 8171 w 10000"/>
              <a:gd name="connsiteY62-6132" fmla="*/ 6966 h 9305"/>
              <a:gd name="connsiteX63-6133" fmla="*/ 8435 w 10000"/>
              <a:gd name="connsiteY63-6134" fmla="*/ 6833 h 9305"/>
              <a:gd name="connsiteX64-6135" fmla="*/ 8699 w 10000"/>
              <a:gd name="connsiteY64-6136" fmla="*/ 6833 h 9305"/>
              <a:gd name="connsiteX65-6137" fmla="*/ 8962 w 10000"/>
              <a:gd name="connsiteY65-6138" fmla="*/ 6833 h 9305"/>
              <a:gd name="connsiteX66-6139" fmla="*/ 9127 w 10000"/>
              <a:gd name="connsiteY66-6140" fmla="*/ 6833 h 9305"/>
              <a:gd name="connsiteX67-6141" fmla="*/ 9226 w 10000"/>
              <a:gd name="connsiteY67-6142" fmla="*/ 6720 h 9305"/>
              <a:gd name="connsiteX68-6143" fmla="*/ 9390 w 10000"/>
              <a:gd name="connsiteY68-6144" fmla="*/ 6833 h 9305"/>
              <a:gd name="connsiteX69-6145" fmla="*/ 9473 w 10000"/>
              <a:gd name="connsiteY69-6146" fmla="*/ 6833 h 9305"/>
              <a:gd name="connsiteX70-6147" fmla="*/ 9654 w 10000"/>
              <a:gd name="connsiteY70-6148" fmla="*/ 6966 h 9305"/>
              <a:gd name="connsiteX71-6149" fmla="*/ 9736 w 10000"/>
              <a:gd name="connsiteY71-6150" fmla="*/ 6966 h 9305"/>
              <a:gd name="connsiteX72-6151" fmla="*/ 9918 w 10000"/>
              <a:gd name="connsiteY72-6152" fmla="*/ 7189 h 9305"/>
              <a:gd name="connsiteX73-6153" fmla="*/ 10000 w 10000"/>
              <a:gd name="connsiteY73-6154" fmla="*/ 7324 h 9305"/>
              <a:gd name="connsiteX74-6155" fmla="*/ 10000 w 10000"/>
              <a:gd name="connsiteY74-6156" fmla="*/ 7434 h 9305"/>
              <a:gd name="connsiteX75-6157" fmla="*/ 10000 w 10000"/>
              <a:gd name="connsiteY75-6158" fmla="*/ 7545 h 9305"/>
              <a:gd name="connsiteX76-6159" fmla="*/ 10000 w 10000"/>
              <a:gd name="connsiteY76-6160" fmla="*/ 7545 h 9305"/>
              <a:gd name="connsiteX77-6161" fmla="*/ 10000 w 10000"/>
              <a:gd name="connsiteY77-6162" fmla="*/ 7658 h 9305"/>
              <a:gd name="connsiteX78-6163" fmla="*/ 9918 w 10000"/>
              <a:gd name="connsiteY78-6164" fmla="*/ 7658 h 9305"/>
              <a:gd name="connsiteX79-6165" fmla="*/ 9819 w 10000"/>
              <a:gd name="connsiteY79-6166" fmla="*/ 7658 h 9305"/>
              <a:gd name="connsiteX80-6167" fmla="*/ 9736 w 10000"/>
              <a:gd name="connsiteY80-6168" fmla="*/ 7791 h 9305"/>
              <a:gd name="connsiteX81-6169" fmla="*/ 9572 w 10000"/>
              <a:gd name="connsiteY81-6170" fmla="*/ 7791 h 9305"/>
              <a:gd name="connsiteX82-6171" fmla="*/ 9390 w 10000"/>
              <a:gd name="connsiteY82-6172" fmla="*/ 7791 h 9305"/>
              <a:gd name="connsiteX83-6173" fmla="*/ 9127 w 10000"/>
              <a:gd name="connsiteY83-6174" fmla="*/ 7791 h 9305"/>
              <a:gd name="connsiteX84-6175" fmla="*/ 8863 w 10000"/>
              <a:gd name="connsiteY84-6176" fmla="*/ 7791 h 9305"/>
              <a:gd name="connsiteX85-6177" fmla="*/ 8616 w 10000"/>
              <a:gd name="connsiteY85-6178" fmla="*/ 7791 h 9305"/>
              <a:gd name="connsiteX86-6179" fmla="*/ 8353 w 10000"/>
              <a:gd name="connsiteY86-6180" fmla="*/ 7791 h 9305"/>
              <a:gd name="connsiteX87-6181" fmla="*/ 8007 w 10000"/>
              <a:gd name="connsiteY87-6182" fmla="*/ 7791 h 9305"/>
              <a:gd name="connsiteX88-6183" fmla="*/ 7661 w 10000"/>
              <a:gd name="connsiteY88-6184" fmla="*/ 7791 h 9305"/>
              <a:gd name="connsiteX89-6185" fmla="*/ 7298 w 10000"/>
              <a:gd name="connsiteY89-6186" fmla="*/ 7901 h 9305"/>
              <a:gd name="connsiteX90-6187" fmla="*/ 6870 w 10000"/>
              <a:gd name="connsiteY90-6188" fmla="*/ 7901 h 9305"/>
              <a:gd name="connsiteX91-6189" fmla="*/ 6442 w 10000"/>
              <a:gd name="connsiteY91-6190" fmla="*/ 7901 h 9305"/>
              <a:gd name="connsiteX92-6191" fmla="*/ 5651 w 10000"/>
              <a:gd name="connsiteY92-6192" fmla="*/ 8013 h 9305"/>
              <a:gd name="connsiteX93-6193" fmla="*/ 4876 w 10000"/>
              <a:gd name="connsiteY93-6194" fmla="*/ 8146 h 9305"/>
              <a:gd name="connsiteX94-6195" fmla="*/ 4185 w 10000"/>
              <a:gd name="connsiteY94-6196" fmla="*/ 8259 h 9305"/>
              <a:gd name="connsiteX95-6197" fmla="*/ 3476 w 10000"/>
              <a:gd name="connsiteY95-6198" fmla="*/ 8371 h 9305"/>
              <a:gd name="connsiteX96-6199" fmla="*/ 3130 w 10000"/>
              <a:gd name="connsiteY96-6200" fmla="*/ 8371 h 9305"/>
              <a:gd name="connsiteX97-6201" fmla="*/ 2883 w 10000"/>
              <a:gd name="connsiteY97-6202" fmla="*/ 8481 h 9305"/>
              <a:gd name="connsiteX98-6203" fmla="*/ 2521 w 10000"/>
              <a:gd name="connsiteY98-6204" fmla="*/ 8616 h 9305"/>
              <a:gd name="connsiteX99-6205" fmla="*/ 2273 w 10000"/>
              <a:gd name="connsiteY99-6206" fmla="*/ 8616 h 9305"/>
              <a:gd name="connsiteX100-6207" fmla="*/ 2092 w 10000"/>
              <a:gd name="connsiteY100-6208" fmla="*/ 8725 h 9305"/>
              <a:gd name="connsiteX101-6209" fmla="*/ 1829 w 10000"/>
              <a:gd name="connsiteY101-6210" fmla="*/ 8725 h 9305"/>
              <a:gd name="connsiteX102-6211" fmla="*/ 1664 w 10000"/>
              <a:gd name="connsiteY102-6212" fmla="*/ 8836 h 9305"/>
              <a:gd name="connsiteX103-6213" fmla="*/ 1400 w 10000"/>
              <a:gd name="connsiteY103-6214" fmla="*/ 8971 h 9305"/>
              <a:gd name="connsiteX104-6215" fmla="*/ 1219 w 10000"/>
              <a:gd name="connsiteY104-6216" fmla="*/ 8971 h 9305"/>
              <a:gd name="connsiteX105-6217" fmla="*/ 1137 w 10000"/>
              <a:gd name="connsiteY105-6218" fmla="*/ 9082 h 9305"/>
              <a:gd name="connsiteX106-6219" fmla="*/ 956 w 10000"/>
              <a:gd name="connsiteY106-6220" fmla="*/ 9082 h 9305"/>
              <a:gd name="connsiteX107-6221" fmla="*/ 873 w 10000"/>
              <a:gd name="connsiteY107-6222" fmla="*/ 9194 h 9305"/>
              <a:gd name="connsiteX108-6223" fmla="*/ 791 w 10000"/>
              <a:gd name="connsiteY108-6224" fmla="*/ 9194 h 9305"/>
              <a:gd name="connsiteX109-6225" fmla="*/ 708 w 10000"/>
              <a:gd name="connsiteY109-6226" fmla="*/ 9194 h 9305"/>
              <a:gd name="connsiteX110-6227" fmla="*/ 527 w 10000"/>
              <a:gd name="connsiteY110-6228" fmla="*/ 9305 h 9305"/>
              <a:gd name="connsiteX111-6229" fmla="*/ 445 w 10000"/>
              <a:gd name="connsiteY111-6230" fmla="*/ 9194 h 9305"/>
              <a:gd name="connsiteX112-6231" fmla="*/ 362 w 10000"/>
              <a:gd name="connsiteY112-6232" fmla="*/ 9194 h 9305"/>
              <a:gd name="connsiteX113-6233" fmla="*/ 264 w 10000"/>
              <a:gd name="connsiteY113-6234" fmla="*/ 9082 h 9305"/>
              <a:gd name="connsiteX114-6235" fmla="*/ 181 w 10000"/>
              <a:gd name="connsiteY114-6236" fmla="*/ 8836 h 9305"/>
              <a:gd name="connsiteX115-6237" fmla="*/ 99 w 10000"/>
              <a:gd name="connsiteY115-6238" fmla="*/ 8616 h 9305"/>
              <a:gd name="connsiteX116-6239" fmla="*/ 0 w 10000"/>
              <a:gd name="connsiteY116-6240" fmla="*/ 8481 h 9305"/>
              <a:gd name="connsiteX117-6241" fmla="*/ 0 w 10000"/>
              <a:gd name="connsiteY117-6242" fmla="*/ 8371 h 9305"/>
              <a:gd name="connsiteX118-6243" fmla="*/ 0 w 10000"/>
              <a:gd name="connsiteY118-6244" fmla="*/ 8259 h 9305"/>
              <a:gd name="connsiteX119-6245" fmla="*/ 0 w 10000"/>
              <a:gd name="connsiteY119-6246" fmla="*/ 8259 h 9305"/>
              <a:gd name="connsiteX120-6247" fmla="*/ 99 w 10000"/>
              <a:gd name="connsiteY120-6248" fmla="*/ 8146 h 9305"/>
              <a:gd name="connsiteX121-6249" fmla="*/ 181 w 10000"/>
              <a:gd name="connsiteY121-6250" fmla="*/ 8013 h 9305"/>
              <a:gd name="connsiteX122-6251" fmla="*/ 362 w 10000"/>
              <a:gd name="connsiteY122-6252" fmla="*/ 7901 h 9305"/>
              <a:gd name="connsiteX123-6253" fmla="*/ 527 w 10000"/>
              <a:gd name="connsiteY123-6254" fmla="*/ 7791 h 9305"/>
              <a:gd name="connsiteX124-6255" fmla="*/ 610 w 10000"/>
              <a:gd name="connsiteY124-6256" fmla="*/ 7658 h 9305"/>
              <a:gd name="connsiteX125-6257" fmla="*/ 708 w 10000"/>
              <a:gd name="connsiteY125-6258" fmla="*/ 7545 h 9305"/>
              <a:gd name="connsiteX126-6259" fmla="*/ 873 w 10000"/>
              <a:gd name="connsiteY126-6260" fmla="*/ 7434 h 9305"/>
              <a:gd name="connsiteX127-6261" fmla="*/ 1054 w 10000"/>
              <a:gd name="connsiteY127-6262" fmla="*/ 7189 h 9305"/>
              <a:gd name="connsiteX128-6263" fmla="*/ 1137 w 10000"/>
              <a:gd name="connsiteY128-6264" fmla="*/ 7079 h 9305"/>
              <a:gd name="connsiteX129-6265" fmla="*/ 1318 w 10000"/>
              <a:gd name="connsiteY129-6266" fmla="*/ 6833 h 9305"/>
              <a:gd name="connsiteX130-6267" fmla="*/ 1483 w 10000"/>
              <a:gd name="connsiteY130-6268" fmla="*/ 6610 h 9305"/>
              <a:gd name="connsiteX131-6269" fmla="*/ 1483 w 10000"/>
              <a:gd name="connsiteY131-6270" fmla="*/ 6610 h 9305"/>
              <a:gd name="connsiteX0-6271" fmla="*/ 1483 w 10000"/>
              <a:gd name="connsiteY0-6272" fmla="*/ 7028 h 9924"/>
              <a:gd name="connsiteX1-6273" fmla="*/ 1664 w 10000"/>
              <a:gd name="connsiteY1-6274" fmla="*/ 6645 h 9924"/>
              <a:gd name="connsiteX2-6275" fmla="*/ 1911 w 10000"/>
              <a:gd name="connsiteY2-6276" fmla="*/ 6263 h 9924"/>
              <a:gd name="connsiteX3-6277" fmla="*/ 2092 w 10000"/>
              <a:gd name="connsiteY3-6278" fmla="*/ 5879 h 9924"/>
              <a:gd name="connsiteX4-6279" fmla="*/ 2356 w 10000"/>
              <a:gd name="connsiteY4-6280" fmla="*/ 5377 h 9924"/>
              <a:gd name="connsiteX5-6281" fmla="*/ 2619 w 10000"/>
              <a:gd name="connsiteY5-6282" fmla="*/ 4754 h 9924"/>
              <a:gd name="connsiteX6-6283" fmla="*/ 2883 w 10000"/>
              <a:gd name="connsiteY6-6284" fmla="*/ 4108 h 9924"/>
              <a:gd name="connsiteX7-6285" fmla="*/ 3130 w 10000"/>
              <a:gd name="connsiteY7-6286" fmla="*/ 3366 h 9924"/>
              <a:gd name="connsiteX8-6287" fmla="*/ 3476 w 10000"/>
              <a:gd name="connsiteY8-6288" fmla="*/ 2599 h 9924"/>
              <a:gd name="connsiteX9-6289" fmla="*/ 3740 w 10000"/>
              <a:gd name="connsiteY9-6290" fmla="*/ 1833 h 9924"/>
              <a:gd name="connsiteX10-6291" fmla="*/ 4003 w 10000"/>
              <a:gd name="connsiteY10-6292" fmla="*/ 1210 h 9924"/>
              <a:gd name="connsiteX11-6293" fmla="*/ 4185 w 10000"/>
              <a:gd name="connsiteY11-6294" fmla="*/ 566 h 9924"/>
              <a:gd name="connsiteX12-6295" fmla="*/ 4349 w 10000"/>
              <a:gd name="connsiteY12-6296" fmla="*/ 64 h 9924"/>
              <a:gd name="connsiteX13-6297" fmla="*/ 5914 w 10000"/>
              <a:gd name="connsiteY13-6298" fmla="*/ 182 h 9924"/>
              <a:gd name="connsiteX14-6299" fmla="*/ 5750 w 10000"/>
              <a:gd name="connsiteY14-6300" fmla="*/ 446 h 9924"/>
              <a:gd name="connsiteX15-6301" fmla="*/ 5568 w 10000"/>
              <a:gd name="connsiteY15-6302" fmla="*/ 685 h 9924"/>
              <a:gd name="connsiteX16-6303" fmla="*/ 5486 w 10000"/>
              <a:gd name="connsiteY16-6304" fmla="*/ 947 h 9924"/>
              <a:gd name="connsiteX17-6305" fmla="*/ 5305 w 10000"/>
              <a:gd name="connsiteY17-6306" fmla="*/ 1210 h 9924"/>
              <a:gd name="connsiteX18-6307" fmla="*/ 5140 w 10000"/>
              <a:gd name="connsiteY18-6308" fmla="*/ 1569 h 9924"/>
              <a:gd name="connsiteX19-6309" fmla="*/ 4959 w 10000"/>
              <a:gd name="connsiteY19-6310" fmla="*/ 1954 h 9924"/>
              <a:gd name="connsiteX20-6311" fmla="*/ 4695 w 10000"/>
              <a:gd name="connsiteY20-6312" fmla="*/ 2457 h 9924"/>
              <a:gd name="connsiteX21-6313" fmla="*/ 4530 w 10000"/>
              <a:gd name="connsiteY21-6314" fmla="*/ 2984 h 9924"/>
              <a:gd name="connsiteX22-6315" fmla="*/ 4267 w 10000"/>
              <a:gd name="connsiteY22-6316" fmla="*/ 3484 h 9924"/>
              <a:gd name="connsiteX23-6317" fmla="*/ 3921 w 10000"/>
              <a:gd name="connsiteY23-6318" fmla="*/ 4108 h 9924"/>
              <a:gd name="connsiteX24-6319" fmla="*/ 3657 w 10000"/>
              <a:gd name="connsiteY24-6320" fmla="*/ 4611 h 9924"/>
              <a:gd name="connsiteX25-6321" fmla="*/ 3476 w 10000"/>
              <a:gd name="connsiteY25-6322" fmla="*/ 5136 h 9924"/>
              <a:gd name="connsiteX26-6323" fmla="*/ 3229 w 10000"/>
              <a:gd name="connsiteY26-6324" fmla="*/ 5640 h 9924"/>
              <a:gd name="connsiteX27-6325" fmla="*/ 2965 w 10000"/>
              <a:gd name="connsiteY27-6326" fmla="*/ 6023 h 9924"/>
              <a:gd name="connsiteX28-6327" fmla="*/ 2784 w 10000"/>
              <a:gd name="connsiteY28-6328" fmla="*/ 6381 h 9924"/>
              <a:gd name="connsiteX29-6329" fmla="*/ 2619 w 10000"/>
              <a:gd name="connsiteY29-6330" fmla="*/ 6765 h 9924"/>
              <a:gd name="connsiteX30-6331" fmla="*/ 2438 w 10000"/>
              <a:gd name="connsiteY30-6332" fmla="*/ 7028 h 9924"/>
              <a:gd name="connsiteX31-6333" fmla="*/ 2273 w 10000"/>
              <a:gd name="connsiteY31-6334" fmla="*/ 7267 h 9924"/>
              <a:gd name="connsiteX32-6335" fmla="*/ 2092 w 10000"/>
              <a:gd name="connsiteY32-6336" fmla="*/ 7532 h 9924"/>
              <a:gd name="connsiteX33-6337" fmla="*/ 2010 w 10000"/>
              <a:gd name="connsiteY33-6338" fmla="*/ 7795 h 9924"/>
              <a:gd name="connsiteX34-6339" fmla="*/ 1911 w 10000"/>
              <a:gd name="connsiteY34-6340" fmla="*/ 7913 h 9924"/>
              <a:gd name="connsiteX35-6341" fmla="*/ 1829 w 10000"/>
              <a:gd name="connsiteY35-6342" fmla="*/ 8033 h 9924"/>
              <a:gd name="connsiteX36-6343" fmla="*/ 1746 w 10000"/>
              <a:gd name="connsiteY36-6344" fmla="*/ 8154 h 9924"/>
              <a:gd name="connsiteX37-6345" fmla="*/ 1746 w 10000"/>
              <a:gd name="connsiteY37-6346" fmla="*/ 8297 h 9924"/>
              <a:gd name="connsiteX38-6347" fmla="*/ 1746 w 10000"/>
              <a:gd name="connsiteY38-6348" fmla="*/ 8297 h 9924"/>
              <a:gd name="connsiteX39-6349" fmla="*/ 1829 w 10000"/>
              <a:gd name="connsiteY39-6350" fmla="*/ 8297 h 9924"/>
              <a:gd name="connsiteX40-6351" fmla="*/ 1911 w 10000"/>
              <a:gd name="connsiteY40-6352" fmla="*/ 8415 h 9924"/>
              <a:gd name="connsiteX41-6353" fmla="*/ 2010 w 10000"/>
              <a:gd name="connsiteY41-6354" fmla="*/ 8415 h 9924"/>
              <a:gd name="connsiteX42-6355" fmla="*/ 2175 w 10000"/>
              <a:gd name="connsiteY42-6356" fmla="*/ 8415 h 9924"/>
              <a:gd name="connsiteX43-6357" fmla="*/ 2273 w 10000"/>
              <a:gd name="connsiteY43-6358" fmla="*/ 8297 h 9924"/>
              <a:gd name="connsiteX44-6359" fmla="*/ 2356 w 10000"/>
              <a:gd name="connsiteY44-6360" fmla="*/ 8297 h 9924"/>
              <a:gd name="connsiteX45-6361" fmla="*/ 2521 w 10000"/>
              <a:gd name="connsiteY45-6362" fmla="*/ 8297 h 9924"/>
              <a:gd name="connsiteX46-6363" fmla="*/ 2702 w 10000"/>
              <a:gd name="connsiteY46-6364" fmla="*/ 8297 h 9924"/>
              <a:gd name="connsiteX47-6365" fmla="*/ 2883 w 10000"/>
              <a:gd name="connsiteY47-6366" fmla="*/ 8154 h 9924"/>
              <a:gd name="connsiteX48-6367" fmla="*/ 3048 w 10000"/>
              <a:gd name="connsiteY48-6368" fmla="*/ 8154 h 9924"/>
              <a:gd name="connsiteX49-6369" fmla="*/ 3311 w 10000"/>
              <a:gd name="connsiteY49-6370" fmla="*/ 8154 h 9924"/>
              <a:gd name="connsiteX50-6371" fmla="*/ 3575 w 10000"/>
              <a:gd name="connsiteY50-6372" fmla="*/ 8154 h 9924"/>
              <a:gd name="connsiteX51-6373" fmla="*/ 3921 w 10000"/>
              <a:gd name="connsiteY51-6374" fmla="*/ 8033 h 9924"/>
              <a:gd name="connsiteX52-6375" fmla="*/ 4267 w 10000"/>
              <a:gd name="connsiteY52-6376" fmla="*/ 8033 h 9924"/>
              <a:gd name="connsiteX53-6377" fmla="*/ 4613 w 10000"/>
              <a:gd name="connsiteY53-6378" fmla="*/ 8033 h 9924"/>
              <a:gd name="connsiteX54-6379" fmla="*/ 4959 w 10000"/>
              <a:gd name="connsiteY54-6380" fmla="*/ 7913 h 9924"/>
              <a:gd name="connsiteX55-6381" fmla="*/ 5387 w 10000"/>
              <a:gd name="connsiteY55-6382" fmla="*/ 7795 h 9924"/>
              <a:gd name="connsiteX56-6383" fmla="*/ 5832 w 10000"/>
              <a:gd name="connsiteY56-6384" fmla="*/ 7795 h 9924"/>
              <a:gd name="connsiteX57-6385" fmla="*/ 6343 w 10000"/>
              <a:gd name="connsiteY57-6386" fmla="*/ 7650 h 9924"/>
              <a:gd name="connsiteX58-6387" fmla="*/ 6787 w 10000"/>
              <a:gd name="connsiteY58-6388" fmla="*/ 7650 h 9924"/>
              <a:gd name="connsiteX59-6389" fmla="*/ 7298 w 10000"/>
              <a:gd name="connsiteY59-6390" fmla="*/ 7532 h 9924"/>
              <a:gd name="connsiteX60-6391" fmla="*/ 7743 w 10000"/>
              <a:gd name="connsiteY60-6392" fmla="*/ 7410 h 9924"/>
              <a:gd name="connsiteX61-6393" fmla="*/ 8171 w 10000"/>
              <a:gd name="connsiteY61-6394" fmla="*/ 7410 h 9924"/>
              <a:gd name="connsiteX62-6395" fmla="*/ 8435 w 10000"/>
              <a:gd name="connsiteY62-6396" fmla="*/ 7267 h 9924"/>
              <a:gd name="connsiteX63-6397" fmla="*/ 8699 w 10000"/>
              <a:gd name="connsiteY63-6398" fmla="*/ 7267 h 9924"/>
              <a:gd name="connsiteX64-6399" fmla="*/ 8962 w 10000"/>
              <a:gd name="connsiteY64-6400" fmla="*/ 7267 h 9924"/>
              <a:gd name="connsiteX65-6401" fmla="*/ 9127 w 10000"/>
              <a:gd name="connsiteY65-6402" fmla="*/ 7267 h 9924"/>
              <a:gd name="connsiteX66-6403" fmla="*/ 9226 w 10000"/>
              <a:gd name="connsiteY66-6404" fmla="*/ 7146 h 9924"/>
              <a:gd name="connsiteX67-6405" fmla="*/ 9390 w 10000"/>
              <a:gd name="connsiteY67-6406" fmla="*/ 7267 h 9924"/>
              <a:gd name="connsiteX68-6407" fmla="*/ 9473 w 10000"/>
              <a:gd name="connsiteY68-6408" fmla="*/ 7267 h 9924"/>
              <a:gd name="connsiteX69-6409" fmla="*/ 9654 w 10000"/>
              <a:gd name="connsiteY69-6410" fmla="*/ 7410 h 9924"/>
              <a:gd name="connsiteX70-6411" fmla="*/ 9736 w 10000"/>
              <a:gd name="connsiteY70-6412" fmla="*/ 7410 h 9924"/>
              <a:gd name="connsiteX71-6413" fmla="*/ 9918 w 10000"/>
              <a:gd name="connsiteY71-6414" fmla="*/ 7650 h 9924"/>
              <a:gd name="connsiteX72-6415" fmla="*/ 10000 w 10000"/>
              <a:gd name="connsiteY72-6416" fmla="*/ 7795 h 9924"/>
              <a:gd name="connsiteX73-6417" fmla="*/ 10000 w 10000"/>
              <a:gd name="connsiteY73-6418" fmla="*/ 7913 h 9924"/>
              <a:gd name="connsiteX74-6419" fmla="*/ 10000 w 10000"/>
              <a:gd name="connsiteY74-6420" fmla="*/ 8033 h 9924"/>
              <a:gd name="connsiteX75-6421" fmla="*/ 10000 w 10000"/>
              <a:gd name="connsiteY75-6422" fmla="*/ 8033 h 9924"/>
              <a:gd name="connsiteX76-6423" fmla="*/ 10000 w 10000"/>
              <a:gd name="connsiteY76-6424" fmla="*/ 8154 h 9924"/>
              <a:gd name="connsiteX77-6425" fmla="*/ 9918 w 10000"/>
              <a:gd name="connsiteY77-6426" fmla="*/ 8154 h 9924"/>
              <a:gd name="connsiteX78-6427" fmla="*/ 9819 w 10000"/>
              <a:gd name="connsiteY78-6428" fmla="*/ 8154 h 9924"/>
              <a:gd name="connsiteX79-6429" fmla="*/ 9736 w 10000"/>
              <a:gd name="connsiteY79-6430" fmla="*/ 8297 h 9924"/>
              <a:gd name="connsiteX80-6431" fmla="*/ 9572 w 10000"/>
              <a:gd name="connsiteY80-6432" fmla="*/ 8297 h 9924"/>
              <a:gd name="connsiteX81-6433" fmla="*/ 9390 w 10000"/>
              <a:gd name="connsiteY81-6434" fmla="*/ 8297 h 9924"/>
              <a:gd name="connsiteX82-6435" fmla="*/ 9127 w 10000"/>
              <a:gd name="connsiteY82-6436" fmla="*/ 8297 h 9924"/>
              <a:gd name="connsiteX83-6437" fmla="*/ 8863 w 10000"/>
              <a:gd name="connsiteY83-6438" fmla="*/ 8297 h 9924"/>
              <a:gd name="connsiteX84-6439" fmla="*/ 8616 w 10000"/>
              <a:gd name="connsiteY84-6440" fmla="*/ 8297 h 9924"/>
              <a:gd name="connsiteX85-6441" fmla="*/ 8353 w 10000"/>
              <a:gd name="connsiteY85-6442" fmla="*/ 8297 h 9924"/>
              <a:gd name="connsiteX86-6443" fmla="*/ 8007 w 10000"/>
              <a:gd name="connsiteY86-6444" fmla="*/ 8297 h 9924"/>
              <a:gd name="connsiteX87-6445" fmla="*/ 7661 w 10000"/>
              <a:gd name="connsiteY87-6446" fmla="*/ 8297 h 9924"/>
              <a:gd name="connsiteX88-6447" fmla="*/ 7298 w 10000"/>
              <a:gd name="connsiteY88-6448" fmla="*/ 8415 h 9924"/>
              <a:gd name="connsiteX89-6449" fmla="*/ 6870 w 10000"/>
              <a:gd name="connsiteY89-6450" fmla="*/ 8415 h 9924"/>
              <a:gd name="connsiteX90-6451" fmla="*/ 6442 w 10000"/>
              <a:gd name="connsiteY90-6452" fmla="*/ 8415 h 9924"/>
              <a:gd name="connsiteX91-6453" fmla="*/ 5651 w 10000"/>
              <a:gd name="connsiteY91-6454" fmla="*/ 8535 h 9924"/>
              <a:gd name="connsiteX92-6455" fmla="*/ 4876 w 10000"/>
              <a:gd name="connsiteY92-6456" fmla="*/ 8678 h 9924"/>
              <a:gd name="connsiteX93-6457" fmla="*/ 4185 w 10000"/>
              <a:gd name="connsiteY93-6458" fmla="*/ 8800 h 9924"/>
              <a:gd name="connsiteX94-6459" fmla="*/ 3476 w 10000"/>
              <a:gd name="connsiteY94-6460" fmla="*/ 8920 h 9924"/>
              <a:gd name="connsiteX95-6461" fmla="*/ 3130 w 10000"/>
              <a:gd name="connsiteY95-6462" fmla="*/ 8920 h 9924"/>
              <a:gd name="connsiteX96-6463" fmla="*/ 2883 w 10000"/>
              <a:gd name="connsiteY96-6464" fmla="*/ 9038 h 9924"/>
              <a:gd name="connsiteX97-6465" fmla="*/ 2521 w 10000"/>
              <a:gd name="connsiteY97-6466" fmla="*/ 9184 h 9924"/>
              <a:gd name="connsiteX98-6467" fmla="*/ 2273 w 10000"/>
              <a:gd name="connsiteY98-6468" fmla="*/ 9184 h 9924"/>
              <a:gd name="connsiteX99-6469" fmla="*/ 2092 w 10000"/>
              <a:gd name="connsiteY99-6470" fmla="*/ 9301 h 9924"/>
              <a:gd name="connsiteX100-6471" fmla="*/ 1829 w 10000"/>
              <a:gd name="connsiteY100-6472" fmla="*/ 9301 h 9924"/>
              <a:gd name="connsiteX101-6473" fmla="*/ 1664 w 10000"/>
              <a:gd name="connsiteY101-6474" fmla="*/ 9420 h 9924"/>
              <a:gd name="connsiteX102-6475" fmla="*/ 1400 w 10000"/>
              <a:gd name="connsiteY102-6476" fmla="*/ 9565 h 9924"/>
              <a:gd name="connsiteX103-6477" fmla="*/ 1219 w 10000"/>
              <a:gd name="connsiteY103-6478" fmla="*/ 9565 h 9924"/>
              <a:gd name="connsiteX104-6479" fmla="*/ 1137 w 10000"/>
              <a:gd name="connsiteY104-6480" fmla="*/ 9684 h 9924"/>
              <a:gd name="connsiteX105-6481" fmla="*/ 956 w 10000"/>
              <a:gd name="connsiteY105-6482" fmla="*/ 9684 h 9924"/>
              <a:gd name="connsiteX106-6483" fmla="*/ 873 w 10000"/>
              <a:gd name="connsiteY106-6484" fmla="*/ 9805 h 9924"/>
              <a:gd name="connsiteX107-6485" fmla="*/ 791 w 10000"/>
              <a:gd name="connsiteY107-6486" fmla="*/ 9805 h 9924"/>
              <a:gd name="connsiteX108-6487" fmla="*/ 708 w 10000"/>
              <a:gd name="connsiteY108-6488" fmla="*/ 9805 h 9924"/>
              <a:gd name="connsiteX109-6489" fmla="*/ 527 w 10000"/>
              <a:gd name="connsiteY109-6490" fmla="*/ 9924 h 9924"/>
              <a:gd name="connsiteX110-6491" fmla="*/ 445 w 10000"/>
              <a:gd name="connsiteY110-6492" fmla="*/ 9805 h 9924"/>
              <a:gd name="connsiteX111-6493" fmla="*/ 362 w 10000"/>
              <a:gd name="connsiteY111-6494" fmla="*/ 9805 h 9924"/>
              <a:gd name="connsiteX112-6495" fmla="*/ 264 w 10000"/>
              <a:gd name="connsiteY112-6496" fmla="*/ 9684 h 9924"/>
              <a:gd name="connsiteX113-6497" fmla="*/ 181 w 10000"/>
              <a:gd name="connsiteY113-6498" fmla="*/ 9420 h 9924"/>
              <a:gd name="connsiteX114-6499" fmla="*/ 99 w 10000"/>
              <a:gd name="connsiteY114-6500" fmla="*/ 9184 h 9924"/>
              <a:gd name="connsiteX115-6501" fmla="*/ 0 w 10000"/>
              <a:gd name="connsiteY115-6502" fmla="*/ 9038 h 9924"/>
              <a:gd name="connsiteX116-6503" fmla="*/ 0 w 10000"/>
              <a:gd name="connsiteY116-6504" fmla="*/ 8920 h 9924"/>
              <a:gd name="connsiteX117-6505" fmla="*/ 0 w 10000"/>
              <a:gd name="connsiteY117-6506" fmla="*/ 8800 h 9924"/>
              <a:gd name="connsiteX118-6507" fmla="*/ 0 w 10000"/>
              <a:gd name="connsiteY118-6508" fmla="*/ 8800 h 9924"/>
              <a:gd name="connsiteX119-6509" fmla="*/ 99 w 10000"/>
              <a:gd name="connsiteY119-6510" fmla="*/ 8678 h 9924"/>
              <a:gd name="connsiteX120-6511" fmla="*/ 181 w 10000"/>
              <a:gd name="connsiteY120-6512" fmla="*/ 8535 h 9924"/>
              <a:gd name="connsiteX121-6513" fmla="*/ 362 w 10000"/>
              <a:gd name="connsiteY121-6514" fmla="*/ 8415 h 9924"/>
              <a:gd name="connsiteX122-6515" fmla="*/ 527 w 10000"/>
              <a:gd name="connsiteY122-6516" fmla="*/ 8297 h 9924"/>
              <a:gd name="connsiteX123-6517" fmla="*/ 610 w 10000"/>
              <a:gd name="connsiteY123-6518" fmla="*/ 8154 h 9924"/>
              <a:gd name="connsiteX124-6519" fmla="*/ 708 w 10000"/>
              <a:gd name="connsiteY124-6520" fmla="*/ 8033 h 9924"/>
              <a:gd name="connsiteX125-6521" fmla="*/ 873 w 10000"/>
              <a:gd name="connsiteY125-6522" fmla="*/ 7913 h 9924"/>
              <a:gd name="connsiteX126-6523" fmla="*/ 1054 w 10000"/>
              <a:gd name="connsiteY126-6524" fmla="*/ 7650 h 9924"/>
              <a:gd name="connsiteX127-6525" fmla="*/ 1137 w 10000"/>
              <a:gd name="connsiteY127-6526" fmla="*/ 7532 h 9924"/>
              <a:gd name="connsiteX128-6527" fmla="*/ 1318 w 10000"/>
              <a:gd name="connsiteY128-6528" fmla="*/ 7267 h 9924"/>
              <a:gd name="connsiteX129-6529" fmla="*/ 1483 w 10000"/>
              <a:gd name="connsiteY129-6530" fmla="*/ 7028 h 9924"/>
              <a:gd name="connsiteX130-6531" fmla="*/ 1483 w 10000"/>
              <a:gd name="connsiteY130-6532" fmla="*/ 7028 h 9924"/>
              <a:gd name="connsiteX0-6533" fmla="*/ 1483 w 10000"/>
              <a:gd name="connsiteY0-6534" fmla="*/ 7038 h 9956"/>
              <a:gd name="connsiteX1-6535" fmla="*/ 1664 w 10000"/>
              <a:gd name="connsiteY1-6536" fmla="*/ 6652 h 9956"/>
              <a:gd name="connsiteX2-6537" fmla="*/ 1911 w 10000"/>
              <a:gd name="connsiteY2-6538" fmla="*/ 6267 h 9956"/>
              <a:gd name="connsiteX3-6539" fmla="*/ 2092 w 10000"/>
              <a:gd name="connsiteY3-6540" fmla="*/ 5880 h 9956"/>
              <a:gd name="connsiteX4-6541" fmla="*/ 2356 w 10000"/>
              <a:gd name="connsiteY4-6542" fmla="*/ 5374 h 9956"/>
              <a:gd name="connsiteX5-6543" fmla="*/ 2619 w 10000"/>
              <a:gd name="connsiteY5-6544" fmla="*/ 4746 h 9956"/>
              <a:gd name="connsiteX6-6545" fmla="*/ 2883 w 10000"/>
              <a:gd name="connsiteY6-6546" fmla="*/ 4095 h 9956"/>
              <a:gd name="connsiteX7-6547" fmla="*/ 3130 w 10000"/>
              <a:gd name="connsiteY7-6548" fmla="*/ 3348 h 9956"/>
              <a:gd name="connsiteX8-6549" fmla="*/ 3476 w 10000"/>
              <a:gd name="connsiteY8-6550" fmla="*/ 2575 h 9956"/>
              <a:gd name="connsiteX9-6551" fmla="*/ 3740 w 10000"/>
              <a:gd name="connsiteY9-6552" fmla="*/ 1803 h 9956"/>
              <a:gd name="connsiteX10-6553" fmla="*/ 4003 w 10000"/>
              <a:gd name="connsiteY10-6554" fmla="*/ 1175 h 9956"/>
              <a:gd name="connsiteX11-6555" fmla="*/ 4185 w 10000"/>
              <a:gd name="connsiteY11-6556" fmla="*/ 526 h 9956"/>
              <a:gd name="connsiteX12-6557" fmla="*/ 4349 w 10000"/>
              <a:gd name="connsiteY12-6558" fmla="*/ 20 h 9956"/>
              <a:gd name="connsiteX13-6559" fmla="*/ 5750 w 10000"/>
              <a:gd name="connsiteY13-6560" fmla="*/ 405 h 9956"/>
              <a:gd name="connsiteX14-6561" fmla="*/ 5568 w 10000"/>
              <a:gd name="connsiteY14-6562" fmla="*/ 646 h 9956"/>
              <a:gd name="connsiteX15-6563" fmla="*/ 5486 w 10000"/>
              <a:gd name="connsiteY15-6564" fmla="*/ 910 h 9956"/>
              <a:gd name="connsiteX16-6565" fmla="*/ 5305 w 10000"/>
              <a:gd name="connsiteY16-6566" fmla="*/ 1175 h 9956"/>
              <a:gd name="connsiteX17-6567" fmla="*/ 5140 w 10000"/>
              <a:gd name="connsiteY17-6568" fmla="*/ 1537 h 9956"/>
              <a:gd name="connsiteX18-6569" fmla="*/ 4959 w 10000"/>
              <a:gd name="connsiteY18-6570" fmla="*/ 1925 h 9956"/>
              <a:gd name="connsiteX19-6571" fmla="*/ 4695 w 10000"/>
              <a:gd name="connsiteY19-6572" fmla="*/ 2432 h 9956"/>
              <a:gd name="connsiteX20-6573" fmla="*/ 4530 w 10000"/>
              <a:gd name="connsiteY20-6574" fmla="*/ 2963 h 9956"/>
              <a:gd name="connsiteX21-6575" fmla="*/ 4267 w 10000"/>
              <a:gd name="connsiteY21-6576" fmla="*/ 3467 h 9956"/>
              <a:gd name="connsiteX22-6577" fmla="*/ 3921 w 10000"/>
              <a:gd name="connsiteY22-6578" fmla="*/ 4095 h 9956"/>
              <a:gd name="connsiteX23-6579" fmla="*/ 3657 w 10000"/>
              <a:gd name="connsiteY23-6580" fmla="*/ 4602 h 9956"/>
              <a:gd name="connsiteX24-6581" fmla="*/ 3476 w 10000"/>
              <a:gd name="connsiteY24-6582" fmla="*/ 5131 h 9956"/>
              <a:gd name="connsiteX25-6583" fmla="*/ 3229 w 10000"/>
              <a:gd name="connsiteY25-6584" fmla="*/ 5639 h 9956"/>
              <a:gd name="connsiteX26-6585" fmla="*/ 2965 w 10000"/>
              <a:gd name="connsiteY26-6586" fmla="*/ 6025 h 9956"/>
              <a:gd name="connsiteX27-6587" fmla="*/ 2784 w 10000"/>
              <a:gd name="connsiteY27-6588" fmla="*/ 6386 h 9956"/>
              <a:gd name="connsiteX28-6589" fmla="*/ 2619 w 10000"/>
              <a:gd name="connsiteY28-6590" fmla="*/ 6773 h 9956"/>
              <a:gd name="connsiteX29-6591" fmla="*/ 2438 w 10000"/>
              <a:gd name="connsiteY29-6592" fmla="*/ 7038 h 9956"/>
              <a:gd name="connsiteX30-6593" fmla="*/ 2273 w 10000"/>
              <a:gd name="connsiteY30-6594" fmla="*/ 7279 h 9956"/>
              <a:gd name="connsiteX31-6595" fmla="*/ 2092 w 10000"/>
              <a:gd name="connsiteY31-6596" fmla="*/ 7546 h 9956"/>
              <a:gd name="connsiteX32-6597" fmla="*/ 2010 w 10000"/>
              <a:gd name="connsiteY32-6598" fmla="*/ 7811 h 9956"/>
              <a:gd name="connsiteX33-6599" fmla="*/ 1911 w 10000"/>
              <a:gd name="connsiteY33-6600" fmla="*/ 7930 h 9956"/>
              <a:gd name="connsiteX34-6601" fmla="*/ 1829 w 10000"/>
              <a:gd name="connsiteY34-6602" fmla="*/ 8051 h 9956"/>
              <a:gd name="connsiteX35-6603" fmla="*/ 1746 w 10000"/>
              <a:gd name="connsiteY35-6604" fmla="*/ 8172 h 9956"/>
              <a:gd name="connsiteX36-6605" fmla="*/ 1746 w 10000"/>
              <a:gd name="connsiteY36-6606" fmla="*/ 8317 h 9956"/>
              <a:gd name="connsiteX37-6607" fmla="*/ 1746 w 10000"/>
              <a:gd name="connsiteY37-6608" fmla="*/ 8317 h 9956"/>
              <a:gd name="connsiteX38-6609" fmla="*/ 1829 w 10000"/>
              <a:gd name="connsiteY38-6610" fmla="*/ 8317 h 9956"/>
              <a:gd name="connsiteX39-6611" fmla="*/ 1911 w 10000"/>
              <a:gd name="connsiteY39-6612" fmla="*/ 8435 h 9956"/>
              <a:gd name="connsiteX40-6613" fmla="*/ 2010 w 10000"/>
              <a:gd name="connsiteY40-6614" fmla="*/ 8435 h 9956"/>
              <a:gd name="connsiteX41-6615" fmla="*/ 2175 w 10000"/>
              <a:gd name="connsiteY41-6616" fmla="*/ 8435 h 9956"/>
              <a:gd name="connsiteX42-6617" fmla="*/ 2273 w 10000"/>
              <a:gd name="connsiteY42-6618" fmla="*/ 8317 h 9956"/>
              <a:gd name="connsiteX43-6619" fmla="*/ 2356 w 10000"/>
              <a:gd name="connsiteY43-6620" fmla="*/ 8317 h 9956"/>
              <a:gd name="connsiteX44-6621" fmla="*/ 2521 w 10000"/>
              <a:gd name="connsiteY44-6622" fmla="*/ 8317 h 9956"/>
              <a:gd name="connsiteX45-6623" fmla="*/ 2702 w 10000"/>
              <a:gd name="connsiteY45-6624" fmla="*/ 8317 h 9956"/>
              <a:gd name="connsiteX46-6625" fmla="*/ 2883 w 10000"/>
              <a:gd name="connsiteY46-6626" fmla="*/ 8172 h 9956"/>
              <a:gd name="connsiteX47-6627" fmla="*/ 3048 w 10000"/>
              <a:gd name="connsiteY47-6628" fmla="*/ 8172 h 9956"/>
              <a:gd name="connsiteX48-6629" fmla="*/ 3311 w 10000"/>
              <a:gd name="connsiteY48-6630" fmla="*/ 8172 h 9956"/>
              <a:gd name="connsiteX49-6631" fmla="*/ 3575 w 10000"/>
              <a:gd name="connsiteY49-6632" fmla="*/ 8172 h 9956"/>
              <a:gd name="connsiteX50-6633" fmla="*/ 3921 w 10000"/>
              <a:gd name="connsiteY50-6634" fmla="*/ 8051 h 9956"/>
              <a:gd name="connsiteX51-6635" fmla="*/ 4267 w 10000"/>
              <a:gd name="connsiteY51-6636" fmla="*/ 8051 h 9956"/>
              <a:gd name="connsiteX52-6637" fmla="*/ 4613 w 10000"/>
              <a:gd name="connsiteY52-6638" fmla="*/ 8051 h 9956"/>
              <a:gd name="connsiteX53-6639" fmla="*/ 4959 w 10000"/>
              <a:gd name="connsiteY53-6640" fmla="*/ 7930 h 9956"/>
              <a:gd name="connsiteX54-6641" fmla="*/ 5387 w 10000"/>
              <a:gd name="connsiteY54-6642" fmla="*/ 7811 h 9956"/>
              <a:gd name="connsiteX55-6643" fmla="*/ 5832 w 10000"/>
              <a:gd name="connsiteY55-6644" fmla="*/ 7811 h 9956"/>
              <a:gd name="connsiteX56-6645" fmla="*/ 6343 w 10000"/>
              <a:gd name="connsiteY56-6646" fmla="*/ 7665 h 9956"/>
              <a:gd name="connsiteX57-6647" fmla="*/ 6787 w 10000"/>
              <a:gd name="connsiteY57-6648" fmla="*/ 7665 h 9956"/>
              <a:gd name="connsiteX58-6649" fmla="*/ 7298 w 10000"/>
              <a:gd name="connsiteY58-6650" fmla="*/ 7546 h 9956"/>
              <a:gd name="connsiteX59-6651" fmla="*/ 7743 w 10000"/>
              <a:gd name="connsiteY59-6652" fmla="*/ 7423 h 9956"/>
              <a:gd name="connsiteX60-6653" fmla="*/ 8171 w 10000"/>
              <a:gd name="connsiteY60-6654" fmla="*/ 7423 h 9956"/>
              <a:gd name="connsiteX61-6655" fmla="*/ 8435 w 10000"/>
              <a:gd name="connsiteY61-6656" fmla="*/ 7279 h 9956"/>
              <a:gd name="connsiteX62-6657" fmla="*/ 8699 w 10000"/>
              <a:gd name="connsiteY62-6658" fmla="*/ 7279 h 9956"/>
              <a:gd name="connsiteX63-6659" fmla="*/ 8962 w 10000"/>
              <a:gd name="connsiteY63-6660" fmla="*/ 7279 h 9956"/>
              <a:gd name="connsiteX64-6661" fmla="*/ 9127 w 10000"/>
              <a:gd name="connsiteY64-6662" fmla="*/ 7279 h 9956"/>
              <a:gd name="connsiteX65-6663" fmla="*/ 9226 w 10000"/>
              <a:gd name="connsiteY65-6664" fmla="*/ 7157 h 9956"/>
              <a:gd name="connsiteX66-6665" fmla="*/ 9390 w 10000"/>
              <a:gd name="connsiteY66-6666" fmla="*/ 7279 h 9956"/>
              <a:gd name="connsiteX67-6667" fmla="*/ 9473 w 10000"/>
              <a:gd name="connsiteY67-6668" fmla="*/ 7279 h 9956"/>
              <a:gd name="connsiteX68-6669" fmla="*/ 9654 w 10000"/>
              <a:gd name="connsiteY68-6670" fmla="*/ 7423 h 9956"/>
              <a:gd name="connsiteX69-6671" fmla="*/ 9736 w 10000"/>
              <a:gd name="connsiteY69-6672" fmla="*/ 7423 h 9956"/>
              <a:gd name="connsiteX70-6673" fmla="*/ 9918 w 10000"/>
              <a:gd name="connsiteY70-6674" fmla="*/ 7665 h 9956"/>
              <a:gd name="connsiteX71-6675" fmla="*/ 10000 w 10000"/>
              <a:gd name="connsiteY71-6676" fmla="*/ 7811 h 9956"/>
              <a:gd name="connsiteX72-6677" fmla="*/ 10000 w 10000"/>
              <a:gd name="connsiteY72-6678" fmla="*/ 7930 h 9956"/>
              <a:gd name="connsiteX73-6679" fmla="*/ 10000 w 10000"/>
              <a:gd name="connsiteY73-6680" fmla="*/ 8051 h 9956"/>
              <a:gd name="connsiteX74-6681" fmla="*/ 10000 w 10000"/>
              <a:gd name="connsiteY74-6682" fmla="*/ 8051 h 9956"/>
              <a:gd name="connsiteX75-6683" fmla="*/ 10000 w 10000"/>
              <a:gd name="connsiteY75-6684" fmla="*/ 8172 h 9956"/>
              <a:gd name="connsiteX76-6685" fmla="*/ 9918 w 10000"/>
              <a:gd name="connsiteY76-6686" fmla="*/ 8172 h 9956"/>
              <a:gd name="connsiteX77-6687" fmla="*/ 9819 w 10000"/>
              <a:gd name="connsiteY77-6688" fmla="*/ 8172 h 9956"/>
              <a:gd name="connsiteX78-6689" fmla="*/ 9736 w 10000"/>
              <a:gd name="connsiteY78-6690" fmla="*/ 8317 h 9956"/>
              <a:gd name="connsiteX79-6691" fmla="*/ 9572 w 10000"/>
              <a:gd name="connsiteY79-6692" fmla="*/ 8317 h 9956"/>
              <a:gd name="connsiteX80-6693" fmla="*/ 9390 w 10000"/>
              <a:gd name="connsiteY80-6694" fmla="*/ 8317 h 9956"/>
              <a:gd name="connsiteX81-6695" fmla="*/ 9127 w 10000"/>
              <a:gd name="connsiteY81-6696" fmla="*/ 8317 h 9956"/>
              <a:gd name="connsiteX82-6697" fmla="*/ 8863 w 10000"/>
              <a:gd name="connsiteY82-6698" fmla="*/ 8317 h 9956"/>
              <a:gd name="connsiteX83-6699" fmla="*/ 8616 w 10000"/>
              <a:gd name="connsiteY83-6700" fmla="*/ 8317 h 9956"/>
              <a:gd name="connsiteX84-6701" fmla="*/ 8353 w 10000"/>
              <a:gd name="connsiteY84-6702" fmla="*/ 8317 h 9956"/>
              <a:gd name="connsiteX85-6703" fmla="*/ 8007 w 10000"/>
              <a:gd name="connsiteY85-6704" fmla="*/ 8317 h 9956"/>
              <a:gd name="connsiteX86-6705" fmla="*/ 7661 w 10000"/>
              <a:gd name="connsiteY86-6706" fmla="*/ 8317 h 9956"/>
              <a:gd name="connsiteX87-6707" fmla="*/ 7298 w 10000"/>
              <a:gd name="connsiteY87-6708" fmla="*/ 8435 h 9956"/>
              <a:gd name="connsiteX88-6709" fmla="*/ 6870 w 10000"/>
              <a:gd name="connsiteY88-6710" fmla="*/ 8435 h 9956"/>
              <a:gd name="connsiteX89-6711" fmla="*/ 6442 w 10000"/>
              <a:gd name="connsiteY89-6712" fmla="*/ 8435 h 9956"/>
              <a:gd name="connsiteX90-6713" fmla="*/ 5651 w 10000"/>
              <a:gd name="connsiteY90-6714" fmla="*/ 8556 h 9956"/>
              <a:gd name="connsiteX91-6715" fmla="*/ 4876 w 10000"/>
              <a:gd name="connsiteY91-6716" fmla="*/ 8700 h 9956"/>
              <a:gd name="connsiteX92-6717" fmla="*/ 4185 w 10000"/>
              <a:gd name="connsiteY92-6718" fmla="*/ 8823 h 9956"/>
              <a:gd name="connsiteX93-6719" fmla="*/ 3476 w 10000"/>
              <a:gd name="connsiteY93-6720" fmla="*/ 8944 h 9956"/>
              <a:gd name="connsiteX94-6721" fmla="*/ 3130 w 10000"/>
              <a:gd name="connsiteY94-6722" fmla="*/ 8944 h 9956"/>
              <a:gd name="connsiteX95-6723" fmla="*/ 2883 w 10000"/>
              <a:gd name="connsiteY95-6724" fmla="*/ 9063 h 9956"/>
              <a:gd name="connsiteX96-6725" fmla="*/ 2521 w 10000"/>
              <a:gd name="connsiteY96-6726" fmla="*/ 9210 h 9956"/>
              <a:gd name="connsiteX97-6727" fmla="*/ 2273 w 10000"/>
              <a:gd name="connsiteY97-6728" fmla="*/ 9210 h 9956"/>
              <a:gd name="connsiteX98-6729" fmla="*/ 2092 w 10000"/>
              <a:gd name="connsiteY98-6730" fmla="*/ 9328 h 9956"/>
              <a:gd name="connsiteX99-6731" fmla="*/ 1829 w 10000"/>
              <a:gd name="connsiteY99-6732" fmla="*/ 9328 h 9956"/>
              <a:gd name="connsiteX100-6733" fmla="*/ 1664 w 10000"/>
              <a:gd name="connsiteY100-6734" fmla="*/ 9448 h 9956"/>
              <a:gd name="connsiteX101-6735" fmla="*/ 1400 w 10000"/>
              <a:gd name="connsiteY101-6736" fmla="*/ 9594 h 9956"/>
              <a:gd name="connsiteX102-6737" fmla="*/ 1219 w 10000"/>
              <a:gd name="connsiteY102-6738" fmla="*/ 9594 h 9956"/>
              <a:gd name="connsiteX103-6739" fmla="*/ 1137 w 10000"/>
              <a:gd name="connsiteY103-6740" fmla="*/ 9714 h 9956"/>
              <a:gd name="connsiteX104-6741" fmla="*/ 956 w 10000"/>
              <a:gd name="connsiteY104-6742" fmla="*/ 9714 h 9956"/>
              <a:gd name="connsiteX105-6743" fmla="*/ 873 w 10000"/>
              <a:gd name="connsiteY105-6744" fmla="*/ 9836 h 9956"/>
              <a:gd name="connsiteX106-6745" fmla="*/ 791 w 10000"/>
              <a:gd name="connsiteY106-6746" fmla="*/ 9836 h 9956"/>
              <a:gd name="connsiteX107-6747" fmla="*/ 708 w 10000"/>
              <a:gd name="connsiteY107-6748" fmla="*/ 9836 h 9956"/>
              <a:gd name="connsiteX108-6749" fmla="*/ 527 w 10000"/>
              <a:gd name="connsiteY108-6750" fmla="*/ 9956 h 9956"/>
              <a:gd name="connsiteX109-6751" fmla="*/ 445 w 10000"/>
              <a:gd name="connsiteY109-6752" fmla="*/ 9836 h 9956"/>
              <a:gd name="connsiteX110-6753" fmla="*/ 362 w 10000"/>
              <a:gd name="connsiteY110-6754" fmla="*/ 9836 h 9956"/>
              <a:gd name="connsiteX111-6755" fmla="*/ 264 w 10000"/>
              <a:gd name="connsiteY111-6756" fmla="*/ 9714 h 9956"/>
              <a:gd name="connsiteX112-6757" fmla="*/ 181 w 10000"/>
              <a:gd name="connsiteY112-6758" fmla="*/ 9448 h 9956"/>
              <a:gd name="connsiteX113-6759" fmla="*/ 99 w 10000"/>
              <a:gd name="connsiteY113-6760" fmla="*/ 9210 h 9956"/>
              <a:gd name="connsiteX114-6761" fmla="*/ 0 w 10000"/>
              <a:gd name="connsiteY114-6762" fmla="*/ 9063 h 9956"/>
              <a:gd name="connsiteX115-6763" fmla="*/ 0 w 10000"/>
              <a:gd name="connsiteY115-6764" fmla="*/ 8944 h 9956"/>
              <a:gd name="connsiteX116-6765" fmla="*/ 0 w 10000"/>
              <a:gd name="connsiteY116-6766" fmla="*/ 8823 h 9956"/>
              <a:gd name="connsiteX117-6767" fmla="*/ 0 w 10000"/>
              <a:gd name="connsiteY117-6768" fmla="*/ 8823 h 9956"/>
              <a:gd name="connsiteX118-6769" fmla="*/ 99 w 10000"/>
              <a:gd name="connsiteY118-6770" fmla="*/ 8700 h 9956"/>
              <a:gd name="connsiteX119-6771" fmla="*/ 181 w 10000"/>
              <a:gd name="connsiteY119-6772" fmla="*/ 8556 h 9956"/>
              <a:gd name="connsiteX120-6773" fmla="*/ 362 w 10000"/>
              <a:gd name="connsiteY120-6774" fmla="*/ 8435 h 9956"/>
              <a:gd name="connsiteX121-6775" fmla="*/ 527 w 10000"/>
              <a:gd name="connsiteY121-6776" fmla="*/ 8317 h 9956"/>
              <a:gd name="connsiteX122-6777" fmla="*/ 610 w 10000"/>
              <a:gd name="connsiteY122-6778" fmla="*/ 8172 h 9956"/>
              <a:gd name="connsiteX123-6779" fmla="*/ 708 w 10000"/>
              <a:gd name="connsiteY123-6780" fmla="*/ 8051 h 9956"/>
              <a:gd name="connsiteX124-6781" fmla="*/ 873 w 10000"/>
              <a:gd name="connsiteY124-6782" fmla="*/ 7930 h 9956"/>
              <a:gd name="connsiteX125-6783" fmla="*/ 1054 w 10000"/>
              <a:gd name="connsiteY125-6784" fmla="*/ 7665 h 9956"/>
              <a:gd name="connsiteX126-6785" fmla="*/ 1137 w 10000"/>
              <a:gd name="connsiteY126-6786" fmla="*/ 7546 h 9956"/>
              <a:gd name="connsiteX127-6787" fmla="*/ 1318 w 10000"/>
              <a:gd name="connsiteY127-6788" fmla="*/ 7279 h 9956"/>
              <a:gd name="connsiteX128-6789" fmla="*/ 1483 w 10000"/>
              <a:gd name="connsiteY128-6790" fmla="*/ 7038 h 9956"/>
              <a:gd name="connsiteX129-6791" fmla="*/ 1483 w 10000"/>
              <a:gd name="connsiteY129-6792" fmla="*/ 7038 h 9956"/>
              <a:gd name="connsiteX0-6793" fmla="*/ 1483 w 10000"/>
              <a:gd name="connsiteY0-6794" fmla="*/ 7069 h 10000"/>
              <a:gd name="connsiteX1-6795" fmla="*/ 1664 w 10000"/>
              <a:gd name="connsiteY1-6796" fmla="*/ 6681 h 10000"/>
              <a:gd name="connsiteX2-6797" fmla="*/ 1911 w 10000"/>
              <a:gd name="connsiteY2-6798" fmla="*/ 6295 h 10000"/>
              <a:gd name="connsiteX3-6799" fmla="*/ 2092 w 10000"/>
              <a:gd name="connsiteY3-6800" fmla="*/ 5906 h 10000"/>
              <a:gd name="connsiteX4-6801" fmla="*/ 2356 w 10000"/>
              <a:gd name="connsiteY4-6802" fmla="*/ 5398 h 10000"/>
              <a:gd name="connsiteX5-6803" fmla="*/ 2619 w 10000"/>
              <a:gd name="connsiteY5-6804" fmla="*/ 4767 h 10000"/>
              <a:gd name="connsiteX6-6805" fmla="*/ 2883 w 10000"/>
              <a:gd name="connsiteY6-6806" fmla="*/ 4113 h 10000"/>
              <a:gd name="connsiteX7-6807" fmla="*/ 3130 w 10000"/>
              <a:gd name="connsiteY7-6808" fmla="*/ 3363 h 10000"/>
              <a:gd name="connsiteX8-6809" fmla="*/ 3476 w 10000"/>
              <a:gd name="connsiteY8-6810" fmla="*/ 2586 h 10000"/>
              <a:gd name="connsiteX9-6811" fmla="*/ 3740 w 10000"/>
              <a:gd name="connsiteY9-6812" fmla="*/ 1811 h 10000"/>
              <a:gd name="connsiteX10-6813" fmla="*/ 4003 w 10000"/>
              <a:gd name="connsiteY10-6814" fmla="*/ 1180 h 10000"/>
              <a:gd name="connsiteX11-6815" fmla="*/ 4185 w 10000"/>
              <a:gd name="connsiteY11-6816" fmla="*/ 528 h 10000"/>
              <a:gd name="connsiteX12-6817" fmla="*/ 4349 w 10000"/>
              <a:gd name="connsiteY12-6818" fmla="*/ 20 h 10000"/>
              <a:gd name="connsiteX13-6819" fmla="*/ 5750 w 10000"/>
              <a:gd name="connsiteY13-6820" fmla="*/ 407 h 10000"/>
              <a:gd name="connsiteX14-6821" fmla="*/ 5486 w 10000"/>
              <a:gd name="connsiteY14-6822" fmla="*/ 914 h 10000"/>
              <a:gd name="connsiteX15-6823" fmla="*/ 5305 w 10000"/>
              <a:gd name="connsiteY15-6824" fmla="*/ 1180 h 10000"/>
              <a:gd name="connsiteX16-6825" fmla="*/ 5140 w 10000"/>
              <a:gd name="connsiteY16-6826" fmla="*/ 1544 h 10000"/>
              <a:gd name="connsiteX17-6827" fmla="*/ 4959 w 10000"/>
              <a:gd name="connsiteY17-6828" fmla="*/ 1934 h 10000"/>
              <a:gd name="connsiteX18-6829" fmla="*/ 4695 w 10000"/>
              <a:gd name="connsiteY18-6830" fmla="*/ 2443 h 10000"/>
              <a:gd name="connsiteX19-6831" fmla="*/ 4530 w 10000"/>
              <a:gd name="connsiteY19-6832" fmla="*/ 2976 h 10000"/>
              <a:gd name="connsiteX20-6833" fmla="*/ 4267 w 10000"/>
              <a:gd name="connsiteY20-6834" fmla="*/ 3482 h 10000"/>
              <a:gd name="connsiteX21-6835" fmla="*/ 3921 w 10000"/>
              <a:gd name="connsiteY21-6836" fmla="*/ 4113 h 10000"/>
              <a:gd name="connsiteX22-6837" fmla="*/ 3657 w 10000"/>
              <a:gd name="connsiteY22-6838" fmla="*/ 4622 h 10000"/>
              <a:gd name="connsiteX23-6839" fmla="*/ 3476 w 10000"/>
              <a:gd name="connsiteY23-6840" fmla="*/ 5154 h 10000"/>
              <a:gd name="connsiteX24-6841" fmla="*/ 3229 w 10000"/>
              <a:gd name="connsiteY24-6842" fmla="*/ 5664 h 10000"/>
              <a:gd name="connsiteX25-6843" fmla="*/ 2965 w 10000"/>
              <a:gd name="connsiteY25-6844" fmla="*/ 6052 h 10000"/>
              <a:gd name="connsiteX26-6845" fmla="*/ 2784 w 10000"/>
              <a:gd name="connsiteY26-6846" fmla="*/ 6414 h 10000"/>
              <a:gd name="connsiteX27-6847" fmla="*/ 2619 w 10000"/>
              <a:gd name="connsiteY27-6848" fmla="*/ 6803 h 10000"/>
              <a:gd name="connsiteX28-6849" fmla="*/ 2438 w 10000"/>
              <a:gd name="connsiteY28-6850" fmla="*/ 7069 h 10000"/>
              <a:gd name="connsiteX29-6851" fmla="*/ 2273 w 10000"/>
              <a:gd name="connsiteY29-6852" fmla="*/ 7311 h 10000"/>
              <a:gd name="connsiteX30-6853" fmla="*/ 2092 w 10000"/>
              <a:gd name="connsiteY30-6854" fmla="*/ 7579 h 10000"/>
              <a:gd name="connsiteX31-6855" fmla="*/ 2010 w 10000"/>
              <a:gd name="connsiteY31-6856" fmla="*/ 7846 h 10000"/>
              <a:gd name="connsiteX32-6857" fmla="*/ 1911 w 10000"/>
              <a:gd name="connsiteY32-6858" fmla="*/ 7965 h 10000"/>
              <a:gd name="connsiteX33-6859" fmla="*/ 1829 w 10000"/>
              <a:gd name="connsiteY33-6860" fmla="*/ 8087 h 10000"/>
              <a:gd name="connsiteX34-6861" fmla="*/ 1746 w 10000"/>
              <a:gd name="connsiteY34-6862" fmla="*/ 8208 h 10000"/>
              <a:gd name="connsiteX35-6863" fmla="*/ 1746 w 10000"/>
              <a:gd name="connsiteY35-6864" fmla="*/ 8354 h 10000"/>
              <a:gd name="connsiteX36-6865" fmla="*/ 1746 w 10000"/>
              <a:gd name="connsiteY36-6866" fmla="*/ 8354 h 10000"/>
              <a:gd name="connsiteX37-6867" fmla="*/ 1829 w 10000"/>
              <a:gd name="connsiteY37-6868" fmla="*/ 8354 h 10000"/>
              <a:gd name="connsiteX38-6869" fmla="*/ 1911 w 10000"/>
              <a:gd name="connsiteY38-6870" fmla="*/ 8472 h 10000"/>
              <a:gd name="connsiteX39-6871" fmla="*/ 2010 w 10000"/>
              <a:gd name="connsiteY39-6872" fmla="*/ 8472 h 10000"/>
              <a:gd name="connsiteX40-6873" fmla="*/ 2175 w 10000"/>
              <a:gd name="connsiteY40-6874" fmla="*/ 8472 h 10000"/>
              <a:gd name="connsiteX41-6875" fmla="*/ 2273 w 10000"/>
              <a:gd name="connsiteY41-6876" fmla="*/ 8354 h 10000"/>
              <a:gd name="connsiteX42-6877" fmla="*/ 2356 w 10000"/>
              <a:gd name="connsiteY42-6878" fmla="*/ 8354 h 10000"/>
              <a:gd name="connsiteX43-6879" fmla="*/ 2521 w 10000"/>
              <a:gd name="connsiteY43-6880" fmla="*/ 8354 h 10000"/>
              <a:gd name="connsiteX44-6881" fmla="*/ 2702 w 10000"/>
              <a:gd name="connsiteY44-6882" fmla="*/ 8354 h 10000"/>
              <a:gd name="connsiteX45-6883" fmla="*/ 2883 w 10000"/>
              <a:gd name="connsiteY45-6884" fmla="*/ 8208 h 10000"/>
              <a:gd name="connsiteX46-6885" fmla="*/ 3048 w 10000"/>
              <a:gd name="connsiteY46-6886" fmla="*/ 8208 h 10000"/>
              <a:gd name="connsiteX47-6887" fmla="*/ 3311 w 10000"/>
              <a:gd name="connsiteY47-6888" fmla="*/ 8208 h 10000"/>
              <a:gd name="connsiteX48-6889" fmla="*/ 3575 w 10000"/>
              <a:gd name="connsiteY48-6890" fmla="*/ 8208 h 10000"/>
              <a:gd name="connsiteX49-6891" fmla="*/ 3921 w 10000"/>
              <a:gd name="connsiteY49-6892" fmla="*/ 8087 h 10000"/>
              <a:gd name="connsiteX50-6893" fmla="*/ 4267 w 10000"/>
              <a:gd name="connsiteY50-6894" fmla="*/ 8087 h 10000"/>
              <a:gd name="connsiteX51-6895" fmla="*/ 4613 w 10000"/>
              <a:gd name="connsiteY51-6896" fmla="*/ 8087 h 10000"/>
              <a:gd name="connsiteX52-6897" fmla="*/ 4959 w 10000"/>
              <a:gd name="connsiteY52-6898" fmla="*/ 7965 h 10000"/>
              <a:gd name="connsiteX53-6899" fmla="*/ 5387 w 10000"/>
              <a:gd name="connsiteY53-6900" fmla="*/ 7846 h 10000"/>
              <a:gd name="connsiteX54-6901" fmla="*/ 5832 w 10000"/>
              <a:gd name="connsiteY54-6902" fmla="*/ 7846 h 10000"/>
              <a:gd name="connsiteX55-6903" fmla="*/ 6343 w 10000"/>
              <a:gd name="connsiteY55-6904" fmla="*/ 7699 h 10000"/>
              <a:gd name="connsiteX56-6905" fmla="*/ 6787 w 10000"/>
              <a:gd name="connsiteY56-6906" fmla="*/ 7699 h 10000"/>
              <a:gd name="connsiteX57-6907" fmla="*/ 7298 w 10000"/>
              <a:gd name="connsiteY57-6908" fmla="*/ 7579 h 10000"/>
              <a:gd name="connsiteX58-6909" fmla="*/ 7743 w 10000"/>
              <a:gd name="connsiteY58-6910" fmla="*/ 7456 h 10000"/>
              <a:gd name="connsiteX59-6911" fmla="*/ 8171 w 10000"/>
              <a:gd name="connsiteY59-6912" fmla="*/ 7456 h 10000"/>
              <a:gd name="connsiteX60-6913" fmla="*/ 8435 w 10000"/>
              <a:gd name="connsiteY60-6914" fmla="*/ 7311 h 10000"/>
              <a:gd name="connsiteX61-6915" fmla="*/ 8699 w 10000"/>
              <a:gd name="connsiteY61-6916" fmla="*/ 7311 h 10000"/>
              <a:gd name="connsiteX62-6917" fmla="*/ 8962 w 10000"/>
              <a:gd name="connsiteY62-6918" fmla="*/ 7311 h 10000"/>
              <a:gd name="connsiteX63-6919" fmla="*/ 9127 w 10000"/>
              <a:gd name="connsiteY63-6920" fmla="*/ 7311 h 10000"/>
              <a:gd name="connsiteX64-6921" fmla="*/ 9226 w 10000"/>
              <a:gd name="connsiteY64-6922" fmla="*/ 7189 h 10000"/>
              <a:gd name="connsiteX65-6923" fmla="*/ 9390 w 10000"/>
              <a:gd name="connsiteY65-6924" fmla="*/ 7311 h 10000"/>
              <a:gd name="connsiteX66-6925" fmla="*/ 9473 w 10000"/>
              <a:gd name="connsiteY66-6926" fmla="*/ 7311 h 10000"/>
              <a:gd name="connsiteX67-6927" fmla="*/ 9654 w 10000"/>
              <a:gd name="connsiteY67-6928" fmla="*/ 7456 h 10000"/>
              <a:gd name="connsiteX68-6929" fmla="*/ 9736 w 10000"/>
              <a:gd name="connsiteY68-6930" fmla="*/ 7456 h 10000"/>
              <a:gd name="connsiteX69-6931" fmla="*/ 9918 w 10000"/>
              <a:gd name="connsiteY69-6932" fmla="*/ 7699 h 10000"/>
              <a:gd name="connsiteX70-6933" fmla="*/ 10000 w 10000"/>
              <a:gd name="connsiteY70-6934" fmla="*/ 7846 h 10000"/>
              <a:gd name="connsiteX71-6935" fmla="*/ 10000 w 10000"/>
              <a:gd name="connsiteY71-6936" fmla="*/ 7965 h 10000"/>
              <a:gd name="connsiteX72-6937" fmla="*/ 10000 w 10000"/>
              <a:gd name="connsiteY72-6938" fmla="*/ 8087 h 10000"/>
              <a:gd name="connsiteX73-6939" fmla="*/ 10000 w 10000"/>
              <a:gd name="connsiteY73-6940" fmla="*/ 8087 h 10000"/>
              <a:gd name="connsiteX74-6941" fmla="*/ 10000 w 10000"/>
              <a:gd name="connsiteY74-6942" fmla="*/ 8208 h 10000"/>
              <a:gd name="connsiteX75-6943" fmla="*/ 9918 w 10000"/>
              <a:gd name="connsiteY75-6944" fmla="*/ 8208 h 10000"/>
              <a:gd name="connsiteX76-6945" fmla="*/ 9819 w 10000"/>
              <a:gd name="connsiteY76-6946" fmla="*/ 8208 h 10000"/>
              <a:gd name="connsiteX77-6947" fmla="*/ 9736 w 10000"/>
              <a:gd name="connsiteY77-6948" fmla="*/ 8354 h 10000"/>
              <a:gd name="connsiteX78-6949" fmla="*/ 9572 w 10000"/>
              <a:gd name="connsiteY78-6950" fmla="*/ 8354 h 10000"/>
              <a:gd name="connsiteX79-6951" fmla="*/ 9390 w 10000"/>
              <a:gd name="connsiteY79-6952" fmla="*/ 8354 h 10000"/>
              <a:gd name="connsiteX80-6953" fmla="*/ 9127 w 10000"/>
              <a:gd name="connsiteY80-6954" fmla="*/ 8354 h 10000"/>
              <a:gd name="connsiteX81-6955" fmla="*/ 8863 w 10000"/>
              <a:gd name="connsiteY81-6956" fmla="*/ 8354 h 10000"/>
              <a:gd name="connsiteX82-6957" fmla="*/ 8616 w 10000"/>
              <a:gd name="connsiteY82-6958" fmla="*/ 8354 h 10000"/>
              <a:gd name="connsiteX83-6959" fmla="*/ 8353 w 10000"/>
              <a:gd name="connsiteY83-6960" fmla="*/ 8354 h 10000"/>
              <a:gd name="connsiteX84-6961" fmla="*/ 8007 w 10000"/>
              <a:gd name="connsiteY84-6962" fmla="*/ 8354 h 10000"/>
              <a:gd name="connsiteX85-6963" fmla="*/ 7661 w 10000"/>
              <a:gd name="connsiteY85-6964" fmla="*/ 8354 h 10000"/>
              <a:gd name="connsiteX86-6965" fmla="*/ 7298 w 10000"/>
              <a:gd name="connsiteY86-6966" fmla="*/ 8472 h 10000"/>
              <a:gd name="connsiteX87-6967" fmla="*/ 6870 w 10000"/>
              <a:gd name="connsiteY87-6968" fmla="*/ 8472 h 10000"/>
              <a:gd name="connsiteX88-6969" fmla="*/ 6442 w 10000"/>
              <a:gd name="connsiteY88-6970" fmla="*/ 8472 h 10000"/>
              <a:gd name="connsiteX89-6971" fmla="*/ 5651 w 10000"/>
              <a:gd name="connsiteY89-6972" fmla="*/ 8594 h 10000"/>
              <a:gd name="connsiteX90-6973" fmla="*/ 4876 w 10000"/>
              <a:gd name="connsiteY90-6974" fmla="*/ 8738 h 10000"/>
              <a:gd name="connsiteX91-6975" fmla="*/ 4185 w 10000"/>
              <a:gd name="connsiteY91-6976" fmla="*/ 8862 h 10000"/>
              <a:gd name="connsiteX92-6977" fmla="*/ 3476 w 10000"/>
              <a:gd name="connsiteY92-6978" fmla="*/ 8984 h 10000"/>
              <a:gd name="connsiteX93-6979" fmla="*/ 3130 w 10000"/>
              <a:gd name="connsiteY93-6980" fmla="*/ 8984 h 10000"/>
              <a:gd name="connsiteX94-6981" fmla="*/ 2883 w 10000"/>
              <a:gd name="connsiteY94-6982" fmla="*/ 9103 h 10000"/>
              <a:gd name="connsiteX95-6983" fmla="*/ 2521 w 10000"/>
              <a:gd name="connsiteY95-6984" fmla="*/ 9251 h 10000"/>
              <a:gd name="connsiteX96-6985" fmla="*/ 2273 w 10000"/>
              <a:gd name="connsiteY96-6986" fmla="*/ 9251 h 10000"/>
              <a:gd name="connsiteX97-6987" fmla="*/ 2092 w 10000"/>
              <a:gd name="connsiteY97-6988" fmla="*/ 9369 h 10000"/>
              <a:gd name="connsiteX98-6989" fmla="*/ 1829 w 10000"/>
              <a:gd name="connsiteY98-6990" fmla="*/ 9369 h 10000"/>
              <a:gd name="connsiteX99-6991" fmla="*/ 1664 w 10000"/>
              <a:gd name="connsiteY99-6992" fmla="*/ 9490 h 10000"/>
              <a:gd name="connsiteX100-6993" fmla="*/ 1400 w 10000"/>
              <a:gd name="connsiteY100-6994" fmla="*/ 9636 h 10000"/>
              <a:gd name="connsiteX101-6995" fmla="*/ 1219 w 10000"/>
              <a:gd name="connsiteY101-6996" fmla="*/ 9636 h 10000"/>
              <a:gd name="connsiteX102-6997" fmla="*/ 1137 w 10000"/>
              <a:gd name="connsiteY102-6998" fmla="*/ 9757 h 10000"/>
              <a:gd name="connsiteX103-6999" fmla="*/ 956 w 10000"/>
              <a:gd name="connsiteY103-7000" fmla="*/ 9757 h 10000"/>
              <a:gd name="connsiteX104-7001" fmla="*/ 873 w 10000"/>
              <a:gd name="connsiteY104-7002" fmla="*/ 9879 h 10000"/>
              <a:gd name="connsiteX105-7003" fmla="*/ 791 w 10000"/>
              <a:gd name="connsiteY105-7004" fmla="*/ 9879 h 10000"/>
              <a:gd name="connsiteX106-7005" fmla="*/ 708 w 10000"/>
              <a:gd name="connsiteY106-7006" fmla="*/ 9879 h 10000"/>
              <a:gd name="connsiteX107-7007" fmla="*/ 527 w 10000"/>
              <a:gd name="connsiteY107-7008" fmla="*/ 10000 h 10000"/>
              <a:gd name="connsiteX108-7009" fmla="*/ 445 w 10000"/>
              <a:gd name="connsiteY108-7010" fmla="*/ 9879 h 10000"/>
              <a:gd name="connsiteX109-7011" fmla="*/ 362 w 10000"/>
              <a:gd name="connsiteY109-7012" fmla="*/ 9879 h 10000"/>
              <a:gd name="connsiteX110-7013" fmla="*/ 264 w 10000"/>
              <a:gd name="connsiteY110-7014" fmla="*/ 9757 h 10000"/>
              <a:gd name="connsiteX111-7015" fmla="*/ 181 w 10000"/>
              <a:gd name="connsiteY111-7016" fmla="*/ 9490 h 10000"/>
              <a:gd name="connsiteX112-7017" fmla="*/ 99 w 10000"/>
              <a:gd name="connsiteY112-7018" fmla="*/ 9251 h 10000"/>
              <a:gd name="connsiteX113-7019" fmla="*/ 0 w 10000"/>
              <a:gd name="connsiteY113-7020" fmla="*/ 9103 h 10000"/>
              <a:gd name="connsiteX114-7021" fmla="*/ 0 w 10000"/>
              <a:gd name="connsiteY114-7022" fmla="*/ 8984 h 10000"/>
              <a:gd name="connsiteX115-7023" fmla="*/ 0 w 10000"/>
              <a:gd name="connsiteY115-7024" fmla="*/ 8862 h 10000"/>
              <a:gd name="connsiteX116-7025" fmla="*/ 0 w 10000"/>
              <a:gd name="connsiteY116-7026" fmla="*/ 8862 h 10000"/>
              <a:gd name="connsiteX117-7027" fmla="*/ 99 w 10000"/>
              <a:gd name="connsiteY117-7028" fmla="*/ 8738 h 10000"/>
              <a:gd name="connsiteX118-7029" fmla="*/ 181 w 10000"/>
              <a:gd name="connsiteY118-7030" fmla="*/ 8594 h 10000"/>
              <a:gd name="connsiteX119-7031" fmla="*/ 362 w 10000"/>
              <a:gd name="connsiteY119-7032" fmla="*/ 8472 h 10000"/>
              <a:gd name="connsiteX120-7033" fmla="*/ 527 w 10000"/>
              <a:gd name="connsiteY120-7034" fmla="*/ 8354 h 10000"/>
              <a:gd name="connsiteX121-7035" fmla="*/ 610 w 10000"/>
              <a:gd name="connsiteY121-7036" fmla="*/ 8208 h 10000"/>
              <a:gd name="connsiteX122-7037" fmla="*/ 708 w 10000"/>
              <a:gd name="connsiteY122-7038" fmla="*/ 8087 h 10000"/>
              <a:gd name="connsiteX123-7039" fmla="*/ 873 w 10000"/>
              <a:gd name="connsiteY123-7040" fmla="*/ 7965 h 10000"/>
              <a:gd name="connsiteX124-7041" fmla="*/ 1054 w 10000"/>
              <a:gd name="connsiteY124-7042" fmla="*/ 7699 h 10000"/>
              <a:gd name="connsiteX125-7043" fmla="*/ 1137 w 10000"/>
              <a:gd name="connsiteY125-7044" fmla="*/ 7579 h 10000"/>
              <a:gd name="connsiteX126-7045" fmla="*/ 1318 w 10000"/>
              <a:gd name="connsiteY126-7046" fmla="*/ 7311 h 10000"/>
              <a:gd name="connsiteX127-7047" fmla="*/ 1483 w 10000"/>
              <a:gd name="connsiteY127-7048" fmla="*/ 7069 h 10000"/>
              <a:gd name="connsiteX128-7049" fmla="*/ 1483 w 10000"/>
              <a:gd name="connsiteY128-7050" fmla="*/ 7069 h 10000"/>
              <a:gd name="connsiteX0-7051" fmla="*/ 1483 w 10000"/>
              <a:gd name="connsiteY0-7052" fmla="*/ 7069 h 10000"/>
              <a:gd name="connsiteX1-7053" fmla="*/ 1664 w 10000"/>
              <a:gd name="connsiteY1-7054" fmla="*/ 6681 h 10000"/>
              <a:gd name="connsiteX2-7055" fmla="*/ 1911 w 10000"/>
              <a:gd name="connsiteY2-7056" fmla="*/ 6295 h 10000"/>
              <a:gd name="connsiteX3-7057" fmla="*/ 2092 w 10000"/>
              <a:gd name="connsiteY3-7058" fmla="*/ 5906 h 10000"/>
              <a:gd name="connsiteX4-7059" fmla="*/ 2356 w 10000"/>
              <a:gd name="connsiteY4-7060" fmla="*/ 5398 h 10000"/>
              <a:gd name="connsiteX5-7061" fmla="*/ 2619 w 10000"/>
              <a:gd name="connsiteY5-7062" fmla="*/ 4767 h 10000"/>
              <a:gd name="connsiteX6-7063" fmla="*/ 2883 w 10000"/>
              <a:gd name="connsiteY6-7064" fmla="*/ 4113 h 10000"/>
              <a:gd name="connsiteX7-7065" fmla="*/ 3130 w 10000"/>
              <a:gd name="connsiteY7-7066" fmla="*/ 3363 h 10000"/>
              <a:gd name="connsiteX8-7067" fmla="*/ 3476 w 10000"/>
              <a:gd name="connsiteY8-7068" fmla="*/ 2586 h 10000"/>
              <a:gd name="connsiteX9-7069" fmla="*/ 3740 w 10000"/>
              <a:gd name="connsiteY9-7070" fmla="*/ 1811 h 10000"/>
              <a:gd name="connsiteX10-7071" fmla="*/ 4003 w 10000"/>
              <a:gd name="connsiteY10-7072" fmla="*/ 1180 h 10000"/>
              <a:gd name="connsiteX11-7073" fmla="*/ 4185 w 10000"/>
              <a:gd name="connsiteY11-7074" fmla="*/ 528 h 10000"/>
              <a:gd name="connsiteX12-7075" fmla="*/ 4349 w 10000"/>
              <a:gd name="connsiteY12-7076" fmla="*/ 20 h 10000"/>
              <a:gd name="connsiteX13-7077" fmla="*/ 5750 w 10000"/>
              <a:gd name="connsiteY13-7078" fmla="*/ 407 h 10000"/>
              <a:gd name="connsiteX14-7079" fmla="*/ 5305 w 10000"/>
              <a:gd name="connsiteY14-7080" fmla="*/ 1180 h 10000"/>
              <a:gd name="connsiteX15-7081" fmla="*/ 5140 w 10000"/>
              <a:gd name="connsiteY15-7082" fmla="*/ 1544 h 10000"/>
              <a:gd name="connsiteX16-7083" fmla="*/ 4959 w 10000"/>
              <a:gd name="connsiteY16-7084" fmla="*/ 1934 h 10000"/>
              <a:gd name="connsiteX17-7085" fmla="*/ 4695 w 10000"/>
              <a:gd name="connsiteY17-7086" fmla="*/ 2443 h 10000"/>
              <a:gd name="connsiteX18-7087" fmla="*/ 4530 w 10000"/>
              <a:gd name="connsiteY18-7088" fmla="*/ 2976 h 10000"/>
              <a:gd name="connsiteX19-7089" fmla="*/ 4267 w 10000"/>
              <a:gd name="connsiteY19-7090" fmla="*/ 3482 h 10000"/>
              <a:gd name="connsiteX20-7091" fmla="*/ 3921 w 10000"/>
              <a:gd name="connsiteY20-7092" fmla="*/ 4113 h 10000"/>
              <a:gd name="connsiteX21-7093" fmla="*/ 3657 w 10000"/>
              <a:gd name="connsiteY21-7094" fmla="*/ 4622 h 10000"/>
              <a:gd name="connsiteX22-7095" fmla="*/ 3476 w 10000"/>
              <a:gd name="connsiteY22-7096" fmla="*/ 5154 h 10000"/>
              <a:gd name="connsiteX23-7097" fmla="*/ 3229 w 10000"/>
              <a:gd name="connsiteY23-7098" fmla="*/ 5664 h 10000"/>
              <a:gd name="connsiteX24-7099" fmla="*/ 2965 w 10000"/>
              <a:gd name="connsiteY24-7100" fmla="*/ 6052 h 10000"/>
              <a:gd name="connsiteX25-7101" fmla="*/ 2784 w 10000"/>
              <a:gd name="connsiteY25-7102" fmla="*/ 6414 h 10000"/>
              <a:gd name="connsiteX26-7103" fmla="*/ 2619 w 10000"/>
              <a:gd name="connsiteY26-7104" fmla="*/ 6803 h 10000"/>
              <a:gd name="connsiteX27-7105" fmla="*/ 2438 w 10000"/>
              <a:gd name="connsiteY27-7106" fmla="*/ 7069 h 10000"/>
              <a:gd name="connsiteX28-7107" fmla="*/ 2273 w 10000"/>
              <a:gd name="connsiteY28-7108" fmla="*/ 7311 h 10000"/>
              <a:gd name="connsiteX29-7109" fmla="*/ 2092 w 10000"/>
              <a:gd name="connsiteY29-7110" fmla="*/ 7579 h 10000"/>
              <a:gd name="connsiteX30-7111" fmla="*/ 2010 w 10000"/>
              <a:gd name="connsiteY30-7112" fmla="*/ 7846 h 10000"/>
              <a:gd name="connsiteX31-7113" fmla="*/ 1911 w 10000"/>
              <a:gd name="connsiteY31-7114" fmla="*/ 7965 h 10000"/>
              <a:gd name="connsiteX32-7115" fmla="*/ 1829 w 10000"/>
              <a:gd name="connsiteY32-7116" fmla="*/ 8087 h 10000"/>
              <a:gd name="connsiteX33-7117" fmla="*/ 1746 w 10000"/>
              <a:gd name="connsiteY33-7118" fmla="*/ 8208 h 10000"/>
              <a:gd name="connsiteX34-7119" fmla="*/ 1746 w 10000"/>
              <a:gd name="connsiteY34-7120" fmla="*/ 8354 h 10000"/>
              <a:gd name="connsiteX35-7121" fmla="*/ 1746 w 10000"/>
              <a:gd name="connsiteY35-7122" fmla="*/ 8354 h 10000"/>
              <a:gd name="connsiteX36-7123" fmla="*/ 1829 w 10000"/>
              <a:gd name="connsiteY36-7124" fmla="*/ 8354 h 10000"/>
              <a:gd name="connsiteX37-7125" fmla="*/ 1911 w 10000"/>
              <a:gd name="connsiteY37-7126" fmla="*/ 8472 h 10000"/>
              <a:gd name="connsiteX38-7127" fmla="*/ 2010 w 10000"/>
              <a:gd name="connsiteY38-7128" fmla="*/ 8472 h 10000"/>
              <a:gd name="connsiteX39-7129" fmla="*/ 2175 w 10000"/>
              <a:gd name="connsiteY39-7130" fmla="*/ 8472 h 10000"/>
              <a:gd name="connsiteX40-7131" fmla="*/ 2273 w 10000"/>
              <a:gd name="connsiteY40-7132" fmla="*/ 8354 h 10000"/>
              <a:gd name="connsiteX41-7133" fmla="*/ 2356 w 10000"/>
              <a:gd name="connsiteY41-7134" fmla="*/ 8354 h 10000"/>
              <a:gd name="connsiteX42-7135" fmla="*/ 2521 w 10000"/>
              <a:gd name="connsiteY42-7136" fmla="*/ 8354 h 10000"/>
              <a:gd name="connsiteX43-7137" fmla="*/ 2702 w 10000"/>
              <a:gd name="connsiteY43-7138" fmla="*/ 8354 h 10000"/>
              <a:gd name="connsiteX44-7139" fmla="*/ 2883 w 10000"/>
              <a:gd name="connsiteY44-7140" fmla="*/ 8208 h 10000"/>
              <a:gd name="connsiteX45-7141" fmla="*/ 3048 w 10000"/>
              <a:gd name="connsiteY45-7142" fmla="*/ 8208 h 10000"/>
              <a:gd name="connsiteX46-7143" fmla="*/ 3311 w 10000"/>
              <a:gd name="connsiteY46-7144" fmla="*/ 8208 h 10000"/>
              <a:gd name="connsiteX47-7145" fmla="*/ 3575 w 10000"/>
              <a:gd name="connsiteY47-7146" fmla="*/ 8208 h 10000"/>
              <a:gd name="connsiteX48-7147" fmla="*/ 3921 w 10000"/>
              <a:gd name="connsiteY48-7148" fmla="*/ 8087 h 10000"/>
              <a:gd name="connsiteX49-7149" fmla="*/ 4267 w 10000"/>
              <a:gd name="connsiteY49-7150" fmla="*/ 8087 h 10000"/>
              <a:gd name="connsiteX50-7151" fmla="*/ 4613 w 10000"/>
              <a:gd name="connsiteY50-7152" fmla="*/ 8087 h 10000"/>
              <a:gd name="connsiteX51-7153" fmla="*/ 4959 w 10000"/>
              <a:gd name="connsiteY51-7154" fmla="*/ 7965 h 10000"/>
              <a:gd name="connsiteX52-7155" fmla="*/ 5387 w 10000"/>
              <a:gd name="connsiteY52-7156" fmla="*/ 7846 h 10000"/>
              <a:gd name="connsiteX53-7157" fmla="*/ 5832 w 10000"/>
              <a:gd name="connsiteY53-7158" fmla="*/ 7846 h 10000"/>
              <a:gd name="connsiteX54-7159" fmla="*/ 6343 w 10000"/>
              <a:gd name="connsiteY54-7160" fmla="*/ 7699 h 10000"/>
              <a:gd name="connsiteX55-7161" fmla="*/ 6787 w 10000"/>
              <a:gd name="connsiteY55-7162" fmla="*/ 7699 h 10000"/>
              <a:gd name="connsiteX56-7163" fmla="*/ 7298 w 10000"/>
              <a:gd name="connsiteY56-7164" fmla="*/ 7579 h 10000"/>
              <a:gd name="connsiteX57-7165" fmla="*/ 7743 w 10000"/>
              <a:gd name="connsiteY57-7166" fmla="*/ 7456 h 10000"/>
              <a:gd name="connsiteX58-7167" fmla="*/ 8171 w 10000"/>
              <a:gd name="connsiteY58-7168" fmla="*/ 7456 h 10000"/>
              <a:gd name="connsiteX59-7169" fmla="*/ 8435 w 10000"/>
              <a:gd name="connsiteY59-7170" fmla="*/ 7311 h 10000"/>
              <a:gd name="connsiteX60-7171" fmla="*/ 8699 w 10000"/>
              <a:gd name="connsiteY60-7172" fmla="*/ 7311 h 10000"/>
              <a:gd name="connsiteX61-7173" fmla="*/ 8962 w 10000"/>
              <a:gd name="connsiteY61-7174" fmla="*/ 7311 h 10000"/>
              <a:gd name="connsiteX62-7175" fmla="*/ 9127 w 10000"/>
              <a:gd name="connsiteY62-7176" fmla="*/ 7311 h 10000"/>
              <a:gd name="connsiteX63-7177" fmla="*/ 9226 w 10000"/>
              <a:gd name="connsiteY63-7178" fmla="*/ 7189 h 10000"/>
              <a:gd name="connsiteX64-7179" fmla="*/ 9390 w 10000"/>
              <a:gd name="connsiteY64-7180" fmla="*/ 7311 h 10000"/>
              <a:gd name="connsiteX65-7181" fmla="*/ 9473 w 10000"/>
              <a:gd name="connsiteY65-7182" fmla="*/ 7311 h 10000"/>
              <a:gd name="connsiteX66-7183" fmla="*/ 9654 w 10000"/>
              <a:gd name="connsiteY66-7184" fmla="*/ 7456 h 10000"/>
              <a:gd name="connsiteX67-7185" fmla="*/ 9736 w 10000"/>
              <a:gd name="connsiteY67-7186" fmla="*/ 7456 h 10000"/>
              <a:gd name="connsiteX68-7187" fmla="*/ 9918 w 10000"/>
              <a:gd name="connsiteY68-7188" fmla="*/ 7699 h 10000"/>
              <a:gd name="connsiteX69-7189" fmla="*/ 10000 w 10000"/>
              <a:gd name="connsiteY69-7190" fmla="*/ 7846 h 10000"/>
              <a:gd name="connsiteX70-7191" fmla="*/ 10000 w 10000"/>
              <a:gd name="connsiteY70-7192" fmla="*/ 7965 h 10000"/>
              <a:gd name="connsiteX71-7193" fmla="*/ 10000 w 10000"/>
              <a:gd name="connsiteY71-7194" fmla="*/ 8087 h 10000"/>
              <a:gd name="connsiteX72-7195" fmla="*/ 10000 w 10000"/>
              <a:gd name="connsiteY72-7196" fmla="*/ 8087 h 10000"/>
              <a:gd name="connsiteX73-7197" fmla="*/ 10000 w 10000"/>
              <a:gd name="connsiteY73-7198" fmla="*/ 8208 h 10000"/>
              <a:gd name="connsiteX74-7199" fmla="*/ 9918 w 10000"/>
              <a:gd name="connsiteY74-7200" fmla="*/ 8208 h 10000"/>
              <a:gd name="connsiteX75-7201" fmla="*/ 9819 w 10000"/>
              <a:gd name="connsiteY75-7202" fmla="*/ 8208 h 10000"/>
              <a:gd name="connsiteX76-7203" fmla="*/ 9736 w 10000"/>
              <a:gd name="connsiteY76-7204" fmla="*/ 8354 h 10000"/>
              <a:gd name="connsiteX77-7205" fmla="*/ 9572 w 10000"/>
              <a:gd name="connsiteY77-7206" fmla="*/ 8354 h 10000"/>
              <a:gd name="connsiteX78-7207" fmla="*/ 9390 w 10000"/>
              <a:gd name="connsiteY78-7208" fmla="*/ 8354 h 10000"/>
              <a:gd name="connsiteX79-7209" fmla="*/ 9127 w 10000"/>
              <a:gd name="connsiteY79-7210" fmla="*/ 8354 h 10000"/>
              <a:gd name="connsiteX80-7211" fmla="*/ 8863 w 10000"/>
              <a:gd name="connsiteY80-7212" fmla="*/ 8354 h 10000"/>
              <a:gd name="connsiteX81-7213" fmla="*/ 8616 w 10000"/>
              <a:gd name="connsiteY81-7214" fmla="*/ 8354 h 10000"/>
              <a:gd name="connsiteX82-7215" fmla="*/ 8353 w 10000"/>
              <a:gd name="connsiteY82-7216" fmla="*/ 8354 h 10000"/>
              <a:gd name="connsiteX83-7217" fmla="*/ 8007 w 10000"/>
              <a:gd name="connsiteY83-7218" fmla="*/ 8354 h 10000"/>
              <a:gd name="connsiteX84-7219" fmla="*/ 7661 w 10000"/>
              <a:gd name="connsiteY84-7220" fmla="*/ 8354 h 10000"/>
              <a:gd name="connsiteX85-7221" fmla="*/ 7298 w 10000"/>
              <a:gd name="connsiteY85-7222" fmla="*/ 8472 h 10000"/>
              <a:gd name="connsiteX86-7223" fmla="*/ 6870 w 10000"/>
              <a:gd name="connsiteY86-7224" fmla="*/ 8472 h 10000"/>
              <a:gd name="connsiteX87-7225" fmla="*/ 6442 w 10000"/>
              <a:gd name="connsiteY87-7226" fmla="*/ 8472 h 10000"/>
              <a:gd name="connsiteX88-7227" fmla="*/ 5651 w 10000"/>
              <a:gd name="connsiteY88-7228" fmla="*/ 8594 h 10000"/>
              <a:gd name="connsiteX89-7229" fmla="*/ 4876 w 10000"/>
              <a:gd name="connsiteY89-7230" fmla="*/ 8738 h 10000"/>
              <a:gd name="connsiteX90-7231" fmla="*/ 4185 w 10000"/>
              <a:gd name="connsiteY90-7232" fmla="*/ 8862 h 10000"/>
              <a:gd name="connsiteX91-7233" fmla="*/ 3476 w 10000"/>
              <a:gd name="connsiteY91-7234" fmla="*/ 8984 h 10000"/>
              <a:gd name="connsiteX92-7235" fmla="*/ 3130 w 10000"/>
              <a:gd name="connsiteY92-7236" fmla="*/ 8984 h 10000"/>
              <a:gd name="connsiteX93-7237" fmla="*/ 2883 w 10000"/>
              <a:gd name="connsiteY93-7238" fmla="*/ 9103 h 10000"/>
              <a:gd name="connsiteX94-7239" fmla="*/ 2521 w 10000"/>
              <a:gd name="connsiteY94-7240" fmla="*/ 9251 h 10000"/>
              <a:gd name="connsiteX95-7241" fmla="*/ 2273 w 10000"/>
              <a:gd name="connsiteY95-7242" fmla="*/ 9251 h 10000"/>
              <a:gd name="connsiteX96-7243" fmla="*/ 2092 w 10000"/>
              <a:gd name="connsiteY96-7244" fmla="*/ 9369 h 10000"/>
              <a:gd name="connsiteX97-7245" fmla="*/ 1829 w 10000"/>
              <a:gd name="connsiteY97-7246" fmla="*/ 9369 h 10000"/>
              <a:gd name="connsiteX98-7247" fmla="*/ 1664 w 10000"/>
              <a:gd name="connsiteY98-7248" fmla="*/ 9490 h 10000"/>
              <a:gd name="connsiteX99-7249" fmla="*/ 1400 w 10000"/>
              <a:gd name="connsiteY99-7250" fmla="*/ 9636 h 10000"/>
              <a:gd name="connsiteX100-7251" fmla="*/ 1219 w 10000"/>
              <a:gd name="connsiteY100-7252" fmla="*/ 9636 h 10000"/>
              <a:gd name="connsiteX101-7253" fmla="*/ 1137 w 10000"/>
              <a:gd name="connsiteY101-7254" fmla="*/ 9757 h 10000"/>
              <a:gd name="connsiteX102-7255" fmla="*/ 956 w 10000"/>
              <a:gd name="connsiteY102-7256" fmla="*/ 9757 h 10000"/>
              <a:gd name="connsiteX103-7257" fmla="*/ 873 w 10000"/>
              <a:gd name="connsiteY103-7258" fmla="*/ 9879 h 10000"/>
              <a:gd name="connsiteX104-7259" fmla="*/ 791 w 10000"/>
              <a:gd name="connsiteY104-7260" fmla="*/ 9879 h 10000"/>
              <a:gd name="connsiteX105-7261" fmla="*/ 708 w 10000"/>
              <a:gd name="connsiteY105-7262" fmla="*/ 9879 h 10000"/>
              <a:gd name="connsiteX106-7263" fmla="*/ 527 w 10000"/>
              <a:gd name="connsiteY106-7264" fmla="*/ 10000 h 10000"/>
              <a:gd name="connsiteX107-7265" fmla="*/ 445 w 10000"/>
              <a:gd name="connsiteY107-7266" fmla="*/ 9879 h 10000"/>
              <a:gd name="connsiteX108-7267" fmla="*/ 362 w 10000"/>
              <a:gd name="connsiteY108-7268" fmla="*/ 9879 h 10000"/>
              <a:gd name="connsiteX109-7269" fmla="*/ 264 w 10000"/>
              <a:gd name="connsiteY109-7270" fmla="*/ 9757 h 10000"/>
              <a:gd name="connsiteX110-7271" fmla="*/ 181 w 10000"/>
              <a:gd name="connsiteY110-7272" fmla="*/ 9490 h 10000"/>
              <a:gd name="connsiteX111-7273" fmla="*/ 99 w 10000"/>
              <a:gd name="connsiteY111-7274" fmla="*/ 9251 h 10000"/>
              <a:gd name="connsiteX112-7275" fmla="*/ 0 w 10000"/>
              <a:gd name="connsiteY112-7276" fmla="*/ 9103 h 10000"/>
              <a:gd name="connsiteX113-7277" fmla="*/ 0 w 10000"/>
              <a:gd name="connsiteY113-7278" fmla="*/ 8984 h 10000"/>
              <a:gd name="connsiteX114-7279" fmla="*/ 0 w 10000"/>
              <a:gd name="connsiteY114-7280" fmla="*/ 8862 h 10000"/>
              <a:gd name="connsiteX115-7281" fmla="*/ 0 w 10000"/>
              <a:gd name="connsiteY115-7282" fmla="*/ 8862 h 10000"/>
              <a:gd name="connsiteX116-7283" fmla="*/ 99 w 10000"/>
              <a:gd name="connsiteY116-7284" fmla="*/ 8738 h 10000"/>
              <a:gd name="connsiteX117-7285" fmla="*/ 181 w 10000"/>
              <a:gd name="connsiteY117-7286" fmla="*/ 8594 h 10000"/>
              <a:gd name="connsiteX118-7287" fmla="*/ 362 w 10000"/>
              <a:gd name="connsiteY118-7288" fmla="*/ 8472 h 10000"/>
              <a:gd name="connsiteX119-7289" fmla="*/ 527 w 10000"/>
              <a:gd name="connsiteY119-7290" fmla="*/ 8354 h 10000"/>
              <a:gd name="connsiteX120-7291" fmla="*/ 610 w 10000"/>
              <a:gd name="connsiteY120-7292" fmla="*/ 8208 h 10000"/>
              <a:gd name="connsiteX121-7293" fmla="*/ 708 w 10000"/>
              <a:gd name="connsiteY121-7294" fmla="*/ 8087 h 10000"/>
              <a:gd name="connsiteX122-7295" fmla="*/ 873 w 10000"/>
              <a:gd name="connsiteY122-7296" fmla="*/ 7965 h 10000"/>
              <a:gd name="connsiteX123-7297" fmla="*/ 1054 w 10000"/>
              <a:gd name="connsiteY123-7298" fmla="*/ 7699 h 10000"/>
              <a:gd name="connsiteX124-7299" fmla="*/ 1137 w 10000"/>
              <a:gd name="connsiteY124-7300" fmla="*/ 7579 h 10000"/>
              <a:gd name="connsiteX125-7301" fmla="*/ 1318 w 10000"/>
              <a:gd name="connsiteY125-7302" fmla="*/ 7311 h 10000"/>
              <a:gd name="connsiteX126-7303" fmla="*/ 1483 w 10000"/>
              <a:gd name="connsiteY126-7304" fmla="*/ 7069 h 10000"/>
              <a:gd name="connsiteX127-7305" fmla="*/ 1483 w 10000"/>
              <a:gd name="connsiteY127-7306" fmla="*/ 7069 h 10000"/>
              <a:gd name="connsiteX0-7307" fmla="*/ 1483 w 10000"/>
              <a:gd name="connsiteY0-7308" fmla="*/ 7069 h 10000"/>
              <a:gd name="connsiteX1-7309" fmla="*/ 1664 w 10000"/>
              <a:gd name="connsiteY1-7310" fmla="*/ 6681 h 10000"/>
              <a:gd name="connsiteX2-7311" fmla="*/ 1911 w 10000"/>
              <a:gd name="connsiteY2-7312" fmla="*/ 6295 h 10000"/>
              <a:gd name="connsiteX3-7313" fmla="*/ 2092 w 10000"/>
              <a:gd name="connsiteY3-7314" fmla="*/ 5906 h 10000"/>
              <a:gd name="connsiteX4-7315" fmla="*/ 2356 w 10000"/>
              <a:gd name="connsiteY4-7316" fmla="*/ 5398 h 10000"/>
              <a:gd name="connsiteX5-7317" fmla="*/ 2619 w 10000"/>
              <a:gd name="connsiteY5-7318" fmla="*/ 4767 h 10000"/>
              <a:gd name="connsiteX6-7319" fmla="*/ 2883 w 10000"/>
              <a:gd name="connsiteY6-7320" fmla="*/ 4113 h 10000"/>
              <a:gd name="connsiteX7-7321" fmla="*/ 3130 w 10000"/>
              <a:gd name="connsiteY7-7322" fmla="*/ 3363 h 10000"/>
              <a:gd name="connsiteX8-7323" fmla="*/ 3476 w 10000"/>
              <a:gd name="connsiteY8-7324" fmla="*/ 2586 h 10000"/>
              <a:gd name="connsiteX9-7325" fmla="*/ 3740 w 10000"/>
              <a:gd name="connsiteY9-7326" fmla="*/ 1811 h 10000"/>
              <a:gd name="connsiteX10-7327" fmla="*/ 4003 w 10000"/>
              <a:gd name="connsiteY10-7328" fmla="*/ 1180 h 10000"/>
              <a:gd name="connsiteX11-7329" fmla="*/ 4185 w 10000"/>
              <a:gd name="connsiteY11-7330" fmla="*/ 528 h 10000"/>
              <a:gd name="connsiteX12-7331" fmla="*/ 4349 w 10000"/>
              <a:gd name="connsiteY12-7332" fmla="*/ 20 h 10000"/>
              <a:gd name="connsiteX13-7333" fmla="*/ 5750 w 10000"/>
              <a:gd name="connsiteY13-7334" fmla="*/ 407 h 10000"/>
              <a:gd name="connsiteX14-7335" fmla="*/ 5140 w 10000"/>
              <a:gd name="connsiteY14-7336" fmla="*/ 1544 h 10000"/>
              <a:gd name="connsiteX15-7337" fmla="*/ 4959 w 10000"/>
              <a:gd name="connsiteY15-7338" fmla="*/ 1934 h 10000"/>
              <a:gd name="connsiteX16-7339" fmla="*/ 4695 w 10000"/>
              <a:gd name="connsiteY16-7340" fmla="*/ 2443 h 10000"/>
              <a:gd name="connsiteX17-7341" fmla="*/ 4530 w 10000"/>
              <a:gd name="connsiteY17-7342" fmla="*/ 2976 h 10000"/>
              <a:gd name="connsiteX18-7343" fmla="*/ 4267 w 10000"/>
              <a:gd name="connsiteY18-7344" fmla="*/ 3482 h 10000"/>
              <a:gd name="connsiteX19-7345" fmla="*/ 3921 w 10000"/>
              <a:gd name="connsiteY19-7346" fmla="*/ 4113 h 10000"/>
              <a:gd name="connsiteX20-7347" fmla="*/ 3657 w 10000"/>
              <a:gd name="connsiteY20-7348" fmla="*/ 4622 h 10000"/>
              <a:gd name="connsiteX21-7349" fmla="*/ 3476 w 10000"/>
              <a:gd name="connsiteY21-7350" fmla="*/ 5154 h 10000"/>
              <a:gd name="connsiteX22-7351" fmla="*/ 3229 w 10000"/>
              <a:gd name="connsiteY22-7352" fmla="*/ 5664 h 10000"/>
              <a:gd name="connsiteX23-7353" fmla="*/ 2965 w 10000"/>
              <a:gd name="connsiteY23-7354" fmla="*/ 6052 h 10000"/>
              <a:gd name="connsiteX24-7355" fmla="*/ 2784 w 10000"/>
              <a:gd name="connsiteY24-7356" fmla="*/ 6414 h 10000"/>
              <a:gd name="connsiteX25-7357" fmla="*/ 2619 w 10000"/>
              <a:gd name="connsiteY25-7358" fmla="*/ 6803 h 10000"/>
              <a:gd name="connsiteX26-7359" fmla="*/ 2438 w 10000"/>
              <a:gd name="connsiteY26-7360" fmla="*/ 7069 h 10000"/>
              <a:gd name="connsiteX27-7361" fmla="*/ 2273 w 10000"/>
              <a:gd name="connsiteY27-7362" fmla="*/ 7311 h 10000"/>
              <a:gd name="connsiteX28-7363" fmla="*/ 2092 w 10000"/>
              <a:gd name="connsiteY28-7364" fmla="*/ 7579 h 10000"/>
              <a:gd name="connsiteX29-7365" fmla="*/ 2010 w 10000"/>
              <a:gd name="connsiteY29-7366" fmla="*/ 7846 h 10000"/>
              <a:gd name="connsiteX30-7367" fmla="*/ 1911 w 10000"/>
              <a:gd name="connsiteY30-7368" fmla="*/ 7965 h 10000"/>
              <a:gd name="connsiteX31-7369" fmla="*/ 1829 w 10000"/>
              <a:gd name="connsiteY31-7370" fmla="*/ 8087 h 10000"/>
              <a:gd name="connsiteX32-7371" fmla="*/ 1746 w 10000"/>
              <a:gd name="connsiteY32-7372" fmla="*/ 8208 h 10000"/>
              <a:gd name="connsiteX33-7373" fmla="*/ 1746 w 10000"/>
              <a:gd name="connsiteY33-7374" fmla="*/ 8354 h 10000"/>
              <a:gd name="connsiteX34-7375" fmla="*/ 1746 w 10000"/>
              <a:gd name="connsiteY34-7376" fmla="*/ 8354 h 10000"/>
              <a:gd name="connsiteX35-7377" fmla="*/ 1829 w 10000"/>
              <a:gd name="connsiteY35-7378" fmla="*/ 8354 h 10000"/>
              <a:gd name="connsiteX36-7379" fmla="*/ 1911 w 10000"/>
              <a:gd name="connsiteY36-7380" fmla="*/ 8472 h 10000"/>
              <a:gd name="connsiteX37-7381" fmla="*/ 2010 w 10000"/>
              <a:gd name="connsiteY37-7382" fmla="*/ 8472 h 10000"/>
              <a:gd name="connsiteX38-7383" fmla="*/ 2175 w 10000"/>
              <a:gd name="connsiteY38-7384" fmla="*/ 8472 h 10000"/>
              <a:gd name="connsiteX39-7385" fmla="*/ 2273 w 10000"/>
              <a:gd name="connsiteY39-7386" fmla="*/ 8354 h 10000"/>
              <a:gd name="connsiteX40-7387" fmla="*/ 2356 w 10000"/>
              <a:gd name="connsiteY40-7388" fmla="*/ 8354 h 10000"/>
              <a:gd name="connsiteX41-7389" fmla="*/ 2521 w 10000"/>
              <a:gd name="connsiteY41-7390" fmla="*/ 8354 h 10000"/>
              <a:gd name="connsiteX42-7391" fmla="*/ 2702 w 10000"/>
              <a:gd name="connsiteY42-7392" fmla="*/ 8354 h 10000"/>
              <a:gd name="connsiteX43-7393" fmla="*/ 2883 w 10000"/>
              <a:gd name="connsiteY43-7394" fmla="*/ 8208 h 10000"/>
              <a:gd name="connsiteX44-7395" fmla="*/ 3048 w 10000"/>
              <a:gd name="connsiteY44-7396" fmla="*/ 8208 h 10000"/>
              <a:gd name="connsiteX45-7397" fmla="*/ 3311 w 10000"/>
              <a:gd name="connsiteY45-7398" fmla="*/ 8208 h 10000"/>
              <a:gd name="connsiteX46-7399" fmla="*/ 3575 w 10000"/>
              <a:gd name="connsiteY46-7400" fmla="*/ 8208 h 10000"/>
              <a:gd name="connsiteX47-7401" fmla="*/ 3921 w 10000"/>
              <a:gd name="connsiteY47-7402" fmla="*/ 8087 h 10000"/>
              <a:gd name="connsiteX48-7403" fmla="*/ 4267 w 10000"/>
              <a:gd name="connsiteY48-7404" fmla="*/ 8087 h 10000"/>
              <a:gd name="connsiteX49-7405" fmla="*/ 4613 w 10000"/>
              <a:gd name="connsiteY49-7406" fmla="*/ 8087 h 10000"/>
              <a:gd name="connsiteX50-7407" fmla="*/ 4959 w 10000"/>
              <a:gd name="connsiteY50-7408" fmla="*/ 7965 h 10000"/>
              <a:gd name="connsiteX51-7409" fmla="*/ 5387 w 10000"/>
              <a:gd name="connsiteY51-7410" fmla="*/ 7846 h 10000"/>
              <a:gd name="connsiteX52-7411" fmla="*/ 5832 w 10000"/>
              <a:gd name="connsiteY52-7412" fmla="*/ 7846 h 10000"/>
              <a:gd name="connsiteX53-7413" fmla="*/ 6343 w 10000"/>
              <a:gd name="connsiteY53-7414" fmla="*/ 7699 h 10000"/>
              <a:gd name="connsiteX54-7415" fmla="*/ 6787 w 10000"/>
              <a:gd name="connsiteY54-7416" fmla="*/ 7699 h 10000"/>
              <a:gd name="connsiteX55-7417" fmla="*/ 7298 w 10000"/>
              <a:gd name="connsiteY55-7418" fmla="*/ 7579 h 10000"/>
              <a:gd name="connsiteX56-7419" fmla="*/ 7743 w 10000"/>
              <a:gd name="connsiteY56-7420" fmla="*/ 7456 h 10000"/>
              <a:gd name="connsiteX57-7421" fmla="*/ 8171 w 10000"/>
              <a:gd name="connsiteY57-7422" fmla="*/ 7456 h 10000"/>
              <a:gd name="connsiteX58-7423" fmla="*/ 8435 w 10000"/>
              <a:gd name="connsiteY58-7424" fmla="*/ 7311 h 10000"/>
              <a:gd name="connsiteX59-7425" fmla="*/ 8699 w 10000"/>
              <a:gd name="connsiteY59-7426" fmla="*/ 7311 h 10000"/>
              <a:gd name="connsiteX60-7427" fmla="*/ 8962 w 10000"/>
              <a:gd name="connsiteY60-7428" fmla="*/ 7311 h 10000"/>
              <a:gd name="connsiteX61-7429" fmla="*/ 9127 w 10000"/>
              <a:gd name="connsiteY61-7430" fmla="*/ 7311 h 10000"/>
              <a:gd name="connsiteX62-7431" fmla="*/ 9226 w 10000"/>
              <a:gd name="connsiteY62-7432" fmla="*/ 7189 h 10000"/>
              <a:gd name="connsiteX63-7433" fmla="*/ 9390 w 10000"/>
              <a:gd name="connsiteY63-7434" fmla="*/ 7311 h 10000"/>
              <a:gd name="connsiteX64-7435" fmla="*/ 9473 w 10000"/>
              <a:gd name="connsiteY64-7436" fmla="*/ 7311 h 10000"/>
              <a:gd name="connsiteX65-7437" fmla="*/ 9654 w 10000"/>
              <a:gd name="connsiteY65-7438" fmla="*/ 7456 h 10000"/>
              <a:gd name="connsiteX66-7439" fmla="*/ 9736 w 10000"/>
              <a:gd name="connsiteY66-7440" fmla="*/ 7456 h 10000"/>
              <a:gd name="connsiteX67-7441" fmla="*/ 9918 w 10000"/>
              <a:gd name="connsiteY67-7442" fmla="*/ 7699 h 10000"/>
              <a:gd name="connsiteX68-7443" fmla="*/ 10000 w 10000"/>
              <a:gd name="connsiteY68-7444" fmla="*/ 7846 h 10000"/>
              <a:gd name="connsiteX69-7445" fmla="*/ 10000 w 10000"/>
              <a:gd name="connsiteY69-7446" fmla="*/ 7965 h 10000"/>
              <a:gd name="connsiteX70-7447" fmla="*/ 10000 w 10000"/>
              <a:gd name="connsiteY70-7448" fmla="*/ 8087 h 10000"/>
              <a:gd name="connsiteX71-7449" fmla="*/ 10000 w 10000"/>
              <a:gd name="connsiteY71-7450" fmla="*/ 8087 h 10000"/>
              <a:gd name="connsiteX72-7451" fmla="*/ 10000 w 10000"/>
              <a:gd name="connsiteY72-7452" fmla="*/ 8208 h 10000"/>
              <a:gd name="connsiteX73-7453" fmla="*/ 9918 w 10000"/>
              <a:gd name="connsiteY73-7454" fmla="*/ 8208 h 10000"/>
              <a:gd name="connsiteX74-7455" fmla="*/ 9819 w 10000"/>
              <a:gd name="connsiteY74-7456" fmla="*/ 8208 h 10000"/>
              <a:gd name="connsiteX75-7457" fmla="*/ 9736 w 10000"/>
              <a:gd name="connsiteY75-7458" fmla="*/ 8354 h 10000"/>
              <a:gd name="connsiteX76-7459" fmla="*/ 9572 w 10000"/>
              <a:gd name="connsiteY76-7460" fmla="*/ 8354 h 10000"/>
              <a:gd name="connsiteX77-7461" fmla="*/ 9390 w 10000"/>
              <a:gd name="connsiteY77-7462" fmla="*/ 8354 h 10000"/>
              <a:gd name="connsiteX78-7463" fmla="*/ 9127 w 10000"/>
              <a:gd name="connsiteY78-7464" fmla="*/ 8354 h 10000"/>
              <a:gd name="connsiteX79-7465" fmla="*/ 8863 w 10000"/>
              <a:gd name="connsiteY79-7466" fmla="*/ 8354 h 10000"/>
              <a:gd name="connsiteX80-7467" fmla="*/ 8616 w 10000"/>
              <a:gd name="connsiteY80-7468" fmla="*/ 8354 h 10000"/>
              <a:gd name="connsiteX81-7469" fmla="*/ 8353 w 10000"/>
              <a:gd name="connsiteY81-7470" fmla="*/ 8354 h 10000"/>
              <a:gd name="connsiteX82-7471" fmla="*/ 8007 w 10000"/>
              <a:gd name="connsiteY82-7472" fmla="*/ 8354 h 10000"/>
              <a:gd name="connsiteX83-7473" fmla="*/ 7661 w 10000"/>
              <a:gd name="connsiteY83-7474" fmla="*/ 8354 h 10000"/>
              <a:gd name="connsiteX84-7475" fmla="*/ 7298 w 10000"/>
              <a:gd name="connsiteY84-7476" fmla="*/ 8472 h 10000"/>
              <a:gd name="connsiteX85-7477" fmla="*/ 6870 w 10000"/>
              <a:gd name="connsiteY85-7478" fmla="*/ 8472 h 10000"/>
              <a:gd name="connsiteX86-7479" fmla="*/ 6442 w 10000"/>
              <a:gd name="connsiteY86-7480" fmla="*/ 8472 h 10000"/>
              <a:gd name="connsiteX87-7481" fmla="*/ 5651 w 10000"/>
              <a:gd name="connsiteY87-7482" fmla="*/ 8594 h 10000"/>
              <a:gd name="connsiteX88-7483" fmla="*/ 4876 w 10000"/>
              <a:gd name="connsiteY88-7484" fmla="*/ 8738 h 10000"/>
              <a:gd name="connsiteX89-7485" fmla="*/ 4185 w 10000"/>
              <a:gd name="connsiteY89-7486" fmla="*/ 8862 h 10000"/>
              <a:gd name="connsiteX90-7487" fmla="*/ 3476 w 10000"/>
              <a:gd name="connsiteY90-7488" fmla="*/ 8984 h 10000"/>
              <a:gd name="connsiteX91-7489" fmla="*/ 3130 w 10000"/>
              <a:gd name="connsiteY91-7490" fmla="*/ 8984 h 10000"/>
              <a:gd name="connsiteX92-7491" fmla="*/ 2883 w 10000"/>
              <a:gd name="connsiteY92-7492" fmla="*/ 9103 h 10000"/>
              <a:gd name="connsiteX93-7493" fmla="*/ 2521 w 10000"/>
              <a:gd name="connsiteY93-7494" fmla="*/ 9251 h 10000"/>
              <a:gd name="connsiteX94-7495" fmla="*/ 2273 w 10000"/>
              <a:gd name="connsiteY94-7496" fmla="*/ 9251 h 10000"/>
              <a:gd name="connsiteX95-7497" fmla="*/ 2092 w 10000"/>
              <a:gd name="connsiteY95-7498" fmla="*/ 9369 h 10000"/>
              <a:gd name="connsiteX96-7499" fmla="*/ 1829 w 10000"/>
              <a:gd name="connsiteY96-7500" fmla="*/ 9369 h 10000"/>
              <a:gd name="connsiteX97-7501" fmla="*/ 1664 w 10000"/>
              <a:gd name="connsiteY97-7502" fmla="*/ 9490 h 10000"/>
              <a:gd name="connsiteX98-7503" fmla="*/ 1400 w 10000"/>
              <a:gd name="connsiteY98-7504" fmla="*/ 9636 h 10000"/>
              <a:gd name="connsiteX99-7505" fmla="*/ 1219 w 10000"/>
              <a:gd name="connsiteY99-7506" fmla="*/ 9636 h 10000"/>
              <a:gd name="connsiteX100-7507" fmla="*/ 1137 w 10000"/>
              <a:gd name="connsiteY100-7508" fmla="*/ 9757 h 10000"/>
              <a:gd name="connsiteX101-7509" fmla="*/ 956 w 10000"/>
              <a:gd name="connsiteY101-7510" fmla="*/ 9757 h 10000"/>
              <a:gd name="connsiteX102-7511" fmla="*/ 873 w 10000"/>
              <a:gd name="connsiteY102-7512" fmla="*/ 9879 h 10000"/>
              <a:gd name="connsiteX103-7513" fmla="*/ 791 w 10000"/>
              <a:gd name="connsiteY103-7514" fmla="*/ 9879 h 10000"/>
              <a:gd name="connsiteX104-7515" fmla="*/ 708 w 10000"/>
              <a:gd name="connsiteY104-7516" fmla="*/ 9879 h 10000"/>
              <a:gd name="connsiteX105-7517" fmla="*/ 527 w 10000"/>
              <a:gd name="connsiteY105-7518" fmla="*/ 10000 h 10000"/>
              <a:gd name="connsiteX106-7519" fmla="*/ 445 w 10000"/>
              <a:gd name="connsiteY106-7520" fmla="*/ 9879 h 10000"/>
              <a:gd name="connsiteX107-7521" fmla="*/ 362 w 10000"/>
              <a:gd name="connsiteY107-7522" fmla="*/ 9879 h 10000"/>
              <a:gd name="connsiteX108-7523" fmla="*/ 264 w 10000"/>
              <a:gd name="connsiteY108-7524" fmla="*/ 9757 h 10000"/>
              <a:gd name="connsiteX109-7525" fmla="*/ 181 w 10000"/>
              <a:gd name="connsiteY109-7526" fmla="*/ 9490 h 10000"/>
              <a:gd name="connsiteX110-7527" fmla="*/ 99 w 10000"/>
              <a:gd name="connsiteY110-7528" fmla="*/ 9251 h 10000"/>
              <a:gd name="connsiteX111-7529" fmla="*/ 0 w 10000"/>
              <a:gd name="connsiteY111-7530" fmla="*/ 9103 h 10000"/>
              <a:gd name="connsiteX112-7531" fmla="*/ 0 w 10000"/>
              <a:gd name="connsiteY112-7532" fmla="*/ 8984 h 10000"/>
              <a:gd name="connsiteX113-7533" fmla="*/ 0 w 10000"/>
              <a:gd name="connsiteY113-7534" fmla="*/ 8862 h 10000"/>
              <a:gd name="connsiteX114-7535" fmla="*/ 0 w 10000"/>
              <a:gd name="connsiteY114-7536" fmla="*/ 8862 h 10000"/>
              <a:gd name="connsiteX115-7537" fmla="*/ 99 w 10000"/>
              <a:gd name="connsiteY115-7538" fmla="*/ 8738 h 10000"/>
              <a:gd name="connsiteX116-7539" fmla="*/ 181 w 10000"/>
              <a:gd name="connsiteY116-7540" fmla="*/ 8594 h 10000"/>
              <a:gd name="connsiteX117-7541" fmla="*/ 362 w 10000"/>
              <a:gd name="connsiteY117-7542" fmla="*/ 8472 h 10000"/>
              <a:gd name="connsiteX118-7543" fmla="*/ 527 w 10000"/>
              <a:gd name="connsiteY118-7544" fmla="*/ 8354 h 10000"/>
              <a:gd name="connsiteX119-7545" fmla="*/ 610 w 10000"/>
              <a:gd name="connsiteY119-7546" fmla="*/ 8208 h 10000"/>
              <a:gd name="connsiteX120-7547" fmla="*/ 708 w 10000"/>
              <a:gd name="connsiteY120-7548" fmla="*/ 8087 h 10000"/>
              <a:gd name="connsiteX121-7549" fmla="*/ 873 w 10000"/>
              <a:gd name="connsiteY121-7550" fmla="*/ 7965 h 10000"/>
              <a:gd name="connsiteX122-7551" fmla="*/ 1054 w 10000"/>
              <a:gd name="connsiteY122-7552" fmla="*/ 7699 h 10000"/>
              <a:gd name="connsiteX123-7553" fmla="*/ 1137 w 10000"/>
              <a:gd name="connsiteY123-7554" fmla="*/ 7579 h 10000"/>
              <a:gd name="connsiteX124-7555" fmla="*/ 1318 w 10000"/>
              <a:gd name="connsiteY124-7556" fmla="*/ 7311 h 10000"/>
              <a:gd name="connsiteX125-7557" fmla="*/ 1483 w 10000"/>
              <a:gd name="connsiteY125-7558" fmla="*/ 7069 h 10000"/>
              <a:gd name="connsiteX126-7559" fmla="*/ 1483 w 10000"/>
              <a:gd name="connsiteY126-7560" fmla="*/ 7069 h 10000"/>
              <a:gd name="connsiteX0-7561" fmla="*/ 1483 w 10000"/>
              <a:gd name="connsiteY0-7562" fmla="*/ 7049 h 9980"/>
              <a:gd name="connsiteX1-7563" fmla="*/ 1664 w 10000"/>
              <a:gd name="connsiteY1-7564" fmla="*/ 6661 h 9980"/>
              <a:gd name="connsiteX2-7565" fmla="*/ 1911 w 10000"/>
              <a:gd name="connsiteY2-7566" fmla="*/ 6275 h 9980"/>
              <a:gd name="connsiteX3-7567" fmla="*/ 2092 w 10000"/>
              <a:gd name="connsiteY3-7568" fmla="*/ 5886 h 9980"/>
              <a:gd name="connsiteX4-7569" fmla="*/ 2356 w 10000"/>
              <a:gd name="connsiteY4-7570" fmla="*/ 5378 h 9980"/>
              <a:gd name="connsiteX5-7571" fmla="*/ 2619 w 10000"/>
              <a:gd name="connsiteY5-7572" fmla="*/ 4747 h 9980"/>
              <a:gd name="connsiteX6-7573" fmla="*/ 2883 w 10000"/>
              <a:gd name="connsiteY6-7574" fmla="*/ 4093 h 9980"/>
              <a:gd name="connsiteX7-7575" fmla="*/ 3130 w 10000"/>
              <a:gd name="connsiteY7-7576" fmla="*/ 3343 h 9980"/>
              <a:gd name="connsiteX8-7577" fmla="*/ 3476 w 10000"/>
              <a:gd name="connsiteY8-7578" fmla="*/ 2566 h 9980"/>
              <a:gd name="connsiteX9-7579" fmla="*/ 3740 w 10000"/>
              <a:gd name="connsiteY9-7580" fmla="*/ 1791 h 9980"/>
              <a:gd name="connsiteX10-7581" fmla="*/ 4003 w 10000"/>
              <a:gd name="connsiteY10-7582" fmla="*/ 1160 h 9980"/>
              <a:gd name="connsiteX11-7583" fmla="*/ 4185 w 10000"/>
              <a:gd name="connsiteY11-7584" fmla="*/ 508 h 9980"/>
              <a:gd name="connsiteX12-7585" fmla="*/ 4349 w 10000"/>
              <a:gd name="connsiteY12-7586" fmla="*/ 0 h 9980"/>
              <a:gd name="connsiteX13-7587" fmla="*/ 5140 w 10000"/>
              <a:gd name="connsiteY13-7588" fmla="*/ 1524 h 9980"/>
              <a:gd name="connsiteX14-7589" fmla="*/ 4959 w 10000"/>
              <a:gd name="connsiteY14-7590" fmla="*/ 1914 h 9980"/>
              <a:gd name="connsiteX15-7591" fmla="*/ 4695 w 10000"/>
              <a:gd name="connsiteY15-7592" fmla="*/ 2423 h 9980"/>
              <a:gd name="connsiteX16-7593" fmla="*/ 4530 w 10000"/>
              <a:gd name="connsiteY16-7594" fmla="*/ 2956 h 9980"/>
              <a:gd name="connsiteX17-7595" fmla="*/ 4267 w 10000"/>
              <a:gd name="connsiteY17-7596" fmla="*/ 3462 h 9980"/>
              <a:gd name="connsiteX18-7597" fmla="*/ 3921 w 10000"/>
              <a:gd name="connsiteY18-7598" fmla="*/ 4093 h 9980"/>
              <a:gd name="connsiteX19-7599" fmla="*/ 3657 w 10000"/>
              <a:gd name="connsiteY19-7600" fmla="*/ 4602 h 9980"/>
              <a:gd name="connsiteX20-7601" fmla="*/ 3476 w 10000"/>
              <a:gd name="connsiteY20-7602" fmla="*/ 5134 h 9980"/>
              <a:gd name="connsiteX21-7603" fmla="*/ 3229 w 10000"/>
              <a:gd name="connsiteY21-7604" fmla="*/ 5644 h 9980"/>
              <a:gd name="connsiteX22-7605" fmla="*/ 2965 w 10000"/>
              <a:gd name="connsiteY22-7606" fmla="*/ 6032 h 9980"/>
              <a:gd name="connsiteX23-7607" fmla="*/ 2784 w 10000"/>
              <a:gd name="connsiteY23-7608" fmla="*/ 6394 h 9980"/>
              <a:gd name="connsiteX24-7609" fmla="*/ 2619 w 10000"/>
              <a:gd name="connsiteY24-7610" fmla="*/ 6783 h 9980"/>
              <a:gd name="connsiteX25-7611" fmla="*/ 2438 w 10000"/>
              <a:gd name="connsiteY25-7612" fmla="*/ 7049 h 9980"/>
              <a:gd name="connsiteX26-7613" fmla="*/ 2273 w 10000"/>
              <a:gd name="connsiteY26-7614" fmla="*/ 7291 h 9980"/>
              <a:gd name="connsiteX27-7615" fmla="*/ 2092 w 10000"/>
              <a:gd name="connsiteY27-7616" fmla="*/ 7559 h 9980"/>
              <a:gd name="connsiteX28-7617" fmla="*/ 2010 w 10000"/>
              <a:gd name="connsiteY28-7618" fmla="*/ 7826 h 9980"/>
              <a:gd name="connsiteX29-7619" fmla="*/ 1911 w 10000"/>
              <a:gd name="connsiteY29-7620" fmla="*/ 7945 h 9980"/>
              <a:gd name="connsiteX30-7621" fmla="*/ 1829 w 10000"/>
              <a:gd name="connsiteY30-7622" fmla="*/ 8067 h 9980"/>
              <a:gd name="connsiteX31-7623" fmla="*/ 1746 w 10000"/>
              <a:gd name="connsiteY31-7624" fmla="*/ 8188 h 9980"/>
              <a:gd name="connsiteX32-7625" fmla="*/ 1746 w 10000"/>
              <a:gd name="connsiteY32-7626" fmla="*/ 8334 h 9980"/>
              <a:gd name="connsiteX33-7627" fmla="*/ 1746 w 10000"/>
              <a:gd name="connsiteY33-7628" fmla="*/ 8334 h 9980"/>
              <a:gd name="connsiteX34-7629" fmla="*/ 1829 w 10000"/>
              <a:gd name="connsiteY34-7630" fmla="*/ 8334 h 9980"/>
              <a:gd name="connsiteX35-7631" fmla="*/ 1911 w 10000"/>
              <a:gd name="connsiteY35-7632" fmla="*/ 8452 h 9980"/>
              <a:gd name="connsiteX36-7633" fmla="*/ 2010 w 10000"/>
              <a:gd name="connsiteY36-7634" fmla="*/ 8452 h 9980"/>
              <a:gd name="connsiteX37-7635" fmla="*/ 2175 w 10000"/>
              <a:gd name="connsiteY37-7636" fmla="*/ 8452 h 9980"/>
              <a:gd name="connsiteX38-7637" fmla="*/ 2273 w 10000"/>
              <a:gd name="connsiteY38-7638" fmla="*/ 8334 h 9980"/>
              <a:gd name="connsiteX39-7639" fmla="*/ 2356 w 10000"/>
              <a:gd name="connsiteY39-7640" fmla="*/ 8334 h 9980"/>
              <a:gd name="connsiteX40-7641" fmla="*/ 2521 w 10000"/>
              <a:gd name="connsiteY40-7642" fmla="*/ 8334 h 9980"/>
              <a:gd name="connsiteX41-7643" fmla="*/ 2702 w 10000"/>
              <a:gd name="connsiteY41-7644" fmla="*/ 8334 h 9980"/>
              <a:gd name="connsiteX42-7645" fmla="*/ 2883 w 10000"/>
              <a:gd name="connsiteY42-7646" fmla="*/ 8188 h 9980"/>
              <a:gd name="connsiteX43-7647" fmla="*/ 3048 w 10000"/>
              <a:gd name="connsiteY43-7648" fmla="*/ 8188 h 9980"/>
              <a:gd name="connsiteX44-7649" fmla="*/ 3311 w 10000"/>
              <a:gd name="connsiteY44-7650" fmla="*/ 8188 h 9980"/>
              <a:gd name="connsiteX45-7651" fmla="*/ 3575 w 10000"/>
              <a:gd name="connsiteY45-7652" fmla="*/ 8188 h 9980"/>
              <a:gd name="connsiteX46-7653" fmla="*/ 3921 w 10000"/>
              <a:gd name="connsiteY46-7654" fmla="*/ 8067 h 9980"/>
              <a:gd name="connsiteX47-7655" fmla="*/ 4267 w 10000"/>
              <a:gd name="connsiteY47-7656" fmla="*/ 8067 h 9980"/>
              <a:gd name="connsiteX48-7657" fmla="*/ 4613 w 10000"/>
              <a:gd name="connsiteY48-7658" fmla="*/ 8067 h 9980"/>
              <a:gd name="connsiteX49-7659" fmla="*/ 4959 w 10000"/>
              <a:gd name="connsiteY49-7660" fmla="*/ 7945 h 9980"/>
              <a:gd name="connsiteX50-7661" fmla="*/ 5387 w 10000"/>
              <a:gd name="connsiteY50-7662" fmla="*/ 7826 h 9980"/>
              <a:gd name="connsiteX51-7663" fmla="*/ 5832 w 10000"/>
              <a:gd name="connsiteY51-7664" fmla="*/ 7826 h 9980"/>
              <a:gd name="connsiteX52-7665" fmla="*/ 6343 w 10000"/>
              <a:gd name="connsiteY52-7666" fmla="*/ 7679 h 9980"/>
              <a:gd name="connsiteX53-7667" fmla="*/ 6787 w 10000"/>
              <a:gd name="connsiteY53-7668" fmla="*/ 7679 h 9980"/>
              <a:gd name="connsiteX54-7669" fmla="*/ 7298 w 10000"/>
              <a:gd name="connsiteY54-7670" fmla="*/ 7559 h 9980"/>
              <a:gd name="connsiteX55-7671" fmla="*/ 7743 w 10000"/>
              <a:gd name="connsiteY55-7672" fmla="*/ 7436 h 9980"/>
              <a:gd name="connsiteX56-7673" fmla="*/ 8171 w 10000"/>
              <a:gd name="connsiteY56-7674" fmla="*/ 7436 h 9980"/>
              <a:gd name="connsiteX57-7675" fmla="*/ 8435 w 10000"/>
              <a:gd name="connsiteY57-7676" fmla="*/ 7291 h 9980"/>
              <a:gd name="connsiteX58-7677" fmla="*/ 8699 w 10000"/>
              <a:gd name="connsiteY58-7678" fmla="*/ 7291 h 9980"/>
              <a:gd name="connsiteX59-7679" fmla="*/ 8962 w 10000"/>
              <a:gd name="connsiteY59-7680" fmla="*/ 7291 h 9980"/>
              <a:gd name="connsiteX60-7681" fmla="*/ 9127 w 10000"/>
              <a:gd name="connsiteY60-7682" fmla="*/ 7291 h 9980"/>
              <a:gd name="connsiteX61-7683" fmla="*/ 9226 w 10000"/>
              <a:gd name="connsiteY61-7684" fmla="*/ 7169 h 9980"/>
              <a:gd name="connsiteX62-7685" fmla="*/ 9390 w 10000"/>
              <a:gd name="connsiteY62-7686" fmla="*/ 7291 h 9980"/>
              <a:gd name="connsiteX63-7687" fmla="*/ 9473 w 10000"/>
              <a:gd name="connsiteY63-7688" fmla="*/ 7291 h 9980"/>
              <a:gd name="connsiteX64-7689" fmla="*/ 9654 w 10000"/>
              <a:gd name="connsiteY64-7690" fmla="*/ 7436 h 9980"/>
              <a:gd name="connsiteX65-7691" fmla="*/ 9736 w 10000"/>
              <a:gd name="connsiteY65-7692" fmla="*/ 7436 h 9980"/>
              <a:gd name="connsiteX66-7693" fmla="*/ 9918 w 10000"/>
              <a:gd name="connsiteY66-7694" fmla="*/ 7679 h 9980"/>
              <a:gd name="connsiteX67-7695" fmla="*/ 10000 w 10000"/>
              <a:gd name="connsiteY67-7696" fmla="*/ 7826 h 9980"/>
              <a:gd name="connsiteX68-7697" fmla="*/ 10000 w 10000"/>
              <a:gd name="connsiteY68-7698" fmla="*/ 7945 h 9980"/>
              <a:gd name="connsiteX69-7699" fmla="*/ 10000 w 10000"/>
              <a:gd name="connsiteY69-7700" fmla="*/ 8067 h 9980"/>
              <a:gd name="connsiteX70-7701" fmla="*/ 10000 w 10000"/>
              <a:gd name="connsiteY70-7702" fmla="*/ 8067 h 9980"/>
              <a:gd name="connsiteX71-7703" fmla="*/ 10000 w 10000"/>
              <a:gd name="connsiteY71-7704" fmla="*/ 8188 h 9980"/>
              <a:gd name="connsiteX72-7705" fmla="*/ 9918 w 10000"/>
              <a:gd name="connsiteY72-7706" fmla="*/ 8188 h 9980"/>
              <a:gd name="connsiteX73-7707" fmla="*/ 9819 w 10000"/>
              <a:gd name="connsiteY73-7708" fmla="*/ 8188 h 9980"/>
              <a:gd name="connsiteX74-7709" fmla="*/ 9736 w 10000"/>
              <a:gd name="connsiteY74-7710" fmla="*/ 8334 h 9980"/>
              <a:gd name="connsiteX75-7711" fmla="*/ 9572 w 10000"/>
              <a:gd name="connsiteY75-7712" fmla="*/ 8334 h 9980"/>
              <a:gd name="connsiteX76-7713" fmla="*/ 9390 w 10000"/>
              <a:gd name="connsiteY76-7714" fmla="*/ 8334 h 9980"/>
              <a:gd name="connsiteX77-7715" fmla="*/ 9127 w 10000"/>
              <a:gd name="connsiteY77-7716" fmla="*/ 8334 h 9980"/>
              <a:gd name="connsiteX78-7717" fmla="*/ 8863 w 10000"/>
              <a:gd name="connsiteY78-7718" fmla="*/ 8334 h 9980"/>
              <a:gd name="connsiteX79-7719" fmla="*/ 8616 w 10000"/>
              <a:gd name="connsiteY79-7720" fmla="*/ 8334 h 9980"/>
              <a:gd name="connsiteX80-7721" fmla="*/ 8353 w 10000"/>
              <a:gd name="connsiteY80-7722" fmla="*/ 8334 h 9980"/>
              <a:gd name="connsiteX81-7723" fmla="*/ 8007 w 10000"/>
              <a:gd name="connsiteY81-7724" fmla="*/ 8334 h 9980"/>
              <a:gd name="connsiteX82-7725" fmla="*/ 7661 w 10000"/>
              <a:gd name="connsiteY82-7726" fmla="*/ 8334 h 9980"/>
              <a:gd name="connsiteX83-7727" fmla="*/ 7298 w 10000"/>
              <a:gd name="connsiteY83-7728" fmla="*/ 8452 h 9980"/>
              <a:gd name="connsiteX84-7729" fmla="*/ 6870 w 10000"/>
              <a:gd name="connsiteY84-7730" fmla="*/ 8452 h 9980"/>
              <a:gd name="connsiteX85-7731" fmla="*/ 6442 w 10000"/>
              <a:gd name="connsiteY85-7732" fmla="*/ 8452 h 9980"/>
              <a:gd name="connsiteX86-7733" fmla="*/ 5651 w 10000"/>
              <a:gd name="connsiteY86-7734" fmla="*/ 8574 h 9980"/>
              <a:gd name="connsiteX87-7735" fmla="*/ 4876 w 10000"/>
              <a:gd name="connsiteY87-7736" fmla="*/ 8718 h 9980"/>
              <a:gd name="connsiteX88-7737" fmla="*/ 4185 w 10000"/>
              <a:gd name="connsiteY88-7738" fmla="*/ 8842 h 9980"/>
              <a:gd name="connsiteX89-7739" fmla="*/ 3476 w 10000"/>
              <a:gd name="connsiteY89-7740" fmla="*/ 8964 h 9980"/>
              <a:gd name="connsiteX90-7741" fmla="*/ 3130 w 10000"/>
              <a:gd name="connsiteY90-7742" fmla="*/ 8964 h 9980"/>
              <a:gd name="connsiteX91-7743" fmla="*/ 2883 w 10000"/>
              <a:gd name="connsiteY91-7744" fmla="*/ 9083 h 9980"/>
              <a:gd name="connsiteX92-7745" fmla="*/ 2521 w 10000"/>
              <a:gd name="connsiteY92-7746" fmla="*/ 9231 h 9980"/>
              <a:gd name="connsiteX93-7747" fmla="*/ 2273 w 10000"/>
              <a:gd name="connsiteY93-7748" fmla="*/ 9231 h 9980"/>
              <a:gd name="connsiteX94-7749" fmla="*/ 2092 w 10000"/>
              <a:gd name="connsiteY94-7750" fmla="*/ 9349 h 9980"/>
              <a:gd name="connsiteX95-7751" fmla="*/ 1829 w 10000"/>
              <a:gd name="connsiteY95-7752" fmla="*/ 9349 h 9980"/>
              <a:gd name="connsiteX96-7753" fmla="*/ 1664 w 10000"/>
              <a:gd name="connsiteY96-7754" fmla="*/ 9470 h 9980"/>
              <a:gd name="connsiteX97-7755" fmla="*/ 1400 w 10000"/>
              <a:gd name="connsiteY97-7756" fmla="*/ 9616 h 9980"/>
              <a:gd name="connsiteX98-7757" fmla="*/ 1219 w 10000"/>
              <a:gd name="connsiteY98-7758" fmla="*/ 9616 h 9980"/>
              <a:gd name="connsiteX99-7759" fmla="*/ 1137 w 10000"/>
              <a:gd name="connsiteY99-7760" fmla="*/ 9737 h 9980"/>
              <a:gd name="connsiteX100-7761" fmla="*/ 956 w 10000"/>
              <a:gd name="connsiteY100-7762" fmla="*/ 9737 h 9980"/>
              <a:gd name="connsiteX101-7763" fmla="*/ 873 w 10000"/>
              <a:gd name="connsiteY101-7764" fmla="*/ 9859 h 9980"/>
              <a:gd name="connsiteX102-7765" fmla="*/ 791 w 10000"/>
              <a:gd name="connsiteY102-7766" fmla="*/ 9859 h 9980"/>
              <a:gd name="connsiteX103-7767" fmla="*/ 708 w 10000"/>
              <a:gd name="connsiteY103-7768" fmla="*/ 9859 h 9980"/>
              <a:gd name="connsiteX104-7769" fmla="*/ 527 w 10000"/>
              <a:gd name="connsiteY104-7770" fmla="*/ 9980 h 9980"/>
              <a:gd name="connsiteX105-7771" fmla="*/ 445 w 10000"/>
              <a:gd name="connsiteY105-7772" fmla="*/ 9859 h 9980"/>
              <a:gd name="connsiteX106-7773" fmla="*/ 362 w 10000"/>
              <a:gd name="connsiteY106-7774" fmla="*/ 9859 h 9980"/>
              <a:gd name="connsiteX107-7775" fmla="*/ 264 w 10000"/>
              <a:gd name="connsiteY107-7776" fmla="*/ 9737 h 9980"/>
              <a:gd name="connsiteX108-7777" fmla="*/ 181 w 10000"/>
              <a:gd name="connsiteY108-7778" fmla="*/ 9470 h 9980"/>
              <a:gd name="connsiteX109-7779" fmla="*/ 99 w 10000"/>
              <a:gd name="connsiteY109-7780" fmla="*/ 9231 h 9980"/>
              <a:gd name="connsiteX110-7781" fmla="*/ 0 w 10000"/>
              <a:gd name="connsiteY110-7782" fmla="*/ 9083 h 9980"/>
              <a:gd name="connsiteX111-7783" fmla="*/ 0 w 10000"/>
              <a:gd name="connsiteY111-7784" fmla="*/ 8964 h 9980"/>
              <a:gd name="connsiteX112-7785" fmla="*/ 0 w 10000"/>
              <a:gd name="connsiteY112-7786" fmla="*/ 8842 h 9980"/>
              <a:gd name="connsiteX113-7787" fmla="*/ 0 w 10000"/>
              <a:gd name="connsiteY113-7788" fmla="*/ 8842 h 9980"/>
              <a:gd name="connsiteX114-7789" fmla="*/ 99 w 10000"/>
              <a:gd name="connsiteY114-7790" fmla="*/ 8718 h 9980"/>
              <a:gd name="connsiteX115-7791" fmla="*/ 181 w 10000"/>
              <a:gd name="connsiteY115-7792" fmla="*/ 8574 h 9980"/>
              <a:gd name="connsiteX116-7793" fmla="*/ 362 w 10000"/>
              <a:gd name="connsiteY116-7794" fmla="*/ 8452 h 9980"/>
              <a:gd name="connsiteX117-7795" fmla="*/ 527 w 10000"/>
              <a:gd name="connsiteY117-7796" fmla="*/ 8334 h 9980"/>
              <a:gd name="connsiteX118-7797" fmla="*/ 610 w 10000"/>
              <a:gd name="connsiteY118-7798" fmla="*/ 8188 h 9980"/>
              <a:gd name="connsiteX119-7799" fmla="*/ 708 w 10000"/>
              <a:gd name="connsiteY119-7800" fmla="*/ 8067 h 9980"/>
              <a:gd name="connsiteX120-7801" fmla="*/ 873 w 10000"/>
              <a:gd name="connsiteY120-7802" fmla="*/ 7945 h 9980"/>
              <a:gd name="connsiteX121-7803" fmla="*/ 1054 w 10000"/>
              <a:gd name="connsiteY121-7804" fmla="*/ 7679 h 9980"/>
              <a:gd name="connsiteX122-7805" fmla="*/ 1137 w 10000"/>
              <a:gd name="connsiteY122-7806" fmla="*/ 7559 h 9980"/>
              <a:gd name="connsiteX123-7807" fmla="*/ 1318 w 10000"/>
              <a:gd name="connsiteY123-7808" fmla="*/ 7291 h 9980"/>
              <a:gd name="connsiteX124-7809" fmla="*/ 1483 w 10000"/>
              <a:gd name="connsiteY124-7810" fmla="*/ 7049 h 9980"/>
              <a:gd name="connsiteX125-7811" fmla="*/ 1483 w 10000"/>
              <a:gd name="connsiteY125-7812" fmla="*/ 7049 h 9980"/>
              <a:gd name="connsiteX0-7813" fmla="*/ 1483 w 10000"/>
              <a:gd name="connsiteY0-7814" fmla="*/ 6554 h 9491"/>
              <a:gd name="connsiteX1-7815" fmla="*/ 1664 w 10000"/>
              <a:gd name="connsiteY1-7816" fmla="*/ 6165 h 9491"/>
              <a:gd name="connsiteX2-7817" fmla="*/ 1911 w 10000"/>
              <a:gd name="connsiteY2-7818" fmla="*/ 5779 h 9491"/>
              <a:gd name="connsiteX3-7819" fmla="*/ 2092 w 10000"/>
              <a:gd name="connsiteY3-7820" fmla="*/ 5389 h 9491"/>
              <a:gd name="connsiteX4-7821" fmla="*/ 2356 w 10000"/>
              <a:gd name="connsiteY4-7822" fmla="*/ 4880 h 9491"/>
              <a:gd name="connsiteX5-7823" fmla="*/ 2619 w 10000"/>
              <a:gd name="connsiteY5-7824" fmla="*/ 4248 h 9491"/>
              <a:gd name="connsiteX6-7825" fmla="*/ 2883 w 10000"/>
              <a:gd name="connsiteY6-7826" fmla="*/ 3592 h 9491"/>
              <a:gd name="connsiteX7-7827" fmla="*/ 3130 w 10000"/>
              <a:gd name="connsiteY7-7828" fmla="*/ 2841 h 9491"/>
              <a:gd name="connsiteX8-7829" fmla="*/ 3476 w 10000"/>
              <a:gd name="connsiteY8-7830" fmla="*/ 2062 h 9491"/>
              <a:gd name="connsiteX9-7831" fmla="*/ 3740 w 10000"/>
              <a:gd name="connsiteY9-7832" fmla="*/ 1286 h 9491"/>
              <a:gd name="connsiteX10-7833" fmla="*/ 4003 w 10000"/>
              <a:gd name="connsiteY10-7834" fmla="*/ 653 h 9491"/>
              <a:gd name="connsiteX11-7835" fmla="*/ 4185 w 10000"/>
              <a:gd name="connsiteY11-7836" fmla="*/ 0 h 9491"/>
              <a:gd name="connsiteX12-7837" fmla="*/ 5140 w 10000"/>
              <a:gd name="connsiteY12-7838" fmla="*/ 1018 h 9491"/>
              <a:gd name="connsiteX13-7839" fmla="*/ 4959 w 10000"/>
              <a:gd name="connsiteY13-7840" fmla="*/ 1409 h 9491"/>
              <a:gd name="connsiteX14-7841" fmla="*/ 4695 w 10000"/>
              <a:gd name="connsiteY14-7842" fmla="*/ 1919 h 9491"/>
              <a:gd name="connsiteX15-7843" fmla="*/ 4530 w 10000"/>
              <a:gd name="connsiteY15-7844" fmla="*/ 2453 h 9491"/>
              <a:gd name="connsiteX16-7845" fmla="*/ 4267 w 10000"/>
              <a:gd name="connsiteY16-7846" fmla="*/ 2960 h 9491"/>
              <a:gd name="connsiteX17-7847" fmla="*/ 3921 w 10000"/>
              <a:gd name="connsiteY17-7848" fmla="*/ 3592 h 9491"/>
              <a:gd name="connsiteX18-7849" fmla="*/ 3657 w 10000"/>
              <a:gd name="connsiteY18-7850" fmla="*/ 4102 h 9491"/>
              <a:gd name="connsiteX19-7851" fmla="*/ 3476 w 10000"/>
              <a:gd name="connsiteY19-7852" fmla="*/ 4635 h 9491"/>
              <a:gd name="connsiteX20-7853" fmla="*/ 3229 w 10000"/>
              <a:gd name="connsiteY20-7854" fmla="*/ 5146 h 9491"/>
              <a:gd name="connsiteX21-7855" fmla="*/ 2965 w 10000"/>
              <a:gd name="connsiteY21-7856" fmla="*/ 5535 h 9491"/>
              <a:gd name="connsiteX22-7857" fmla="*/ 2784 w 10000"/>
              <a:gd name="connsiteY22-7858" fmla="*/ 5898 h 9491"/>
              <a:gd name="connsiteX23-7859" fmla="*/ 2619 w 10000"/>
              <a:gd name="connsiteY23-7860" fmla="*/ 6288 h 9491"/>
              <a:gd name="connsiteX24-7861" fmla="*/ 2438 w 10000"/>
              <a:gd name="connsiteY24-7862" fmla="*/ 6554 h 9491"/>
              <a:gd name="connsiteX25-7863" fmla="*/ 2273 w 10000"/>
              <a:gd name="connsiteY25-7864" fmla="*/ 6797 h 9491"/>
              <a:gd name="connsiteX26-7865" fmla="*/ 2092 w 10000"/>
              <a:gd name="connsiteY26-7866" fmla="*/ 7065 h 9491"/>
              <a:gd name="connsiteX27-7867" fmla="*/ 2010 w 10000"/>
              <a:gd name="connsiteY27-7868" fmla="*/ 7333 h 9491"/>
              <a:gd name="connsiteX28-7869" fmla="*/ 1911 w 10000"/>
              <a:gd name="connsiteY28-7870" fmla="*/ 7452 h 9491"/>
              <a:gd name="connsiteX29-7871" fmla="*/ 1829 w 10000"/>
              <a:gd name="connsiteY29-7872" fmla="*/ 7574 h 9491"/>
              <a:gd name="connsiteX30-7873" fmla="*/ 1746 w 10000"/>
              <a:gd name="connsiteY30-7874" fmla="*/ 7695 h 9491"/>
              <a:gd name="connsiteX31-7875" fmla="*/ 1746 w 10000"/>
              <a:gd name="connsiteY31-7876" fmla="*/ 7842 h 9491"/>
              <a:gd name="connsiteX32-7877" fmla="*/ 1746 w 10000"/>
              <a:gd name="connsiteY32-7878" fmla="*/ 7842 h 9491"/>
              <a:gd name="connsiteX33-7879" fmla="*/ 1829 w 10000"/>
              <a:gd name="connsiteY33-7880" fmla="*/ 7842 h 9491"/>
              <a:gd name="connsiteX34-7881" fmla="*/ 1911 w 10000"/>
              <a:gd name="connsiteY34-7882" fmla="*/ 7960 h 9491"/>
              <a:gd name="connsiteX35-7883" fmla="*/ 2010 w 10000"/>
              <a:gd name="connsiteY35-7884" fmla="*/ 7960 h 9491"/>
              <a:gd name="connsiteX36-7885" fmla="*/ 2175 w 10000"/>
              <a:gd name="connsiteY36-7886" fmla="*/ 7960 h 9491"/>
              <a:gd name="connsiteX37-7887" fmla="*/ 2273 w 10000"/>
              <a:gd name="connsiteY37-7888" fmla="*/ 7842 h 9491"/>
              <a:gd name="connsiteX38-7889" fmla="*/ 2356 w 10000"/>
              <a:gd name="connsiteY38-7890" fmla="*/ 7842 h 9491"/>
              <a:gd name="connsiteX39-7891" fmla="*/ 2521 w 10000"/>
              <a:gd name="connsiteY39-7892" fmla="*/ 7842 h 9491"/>
              <a:gd name="connsiteX40-7893" fmla="*/ 2702 w 10000"/>
              <a:gd name="connsiteY40-7894" fmla="*/ 7842 h 9491"/>
              <a:gd name="connsiteX41-7895" fmla="*/ 2883 w 10000"/>
              <a:gd name="connsiteY41-7896" fmla="*/ 7695 h 9491"/>
              <a:gd name="connsiteX42-7897" fmla="*/ 3048 w 10000"/>
              <a:gd name="connsiteY42-7898" fmla="*/ 7695 h 9491"/>
              <a:gd name="connsiteX43-7899" fmla="*/ 3311 w 10000"/>
              <a:gd name="connsiteY43-7900" fmla="*/ 7695 h 9491"/>
              <a:gd name="connsiteX44-7901" fmla="*/ 3575 w 10000"/>
              <a:gd name="connsiteY44-7902" fmla="*/ 7695 h 9491"/>
              <a:gd name="connsiteX45-7903" fmla="*/ 3921 w 10000"/>
              <a:gd name="connsiteY45-7904" fmla="*/ 7574 h 9491"/>
              <a:gd name="connsiteX46-7905" fmla="*/ 4267 w 10000"/>
              <a:gd name="connsiteY46-7906" fmla="*/ 7574 h 9491"/>
              <a:gd name="connsiteX47-7907" fmla="*/ 4613 w 10000"/>
              <a:gd name="connsiteY47-7908" fmla="*/ 7574 h 9491"/>
              <a:gd name="connsiteX48-7909" fmla="*/ 4959 w 10000"/>
              <a:gd name="connsiteY48-7910" fmla="*/ 7452 h 9491"/>
              <a:gd name="connsiteX49-7911" fmla="*/ 5387 w 10000"/>
              <a:gd name="connsiteY49-7912" fmla="*/ 7333 h 9491"/>
              <a:gd name="connsiteX50-7913" fmla="*/ 5832 w 10000"/>
              <a:gd name="connsiteY50-7914" fmla="*/ 7333 h 9491"/>
              <a:gd name="connsiteX51-7915" fmla="*/ 6343 w 10000"/>
              <a:gd name="connsiteY51-7916" fmla="*/ 7185 h 9491"/>
              <a:gd name="connsiteX52-7917" fmla="*/ 6787 w 10000"/>
              <a:gd name="connsiteY52-7918" fmla="*/ 7185 h 9491"/>
              <a:gd name="connsiteX53-7919" fmla="*/ 7298 w 10000"/>
              <a:gd name="connsiteY53-7920" fmla="*/ 7065 h 9491"/>
              <a:gd name="connsiteX54-7921" fmla="*/ 7743 w 10000"/>
              <a:gd name="connsiteY54-7922" fmla="*/ 6942 h 9491"/>
              <a:gd name="connsiteX55-7923" fmla="*/ 8171 w 10000"/>
              <a:gd name="connsiteY55-7924" fmla="*/ 6942 h 9491"/>
              <a:gd name="connsiteX56-7925" fmla="*/ 8435 w 10000"/>
              <a:gd name="connsiteY56-7926" fmla="*/ 6797 h 9491"/>
              <a:gd name="connsiteX57-7927" fmla="*/ 8699 w 10000"/>
              <a:gd name="connsiteY57-7928" fmla="*/ 6797 h 9491"/>
              <a:gd name="connsiteX58-7929" fmla="*/ 8962 w 10000"/>
              <a:gd name="connsiteY58-7930" fmla="*/ 6797 h 9491"/>
              <a:gd name="connsiteX59-7931" fmla="*/ 9127 w 10000"/>
              <a:gd name="connsiteY59-7932" fmla="*/ 6797 h 9491"/>
              <a:gd name="connsiteX60-7933" fmla="*/ 9226 w 10000"/>
              <a:gd name="connsiteY60-7934" fmla="*/ 6674 h 9491"/>
              <a:gd name="connsiteX61-7935" fmla="*/ 9390 w 10000"/>
              <a:gd name="connsiteY61-7936" fmla="*/ 6797 h 9491"/>
              <a:gd name="connsiteX62-7937" fmla="*/ 9473 w 10000"/>
              <a:gd name="connsiteY62-7938" fmla="*/ 6797 h 9491"/>
              <a:gd name="connsiteX63-7939" fmla="*/ 9654 w 10000"/>
              <a:gd name="connsiteY63-7940" fmla="*/ 6942 h 9491"/>
              <a:gd name="connsiteX64-7941" fmla="*/ 9736 w 10000"/>
              <a:gd name="connsiteY64-7942" fmla="*/ 6942 h 9491"/>
              <a:gd name="connsiteX65-7943" fmla="*/ 9918 w 10000"/>
              <a:gd name="connsiteY65-7944" fmla="*/ 7185 h 9491"/>
              <a:gd name="connsiteX66-7945" fmla="*/ 10000 w 10000"/>
              <a:gd name="connsiteY66-7946" fmla="*/ 7333 h 9491"/>
              <a:gd name="connsiteX67-7947" fmla="*/ 10000 w 10000"/>
              <a:gd name="connsiteY67-7948" fmla="*/ 7452 h 9491"/>
              <a:gd name="connsiteX68-7949" fmla="*/ 10000 w 10000"/>
              <a:gd name="connsiteY68-7950" fmla="*/ 7574 h 9491"/>
              <a:gd name="connsiteX69-7951" fmla="*/ 10000 w 10000"/>
              <a:gd name="connsiteY69-7952" fmla="*/ 7574 h 9491"/>
              <a:gd name="connsiteX70-7953" fmla="*/ 10000 w 10000"/>
              <a:gd name="connsiteY70-7954" fmla="*/ 7695 h 9491"/>
              <a:gd name="connsiteX71-7955" fmla="*/ 9918 w 10000"/>
              <a:gd name="connsiteY71-7956" fmla="*/ 7695 h 9491"/>
              <a:gd name="connsiteX72-7957" fmla="*/ 9819 w 10000"/>
              <a:gd name="connsiteY72-7958" fmla="*/ 7695 h 9491"/>
              <a:gd name="connsiteX73-7959" fmla="*/ 9736 w 10000"/>
              <a:gd name="connsiteY73-7960" fmla="*/ 7842 h 9491"/>
              <a:gd name="connsiteX74-7961" fmla="*/ 9572 w 10000"/>
              <a:gd name="connsiteY74-7962" fmla="*/ 7842 h 9491"/>
              <a:gd name="connsiteX75-7963" fmla="*/ 9390 w 10000"/>
              <a:gd name="connsiteY75-7964" fmla="*/ 7842 h 9491"/>
              <a:gd name="connsiteX76-7965" fmla="*/ 9127 w 10000"/>
              <a:gd name="connsiteY76-7966" fmla="*/ 7842 h 9491"/>
              <a:gd name="connsiteX77-7967" fmla="*/ 8863 w 10000"/>
              <a:gd name="connsiteY77-7968" fmla="*/ 7842 h 9491"/>
              <a:gd name="connsiteX78-7969" fmla="*/ 8616 w 10000"/>
              <a:gd name="connsiteY78-7970" fmla="*/ 7842 h 9491"/>
              <a:gd name="connsiteX79-7971" fmla="*/ 8353 w 10000"/>
              <a:gd name="connsiteY79-7972" fmla="*/ 7842 h 9491"/>
              <a:gd name="connsiteX80-7973" fmla="*/ 8007 w 10000"/>
              <a:gd name="connsiteY80-7974" fmla="*/ 7842 h 9491"/>
              <a:gd name="connsiteX81-7975" fmla="*/ 7661 w 10000"/>
              <a:gd name="connsiteY81-7976" fmla="*/ 7842 h 9491"/>
              <a:gd name="connsiteX82-7977" fmla="*/ 7298 w 10000"/>
              <a:gd name="connsiteY82-7978" fmla="*/ 7960 h 9491"/>
              <a:gd name="connsiteX83-7979" fmla="*/ 6870 w 10000"/>
              <a:gd name="connsiteY83-7980" fmla="*/ 7960 h 9491"/>
              <a:gd name="connsiteX84-7981" fmla="*/ 6442 w 10000"/>
              <a:gd name="connsiteY84-7982" fmla="*/ 7960 h 9491"/>
              <a:gd name="connsiteX85-7983" fmla="*/ 5651 w 10000"/>
              <a:gd name="connsiteY85-7984" fmla="*/ 8082 h 9491"/>
              <a:gd name="connsiteX86-7985" fmla="*/ 4876 w 10000"/>
              <a:gd name="connsiteY86-7986" fmla="*/ 8226 h 9491"/>
              <a:gd name="connsiteX87-7987" fmla="*/ 4185 w 10000"/>
              <a:gd name="connsiteY87-7988" fmla="*/ 8351 h 9491"/>
              <a:gd name="connsiteX88-7989" fmla="*/ 3476 w 10000"/>
              <a:gd name="connsiteY88-7990" fmla="*/ 8473 h 9491"/>
              <a:gd name="connsiteX89-7991" fmla="*/ 3130 w 10000"/>
              <a:gd name="connsiteY89-7992" fmla="*/ 8473 h 9491"/>
              <a:gd name="connsiteX90-7993" fmla="*/ 2883 w 10000"/>
              <a:gd name="connsiteY90-7994" fmla="*/ 8592 h 9491"/>
              <a:gd name="connsiteX91-7995" fmla="*/ 2521 w 10000"/>
              <a:gd name="connsiteY91-7996" fmla="*/ 8740 h 9491"/>
              <a:gd name="connsiteX92-7997" fmla="*/ 2273 w 10000"/>
              <a:gd name="connsiteY92-7998" fmla="*/ 8740 h 9491"/>
              <a:gd name="connsiteX93-7999" fmla="*/ 2092 w 10000"/>
              <a:gd name="connsiteY93-8000" fmla="*/ 8859 h 9491"/>
              <a:gd name="connsiteX94-8001" fmla="*/ 1829 w 10000"/>
              <a:gd name="connsiteY94-8002" fmla="*/ 8859 h 9491"/>
              <a:gd name="connsiteX95-8003" fmla="*/ 1664 w 10000"/>
              <a:gd name="connsiteY95-8004" fmla="*/ 8980 h 9491"/>
              <a:gd name="connsiteX96-8005" fmla="*/ 1400 w 10000"/>
              <a:gd name="connsiteY96-8006" fmla="*/ 9126 h 9491"/>
              <a:gd name="connsiteX97-8007" fmla="*/ 1219 w 10000"/>
              <a:gd name="connsiteY97-8008" fmla="*/ 9126 h 9491"/>
              <a:gd name="connsiteX98-8009" fmla="*/ 1137 w 10000"/>
              <a:gd name="connsiteY98-8010" fmla="*/ 9248 h 9491"/>
              <a:gd name="connsiteX99-8011" fmla="*/ 956 w 10000"/>
              <a:gd name="connsiteY99-8012" fmla="*/ 9248 h 9491"/>
              <a:gd name="connsiteX100-8013" fmla="*/ 873 w 10000"/>
              <a:gd name="connsiteY100-8014" fmla="*/ 9370 h 9491"/>
              <a:gd name="connsiteX101-8015" fmla="*/ 791 w 10000"/>
              <a:gd name="connsiteY101-8016" fmla="*/ 9370 h 9491"/>
              <a:gd name="connsiteX102-8017" fmla="*/ 708 w 10000"/>
              <a:gd name="connsiteY102-8018" fmla="*/ 9370 h 9491"/>
              <a:gd name="connsiteX103-8019" fmla="*/ 527 w 10000"/>
              <a:gd name="connsiteY103-8020" fmla="*/ 9491 h 9491"/>
              <a:gd name="connsiteX104-8021" fmla="*/ 445 w 10000"/>
              <a:gd name="connsiteY104-8022" fmla="*/ 9370 h 9491"/>
              <a:gd name="connsiteX105-8023" fmla="*/ 362 w 10000"/>
              <a:gd name="connsiteY105-8024" fmla="*/ 9370 h 9491"/>
              <a:gd name="connsiteX106-8025" fmla="*/ 264 w 10000"/>
              <a:gd name="connsiteY106-8026" fmla="*/ 9248 h 9491"/>
              <a:gd name="connsiteX107-8027" fmla="*/ 181 w 10000"/>
              <a:gd name="connsiteY107-8028" fmla="*/ 8980 h 9491"/>
              <a:gd name="connsiteX108-8029" fmla="*/ 99 w 10000"/>
              <a:gd name="connsiteY108-8030" fmla="*/ 8740 h 9491"/>
              <a:gd name="connsiteX109-8031" fmla="*/ 0 w 10000"/>
              <a:gd name="connsiteY109-8032" fmla="*/ 8592 h 9491"/>
              <a:gd name="connsiteX110-8033" fmla="*/ 0 w 10000"/>
              <a:gd name="connsiteY110-8034" fmla="*/ 8473 h 9491"/>
              <a:gd name="connsiteX111-8035" fmla="*/ 0 w 10000"/>
              <a:gd name="connsiteY111-8036" fmla="*/ 8351 h 9491"/>
              <a:gd name="connsiteX112-8037" fmla="*/ 0 w 10000"/>
              <a:gd name="connsiteY112-8038" fmla="*/ 8351 h 9491"/>
              <a:gd name="connsiteX113-8039" fmla="*/ 99 w 10000"/>
              <a:gd name="connsiteY113-8040" fmla="*/ 8226 h 9491"/>
              <a:gd name="connsiteX114-8041" fmla="*/ 181 w 10000"/>
              <a:gd name="connsiteY114-8042" fmla="*/ 8082 h 9491"/>
              <a:gd name="connsiteX115-8043" fmla="*/ 362 w 10000"/>
              <a:gd name="connsiteY115-8044" fmla="*/ 7960 h 9491"/>
              <a:gd name="connsiteX116-8045" fmla="*/ 527 w 10000"/>
              <a:gd name="connsiteY116-8046" fmla="*/ 7842 h 9491"/>
              <a:gd name="connsiteX117-8047" fmla="*/ 610 w 10000"/>
              <a:gd name="connsiteY117-8048" fmla="*/ 7695 h 9491"/>
              <a:gd name="connsiteX118-8049" fmla="*/ 708 w 10000"/>
              <a:gd name="connsiteY118-8050" fmla="*/ 7574 h 9491"/>
              <a:gd name="connsiteX119-8051" fmla="*/ 873 w 10000"/>
              <a:gd name="connsiteY119-8052" fmla="*/ 7452 h 9491"/>
              <a:gd name="connsiteX120-8053" fmla="*/ 1054 w 10000"/>
              <a:gd name="connsiteY120-8054" fmla="*/ 7185 h 9491"/>
              <a:gd name="connsiteX121-8055" fmla="*/ 1137 w 10000"/>
              <a:gd name="connsiteY121-8056" fmla="*/ 7065 h 9491"/>
              <a:gd name="connsiteX122-8057" fmla="*/ 1318 w 10000"/>
              <a:gd name="connsiteY122-8058" fmla="*/ 6797 h 9491"/>
              <a:gd name="connsiteX123-8059" fmla="*/ 1483 w 10000"/>
              <a:gd name="connsiteY123-8060" fmla="*/ 6554 h 9491"/>
              <a:gd name="connsiteX124-8061" fmla="*/ 1483 w 10000"/>
              <a:gd name="connsiteY124-8062" fmla="*/ 6554 h 9491"/>
              <a:gd name="connsiteX0-8063" fmla="*/ 1483 w 10000"/>
              <a:gd name="connsiteY0-8064" fmla="*/ 6264 h 9359"/>
              <a:gd name="connsiteX1-8065" fmla="*/ 1664 w 10000"/>
              <a:gd name="connsiteY1-8066" fmla="*/ 5855 h 9359"/>
              <a:gd name="connsiteX2-8067" fmla="*/ 1911 w 10000"/>
              <a:gd name="connsiteY2-8068" fmla="*/ 5448 h 9359"/>
              <a:gd name="connsiteX3-8069" fmla="*/ 2092 w 10000"/>
              <a:gd name="connsiteY3-8070" fmla="*/ 5037 h 9359"/>
              <a:gd name="connsiteX4-8071" fmla="*/ 2356 w 10000"/>
              <a:gd name="connsiteY4-8072" fmla="*/ 4501 h 9359"/>
              <a:gd name="connsiteX5-8073" fmla="*/ 2619 w 10000"/>
              <a:gd name="connsiteY5-8074" fmla="*/ 3835 h 9359"/>
              <a:gd name="connsiteX6-8075" fmla="*/ 2883 w 10000"/>
              <a:gd name="connsiteY6-8076" fmla="*/ 3144 h 9359"/>
              <a:gd name="connsiteX7-8077" fmla="*/ 3130 w 10000"/>
              <a:gd name="connsiteY7-8078" fmla="*/ 2352 h 9359"/>
              <a:gd name="connsiteX8-8079" fmla="*/ 3476 w 10000"/>
              <a:gd name="connsiteY8-8080" fmla="*/ 1532 h 9359"/>
              <a:gd name="connsiteX9-8081" fmla="*/ 3740 w 10000"/>
              <a:gd name="connsiteY9-8082" fmla="*/ 714 h 9359"/>
              <a:gd name="connsiteX10-8083" fmla="*/ 4003 w 10000"/>
              <a:gd name="connsiteY10-8084" fmla="*/ 47 h 9359"/>
              <a:gd name="connsiteX11-8085" fmla="*/ 5140 w 10000"/>
              <a:gd name="connsiteY11-8086" fmla="*/ 432 h 9359"/>
              <a:gd name="connsiteX12-8087" fmla="*/ 4959 w 10000"/>
              <a:gd name="connsiteY12-8088" fmla="*/ 844 h 9359"/>
              <a:gd name="connsiteX13-8089" fmla="*/ 4695 w 10000"/>
              <a:gd name="connsiteY13-8090" fmla="*/ 1381 h 9359"/>
              <a:gd name="connsiteX14-8091" fmla="*/ 4530 w 10000"/>
              <a:gd name="connsiteY14-8092" fmla="*/ 1944 h 9359"/>
              <a:gd name="connsiteX15-8093" fmla="*/ 4267 w 10000"/>
              <a:gd name="connsiteY15-8094" fmla="*/ 2478 h 9359"/>
              <a:gd name="connsiteX16-8095" fmla="*/ 3921 w 10000"/>
              <a:gd name="connsiteY16-8096" fmla="*/ 3144 h 9359"/>
              <a:gd name="connsiteX17-8097" fmla="*/ 3657 w 10000"/>
              <a:gd name="connsiteY17-8098" fmla="*/ 3681 h 9359"/>
              <a:gd name="connsiteX18-8099" fmla="*/ 3476 w 10000"/>
              <a:gd name="connsiteY18-8100" fmla="*/ 4243 h 9359"/>
              <a:gd name="connsiteX19-8101" fmla="*/ 3229 w 10000"/>
              <a:gd name="connsiteY19-8102" fmla="*/ 4781 h 9359"/>
              <a:gd name="connsiteX20-8103" fmla="*/ 2965 w 10000"/>
              <a:gd name="connsiteY20-8104" fmla="*/ 5191 h 9359"/>
              <a:gd name="connsiteX21-8105" fmla="*/ 2784 w 10000"/>
              <a:gd name="connsiteY21-8106" fmla="*/ 5573 h 9359"/>
              <a:gd name="connsiteX22-8107" fmla="*/ 2619 w 10000"/>
              <a:gd name="connsiteY22-8108" fmla="*/ 5984 h 9359"/>
              <a:gd name="connsiteX23-8109" fmla="*/ 2438 w 10000"/>
              <a:gd name="connsiteY23-8110" fmla="*/ 6264 h 9359"/>
              <a:gd name="connsiteX24-8111" fmla="*/ 2273 w 10000"/>
              <a:gd name="connsiteY24-8112" fmla="*/ 6521 h 9359"/>
              <a:gd name="connsiteX25-8113" fmla="*/ 2092 w 10000"/>
              <a:gd name="connsiteY25-8114" fmla="*/ 6803 h 9359"/>
              <a:gd name="connsiteX26-8115" fmla="*/ 2010 w 10000"/>
              <a:gd name="connsiteY26-8116" fmla="*/ 7085 h 9359"/>
              <a:gd name="connsiteX27-8117" fmla="*/ 1911 w 10000"/>
              <a:gd name="connsiteY27-8118" fmla="*/ 7211 h 9359"/>
              <a:gd name="connsiteX28-8119" fmla="*/ 1829 w 10000"/>
              <a:gd name="connsiteY28-8120" fmla="*/ 7339 h 9359"/>
              <a:gd name="connsiteX29-8121" fmla="*/ 1746 w 10000"/>
              <a:gd name="connsiteY29-8122" fmla="*/ 7467 h 9359"/>
              <a:gd name="connsiteX30-8123" fmla="*/ 1746 w 10000"/>
              <a:gd name="connsiteY30-8124" fmla="*/ 7622 h 9359"/>
              <a:gd name="connsiteX31-8125" fmla="*/ 1746 w 10000"/>
              <a:gd name="connsiteY31-8126" fmla="*/ 7622 h 9359"/>
              <a:gd name="connsiteX32-8127" fmla="*/ 1829 w 10000"/>
              <a:gd name="connsiteY32-8128" fmla="*/ 7622 h 9359"/>
              <a:gd name="connsiteX33-8129" fmla="*/ 1911 w 10000"/>
              <a:gd name="connsiteY33-8130" fmla="*/ 7746 h 9359"/>
              <a:gd name="connsiteX34-8131" fmla="*/ 2010 w 10000"/>
              <a:gd name="connsiteY34-8132" fmla="*/ 7746 h 9359"/>
              <a:gd name="connsiteX35-8133" fmla="*/ 2175 w 10000"/>
              <a:gd name="connsiteY35-8134" fmla="*/ 7746 h 9359"/>
              <a:gd name="connsiteX36-8135" fmla="*/ 2273 w 10000"/>
              <a:gd name="connsiteY36-8136" fmla="*/ 7622 h 9359"/>
              <a:gd name="connsiteX37-8137" fmla="*/ 2356 w 10000"/>
              <a:gd name="connsiteY37-8138" fmla="*/ 7622 h 9359"/>
              <a:gd name="connsiteX38-8139" fmla="*/ 2521 w 10000"/>
              <a:gd name="connsiteY38-8140" fmla="*/ 7622 h 9359"/>
              <a:gd name="connsiteX39-8141" fmla="*/ 2702 w 10000"/>
              <a:gd name="connsiteY39-8142" fmla="*/ 7622 h 9359"/>
              <a:gd name="connsiteX40-8143" fmla="*/ 2883 w 10000"/>
              <a:gd name="connsiteY40-8144" fmla="*/ 7467 h 9359"/>
              <a:gd name="connsiteX41-8145" fmla="*/ 3048 w 10000"/>
              <a:gd name="connsiteY41-8146" fmla="*/ 7467 h 9359"/>
              <a:gd name="connsiteX42-8147" fmla="*/ 3311 w 10000"/>
              <a:gd name="connsiteY42-8148" fmla="*/ 7467 h 9359"/>
              <a:gd name="connsiteX43-8149" fmla="*/ 3575 w 10000"/>
              <a:gd name="connsiteY43-8150" fmla="*/ 7467 h 9359"/>
              <a:gd name="connsiteX44-8151" fmla="*/ 3921 w 10000"/>
              <a:gd name="connsiteY44-8152" fmla="*/ 7339 h 9359"/>
              <a:gd name="connsiteX45-8153" fmla="*/ 4267 w 10000"/>
              <a:gd name="connsiteY45-8154" fmla="*/ 7339 h 9359"/>
              <a:gd name="connsiteX46-8155" fmla="*/ 4613 w 10000"/>
              <a:gd name="connsiteY46-8156" fmla="*/ 7339 h 9359"/>
              <a:gd name="connsiteX47-8157" fmla="*/ 4959 w 10000"/>
              <a:gd name="connsiteY47-8158" fmla="*/ 7211 h 9359"/>
              <a:gd name="connsiteX48-8159" fmla="*/ 5387 w 10000"/>
              <a:gd name="connsiteY48-8160" fmla="*/ 7085 h 9359"/>
              <a:gd name="connsiteX49-8161" fmla="*/ 5832 w 10000"/>
              <a:gd name="connsiteY49-8162" fmla="*/ 7085 h 9359"/>
              <a:gd name="connsiteX50-8163" fmla="*/ 6343 w 10000"/>
              <a:gd name="connsiteY50-8164" fmla="*/ 6929 h 9359"/>
              <a:gd name="connsiteX51-8165" fmla="*/ 6787 w 10000"/>
              <a:gd name="connsiteY51-8166" fmla="*/ 6929 h 9359"/>
              <a:gd name="connsiteX52-8167" fmla="*/ 7298 w 10000"/>
              <a:gd name="connsiteY52-8168" fmla="*/ 6803 h 9359"/>
              <a:gd name="connsiteX53-8169" fmla="*/ 7743 w 10000"/>
              <a:gd name="connsiteY53-8170" fmla="*/ 6673 h 9359"/>
              <a:gd name="connsiteX54-8171" fmla="*/ 8171 w 10000"/>
              <a:gd name="connsiteY54-8172" fmla="*/ 6673 h 9359"/>
              <a:gd name="connsiteX55-8173" fmla="*/ 8435 w 10000"/>
              <a:gd name="connsiteY55-8174" fmla="*/ 6521 h 9359"/>
              <a:gd name="connsiteX56-8175" fmla="*/ 8699 w 10000"/>
              <a:gd name="connsiteY56-8176" fmla="*/ 6521 h 9359"/>
              <a:gd name="connsiteX57-8177" fmla="*/ 8962 w 10000"/>
              <a:gd name="connsiteY57-8178" fmla="*/ 6521 h 9359"/>
              <a:gd name="connsiteX58-8179" fmla="*/ 9127 w 10000"/>
              <a:gd name="connsiteY58-8180" fmla="*/ 6521 h 9359"/>
              <a:gd name="connsiteX59-8181" fmla="*/ 9226 w 10000"/>
              <a:gd name="connsiteY59-8182" fmla="*/ 6391 h 9359"/>
              <a:gd name="connsiteX60-8183" fmla="*/ 9390 w 10000"/>
              <a:gd name="connsiteY60-8184" fmla="*/ 6521 h 9359"/>
              <a:gd name="connsiteX61-8185" fmla="*/ 9473 w 10000"/>
              <a:gd name="connsiteY61-8186" fmla="*/ 6521 h 9359"/>
              <a:gd name="connsiteX62-8187" fmla="*/ 9654 w 10000"/>
              <a:gd name="connsiteY62-8188" fmla="*/ 6673 h 9359"/>
              <a:gd name="connsiteX63-8189" fmla="*/ 9736 w 10000"/>
              <a:gd name="connsiteY63-8190" fmla="*/ 6673 h 9359"/>
              <a:gd name="connsiteX64-8191" fmla="*/ 9918 w 10000"/>
              <a:gd name="connsiteY64-8192" fmla="*/ 6929 h 9359"/>
              <a:gd name="connsiteX65-8193" fmla="*/ 10000 w 10000"/>
              <a:gd name="connsiteY65-8194" fmla="*/ 7085 h 9359"/>
              <a:gd name="connsiteX66-8195" fmla="*/ 10000 w 10000"/>
              <a:gd name="connsiteY66-8196" fmla="*/ 7211 h 9359"/>
              <a:gd name="connsiteX67-8197" fmla="*/ 10000 w 10000"/>
              <a:gd name="connsiteY67-8198" fmla="*/ 7339 h 9359"/>
              <a:gd name="connsiteX68-8199" fmla="*/ 10000 w 10000"/>
              <a:gd name="connsiteY68-8200" fmla="*/ 7339 h 9359"/>
              <a:gd name="connsiteX69-8201" fmla="*/ 10000 w 10000"/>
              <a:gd name="connsiteY69-8202" fmla="*/ 7467 h 9359"/>
              <a:gd name="connsiteX70-8203" fmla="*/ 9918 w 10000"/>
              <a:gd name="connsiteY70-8204" fmla="*/ 7467 h 9359"/>
              <a:gd name="connsiteX71-8205" fmla="*/ 9819 w 10000"/>
              <a:gd name="connsiteY71-8206" fmla="*/ 7467 h 9359"/>
              <a:gd name="connsiteX72-8207" fmla="*/ 9736 w 10000"/>
              <a:gd name="connsiteY72-8208" fmla="*/ 7622 h 9359"/>
              <a:gd name="connsiteX73-8209" fmla="*/ 9572 w 10000"/>
              <a:gd name="connsiteY73-8210" fmla="*/ 7622 h 9359"/>
              <a:gd name="connsiteX74-8211" fmla="*/ 9390 w 10000"/>
              <a:gd name="connsiteY74-8212" fmla="*/ 7622 h 9359"/>
              <a:gd name="connsiteX75-8213" fmla="*/ 9127 w 10000"/>
              <a:gd name="connsiteY75-8214" fmla="*/ 7622 h 9359"/>
              <a:gd name="connsiteX76-8215" fmla="*/ 8863 w 10000"/>
              <a:gd name="connsiteY76-8216" fmla="*/ 7622 h 9359"/>
              <a:gd name="connsiteX77-8217" fmla="*/ 8616 w 10000"/>
              <a:gd name="connsiteY77-8218" fmla="*/ 7622 h 9359"/>
              <a:gd name="connsiteX78-8219" fmla="*/ 8353 w 10000"/>
              <a:gd name="connsiteY78-8220" fmla="*/ 7622 h 9359"/>
              <a:gd name="connsiteX79-8221" fmla="*/ 8007 w 10000"/>
              <a:gd name="connsiteY79-8222" fmla="*/ 7622 h 9359"/>
              <a:gd name="connsiteX80-8223" fmla="*/ 7661 w 10000"/>
              <a:gd name="connsiteY80-8224" fmla="*/ 7622 h 9359"/>
              <a:gd name="connsiteX81-8225" fmla="*/ 7298 w 10000"/>
              <a:gd name="connsiteY81-8226" fmla="*/ 7746 h 9359"/>
              <a:gd name="connsiteX82-8227" fmla="*/ 6870 w 10000"/>
              <a:gd name="connsiteY82-8228" fmla="*/ 7746 h 9359"/>
              <a:gd name="connsiteX83-8229" fmla="*/ 6442 w 10000"/>
              <a:gd name="connsiteY83-8230" fmla="*/ 7746 h 9359"/>
              <a:gd name="connsiteX84-8231" fmla="*/ 5651 w 10000"/>
              <a:gd name="connsiteY84-8232" fmla="*/ 7874 h 9359"/>
              <a:gd name="connsiteX85-8233" fmla="*/ 4876 w 10000"/>
              <a:gd name="connsiteY85-8234" fmla="*/ 8026 h 9359"/>
              <a:gd name="connsiteX86-8235" fmla="*/ 4185 w 10000"/>
              <a:gd name="connsiteY86-8236" fmla="*/ 8158 h 9359"/>
              <a:gd name="connsiteX87-8237" fmla="*/ 3476 w 10000"/>
              <a:gd name="connsiteY87-8238" fmla="*/ 8286 h 9359"/>
              <a:gd name="connsiteX88-8239" fmla="*/ 3130 w 10000"/>
              <a:gd name="connsiteY88-8240" fmla="*/ 8286 h 9359"/>
              <a:gd name="connsiteX89-8241" fmla="*/ 2883 w 10000"/>
              <a:gd name="connsiteY89-8242" fmla="*/ 8412 h 9359"/>
              <a:gd name="connsiteX90-8243" fmla="*/ 2521 w 10000"/>
              <a:gd name="connsiteY90-8244" fmla="*/ 8568 h 9359"/>
              <a:gd name="connsiteX91-8245" fmla="*/ 2273 w 10000"/>
              <a:gd name="connsiteY91-8246" fmla="*/ 8568 h 9359"/>
              <a:gd name="connsiteX92-8247" fmla="*/ 2092 w 10000"/>
              <a:gd name="connsiteY92-8248" fmla="*/ 8693 h 9359"/>
              <a:gd name="connsiteX93-8249" fmla="*/ 1829 w 10000"/>
              <a:gd name="connsiteY93-8250" fmla="*/ 8693 h 9359"/>
              <a:gd name="connsiteX94-8251" fmla="*/ 1664 w 10000"/>
              <a:gd name="connsiteY94-8252" fmla="*/ 8821 h 9359"/>
              <a:gd name="connsiteX95-8253" fmla="*/ 1400 w 10000"/>
              <a:gd name="connsiteY95-8254" fmla="*/ 8974 h 9359"/>
              <a:gd name="connsiteX96-8255" fmla="*/ 1219 w 10000"/>
              <a:gd name="connsiteY96-8256" fmla="*/ 8974 h 9359"/>
              <a:gd name="connsiteX97-8257" fmla="*/ 1137 w 10000"/>
              <a:gd name="connsiteY97-8258" fmla="*/ 9103 h 9359"/>
              <a:gd name="connsiteX98-8259" fmla="*/ 956 w 10000"/>
              <a:gd name="connsiteY98-8260" fmla="*/ 9103 h 9359"/>
              <a:gd name="connsiteX99-8261" fmla="*/ 873 w 10000"/>
              <a:gd name="connsiteY99-8262" fmla="*/ 9232 h 9359"/>
              <a:gd name="connsiteX100-8263" fmla="*/ 791 w 10000"/>
              <a:gd name="connsiteY100-8264" fmla="*/ 9232 h 9359"/>
              <a:gd name="connsiteX101-8265" fmla="*/ 708 w 10000"/>
              <a:gd name="connsiteY101-8266" fmla="*/ 9232 h 9359"/>
              <a:gd name="connsiteX102-8267" fmla="*/ 527 w 10000"/>
              <a:gd name="connsiteY102-8268" fmla="*/ 9359 h 9359"/>
              <a:gd name="connsiteX103-8269" fmla="*/ 445 w 10000"/>
              <a:gd name="connsiteY103-8270" fmla="*/ 9232 h 9359"/>
              <a:gd name="connsiteX104-8271" fmla="*/ 362 w 10000"/>
              <a:gd name="connsiteY104-8272" fmla="*/ 9232 h 9359"/>
              <a:gd name="connsiteX105-8273" fmla="*/ 264 w 10000"/>
              <a:gd name="connsiteY105-8274" fmla="*/ 9103 h 9359"/>
              <a:gd name="connsiteX106-8275" fmla="*/ 181 w 10000"/>
              <a:gd name="connsiteY106-8276" fmla="*/ 8821 h 9359"/>
              <a:gd name="connsiteX107-8277" fmla="*/ 99 w 10000"/>
              <a:gd name="connsiteY107-8278" fmla="*/ 8568 h 9359"/>
              <a:gd name="connsiteX108-8279" fmla="*/ 0 w 10000"/>
              <a:gd name="connsiteY108-8280" fmla="*/ 8412 h 9359"/>
              <a:gd name="connsiteX109-8281" fmla="*/ 0 w 10000"/>
              <a:gd name="connsiteY109-8282" fmla="*/ 8286 h 9359"/>
              <a:gd name="connsiteX110-8283" fmla="*/ 0 w 10000"/>
              <a:gd name="connsiteY110-8284" fmla="*/ 8158 h 9359"/>
              <a:gd name="connsiteX111-8285" fmla="*/ 0 w 10000"/>
              <a:gd name="connsiteY111-8286" fmla="*/ 8158 h 9359"/>
              <a:gd name="connsiteX112-8287" fmla="*/ 99 w 10000"/>
              <a:gd name="connsiteY112-8288" fmla="*/ 8026 h 9359"/>
              <a:gd name="connsiteX113-8289" fmla="*/ 181 w 10000"/>
              <a:gd name="connsiteY113-8290" fmla="*/ 7874 h 9359"/>
              <a:gd name="connsiteX114-8291" fmla="*/ 362 w 10000"/>
              <a:gd name="connsiteY114-8292" fmla="*/ 7746 h 9359"/>
              <a:gd name="connsiteX115-8293" fmla="*/ 527 w 10000"/>
              <a:gd name="connsiteY115-8294" fmla="*/ 7622 h 9359"/>
              <a:gd name="connsiteX116-8295" fmla="*/ 610 w 10000"/>
              <a:gd name="connsiteY116-8296" fmla="*/ 7467 h 9359"/>
              <a:gd name="connsiteX117-8297" fmla="*/ 708 w 10000"/>
              <a:gd name="connsiteY117-8298" fmla="*/ 7339 h 9359"/>
              <a:gd name="connsiteX118-8299" fmla="*/ 873 w 10000"/>
              <a:gd name="connsiteY118-8300" fmla="*/ 7211 h 9359"/>
              <a:gd name="connsiteX119-8301" fmla="*/ 1054 w 10000"/>
              <a:gd name="connsiteY119-8302" fmla="*/ 6929 h 9359"/>
              <a:gd name="connsiteX120-8303" fmla="*/ 1137 w 10000"/>
              <a:gd name="connsiteY120-8304" fmla="*/ 6803 h 9359"/>
              <a:gd name="connsiteX121-8305" fmla="*/ 1318 w 10000"/>
              <a:gd name="connsiteY121-8306" fmla="*/ 6521 h 9359"/>
              <a:gd name="connsiteX122-8307" fmla="*/ 1483 w 10000"/>
              <a:gd name="connsiteY122-8308" fmla="*/ 6264 h 9359"/>
              <a:gd name="connsiteX123-8309" fmla="*/ 1483 w 10000"/>
              <a:gd name="connsiteY123-8310" fmla="*/ 6264 h 9359"/>
              <a:gd name="connsiteX0-8311" fmla="*/ 1483 w 10000"/>
              <a:gd name="connsiteY0-8312" fmla="*/ 6254 h 9561"/>
              <a:gd name="connsiteX1-8313" fmla="*/ 1664 w 10000"/>
              <a:gd name="connsiteY1-8314" fmla="*/ 5817 h 9561"/>
              <a:gd name="connsiteX2-8315" fmla="*/ 1911 w 10000"/>
              <a:gd name="connsiteY2-8316" fmla="*/ 5382 h 9561"/>
              <a:gd name="connsiteX3-8317" fmla="*/ 2092 w 10000"/>
              <a:gd name="connsiteY3-8318" fmla="*/ 4943 h 9561"/>
              <a:gd name="connsiteX4-8319" fmla="*/ 2356 w 10000"/>
              <a:gd name="connsiteY4-8320" fmla="*/ 4370 h 9561"/>
              <a:gd name="connsiteX5-8321" fmla="*/ 2619 w 10000"/>
              <a:gd name="connsiteY5-8322" fmla="*/ 3659 h 9561"/>
              <a:gd name="connsiteX6-8323" fmla="*/ 2883 w 10000"/>
              <a:gd name="connsiteY6-8324" fmla="*/ 2920 h 9561"/>
              <a:gd name="connsiteX7-8325" fmla="*/ 3130 w 10000"/>
              <a:gd name="connsiteY7-8326" fmla="*/ 2074 h 9561"/>
              <a:gd name="connsiteX8-8327" fmla="*/ 3476 w 10000"/>
              <a:gd name="connsiteY8-8328" fmla="*/ 1198 h 9561"/>
              <a:gd name="connsiteX9-8329" fmla="*/ 3740 w 10000"/>
              <a:gd name="connsiteY9-8330" fmla="*/ 324 h 9561"/>
              <a:gd name="connsiteX10-8331" fmla="*/ 5140 w 10000"/>
              <a:gd name="connsiteY10-8332" fmla="*/ 23 h 9561"/>
              <a:gd name="connsiteX11-8333" fmla="*/ 4959 w 10000"/>
              <a:gd name="connsiteY11-8334" fmla="*/ 463 h 9561"/>
              <a:gd name="connsiteX12-8335" fmla="*/ 4695 w 10000"/>
              <a:gd name="connsiteY12-8336" fmla="*/ 1037 h 9561"/>
              <a:gd name="connsiteX13-8337" fmla="*/ 4530 w 10000"/>
              <a:gd name="connsiteY13-8338" fmla="*/ 1638 h 9561"/>
              <a:gd name="connsiteX14-8339" fmla="*/ 4267 w 10000"/>
              <a:gd name="connsiteY14-8340" fmla="*/ 2209 h 9561"/>
              <a:gd name="connsiteX15-8341" fmla="*/ 3921 w 10000"/>
              <a:gd name="connsiteY15-8342" fmla="*/ 2920 h 9561"/>
              <a:gd name="connsiteX16-8343" fmla="*/ 3657 w 10000"/>
              <a:gd name="connsiteY16-8344" fmla="*/ 3494 h 9561"/>
              <a:gd name="connsiteX17-8345" fmla="*/ 3476 w 10000"/>
              <a:gd name="connsiteY17-8346" fmla="*/ 4095 h 9561"/>
              <a:gd name="connsiteX18-8347" fmla="*/ 3229 w 10000"/>
              <a:gd name="connsiteY18-8348" fmla="*/ 4669 h 9561"/>
              <a:gd name="connsiteX19-8349" fmla="*/ 2965 w 10000"/>
              <a:gd name="connsiteY19-8350" fmla="*/ 5108 h 9561"/>
              <a:gd name="connsiteX20-8351" fmla="*/ 2784 w 10000"/>
              <a:gd name="connsiteY20-8352" fmla="*/ 5516 h 9561"/>
              <a:gd name="connsiteX21-8353" fmla="*/ 2619 w 10000"/>
              <a:gd name="connsiteY21-8354" fmla="*/ 5955 h 9561"/>
              <a:gd name="connsiteX22-8355" fmla="*/ 2438 w 10000"/>
              <a:gd name="connsiteY22-8356" fmla="*/ 6254 h 9561"/>
              <a:gd name="connsiteX23-8357" fmla="*/ 2273 w 10000"/>
              <a:gd name="connsiteY23-8358" fmla="*/ 6529 h 9561"/>
              <a:gd name="connsiteX24-8359" fmla="*/ 2092 w 10000"/>
              <a:gd name="connsiteY24-8360" fmla="*/ 6830 h 9561"/>
              <a:gd name="connsiteX25-8361" fmla="*/ 2010 w 10000"/>
              <a:gd name="connsiteY25-8362" fmla="*/ 7131 h 9561"/>
              <a:gd name="connsiteX26-8363" fmla="*/ 1911 w 10000"/>
              <a:gd name="connsiteY26-8364" fmla="*/ 7266 h 9561"/>
              <a:gd name="connsiteX27-8365" fmla="*/ 1829 w 10000"/>
              <a:gd name="connsiteY27-8366" fmla="*/ 7403 h 9561"/>
              <a:gd name="connsiteX28-8367" fmla="*/ 1746 w 10000"/>
              <a:gd name="connsiteY28-8368" fmla="*/ 7539 h 9561"/>
              <a:gd name="connsiteX29-8369" fmla="*/ 1746 w 10000"/>
              <a:gd name="connsiteY29-8370" fmla="*/ 7705 h 9561"/>
              <a:gd name="connsiteX30-8371" fmla="*/ 1746 w 10000"/>
              <a:gd name="connsiteY30-8372" fmla="*/ 7705 h 9561"/>
              <a:gd name="connsiteX31-8373" fmla="*/ 1829 w 10000"/>
              <a:gd name="connsiteY31-8374" fmla="*/ 7705 h 9561"/>
              <a:gd name="connsiteX32-8375" fmla="*/ 1911 w 10000"/>
              <a:gd name="connsiteY32-8376" fmla="*/ 7838 h 9561"/>
              <a:gd name="connsiteX33-8377" fmla="*/ 2010 w 10000"/>
              <a:gd name="connsiteY33-8378" fmla="*/ 7838 h 9561"/>
              <a:gd name="connsiteX34-8379" fmla="*/ 2175 w 10000"/>
              <a:gd name="connsiteY34-8380" fmla="*/ 7838 h 9561"/>
              <a:gd name="connsiteX35-8381" fmla="*/ 2273 w 10000"/>
              <a:gd name="connsiteY35-8382" fmla="*/ 7705 h 9561"/>
              <a:gd name="connsiteX36-8383" fmla="*/ 2356 w 10000"/>
              <a:gd name="connsiteY36-8384" fmla="*/ 7705 h 9561"/>
              <a:gd name="connsiteX37-8385" fmla="*/ 2521 w 10000"/>
              <a:gd name="connsiteY37-8386" fmla="*/ 7705 h 9561"/>
              <a:gd name="connsiteX38-8387" fmla="*/ 2702 w 10000"/>
              <a:gd name="connsiteY38-8388" fmla="*/ 7705 h 9561"/>
              <a:gd name="connsiteX39-8389" fmla="*/ 2883 w 10000"/>
              <a:gd name="connsiteY39-8390" fmla="*/ 7539 h 9561"/>
              <a:gd name="connsiteX40-8391" fmla="*/ 3048 w 10000"/>
              <a:gd name="connsiteY40-8392" fmla="*/ 7539 h 9561"/>
              <a:gd name="connsiteX41-8393" fmla="*/ 3311 w 10000"/>
              <a:gd name="connsiteY41-8394" fmla="*/ 7539 h 9561"/>
              <a:gd name="connsiteX42-8395" fmla="*/ 3575 w 10000"/>
              <a:gd name="connsiteY42-8396" fmla="*/ 7539 h 9561"/>
              <a:gd name="connsiteX43-8397" fmla="*/ 3921 w 10000"/>
              <a:gd name="connsiteY43-8398" fmla="*/ 7403 h 9561"/>
              <a:gd name="connsiteX44-8399" fmla="*/ 4267 w 10000"/>
              <a:gd name="connsiteY44-8400" fmla="*/ 7403 h 9561"/>
              <a:gd name="connsiteX45-8401" fmla="*/ 4613 w 10000"/>
              <a:gd name="connsiteY45-8402" fmla="*/ 7403 h 9561"/>
              <a:gd name="connsiteX46-8403" fmla="*/ 4959 w 10000"/>
              <a:gd name="connsiteY46-8404" fmla="*/ 7266 h 9561"/>
              <a:gd name="connsiteX47-8405" fmla="*/ 5387 w 10000"/>
              <a:gd name="connsiteY47-8406" fmla="*/ 7131 h 9561"/>
              <a:gd name="connsiteX48-8407" fmla="*/ 5832 w 10000"/>
              <a:gd name="connsiteY48-8408" fmla="*/ 7131 h 9561"/>
              <a:gd name="connsiteX49-8409" fmla="*/ 6343 w 10000"/>
              <a:gd name="connsiteY49-8410" fmla="*/ 6965 h 9561"/>
              <a:gd name="connsiteX50-8411" fmla="*/ 6787 w 10000"/>
              <a:gd name="connsiteY50-8412" fmla="*/ 6965 h 9561"/>
              <a:gd name="connsiteX51-8413" fmla="*/ 7298 w 10000"/>
              <a:gd name="connsiteY51-8414" fmla="*/ 6830 h 9561"/>
              <a:gd name="connsiteX52-8415" fmla="*/ 7743 w 10000"/>
              <a:gd name="connsiteY52-8416" fmla="*/ 6691 h 9561"/>
              <a:gd name="connsiteX53-8417" fmla="*/ 8171 w 10000"/>
              <a:gd name="connsiteY53-8418" fmla="*/ 6691 h 9561"/>
              <a:gd name="connsiteX54-8419" fmla="*/ 8435 w 10000"/>
              <a:gd name="connsiteY54-8420" fmla="*/ 6529 h 9561"/>
              <a:gd name="connsiteX55-8421" fmla="*/ 8699 w 10000"/>
              <a:gd name="connsiteY55-8422" fmla="*/ 6529 h 9561"/>
              <a:gd name="connsiteX56-8423" fmla="*/ 8962 w 10000"/>
              <a:gd name="connsiteY56-8424" fmla="*/ 6529 h 9561"/>
              <a:gd name="connsiteX57-8425" fmla="*/ 9127 w 10000"/>
              <a:gd name="connsiteY57-8426" fmla="*/ 6529 h 9561"/>
              <a:gd name="connsiteX58-8427" fmla="*/ 9226 w 10000"/>
              <a:gd name="connsiteY58-8428" fmla="*/ 6390 h 9561"/>
              <a:gd name="connsiteX59-8429" fmla="*/ 9390 w 10000"/>
              <a:gd name="connsiteY59-8430" fmla="*/ 6529 h 9561"/>
              <a:gd name="connsiteX60-8431" fmla="*/ 9473 w 10000"/>
              <a:gd name="connsiteY60-8432" fmla="*/ 6529 h 9561"/>
              <a:gd name="connsiteX61-8433" fmla="*/ 9654 w 10000"/>
              <a:gd name="connsiteY61-8434" fmla="*/ 6691 h 9561"/>
              <a:gd name="connsiteX62-8435" fmla="*/ 9736 w 10000"/>
              <a:gd name="connsiteY62-8436" fmla="*/ 6691 h 9561"/>
              <a:gd name="connsiteX63-8437" fmla="*/ 9918 w 10000"/>
              <a:gd name="connsiteY63-8438" fmla="*/ 6965 h 9561"/>
              <a:gd name="connsiteX64-8439" fmla="*/ 10000 w 10000"/>
              <a:gd name="connsiteY64-8440" fmla="*/ 7131 h 9561"/>
              <a:gd name="connsiteX65-8441" fmla="*/ 10000 w 10000"/>
              <a:gd name="connsiteY65-8442" fmla="*/ 7266 h 9561"/>
              <a:gd name="connsiteX66-8443" fmla="*/ 10000 w 10000"/>
              <a:gd name="connsiteY66-8444" fmla="*/ 7403 h 9561"/>
              <a:gd name="connsiteX67-8445" fmla="*/ 10000 w 10000"/>
              <a:gd name="connsiteY67-8446" fmla="*/ 7403 h 9561"/>
              <a:gd name="connsiteX68-8447" fmla="*/ 10000 w 10000"/>
              <a:gd name="connsiteY68-8448" fmla="*/ 7539 h 9561"/>
              <a:gd name="connsiteX69-8449" fmla="*/ 9918 w 10000"/>
              <a:gd name="connsiteY69-8450" fmla="*/ 7539 h 9561"/>
              <a:gd name="connsiteX70-8451" fmla="*/ 9819 w 10000"/>
              <a:gd name="connsiteY70-8452" fmla="*/ 7539 h 9561"/>
              <a:gd name="connsiteX71-8453" fmla="*/ 9736 w 10000"/>
              <a:gd name="connsiteY71-8454" fmla="*/ 7705 h 9561"/>
              <a:gd name="connsiteX72-8455" fmla="*/ 9572 w 10000"/>
              <a:gd name="connsiteY72-8456" fmla="*/ 7705 h 9561"/>
              <a:gd name="connsiteX73-8457" fmla="*/ 9390 w 10000"/>
              <a:gd name="connsiteY73-8458" fmla="*/ 7705 h 9561"/>
              <a:gd name="connsiteX74-8459" fmla="*/ 9127 w 10000"/>
              <a:gd name="connsiteY74-8460" fmla="*/ 7705 h 9561"/>
              <a:gd name="connsiteX75-8461" fmla="*/ 8863 w 10000"/>
              <a:gd name="connsiteY75-8462" fmla="*/ 7705 h 9561"/>
              <a:gd name="connsiteX76-8463" fmla="*/ 8616 w 10000"/>
              <a:gd name="connsiteY76-8464" fmla="*/ 7705 h 9561"/>
              <a:gd name="connsiteX77-8465" fmla="*/ 8353 w 10000"/>
              <a:gd name="connsiteY77-8466" fmla="*/ 7705 h 9561"/>
              <a:gd name="connsiteX78-8467" fmla="*/ 8007 w 10000"/>
              <a:gd name="connsiteY78-8468" fmla="*/ 7705 h 9561"/>
              <a:gd name="connsiteX79-8469" fmla="*/ 7661 w 10000"/>
              <a:gd name="connsiteY79-8470" fmla="*/ 7705 h 9561"/>
              <a:gd name="connsiteX80-8471" fmla="*/ 7298 w 10000"/>
              <a:gd name="connsiteY80-8472" fmla="*/ 7838 h 9561"/>
              <a:gd name="connsiteX81-8473" fmla="*/ 6870 w 10000"/>
              <a:gd name="connsiteY81-8474" fmla="*/ 7838 h 9561"/>
              <a:gd name="connsiteX82-8475" fmla="*/ 6442 w 10000"/>
              <a:gd name="connsiteY82-8476" fmla="*/ 7838 h 9561"/>
              <a:gd name="connsiteX83-8477" fmla="*/ 5651 w 10000"/>
              <a:gd name="connsiteY83-8478" fmla="*/ 7974 h 9561"/>
              <a:gd name="connsiteX84-8479" fmla="*/ 4876 w 10000"/>
              <a:gd name="connsiteY84-8480" fmla="*/ 8137 h 9561"/>
              <a:gd name="connsiteX85-8481" fmla="*/ 4185 w 10000"/>
              <a:gd name="connsiteY85-8482" fmla="*/ 8278 h 9561"/>
              <a:gd name="connsiteX86-8483" fmla="*/ 3476 w 10000"/>
              <a:gd name="connsiteY86-8484" fmla="*/ 8415 h 9561"/>
              <a:gd name="connsiteX87-8485" fmla="*/ 3130 w 10000"/>
              <a:gd name="connsiteY87-8486" fmla="*/ 8415 h 9561"/>
              <a:gd name="connsiteX88-8487" fmla="*/ 2883 w 10000"/>
              <a:gd name="connsiteY88-8488" fmla="*/ 8549 h 9561"/>
              <a:gd name="connsiteX89-8489" fmla="*/ 2521 w 10000"/>
              <a:gd name="connsiteY89-8490" fmla="*/ 8716 h 9561"/>
              <a:gd name="connsiteX90-8491" fmla="*/ 2273 w 10000"/>
              <a:gd name="connsiteY90-8492" fmla="*/ 8716 h 9561"/>
              <a:gd name="connsiteX91-8493" fmla="*/ 2092 w 10000"/>
              <a:gd name="connsiteY91-8494" fmla="*/ 8849 h 9561"/>
              <a:gd name="connsiteX92-8495" fmla="*/ 1829 w 10000"/>
              <a:gd name="connsiteY92-8496" fmla="*/ 8849 h 9561"/>
              <a:gd name="connsiteX93-8497" fmla="*/ 1664 w 10000"/>
              <a:gd name="connsiteY93-8498" fmla="*/ 8986 h 9561"/>
              <a:gd name="connsiteX94-8499" fmla="*/ 1400 w 10000"/>
              <a:gd name="connsiteY94-8500" fmla="*/ 9150 h 9561"/>
              <a:gd name="connsiteX95-8501" fmla="*/ 1219 w 10000"/>
              <a:gd name="connsiteY95-8502" fmla="*/ 9150 h 9561"/>
              <a:gd name="connsiteX96-8503" fmla="*/ 1137 w 10000"/>
              <a:gd name="connsiteY96-8504" fmla="*/ 9287 h 9561"/>
              <a:gd name="connsiteX97-8505" fmla="*/ 956 w 10000"/>
              <a:gd name="connsiteY97-8506" fmla="*/ 9287 h 9561"/>
              <a:gd name="connsiteX98-8507" fmla="*/ 873 w 10000"/>
              <a:gd name="connsiteY98-8508" fmla="*/ 9425 h 9561"/>
              <a:gd name="connsiteX99-8509" fmla="*/ 791 w 10000"/>
              <a:gd name="connsiteY99-8510" fmla="*/ 9425 h 9561"/>
              <a:gd name="connsiteX100-8511" fmla="*/ 708 w 10000"/>
              <a:gd name="connsiteY100-8512" fmla="*/ 9425 h 9561"/>
              <a:gd name="connsiteX101-8513" fmla="*/ 527 w 10000"/>
              <a:gd name="connsiteY101-8514" fmla="*/ 9561 h 9561"/>
              <a:gd name="connsiteX102-8515" fmla="*/ 445 w 10000"/>
              <a:gd name="connsiteY102-8516" fmla="*/ 9425 h 9561"/>
              <a:gd name="connsiteX103-8517" fmla="*/ 362 w 10000"/>
              <a:gd name="connsiteY103-8518" fmla="*/ 9425 h 9561"/>
              <a:gd name="connsiteX104-8519" fmla="*/ 264 w 10000"/>
              <a:gd name="connsiteY104-8520" fmla="*/ 9287 h 9561"/>
              <a:gd name="connsiteX105-8521" fmla="*/ 181 w 10000"/>
              <a:gd name="connsiteY105-8522" fmla="*/ 8986 h 9561"/>
              <a:gd name="connsiteX106-8523" fmla="*/ 99 w 10000"/>
              <a:gd name="connsiteY106-8524" fmla="*/ 8716 h 9561"/>
              <a:gd name="connsiteX107-8525" fmla="*/ 0 w 10000"/>
              <a:gd name="connsiteY107-8526" fmla="*/ 8549 h 9561"/>
              <a:gd name="connsiteX108-8527" fmla="*/ 0 w 10000"/>
              <a:gd name="connsiteY108-8528" fmla="*/ 8415 h 9561"/>
              <a:gd name="connsiteX109-8529" fmla="*/ 0 w 10000"/>
              <a:gd name="connsiteY109-8530" fmla="*/ 8278 h 9561"/>
              <a:gd name="connsiteX110-8531" fmla="*/ 0 w 10000"/>
              <a:gd name="connsiteY110-8532" fmla="*/ 8278 h 9561"/>
              <a:gd name="connsiteX111-8533" fmla="*/ 99 w 10000"/>
              <a:gd name="connsiteY111-8534" fmla="*/ 8137 h 9561"/>
              <a:gd name="connsiteX112-8535" fmla="*/ 181 w 10000"/>
              <a:gd name="connsiteY112-8536" fmla="*/ 7974 h 9561"/>
              <a:gd name="connsiteX113-8537" fmla="*/ 362 w 10000"/>
              <a:gd name="connsiteY113-8538" fmla="*/ 7838 h 9561"/>
              <a:gd name="connsiteX114-8539" fmla="*/ 527 w 10000"/>
              <a:gd name="connsiteY114-8540" fmla="*/ 7705 h 9561"/>
              <a:gd name="connsiteX115-8541" fmla="*/ 610 w 10000"/>
              <a:gd name="connsiteY115-8542" fmla="*/ 7539 h 9561"/>
              <a:gd name="connsiteX116-8543" fmla="*/ 708 w 10000"/>
              <a:gd name="connsiteY116-8544" fmla="*/ 7403 h 9561"/>
              <a:gd name="connsiteX117-8545" fmla="*/ 873 w 10000"/>
              <a:gd name="connsiteY117-8546" fmla="*/ 7266 h 9561"/>
              <a:gd name="connsiteX118-8547" fmla="*/ 1054 w 10000"/>
              <a:gd name="connsiteY118-8548" fmla="*/ 6965 h 9561"/>
              <a:gd name="connsiteX119-8549" fmla="*/ 1137 w 10000"/>
              <a:gd name="connsiteY119-8550" fmla="*/ 6830 h 9561"/>
              <a:gd name="connsiteX120-8551" fmla="*/ 1318 w 10000"/>
              <a:gd name="connsiteY120-8552" fmla="*/ 6529 h 9561"/>
              <a:gd name="connsiteX121-8553" fmla="*/ 1483 w 10000"/>
              <a:gd name="connsiteY121-8554" fmla="*/ 6254 h 9561"/>
              <a:gd name="connsiteX122-8555" fmla="*/ 1483 w 10000"/>
              <a:gd name="connsiteY122-8556" fmla="*/ 6254 h 9561"/>
              <a:gd name="connsiteX0-8557" fmla="*/ 1483 w 10000"/>
              <a:gd name="connsiteY0-8558" fmla="*/ 6517 h 9976"/>
              <a:gd name="connsiteX1-8559" fmla="*/ 1664 w 10000"/>
              <a:gd name="connsiteY1-8560" fmla="*/ 6060 h 9976"/>
              <a:gd name="connsiteX2-8561" fmla="*/ 1911 w 10000"/>
              <a:gd name="connsiteY2-8562" fmla="*/ 5605 h 9976"/>
              <a:gd name="connsiteX3-8563" fmla="*/ 2092 w 10000"/>
              <a:gd name="connsiteY3-8564" fmla="*/ 5146 h 9976"/>
              <a:gd name="connsiteX4-8565" fmla="*/ 2356 w 10000"/>
              <a:gd name="connsiteY4-8566" fmla="*/ 4547 h 9976"/>
              <a:gd name="connsiteX5-8567" fmla="*/ 2619 w 10000"/>
              <a:gd name="connsiteY5-8568" fmla="*/ 3803 h 9976"/>
              <a:gd name="connsiteX6-8569" fmla="*/ 2883 w 10000"/>
              <a:gd name="connsiteY6-8570" fmla="*/ 3030 h 9976"/>
              <a:gd name="connsiteX7-8571" fmla="*/ 3130 w 10000"/>
              <a:gd name="connsiteY7-8572" fmla="*/ 2145 h 9976"/>
              <a:gd name="connsiteX8-8573" fmla="*/ 3476 w 10000"/>
              <a:gd name="connsiteY8-8574" fmla="*/ 1229 h 9976"/>
              <a:gd name="connsiteX9-8575" fmla="*/ 5140 w 10000"/>
              <a:gd name="connsiteY9-8576" fmla="*/ 0 h 9976"/>
              <a:gd name="connsiteX10-8577" fmla="*/ 4959 w 10000"/>
              <a:gd name="connsiteY10-8578" fmla="*/ 460 h 9976"/>
              <a:gd name="connsiteX11-8579" fmla="*/ 4695 w 10000"/>
              <a:gd name="connsiteY11-8580" fmla="*/ 1061 h 9976"/>
              <a:gd name="connsiteX12-8581" fmla="*/ 4530 w 10000"/>
              <a:gd name="connsiteY12-8582" fmla="*/ 1689 h 9976"/>
              <a:gd name="connsiteX13-8583" fmla="*/ 4267 w 10000"/>
              <a:gd name="connsiteY13-8584" fmla="*/ 2286 h 9976"/>
              <a:gd name="connsiteX14-8585" fmla="*/ 3921 w 10000"/>
              <a:gd name="connsiteY14-8586" fmla="*/ 3030 h 9976"/>
              <a:gd name="connsiteX15-8587" fmla="*/ 3657 w 10000"/>
              <a:gd name="connsiteY15-8588" fmla="*/ 3630 h 9976"/>
              <a:gd name="connsiteX16-8589" fmla="*/ 3476 w 10000"/>
              <a:gd name="connsiteY16-8590" fmla="*/ 4259 h 9976"/>
              <a:gd name="connsiteX17-8591" fmla="*/ 3229 w 10000"/>
              <a:gd name="connsiteY17-8592" fmla="*/ 4859 h 9976"/>
              <a:gd name="connsiteX18-8593" fmla="*/ 2965 w 10000"/>
              <a:gd name="connsiteY18-8594" fmla="*/ 5319 h 9976"/>
              <a:gd name="connsiteX19-8595" fmla="*/ 2784 w 10000"/>
              <a:gd name="connsiteY19-8596" fmla="*/ 5745 h 9976"/>
              <a:gd name="connsiteX20-8597" fmla="*/ 2619 w 10000"/>
              <a:gd name="connsiteY20-8598" fmla="*/ 6204 h 9976"/>
              <a:gd name="connsiteX21-8599" fmla="*/ 2438 w 10000"/>
              <a:gd name="connsiteY21-8600" fmla="*/ 6517 h 9976"/>
              <a:gd name="connsiteX22-8601" fmla="*/ 2273 w 10000"/>
              <a:gd name="connsiteY22-8602" fmla="*/ 6805 h 9976"/>
              <a:gd name="connsiteX23-8603" fmla="*/ 2092 w 10000"/>
              <a:gd name="connsiteY23-8604" fmla="*/ 7120 h 9976"/>
              <a:gd name="connsiteX24-8605" fmla="*/ 2010 w 10000"/>
              <a:gd name="connsiteY24-8606" fmla="*/ 7434 h 9976"/>
              <a:gd name="connsiteX25-8607" fmla="*/ 1911 w 10000"/>
              <a:gd name="connsiteY25-8608" fmla="*/ 7576 h 9976"/>
              <a:gd name="connsiteX26-8609" fmla="*/ 1829 w 10000"/>
              <a:gd name="connsiteY26-8610" fmla="*/ 7719 h 9976"/>
              <a:gd name="connsiteX27-8611" fmla="*/ 1746 w 10000"/>
              <a:gd name="connsiteY27-8612" fmla="*/ 7861 h 9976"/>
              <a:gd name="connsiteX28-8613" fmla="*/ 1746 w 10000"/>
              <a:gd name="connsiteY28-8614" fmla="*/ 8035 h 9976"/>
              <a:gd name="connsiteX29-8615" fmla="*/ 1746 w 10000"/>
              <a:gd name="connsiteY29-8616" fmla="*/ 8035 h 9976"/>
              <a:gd name="connsiteX30-8617" fmla="*/ 1829 w 10000"/>
              <a:gd name="connsiteY30-8618" fmla="*/ 8035 h 9976"/>
              <a:gd name="connsiteX31-8619" fmla="*/ 1911 w 10000"/>
              <a:gd name="connsiteY31-8620" fmla="*/ 8174 h 9976"/>
              <a:gd name="connsiteX32-8621" fmla="*/ 2010 w 10000"/>
              <a:gd name="connsiteY32-8622" fmla="*/ 8174 h 9976"/>
              <a:gd name="connsiteX33-8623" fmla="*/ 2175 w 10000"/>
              <a:gd name="connsiteY33-8624" fmla="*/ 8174 h 9976"/>
              <a:gd name="connsiteX34-8625" fmla="*/ 2273 w 10000"/>
              <a:gd name="connsiteY34-8626" fmla="*/ 8035 h 9976"/>
              <a:gd name="connsiteX35-8627" fmla="*/ 2356 w 10000"/>
              <a:gd name="connsiteY35-8628" fmla="*/ 8035 h 9976"/>
              <a:gd name="connsiteX36-8629" fmla="*/ 2521 w 10000"/>
              <a:gd name="connsiteY36-8630" fmla="*/ 8035 h 9976"/>
              <a:gd name="connsiteX37-8631" fmla="*/ 2702 w 10000"/>
              <a:gd name="connsiteY37-8632" fmla="*/ 8035 h 9976"/>
              <a:gd name="connsiteX38-8633" fmla="*/ 2883 w 10000"/>
              <a:gd name="connsiteY38-8634" fmla="*/ 7861 h 9976"/>
              <a:gd name="connsiteX39-8635" fmla="*/ 3048 w 10000"/>
              <a:gd name="connsiteY39-8636" fmla="*/ 7861 h 9976"/>
              <a:gd name="connsiteX40-8637" fmla="*/ 3311 w 10000"/>
              <a:gd name="connsiteY40-8638" fmla="*/ 7861 h 9976"/>
              <a:gd name="connsiteX41-8639" fmla="*/ 3575 w 10000"/>
              <a:gd name="connsiteY41-8640" fmla="*/ 7861 h 9976"/>
              <a:gd name="connsiteX42-8641" fmla="*/ 3921 w 10000"/>
              <a:gd name="connsiteY42-8642" fmla="*/ 7719 h 9976"/>
              <a:gd name="connsiteX43-8643" fmla="*/ 4267 w 10000"/>
              <a:gd name="connsiteY43-8644" fmla="*/ 7719 h 9976"/>
              <a:gd name="connsiteX44-8645" fmla="*/ 4613 w 10000"/>
              <a:gd name="connsiteY44-8646" fmla="*/ 7719 h 9976"/>
              <a:gd name="connsiteX45-8647" fmla="*/ 4959 w 10000"/>
              <a:gd name="connsiteY45-8648" fmla="*/ 7576 h 9976"/>
              <a:gd name="connsiteX46-8649" fmla="*/ 5387 w 10000"/>
              <a:gd name="connsiteY46-8650" fmla="*/ 7434 h 9976"/>
              <a:gd name="connsiteX47-8651" fmla="*/ 5832 w 10000"/>
              <a:gd name="connsiteY47-8652" fmla="*/ 7434 h 9976"/>
              <a:gd name="connsiteX48-8653" fmla="*/ 6343 w 10000"/>
              <a:gd name="connsiteY48-8654" fmla="*/ 7261 h 9976"/>
              <a:gd name="connsiteX49-8655" fmla="*/ 6787 w 10000"/>
              <a:gd name="connsiteY49-8656" fmla="*/ 7261 h 9976"/>
              <a:gd name="connsiteX50-8657" fmla="*/ 7298 w 10000"/>
              <a:gd name="connsiteY50-8658" fmla="*/ 7120 h 9976"/>
              <a:gd name="connsiteX51-8659" fmla="*/ 7743 w 10000"/>
              <a:gd name="connsiteY51-8660" fmla="*/ 6974 h 9976"/>
              <a:gd name="connsiteX52-8661" fmla="*/ 8171 w 10000"/>
              <a:gd name="connsiteY52-8662" fmla="*/ 6974 h 9976"/>
              <a:gd name="connsiteX53-8663" fmla="*/ 8435 w 10000"/>
              <a:gd name="connsiteY53-8664" fmla="*/ 6805 h 9976"/>
              <a:gd name="connsiteX54-8665" fmla="*/ 8699 w 10000"/>
              <a:gd name="connsiteY54-8666" fmla="*/ 6805 h 9976"/>
              <a:gd name="connsiteX55-8667" fmla="*/ 8962 w 10000"/>
              <a:gd name="connsiteY55-8668" fmla="*/ 6805 h 9976"/>
              <a:gd name="connsiteX56-8669" fmla="*/ 9127 w 10000"/>
              <a:gd name="connsiteY56-8670" fmla="*/ 6805 h 9976"/>
              <a:gd name="connsiteX57-8671" fmla="*/ 9226 w 10000"/>
              <a:gd name="connsiteY57-8672" fmla="*/ 6659 h 9976"/>
              <a:gd name="connsiteX58-8673" fmla="*/ 9390 w 10000"/>
              <a:gd name="connsiteY58-8674" fmla="*/ 6805 h 9976"/>
              <a:gd name="connsiteX59-8675" fmla="*/ 9473 w 10000"/>
              <a:gd name="connsiteY59-8676" fmla="*/ 6805 h 9976"/>
              <a:gd name="connsiteX60-8677" fmla="*/ 9654 w 10000"/>
              <a:gd name="connsiteY60-8678" fmla="*/ 6974 h 9976"/>
              <a:gd name="connsiteX61-8679" fmla="*/ 9736 w 10000"/>
              <a:gd name="connsiteY61-8680" fmla="*/ 6974 h 9976"/>
              <a:gd name="connsiteX62-8681" fmla="*/ 9918 w 10000"/>
              <a:gd name="connsiteY62-8682" fmla="*/ 7261 h 9976"/>
              <a:gd name="connsiteX63-8683" fmla="*/ 10000 w 10000"/>
              <a:gd name="connsiteY63-8684" fmla="*/ 7434 h 9976"/>
              <a:gd name="connsiteX64-8685" fmla="*/ 10000 w 10000"/>
              <a:gd name="connsiteY64-8686" fmla="*/ 7576 h 9976"/>
              <a:gd name="connsiteX65-8687" fmla="*/ 10000 w 10000"/>
              <a:gd name="connsiteY65-8688" fmla="*/ 7719 h 9976"/>
              <a:gd name="connsiteX66-8689" fmla="*/ 10000 w 10000"/>
              <a:gd name="connsiteY66-8690" fmla="*/ 7719 h 9976"/>
              <a:gd name="connsiteX67-8691" fmla="*/ 10000 w 10000"/>
              <a:gd name="connsiteY67-8692" fmla="*/ 7861 h 9976"/>
              <a:gd name="connsiteX68-8693" fmla="*/ 9918 w 10000"/>
              <a:gd name="connsiteY68-8694" fmla="*/ 7861 h 9976"/>
              <a:gd name="connsiteX69-8695" fmla="*/ 9819 w 10000"/>
              <a:gd name="connsiteY69-8696" fmla="*/ 7861 h 9976"/>
              <a:gd name="connsiteX70-8697" fmla="*/ 9736 w 10000"/>
              <a:gd name="connsiteY70-8698" fmla="*/ 8035 h 9976"/>
              <a:gd name="connsiteX71-8699" fmla="*/ 9572 w 10000"/>
              <a:gd name="connsiteY71-8700" fmla="*/ 8035 h 9976"/>
              <a:gd name="connsiteX72-8701" fmla="*/ 9390 w 10000"/>
              <a:gd name="connsiteY72-8702" fmla="*/ 8035 h 9976"/>
              <a:gd name="connsiteX73-8703" fmla="*/ 9127 w 10000"/>
              <a:gd name="connsiteY73-8704" fmla="*/ 8035 h 9976"/>
              <a:gd name="connsiteX74-8705" fmla="*/ 8863 w 10000"/>
              <a:gd name="connsiteY74-8706" fmla="*/ 8035 h 9976"/>
              <a:gd name="connsiteX75-8707" fmla="*/ 8616 w 10000"/>
              <a:gd name="connsiteY75-8708" fmla="*/ 8035 h 9976"/>
              <a:gd name="connsiteX76-8709" fmla="*/ 8353 w 10000"/>
              <a:gd name="connsiteY76-8710" fmla="*/ 8035 h 9976"/>
              <a:gd name="connsiteX77-8711" fmla="*/ 8007 w 10000"/>
              <a:gd name="connsiteY77-8712" fmla="*/ 8035 h 9976"/>
              <a:gd name="connsiteX78-8713" fmla="*/ 7661 w 10000"/>
              <a:gd name="connsiteY78-8714" fmla="*/ 8035 h 9976"/>
              <a:gd name="connsiteX79-8715" fmla="*/ 7298 w 10000"/>
              <a:gd name="connsiteY79-8716" fmla="*/ 8174 h 9976"/>
              <a:gd name="connsiteX80-8717" fmla="*/ 6870 w 10000"/>
              <a:gd name="connsiteY80-8718" fmla="*/ 8174 h 9976"/>
              <a:gd name="connsiteX81-8719" fmla="*/ 6442 w 10000"/>
              <a:gd name="connsiteY81-8720" fmla="*/ 8174 h 9976"/>
              <a:gd name="connsiteX82-8721" fmla="*/ 5651 w 10000"/>
              <a:gd name="connsiteY82-8722" fmla="*/ 8316 h 9976"/>
              <a:gd name="connsiteX83-8723" fmla="*/ 4876 w 10000"/>
              <a:gd name="connsiteY83-8724" fmla="*/ 8487 h 9976"/>
              <a:gd name="connsiteX84-8725" fmla="*/ 4185 w 10000"/>
              <a:gd name="connsiteY84-8726" fmla="*/ 8634 h 9976"/>
              <a:gd name="connsiteX85-8727" fmla="*/ 3476 w 10000"/>
              <a:gd name="connsiteY85-8728" fmla="*/ 8777 h 9976"/>
              <a:gd name="connsiteX86-8729" fmla="*/ 3130 w 10000"/>
              <a:gd name="connsiteY86-8730" fmla="*/ 8777 h 9976"/>
              <a:gd name="connsiteX87-8731" fmla="*/ 2883 w 10000"/>
              <a:gd name="connsiteY87-8732" fmla="*/ 8918 h 9976"/>
              <a:gd name="connsiteX88-8733" fmla="*/ 2521 w 10000"/>
              <a:gd name="connsiteY88-8734" fmla="*/ 9092 h 9976"/>
              <a:gd name="connsiteX89-8735" fmla="*/ 2273 w 10000"/>
              <a:gd name="connsiteY89-8736" fmla="*/ 9092 h 9976"/>
              <a:gd name="connsiteX90-8737" fmla="*/ 2092 w 10000"/>
              <a:gd name="connsiteY90-8738" fmla="*/ 9231 h 9976"/>
              <a:gd name="connsiteX91-8739" fmla="*/ 1829 w 10000"/>
              <a:gd name="connsiteY91-8740" fmla="*/ 9231 h 9976"/>
              <a:gd name="connsiteX92-8741" fmla="*/ 1664 w 10000"/>
              <a:gd name="connsiteY92-8742" fmla="*/ 9375 h 9976"/>
              <a:gd name="connsiteX93-8743" fmla="*/ 1400 w 10000"/>
              <a:gd name="connsiteY93-8744" fmla="*/ 9546 h 9976"/>
              <a:gd name="connsiteX94-8745" fmla="*/ 1219 w 10000"/>
              <a:gd name="connsiteY94-8746" fmla="*/ 9546 h 9976"/>
              <a:gd name="connsiteX95-8747" fmla="*/ 1137 w 10000"/>
              <a:gd name="connsiteY95-8748" fmla="*/ 9689 h 9976"/>
              <a:gd name="connsiteX96-8749" fmla="*/ 956 w 10000"/>
              <a:gd name="connsiteY96-8750" fmla="*/ 9689 h 9976"/>
              <a:gd name="connsiteX97-8751" fmla="*/ 873 w 10000"/>
              <a:gd name="connsiteY97-8752" fmla="*/ 9834 h 9976"/>
              <a:gd name="connsiteX98-8753" fmla="*/ 791 w 10000"/>
              <a:gd name="connsiteY98-8754" fmla="*/ 9834 h 9976"/>
              <a:gd name="connsiteX99-8755" fmla="*/ 708 w 10000"/>
              <a:gd name="connsiteY99-8756" fmla="*/ 9834 h 9976"/>
              <a:gd name="connsiteX100-8757" fmla="*/ 527 w 10000"/>
              <a:gd name="connsiteY100-8758" fmla="*/ 9976 h 9976"/>
              <a:gd name="connsiteX101-8759" fmla="*/ 445 w 10000"/>
              <a:gd name="connsiteY101-8760" fmla="*/ 9834 h 9976"/>
              <a:gd name="connsiteX102-8761" fmla="*/ 362 w 10000"/>
              <a:gd name="connsiteY102-8762" fmla="*/ 9834 h 9976"/>
              <a:gd name="connsiteX103-8763" fmla="*/ 264 w 10000"/>
              <a:gd name="connsiteY103-8764" fmla="*/ 9689 h 9976"/>
              <a:gd name="connsiteX104-8765" fmla="*/ 181 w 10000"/>
              <a:gd name="connsiteY104-8766" fmla="*/ 9375 h 9976"/>
              <a:gd name="connsiteX105-8767" fmla="*/ 99 w 10000"/>
              <a:gd name="connsiteY105-8768" fmla="*/ 9092 h 9976"/>
              <a:gd name="connsiteX106-8769" fmla="*/ 0 w 10000"/>
              <a:gd name="connsiteY106-8770" fmla="*/ 8918 h 9976"/>
              <a:gd name="connsiteX107-8771" fmla="*/ 0 w 10000"/>
              <a:gd name="connsiteY107-8772" fmla="*/ 8777 h 9976"/>
              <a:gd name="connsiteX108-8773" fmla="*/ 0 w 10000"/>
              <a:gd name="connsiteY108-8774" fmla="*/ 8634 h 9976"/>
              <a:gd name="connsiteX109-8775" fmla="*/ 0 w 10000"/>
              <a:gd name="connsiteY109-8776" fmla="*/ 8634 h 9976"/>
              <a:gd name="connsiteX110-8777" fmla="*/ 99 w 10000"/>
              <a:gd name="connsiteY110-8778" fmla="*/ 8487 h 9976"/>
              <a:gd name="connsiteX111-8779" fmla="*/ 181 w 10000"/>
              <a:gd name="connsiteY111-8780" fmla="*/ 8316 h 9976"/>
              <a:gd name="connsiteX112-8781" fmla="*/ 362 w 10000"/>
              <a:gd name="connsiteY112-8782" fmla="*/ 8174 h 9976"/>
              <a:gd name="connsiteX113-8783" fmla="*/ 527 w 10000"/>
              <a:gd name="connsiteY113-8784" fmla="*/ 8035 h 9976"/>
              <a:gd name="connsiteX114-8785" fmla="*/ 610 w 10000"/>
              <a:gd name="connsiteY114-8786" fmla="*/ 7861 h 9976"/>
              <a:gd name="connsiteX115-8787" fmla="*/ 708 w 10000"/>
              <a:gd name="connsiteY115-8788" fmla="*/ 7719 h 9976"/>
              <a:gd name="connsiteX116-8789" fmla="*/ 873 w 10000"/>
              <a:gd name="connsiteY116-8790" fmla="*/ 7576 h 9976"/>
              <a:gd name="connsiteX117-8791" fmla="*/ 1054 w 10000"/>
              <a:gd name="connsiteY117-8792" fmla="*/ 7261 h 9976"/>
              <a:gd name="connsiteX118-8793" fmla="*/ 1137 w 10000"/>
              <a:gd name="connsiteY118-8794" fmla="*/ 7120 h 9976"/>
              <a:gd name="connsiteX119-8795" fmla="*/ 1318 w 10000"/>
              <a:gd name="connsiteY119-8796" fmla="*/ 6805 h 9976"/>
              <a:gd name="connsiteX120-8797" fmla="*/ 1483 w 10000"/>
              <a:gd name="connsiteY120-8798" fmla="*/ 6517 h 9976"/>
              <a:gd name="connsiteX121-8799" fmla="*/ 1483 w 10000"/>
              <a:gd name="connsiteY121-8800" fmla="*/ 6517 h 9976"/>
              <a:gd name="connsiteX0-8801" fmla="*/ 1483 w 10000"/>
              <a:gd name="connsiteY0-8802" fmla="*/ 6533 h 10000"/>
              <a:gd name="connsiteX1-8803" fmla="*/ 1664 w 10000"/>
              <a:gd name="connsiteY1-8804" fmla="*/ 6075 h 10000"/>
              <a:gd name="connsiteX2-8805" fmla="*/ 1911 w 10000"/>
              <a:gd name="connsiteY2-8806" fmla="*/ 5618 h 10000"/>
              <a:gd name="connsiteX3-8807" fmla="*/ 2092 w 10000"/>
              <a:gd name="connsiteY3-8808" fmla="*/ 5158 h 10000"/>
              <a:gd name="connsiteX4-8809" fmla="*/ 2356 w 10000"/>
              <a:gd name="connsiteY4-8810" fmla="*/ 4558 h 10000"/>
              <a:gd name="connsiteX5-8811" fmla="*/ 2619 w 10000"/>
              <a:gd name="connsiteY5-8812" fmla="*/ 3812 h 10000"/>
              <a:gd name="connsiteX6-8813" fmla="*/ 2883 w 10000"/>
              <a:gd name="connsiteY6-8814" fmla="*/ 3037 h 10000"/>
              <a:gd name="connsiteX7-8815" fmla="*/ 3130 w 10000"/>
              <a:gd name="connsiteY7-8816" fmla="*/ 2150 h 10000"/>
              <a:gd name="connsiteX8-8817" fmla="*/ 5140 w 10000"/>
              <a:gd name="connsiteY8-8818" fmla="*/ 0 h 10000"/>
              <a:gd name="connsiteX9-8819" fmla="*/ 4959 w 10000"/>
              <a:gd name="connsiteY9-8820" fmla="*/ 461 h 10000"/>
              <a:gd name="connsiteX10-8821" fmla="*/ 4695 w 10000"/>
              <a:gd name="connsiteY10-8822" fmla="*/ 1064 h 10000"/>
              <a:gd name="connsiteX11-8823" fmla="*/ 4530 w 10000"/>
              <a:gd name="connsiteY11-8824" fmla="*/ 1693 h 10000"/>
              <a:gd name="connsiteX12-8825" fmla="*/ 4267 w 10000"/>
              <a:gd name="connsiteY12-8826" fmla="*/ 2291 h 10000"/>
              <a:gd name="connsiteX13-8827" fmla="*/ 3921 w 10000"/>
              <a:gd name="connsiteY13-8828" fmla="*/ 3037 h 10000"/>
              <a:gd name="connsiteX14-8829" fmla="*/ 3657 w 10000"/>
              <a:gd name="connsiteY14-8830" fmla="*/ 3639 h 10000"/>
              <a:gd name="connsiteX15-8831" fmla="*/ 3476 w 10000"/>
              <a:gd name="connsiteY15-8832" fmla="*/ 4269 h 10000"/>
              <a:gd name="connsiteX16-8833" fmla="*/ 3229 w 10000"/>
              <a:gd name="connsiteY16-8834" fmla="*/ 4871 h 10000"/>
              <a:gd name="connsiteX17-8835" fmla="*/ 2965 w 10000"/>
              <a:gd name="connsiteY17-8836" fmla="*/ 5332 h 10000"/>
              <a:gd name="connsiteX18-8837" fmla="*/ 2784 w 10000"/>
              <a:gd name="connsiteY18-8838" fmla="*/ 5759 h 10000"/>
              <a:gd name="connsiteX19-8839" fmla="*/ 2619 w 10000"/>
              <a:gd name="connsiteY19-8840" fmla="*/ 6219 h 10000"/>
              <a:gd name="connsiteX20-8841" fmla="*/ 2438 w 10000"/>
              <a:gd name="connsiteY20-8842" fmla="*/ 6533 h 10000"/>
              <a:gd name="connsiteX21-8843" fmla="*/ 2273 w 10000"/>
              <a:gd name="connsiteY21-8844" fmla="*/ 6821 h 10000"/>
              <a:gd name="connsiteX22-8845" fmla="*/ 2092 w 10000"/>
              <a:gd name="connsiteY22-8846" fmla="*/ 7137 h 10000"/>
              <a:gd name="connsiteX23-8847" fmla="*/ 2010 w 10000"/>
              <a:gd name="connsiteY23-8848" fmla="*/ 7452 h 10000"/>
              <a:gd name="connsiteX24-8849" fmla="*/ 1911 w 10000"/>
              <a:gd name="connsiteY24-8850" fmla="*/ 7594 h 10000"/>
              <a:gd name="connsiteX25-8851" fmla="*/ 1829 w 10000"/>
              <a:gd name="connsiteY25-8852" fmla="*/ 7738 h 10000"/>
              <a:gd name="connsiteX26-8853" fmla="*/ 1746 w 10000"/>
              <a:gd name="connsiteY26-8854" fmla="*/ 7880 h 10000"/>
              <a:gd name="connsiteX27-8855" fmla="*/ 1746 w 10000"/>
              <a:gd name="connsiteY27-8856" fmla="*/ 8054 h 10000"/>
              <a:gd name="connsiteX28-8857" fmla="*/ 1746 w 10000"/>
              <a:gd name="connsiteY28-8858" fmla="*/ 8054 h 10000"/>
              <a:gd name="connsiteX29-8859" fmla="*/ 1829 w 10000"/>
              <a:gd name="connsiteY29-8860" fmla="*/ 8054 h 10000"/>
              <a:gd name="connsiteX30-8861" fmla="*/ 1911 w 10000"/>
              <a:gd name="connsiteY30-8862" fmla="*/ 8194 h 10000"/>
              <a:gd name="connsiteX31-8863" fmla="*/ 2010 w 10000"/>
              <a:gd name="connsiteY31-8864" fmla="*/ 8194 h 10000"/>
              <a:gd name="connsiteX32-8865" fmla="*/ 2175 w 10000"/>
              <a:gd name="connsiteY32-8866" fmla="*/ 8194 h 10000"/>
              <a:gd name="connsiteX33-8867" fmla="*/ 2273 w 10000"/>
              <a:gd name="connsiteY33-8868" fmla="*/ 8054 h 10000"/>
              <a:gd name="connsiteX34-8869" fmla="*/ 2356 w 10000"/>
              <a:gd name="connsiteY34-8870" fmla="*/ 8054 h 10000"/>
              <a:gd name="connsiteX35-8871" fmla="*/ 2521 w 10000"/>
              <a:gd name="connsiteY35-8872" fmla="*/ 8054 h 10000"/>
              <a:gd name="connsiteX36-8873" fmla="*/ 2702 w 10000"/>
              <a:gd name="connsiteY36-8874" fmla="*/ 8054 h 10000"/>
              <a:gd name="connsiteX37-8875" fmla="*/ 2883 w 10000"/>
              <a:gd name="connsiteY37-8876" fmla="*/ 7880 h 10000"/>
              <a:gd name="connsiteX38-8877" fmla="*/ 3048 w 10000"/>
              <a:gd name="connsiteY38-8878" fmla="*/ 7880 h 10000"/>
              <a:gd name="connsiteX39-8879" fmla="*/ 3311 w 10000"/>
              <a:gd name="connsiteY39-8880" fmla="*/ 7880 h 10000"/>
              <a:gd name="connsiteX40-8881" fmla="*/ 3575 w 10000"/>
              <a:gd name="connsiteY40-8882" fmla="*/ 7880 h 10000"/>
              <a:gd name="connsiteX41-8883" fmla="*/ 3921 w 10000"/>
              <a:gd name="connsiteY41-8884" fmla="*/ 7738 h 10000"/>
              <a:gd name="connsiteX42-8885" fmla="*/ 4267 w 10000"/>
              <a:gd name="connsiteY42-8886" fmla="*/ 7738 h 10000"/>
              <a:gd name="connsiteX43-8887" fmla="*/ 4613 w 10000"/>
              <a:gd name="connsiteY43-8888" fmla="*/ 7738 h 10000"/>
              <a:gd name="connsiteX44-8889" fmla="*/ 4959 w 10000"/>
              <a:gd name="connsiteY44-8890" fmla="*/ 7594 h 10000"/>
              <a:gd name="connsiteX45-8891" fmla="*/ 5387 w 10000"/>
              <a:gd name="connsiteY45-8892" fmla="*/ 7452 h 10000"/>
              <a:gd name="connsiteX46-8893" fmla="*/ 5832 w 10000"/>
              <a:gd name="connsiteY46-8894" fmla="*/ 7452 h 10000"/>
              <a:gd name="connsiteX47-8895" fmla="*/ 6343 w 10000"/>
              <a:gd name="connsiteY47-8896" fmla="*/ 7278 h 10000"/>
              <a:gd name="connsiteX48-8897" fmla="*/ 6787 w 10000"/>
              <a:gd name="connsiteY48-8898" fmla="*/ 7278 h 10000"/>
              <a:gd name="connsiteX49-8899" fmla="*/ 7298 w 10000"/>
              <a:gd name="connsiteY49-8900" fmla="*/ 7137 h 10000"/>
              <a:gd name="connsiteX50-8901" fmla="*/ 7743 w 10000"/>
              <a:gd name="connsiteY50-8902" fmla="*/ 6991 h 10000"/>
              <a:gd name="connsiteX51-8903" fmla="*/ 8171 w 10000"/>
              <a:gd name="connsiteY51-8904" fmla="*/ 6991 h 10000"/>
              <a:gd name="connsiteX52-8905" fmla="*/ 8435 w 10000"/>
              <a:gd name="connsiteY52-8906" fmla="*/ 6821 h 10000"/>
              <a:gd name="connsiteX53-8907" fmla="*/ 8699 w 10000"/>
              <a:gd name="connsiteY53-8908" fmla="*/ 6821 h 10000"/>
              <a:gd name="connsiteX54-8909" fmla="*/ 8962 w 10000"/>
              <a:gd name="connsiteY54-8910" fmla="*/ 6821 h 10000"/>
              <a:gd name="connsiteX55-8911" fmla="*/ 9127 w 10000"/>
              <a:gd name="connsiteY55-8912" fmla="*/ 6821 h 10000"/>
              <a:gd name="connsiteX56-8913" fmla="*/ 9226 w 10000"/>
              <a:gd name="connsiteY56-8914" fmla="*/ 6675 h 10000"/>
              <a:gd name="connsiteX57-8915" fmla="*/ 9390 w 10000"/>
              <a:gd name="connsiteY57-8916" fmla="*/ 6821 h 10000"/>
              <a:gd name="connsiteX58-8917" fmla="*/ 9473 w 10000"/>
              <a:gd name="connsiteY58-8918" fmla="*/ 6821 h 10000"/>
              <a:gd name="connsiteX59-8919" fmla="*/ 9654 w 10000"/>
              <a:gd name="connsiteY59-8920" fmla="*/ 6991 h 10000"/>
              <a:gd name="connsiteX60-8921" fmla="*/ 9736 w 10000"/>
              <a:gd name="connsiteY60-8922" fmla="*/ 6991 h 10000"/>
              <a:gd name="connsiteX61-8923" fmla="*/ 9918 w 10000"/>
              <a:gd name="connsiteY61-8924" fmla="*/ 7278 h 10000"/>
              <a:gd name="connsiteX62-8925" fmla="*/ 10000 w 10000"/>
              <a:gd name="connsiteY62-8926" fmla="*/ 7452 h 10000"/>
              <a:gd name="connsiteX63-8927" fmla="*/ 10000 w 10000"/>
              <a:gd name="connsiteY63-8928" fmla="*/ 7594 h 10000"/>
              <a:gd name="connsiteX64-8929" fmla="*/ 10000 w 10000"/>
              <a:gd name="connsiteY64-8930" fmla="*/ 7738 h 10000"/>
              <a:gd name="connsiteX65-8931" fmla="*/ 10000 w 10000"/>
              <a:gd name="connsiteY65-8932" fmla="*/ 7738 h 10000"/>
              <a:gd name="connsiteX66-8933" fmla="*/ 10000 w 10000"/>
              <a:gd name="connsiteY66-8934" fmla="*/ 7880 h 10000"/>
              <a:gd name="connsiteX67-8935" fmla="*/ 9918 w 10000"/>
              <a:gd name="connsiteY67-8936" fmla="*/ 7880 h 10000"/>
              <a:gd name="connsiteX68-8937" fmla="*/ 9819 w 10000"/>
              <a:gd name="connsiteY68-8938" fmla="*/ 7880 h 10000"/>
              <a:gd name="connsiteX69-8939" fmla="*/ 9736 w 10000"/>
              <a:gd name="connsiteY69-8940" fmla="*/ 8054 h 10000"/>
              <a:gd name="connsiteX70-8941" fmla="*/ 9572 w 10000"/>
              <a:gd name="connsiteY70-8942" fmla="*/ 8054 h 10000"/>
              <a:gd name="connsiteX71-8943" fmla="*/ 9390 w 10000"/>
              <a:gd name="connsiteY71-8944" fmla="*/ 8054 h 10000"/>
              <a:gd name="connsiteX72-8945" fmla="*/ 9127 w 10000"/>
              <a:gd name="connsiteY72-8946" fmla="*/ 8054 h 10000"/>
              <a:gd name="connsiteX73-8947" fmla="*/ 8863 w 10000"/>
              <a:gd name="connsiteY73-8948" fmla="*/ 8054 h 10000"/>
              <a:gd name="connsiteX74-8949" fmla="*/ 8616 w 10000"/>
              <a:gd name="connsiteY74-8950" fmla="*/ 8054 h 10000"/>
              <a:gd name="connsiteX75-8951" fmla="*/ 8353 w 10000"/>
              <a:gd name="connsiteY75-8952" fmla="*/ 8054 h 10000"/>
              <a:gd name="connsiteX76-8953" fmla="*/ 8007 w 10000"/>
              <a:gd name="connsiteY76-8954" fmla="*/ 8054 h 10000"/>
              <a:gd name="connsiteX77-8955" fmla="*/ 7661 w 10000"/>
              <a:gd name="connsiteY77-8956" fmla="*/ 8054 h 10000"/>
              <a:gd name="connsiteX78-8957" fmla="*/ 7298 w 10000"/>
              <a:gd name="connsiteY78-8958" fmla="*/ 8194 h 10000"/>
              <a:gd name="connsiteX79-8959" fmla="*/ 6870 w 10000"/>
              <a:gd name="connsiteY79-8960" fmla="*/ 8194 h 10000"/>
              <a:gd name="connsiteX80-8961" fmla="*/ 6442 w 10000"/>
              <a:gd name="connsiteY80-8962" fmla="*/ 8194 h 10000"/>
              <a:gd name="connsiteX81-8963" fmla="*/ 5651 w 10000"/>
              <a:gd name="connsiteY81-8964" fmla="*/ 8336 h 10000"/>
              <a:gd name="connsiteX82-8965" fmla="*/ 4876 w 10000"/>
              <a:gd name="connsiteY82-8966" fmla="*/ 8507 h 10000"/>
              <a:gd name="connsiteX83-8967" fmla="*/ 4185 w 10000"/>
              <a:gd name="connsiteY83-8968" fmla="*/ 8655 h 10000"/>
              <a:gd name="connsiteX84-8969" fmla="*/ 3476 w 10000"/>
              <a:gd name="connsiteY84-8970" fmla="*/ 8798 h 10000"/>
              <a:gd name="connsiteX85-8971" fmla="*/ 3130 w 10000"/>
              <a:gd name="connsiteY85-8972" fmla="*/ 8798 h 10000"/>
              <a:gd name="connsiteX86-8973" fmla="*/ 2883 w 10000"/>
              <a:gd name="connsiteY86-8974" fmla="*/ 8939 h 10000"/>
              <a:gd name="connsiteX87-8975" fmla="*/ 2521 w 10000"/>
              <a:gd name="connsiteY87-8976" fmla="*/ 9114 h 10000"/>
              <a:gd name="connsiteX88-8977" fmla="*/ 2273 w 10000"/>
              <a:gd name="connsiteY88-8978" fmla="*/ 9114 h 10000"/>
              <a:gd name="connsiteX89-8979" fmla="*/ 2092 w 10000"/>
              <a:gd name="connsiteY89-8980" fmla="*/ 9253 h 10000"/>
              <a:gd name="connsiteX90-8981" fmla="*/ 1829 w 10000"/>
              <a:gd name="connsiteY90-8982" fmla="*/ 9253 h 10000"/>
              <a:gd name="connsiteX91-8983" fmla="*/ 1664 w 10000"/>
              <a:gd name="connsiteY91-8984" fmla="*/ 9398 h 10000"/>
              <a:gd name="connsiteX92-8985" fmla="*/ 1400 w 10000"/>
              <a:gd name="connsiteY92-8986" fmla="*/ 9569 h 10000"/>
              <a:gd name="connsiteX93-8987" fmla="*/ 1219 w 10000"/>
              <a:gd name="connsiteY93-8988" fmla="*/ 9569 h 10000"/>
              <a:gd name="connsiteX94-8989" fmla="*/ 1137 w 10000"/>
              <a:gd name="connsiteY94-8990" fmla="*/ 9712 h 10000"/>
              <a:gd name="connsiteX95-8991" fmla="*/ 956 w 10000"/>
              <a:gd name="connsiteY95-8992" fmla="*/ 9712 h 10000"/>
              <a:gd name="connsiteX96-8993" fmla="*/ 873 w 10000"/>
              <a:gd name="connsiteY96-8994" fmla="*/ 9858 h 10000"/>
              <a:gd name="connsiteX97-8995" fmla="*/ 791 w 10000"/>
              <a:gd name="connsiteY97-8996" fmla="*/ 9858 h 10000"/>
              <a:gd name="connsiteX98-8997" fmla="*/ 708 w 10000"/>
              <a:gd name="connsiteY98-8998" fmla="*/ 9858 h 10000"/>
              <a:gd name="connsiteX99-8999" fmla="*/ 527 w 10000"/>
              <a:gd name="connsiteY99-9000" fmla="*/ 10000 h 10000"/>
              <a:gd name="connsiteX100-9001" fmla="*/ 445 w 10000"/>
              <a:gd name="connsiteY100-9002" fmla="*/ 9858 h 10000"/>
              <a:gd name="connsiteX101-9003" fmla="*/ 362 w 10000"/>
              <a:gd name="connsiteY101-9004" fmla="*/ 9858 h 10000"/>
              <a:gd name="connsiteX102-9005" fmla="*/ 264 w 10000"/>
              <a:gd name="connsiteY102-9006" fmla="*/ 9712 h 10000"/>
              <a:gd name="connsiteX103-9007" fmla="*/ 181 w 10000"/>
              <a:gd name="connsiteY103-9008" fmla="*/ 9398 h 10000"/>
              <a:gd name="connsiteX104-9009" fmla="*/ 99 w 10000"/>
              <a:gd name="connsiteY104-9010" fmla="*/ 9114 h 10000"/>
              <a:gd name="connsiteX105-9011" fmla="*/ 0 w 10000"/>
              <a:gd name="connsiteY105-9012" fmla="*/ 8939 h 10000"/>
              <a:gd name="connsiteX106-9013" fmla="*/ 0 w 10000"/>
              <a:gd name="connsiteY106-9014" fmla="*/ 8798 h 10000"/>
              <a:gd name="connsiteX107-9015" fmla="*/ 0 w 10000"/>
              <a:gd name="connsiteY107-9016" fmla="*/ 8655 h 10000"/>
              <a:gd name="connsiteX108-9017" fmla="*/ 0 w 10000"/>
              <a:gd name="connsiteY108-9018" fmla="*/ 8655 h 10000"/>
              <a:gd name="connsiteX109-9019" fmla="*/ 99 w 10000"/>
              <a:gd name="connsiteY109-9020" fmla="*/ 8507 h 10000"/>
              <a:gd name="connsiteX110-9021" fmla="*/ 181 w 10000"/>
              <a:gd name="connsiteY110-9022" fmla="*/ 8336 h 10000"/>
              <a:gd name="connsiteX111-9023" fmla="*/ 362 w 10000"/>
              <a:gd name="connsiteY111-9024" fmla="*/ 8194 h 10000"/>
              <a:gd name="connsiteX112-9025" fmla="*/ 527 w 10000"/>
              <a:gd name="connsiteY112-9026" fmla="*/ 8054 h 10000"/>
              <a:gd name="connsiteX113-9027" fmla="*/ 610 w 10000"/>
              <a:gd name="connsiteY113-9028" fmla="*/ 7880 h 10000"/>
              <a:gd name="connsiteX114-9029" fmla="*/ 708 w 10000"/>
              <a:gd name="connsiteY114-9030" fmla="*/ 7738 h 10000"/>
              <a:gd name="connsiteX115-9031" fmla="*/ 873 w 10000"/>
              <a:gd name="connsiteY115-9032" fmla="*/ 7594 h 10000"/>
              <a:gd name="connsiteX116-9033" fmla="*/ 1054 w 10000"/>
              <a:gd name="connsiteY116-9034" fmla="*/ 7278 h 10000"/>
              <a:gd name="connsiteX117-9035" fmla="*/ 1137 w 10000"/>
              <a:gd name="connsiteY117-9036" fmla="*/ 7137 h 10000"/>
              <a:gd name="connsiteX118-9037" fmla="*/ 1318 w 10000"/>
              <a:gd name="connsiteY118-9038" fmla="*/ 6821 h 10000"/>
              <a:gd name="connsiteX119-9039" fmla="*/ 1483 w 10000"/>
              <a:gd name="connsiteY119-9040" fmla="*/ 6533 h 10000"/>
              <a:gd name="connsiteX120-9041" fmla="*/ 1483 w 10000"/>
              <a:gd name="connsiteY120-9042" fmla="*/ 6533 h 10000"/>
              <a:gd name="connsiteX0-9043" fmla="*/ 1483 w 10000"/>
              <a:gd name="connsiteY0-9044" fmla="*/ 6533 h 10000"/>
              <a:gd name="connsiteX1-9045" fmla="*/ 1664 w 10000"/>
              <a:gd name="connsiteY1-9046" fmla="*/ 6075 h 10000"/>
              <a:gd name="connsiteX2-9047" fmla="*/ 1911 w 10000"/>
              <a:gd name="connsiteY2-9048" fmla="*/ 5618 h 10000"/>
              <a:gd name="connsiteX3-9049" fmla="*/ 2092 w 10000"/>
              <a:gd name="connsiteY3-9050" fmla="*/ 5158 h 10000"/>
              <a:gd name="connsiteX4-9051" fmla="*/ 2356 w 10000"/>
              <a:gd name="connsiteY4-9052" fmla="*/ 4558 h 10000"/>
              <a:gd name="connsiteX5-9053" fmla="*/ 2619 w 10000"/>
              <a:gd name="connsiteY5-9054" fmla="*/ 3812 h 10000"/>
              <a:gd name="connsiteX6-9055" fmla="*/ 2883 w 10000"/>
              <a:gd name="connsiteY6-9056" fmla="*/ 3037 h 10000"/>
              <a:gd name="connsiteX7-9057" fmla="*/ 3130 w 10000"/>
              <a:gd name="connsiteY7-9058" fmla="*/ 2150 h 10000"/>
              <a:gd name="connsiteX8-9059" fmla="*/ 5140 w 10000"/>
              <a:gd name="connsiteY8-9060" fmla="*/ 0 h 10000"/>
              <a:gd name="connsiteX9-9061" fmla="*/ 4959 w 10000"/>
              <a:gd name="connsiteY9-9062" fmla="*/ 461 h 10000"/>
              <a:gd name="connsiteX10-9063" fmla="*/ 4530 w 10000"/>
              <a:gd name="connsiteY10-9064" fmla="*/ 1693 h 10000"/>
              <a:gd name="connsiteX11-9065" fmla="*/ 4267 w 10000"/>
              <a:gd name="connsiteY11-9066" fmla="*/ 2291 h 10000"/>
              <a:gd name="connsiteX12-9067" fmla="*/ 3921 w 10000"/>
              <a:gd name="connsiteY12-9068" fmla="*/ 3037 h 10000"/>
              <a:gd name="connsiteX13-9069" fmla="*/ 3657 w 10000"/>
              <a:gd name="connsiteY13-9070" fmla="*/ 3639 h 10000"/>
              <a:gd name="connsiteX14-9071" fmla="*/ 3476 w 10000"/>
              <a:gd name="connsiteY14-9072" fmla="*/ 4269 h 10000"/>
              <a:gd name="connsiteX15-9073" fmla="*/ 3229 w 10000"/>
              <a:gd name="connsiteY15-9074" fmla="*/ 4871 h 10000"/>
              <a:gd name="connsiteX16-9075" fmla="*/ 2965 w 10000"/>
              <a:gd name="connsiteY16-9076" fmla="*/ 5332 h 10000"/>
              <a:gd name="connsiteX17-9077" fmla="*/ 2784 w 10000"/>
              <a:gd name="connsiteY17-9078" fmla="*/ 5759 h 10000"/>
              <a:gd name="connsiteX18-9079" fmla="*/ 2619 w 10000"/>
              <a:gd name="connsiteY18-9080" fmla="*/ 6219 h 10000"/>
              <a:gd name="connsiteX19-9081" fmla="*/ 2438 w 10000"/>
              <a:gd name="connsiteY19-9082" fmla="*/ 6533 h 10000"/>
              <a:gd name="connsiteX20-9083" fmla="*/ 2273 w 10000"/>
              <a:gd name="connsiteY20-9084" fmla="*/ 6821 h 10000"/>
              <a:gd name="connsiteX21-9085" fmla="*/ 2092 w 10000"/>
              <a:gd name="connsiteY21-9086" fmla="*/ 7137 h 10000"/>
              <a:gd name="connsiteX22-9087" fmla="*/ 2010 w 10000"/>
              <a:gd name="connsiteY22-9088" fmla="*/ 7452 h 10000"/>
              <a:gd name="connsiteX23-9089" fmla="*/ 1911 w 10000"/>
              <a:gd name="connsiteY23-9090" fmla="*/ 7594 h 10000"/>
              <a:gd name="connsiteX24-9091" fmla="*/ 1829 w 10000"/>
              <a:gd name="connsiteY24-9092" fmla="*/ 7738 h 10000"/>
              <a:gd name="connsiteX25-9093" fmla="*/ 1746 w 10000"/>
              <a:gd name="connsiteY25-9094" fmla="*/ 7880 h 10000"/>
              <a:gd name="connsiteX26-9095" fmla="*/ 1746 w 10000"/>
              <a:gd name="connsiteY26-9096" fmla="*/ 8054 h 10000"/>
              <a:gd name="connsiteX27-9097" fmla="*/ 1746 w 10000"/>
              <a:gd name="connsiteY27-9098" fmla="*/ 8054 h 10000"/>
              <a:gd name="connsiteX28-9099" fmla="*/ 1829 w 10000"/>
              <a:gd name="connsiteY28-9100" fmla="*/ 8054 h 10000"/>
              <a:gd name="connsiteX29-9101" fmla="*/ 1911 w 10000"/>
              <a:gd name="connsiteY29-9102" fmla="*/ 8194 h 10000"/>
              <a:gd name="connsiteX30-9103" fmla="*/ 2010 w 10000"/>
              <a:gd name="connsiteY30-9104" fmla="*/ 8194 h 10000"/>
              <a:gd name="connsiteX31-9105" fmla="*/ 2175 w 10000"/>
              <a:gd name="connsiteY31-9106" fmla="*/ 8194 h 10000"/>
              <a:gd name="connsiteX32-9107" fmla="*/ 2273 w 10000"/>
              <a:gd name="connsiteY32-9108" fmla="*/ 8054 h 10000"/>
              <a:gd name="connsiteX33-9109" fmla="*/ 2356 w 10000"/>
              <a:gd name="connsiteY33-9110" fmla="*/ 8054 h 10000"/>
              <a:gd name="connsiteX34-9111" fmla="*/ 2521 w 10000"/>
              <a:gd name="connsiteY34-9112" fmla="*/ 8054 h 10000"/>
              <a:gd name="connsiteX35-9113" fmla="*/ 2702 w 10000"/>
              <a:gd name="connsiteY35-9114" fmla="*/ 8054 h 10000"/>
              <a:gd name="connsiteX36-9115" fmla="*/ 2883 w 10000"/>
              <a:gd name="connsiteY36-9116" fmla="*/ 7880 h 10000"/>
              <a:gd name="connsiteX37-9117" fmla="*/ 3048 w 10000"/>
              <a:gd name="connsiteY37-9118" fmla="*/ 7880 h 10000"/>
              <a:gd name="connsiteX38-9119" fmla="*/ 3311 w 10000"/>
              <a:gd name="connsiteY38-9120" fmla="*/ 7880 h 10000"/>
              <a:gd name="connsiteX39-9121" fmla="*/ 3575 w 10000"/>
              <a:gd name="connsiteY39-9122" fmla="*/ 7880 h 10000"/>
              <a:gd name="connsiteX40-9123" fmla="*/ 3921 w 10000"/>
              <a:gd name="connsiteY40-9124" fmla="*/ 7738 h 10000"/>
              <a:gd name="connsiteX41-9125" fmla="*/ 4267 w 10000"/>
              <a:gd name="connsiteY41-9126" fmla="*/ 7738 h 10000"/>
              <a:gd name="connsiteX42-9127" fmla="*/ 4613 w 10000"/>
              <a:gd name="connsiteY42-9128" fmla="*/ 7738 h 10000"/>
              <a:gd name="connsiteX43-9129" fmla="*/ 4959 w 10000"/>
              <a:gd name="connsiteY43-9130" fmla="*/ 7594 h 10000"/>
              <a:gd name="connsiteX44-9131" fmla="*/ 5387 w 10000"/>
              <a:gd name="connsiteY44-9132" fmla="*/ 7452 h 10000"/>
              <a:gd name="connsiteX45-9133" fmla="*/ 5832 w 10000"/>
              <a:gd name="connsiteY45-9134" fmla="*/ 7452 h 10000"/>
              <a:gd name="connsiteX46-9135" fmla="*/ 6343 w 10000"/>
              <a:gd name="connsiteY46-9136" fmla="*/ 7278 h 10000"/>
              <a:gd name="connsiteX47-9137" fmla="*/ 6787 w 10000"/>
              <a:gd name="connsiteY47-9138" fmla="*/ 7278 h 10000"/>
              <a:gd name="connsiteX48-9139" fmla="*/ 7298 w 10000"/>
              <a:gd name="connsiteY48-9140" fmla="*/ 7137 h 10000"/>
              <a:gd name="connsiteX49-9141" fmla="*/ 7743 w 10000"/>
              <a:gd name="connsiteY49-9142" fmla="*/ 6991 h 10000"/>
              <a:gd name="connsiteX50-9143" fmla="*/ 8171 w 10000"/>
              <a:gd name="connsiteY50-9144" fmla="*/ 6991 h 10000"/>
              <a:gd name="connsiteX51-9145" fmla="*/ 8435 w 10000"/>
              <a:gd name="connsiteY51-9146" fmla="*/ 6821 h 10000"/>
              <a:gd name="connsiteX52-9147" fmla="*/ 8699 w 10000"/>
              <a:gd name="connsiteY52-9148" fmla="*/ 6821 h 10000"/>
              <a:gd name="connsiteX53-9149" fmla="*/ 8962 w 10000"/>
              <a:gd name="connsiteY53-9150" fmla="*/ 6821 h 10000"/>
              <a:gd name="connsiteX54-9151" fmla="*/ 9127 w 10000"/>
              <a:gd name="connsiteY54-9152" fmla="*/ 6821 h 10000"/>
              <a:gd name="connsiteX55-9153" fmla="*/ 9226 w 10000"/>
              <a:gd name="connsiteY55-9154" fmla="*/ 6675 h 10000"/>
              <a:gd name="connsiteX56-9155" fmla="*/ 9390 w 10000"/>
              <a:gd name="connsiteY56-9156" fmla="*/ 6821 h 10000"/>
              <a:gd name="connsiteX57-9157" fmla="*/ 9473 w 10000"/>
              <a:gd name="connsiteY57-9158" fmla="*/ 6821 h 10000"/>
              <a:gd name="connsiteX58-9159" fmla="*/ 9654 w 10000"/>
              <a:gd name="connsiteY58-9160" fmla="*/ 6991 h 10000"/>
              <a:gd name="connsiteX59-9161" fmla="*/ 9736 w 10000"/>
              <a:gd name="connsiteY59-9162" fmla="*/ 6991 h 10000"/>
              <a:gd name="connsiteX60-9163" fmla="*/ 9918 w 10000"/>
              <a:gd name="connsiteY60-9164" fmla="*/ 7278 h 10000"/>
              <a:gd name="connsiteX61-9165" fmla="*/ 10000 w 10000"/>
              <a:gd name="connsiteY61-9166" fmla="*/ 7452 h 10000"/>
              <a:gd name="connsiteX62-9167" fmla="*/ 10000 w 10000"/>
              <a:gd name="connsiteY62-9168" fmla="*/ 7594 h 10000"/>
              <a:gd name="connsiteX63-9169" fmla="*/ 10000 w 10000"/>
              <a:gd name="connsiteY63-9170" fmla="*/ 7738 h 10000"/>
              <a:gd name="connsiteX64-9171" fmla="*/ 10000 w 10000"/>
              <a:gd name="connsiteY64-9172" fmla="*/ 7738 h 10000"/>
              <a:gd name="connsiteX65-9173" fmla="*/ 10000 w 10000"/>
              <a:gd name="connsiteY65-9174" fmla="*/ 7880 h 10000"/>
              <a:gd name="connsiteX66-9175" fmla="*/ 9918 w 10000"/>
              <a:gd name="connsiteY66-9176" fmla="*/ 7880 h 10000"/>
              <a:gd name="connsiteX67-9177" fmla="*/ 9819 w 10000"/>
              <a:gd name="connsiteY67-9178" fmla="*/ 7880 h 10000"/>
              <a:gd name="connsiteX68-9179" fmla="*/ 9736 w 10000"/>
              <a:gd name="connsiteY68-9180" fmla="*/ 8054 h 10000"/>
              <a:gd name="connsiteX69-9181" fmla="*/ 9572 w 10000"/>
              <a:gd name="connsiteY69-9182" fmla="*/ 8054 h 10000"/>
              <a:gd name="connsiteX70-9183" fmla="*/ 9390 w 10000"/>
              <a:gd name="connsiteY70-9184" fmla="*/ 8054 h 10000"/>
              <a:gd name="connsiteX71-9185" fmla="*/ 9127 w 10000"/>
              <a:gd name="connsiteY71-9186" fmla="*/ 8054 h 10000"/>
              <a:gd name="connsiteX72-9187" fmla="*/ 8863 w 10000"/>
              <a:gd name="connsiteY72-9188" fmla="*/ 8054 h 10000"/>
              <a:gd name="connsiteX73-9189" fmla="*/ 8616 w 10000"/>
              <a:gd name="connsiteY73-9190" fmla="*/ 8054 h 10000"/>
              <a:gd name="connsiteX74-9191" fmla="*/ 8353 w 10000"/>
              <a:gd name="connsiteY74-9192" fmla="*/ 8054 h 10000"/>
              <a:gd name="connsiteX75-9193" fmla="*/ 8007 w 10000"/>
              <a:gd name="connsiteY75-9194" fmla="*/ 8054 h 10000"/>
              <a:gd name="connsiteX76-9195" fmla="*/ 7661 w 10000"/>
              <a:gd name="connsiteY76-9196" fmla="*/ 8054 h 10000"/>
              <a:gd name="connsiteX77-9197" fmla="*/ 7298 w 10000"/>
              <a:gd name="connsiteY77-9198" fmla="*/ 8194 h 10000"/>
              <a:gd name="connsiteX78-9199" fmla="*/ 6870 w 10000"/>
              <a:gd name="connsiteY78-9200" fmla="*/ 8194 h 10000"/>
              <a:gd name="connsiteX79-9201" fmla="*/ 6442 w 10000"/>
              <a:gd name="connsiteY79-9202" fmla="*/ 8194 h 10000"/>
              <a:gd name="connsiteX80-9203" fmla="*/ 5651 w 10000"/>
              <a:gd name="connsiteY80-9204" fmla="*/ 8336 h 10000"/>
              <a:gd name="connsiteX81-9205" fmla="*/ 4876 w 10000"/>
              <a:gd name="connsiteY81-9206" fmla="*/ 8507 h 10000"/>
              <a:gd name="connsiteX82-9207" fmla="*/ 4185 w 10000"/>
              <a:gd name="connsiteY82-9208" fmla="*/ 8655 h 10000"/>
              <a:gd name="connsiteX83-9209" fmla="*/ 3476 w 10000"/>
              <a:gd name="connsiteY83-9210" fmla="*/ 8798 h 10000"/>
              <a:gd name="connsiteX84-9211" fmla="*/ 3130 w 10000"/>
              <a:gd name="connsiteY84-9212" fmla="*/ 8798 h 10000"/>
              <a:gd name="connsiteX85-9213" fmla="*/ 2883 w 10000"/>
              <a:gd name="connsiteY85-9214" fmla="*/ 8939 h 10000"/>
              <a:gd name="connsiteX86-9215" fmla="*/ 2521 w 10000"/>
              <a:gd name="connsiteY86-9216" fmla="*/ 9114 h 10000"/>
              <a:gd name="connsiteX87-9217" fmla="*/ 2273 w 10000"/>
              <a:gd name="connsiteY87-9218" fmla="*/ 9114 h 10000"/>
              <a:gd name="connsiteX88-9219" fmla="*/ 2092 w 10000"/>
              <a:gd name="connsiteY88-9220" fmla="*/ 9253 h 10000"/>
              <a:gd name="connsiteX89-9221" fmla="*/ 1829 w 10000"/>
              <a:gd name="connsiteY89-9222" fmla="*/ 9253 h 10000"/>
              <a:gd name="connsiteX90-9223" fmla="*/ 1664 w 10000"/>
              <a:gd name="connsiteY90-9224" fmla="*/ 9398 h 10000"/>
              <a:gd name="connsiteX91-9225" fmla="*/ 1400 w 10000"/>
              <a:gd name="connsiteY91-9226" fmla="*/ 9569 h 10000"/>
              <a:gd name="connsiteX92-9227" fmla="*/ 1219 w 10000"/>
              <a:gd name="connsiteY92-9228" fmla="*/ 9569 h 10000"/>
              <a:gd name="connsiteX93-9229" fmla="*/ 1137 w 10000"/>
              <a:gd name="connsiteY93-9230" fmla="*/ 9712 h 10000"/>
              <a:gd name="connsiteX94-9231" fmla="*/ 956 w 10000"/>
              <a:gd name="connsiteY94-9232" fmla="*/ 9712 h 10000"/>
              <a:gd name="connsiteX95-9233" fmla="*/ 873 w 10000"/>
              <a:gd name="connsiteY95-9234" fmla="*/ 9858 h 10000"/>
              <a:gd name="connsiteX96-9235" fmla="*/ 791 w 10000"/>
              <a:gd name="connsiteY96-9236" fmla="*/ 9858 h 10000"/>
              <a:gd name="connsiteX97-9237" fmla="*/ 708 w 10000"/>
              <a:gd name="connsiteY97-9238" fmla="*/ 9858 h 10000"/>
              <a:gd name="connsiteX98-9239" fmla="*/ 527 w 10000"/>
              <a:gd name="connsiteY98-9240" fmla="*/ 10000 h 10000"/>
              <a:gd name="connsiteX99-9241" fmla="*/ 445 w 10000"/>
              <a:gd name="connsiteY99-9242" fmla="*/ 9858 h 10000"/>
              <a:gd name="connsiteX100-9243" fmla="*/ 362 w 10000"/>
              <a:gd name="connsiteY100-9244" fmla="*/ 9858 h 10000"/>
              <a:gd name="connsiteX101-9245" fmla="*/ 264 w 10000"/>
              <a:gd name="connsiteY101-9246" fmla="*/ 9712 h 10000"/>
              <a:gd name="connsiteX102-9247" fmla="*/ 181 w 10000"/>
              <a:gd name="connsiteY102-9248" fmla="*/ 9398 h 10000"/>
              <a:gd name="connsiteX103-9249" fmla="*/ 99 w 10000"/>
              <a:gd name="connsiteY103-9250" fmla="*/ 9114 h 10000"/>
              <a:gd name="connsiteX104-9251" fmla="*/ 0 w 10000"/>
              <a:gd name="connsiteY104-9252" fmla="*/ 8939 h 10000"/>
              <a:gd name="connsiteX105-9253" fmla="*/ 0 w 10000"/>
              <a:gd name="connsiteY105-9254" fmla="*/ 8798 h 10000"/>
              <a:gd name="connsiteX106-9255" fmla="*/ 0 w 10000"/>
              <a:gd name="connsiteY106-9256" fmla="*/ 8655 h 10000"/>
              <a:gd name="connsiteX107-9257" fmla="*/ 0 w 10000"/>
              <a:gd name="connsiteY107-9258" fmla="*/ 8655 h 10000"/>
              <a:gd name="connsiteX108-9259" fmla="*/ 99 w 10000"/>
              <a:gd name="connsiteY108-9260" fmla="*/ 8507 h 10000"/>
              <a:gd name="connsiteX109-9261" fmla="*/ 181 w 10000"/>
              <a:gd name="connsiteY109-9262" fmla="*/ 8336 h 10000"/>
              <a:gd name="connsiteX110-9263" fmla="*/ 362 w 10000"/>
              <a:gd name="connsiteY110-9264" fmla="*/ 8194 h 10000"/>
              <a:gd name="connsiteX111-9265" fmla="*/ 527 w 10000"/>
              <a:gd name="connsiteY111-9266" fmla="*/ 8054 h 10000"/>
              <a:gd name="connsiteX112-9267" fmla="*/ 610 w 10000"/>
              <a:gd name="connsiteY112-9268" fmla="*/ 7880 h 10000"/>
              <a:gd name="connsiteX113-9269" fmla="*/ 708 w 10000"/>
              <a:gd name="connsiteY113-9270" fmla="*/ 7738 h 10000"/>
              <a:gd name="connsiteX114-9271" fmla="*/ 873 w 10000"/>
              <a:gd name="connsiteY114-9272" fmla="*/ 7594 h 10000"/>
              <a:gd name="connsiteX115-9273" fmla="*/ 1054 w 10000"/>
              <a:gd name="connsiteY115-9274" fmla="*/ 7278 h 10000"/>
              <a:gd name="connsiteX116-9275" fmla="*/ 1137 w 10000"/>
              <a:gd name="connsiteY116-9276" fmla="*/ 7137 h 10000"/>
              <a:gd name="connsiteX117-9277" fmla="*/ 1318 w 10000"/>
              <a:gd name="connsiteY117-9278" fmla="*/ 6821 h 10000"/>
              <a:gd name="connsiteX118-9279" fmla="*/ 1483 w 10000"/>
              <a:gd name="connsiteY118-9280" fmla="*/ 6533 h 10000"/>
              <a:gd name="connsiteX119-9281" fmla="*/ 1483 w 10000"/>
              <a:gd name="connsiteY119-9282" fmla="*/ 6533 h 10000"/>
              <a:gd name="connsiteX0-9283" fmla="*/ 1483 w 10000"/>
              <a:gd name="connsiteY0-9284" fmla="*/ 6609 h 10076"/>
              <a:gd name="connsiteX1-9285" fmla="*/ 1664 w 10000"/>
              <a:gd name="connsiteY1-9286" fmla="*/ 6151 h 10076"/>
              <a:gd name="connsiteX2-9287" fmla="*/ 1911 w 10000"/>
              <a:gd name="connsiteY2-9288" fmla="*/ 5694 h 10076"/>
              <a:gd name="connsiteX3-9289" fmla="*/ 2092 w 10000"/>
              <a:gd name="connsiteY3-9290" fmla="*/ 5234 h 10076"/>
              <a:gd name="connsiteX4-9291" fmla="*/ 2356 w 10000"/>
              <a:gd name="connsiteY4-9292" fmla="*/ 4634 h 10076"/>
              <a:gd name="connsiteX5-9293" fmla="*/ 2619 w 10000"/>
              <a:gd name="connsiteY5-9294" fmla="*/ 3888 h 10076"/>
              <a:gd name="connsiteX6-9295" fmla="*/ 2883 w 10000"/>
              <a:gd name="connsiteY6-9296" fmla="*/ 3113 h 10076"/>
              <a:gd name="connsiteX7-9297" fmla="*/ 3130 w 10000"/>
              <a:gd name="connsiteY7-9298" fmla="*/ 2226 h 10076"/>
              <a:gd name="connsiteX8-9299" fmla="*/ 5140 w 10000"/>
              <a:gd name="connsiteY8-9300" fmla="*/ 76 h 10076"/>
              <a:gd name="connsiteX9-9301" fmla="*/ 4530 w 10000"/>
              <a:gd name="connsiteY9-9302" fmla="*/ 1769 h 10076"/>
              <a:gd name="connsiteX10-9303" fmla="*/ 4267 w 10000"/>
              <a:gd name="connsiteY10-9304" fmla="*/ 2367 h 10076"/>
              <a:gd name="connsiteX11-9305" fmla="*/ 3921 w 10000"/>
              <a:gd name="connsiteY11-9306" fmla="*/ 3113 h 10076"/>
              <a:gd name="connsiteX12-9307" fmla="*/ 3657 w 10000"/>
              <a:gd name="connsiteY12-9308" fmla="*/ 3715 h 10076"/>
              <a:gd name="connsiteX13-9309" fmla="*/ 3476 w 10000"/>
              <a:gd name="connsiteY13-9310" fmla="*/ 4345 h 10076"/>
              <a:gd name="connsiteX14-9311" fmla="*/ 3229 w 10000"/>
              <a:gd name="connsiteY14-9312" fmla="*/ 4947 h 10076"/>
              <a:gd name="connsiteX15-9313" fmla="*/ 2965 w 10000"/>
              <a:gd name="connsiteY15-9314" fmla="*/ 5408 h 10076"/>
              <a:gd name="connsiteX16-9315" fmla="*/ 2784 w 10000"/>
              <a:gd name="connsiteY16-9316" fmla="*/ 5835 h 10076"/>
              <a:gd name="connsiteX17-9317" fmla="*/ 2619 w 10000"/>
              <a:gd name="connsiteY17-9318" fmla="*/ 6295 h 10076"/>
              <a:gd name="connsiteX18-9319" fmla="*/ 2438 w 10000"/>
              <a:gd name="connsiteY18-9320" fmla="*/ 6609 h 10076"/>
              <a:gd name="connsiteX19-9321" fmla="*/ 2273 w 10000"/>
              <a:gd name="connsiteY19-9322" fmla="*/ 6897 h 10076"/>
              <a:gd name="connsiteX20-9323" fmla="*/ 2092 w 10000"/>
              <a:gd name="connsiteY20-9324" fmla="*/ 7213 h 10076"/>
              <a:gd name="connsiteX21-9325" fmla="*/ 2010 w 10000"/>
              <a:gd name="connsiteY21-9326" fmla="*/ 7528 h 10076"/>
              <a:gd name="connsiteX22-9327" fmla="*/ 1911 w 10000"/>
              <a:gd name="connsiteY22-9328" fmla="*/ 7670 h 10076"/>
              <a:gd name="connsiteX23-9329" fmla="*/ 1829 w 10000"/>
              <a:gd name="connsiteY23-9330" fmla="*/ 7814 h 10076"/>
              <a:gd name="connsiteX24-9331" fmla="*/ 1746 w 10000"/>
              <a:gd name="connsiteY24-9332" fmla="*/ 7956 h 10076"/>
              <a:gd name="connsiteX25-9333" fmla="*/ 1746 w 10000"/>
              <a:gd name="connsiteY25-9334" fmla="*/ 8130 h 10076"/>
              <a:gd name="connsiteX26-9335" fmla="*/ 1746 w 10000"/>
              <a:gd name="connsiteY26-9336" fmla="*/ 8130 h 10076"/>
              <a:gd name="connsiteX27-9337" fmla="*/ 1829 w 10000"/>
              <a:gd name="connsiteY27-9338" fmla="*/ 8130 h 10076"/>
              <a:gd name="connsiteX28-9339" fmla="*/ 1911 w 10000"/>
              <a:gd name="connsiteY28-9340" fmla="*/ 8270 h 10076"/>
              <a:gd name="connsiteX29-9341" fmla="*/ 2010 w 10000"/>
              <a:gd name="connsiteY29-9342" fmla="*/ 8270 h 10076"/>
              <a:gd name="connsiteX30-9343" fmla="*/ 2175 w 10000"/>
              <a:gd name="connsiteY30-9344" fmla="*/ 8270 h 10076"/>
              <a:gd name="connsiteX31-9345" fmla="*/ 2273 w 10000"/>
              <a:gd name="connsiteY31-9346" fmla="*/ 8130 h 10076"/>
              <a:gd name="connsiteX32-9347" fmla="*/ 2356 w 10000"/>
              <a:gd name="connsiteY32-9348" fmla="*/ 8130 h 10076"/>
              <a:gd name="connsiteX33-9349" fmla="*/ 2521 w 10000"/>
              <a:gd name="connsiteY33-9350" fmla="*/ 8130 h 10076"/>
              <a:gd name="connsiteX34-9351" fmla="*/ 2702 w 10000"/>
              <a:gd name="connsiteY34-9352" fmla="*/ 8130 h 10076"/>
              <a:gd name="connsiteX35-9353" fmla="*/ 2883 w 10000"/>
              <a:gd name="connsiteY35-9354" fmla="*/ 7956 h 10076"/>
              <a:gd name="connsiteX36-9355" fmla="*/ 3048 w 10000"/>
              <a:gd name="connsiteY36-9356" fmla="*/ 7956 h 10076"/>
              <a:gd name="connsiteX37-9357" fmla="*/ 3311 w 10000"/>
              <a:gd name="connsiteY37-9358" fmla="*/ 7956 h 10076"/>
              <a:gd name="connsiteX38-9359" fmla="*/ 3575 w 10000"/>
              <a:gd name="connsiteY38-9360" fmla="*/ 7956 h 10076"/>
              <a:gd name="connsiteX39-9361" fmla="*/ 3921 w 10000"/>
              <a:gd name="connsiteY39-9362" fmla="*/ 7814 h 10076"/>
              <a:gd name="connsiteX40-9363" fmla="*/ 4267 w 10000"/>
              <a:gd name="connsiteY40-9364" fmla="*/ 7814 h 10076"/>
              <a:gd name="connsiteX41-9365" fmla="*/ 4613 w 10000"/>
              <a:gd name="connsiteY41-9366" fmla="*/ 7814 h 10076"/>
              <a:gd name="connsiteX42-9367" fmla="*/ 4959 w 10000"/>
              <a:gd name="connsiteY42-9368" fmla="*/ 7670 h 10076"/>
              <a:gd name="connsiteX43-9369" fmla="*/ 5387 w 10000"/>
              <a:gd name="connsiteY43-9370" fmla="*/ 7528 h 10076"/>
              <a:gd name="connsiteX44-9371" fmla="*/ 5832 w 10000"/>
              <a:gd name="connsiteY44-9372" fmla="*/ 7528 h 10076"/>
              <a:gd name="connsiteX45-9373" fmla="*/ 6343 w 10000"/>
              <a:gd name="connsiteY45-9374" fmla="*/ 7354 h 10076"/>
              <a:gd name="connsiteX46-9375" fmla="*/ 6787 w 10000"/>
              <a:gd name="connsiteY46-9376" fmla="*/ 7354 h 10076"/>
              <a:gd name="connsiteX47-9377" fmla="*/ 7298 w 10000"/>
              <a:gd name="connsiteY47-9378" fmla="*/ 7213 h 10076"/>
              <a:gd name="connsiteX48-9379" fmla="*/ 7743 w 10000"/>
              <a:gd name="connsiteY48-9380" fmla="*/ 7067 h 10076"/>
              <a:gd name="connsiteX49-9381" fmla="*/ 8171 w 10000"/>
              <a:gd name="connsiteY49-9382" fmla="*/ 7067 h 10076"/>
              <a:gd name="connsiteX50-9383" fmla="*/ 8435 w 10000"/>
              <a:gd name="connsiteY50-9384" fmla="*/ 6897 h 10076"/>
              <a:gd name="connsiteX51-9385" fmla="*/ 8699 w 10000"/>
              <a:gd name="connsiteY51-9386" fmla="*/ 6897 h 10076"/>
              <a:gd name="connsiteX52-9387" fmla="*/ 8962 w 10000"/>
              <a:gd name="connsiteY52-9388" fmla="*/ 6897 h 10076"/>
              <a:gd name="connsiteX53-9389" fmla="*/ 9127 w 10000"/>
              <a:gd name="connsiteY53-9390" fmla="*/ 6897 h 10076"/>
              <a:gd name="connsiteX54-9391" fmla="*/ 9226 w 10000"/>
              <a:gd name="connsiteY54-9392" fmla="*/ 6751 h 10076"/>
              <a:gd name="connsiteX55-9393" fmla="*/ 9390 w 10000"/>
              <a:gd name="connsiteY55-9394" fmla="*/ 6897 h 10076"/>
              <a:gd name="connsiteX56-9395" fmla="*/ 9473 w 10000"/>
              <a:gd name="connsiteY56-9396" fmla="*/ 6897 h 10076"/>
              <a:gd name="connsiteX57-9397" fmla="*/ 9654 w 10000"/>
              <a:gd name="connsiteY57-9398" fmla="*/ 7067 h 10076"/>
              <a:gd name="connsiteX58-9399" fmla="*/ 9736 w 10000"/>
              <a:gd name="connsiteY58-9400" fmla="*/ 7067 h 10076"/>
              <a:gd name="connsiteX59-9401" fmla="*/ 9918 w 10000"/>
              <a:gd name="connsiteY59-9402" fmla="*/ 7354 h 10076"/>
              <a:gd name="connsiteX60-9403" fmla="*/ 10000 w 10000"/>
              <a:gd name="connsiteY60-9404" fmla="*/ 7528 h 10076"/>
              <a:gd name="connsiteX61-9405" fmla="*/ 10000 w 10000"/>
              <a:gd name="connsiteY61-9406" fmla="*/ 7670 h 10076"/>
              <a:gd name="connsiteX62-9407" fmla="*/ 10000 w 10000"/>
              <a:gd name="connsiteY62-9408" fmla="*/ 7814 h 10076"/>
              <a:gd name="connsiteX63-9409" fmla="*/ 10000 w 10000"/>
              <a:gd name="connsiteY63-9410" fmla="*/ 7814 h 10076"/>
              <a:gd name="connsiteX64-9411" fmla="*/ 10000 w 10000"/>
              <a:gd name="connsiteY64-9412" fmla="*/ 7956 h 10076"/>
              <a:gd name="connsiteX65-9413" fmla="*/ 9918 w 10000"/>
              <a:gd name="connsiteY65-9414" fmla="*/ 7956 h 10076"/>
              <a:gd name="connsiteX66-9415" fmla="*/ 9819 w 10000"/>
              <a:gd name="connsiteY66-9416" fmla="*/ 7956 h 10076"/>
              <a:gd name="connsiteX67-9417" fmla="*/ 9736 w 10000"/>
              <a:gd name="connsiteY67-9418" fmla="*/ 8130 h 10076"/>
              <a:gd name="connsiteX68-9419" fmla="*/ 9572 w 10000"/>
              <a:gd name="connsiteY68-9420" fmla="*/ 8130 h 10076"/>
              <a:gd name="connsiteX69-9421" fmla="*/ 9390 w 10000"/>
              <a:gd name="connsiteY69-9422" fmla="*/ 8130 h 10076"/>
              <a:gd name="connsiteX70-9423" fmla="*/ 9127 w 10000"/>
              <a:gd name="connsiteY70-9424" fmla="*/ 8130 h 10076"/>
              <a:gd name="connsiteX71-9425" fmla="*/ 8863 w 10000"/>
              <a:gd name="connsiteY71-9426" fmla="*/ 8130 h 10076"/>
              <a:gd name="connsiteX72-9427" fmla="*/ 8616 w 10000"/>
              <a:gd name="connsiteY72-9428" fmla="*/ 8130 h 10076"/>
              <a:gd name="connsiteX73-9429" fmla="*/ 8353 w 10000"/>
              <a:gd name="connsiteY73-9430" fmla="*/ 8130 h 10076"/>
              <a:gd name="connsiteX74-9431" fmla="*/ 8007 w 10000"/>
              <a:gd name="connsiteY74-9432" fmla="*/ 8130 h 10076"/>
              <a:gd name="connsiteX75-9433" fmla="*/ 7661 w 10000"/>
              <a:gd name="connsiteY75-9434" fmla="*/ 8130 h 10076"/>
              <a:gd name="connsiteX76-9435" fmla="*/ 7298 w 10000"/>
              <a:gd name="connsiteY76-9436" fmla="*/ 8270 h 10076"/>
              <a:gd name="connsiteX77-9437" fmla="*/ 6870 w 10000"/>
              <a:gd name="connsiteY77-9438" fmla="*/ 8270 h 10076"/>
              <a:gd name="connsiteX78-9439" fmla="*/ 6442 w 10000"/>
              <a:gd name="connsiteY78-9440" fmla="*/ 8270 h 10076"/>
              <a:gd name="connsiteX79-9441" fmla="*/ 5651 w 10000"/>
              <a:gd name="connsiteY79-9442" fmla="*/ 8412 h 10076"/>
              <a:gd name="connsiteX80-9443" fmla="*/ 4876 w 10000"/>
              <a:gd name="connsiteY80-9444" fmla="*/ 8583 h 10076"/>
              <a:gd name="connsiteX81-9445" fmla="*/ 4185 w 10000"/>
              <a:gd name="connsiteY81-9446" fmla="*/ 8731 h 10076"/>
              <a:gd name="connsiteX82-9447" fmla="*/ 3476 w 10000"/>
              <a:gd name="connsiteY82-9448" fmla="*/ 8874 h 10076"/>
              <a:gd name="connsiteX83-9449" fmla="*/ 3130 w 10000"/>
              <a:gd name="connsiteY83-9450" fmla="*/ 8874 h 10076"/>
              <a:gd name="connsiteX84-9451" fmla="*/ 2883 w 10000"/>
              <a:gd name="connsiteY84-9452" fmla="*/ 9015 h 10076"/>
              <a:gd name="connsiteX85-9453" fmla="*/ 2521 w 10000"/>
              <a:gd name="connsiteY85-9454" fmla="*/ 9190 h 10076"/>
              <a:gd name="connsiteX86-9455" fmla="*/ 2273 w 10000"/>
              <a:gd name="connsiteY86-9456" fmla="*/ 9190 h 10076"/>
              <a:gd name="connsiteX87-9457" fmla="*/ 2092 w 10000"/>
              <a:gd name="connsiteY87-9458" fmla="*/ 9329 h 10076"/>
              <a:gd name="connsiteX88-9459" fmla="*/ 1829 w 10000"/>
              <a:gd name="connsiteY88-9460" fmla="*/ 9329 h 10076"/>
              <a:gd name="connsiteX89-9461" fmla="*/ 1664 w 10000"/>
              <a:gd name="connsiteY89-9462" fmla="*/ 9474 h 10076"/>
              <a:gd name="connsiteX90-9463" fmla="*/ 1400 w 10000"/>
              <a:gd name="connsiteY90-9464" fmla="*/ 9645 h 10076"/>
              <a:gd name="connsiteX91-9465" fmla="*/ 1219 w 10000"/>
              <a:gd name="connsiteY91-9466" fmla="*/ 9645 h 10076"/>
              <a:gd name="connsiteX92-9467" fmla="*/ 1137 w 10000"/>
              <a:gd name="connsiteY92-9468" fmla="*/ 9788 h 10076"/>
              <a:gd name="connsiteX93-9469" fmla="*/ 956 w 10000"/>
              <a:gd name="connsiteY93-9470" fmla="*/ 9788 h 10076"/>
              <a:gd name="connsiteX94-9471" fmla="*/ 873 w 10000"/>
              <a:gd name="connsiteY94-9472" fmla="*/ 9934 h 10076"/>
              <a:gd name="connsiteX95-9473" fmla="*/ 791 w 10000"/>
              <a:gd name="connsiteY95-9474" fmla="*/ 9934 h 10076"/>
              <a:gd name="connsiteX96-9475" fmla="*/ 708 w 10000"/>
              <a:gd name="connsiteY96-9476" fmla="*/ 9934 h 10076"/>
              <a:gd name="connsiteX97-9477" fmla="*/ 527 w 10000"/>
              <a:gd name="connsiteY97-9478" fmla="*/ 10076 h 10076"/>
              <a:gd name="connsiteX98-9479" fmla="*/ 445 w 10000"/>
              <a:gd name="connsiteY98-9480" fmla="*/ 9934 h 10076"/>
              <a:gd name="connsiteX99-9481" fmla="*/ 362 w 10000"/>
              <a:gd name="connsiteY99-9482" fmla="*/ 9934 h 10076"/>
              <a:gd name="connsiteX100-9483" fmla="*/ 264 w 10000"/>
              <a:gd name="connsiteY100-9484" fmla="*/ 9788 h 10076"/>
              <a:gd name="connsiteX101-9485" fmla="*/ 181 w 10000"/>
              <a:gd name="connsiteY101-9486" fmla="*/ 9474 h 10076"/>
              <a:gd name="connsiteX102-9487" fmla="*/ 99 w 10000"/>
              <a:gd name="connsiteY102-9488" fmla="*/ 9190 h 10076"/>
              <a:gd name="connsiteX103-9489" fmla="*/ 0 w 10000"/>
              <a:gd name="connsiteY103-9490" fmla="*/ 9015 h 10076"/>
              <a:gd name="connsiteX104-9491" fmla="*/ 0 w 10000"/>
              <a:gd name="connsiteY104-9492" fmla="*/ 8874 h 10076"/>
              <a:gd name="connsiteX105-9493" fmla="*/ 0 w 10000"/>
              <a:gd name="connsiteY105-9494" fmla="*/ 8731 h 10076"/>
              <a:gd name="connsiteX106-9495" fmla="*/ 0 w 10000"/>
              <a:gd name="connsiteY106-9496" fmla="*/ 8731 h 10076"/>
              <a:gd name="connsiteX107-9497" fmla="*/ 99 w 10000"/>
              <a:gd name="connsiteY107-9498" fmla="*/ 8583 h 10076"/>
              <a:gd name="connsiteX108-9499" fmla="*/ 181 w 10000"/>
              <a:gd name="connsiteY108-9500" fmla="*/ 8412 h 10076"/>
              <a:gd name="connsiteX109-9501" fmla="*/ 362 w 10000"/>
              <a:gd name="connsiteY109-9502" fmla="*/ 8270 h 10076"/>
              <a:gd name="connsiteX110-9503" fmla="*/ 527 w 10000"/>
              <a:gd name="connsiteY110-9504" fmla="*/ 8130 h 10076"/>
              <a:gd name="connsiteX111-9505" fmla="*/ 610 w 10000"/>
              <a:gd name="connsiteY111-9506" fmla="*/ 7956 h 10076"/>
              <a:gd name="connsiteX112-9507" fmla="*/ 708 w 10000"/>
              <a:gd name="connsiteY112-9508" fmla="*/ 7814 h 10076"/>
              <a:gd name="connsiteX113-9509" fmla="*/ 873 w 10000"/>
              <a:gd name="connsiteY113-9510" fmla="*/ 7670 h 10076"/>
              <a:gd name="connsiteX114-9511" fmla="*/ 1054 w 10000"/>
              <a:gd name="connsiteY114-9512" fmla="*/ 7354 h 10076"/>
              <a:gd name="connsiteX115-9513" fmla="*/ 1137 w 10000"/>
              <a:gd name="connsiteY115-9514" fmla="*/ 7213 h 10076"/>
              <a:gd name="connsiteX116-9515" fmla="*/ 1318 w 10000"/>
              <a:gd name="connsiteY116-9516" fmla="*/ 6897 h 10076"/>
              <a:gd name="connsiteX117-9517" fmla="*/ 1483 w 10000"/>
              <a:gd name="connsiteY117-9518" fmla="*/ 6609 h 10076"/>
              <a:gd name="connsiteX118-9519" fmla="*/ 1483 w 10000"/>
              <a:gd name="connsiteY118-9520" fmla="*/ 6609 h 10076"/>
              <a:gd name="connsiteX0-9521" fmla="*/ 1483 w 10000"/>
              <a:gd name="connsiteY0-9522" fmla="*/ 4840 h 8307"/>
              <a:gd name="connsiteX1-9523" fmla="*/ 1664 w 10000"/>
              <a:gd name="connsiteY1-9524" fmla="*/ 4382 h 8307"/>
              <a:gd name="connsiteX2-9525" fmla="*/ 1911 w 10000"/>
              <a:gd name="connsiteY2-9526" fmla="*/ 3925 h 8307"/>
              <a:gd name="connsiteX3-9527" fmla="*/ 2092 w 10000"/>
              <a:gd name="connsiteY3-9528" fmla="*/ 3465 h 8307"/>
              <a:gd name="connsiteX4-9529" fmla="*/ 2356 w 10000"/>
              <a:gd name="connsiteY4-9530" fmla="*/ 2865 h 8307"/>
              <a:gd name="connsiteX5-9531" fmla="*/ 2619 w 10000"/>
              <a:gd name="connsiteY5-9532" fmla="*/ 2119 h 8307"/>
              <a:gd name="connsiteX6-9533" fmla="*/ 2883 w 10000"/>
              <a:gd name="connsiteY6-9534" fmla="*/ 1344 h 8307"/>
              <a:gd name="connsiteX7-9535" fmla="*/ 3130 w 10000"/>
              <a:gd name="connsiteY7-9536" fmla="*/ 457 h 8307"/>
              <a:gd name="connsiteX8-9537" fmla="*/ 4530 w 10000"/>
              <a:gd name="connsiteY8-9538" fmla="*/ 0 h 8307"/>
              <a:gd name="connsiteX9-9539" fmla="*/ 4267 w 10000"/>
              <a:gd name="connsiteY9-9540" fmla="*/ 598 h 8307"/>
              <a:gd name="connsiteX10-9541" fmla="*/ 3921 w 10000"/>
              <a:gd name="connsiteY10-9542" fmla="*/ 1344 h 8307"/>
              <a:gd name="connsiteX11-9543" fmla="*/ 3657 w 10000"/>
              <a:gd name="connsiteY11-9544" fmla="*/ 1946 h 8307"/>
              <a:gd name="connsiteX12-9545" fmla="*/ 3476 w 10000"/>
              <a:gd name="connsiteY12-9546" fmla="*/ 2576 h 8307"/>
              <a:gd name="connsiteX13-9547" fmla="*/ 3229 w 10000"/>
              <a:gd name="connsiteY13-9548" fmla="*/ 3178 h 8307"/>
              <a:gd name="connsiteX14-9549" fmla="*/ 2965 w 10000"/>
              <a:gd name="connsiteY14-9550" fmla="*/ 3639 h 8307"/>
              <a:gd name="connsiteX15-9551" fmla="*/ 2784 w 10000"/>
              <a:gd name="connsiteY15-9552" fmla="*/ 4066 h 8307"/>
              <a:gd name="connsiteX16-9553" fmla="*/ 2619 w 10000"/>
              <a:gd name="connsiteY16-9554" fmla="*/ 4526 h 8307"/>
              <a:gd name="connsiteX17-9555" fmla="*/ 2438 w 10000"/>
              <a:gd name="connsiteY17-9556" fmla="*/ 4840 h 8307"/>
              <a:gd name="connsiteX18-9557" fmla="*/ 2273 w 10000"/>
              <a:gd name="connsiteY18-9558" fmla="*/ 5128 h 8307"/>
              <a:gd name="connsiteX19-9559" fmla="*/ 2092 w 10000"/>
              <a:gd name="connsiteY19-9560" fmla="*/ 5444 h 8307"/>
              <a:gd name="connsiteX20-9561" fmla="*/ 2010 w 10000"/>
              <a:gd name="connsiteY20-9562" fmla="*/ 5759 h 8307"/>
              <a:gd name="connsiteX21-9563" fmla="*/ 1911 w 10000"/>
              <a:gd name="connsiteY21-9564" fmla="*/ 5901 h 8307"/>
              <a:gd name="connsiteX22-9565" fmla="*/ 1829 w 10000"/>
              <a:gd name="connsiteY22-9566" fmla="*/ 6045 h 8307"/>
              <a:gd name="connsiteX23-9567" fmla="*/ 1746 w 10000"/>
              <a:gd name="connsiteY23-9568" fmla="*/ 6187 h 8307"/>
              <a:gd name="connsiteX24-9569" fmla="*/ 1746 w 10000"/>
              <a:gd name="connsiteY24-9570" fmla="*/ 6361 h 8307"/>
              <a:gd name="connsiteX25-9571" fmla="*/ 1746 w 10000"/>
              <a:gd name="connsiteY25-9572" fmla="*/ 6361 h 8307"/>
              <a:gd name="connsiteX26-9573" fmla="*/ 1829 w 10000"/>
              <a:gd name="connsiteY26-9574" fmla="*/ 6361 h 8307"/>
              <a:gd name="connsiteX27-9575" fmla="*/ 1911 w 10000"/>
              <a:gd name="connsiteY27-9576" fmla="*/ 6501 h 8307"/>
              <a:gd name="connsiteX28-9577" fmla="*/ 2010 w 10000"/>
              <a:gd name="connsiteY28-9578" fmla="*/ 6501 h 8307"/>
              <a:gd name="connsiteX29-9579" fmla="*/ 2175 w 10000"/>
              <a:gd name="connsiteY29-9580" fmla="*/ 6501 h 8307"/>
              <a:gd name="connsiteX30-9581" fmla="*/ 2273 w 10000"/>
              <a:gd name="connsiteY30-9582" fmla="*/ 6361 h 8307"/>
              <a:gd name="connsiteX31-9583" fmla="*/ 2356 w 10000"/>
              <a:gd name="connsiteY31-9584" fmla="*/ 6361 h 8307"/>
              <a:gd name="connsiteX32-9585" fmla="*/ 2521 w 10000"/>
              <a:gd name="connsiteY32-9586" fmla="*/ 6361 h 8307"/>
              <a:gd name="connsiteX33-9587" fmla="*/ 2702 w 10000"/>
              <a:gd name="connsiteY33-9588" fmla="*/ 6361 h 8307"/>
              <a:gd name="connsiteX34-9589" fmla="*/ 2883 w 10000"/>
              <a:gd name="connsiteY34-9590" fmla="*/ 6187 h 8307"/>
              <a:gd name="connsiteX35-9591" fmla="*/ 3048 w 10000"/>
              <a:gd name="connsiteY35-9592" fmla="*/ 6187 h 8307"/>
              <a:gd name="connsiteX36-9593" fmla="*/ 3311 w 10000"/>
              <a:gd name="connsiteY36-9594" fmla="*/ 6187 h 8307"/>
              <a:gd name="connsiteX37-9595" fmla="*/ 3575 w 10000"/>
              <a:gd name="connsiteY37-9596" fmla="*/ 6187 h 8307"/>
              <a:gd name="connsiteX38-9597" fmla="*/ 3921 w 10000"/>
              <a:gd name="connsiteY38-9598" fmla="*/ 6045 h 8307"/>
              <a:gd name="connsiteX39-9599" fmla="*/ 4267 w 10000"/>
              <a:gd name="connsiteY39-9600" fmla="*/ 6045 h 8307"/>
              <a:gd name="connsiteX40-9601" fmla="*/ 4613 w 10000"/>
              <a:gd name="connsiteY40-9602" fmla="*/ 6045 h 8307"/>
              <a:gd name="connsiteX41-9603" fmla="*/ 4959 w 10000"/>
              <a:gd name="connsiteY41-9604" fmla="*/ 5901 h 8307"/>
              <a:gd name="connsiteX42-9605" fmla="*/ 5387 w 10000"/>
              <a:gd name="connsiteY42-9606" fmla="*/ 5759 h 8307"/>
              <a:gd name="connsiteX43-9607" fmla="*/ 5832 w 10000"/>
              <a:gd name="connsiteY43-9608" fmla="*/ 5759 h 8307"/>
              <a:gd name="connsiteX44-9609" fmla="*/ 6343 w 10000"/>
              <a:gd name="connsiteY44-9610" fmla="*/ 5585 h 8307"/>
              <a:gd name="connsiteX45-9611" fmla="*/ 6787 w 10000"/>
              <a:gd name="connsiteY45-9612" fmla="*/ 5585 h 8307"/>
              <a:gd name="connsiteX46-9613" fmla="*/ 7298 w 10000"/>
              <a:gd name="connsiteY46-9614" fmla="*/ 5444 h 8307"/>
              <a:gd name="connsiteX47-9615" fmla="*/ 7743 w 10000"/>
              <a:gd name="connsiteY47-9616" fmla="*/ 5298 h 8307"/>
              <a:gd name="connsiteX48-9617" fmla="*/ 8171 w 10000"/>
              <a:gd name="connsiteY48-9618" fmla="*/ 5298 h 8307"/>
              <a:gd name="connsiteX49-9619" fmla="*/ 8435 w 10000"/>
              <a:gd name="connsiteY49-9620" fmla="*/ 5128 h 8307"/>
              <a:gd name="connsiteX50-9621" fmla="*/ 8699 w 10000"/>
              <a:gd name="connsiteY50-9622" fmla="*/ 5128 h 8307"/>
              <a:gd name="connsiteX51-9623" fmla="*/ 8962 w 10000"/>
              <a:gd name="connsiteY51-9624" fmla="*/ 5128 h 8307"/>
              <a:gd name="connsiteX52-9625" fmla="*/ 9127 w 10000"/>
              <a:gd name="connsiteY52-9626" fmla="*/ 5128 h 8307"/>
              <a:gd name="connsiteX53-9627" fmla="*/ 9226 w 10000"/>
              <a:gd name="connsiteY53-9628" fmla="*/ 4982 h 8307"/>
              <a:gd name="connsiteX54-9629" fmla="*/ 9390 w 10000"/>
              <a:gd name="connsiteY54-9630" fmla="*/ 5128 h 8307"/>
              <a:gd name="connsiteX55-9631" fmla="*/ 9473 w 10000"/>
              <a:gd name="connsiteY55-9632" fmla="*/ 5128 h 8307"/>
              <a:gd name="connsiteX56-9633" fmla="*/ 9654 w 10000"/>
              <a:gd name="connsiteY56-9634" fmla="*/ 5298 h 8307"/>
              <a:gd name="connsiteX57-9635" fmla="*/ 9736 w 10000"/>
              <a:gd name="connsiteY57-9636" fmla="*/ 5298 h 8307"/>
              <a:gd name="connsiteX58-9637" fmla="*/ 9918 w 10000"/>
              <a:gd name="connsiteY58-9638" fmla="*/ 5585 h 8307"/>
              <a:gd name="connsiteX59-9639" fmla="*/ 10000 w 10000"/>
              <a:gd name="connsiteY59-9640" fmla="*/ 5759 h 8307"/>
              <a:gd name="connsiteX60-9641" fmla="*/ 10000 w 10000"/>
              <a:gd name="connsiteY60-9642" fmla="*/ 5901 h 8307"/>
              <a:gd name="connsiteX61-9643" fmla="*/ 10000 w 10000"/>
              <a:gd name="connsiteY61-9644" fmla="*/ 6045 h 8307"/>
              <a:gd name="connsiteX62-9645" fmla="*/ 10000 w 10000"/>
              <a:gd name="connsiteY62-9646" fmla="*/ 6045 h 8307"/>
              <a:gd name="connsiteX63-9647" fmla="*/ 10000 w 10000"/>
              <a:gd name="connsiteY63-9648" fmla="*/ 6187 h 8307"/>
              <a:gd name="connsiteX64-9649" fmla="*/ 9918 w 10000"/>
              <a:gd name="connsiteY64-9650" fmla="*/ 6187 h 8307"/>
              <a:gd name="connsiteX65-9651" fmla="*/ 9819 w 10000"/>
              <a:gd name="connsiteY65-9652" fmla="*/ 6187 h 8307"/>
              <a:gd name="connsiteX66-9653" fmla="*/ 9736 w 10000"/>
              <a:gd name="connsiteY66-9654" fmla="*/ 6361 h 8307"/>
              <a:gd name="connsiteX67-9655" fmla="*/ 9572 w 10000"/>
              <a:gd name="connsiteY67-9656" fmla="*/ 6361 h 8307"/>
              <a:gd name="connsiteX68-9657" fmla="*/ 9390 w 10000"/>
              <a:gd name="connsiteY68-9658" fmla="*/ 6361 h 8307"/>
              <a:gd name="connsiteX69-9659" fmla="*/ 9127 w 10000"/>
              <a:gd name="connsiteY69-9660" fmla="*/ 6361 h 8307"/>
              <a:gd name="connsiteX70-9661" fmla="*/ 8863 w 10000"/>
              <a:gd name="connsiteY70-9662" fmla="*/ 6361 h 8307"/>
              <a:gd name="connsiteX71-9663" fmla="*/ 8616 w 10000"/>
              <a:gd name="connsiteY71-9664" fmla="*/ 6361 h 8307"/>
              <a:gd name="connsiteX72-9665" fmla="*/ 8353 w 10000"/>
              <a:gd name="connsiteY72-9666" fmla="*/ 6361 h 8307"/>
              <a:gd name="connsiteX73-9667" fmla="*/ 8007 w 10000"/>
              <a:gd name="connsiteY73-9668" fmla="*/ 6361 h 8307"/>
              <a:gd name="connsiteX74-9669" fmla="*/ 7661 w 10000"/>
              <a:gd name="connsiteY74-9670" fmla="*/ 6361 h 8307"/>
              <a:gd name="connsiteX75-9671" fmla="*/ 7298 w 10000"/>
              <a:gd name="connsiteY75-9672" fmla="*/ 6501 h 8307"/>
              <a:gd name="connsiteX76-9673" fmla="*/ 6870 w 10000"/>
              <a:gd name="connsiteY76-9674" fmla="*/ 6501 h 8307"/>
              <a:gd name="connsiteX77-9675" fmla="*/ 6442 w 10000"/>
              <a:gd name="connsiteY77-9676" fmla="*/ 6501 h 8307"/>
              <a:gd name="connsiteX78-9677" fmla="*/ 5651 w 10000"/>
              <a:gd name="connsiteY78-9678" fmla="*/ 6643 h 8307"/>
              <a:gd name="connsiteX79-9679" fmla="*/ 4876 w 10000"/>
              <a:gd name="connsiteY79-9680" fmla="*/ 6814 h 8307"/>
              <a:gd name="connsiteX80-9681" fmla="*/ 4185 w 10000"/>
              <a:gd name="connsiteY80-9682" fmla="*/ 6962 h 8307"/>
              <a:gd name="connsiteX81-9683" fmla="*/ 3476 w 10000"/>
              <a:gd name="connsiteY81-9684" fmla="*/ 7105 h 8307"/>
              <a:gd name="connsiteX82-9685" fmla="*/ 3130 w 10000"/>
              <a:gd name="connsiteY82-9686" fmla="*/ 7105 h 8307"/>
              <a:gd name="connsiteX83-9687" fmla="*/ 2883 w 10000"/>
              <a:gd name="connsiteY83-9688" fmla="*/ 7246 h 8307"/>
              <a:gd name="connsiteX84-9689" fmla="*/ 2521 w 10000"/>
              <a:gd name="connsiteY84-9690" fmla="*/ 7421 h 8307"/>
              <a:gd name="connsiteX85-9691" fmla="*/ 2273 w 10000"/>
              <a:gd name="connsiteY85-9692" fmla="*/ 7421 h 8307"/>
              <a:gd name="connsiteX86-9693" fmla="*/ 2092 w 10000"/>
              <a:gd name="connsiteY86-9694" fmla="*/ 7560 h 8307"/>
              <a:gd name="connsiteX87-9695" fmla="*/ 1829 w 10000"/>
              <a:gd name="connsiteY87-9696" fmla="*/ 7560 h 8307"/>
              <a:gd name="connsiteX88-9697" fmla="*/ 1664 w 10000"/>
              <a:gd name="connsiteY88-9698" fmla="*/ 7705 h 8307"/>
              <a:gd name="connsiteX89-9699" fmla="*/ 1400 w 10000"/>
              <a:gd name="connsiteY89-9700" fmla="*/ 7876 h 8307"/>
              <a:gd name="connsiteX90-9701" fmla="*/ 1219 w 10000"/>
              <a:gd name="connsiteY90-9702" fmla="*/ 7876 h 8307"/>
              <a:gd name="connsiteX91-9703" fmla="*/ 1137 w 10000"/>
              <a:gd name="connsiteY91-9704" fmla="*/ 8019 h 8307"/>
              <a:gd name="connsiteX92-9705" fmla="*/ 956 w 10000"/>
              <a:gd name="connsiteY92-9706" fmla="*/ 8019 h 8307"/>
              <a:gd name="connsiteX93-9707" fmla="*/ 873 w 10000"/>
              <a:gd name="connsiteY93-9708" fmla="*/ 8165 h 8307"/>
              <a:gd name="connsiteX94-9709" fmla="*/ 791 w 10000"/>
              <a:gd name="connsiteY94-9710" fmla="*/ 8165 h 8307"/>
              <a:gd name="connsiteX95-9711" fmla="*/ 708 w 10000"/>
              <a:gd name="connsiteY95-9712" fmla="*/ 8165 h 8307"/>
              <a:gd name="connsiteX96-9713" fmla="*/ 527 w 10000"/>
              <a:gd name="connsiteY96-9714" fmla="*/ 8307 h 8307"/>
              <a:gd name="connsiteX97-9715" fmla="*/ 445 w 10000"/>
              <a:gd name="connsiteY97-9716" fmla="*/ 8165 h 8307"/>
              <a:gd name="connsiteX98-9717" fmla="*/ 362 w 10000"/>
              <a:gd name="connsiteY98-9718" fmla="*/ 8165 h 8307"/>
              <a:gd name="connsiteX99-9719" fmla="*/ 264 w 10000"/>
              <a:gd name="connsiteY99-9720" fmla="*/ 8019 h 8307"/>
              <a:gd name="connsiteX100-9721" fmla="*/ 181 w 10000"/>
              <a:gd name="connsiteY100-9722" fmla="*/ 7705 h 8307"/>
              <a:gd name="connsiteX101-9723" fmla="*/ 99 w 10000"/>
              <a:gd name="connsiteY101-9724" fmla="*/ 7421 h 8307"/>
              <a:gd name="connsiteX102-9725" fmla="*/ 0 w 10000"/>
              <a:gd name="connsiteY102-9726" fmla="*/ 7246 h 8307"/>
              <a:gd name="connsiteX103-9727" fmla="*/ 0 w 10000"/>
              <a:gd name="connsiteY103-9728" fmla="*/ 7105 h 8307"/>
              <a:gd name="connsiteX104-9729" fmla="*/ 0 w 10000"/>
              <a:gd name="connsiteY104-9730" fmla="*/ 6962 h 8307"/>
              <a:gd name="connsiteX105-9731" fmla="*/ 0 w 10000"/>
              <a:gd name="connsiteY105-9732" fmla="*/ 6962 h 8307"/>
              <a:gd name="connsiteX106-9733" fmla="*/ 99 w 10000"/>
              <a:gd name="connsiteY106-9734" fmla="*/ 6814 h 8307"/>
              <a:gd name="connsiteX107-9735" fmla="*/ 181 w 10000"/>
              <a:gd name="connsiteY107-9736" fmla="*/ 6643 h 8307"/>
              <a:gd name="connsiteX108-9737" fmla="*/ 362 w 10000"/>
              <a:gd name="connsiteY108-9738" fmla="*/ 6501 h 8307"/>
              <a:gd name="connsiteX109-9739" fmla="*/ 527 w 10000"/>
              <a:gd name="connsiteY109-9740" fmla="*/ 6361 h 8307"/>
              <a:gd name="connsiteX110-9741" fmla="*/ 610 w 10000"/>
              <a:gd name="connsiteY110-9742" fmla="*/ 6187 h 8307"/>
              <a:gd name="connsiteX111-9743" fmla="*/ 708 w 10000"/>
              <a:gd name="connsiteY111-9744" fmla="*/ 6045 h 8307"/>
              <a:gd name="connsiteX112-9745" fmla="*/ 873 w 10000"/>
              <a:gd name="connsiteY112-9746" fmla="*/ 5901 h 8307"/>
              <a:gd name="connsiteX113-9747" fmla="*/ 1054 w 10000"/>
              <a:gd name="connsiteY113-9748" fmla="*/ 5585 h 8307"/>
              <a:gd name="connsiteX114-9749" fmla="*/ 1137 w 10000"/>
              <a:gd name="connsiteY114-9750" fmla="*/ 5444 h 8307"/>
              <a:gd name="connsiteX115-9751" fmla="*/ 1318 w 10000"/>
              <a:gd name="connsiteY115-9752" fmla="*/ 5128 h 8307"/>
              <a:gd name="connsiteX116-9753" fmla="*/ 1483 w 10000"/>
              <a:gd name="connsiteY116-9754" fmla="*/ 4840 h 8307"/>
              <a:gd name="connsiteX117-9755" fmla="*/ 1483 w 10000"/>
              <a:gd name="connsiteY117-9756" fmla="*/ 4840 h 8307"/>
              <a:gd name="connsiteX0-9757" fmla="*/ 1483 w 10000"/>
              <a:gd name="connsiteY0-9758" fmla="*/ 5276 h 9450"/>
              <a:gd name="connsiteX1-9759" fmla="*/ 1664 w 10000"/>
              <a:gd name="connsiteY1-9760" fmla="*/ 4725 h 9450"/>
              <a:gd name="connsiteX2-9761" fmla="*/ 1911 w 10000"/>
              <a:gd name="connsiteY2-9762" fmla="*/ 4175 h 9450"/>
              <a:gd name="connsiteX3-9763" fmla="*/ 2092 w 10000"/>
              <a:gd name="connsiteY3-9764" fmla="*/ 3621 h 9450"/>
              <a:gd name="connsiteX4-9765" fmla="*/ 2356 w 10000"/>
              <a:gd name="connsiteY4-9766" fmla="*/ 2899 h 9450"/>
              <a:gd name="connsiteX5-9767" fmla="*/ 2619 w 10000"/>
              <a:gd name="connsiteY5-9768" fmla="*/ 2001 h 9450"/>
              <a:gd name="connsiteX6-9769" fmla="*/ 2883 w 10000"/>
              <a:gd name="connsiteY6-9770" fmla="*/ 1068 h 9450"/>
              <a:gd name="connsiteX7-9771" fmla="*/ 3130 w 10000"/>
              <a:gd name="connsiteY7-9772" fmla="*/ 0 h 9450"/>
              <a:gd name="connsiteX8-9773" fmla="*/ 4267 w 10000"/>
              <a:gd name="connsiteY8-9774" fmla="*/ 170 h 9450"/>
              <a:gd name="connsiteX9-9775" fmla="*/ 3921 w 10000"/>
              <a:gd name="connsiteY9-9776" fmla="*/ 1068 h 9450"/>
              <a:gd name="connsiteX10-9777" fmla="*/ 3657 w 10000"/>
              <a:gd name="connsiteY10-9778" fmla="*/ 1793 h 9450"/>
              <a:gd name="connsiteX11-9779" fmla="*/ 3476 w 10000"/>
              <a:gd name="connsiteY11-9780" fmla="*/ 2551 h 9450"/>
              <a:gd name="connsiteX12-9781" fmla="*/ 3229 w 10000"/>
              <a:gd name="connsiteY12-9782" fmla="*/ 3276 h 9450"/>
              <a:gd name="connsiteX13-9783" fmla="*/ 2965 w 10000"/>
              <a:gd name="connsiteY13-9784" fmla="*/ 3831 h 9450"/>
              <a:gd name="connsiteX14-9785" fmla="*/ 2784 w 10000"/>
              <a:gd name="connsiteY14-9786" fmla="*/ 4345 h 9450"/>
              <a:gd name="connsiteX15-9787" fmla="*/ 2619 w 10000"/>
              <a:gd name="connsiteY15-9788" fmla="*/ 4898 h 9450"/>
              <a:gd name="connsiteX16-9789" fmla="*/ 2438 w 10000"/>
              <a:gd name="connsiteY16-9790" fmla="*/ 5276 h 9450"/>
              <a:gd name="connsiteX17-9791" fmla="*/ 2273 w 10000"/>
              <a:gd name="connsiteY17-9792" fmla="*/ 5623 h 9450"/>
              <a:gd name="connsiteX18-9793" fmla="*/ 2092 w 10000"/>
              <a:gd name="connsiteY18-9794" fmla="*/ 6004 h 9450"/>
              <a:gd name="connsiteX19-9795" fmla="*/ 2010 w 10000"/>
              <a:gd name="connsiteY19-9796" fmla="*/ 6383 h 9450"/>
              <a:gd name="connsiteX20-9797" fmla="*/ 1911 w 10000"/>
              <a:gd name="connsiteY20-9798" fmla="*/ 6554 h 9450"/>
              <a:gd name="connsiteX21-9799" fmla="*/ 1829 w 10000"/>
              <a:gd name="connsiteY21-9800" fmla="*/ 6727 h 9450"/>
              <a:gd name="connsiteX22-9801" fmla="*/ 1746 w 10000"/>
              <a:gd name="connsiteY22-9802" fmla="*/ 6898 h 9450"/>
              <a:gd name="connsiteX23-9803" fmla="*/ 1746 w 10000"/>
              <a:gd name="connsiteY23-9804" fmla="*/ 7107 h 9450"/>
              <a:gd name="connsiteX24-9805" fmla="*/ 1746 w 10000"/>
              <a:gd name="connsiteY24-9806" fmla="*/ 7107 h 9450"/>
              <a:gd name="connsiteX25-9807" fmla="*/ 1829 w 10000"/>
              <a:gd name="connsiteY25-9808" fmla="*/ 7107 h 9450"/>
              <a:gd name="connsiteX26-9809" fmla="*/ 1911 w 10000"/>
              <a:gd name="connsiteY26-9810" fmla="*/ 7276 h 9450"/>
              <a:gd name="connsiteX27-9811" fmla="*/ 2010 w 10000"/>
              <a:gd name="connsiteY27-9812" fmla="*/ 7276 h 9450"/>
              <a:gd name="connsiteX28-9813" fmla="*/ 2175 w 10000"/>
              <a:gd name="connsiteY28-9814" fmla="*/ 7276 h 9450"/>
              <a:gd name="connsiteX29-9815" fmla="*/ 2273 w 10000"/>
              <a:gd name="connsiteY29-9816" fmla="*/ 7107 h 9450"/>
              <a:gd name="connsiteX30-9817" fmla="*/ 2356 w 10000"/>
              <a:gd name="connsiteY30-9818" fmla="*/ 7107 h 9450"/>
              <a:gd name="connsiteX31-9819" fmla="*/ 2521 w 10000"/>
              <a:gd name="connsiteY31-9820" fmla="*/ 7107 h 9450"/>
              <a:gd name="connsiteX32-9821" fmla="*/ 2702 w 10000"/>
              <a:gd name="connsiteY32-9822" fmla="*/ 7107 h 9450"/>
              <a:gd name="connsiteX33-9823" fmla="*/ 2883 w 10000"/>
              <a:gd name="connsiteY33-9824" fmla="*/ 6898 h 9450"/>
              <a:gd name="connsiteX34-9825" fmla="*/ 3048 w 10000"/>
              <a:gd name="connsiteY34-9826" fmla="*/ 6898 h 9450"/>
              <a:gd name="connsiteX35-9827" fmla="*/ 3311 w 10000"/>
              <a:gd name="connsiteY35-9828" fmla="*/ 6898 h 9450"/>
              <a:gd name="connsiteX36-9829" fmla="*/ 3575 w 10000"/>
              <a:gd name="connsiteY36-9830" fmla="*/ 6898 h 9450"/>
              <a:gd name="connsiteX37-9831" fmla="*/ 3921 w 10000"/>
              <a:gd name="connsiteY37-9832" fmla="*/ 6727 h 9450"/>
              <a:gd name="connsiteX38-9833" fmla="*/ 4267 w 10000"/>
              <a:gd name="connsiteY38-9834" fmla="*/ 6727 h 9450"/>
              <a:gd name="connsiteX39-9835" fmla="*/ 4613 w 10000"/>
              <a:gd name="connsiteY39-9836" fmla="*/ 6727 h 9450"/>
              <a:gd name="connsiteX40-9837" fmla="*/ 4959 w 10000"/>
              <a:gd name="connsiteY40-9838" fmla="*/ 6554 h 9450"/>
              <a:gd name="connsiteX41-9839" fmla="*/ 5387 w 10000"/>
              <a:gd name="connsiteY41-9840" fmla="*/ 6383 h 9450"/>
              <a:gd name="connsiteX42-9841" fmla="*/ 5832 w 10000"/>
              <a:gd name="connsiteY42-9842" fmla="*/ 6383 h 9450"/>
              <a:gd name="connsiteX43-9843" fmla="*/ 6343 w 10000"/>
              <a:gd name="connsiteY43-9844" fmla="*/ 6173 h 9450"/>
              <a:gd name="connsiteX44-9845" fmla="*/ 6787 w 10000"/>
              <a:gd name="connsiteY44-9846" fmla="*/ 6173 h 9450"/>
              <a:gd name="connsiteX45-9847" fmla="*/ 7298 w 10000"/>
              <a:gd name="connsiteY45-9848" fmla="*/ 6004 h 9450"/>
              <a:gd name="connsiteX46-9849" fmla="*/ 7743 w 10000"/>
              <a:gd name="connsiteY46-9850" fmla="*/ 5828 h 9450"/>
              <a:gd name="connsiteX47-9851" fmla="*/ 8171 w 10000"/>
              <a:gd name="connsiteY47-9852" fmla="*/ 5828 h 9450"/>
              <a:gd name="connsiteX48-9853" fmla="*/ 8435 w 10000"/>
              <a:gd name="connsiteY48-9854" fmla="*/ 5623 h 9450"/>
              <a:gd name="connsiteX49-9855" fmla="*/ 8699 w 10000"/>
              <a:gd name="connsiteY49-9856" fmla="*/ 5623 h 9450"/>
              <a:gd name="connsiteX50-9857" fmla="*/ 8962 w 10000"/>
              <a:gd name="connsiteY50-9858" fmla="*/ 5623 h 9450"/>
              <a:gd name="connsiteX51-9859" fmla="*/ 9127 w 10000"/>
              <a:gd name="connsiteY51-9860" fmla="*/ 5623 h 9450"/>
              <a:gd name="connsiteX52-9861" fmla="*/ 9226 w 10000"/>
              <a:gd name="connsiteY52-9862" fmla="*/ 5447 h 9450"/>
              <a:gd name="connsiteX53-9863" fmla="*/ 9390 w 10000"/>
              <a:gd name="connsiteY53-9864" fmla="*/ 5623 h 9450"/>
              <a:gd name="connsiteX54-9865" fmla="*/ 9473 w 10000"/>
              <a:gd name="connsiteY54-9866" fmla="*/ 5623 h 9450"/>
              <a:gd name="connsiteX55-9867" fmla="*/ 9654 w 10000"/>
              <a:gd name="connsiteY55-9868" fmla="*/ 5828 h 9450"/>
              <a:gd name="connsiteX56-9869" fmla="*/ 9736 w 10000"/>
              <a:gd name="connsiteY56-9870" fmla="*/ 5828 h 9450"/>
              <a:gd name="connsiteX57-9871" fmla="*/ 9918 w 10000"/>
              <a:gd name="connsiteY57-9872" fmla="*/ 6173 h 9450"/>
              <a:gd name="connsiteX58-9873" fmla="*/ 10000 w 10000"/>
              <a:gd name="connsiteY58-9874" fmla="*/ 6383 h 9450"/>
              <a:gd name="connsiteX59-9875" fmla="*/ 10000 w 10000"/>
              <a:gd name="connsiteY59-9876" fmla="*/ 6554 h 9450"/>
              <a:gd name="connsiteX60-9877" fmla="*/ 10000 w 10000"/>
              <a:gd name="connsiteY60-9878" fmla="*/ 6727 h 9450"/>
              <a:gd name="connsiteX61-9879" fmla="*/ 10000 w 10000"/>
              <a:gd name="connsiteY61-9880" fmla="*/ 6727 h 9450"/>
              <a:gd name="connsiteX62-9881" fmla="*/ 10000 w 10000"/>
              <a:gd name="connsiteY62-9882" fmla="*/ 6898 h 9450"/>
              <a:gd name="connsiteX63-9883" fmla="*/ 9918 w 10000"/>
              <a:gd name="connsiteY63-9884" fmla="*/ 6898 h 9450"/>
              <a:gd name="connsiteX64-9885" fmla="*/ 9819 w 10000"/>
              <a:gd name="connsiteY64-9886" fmla="*/ 6898 h 9450"/>
              <a:gd name="connsiteX65-9887" fmla="*/ 9736 w 10000"/>
              <a:gd name="connsiteY65-9888" fmla="*/ 7107 h 9450"/>
              <a:gd name="connsiteX66-9889" fmla="*/ 9572 w 10000"/>
              <a:gd name="connsiteY66-9890" fmla="*/ 7107 h 9450"/>
              <a:gd name="connsiteX67-9891" fmla="*/ 9390 w 10000"/>
              <a:gd name="connsiteY67-9892" fmla="*/ 7107 h 9450"/>
              <a:gd name="connsiteX68-9893" fmla="*/ 9127 w 10000"/>
              <a:gd name="connsiteY68-9894" fmla="*/ 7107 h 9450"/>
              <a:gd name="connsiteX69-9895" fmla="*/ 8863 w 10000"/>
              <a:gd name="connsiteY69-9896" fmla="*/ 7107 h 9450"/>
              <a:gd name="connsiteX70-9897" fmla="*/ 8616 w 10000"/>
              <a:gd name="connsiteY70-9898" fmla="*/ 7107 h 9450"/>
              <a:gd name="connsiteX71-9899" fmla="*/ 8353 w 10000"/>
              <a:gd name="connsiteY71-9900" fmla="*/ 7107 h 9450"/>
              <a:gd name="connsiteX72-9901" fmla="*/ 8007 w 10000"/>
              <a:gd name="connsiteY72-9902" fmla="*/ 7107 h 9450"/>
              <a:gd name="connsiteX73-9903" fmla="*/ 7661 w 10000"/>
              <a:gd name="connsiteY73-9904" fmla="*/ 7107 h 9450"/>
              <a:gd name="connsiteX74-9905" fmla="*/ 7298 w 10000"/>
              <a:gd name="connsiteY74-9906" fmla="*/ 7276 h 9450"/>
              <a:gd name="connsiteX75-9907" fmla="*/ 6870 w 10000"/>
              <a:gd name="connsiteY75-9908" fmla="*/ 7276 h 9450"/>
              <a:gd name="connsiteX76-9909" fmla="*/ 6442 w 10000"/>
              <a:gd name="connsiteY76-9910" fmla="*/ 7276 h 9450"/>
              <a:gd name="connsiteX77-9911" fmla="*/ 5651 w 10000"/>
              <a:gd name="connsiteY77-9912" fmla="*/ 7447 h 9450"/>
              <a:gd name="connsiteX78-9913" fmla="*/ 4876 w 10000"/>
              <a:gd name="connsiteY78-9914" fmla="*/ 7653 h 9450"/>
              <a:gd name="connsiteX79-9915" fmla="*/ 4185 w 10000"/>
              <a:gd name="connsiteY79-9916" fmla="*/ 7831 h 9450"/>
              <a:gd name="connsiteX80-9917" fmla="*/ 3476 w 10000"/>
              <a:gd name="connsiteY80-9918" fmla="*/ 8003 h 9450"/>
              <a:gd name="connsiteX81-9919" fmla="*/ 3130 w 10000"/>
              <a:gd name="connsiteY81-9920" fmla="*/ 8003 h 9450"/>
              <a:gd name="connsiteX82-9921" fmla="*/ 2883 w 10000"/>
              <a:gd name="connsiteY82-9922" fmla="*/ 8173 h 9450"/>
              <a:gd name="connsiteX83-9923" fmla="*/ 2521 w 10000"/>
              <a:gd name="connsiteY83-9924" fmla="*/ 8383 h 9450"/>
              <a:gd name="connsiteX84-9925" fmla="*/ 2273 w 10000"/>
              <a:gd name="connsiteY84-9926" fmla="*/ 8383 h 9450"/>
              <a:gd name="connsiteX85-9927" fmla="*/ 2092 w 10000"/>
              <a:gd name="connsiteY85-9928" fmla="*/ 8551 h 9450"/>
              <a:gd name="connsiteX86-9929" fmla="*/ 1829 w 10000"/>
              <a:gd name="connsiteY86-9930" fmla="*/ 8551 h 9450"/>
              <a:gd name="connsiteX87-9931" fmla="*/ 1664 w 10000"/>
              <a:gd name="connsiteY87-9932" fmla="*/ 8725 h 9450"/>
              <a:gd name="connsiteX88-9933" fmla="*/ 1400 w 10000"/>
              <a:gd name="connsiteY88-9934" fmla="*/ 8931 h 9450"/>
              <a:gd name="connsiteX89-9935" fmla="*/ 1219 w 10000"/>
              <a:gd name="connsiteY89-9936" fmla="*/ 8931 h 9450"/>
              <a:gd name="connsiteX90-9937" fmla="*/ 1137 w 10000"/>
              <a:gd name="connsiteY90-9938" fmla="*/ 9103 h 9450"/>
              <a:gd name="connsiteX91-9939" fmla="*/ 956 w 10000"/>
              <a:gd name="connsiteY91-9940" fmla="*/ 9103 h 9450"/>
              <a:gd name="connsiteX92-9941" fmla="*/ 873 w 10000"/>
              <a:gd name="connsiteY92-9942" fmla="*/ 9279 h 9450"/>
              <a:gd name="connsiteX93-9943" fmla="*/ 791 w 10000"/>
              <a:gd name="connsiteY93-9944" fmla="*/ 9279 h 9450"/>
              <a:gd name="connsiteX94-9945" fmla="*/ 708 w 10000"/>
              <a:gd name="connsiteY94-9946" fmla="*/ 9279 h 9450"/>
              <a:gd name="connsiteX95-9947" fmla="*/ 527 w 10000"/>
              <a:gd name="connsiteY95-9948" fmla="*/ 9450 h 9450"/>
              <a:gd name="connsiteX96-9949" fmla="*/ 445 w 10000"/>
              <a:gd name="connsiteY96-9950" fmla="*/ 9279 h 9450"/>
              <a:gd name="connsiteX97-9951" fmla="*/ 362 w 10000"/>
              <a:gd name="connsiteY97-9952" fmla="*/ 9279 h 9450"/>
              <a:gd name="connsiteX98-9953" fmla="*/ 264 w 10000"/>
              <a:gd name="connsiteY98-9954" fmla="*/ 9103 h 9450"/>
              <a:gd name="connsiteX99-9955" fmla="*/ 181 w 10000"/>
              <a:gd name="connsiteY99-9956" fmla="*/ 8725 h 9450"/>
              <a:gd name="connsiteX100-9957" fmla="*/ 99 w 10000"/>
              <a:gd name="connsiteY100-9958" fmla="*/ 8383 h 9450"/>
              <a:gd name="connsiteX101-9959" fmla="*/ 0 w 10000"/>
              <a:gd name="connsiteY101-9960" fmla="*/ 8173 h 9450"/>
              <a:gd name="connsiteX102-9961" fmla="*/ 0 w 10000"/>
              <a:gd name="connsiteY102-9962" fmla="*/ 8003 h 9450"/>
              <a:gd name="connsiteX103-9963" fmla="*/ 0 w 10000"/>
              <a:gd name="connsiteY103-9964" fmla="*/ 7831 h 9450"/>
              <a:gd name="connsiteX104-9965" fmla="*/ 0 w 10000"/>
              <a:gd name="connsiteY104-9966" fmla="*/ 7831 h 9450"/>
              <a:gd name="connsiteX105-9967" fmla="*/ 99 w 10000"/>
              <a:gd name="connsiteY105-9968" fmla="*/ 7653 h 9450"/>
              <a:gd name="connsiteX106-9969" fmla="*/ 181 w 10000"/>
              <a:gd name="connsiteY106-9970" fmla="*/ 7447 h 9450"/>
              <a:gd name="connsiteX107-9971" fmla="*/ 362 w 10000"/>
              <a:gd name="connsiteY107-9972" fmla="*/ 7276 h 9450"/>
              <a:gd name="connsiteX108-9973" fmla="*/ 527 w 10000"/>
              <a:gd name="connsiteY108-9974" fmla="*/ 7107 h 9450"/>
              <a:gd name="connsiteX109-9975" fmla="*/ 610 w 10000"/>
              <a:gd name="connsiteY109-9976" fmla="*/ 6898 h 9450"/>
              <a:gd name="connsiteX110-9977" fmla="*/ 708 w 10000"/>
              <a:gd name="connsiteY110-9978" fmla="*/ 6727 h 9450"/>
              <a:gd name="connsiteX111-9979" fmla="*/ 873 w 10000"/>
              <a:gd name="connsiteY111-9980" fmla="*/ 6554 h 9450"/>
              <a:gd name="connsiteX112-9981" fmla="*/ 1054 w 10000"/>
              <a:gd name="connsiteY112-9982" fmla="*/ 6173 h 9450"/>
              <a:gd name="connsiteX113-9983" fmla="*/ 1137 w 10000"/>
              <a:gd name="connsiteY113-9984" fmla="*/ 6004 h 9450"/>
              <a:gd name="connsiteX114-9985" fmla="*/ 1318 w 10000"/>
              <a:gd name="connsiteY114-9986" fmla="*/ 5623 h 9450"/>
              <a:gd name="connsiteX115-9987" fmla="*/ 1483 w 10000"/>
              <a:gd name="connsiteY115-9988" fmla="*/ 5276 h 9450"/>
              <a:gd name="connsiteX116-9989" fmla="*/ 1483 w 10000"/>
              <a:gd name="connsiteY116-9990" fmla="*/ 5276 h 9450"/>
              <a:gd name="connsiteX0-9991" fmla="*/ 1483 w 10000"/>
              <a:gd name="connsiteY0-9992" fmla="*/ 5583 h 10000"/>
              <a:gd name="connsiteX1-9993" fmla="*/ 1664 w 10000"/>
              <a:gd name="connsiteY1-9994" fmla="*/ 5000 h 10000"/>
              <a:gd name="connsiteX2-9995" fmla="*/ 1911 w 10000"/>
              <a:gd name="connsiteY2-9996" fmla="*/ 4418 h 10000"/>
              <a:gd name="connsiteX3-9997" fmla="*/ 2092 w 10000"/>
              <a:gd name="connsiteY3-9998" fmla="*/ 3832 h 10000"/>
              <a:gd name="connsiteX4-9999" fmla="*/ 2356 w 10000"/>
              <a:gd name="connsiteY4-10000" fmla="*/ 3068 h 10000"/>
              <a:gd name="connsiteX5-10001" fmla="*/ 2619 w 10000"/>
              <a:gd name="connsiteY5-10002" fmla="*/ 2117 h 10000"/>
              <a:gd name="connsiteX6-10003" fmla="*/ 2883 w 10000"/>
              <a:gd name="connsiteY6-10004" fmla="*/ 1130 h 10000"/>
              <a:gd name="connsiteX7-10005" fmla="*/ 3130 w 10000"/>
              <a:gd name="connsiteY7-10006" fmla="*/ 0 h 10000"/>
              <a:gd name="connsiteX8-10007" fmla="*/ 3921 w 10000"/>
              <a:gd name="connsiteY8-10008" fmla="*/ 1130 h 10000"/>
              <a:gd name="connsiteX9-10009" fmla="*/ 3657 w 10000"/>
              <a:gd name="connsiteY9-10010" fmla="*/ 1897 h 10000"/>
              <a:gd name="connsiteX10-10011" fmla="*/ 3476 w 10000"/>
              <a:gd name="connsiteY10-10012" fmla="*/ 2699 h 10000"/>
              <a:gd name="connsiteX11-10013" fmla="*/ 3229 w 10000"/>
              <a:gd name="connsiteY11-10014" fmla="*/ 3467 h 10000"/>
              <a:gd name="connsiteX12-10015" fmla="*/ 2965 w 10000"/>
              <a:gd name="connsiteY12-10016" fmla="*/ 4054 h 10000"/>
              <a:gd name="connsiteX13-10017" fmla="*/ 2784 w 10000"/>
              <a:gd name="connsiteY13-10018" fmla="*/ 4598 h 10000"/>
              <a:gd name="connsiteX14-10019" fmla="*/ 2619 w 10000"/>
              <a:gd name="connsiteY14-10020" fmla="*/ 5183 h 10000"/>
              <a:gd name="connsiteX15-10021" fmla="*/ 2438 w 10000"/>
              <a:gd name="connsiteY15-10022" fmla="*/ 5583 h 10000"/>
              <a:gd name="connsiteX16-10023" fmla="*/ 2273 w 10000"/>
              <a:gd name="connsiteY16-10024" fmla="*/ 5950 h 10000"/>
              <a:gd name="connsiteX17-10025" fmla="*/ 2092 w 10000"/>
              <a:gd name="connsiteY17-10026" fmla="*/ 6353 h 10000"/>
              <a:gd name="connsiteX18-10027" fmla="*/ 2010 w 10000"/>
              <a:gd name="connsiteY18-10028" fmla="*/ 6754 h 10000"/>
              <a:gd name="connsiteX19-10029" fmla="*/ 1911 w 10000"/>
              <a:gd name="connsiteY19-10030" fmla="*/ 6935 h 10000"/>
              <a:gd name="connsiteX20-10031" fmla="*/ 1829 w 10000"/>
              <a:gd name="connsiteY20-10032" fmla="*/ 7119 h 10000"/>
              <a:gd name="connsiteX21-10033" fmla="*/ 1746 w 10000"/>
              <a:gd name="connsiteY21-10034" fmla="*/ 7299 h 10000"/>
              <a:gd name="connsiteX22-10035" fmla="*/ 1746 w 10000"/>
              <a:gd name="connsiteY22-10036" fmla="*/ 7521 h 10000"/>
              <a:gd name="connsiteX23-10037" fmla="*/ 1746 w 10000"/>
              <a:gd name="connsiteY23-10038" fmla="*/ 7521 h 10000"/>
              <a:gd name="connsiteX24-10039" fmla="*/ 1829 w 10000"/>
              <a:gd name="connsiteY24-10040" fmla="*/ 7521 h 10000"/>
              <a:gd name="connsiteX25-10041" fmla="*/ 1911 w 10000"/>
              <a:gd name="connsiteY25-10042" fmla="*/ 7699 h 10000"/>
              <a:gd name="connsiteX26-10043" fmla="*/ 2010 w 10000"/>
              <a:gd name="connsiteY26-10044" fmla="*/ 7699 h 10000"/>
              <a:gd name="connsiteX27-10045" fmla="*/ 2175 w 10000"/>
              <a:gd name="connsiteY27-10046" fmla="*/ 7699 h 10000"/>
              <a:gd name="connsiteX28-10047" fmla="*/ 2273 w 10000"/>
              <a:gd name="connsiteY28-10048" fmla="*/ 7521 h 10000"/>
              <a:gd name="connsiteX29-10049" fmla="*/ 2356 w 10000"/>
              <a:gd name="connsiteY29-10050" fmla="*/ 7521 h 10000"/>
              <a:gd name="connsiteX30-10051" fmla="*/ 2521 w 10000"/>
              <a:gd name="connsiteY30-10052" fmla="*/ 7521 h 10000"/>
              <a:gd name="connsiteX31-10053" fmla="*/ 2702 w 10000"/>
              <a:gd name="connsiteY31-10054" fmla="*/ 7521 h 10000"/>
              <a:gd name="connsiteX32-10055" fmla="*/ 2883 w 10000"/>
              <a:gd name="connsiteY32-10056" fmla="*/ 7299 h 10000"/>
              <a:gd name="connsiteX33-10057" fmla="*/ 3048 w 10000"/>
              <a:gd name="connsiteY33-10058" fmla="*/ 7299 h 10000"/>
              <a:gd name="connsiteX34-10059" fmla="*/ 3311 w 10000"/>
              <a:gd name="connsiteY34-10060" fmla="*/ 7299 h 10000"/>
              <a:gd name="connsiteX35-10061" fmla="*/ 3575 w 10000"/>
              <a:gd name="connsiteY35-10062" fmla="*/ 7299 h 10000"/>
              <a:gd name="connsiteX36-10063" fmla="*/ 3921 w 10000"/>
              <a:gd name="connsiteY36-10064" fmla="*/ 7119 h 10000"/>
              <a:gd name="connsiteX37-10065" fmla="*/ 4267 w 10000"/>
              <a:gd name="connsiteY37-10066" fmla="*/ 7119 h 10000"/>
              <a:gd name="connsiteX38-10067" fmla="*/ 4613 w 10000"/>
              <a:gd name="connsiteY38-10068" fmla="*/ 7119 h 10000"/>
              <a:gd name="connsiteX39-10069" fmla="*/ 4959 w 10000"/>
              <a:gd name="connsiteY39-10070" fmla="*/ 6935 h 10000"/>
              <a:gd name="connsiteX40-10071" fmla="*/ 5387 w 10000"/>
              <a:gd name="connsiteY40-10072" fmla="*/ 6754 h 10000"/>
              <a:gd name="connsiteX41-10073" fmla="*/ 5832 w 10000"/>
              <a:gd name="connsiteY41-10074" fmla="*/ 6754 h 10000"/>
              <a:gd name="connsiteX42-10075" fmla="*/ 6343 w 10000"/>
              <a:gd name="connsiteY42-10076" fmla="*/ 6532 h 10000"/>
              <a:gd name="connsiteX43-10077" fmla="*/ 6787 w 10000"/>
              <a:gd name="connsiteY43-10078" fmla="*/ 6532 h 10000"/>
              <a:gd name="connsiteX44-10079" fmla="*/ 7298 w 10000"/>
              <a:gd name="connsiteY44-10080" fmla="*/ 6353 h 10000"/>
              <a:gd name="connsiteX45-10081" fmla="*/ 7743 w 10000"/>
              <a:gd name="connsiteY45-10082" fmla="*/ 6167 h 10000"/>
              <a:gd name="connsiteX46-10083" fmla="*/ 8171 w 10000"/>
              <a:gd name="connsiteY46-10084" fmla="*/ 6167 h 10000"/>
              <a:gd name="connsiteX47-10085" fmla="*/ 8435 w 10000"/>
              <a:gd name="connsiteY47-10086" fmla="*/ 5950 h 10000"/>
              <a:gd name="connsiteX48-10087" fmla="*/ 8699 w 10000"/>
              <a:gd name="connsiteY48-10088" fmla="*/ 5950 h 10000"/>
              <a:gd name="connsiteX49-10089" fmla="*/ 8962 w 10000"/>
              <a:gd name="connsiteY49-10090" fmla="*/ 5950 h 10000"/>
              <a:gd name="connsiteX50-10091" fmla="*/ 9127 w 10000"/>
              <a:gd name="connsiteY50-10092" fmla="*/ 5950 h 10000"/>
              <a:gd name="connsiteX51-10093" fmla="*/ 9226 w 10000"/>
              <a:gd name="connsiteY51-10094" fmla="*/ 5764 h 10000"/>
              <a:gd name="connsiteX52-10095" fmla="*/ 9390 w 10000"/>
              <a:gd name="connsiteY52-10096" fmla="*/ 5950 h 10000"/>
              <a:gd name="connsiteX53-10097" fmla="*/ 9473 w 10000"/>
              <a:gd name="connsiteY53-10098" fmla="*/ 5950 h 10000"/>
              <a:gd name="connsiteX54-10099" fmla="*/ 9654 w 10000"/>
              <a:gd name="connsiteY54-10100" fmla="*/ 6167 h 10000"/>
              <a:gd name="connsiteX55-10101" fmla="*/ 9736 w 10000"/>
              <a:gd name="connsiteY55-10102" fmla="*/ 6167 h 10000"/>
              <a:gd name="connsiteX56-10103" fmla="*/ 9918 w 10000"/>
              <a:gd name="connsiteY56-10104" fmla="*/ 6532 h 10000"/>
              <a:gd name="connsiteX57-10105" fmla="*/ 10000 w 10000"/>
              <a:gd name="connsiteY57-10106" fmla="*/ 6754 h 10000"/>
              <a:gd name="connsiteX58-10107" fmla="*/ 10000 w 10000"/>
              <a:gd name="connsiteY58-10108" fmla="*/ 6935 h 10000"/>
              <a:gd name="connsiteX59-10109" fmla="*/ 10000 w 10000"/>
              <a:gd name="connsiteY59-10110" fmla="*/ 7119 h 10000"/>
              <a:gd name="connsiteX60-10111" fmla="*/ 10000 w 10000"/>
              <a:gd name="connsiteY60-10112" fmla="*/ 7119 h 10000"/>
              <a:gd name="connsiteX61-10113" fmla="*/ 10000 w 10000"/>
              <a:gd name="connsiteY61-10114" fmla="*/ 7299 h 10000"/>
              <a:gd name="connsiteX62-10115" fmla="*/ 9918 w 10000"/>
              <a:gd name="connsiteY62-10116" fmla="*/ 7299 h 10000"/>
              <a:gd name="connsiteX63-10117" fmla="*/ 9819 w 10000"/>
              <a:gd name="connsiteY63-10118" fmla="*/ 7299 h 10000"/>
              <a:gd name="connsiteX64-10119" fmla="*/ 9736 w 10000"/>
              <a:gd name="connsiteY64-10120" fmla="*/ 7521 h 10000"/>
              <a:gd name="connsiteX65-10121" fmla="*/ 9572 w 10000"/>
              <a:gd name="connsiteY65-10122" fmla="*/ 7521 h 10000"/>
              <a:gd name="connsiteX66-10123" fmla="*/ 9390 w 10000"/>
              <a:gd name="connsiteY66-10124" fmla="*/ 7521 h 10000"/>
              <a:gd name="connsiteX67-10125" fmla="*/ 9127 w 10000"/>
              <a:gd name="connsiteY67-10126" fmla="*/ 7521 h 10000"/>
              <a:gd name="connsiteX68-10127" fmla="*/ 8863 w 10000"/>
              <a:gd name="connsiteY68-10128" fmla="*/ 7521 h 10000"/>
              <a:gd name="connsiteX69-10129" fmla="*/ 8616 w 10000"/>
              <a:gd name="connsiteY69-10130" fmla="*/ 7521 h 10000"/>
              <a:gd name="connsiteX70-10131" fmla="*/ 8353 w 10000"/>
              <a:gd name="connsiteY70-10132" fmla="*/ 7521 h 10000"/>
              <a:gd name="connsiteX71-10133" fmla="*/ 8007 w 10000"/>
              <a:gd name="connsiteY71-10134" fmla="*/ 7521 h 10000"/>
              <a:gd name="connsiteX72-10135" fmla="*/ 7661 w 10000"/>
              <a:gd name="connsiteY72-10136" fmla="*/ 7521 h 10000"/>
              <a:gd name="connsiteX73-10137" fmla="*/ 7298 w 10000"/>
              <a:gd name="connsiteY73-10138" fmla="*/ 7699 h 10000"/>
              <a:gd name="connsiteX74-10139" fmla="*/ 6870 w 10000"/>
              <a:gd name="connsiteY74-10140" fmla="*/ 7699 h 10000"/>
              <a:gd name="connsiteX75-10141" fmla="*/ 6442 w 10000"/>
              <a:gd name="connsiteY75-10142" fmla="*/ 7699 h 10000"/>
              <a:gd name="connsiteX76-10143" fmla="*/ 5651 w 10000"/>
              <a:gd name="connsiteY76-10144" fmla="*/ 7880 h 10000"/>
              <a:gd name="connsiteX77-10145" fmla="*/ 4876 w 10000"/>
              <a:gd name="connsiteY77-10146" fmla="*/ 8098 h 10000"/>
              <a:gd name="connsiteX78-10147" fmla="*/ 4185 w 10000"/>
              <a:gd name="connsiteY78-10148" fmla="*/ 8287 h 10000"/>
              <a:gd name="connsiteX79-10149" fmla="*/ 3476 w 10000"/>
              <a:gd name="connsiteY79-10150" fmla="*/ 8469 h 10000"/>
              <a:gd name="connsiteX80-10151" fmla="*/ 3130 w 10000"/>
              <a:gd name="connsiteY80-10152" fmla="*/ 8469 h 10000"/>
              <a:gd name="connsiteX81-10153" fmla="*/ 2883 w 10000"/>
              <a:gd name="connsiteY81-10154" fmla="*/ 8649 h 10000"/>
              <a:gd name="connsiteX82-10155" fmla="*/ 2521 w 10000"/>
              <a:gd name="connsiteY82-10156" fmla="*/ 8871 h 10000"/>
              <a:gd name="connsiteX83-10157" fmla="*/ 2273 w 10000"/>
              <a:gd name="connsiteY83-10158" fmla="*/ 8871 h 10000"/>
              <a:gd name="connsiteX84-10159" fmla="*/ 2092 w 10000"/>
              <a:gd name="connsiteY84-10160" fmla="*/ 9049 h 10000"/>
              <a:gd name="connsiteX85-10161" fmla="*/ 1829 w 10000"/>
              <a:gd name="connsiteY85-10162" fmla="*/ 9049 h 10000"/>
              <a:gd name="connsiteX86-10163" fmla="*/ 1664 w 10000"/>
              <a:gd name="connsiteY86-10164" fmla="*/ 9233 h 10000"/>
              <a:gd name="connsiteX87-10165" fmla="*/ 1400 w 10000"/>
              <a:gd name="connsiteY87-10166" fmla="*/ 9451 h 10000"/>
              <a:gd name="connsiteX88-10167" fmla="*/ 1219 w 10000"/>
              <a:gd name="connsiteY88-10168" fmla="*/ 9451 h 10000"/>
              <a:gd name="connsiteX89-10169" fmla="*/ 1137 w 10000"/>
              <a:gd name="connsiteY89-10170" fmla="*/ 9633 h 10000"/>
              <a:gd name="connsiteX90-10171" fmla="*/ 956 w 10000"/>
              <a:gd name="connsiteY90-10172" fmla="*/ 9633 h 10000"/>
              <a:gd name="connsiteX91-10173" fmla="*/ 873 w 10000"/>
              <a:gd name="connsiteY91-10174" fmla="*/ 9819 h 10000"/>
              <a:gd name="connsiteX92-10175" fmla="*/ 791 w 10000"/>
              <a:gd name="connsiteY92-10176" fmla="*/ 9819 h 10000"/>
              <a:gd name="connsiteX93-10177" fmla="*/ 708 w 10000"/>
              <a:gd name="connsiteY93-10178" fmla="*/ 9819 h 10000"/>
              <a:gd name="connsiteX94-10179" fmla="*/ 527 w 10000"/>
              <a:gd name="connsiteY94-10180" fmla="*/ 10000 h 10000"/>
              <a:gd name="connsiteX95-10181" fmla="*/ 445 w 10000"/>
              <a:gd name="connsiteY95-10182" fmla="*/ 9819 h 10000"/>
              <a:gd name="connsiteX96-10183" fmla="*/ 362 w 10000"/>
              <a:gd name="connsiteY96-10184" fmla="*/ 9819 h 10000"/>
              <a:gd name="connsiteX97-10185" fmla="*/ 264 w 10000"/>
              <a:gd name="connsiteY97-10186" fmla="*/ 9633 h 10000"/>
              <a:gd name="connsiteX98-10187" fmla="*/ 181 w 10000"/>
              <a:gd name="connsiteY98-10188" fmla="*/ 9233 h 10000"/>
              <a:gd name="connsiteX99-10189" fmla="*/ 99 w 10000"/>
              <a:gd name="connsiteY99-10190" fmla="*/ 8871 h 10000"/>
              <a:gd name="connsiteX100-10191" fmla="*/ 0 w 10000"/>
              <a:gd name="connsiteY100-10192" fmla="*/ 8649 h 10000"/>
              <a:gd name="connsiteX101-10193" fmla="*/ 0 w 10000"/>
              <a:gd name="connsiteY101-10194" fmla="*/ 8469 h 10000"/>
              <a:gd name="connsiteX102-10195" fmla="*/ 0 w 10000"/>
              <a:gd name="connsiteY102-10196" fmla="*/ 8287 h 10000"/>
              <a:gd name="connsiteX103-10197" fmla="*/ 0 w 10000"/>
              <a:gd name="connsiteY103-10198" fmla="*/ 8287 h 10000"/>
              <a:gd name="connsiteX104-10199" fmla="*/ 99 w 10000"/>
              <a:gd name="connsiteY104-10200" fmla="*/ 8098 h 10000"/>
              <a:gd name="connsiteX105-10201" fmla="*/ 181 w 10000"/>
              <a:gd name="connsiteY105-10202" fmla="*/ 7880 h 10000"/>
              <a:gd name="connsiteX106-10203" fmla="*/ 362 w 10000"/>
              <a:gd name="connsiteY106-10204" fmla="*/ 7699 h 10000"/>
              <a:gd name="connsiteX107-10205" fmla="*/ 527 w 10000"/>
              <a:gd name="connsiteY107-10206" fmla="*/ 7521 h 10000"/>
              <a:gd name="connsiteX108-10207" fmla="*/ 610 w 10000"/>
              <a:gd name="connsiteY108-10208" fmla="*/ 7299 h 10000"/>
              <a:gd name="connsiteX109-10209" fmla="*/ 708 w 10000"/>
              <a:gd name="connsiteY109-10210" fmla="*/ 7119 h 10000"/>
              <a:gd name="connsiteX110-10211" fmla="*/ 873 w 10000"/>
              <a:gd name="connsiteY110-10212" fmla="*/ 6935 h 10000"/>
              <a:gd name="connsiteX111-10213" fmla="*/ 1054 w 10000"/>
              <a:gd name="connsiteY111-10214" fmla="*/ 6532 h 10000"/>
              <a:gd name="connsiteX112-10215" fmla="*/ 1137 w 10000"/>
              <a:gd name="connsiteY112-10216" fmla="*/ 6353 h 10000"/>
              <a:gd name="connsiteX113-10217" fmla="*/ 1318 w 10000"/>
              <a:gd name="connsiteY113-10218" fmla="*/ 5950 h 10000"/>
              <a:gd name="connsiteX114-10219" fmla="*/ 1483 w 10000"/>
              <a:gd name="connsiteY114-10220" fmla="*/ 5583 h 10000"/>
              <a:gd name="connsiteX115-10221" fmla="*/ 1483 w 10000"/>
              <a:gd name="connsiteY115-10222" fmla="*/ 5583 h 10000"/>
              <a:gd name="connsiteX0-10223" fmla="*/ 1483 w 10000"/>
              <a:gd name="connsiteY0-10224" fmla="*/ 5583 h 10000"/>
              <a:gd name="connsiteX1-10225" fmla="*/ 1664 w 10000"/>
              <a:gd name="connsiteY1-10226" fmla="*/ 5000 h 10000"/>
              <a:gd name="connsiteX2-10227" fmla="*/ 1911 w 10000"/>
              <a:gd name="connsiteY2-10228" fmla="*/ 4418 h 10000"/>
              <a:gd name="connsiteX3-10229" fmla="*/ 2092 w 10000"/>
              <a:gd name="connsiteY3-10230" fmla="*/ 3832 h 10000"/>
              <a:gd name="connsiteX4-10231" fmla="*/ 2356 w 10000"/>
              <a:gd name="connsiteY4-10232" fmla="*/ 3068 h 10000"/>
              <a:gd name="connsiteX5-10233" fmla="*/ 2619 w 10000"/>
              <a:gd name="connsiteY5-10234" fmla="*/ 2117 h 10000"/>
              <a:gd name="connsiteX6-10235" fmla="*/ 2883 w 10000"/>
              <a:gd name="connsiteY6-10236" fmla="*/ 1130 h 10000"/>
              <a:gd name="connsiteX7-10237" fmla="*/ 3130 w 10000"/>
              <a:gd name="connsiteY7-10238" fmla="*/ 0 h 10000"/>
              <a:gd name="connsiteX8-10239" fmla="*/ 3657 w 10000"/>
              <a:gd name="connsiteY8-10240" fmla="*/ 1897 h 10000"/>
              <a:gd name="connsiteX9-10241" fmla="*/ 3476 w 10000"/>
              <a:gd name="connsiteY9-10242" fmla="*/ 2699 h 10000"/>
              <a:gd name="connsiteX10-10243" fmla="*/ 3229 w 10000"/>
              <a:gd name="connsiteY10-10244" fmla="*/ 3467 h 10000"/>
              <a:gd name="connsiteX11-10245" fmla="*/ 2965 w 10000"/>
              <a:gd name="connsiteY11-10246" fmla="*/ 4054 h 10000"/>
              <a:gd name="connsiteX12-10247" fmla="*/ 2784 w 10000"/>
              <a:gd name="connsiteY12-10248" fmla="*/ 4598 h 10000"/>
              <a:gd name="connsiteX13-10249" fmla="*/ 2619 w 10000"/>
              <a:gd name="connsiteY13-10250" fmla="*/ 5183 h 10000"/>
              <a:gd name="connsiteX14-10251" fmla="*/ 2438 w 10000"/>
              <a:gd name="connsiteY14-10252" fmla="*/ 5583 h 10000"/>
              <a:gd name="connsiteX15-10253" fmla="*/ 2273 w 10000"/>
              <a:gd name="connsiteY15-10254" fmla="*/ 5950 h 10000"/>
              <a:gd name="connsiteX16-10255" fmla="*/ 2092 w 10000"/>
              <a:gd name="connsiteY16-10256" fmla="*/ 6353 h 10000"/>
              <a:gd name="connsiteX17-10257" fmla="*/ 2010 w 10000"/>
              <a:gd name="connsiteY17-10258" fmla="*/ 6754 h 10000"/>
              <a:gd name="connsiteX18-10259" fmla="*/ 1911 w 10000"/>
              <a:gd name="connsiteY18-10260" fmla="*/ 6935 h 10000"/>
              <a:gd name="connsiteX19-10261" fmla="*/ 1829 w 10000"/>
              <a:gd name="connsiteY19-10262" fmla="*/ 7119 h 10000"/>
              <a:gd name="connsiteX20-10263" fmla="*/ 1746 w 10000"/>
              <a:gd name="connsiteY20-10264" fmla="*/ 7299 h 10000"/>
              <a:gd name="connsiteX21-10265" fmla="*/ 1746 w 10000"/>
              <a:gd name="connsiteY21-10266" fmla="*/ 7521 h 10000"/>
              <a:gd name="connsiteX22-10267" fmla="*/ 1746 w 10000"/>
              <a:gd name="connsiteY22-10268" fmla="*/ 7521 h 10000"/>
              <a:gd name="connsiteX23-10269" fmla="*/ 1829 w 10000"/>
              <a:gd name="connsiteY23-10270" fmla="*/ 7521 h 10000"/>
              <a:gd name="connsiteX24-10271" fmla="*/ 1911 w 10000"/>
              <a:gd name="connsiteY24-10272" fmla="*/ 7699 h 10000"/>
              <a:gd name="connsiteX25-10273" fmla="*/ 2010 w 10000"/>
              <a:gd name="connsiteY25-10274" fmla="*/ 7699 h 10000"/>
              <a:gd name="connsiteX26-10275" fmla="*/ 2175 w 10000"/>
              <a:gd name="connsiteY26-10276" fmla="*/ 7699 h 10000"/>
              <a:gd name="connsiteX27-10277" fmla="*/ 2273 w 10000"/>
              <a:gd name="connsiteY27-10278" fmla="*/ 7521 h 10000"/>
              <a:gd name="connsiteX28-10279" fmla="*/ 2356 w 10000"/>
              <a:gd name="connsiteY28-10280" fmla="*/ 7521 h 10000"/>
              <a:gd name="connsiteX29-10281" fmla="*/ 2521 w 10000"/>
              <a:gd name="connsiteY29-10282" fmla="*/ 7521 h 10000"/>
              <a:gd name="connsiteX30-10283" fmla="*/ 2702 w 10000"/>
              <a:gd name="connsiteY30-10284" fmla="*/ 7521 h 10000"/>
              <a:gd name="connsiteX31-10285" fmla="*/ 2883 w 10000"/>
              <a:gd name="connsiteY31-10286" fmla="*/ 7299 h 10000"/>
              <a:gd name="connsiteX32-10287" fmla="*/ 3048 w 10000"/>
              <a:gd name="connsiteY32-10288" fmla="*/ 7299 h 10000"/>
              <a:gd name="connsiteX33-10289" fmla="*/ 3311 w 10000"/>
              <a:gd name="connsiteY33-10290" fmla="*/ 7299 h 10000"/>
              <a:gd name="connsiteX34-10291" fmla="*/ 3575 w 10000"/>
              <a:gd name="connsiteY34-10292" fmla="*/ 7299 h 10000"/>
              <a:gd name="connsiteX35-10293" fmla="*/ 3921 w 10000"/>
              <a:gd name="connsiteY35-10294" fmla="*/ 7119 h 10000"/>
              <a:gd name="connsiteX36-10295" fmla="*/ 4267 w 10000"/>
              <a:gd name="connsiteY36-10296" fmla="*/ 7119 h 10000"/>
              <a:gd name="connsiteX37-10297" fmla="*/ 4613 w 10000"/>
              <a:gd name="connsiteY37-10298" fmla="*/ 7119 h 10000"/>
              <a:gd name="connsiteX38-10299" fmla="*/ 4959 w 10000"/>
              <a:gd name="connsiteY38-10300" fmla="*/ 6935 h 10000"/>
              <a:gd name="connsiteX39-10301" fmla="*/ 5387 w 10000"/>
              <a:gd name="connsiteY39-10302" fmla="*/ 6754 h 10000"/>
              <a:gd name="connsiteX40-10303" fmla="*/ 5832 w 10000"/>
              <a:gd name="connsiteY40-10304" fmla="*/ 6754 h 10000"/>
              <a:gd name="connsiteX41-10305" fmla="*/ 6343 w 10000"/>
              <a:gd name="connsiteY41-10306" fmla="*/ 6532 h 10000"/>
              <a:gd name="connsiteX42-10307" fmla="*/ 6787 w 10000"/>
              <a:gd name="connsiteY42-10308" fmla="*/ 6532 h 10000"/>
              <a:gd name="connsiteX43-10309" fmla="*/ 7298 w 10000"/>
              <a:gd name="connsiteY43-10310" fmla="*/ 6353 h 10000"/>
              <a:gd name="connsiteX44-10311" fmla="*/ 7743 w 10000"/>
              <a:gd name="connsiteY44-10312" fmla="*/ 6167 h 10000"/>
              <a:gd name="connsiteX45-10313" fmla="*/ 8171 w 10000"/>
              <a:gd name="connsiteY45-10314" fmla="*/ 6167 h 10000"/>
              <a:gd name="connsiteX46-10315" fmla="*/ 8435 w 10000"/>
              <a:gd name="connsiteY46-10316" fmla="*/ 5950 h 10000"/>
              <a:gd name="connsiteX47-10317" fmla="*/ 8699 w 10000"/>
              <a:gd name="connsiteY47-10318" fmla="*/ 5950 h 10000"/>
              <a:gd name="connsiteX48-10319" fmla="*/ 8962 w 10000"/>
              <a:gd name="connsiteY48-10320" fmla="*/ 5950 h 10000"/>
              <a:gd name="connsiteX49-10321" fmla="*/ 9127 w 10000"/>
              <a:gd name="connsiteY49-10322" fmla="*/ 5950 h 10000"/>
              <a:gd name="connsiteX50-10323" fmla="*/ 9226 w 10000"/>
              <a:gd name="connsiteY50-10324" fmla="*/ 5764 h 10000"/>
              <a:gd name="connsiteX51-10325" fmla="*/ 9390 w 10000"/>
              <a:gd name="connsiteY51-10326" fmla="*/ 5950 h 10000"/>
              <a:gd name="connsiteX52-10327" fmla="*/ 9473 w 10000"/>
              <a:gd name="connsiteY52-10328" fmla="*/ 5950 h 10000"/>
              <a:gd name="connsiteX53-10329" fmla="*/ 9654 w 10000"/>
              <a:gd name="connsiteY53-10330" fmla="*/ 6167 h 10000"/>
              <a:gd name="connsiteX54-10331" fmla="*/ 9736 w 10000"/>
              <a:gd name="connsiteY54-10332" fmla="*/ 6167 h 10000"/>
              <a:gd name="connsiteX55-10333" fmla="*/ 9918 w 10000"/>
              <a:gd name="connsiteY55-10334" fmla="*/ 6532 h 10000"/>
              <a:gd name="connsiteX56-10335" fmla="*/ 10000 w 10000"/>
              <a:gd name="connsiteY56-10336" fmla="*/ 6754 h 10000"/>
              <a:gd name="connsiteX57-10337" fmla="*/ 10000 w 10000"/>
              <a:gd name="connsiteY57-10338" fmla="*/ 6935 h 10000"/>
              <a:gd name="connsiteX58-10339" fmla="*/ 10000 w 10000"/>
              <a:gd name="connsiteY58-10340" fmla="*/ 7119 h 10000"/>
              <a:gd name="connsiteX59-10341" fmla="*/ 10000 w 10000"/>
              <a:gd name="connsiteY59-10342" fmla="*/ 7119 h 10000"/>
              <a:gd name="connsiteX60-10343" fmla="*/ 10000 w 10000"/>
              <a:gd name="connsiteY60-10344" fmla="*/ 7299 h 10000"/>
              <a:gd name="connsiteX61-10345" fmla="*/ 9918 w 10000"/>
              <a:gd name="connsiteY61-10346" fmla="*/ 7299 h 10000"/>
              <a:gd name="connsiteX62-10347" fmla="*/ 9819 w 10000"/>
              <a:gd name="connsiteY62-10348" fmla="*/ 7299 h 10000"/>
              <a:gd name="connsiteX63-10349" fmla="*/ 9736 w 10000"/>
              <a:gd name="connsiteY63-10350" fmla="*/ 7521 h 10000"/>
              <a:gd name="connsiteX64-10351" fmla="*/ 9572 w 10000"/>
              <a:gd name="connsiteY64-10352" fmla="*/ 7521 h 10000"/>
              <a:gd name="connsiteX65-10353" fmla="*/ 9390 w 10000"/>
              <a:gd name="connsiteY65-10354" fmla="*/ 7521 h 10000"/>
              <a:gd name="connsiteX66-10355" fmla="*/ 9127 w 10000"/>
              <a:gd name="connsiteY66-10356" fmla="*/ 7521 h 10000"/>
              <a:gd name="connsiteX67-10357" fmla="*/ 8863 w 10000"/>
              <a:gd name="connsiteY67-10358" fmla="*/ 7521 h 10000"/>
              <a:gd name="connsiteX68-10359" fmla="*/ 8616 w 10000"/>
              <a:gd name="connsiteY68-10360" fmla="*/ 7521 h 10000"/>
              <a:gd name="connsiteX69-10361" fmla="*/ 8353 w 10000"/>
              <a:gd name="connsiteY69-10362" fmla="*/ 7521 h 10000"/>
              <a:gd name="connsiteX70-10363" fmla="*/ 8007 w 10000"/>
              <a:gd name="connsiteY70-10364" fmla="*/ 7521 h 10000"/>
              <a:gd name="connsiteX71-10365" fmla="*/ 7661 w 10000"/>
              <a:gd name="connsiteY71-10366" fmla="*/ 7521 h 10000"/>
              <a:gd name="connsiteX72-10367" fmla="*/ 7298 w 10000"/>
              <a:gd name="connsiteY72-10368" fmla="*/ 7699 h 10000"/>
              <a:gd name="connsiteX73-10369" fmla="*/ 6870 w 10000"/>
              <a:gd name="connsiteY73-10370" fmla="*/ 7699 h 10000"/>
              <a:gd name="connsiteX74-10371" fmla="*/ 6442 w 10000"/>
              <a:gd name="connsiteY74-10372" fmla="*/ 7699 h 10000"/>
              <a:gd name="connsiteX75-10373" fmla="*/ 5651 w 10000"/>
              <a:gd name="connsiteY75-10374" fmla="*/ 7880 h 10000"/>
              <a:gd name="connsiteX76-10375" fmla="*/ 4876 w 10000"/>
              <a:gd name="connsiteY76-10376" fmla="*/ 8098 h 10000"/>
              <a:gd name="connsiteX77-10377" fmla="*/ 4185 w 10000"/>
              <a:gd name="connsiteY77-10378" fmla="*/ 8287 h 10000"/>
              <a:gd name="connsiteX78-10379" fmla="*/ 3476 w 10000"/>
              <a:gd name="connsiteY78-10380" fmla="*/ 8469 h 10000"/>
              <a:gd name="connsiteX79-10381" fmla="*/ 3130 w 10000"/>
              <a:gd name="connsiteY79-10382" fmla="*/ 8469 h 10000"/>
              <a:gd name="connsiteX80-10383" fmla="*/ 2883 w 10000"/>
              <a:gd name="connsiteY80-10384" fmla="*/ 8649 h 10000"/>
              <a:gd name="connsiteX81-10385" fmla="*/ 2521 w 10000"/>
              <a:gd name="connsiteY81-10386" fmla="*/ 8871 h 10000"/>
              <a:gd name="connsiteX82-10387" fmla="*/ 2273 w 10000"/>
              <a:gd name="connsiteY82-10388" fmla="*/ 8871 h 10000"/>
              <a:gd name="connsiteX83-10389" fmla="*/ 2092 w 10000"/>
              <a:gd name="connsiteY83-10390" fmla="*/ 9049 h 10000"/>
              <a:gd name="connsiteX84-10391" fmla="*/ 1829 w 10000"/>
              <a:gd name="connsiteY84-10392" fmla="*/ 9049 h 10000"/>
              <a:gd name="connsiteX85-10393" fmla="*/ 1664 w 10000"/>
              <a:gd name="connsiteY85-10394" fmla="*/ 9233 h 10000"/>
              <a:gd name="connsiteX86-10395" fmla="*/ 1400 w 10000"/>
              <a:gd name="connsiteY86-10396" fmla="*/ 9451 h 10000"/>
              <a:gd name="connsiteX87-10397" fmla="*/ 1219 w 10000"/>
              <a:gd name="connsiteY87-10398" fmla="*/ 9451 h 10000"/>
              <a:gd name="connsiteX88-10399" fmla="*/ 1137 w 10000"/>
              <a:gd name="connsiteY88-10400" fmla="*/ 9633 h 10000"/>
              <a:gd name="connsiteX89-10401" fmla="*/ 956 w 10000"/>
              <a:gd name="connsiteY89-10402" fmla="*/ 9633 h 10000"/>
              <a:gd name="connsiteX90-10403" fmla="*/ 873 w 10000"/>
              <a:gd name="connsiteY90-10404" fmla="*/ 9819 h 10000"/>
              <a:gd name="connsiteX91-10405" fmla="*/ 791 w 10000"/>
              <a:gd name="connsiteY91-10406" fmla="*/ 9819 h 10000"/>
              <a:gd name="connsiteX92-10407" fmla="*/ 708 w 10000"/>
              <a:gd name="connsiteY92-10408" fmla="*/ 9819 h 10000"/>
              <a:gd name="connsiteX93-10409" fmla="*/ 527 w 10000"/>
              <a:gd name="connsiteY93-10410" fmla="*/ 10000 h 10000"/>
              <a:gd name="connsiteX94-10411" fmla="*/ 445 w 10000"/>
              <a:gd name="connsiteY94-10412" fmla="*/ 9819 h 10000"/>
              <a:gd name="connsiteX95-10413" fmla="*/ 362 w 10000"/>
              <a:gd name="connsiteY95-10414" fmla="*/ 9819 h 10000"/>
              <a:gd name="connsiteX96-10415" fmla="*/ 264 w 10000"/>
              <a:gd name="connsiteY96-10416" fmla="*/ 9633 h 10000"/>
              <a:gd name="connsiteX97-10417" fmla="*/ 181 w 10000"/>
              <a:gd name="connsiteY97-10418" fmla="*/ 9233 h 10000"/>
              <a:gd name="connsiteX98-10419" fmla="*/ 99 w 10000"/>
              <a:gd name="connsiteY98-10420" fmla="*/ 8871 h 10000"/>
              <a:gd name="connsiteX99-10421" fmla="*/ 0 w 10000"/>
              <a:gd name="connsiteY99-10422" fmla="*/ 8649 h 10000"/>
              <a:gd name="connsiteX100-10423" fmla="*/ 0 w 10000"/>
              <a:gd name="connsiteY100-10424" fmla="*/ 8469 h 10000"/>
              <a:gd name="connsiteX101-10425" fmla="*/ 0 w 10000"/>
              <a:gd name="connsiteY101-10426" fmla="*/ 8287 h 10000"/>
              <a:gd name="connsiteX102-10427" fmla="*/ 0 w 10000"/>
              <a:gd name="connsiteY102-10428" fmla="*/ 8287 h 10000"/>
              <a:gd name="connsiteX103-10429" fmla="*/ 99 w 10000"/>
              <a:gd name="connsiteY103-10430" fmla="*/ 8098 h 10000"/>
              <a:gd name="connsiteX104-10431" fmla="*/ 181 w 10000"/>
              <a:gd name="connsiteY104-10432" fmla="*/ 7880 h 10000"/>
              <a:gd name="connsiteX105-10433" fmla="*/ 362 w 10000"/>
              <a:gd name="connsiteY105-10434" fmla="*/ 7699 h 10000"/>
              <a:gd name="connsiteX106-10435" fmla="*/ 527 w 10000"/>
              <a:gd name="connsiteY106-10436" fmla="*/ 7521 h 10000"/>
              <a:gd name="connsiteX107-10437" fmla="*/ 610 w 10000"/>
              <a:gd name="connsiteY107-10438" fmla="*/ 7299 h 10000"/>
              <a:gd name="connsiteX108-10439" fmla="*/ 708 w 10000"/>
              <a:gd name="connsiteY108-10440" fmla="*/ 7119 h 10000"/>
              <a:gd name="connsiteX109-10441" fmla="*/ 873 w 10000"/>
              <a:gd name="connsiteY109-10442" fmla="*/ 6935 h 10000"/>
              <a:gd name="connsiteX110-10443" fmla="*/ 1054 w 10000"/>
              <a:gd name="connsiteY110-10444" fmla="*/ 6532 h 10000"/>
              <a:gd name="connsiteX111-10445" fmla="*/ 1137 w 10000"/>
              <a:gd name="connsiteY111-10446" fmla="*/ 6353 h 10000"/>
              <a:gd name="connsiteX112-10447" fmla="*/ 1318 w 10000"/>
              <a:gd name="connsiteY112-10448" fmla="*/ 5950 h 10000"/>
              <a:gd name="connsiteX113-10449" fmla="*/ 1483 w 10000"/>
              <a:gd name="connsiteY113-10450" fmla="*/ 5583 h 10000"/>
              <a:gd name="connsiteX114-10451" fmla="*/ 1483 w 10000"/>
              <a:gd name="connsiteY114-10452" fmla="*/ 5583 h 10000"/>
              <a:gd name="connsiteX0-10453" fmla="*/ 1483 w 10000"/>
              <a:gd name="connsiteY0-10454" fmla="*/ 4490 h 8907"/>
              <a:gd name="connsiteX1-10455" fmla="*/ 1664 w 10000"/>
              <a:gd name="connsiteY1-10456" fmla="*/ 3907 h 8907"/>
              <a:gd name="connsiteX2-10457" fmla="*/ 1911 w 10000"/>
              <a:gd name="connsiteY2-10458" fmla="*/ 3325 h 8907"/>
              <a:gd name="connsiteX3-10459" fmla="*/ 2092 w 10000"/>
              <a:gd name="connsiteY3-10460" fmla="*/ 2739 h 8907"/>
              <a:gd name="connsiteX4-10461" fmla="*/ 2356 w 10000"/>
              <a:gd name="connsiteY4-10462" fmla="*/ 1975 h 8907"/>
              <a:gd name="connsiteX5-10463" fmla="*/ 2619 w 10000"/>
              <a:gd name="connsiteY5-10464" fmla="*/ 1024 h 8907"/>
              <a:gd name="connsiteX6-10465" fmla="*/ 2883 w 10000"/>
              <a:gd name="connsiteY6-10466" fmla="*/ 37 h 8907"/>
              <a:gd name="connsiteX7-10467" fmla="*/ 3657 w 10000"/>
              <a:gd name="connsiteY7-10468" fmla="*/ 804 h 8907"/>
              <a:gd name="connsiteX8-10469" fmla="*/ 3476 w 10000"/>
              <a:gd name="connsiteY8-10470" fmla="*/ 1606 h 8907"/>
              <a:gd name="connsiteX9-10471" fmla="*/ 3229 w 10000"/>
              <a:gd name="connsiteY9-10472" fmla="*/ 2374 h 8907"/>
              <a:gd name="connsiteX10-10473" fmla="*/ 2965 w 10000"/>
              <a:gd name="connsiteY10-10474" fmla="*/ 2961 h 8907"/>
              <a:gd name="connsiteX11-10475" fmla="*/ 2784 w 10000"/>
              <a:gd name="connsiteY11-10476" fmla="*/ 3505 h 8907"/>
              <a:gd name="connsiteX12-10477" fmla="*/ 2619 w 10000"/>
              <a:gd name="connsiteY12-10478" fmla="*/ 4090 h 8907"/>
              <a:gd name="connsiteX13-10479" fmla="*/ 2438 w 10000"/>
              <a:gd name="connsiteY13-10480" fmla="*/ 4490 h 8907"/>
              <a:gd name="connsiteX14-10481" fmla="*/ 2273 w 10000"/>
              <a:gd name="connsiteY14-10482" fmla="*/ 4857 h 8907"/>
              <a:gd name="connsiteX15-10483" fmla="*/ 2092 w 10000"/>
              <a:gd name="connsiteY15-10484" fmla="*/ 5260 h 8907"/>
              <a:gd name="connsiteX16-10485" fmla="*/ 2010 w 10000"/>
              <a:gd name="connsiteY16-10486" fmla="*/ 5661 h 8907"/>
              <a:gd name="connsiteX17-10487" fmla="*/ 1911 w 10000"/>
              <a:gd name="connsiteY17-10488" fmla="*/ 5842 h 8907"/>
              <a:gd name="connsiteX18-10489" fmla="*/ 1829 w 10000"/>
              <a:gd name="connsiteY18-10490" fmla="*/ 6026 h 8907"/>
              <a:gd name="connsiteX19-10491" fmla="*/ 1746 w 10000"/>
              <a:gd name="connsiteY19-10492" fmla="*/ 6206 h 8907"/>
              <a:gd name="connsiteX20-10493" fmla="*/ 1746 w 10000"/>
              <a:gd name="connsiteY20-10494" fmla="*/ 6428 h 8907"/>
              <a:gd name="connsiteX21-10495" fmla="*/ 1746 w 10000"/>
              <a:gd name="connsiteY21-10496" fmla="*/ 6428 h 8907"/>
              <a:gd name="connsiteX22-10497" fmla="*/ 1829 w 10000"/>
              <a:gd name="connsiteY22-10498" fmla="*/ 6428 h 8907"/>
              <a:gd name="connsiteX23-10499" fmla="*/ 1911 w 10000"/>
              <a:gd name="connsiteY23-10500" fmla="*/ 6606 h 8907"/>
              <a:gd name="connsiteX24-10501" fmla="*/ 2010 w 10000"/>
              <a:gd name="connsiteY24-10502" fmla="*/ 6606 h 8907"/>
              <a:gd name="connsiteX25-10503" fmla="*/ 2175 w 10000"/>
              <a:gd name="connsiteY25-10504" fmla="*/ 6606 h 8907"/>
              <a:gd name="connsiteX26-10505" fmla="*/ 2273 w 10000"/>
              <a:gd name="connsiteY26-10506" fmla="*/ 6428 h 8907"/>
              <a:gd name="connsiteX27-10507" fmla="*/ 2356 w 10000"/>
              <a:gd name="connsiteY27-10508" fmla="*/ 6428 h 8907"/>
              <a:gd name="connsiteX28-10509" fmla="*/ 2521 w 10000"/>
              <a:gd name="connsiteY28-10510" fmla="*/ 6428 h 8907"/>
              <a:gd name="connsiteX29-10511" fmla="*/ 2702 w 10000"/>
              <a:gd name="connsiteY29-10512" fmla="*/ 6428 h 8907"/>
              <a:gd name="connsiteX30-10513" fmla="*/ 2883 w 10000"/>
              <a:gd name="connsiteY30-10514" fmla="*/ 6206 h 8907"/>
              <a:gd name="connsiteX31-10515" fmla="*/ 3048 w 10000"/>
              <a:gd name="connsiteY31-10516" fmla="*/ 6206 h 8907"/>
              <a:gd name="connsiteX32-10517" fmla="*/ 3311 w 10000"/>
              <a:gd name="connsiteY32-10518" fmla="*/ 6206 h 8907"/>
              <a:gd name="connsiteX33-10519" fmla="*/ 3575 w 10000"/>
              <a:gd name="connsiteY33-10520" fmla="*/ 6206 h 8907"/>
              <a:gd name="connsiteX34-10521" fmla="*/ 3921 w 10000"/>
              <a:gd name="connsiteY34-10522" fmla="*/ 6026 h 8907"/>
              <a:gd name="connsiteX35-10523" fmla="*/ 4267 w 10000"/>
              <a:gd name="connsiteY35-10524" fmla="*/ 6026 h 8907"/>
              <a:gd name="connsiteX36-10525" fmla="*/ 4613 w 10000"/>
              <a:gd name="connsiteY36-10526" fmla="*/ 6026 h 8907"/>
              <a:gd name="connsiteX37-10527" fmla="*/ 4959 w 10000"/>
              <a:gd name="connsiteY37-10528" fmla="*/ 5842 h 8907"/>
              <a:gd name="connsiteX38-10529" fmla="*/ 5387 w 10000"/>
              <a:gd name="connsiteY38-10530" fmla="*/ 5661 h 8907"/>
              <a:gd name="connsiteX39-10531" fmla="*/ 5832 w 10000"/>
              <a:gd name="connsiteY39-10532" fmla="*/ 5661 h 8907"/>
              <a:gd name="connsiteX40-10533" fmla="*/ 6343 w 10000"/>
              <a:gd name="connsiteY40-10534" fmla="*/ 5439 h 8907"/>
              <a:gd name="connsiteX41-10535" fmla="*/ 6787 w 10000"/>
              <a:gd name="connsiteY41-10536" fmla="*/ 5439 h 8907"/>
              <a:gd name="connsiteX42-10537" fmla="*/ 7298 w 10000"/>
              <a:gd name="connsiteY42-10538" fmla="*/ 5260 h 8907"/>
              <a:gd name="connsiteX43-10539" fmla="*/ 7743 w 10000"/>
              <a:gd name="connsiteY43-10540" fmla="*/ 5074 h 8907"/>
              <a:gd name="connsiteX44-10541" fmla="*/ 8171 w 10000"/>
              <a:gd name="connsiteY44-10542" fmla="*/ 5074 h 8907"/>
              <a:gd name="connsiteX45-10543" fmla="*/ 8435 w 10000"/>
              <a:gd name="connsiteY45-10544" fmla="*/ 4857 h 8907"/>
              <a:gd name="connsiteX46-10545" fmla="*/ 8699 w 10000"/>
              <a:gd name="connsiteY46-10546" fmla="*/ 4857 h 8907"/>
              <a:gd name="connsiteX47-10547" fmla="*/ 8962 w 10000"/>
              <a:gd name="connsiteY47-10548" fmla="*/ 4857 h 8907"/>
              <a:gd name="connsiteX48-10549" fmla="*/ 9127 w 10000"/>
              <a:gd name="connsiteY48-10550" fmla="*/ 4857 h 8907"/>
              <a:gd name="connsiteX49-10551" fmla="*/ 9226 w 10000"/>
              <a:gd name="connsiteY49-10552" fmla="*/ 4671 h 8907"/>
              <a:gd name="connsiteX50-10553" fmla="*/ 9390 w 10000"/>
              <a:gd name="connsiteY50-10554" fmla="*/ 4857 h 8907"/>
              <a:gd name="connsiteX51-10555" fmla="*/ 9473 w 10000"/>
              <a:gd name="connsiteY51-10556" fmla="*/ 4857 h 8907"/>
              <a:gd name="connsiteX52-10557" fmla="*/ 9654 w 10000"/>
              <a:gd name="connsiteY52-10558" fmla="*/ 5074 h 8907"/>
              <a:gd name="connsiteX53-10559" fmla="*/ 9736 w 10000"/>
              <a:gd name="connsiteY53-10560" fmla="*/ 5074 h 8907"/>
              <a:gd name="connsiteX54-10561" fmla="*/ 9918 w 10000"/>
              <a:gd name="connsiteY54-10562" fmla="*/ 5439 h 8907"/>
              <a:gd name="connsiteX55-10563" fmla="*/ 10000 w 10000"/>
              <a:gd name="connsiteY55-10564" fmla="*/ 5661 h 8907"/>
              <a:gd name="connsiteX56-10565" fmla="*/ 10000 w 10000"/>
              <a:gd name="connsiteY56-10566" fmla="*/ 5842 h 8907"/>
              <a:gd name="connsiteX57-10567" fmla="*/ 10000 w 10000"/>
              <a:gd name="connsiteY57-10568" fmla="*/ 6026 h 8907"/>
              <a:gd name="connsiteX58-10569" fmla="*/ 10000 w 10000"/>
              <a:gd name="connsiteY58-10570" fmla="*/ 6026 h 8907"/>
              <a:gd name="connsiteX59-10571" fmla="*/ 10000 w 10000"/>
              <a:gd name="connsiteY59-10572" fmla="*/ 6206 h 8907"/>
              <a:gd name="connsiteX60-10573" fmla="*/ 9918 w 10000"/>
              <a:gd name="connsiteY60-10574" fmla="*/ 6206 h 8907"/>
              <a:gd name="connsiteX61-10575" fmla="*/ 9819 w 10000"/>
              <a:gd name="connsiteY61-10576" fmla="*/ 6206 h 8907"/>
              <a:gd name="connsiteX62-10577" fmla="*/ 9736 w 10000"/>
              <a:gd name="connsiteY62-10578" fmla="*/ 6428 h 8907"/>
              <a:gd name="connsiteX63-10579" fmla="*/ 9572 w 10000"/>
              <a:gd name="connsiteY63-10580" fmla="*/ 6428 h 8907"/>
              <a:gd name="connsiteX64-10581" fmla="*/ 9390 w 10000"/>
              <a:gd name="connsiteY64-10582" fmla="*/ 6428 h 8907"/>
              <a:gd name="connsiteX65-10583" fmla="*/ 9127 w 10000"/>
              <a:gd name="connsiteY65-10584" fmla="*/ 6428 h 8907"/>
              <a:gd name="connsiteX66-10585" fmla="*/ 8863 w 10000"/>
              <a:gd name="connsiteY66-10586" fmla="*/ 6428 h 8907"/>
              <a:gd name="connsiteX67-10587" fmla="*/ 8616 w 10000"/>
              <a:gd name="connsiteY67-10588" fmla="*/ 6428 h 8907"/>
              <a:gd name="connsiteX68-10589" fmla="*/ 8353 w 10000"/>
              <a:gd name="connsiteY68-10590" fmla="*/ 6428 h 8907"/>
              <a:gd name="connsiteX69-10591" fmla="*/ 8007 w 10000"/>
              <a:gd name="connsiteY69-10592" fmla="*/ 6428 h 8907"/>
              <a:gd name="connsiteX70-10593" fmla="*/ 7661 w 10000"/>
              <a:gd name="connsiteY70-10594" fmla="*/ 6428 h 8907"/>
              <a:gd name="connsiteX71-10595" fmla="*/ 7298 w 10000"/>
              <a:gd name="connsiteY71-10596" fmla="*/ 6606 h 8907"/>
              <a:gd name="connsiteX72-10597" fmla="*/ 6870 w 10000"/>
              <a:gd name="connsiteY72-10598" fmla="*/ 6606 h 8907"/>
              <a:gd name="connsiteX73-10599" fmla="*/ 6442 w 10000"/>
              <a:gd name="connsiteY73-10600" fmla="*/ 6606 h 8907"/>
              <a:gd name="connsiteX74-10601" fmla="*/ 5651 w 10000"/>
              <a:gd name="connsiteY74-10602" fmla="*/ 6787 h 8907"/>
              <a:gd name="connsiteX75-10603" fmla="*/ 4876 w 10000"/>
              <a:gd name="connsiteY75-10604" fmla="*/ 7005 h 8907"/>
              <a:gd name="connsiteX76-10605" fmla="*/ 4185 w 10000"/>
              <a:gd name="connsiteY76-10606" fmla="*/ 7194 h 8907"/>
              <a:gd name="connsiteX77-10607" fmla="*/ 3476 w 10000"/>
              <a:gd name="connsiteY77-10608" fmla="*/ 7376 h 8907"/>
              <a:gd name="connsiteX78-10609" fmla="*/ 3130 w 10000"/>
              <a:gd name="connsiteY78-10610" fmla="*/ 7376 h 8907"/>
              <a:gd name="connsiteX79-10611" fmla="*/ 2883 w 10000"/>
              <a:gd name="connsiteY79-10612" fmla="*/ 7556 h 8907"/>
              <a:gd name="connsiteX80-10613" fmla="*/ 2521 w 10000"/>
              <a:gd name="connsiteY80-10614" fmla="*/ 7778 h 8907"/>
              <a:gd name="connsiteX81-10615" fmla="*/ 2273 w 10000"/>
              <a:gd name="connsiteY81-10616" fmla="*/ 7778 h 8907"/>
              <a:gd name="connsiteX82-10617" fmla="*/ 2092 w 10000"/>
              <a:gd name="connsiteY82-10618" fmla="*/ 7956 h 8907"/>
              <a:gd name="connsiteX83-10619" fmla="*/ 1829 w 10000"/>
              <a:gd name="connsiteY83-10620" fmla="*/ 7956 h 8907"/>
              <a:gd name="connsiteX84-10621" fmla="*/ 1664 w 10000"/>
              <a:gd name="connsiteY84-10622" fmla="*/ 8140 h 8907"/>
              <a:gd name="connsiteX85-10623" fmla="*/ 1400 w 10000"/>
              <a:gd name="connsiteY85-10624" fmla="*/ 8358 h 8907"/>
              <a:gd name="connsiteX86-10625" fmla="*/ 1219 w 10000"/>
              <a:gd name="connsiteY86-10626" fmla="*/ 8358 h 8907"/>
              <a:gd name="connsiteX87-10627" fmla="*/ 1137 w 10000"/>
              <a:gd name="connsiteY87-10628" fmla="*/ 8540 h 8907"/>
              <a:gd name="connsiteX88-10629" fmla="*/ 956 w 10000"/>
              <a:gd name="connsiteY88-10630" fmla="*/ 8540 h 8907"/>
              <a:gd name="connsiteX89-10631" fmla="*/ 873 w 10000"/>
              <a:gd name="connsiteY89-10632" fmla="*/ 8726 h 8907"/>
              <a:gd name="connsiteX90-10633" fmla="*/ 791 w 10000"/>
              <a:gd name="connsiteY90-10634" fmla="*/ 8726 h 8907"/>
              <a:gd name="connsiteX91-10635" fmla="*/ 708 w 10000"/>
              <a:gd name="connsiteY91-10636" fmla="*/ 8726 h 8907"/>
              <a:gd name="connsiteX92-10637" fmla="*/ 527 w 10000"/>
              <a:gd name="connsiteY92-10638" fmla="*/ 8907 h 8907"/>
              <a:gd name="connsiteX93-10639" fmla="*/ 445 w 10000"/>
              <a:gd name="connsiteY93-10640" fmla="*/ 8726 h 8907"/>
              <a:gd name="connsiteX94-10641" fmla="*/ 362 w 10000"/>
              <a:gd name="connsiteY94-10642" fmla="*/ 8726 h 8907"/>
              <a:gd name="connsiteX95-10643" fmla="*/ 264 w 10000"/>
              <a:gd name="connsiteY95-10644" fmla="*/ 8540 h 8907"/>
              <a:gd name="connsiteX96-10645" fmla="*/ 181 w 10000"/>
              <a:gd name="connsiteY96-10646" fmla="*/ 8140 h 8907"/>
              <a:gd name="connsiteX97-10647" fmla="*/ 99 w 10000"/>
              <a:gd name="connsiteY97-10648" fmla="*/ 7778 h 8907"/>
              <a:gd name="connsiteX98-10649" fmla="*/ 0 w 10000"/>
              <a:gd name="connsiteY98-10650" fmla="*/ 7556 h 8907"/>
              <a:gd name="connsiteX99-10651" fmla="*/ 0 w 10000"/>
              <a:gd name="connsiteY99-10652" fmla="*/ 7376 h 8907"/>
              <a:gd name="connsiteX100-10653" fmla="*/ 0 w 10000"/>
              <a:gd name="connsiteY100-10654" fmla="*/ 7194 h 8907"/>
              <a:gd name="connsiteX101-10655" fmla="*/ 0 w 10000"/>
              <a:gd name="connsiteY101-10656" fmla="*/ 7194 h 8907"/>
              <a:gd name="connsiteX102-10657" fmla="*/ 99 w 10000"/>
              <a:gd name="connsiteY102-10658" fmla="*/ 7005 h 8907"/>
              <a:gd name="connsiteX103-10659" fmla="*/ 181 w 10000"/>
              <a:gd name="connsiteY103-10660" fmla="*/ 6787 h 8907"/>
              <a:gd name="connsiteX104-10661" fmla="*/ 362 w 10000"/>
              <a:gd name="connsiteY104-10662" fmla="*/ 6606 h 8907"/>
              <a:gd name="connsiteX105-10663" fmla="*/ 527 w 10000"/>
              <a:gd name="connsiteY105-10664" fmla="*/ 6428 h 8907"/>
              <a:gd name="connsiteX106-10665" fmla="*/ 610 w 10000"/>
              <a:gd name="connsiteY106-10666" fmla="*/ 6206 h 8907"/>
              <a:gd name="connsiteX107-10667" fmla="*/ 708 w 10000"/>
              <a:gd name="connsiteY107-10668" fmla="*/ 6026 h 8907"/>
              <a:gd name="connsiteX108-10669" fmla="*/ 873 w 10000"/>
              <a:gd name="connsiteY108-10670" fmla="*/ 5842 h 8907"/>
              <a:gd name="connsiteX109-10671" fmla="*/ 1054 w 10000"/>
              <a:gd name="connsiteY109-10672" fmla="*/ 5439 h 8907"/>
              <a:gd name="connsiteX110-10673" fmla="*/ 1137 w 10000"/>
              <a:gd name="connsiteY110-10674" fmla="*/ 5260 h 8907"/>
              <a:gd name="connsiteX111-10675" fmla="*/ 1318 w 10000"/>
              <a:gd name="connsiteY111-10676" fmla="*/ 4857 h 8907"/>
              <a:gd name="connsiteX112-10677" fmla="*/ 1483 w 10000"/>
              <a:gd name="connsiteY112-10678" fmla="*/ 4490 h 8907"/>
              <a:gd name="connsiteX113-10679" fmla="*/ 1483 w 10000"/>
              <a:gd name="connsiteY113-10680" fmla="*/ 4490 h 8907"/>
              <a:gd name="connsiteX0-10681" fmla="*/ 1483 w 10000"/>
              <a:gd name="connsiteY0-10682" fmla="*/ 4138 h 9097"/>
              <a:gd name="connsiteX1-10683" fmla="*/ 1664 w 10000"/>
              <a:gd name="connsiteY1-10684" fmla="*/ 3483 h 9097"/>
              <a:gd name="connsiteX2-10685" fmla="*/ 1911 w 10000"/>
              <a:gd name="connsiteY2-10686" fmla="*/ 2830 h 9097"/>
              <a:gd name="connsiteX3-10687" fmla="*/ 2092 w 10000"/>
              <a:gd name="connsiteY3-10688" fmla="*/ 2172 h 9097"/>
              <a:gd name="connsiteX4-10689" fmla="*/ 2356 w 10000"/>
              <a:gd name="connsiteY4-10690" fmla="*/ 1314 h 9097"/>
              <a:gd name="connsiteX5-10691" fmla="*/ 2619 w 10000"/>
              <a:gd name="connsiteY5-10692" fmla="*/ 247 h 9097"/>
              <a:gd name="connsiteX6-10693" fmla="*/ 3657 w 10000"/>
              <a:gd name="connsiteY6-10694" fmla="*/ 0 h 9097"/>
              <a:gd name="connsiteX7-10695" fmla="*/ 3476 w 10000"/>
              <a:gd name="connsiteY7-10696" fmla="*/ 900 h 9097"/>
              <a:gd name="connsiteX8-10697" fmla="*/ 3229 w 10000"/>
              <a:gd name="connsiteY8-10698" fmla="*/ 1762 h 9097"/>
              <a:gd name="connsiteX9-10699" fmla="*/ 2965 w 10000"/>
              <a:gd name="connsiteY9-10700" fmla="*/ 2421 h 9097"/>
              <a:gd name="connsiteX10-10701" fmla="*/ 2784 w 10000"/>
              <a:gd name="connsiteY10-10702" fmla="*/ 3032 h 9097"/>
              <a:gd name="connsiteX11-10703" fmla="*/ 2619 w 10000"/>
              <a:gd name="connsiteY11-10704" fmla="*/ 3689 h 9097"/>
              <a:gd name="connsiteX12-10705" fmla="*/ 2438 w 10000"/>
              <a:gd name="connsiteY12-10706" fmla="*/ 4138 h 9097"/>
              <a:gd name="connsiteX13-10707" fmla="*/ 2273 w 10000"/>
              <a:gd name="connsiteY13-10708" fmla="*/ 4550 h 9097"/>
              <a:gd name="connsiteX14-10709" fmla="*/ 2092 w 10000"/>
              <a:gd name="connsiteY14-10710" fmla="*/ 5002 h 9097"/>
              <a:gd name="connsiteX15-10711" fmla="*/ 2010 w 10000"/>
              <a:gd name="connsiteY15-10712" fmla="*/ 5453 h 9097"/>
              <a:gd name="connsiteX16-10713" fmla="*/ 1911 w 10000"/>
              <a:gd name="connsiteY16-10714" fmla="*/ 5656 h 9097"/>
              <a:gd name="connsiteX17-10715" fmla="*/ 1829 w 10000"/>
              <a:gd name="connsiteY17-10716" fmla="*/ 5862 h 9097"/>
              <a:gd name="connsiteX18-10717" fmla="*/ 1746 w 10000"/>
              <a:gd name="connsiteY18-10718" fmla="*/ 6065 h 9097"/>
              <a:gd name="connsiteX19-10719" fmla="*/ 1746 w 10000"/>
              <a:gd name="connsiteY19-10720" fmla="*/ 6314 h 9097"/>
              <a:gd name="connsiteX20-10721" fmla="*/ 1746 w 10000"/>
              <a:gd name="connsiteY20-10722" fmla="*/ 6314 h 9097"/>
              <a:gd name="connsiteX21-10723" fmla="*/ 1829 w 10000"/>
              <a:gd name="connsiteY21-10724" fmla="*/ 6314 h 9097"/>
              <a:gd name="connsiteX22-10725" fmla="*/ 1911 w 10000"/>
              <a:gd name="connsiteY22-10726" fmla="*/ 6514 h 9097"/>
              <a:gd name="connsiteX23-10727" fmla="*/ 2010 w 10000"/>
              <a:gd name="connsiteY23-10728" fmla="*/ 6514 h 9097"/>
              <a:gd name="connsiteX24-10729" fmla="*/ 2175 w 10000"/>
              <a:gd name="connsiteY24-10730" fmla="*/ 6514 h 9097"/>
              <a:gd name="connsiteX25-10731" fmla="*/ 2273 w 10000"/>
              <a:gd name="connsiteY25-10732" fmla="*/ 6314 h 9097"/>
              <a:gd name="connsiteX26-10733" fmla="*/ 2356 w 10000"/>
              <a:gd name="connsiteY26-10734" fmla="*/ 6314 h 9097"/>
              <a:gd name="connsiteX27-10735" fmla="*/ 2521 w 10000"/>
              <a:gd name="connsiteY27-10736" fmla="*/ 6314 h 9097"/>
              <a:gd name="connsiteX28-10737" fmla="*/ 2702 w 10000"/>
              <a:gd name="connsiteY28-10738" fmla="*/ 6314 h 9097"/>
              <a:gd name="connsiteX29-10739" fmla="*/ 2883 w 10000"/>
              <a:gd name="connsiteY29-10740" fmla="*/ 6065 h 9097"/>
              <a:gd name="connsiteX30-10741" fmla="*/ 3048 w 10000"/>
              <a:gd name="connsiteY30-10742" fmla="*/ 6065 h 9097"/>
              <a:gd name="connsiteX31-10743" fmla="*/ 3311 w 10000"/>
              <a:gd name="connsiteY31-10744" fmla="*/ 6065 h 9097"/>
              <a:gd name="connsiteX32-10745" fmla="*/ 3575 w 10000"/>
              <a:gd name="connsiteY32-10746" fmla="*/ 6065 h 9097"/>
              <a:gd name="connsiteX33-10747" fmla="*/ 3921 w 10000"/>
              <a:gd name="connsiteY33-10748" fmla="*/ 5862 h 9097"/>
              <a:gd name="connsiteX34-10749" fmla="*/ 4267 w 10000"/>
              <a:gd name="connsiteY34-10750" fmla="*/ 5862 h 9097"/>
              <a:gd name="connsiteX35-10751" fmla="*/ 4613 w 10000"/>
              <a:gd name="connsiteY35-10752" fmla="*/ 5862 h 9097"/>
              <a:gd name="connsiteX36-10753" fmla="*/ 4959 w 10000"/>
              <a:gd name="connsiteY36-10754" fmla="*/ 5656 h 9097"/>
              <a:gd name="connsiteX37-10755" fmla="*/ 5387 w 10000"/>
              <a:gd name="connsiteY37-10756" fmla="*/ 5453 h 9097"/>
              <a:gd name="connsiteX38-10757" fmla="*/ 5832 w 10000"/>
              <a:gd name="connsiteY38-10758" fmla="*/ 5453 h 9097"/>
              <a:gd name="connsiteX39-10759" fmla="*/ 6343 w 10000"/>
              <a:gd name="connsiteY39-10760" fmla="*/ 5203 h 9097"/>
              <a:gd name="connsiteX40-10761" fmla="*/ 6787 w 10000"/>
              <a:gd name="connsiteY40-10762" fmla="*/ 5203 h 9097"/>
              <a:gd name="connsiteX41-10763" fmla="*/ 7298 w 10000"/>
              <a:gd name="connsiteY41-10764" fmla="*/ 5002 h 9097"/>
              <a:gd name="connsiteX42-10765" fmla="*/ 7743 w 10000"/>
              <a:gd name="connsiteY42-10766" fmla="*/ 4794 h 9097"/>
              <a:gd name="connsiteX43-10767" fmla="*/ 8171 w 10000"/>
              <a:gd name="connsiteY43-10768" fmla="*/ 4794 h 9097"/>
              <a:gd name="connsiteX44-10769" fmla="*/ 8435 w 10000"/>
              <a:gd name="connsiteY44-10770" fmla="*/ 4550 h 9097"/>
              <a:gd name="connsiteX45-10771" fmla="*/ 8699 w 10000"/>
              <a:gd name="connsiteY45-10772" fmla="*/ 4550 h 9097"/>
              <a:gd name="connsiteX46-10773" fmla="*/ 8962 w 10000"/>
              <a:gd name="connsiteY46-10774" fmla="*/ 4550 h 9097"/>
              <a:gd name="connsiteX47-10775" fmla="*/ 9127 w 10000"/>
              <a:gd name="connsiteY47-10776" fmla="*/ 4550 h 9097"/>
              <a:gd name="connsiteX48-10777" fmla="*/ 9226 w 10000"/>
              <a:gd name="connsiteY48-10778" fmla="*/ 4341 h 9097"/>
              <a:gd name="connsiteX49-10779" fmla="*/ 9390 w 10000"/>
              <a:gd name="connsiteY49-10780" fmla="*/ 4550 h 9097"/>
              <a:gd name="connsiteX50-10781" fmla="*/ 9473 w 10000"/>
              <a:gd name="connsiteY50-10782" fmla="*/ 4550 h 9097"/>
              <a:gd name="connsiteX51-10783" fmla="*/ 9654 w 10000"/>
              <a:gd name="connsiteY51-10784" fmla="*/ 4794 h 9097"/>
              <a:gd name="connsiteX52-10785" fmla="*/ 9736 w 10000"/>
              <a:gd name="connsiteY52-10786" fmla="*/ 4794 h 9097"/>
              <a:gd name="connsiteX53-10787" fmla="*/ 9918 w 10000"/>
              <a:gd name="connsiteY53-10788" fmla="*/ 5203 h 9097"/>
              <a:gd name="connsiteX54-10789" fmla="*/ 10000 w 10000"/>
              <a:gd name="connsiteY54-10790" fmla="*/ 5453 h 9097"/>
              <a:gd name="connsiteX55-10791" fmla="*/ 10000 w 10000"/>
              <a:gd name="connsiteY55-10792" fmla="*/ 5656 h 9097"/>
              <a:gd name="connsiteX56-10793" fmla="*/ 10000 w 10000"/>
              <a:gd name="connsiteY56-10794" fmla="*/ 5862 h 9097"/>
              <a:gd name="connsiteX57-10795" fmla="*/ 10000 w 10000"/>
              <a:gd name="connsiteY57-10796" fmla="*/ 5862 h 9097"/>
              <a:gd name="connsiteX58-10797" fmla="*/ 10000 w 10000"/>
              <a:gd name="connsiteY58-10798" fmla="*/ 6065 h 9097"/>
              <a:gd name="connsiteX59-10799" fmla="*/ 9918 w 10000"/>
              <a:gd name="connsiteY59-10800" fmla="*/ 6065 h 9097"/>
              <a:gd name="connsiteX60-10801" fmla="*/ 9819 w 10000"/>
              <a:gd name="connsiteY60-10802" fmla="*/ 6065 h 9097"/>
              <a:gd name="connsiteX61-10803" fmla="*/ 9736 w 10000"/>
              <a:gd name="connsiteY61-10804" fmla="*/ 6314 h 9097"/>
              <a:gd name="connsiteX62-10805" fmla="*/ 9572 w 10000"/>
              <a:gd name="connsiteY62-10806" fmla="*/ 6314 h 9097"/>
              <a:gd name="connsiteX63-10807" fmla="*/ 9390 w 10000"/>
              <a:gd name="connsiteY63-10808" fmla="*/ 6314 h 9097"/>
              <a:gd name="connsiteX64-10809" fmla="*/ 9127 w 10000"/>
              <a:gd name="connsiteY64-10810" fmla="*/ 6314 h 9097"/>
              <a:gd name="connsiteX65-10811" fmla="*/ 8863 w 10000"/>
              <a:gd name="connsiteY65-10812" fmla="*/ 6314 h 9097"/>
              <a:gd name="connsiteX66-10813" fmla="*/ 8616 w 10000"/>
              <a:gd name="connsiteY66-10814" fmla="*/ 6314 h 9097"/>
              <a:gd name="connsiteX67-10815" fmla="*/ 8353 w 10000"/>
              <a:gd name="connsiteY67-10816" fmla="*/ 6314 h 9097"/>
              <a:gd name="connsiteX68-10817" fmla="*/ 8007 w 10000"/>
              <a:gd name="connsiteY68-10818" fmla="*/ 6314 h 9097"/>
              <a:gd name="connsiteX69-10819" fmla="*/ 7661 w 10000"/>
              <a:gd name="connsiteY69-10820" fmla="*/ 6314 h 9097"/>
              <a:gd name="connsiteX70-10821" fmla="*/ 7298 w 10000"/>
              <a:gd name="connsiteY70-10822" fmla="*/ 6514 h 9097"/>
              <a:gd name="connsiteX71-10823" fmla="*/ 6870 w 10000"/>
              <a:gd name="connsiteY71-10824" fmla="*/ 6514 h 9097"/>
              <a:gd name="connsiteX72-10825" fmla="*/ 6442 w 10000"/>
              <a:gd name="connsiteY72-10826" fmla="*/ 6514 h 9097"/>
              <a:gd name="connsiteX73-10827" fmla="*/ 5651 w 10000"/>
              <a:gd name="connsiteY73-10828" fmla="*/ 6717 h 9097"/>
              <a:gd name="connsiteX74-10829" fmla="*/ 4876 w 10000"/>
              <a:gd name="connsiteY74-10830" fmla="*/ 6962 h 9097"/>
              <a:gd name="connsiteX75-10831" fmla="*/ 4185 w 10000"/>
              <a:gd name="connsiteY75-10832" fmla="*/ 7174 h 9097"/>
              <a:gd name="connsiteX76-10833" fmla="*/ 3476 w 10000"/>
              <a:gd name="connsiteY76-10834" fmla="*/ 7378 h 9097"/>
              <a:gd name="connsiteX77-10835" fmla="*/ 3130 w 10000"/>
              <a:gd name="connsiteY77-10836" fmla="*/ 7378 h 9097"/>
              <a:gd name="connsiteX78-10837" fmla="*/ 2883 w 10000"/>
              <a:gd name="connsiteY78-10838" fmla="*/ 7580 h 9097"/>
              <a:gd name="connsiteX79-10839" fmla="*/ 2521 w 10000"/>
              <a:gd name="connsiteY79-10840" fmla="*/ 7829 h 9097"/>
              <a:gd name="connsiteX80-10841" fmla="*/ 2273 w 10000"/>
              <a:gd name="connsiteY80-10842" fmla="*/ 7829 h 9097"/>
              <a:gd name="connsiteX81-10843" fmla="*/ 2092 w 10000"/>
              <a:gd name="connsiteY81-10844" fmla="*/ 8029 h 9097"/>
              <a:gd name="connsiteX82-10845" fmla="*/ 1829 w 10000"/>
              <a:gd name="connsiteY82-10846" fmla="*/ 8029 h 9097"/>
              <a:gd name="connsiteX83-10847" fmla="*/ 1664 w 10000"/>
              <a:gd name="connsiteY83-10848" fmla="*/ 8236 h 9097"/>
              <a:gd name="connsiteX84-10849" fmla="*/ 1400 w 10000"/>
              <a:gd name="connsiteY84-10850" fmla="*/ 8481 h 9097"/>
              <a:gd name="connsiteX85-10851" fmla="*/ 1219 w 10000"/>
              <a:gd name="connsiteY85-10852" fmla="*/ 8481 h 9097"/>
              <a:gd name="connsiteX86-10853" fmla="*/ 1137 w 10000"/>
              <a:gd name="connsiteY86-10854" fmla="*/ 8685 h 9097"/>
              <a:gd name="connsiteX87-10855" fmla="*/ 956 w 10000"/>
              <a:gd name="connsiteY87-10856" fmla="*/ 8685 h 9097"/>
              <a:gd name="connsiteX88-10857" fmla="*/ 873 w 10000"/>
              <a:gd name="connsiteY88-10858" fmla="*/ 8894 h 9097"/>
              <a:gd name="connsiteX89-10859" fmla="*/ 791 w 10000"/>
              <a:gd name="connsiteY89-10860" fmla="*/ 8894 h 9097"/>
              <a:gd name="connsiteX90-10861" fmla="*/ 708 w 10000"/>
              <a:gd name="connsiteY90-10862" fmla="*/ 8894 h 9097"/>
              <a:gd name="connsiteX91-10863" fmla="*/ 527 w 10000"/>
              <a:gd name="connsiteY91-10864" fmla="*/ 9097 h 9097"/>
              <a:gd name="connsiteX92-10865" fmla="*/ 445 w 10000"/>
              <a:gd name="connsiteY92-10866" fmla="*/ 8894 h 9097"/>
              <a:gd name="connsiteX93-10867" fmla="*/ 362 w 10000"/>
              <a:gd name="connsiteY93-10868" fmla="*/ 8894 h 9097"/>
              <a:gd name="connsiteX94-10869" fmla="*/ 264 w 10000"/>
              <a:gd name="connsiteY94-10870" fmla="*/ 8685 h 9097"/>
              <a:gd name="connsiteX95-10871" fmla="*/ 181 w 10000"/>
              <a:gd name="connsiteY95-10872" fmla="*/ 8236 h 9097"/>
              <a:gd name="connsiteX96-10873" fmla="*/ 99 w 10000"/>
              <a:gd name="connsiteY96-10874" fmla="*/ 7829 h 9097"/>
              <a:gd name="connsiteX97-10875" fmla="*/ 0 w 10000"/>
              <a:gd name="connsiteY97-10876" fmla="*/ 7580 h 9097"/>
              <a:gd name="connsiteX98-10877" fmla="*/ 0 w 10000"/>
              <a:gd name="connsiteY98-10878" fmla="*/ 7378 h 9097"/>
              <a:gd name="connsiteX99-10879" fmla="*/ 0 w 10000"/>
              <a:gd name="connsiteY99-10880" fmla="*/ 7174 h 9097"/>
              <a:gd name="connsiteX100-10881" fmla="*/ 0 w 10000"/>
              <a:gd name="connsiteY100-10882" fmla="*/ 7174 h 9097"/>
              <a:gd name="connsiteX101-10883" fmla="*/ 99 w 10000"/>
              <a:gd name="connsiteY101-10884" fmla="*/ 6962 h 9097"/>
              <a:gd name="connsiteX102-10885" fmla="*/ 181 w 10000"/>
              <a:gd name="connsiteY102-10886" fmla="*/ 6717 h 9097"/>
              <a:gd name="connsiteX103-10887" fmla="*/ 362 w 10000"/>
              <a:gd name="connsiteY103-10888" fmla="*/ 6514 h 9097"/>
              <a:gd name="connsiteX104-10889" fmla="*/ 527 w 10000"/>
              <a:gd name="connsiteY104-10890" fmla="*/ 6314 h 9097"/>
              <a:gd name="connsiteX105-10891" fmla="*/ 610 w 10000"/>
              <a:gd name="connsiteY105-10892" fmla="*/ 6065 h 9097"/>
              <a:gd name="connsiteX106-10893" fmla="*/ 708 w 10000"/>
              <a:gd name="connsiteY106-10894" fmla="*/ 5862 h 9097"/>
              <a:gd name="connsiteX107-10895" fmla="*/ 873 w 10000"/>
              <a:gd name="connsiteY107-10896" fmla="*/ 5656 h 9097"/>
              <a:gd name="connsiteX108-10897" fmla="*/ 1054 w 10000"/>
              <a:gd name="connsiteY108-10898" fmla="*/ 5203 h 9097"/>
              <a:gd name="connsiteX109-10899" fmla="*/ 1137 w 10000"/>
              <a:gd name="connsiteY109-10900" fmla="*/ 5002 h 9097"/>
              <a:gd name="connsiteX110-10901" fmla="*/ 1318 w 10000"/>
              <a:gd name="connsiteY110-10902" fmla="*/ 4550 h 9097"/>
              <a:gd name="connsiteX111-10903" fmla="*/ 1483 w 10000"/>
              <a:gd name="connsiteY111-10904" fmla="*/ 4138 h 9097"/>
              <a:gd name="connsiteX112-10905" fmla="*/ 1483 w 10000"/>
              <a:gd name="connsiteY112-10906" fmla="*/ 4138 h 9097"/>
              <a:gd name="connsiteX0-10907" fmla="*/ 1483 w 10000"/>
              <a:gd name="connsiteY0-10908" fmla="*/ 4549 h 10000"/>
              <a:gd name="connsiteX1-10909" fmla="*/ 1664 w 10000"/>
              <a:gd name="connsiteY1-10910" fmla="*/ 3829 h 10000"/>
              <a:gd name="connsiteX2-10911" fmla="*/ 1911 w 10000"/>
              <a:gd name="connsiteY2-10912" fmla="*/ 3111 h 10000"/>
              <a:gd name="connsiteX3-10913" fmla="*/ 2092 w 10000"/>
              <a:gd name="connsiteY3-10914" fmla="*/ 2388 h 10000"/>
              <a:gd name="connsiteX4-10915" fmla="*/ 2356 w 10000"/>
              <a:gd name="connsiteY4-10916" fmla="*/ 1444 h 10000"/>
              <a:gd name="connsiteX5-10917" fmla="*/ 3657 w 10000"/>
              <a:gd name="connsiteY5-10918" fmla="*/ 0 h 10000"/>
              <a:gd name="connsiteX6-10919" fmla="*/ 3476 w 10000"/>
              <a:gd name="connsiteY6-10920" fmla="*/ 989 h 10000"/>
              <a:gd name="connsiteX7-10921" fmla="*/ 3229 w 10000"/>
              <a:gd name="connsiteY7-10922" fmla="*/ 1937 h 10000"/>
              <a:gd name="connsiteX8-10923" fmla="*/ 2965 w 10000"/>
              <a:gd name="connsiteY8-10924" fmla="*/ 2661 h 10000"/>
              <a:gd name="connsiteX9-10925" fmla="*/ 2784 w 10000"/>
              <a:gd name="connsiteY9-10926" fmla="*/ 3333 h 10000"/>
              <a:gd name="connsiteX10-10927" fmla="*/ 2619 w 10000"/>
              <a:gd name="connsiteY10-10928" fmla="*/ 4055 h 10000"/>
              <a:gd name="connsiteX11-10929" fmla="*/ 2438 w 10000"/>
              <a:gd name="connsiteY11-10930" fmla="*/ 4549 h 10000"/>
              <a:gd name="connsiteX12-10931" fmla="*/ 2273 w 10000"/>
              <a:gd name="connsiteY12-10932" fmla="*/ 5002 h 10000"/>
              <a:gd name="connsiteX13-10933" fmla="*/ 2092 w 10000"/>
              <a:gd name="connsiteY13-10934" fmla="*/ 5499 h 10000"/>
              <a:gd name="connsiteX14-10935" fmla="*/ 2010 w 10000"/>
              <a:gd name="connsiteY14-10936" fmla="*/ 5994 h 10000"/>
              <a:gd name="connsiteX15-10937" fmla="*/ 1911 w 10000"/>
              <a:gd name="connsiteY15-10938" fmla="*/ 6217 h 10000"/>
              <a:gd name="connsiteX16-10939" fmla="*/ 1829 w 10000"/>
              <a:gd name="connsiteY16-10940" fmla="*/ 6444 h 10000"/>
              <a:gd name="connsiteX17-10941" fmla="*/ 1746 w 10000"/>
              <a:gd name="connsiteY17-10942" fmla="*/ 6667 h 10000"/>
              <a:gd name="connsiteX18-10943" fmla="*/ 1746 w 10000"/>
              <a:gd name="connsiteY18-10944" fmla="*/ 6941 h 10000"/>
              <a:gd name="connsiteX19-10945" fmla="*/ 1746 w 10000"/>
              <a:gd name="connsiteY19-10946" fmla="*/ 6941 h 10000"/>
              <a:gd name="connsiteX20-10947" fmla="*/ 1829 w 10000"/>
              <a:gd name="connsiteY20-10948" fmla="*/ 6941 h 10000"/>
              <a:gd name="connsiteX21-10949" fmla="*/ 1911 w 10000"/>
              <a:gd name="connsiteY21-10950" fmla="*/ 7161 h 10000"/>
              <a:gd name="connsiteX22-10951" fmla="*/ 2010 w 10000"/>
              <a:gd name="connsiteY22-10952" fmla="*/ 7161 h 10000"/>
              <a:gd name="connsiteX23-10953" fmla="*/ 2175 w 10000"/>
              <a:gd name="connsiteY23-10954" fmla="*/ 7161 h 10000"/>
              <a:gd name="connsiteX24-10955" fmla="*/ 2273 w 10000"/>
              <a:gd name="connsiteY24-10956" fmla="*/ 6941 h 10000"/>
              <a:gd name="connsiteX25-10957" fmla="*/ 2356 w 10000"/>
              <a:gd name="connsiteY25-10958" fmla="*/ 6941 h 10000"/>
              <a:gd name="connsiteX26-10959" fmla="*/ 2521 w 10000"/>
              <a:gd name="connsiteY26-10960" fmla="*/ 6941 h 10000"/>
              <a:gd name="connsiteX27-10961" fmla="*/ 2702 w 10000"/>
              <a:gd name="connsiteY27-10962" fmla="*/ 6941 h 10000"/>
              <a:gd name="connsiteX28-10963" fmla="*/ 2883 w 10000"/>
              <a:gd name="connsiteY28-10964" fmla="*/ 6667 h 10000"/>
              <a:gd name="connsiteX29-10965" fmla="*/ 3048 w 10000"/>
              <a:gd name="connsiteY29-10966" fmla="*/ 6667 h 10000"/>
              <a:gd name="connsiteX30-10967" fmla="*/ 3311 w 10000"/>
              <a:gd name="connsiteY30-10968" fmla="*/ 6667 h 10000"/>
              <a:gd name="connsiteX31-10969" fmla="*/ 3575 w 10000"/>
              <a:gd name="connsiteY31-10970" fmla="*/ 6667 h 10000"/>
              <a:gd name="connsiteX32-10971" fmla="*/ 3921 w 10000"/>
              <a:gd name="connsiteY32-10972" fmla="*/ 6444 h 10000"/>
              <a:gd name="connsiteX33-10973" fmla="*/ 4267 w 10000"/>
              <a:gd name="connsiteY33-10974" fmla="*/ 6444 h 10000"/>
              <a:gd name="connsiteX34-10975" fmla="*/ 4613 w 10000"/>
              <a:gd name="connsiteY34-10976" fmla="*/ 6444 h 10000"/>
              <a:gd name="connsiteX35-10977" fmla="*/ 4959 w 10000"/>
              <a:gd name="connsiteY35-10978" fmla="*/ 6217 h 10000"/>
              <a:gd name="connsiteX36-10979" fmla="*/ 5387 w 10000"/>
              <a:gd name="connsiteY36-10980" fmla="*/ 5994 h 10000"/>
              <a:gd name="connsiteX37-10981" fmla="*/ 5832 w 10000"/>
              <a:gd name="connsiteY37-10982" fmla="*/ 5994 h 10000"/>
              <a:gd name="connsiteX38-10983" fmla="*/ 6343 w 10000"/>
              <a:gd name="connsiteY38-10984" fmla="*/ 5719 h 10000"/>
              <a:gd name="connsiteX39-10985" fmla="*/ 6787 w 10000"/>
              <a:gd name="connsiteY39-10986" fmla="*/ 5719 h 10000"/>
              <a:gd name="connsiteX40-10987" fmla="*/ 7298 w 10000"/>
              <a:gd name="connsiteY40-10988" fmla="*/ 5499 h 10000"/>
              <a:gd name="connsiteX41-10989" fmla="*/ 7743 w 10000"/>
              <a:gd name="connsiteY41-10990" fmla="*/ 5270 h 10000"/>
              <a:gd name="connsiteX42-10991" fmla="*/ 8171 w 10000"/>
              <a:gd name="connsiteY42-10992" fmla="*/ 5270 h 10000"/>
              <a:gd name="connsiteX43-10993" fmla="*/ 8435 w 10000"/>
              <a:gd name="connsiteY43-10994" fmla="*/ 5002 h 10000"/>
              <a:gd name="connsiteX44-10995" fmla="*/ 8699 w 10000"/>
              <a:gd name="connsiteY44-10996" fmla="*/ 5002 h 10000"/>
              <a:gd name="connsiteX45-10997" fmla="*/ 8962 w 10000"/>
              <a:gd name="connsiteY45-10998" fmla="*/ 5002 h 10000"/>
              <a:gd name="connsiteX46-10999" fmla="*/ 9127 w 10000"/>
              <a:gd name="connsiteY46-11000" fmla="*/ 5002 h 10000"/>
              <a:gd name="connsiteX47-11001" fmla="*/ 9226 w 10000"/>
              <a:gd name="connsiteY47-11002" fmla="*/ 4772 h 10000"/>
              <a:gd name="connsiteX48-11003" fmla="*/ 9390 w 10000"/>
              <a:gd name="connsiteY48-11004" fmla="*/ 5002 h 10000"/>
              <a:gd name="connsiteX49-11005" fmla="*/ 9473 w 10000"/>
              <a:gd name="connsiteY49-11006" fmla="*/ 5002 h 10000"/>
              <a:gd name="connsiteX50-11007" fmla="*/ 9654 w 10000"/>
              <a:gd name="connsiteY50-11008" fmla="*/ 5270 h 10000"/>
              <a:gd name="connsiteX51-11009" fmla="*/ 9736 w 10000"/>
              <a:gd name="connsiteY51-11010" fmla="*/ 5270 h 10000"/>
              <a:gd name="connsiteX52-11011" fmla="*/ 9918 w 10000"/>
              <a:gd name="connsiteY52-11012" fmla="*/ 5719 h 10000"/>
              <a:gd name="connsiteX53-11013" fmla="*/ 10000 w 10000"/>
              <a:gd name="connsiteY53-11014" fmla="*/ 5994 h 10000"/>
              <a:gd name="connsiteX54-11015" fmla="*/ 10000 w 10000"/>
              <a:gd name="connsiteY54-11016" fmla="*/ 6217 h 10000"/>
              <a:gd name="connsiteX55-11017" fmla="*/ 10000 w 10000"/>
              <a:gd name="connsiteY55-11018" fmla="*/ 6444 h 10000"/>
              <a:gd name="connsiteX56-11019" fmla="*/ 10000 w 10000"/>
              <a:gd name="connsiteY56-11020" fmla="*/ 6444 h 10000"/>
              <a:gd name="connsiteX57-11021" fmla="*/ 10000 w 10000"/>
              <a:gd name="connsiteY57-11022" fmla="*/ 6667 h 10000"/>
              <a:gd name="connsiteX58-11023" fmla="*/ 9918 w 10000"/>
              <a:gd name="connsiteY58-11024" fmla="*/ 6667 h 10000"/>
              <a:gd name="connsiteX59-11025" fmla="*/ 9819 w 10000"/>
              <a:gd name="connsiteY59-11026" fmla="*/ 6667 h 10000"/>
              <a:gd name="connsiteX60-11027" fmla="*/ 9736 w 10000"/>
              <a:gd name="connsiteY60-11028" fmla="*/ 6941 h 10000"/>
              <a:gd name="connsiteX61-11029" fmla="*/ 9572 w 10000"/>
              <a:gd name="connsiteY61-11030" fmla="*/ 6941 h 10000"/>
              <a:gd name="connsiteX62-11031" fmla="*/ 9390 w 10000"/>
              <a:gd name="connsiteY62-11032" fmla="*/ 6941 h 10000"/>
              <a:gd name="connsiteX63-11033" fmla="*/ 9127 w 10000"/>
              <a:gd name="connsiteY63-11034" fmla="*/ 6941 h 10000"/>
              <a:gd name="connsiteX64-11035" fmla="*/ 8863 w 10000"/>
              <a:gd name="connsiteY64-11036" fmla="*/ 6941 h 10000"/>
              <a:gd name="connsiteX65-11037" fmla="*/ 8616 w 10000"/>
              <a:gd name="connsiteY65-11038" fmla="*/ 6941 h 10000"/>
              <a:gd name="connsiteX66-11039" fmla="*/ 8353 w 10000"/>
              <a:gd name="connsiteY66-11040" fmla="*/ 6941 h 10000"/>
              <a:gd name="connsiteX67-11041" fmla="*/ 8007 w 10000"/>
              <a:gd name="connsiteY67-11042" fmla="*/ 6941 h 10000"/>
              <a:gd name="connsiteX68-11043" fmla="*/ 7661 w 10000"/>
              <a:gd name="connsiteY68-11044" fmla="*/ 6941 h 10000"/>
              <a:gd name="connsiteX69-11045" fmla="*/ 7298 w 10000"/>
              <a:gd name="connsiteY69-11046" fmla="*/ 7161 h 10000"/>
              <a:gd name="connsiteX70-11047" fmla="*/ 6870 w 10000"/>
              <a:gd name="connsiteY70-11048" fmla="*/ 7161 h 10000"/>
              <a:gd name="connsiteX71-11049" fmla="*/ 6442 w 10000"/>
              <a:gd name="connsiteY71-11050" fmla="*/ 7161 h 10000"/>
              <a:gd name="connsiteX72-11051" fmla="*/ 5651 w 10000"/>
              <a:gd name="connsiteY72-11052" fmla="*/ 7384 h 10000"/>
              <a:gd name="connsiteX73-11053" fmla="*/ 4876 w 10000"/>
              <a:gd name="connsiteY73-11054" fmla="*/ 7653 h 10000"/>
              <a:gd name="connsiteX74-11055" fmla="*/ 4185 w 10000"/>
              <a:gd name="connsiteY74-11056" fmla="*/ 7886 h 10000"/>
              <a:gd name="connsiteX75-11057" fmla="*/ 3476 w 10000"/>
              <a:gd name="connsiteY75-11058" fmla="*/ 8110 h 10000"/>
              <a:gd name="connsiteX76-11059" fmla="*/ 3130 w 10000"/>
              <a:gd name="connsiteY76-11060" fmla="*/ 8110 h 10000"/>
              <a:gd name="connsiteX77-11061" fmla="*/ 2883 w 10000"/>
              <a:gd name="connsiteY77-11062" fmla="*/ 8332 h 10000"/>
              <a:gd name="connsiteX78-11063" fmla="*/ 2521 w 10000"/>
              <a:gd name="connsiteY78-11064" fmla="*/ 8606 h 10000"/>
              <a:gd name="connsiteX79-11065" fmla="*/ 2273 w 10000"/>
              <a:gd name="connsiteY79-11066" fmla="*/ 8606 h 10000"/>
              <a:gd name="connsiteX80-11067" fmla="*/ 2092 w 10000"/>
              <a:gd name="connsiteY80-11068" fmla="*/ 8826 h 10000"/>
              <a:gd name="connsiteX81-11069" fmla="*/ 1829 w 10000"/>
              <a:gd name="connsiteY81-11070" fmla="*/ 8826 h 10000"/>
              <a:gd name="connsiteX82-11071" fmla="*/ 1664 w 10000"/>
              <a:gd name="connsiteY82-11072" fmla="*/ 9054 h 10000"/>
              <a:gd name="connsiteX83-11073" fmla="*/ 1400 w 10000"/>
              <a:gd name="connsiteY83-11074" fmla="*/ 9323 h 10000"/>
              <a:gd name="connsiteX84-11075" fmla="*/ 1219 w 10000"/>
              <a:gd name="connsiteY84-11076" fmla="*/ 9323 h 10000"/>
              <a:gd name="connsiteX85-11077" fmla="*/ 1137 w 10000"/>
              <a:gd name="connsiteY85-11078" fmla="*/ 9547 h 10000"/>
              <a:gd name="connsiteX86-11079" fmla="*/ 956 w 10000"/>
              <a:gd name="connsiteY86-11080" fmla="*/ 9547 h 10000"/>
              <a:gd name="connsiteX87-11081" fmla="*/ 873 w 10000"/>
              <a:gd name="connsiteY87-11082" fmla="*/ 9777 h 10000"/>
              <a:gd name="connsiteX88-11083" fmla="*/ 791 w 10000"/>
              <a:gd name="connsiteY88-11084" fmla="*/ 9777 h 10000"/>
              <a:gd name="connsiteX89-11085" fmla="*/ 708 w 10000"/>
              <a:gd name="connsiteY89-11086" fmla="*/ 9777 h 10000"/>
              <a:gd name="connsiteX90-11087" fmla="*/ 527 w 10000"/>
              <a:gd name="connsiteY90-11088" fmla="*/ 10000 h 10000"/>
              <a:gd name="connsiteX91-11089" fmla="*/ 445 w 10000"/>
              <a:gd name="connsiteY91-11090" fmla="*/ 9777 h 10000"/>
              <a:gd name="connsiteX92-11091" fmla="*/ 362 w 10000"/>
              <a:gd name="connsiteY92-11092" fmla="*/ 9777 h 10000"/>
              <a:gd name="connsiteX93-11093" fmla="*/ 264 w 10000"/>
              <a:gd name="connsiteY93-11094" fmla="*/ 9547 h 10000"/>
              <a:gd name="connsiteX94-11095" fmla="*/ 181 w 10000"/>
              <a:gd name="connsiteY94-11096" fmla="*/ 9054 h 10000"/>
              <a:gd name="connsiteX95-11097" fmla="*/ 99 w 10000"/>
              <a:gd name="connsiteY95-11098" fmla="*/ 8606 h 10000"/>
              <a:gd name="connsiteX96-11099" fmla="*/ 0 w 10000"/>
              <a:gd name="connsiteY96-11100" fmla="*/ 8332 h 10000"/>
              <a:gd name="connsiteX97-11101" fmla="*/ 0 w 10000"/>
              <a:gd name="connsiteY97-11102" fmla="*/ 8110 h 10000"/>
              <a:gd name="connsiteX98-11103" fmla="*/ 0 w 10000"/>
              <a:gd name="connsiteY98-11104" fmla="*/ 7886 h 10000"/>
              <a:gd name="connsiteX99-11105" fmla="*/ 0 w 10000"/>
              <a:gd name="connsiteY99-11106" fmla="*/ 7886 h 10000"/>
              <a:gd name="connsiteX100-11107" fmla="*/ 99 w 10000"/>
              <a:gd name="connsiteY100-11108" fmla="*/ 7653 h 10000"/>
              <a:gd name="connsiteX101-11109" fmla="*/ 181 w 10000"/>
              <a:gd name="connsiteY101-11110" fmla="*/ 7384 h 10000"/>
              <a:gd name="connsiteX102-11111" fmla="*/ 362 w 10000"/>
              <a:gd name="connsiteY102-11112" fmla="*/ 7161 h 10000"/>
              <a:gd name="connsiteX103-11113" fmla="*/ 527 w 10000"/>
              <a:gd name="connsiteY103-11114" fmla="*/ 6941 h 10000"/>
              <a:gd name="connsiteX104-11115" fmla="*/ 610 w 10000"/>
              <a:gd name="connsiteY104-11116" fmla="*/ 6667 h 10000"/>
              <a:gd name="connsiteX105-11117" fmla="*/ 708 w 10000"/>
              <a:gd name="connsiteY105-11118" fmla="*/ 6444 h 10000"/>
              <a:gd name="connsiteX106-11119" fmla="*/ 873 w 10000"/>
              <a:gd name="connsiteY106-11120" fmla="*/ 6217 h 10000"/>
              <a:gd name="connsiteX107-11121" fmla="*/ 1054 w 10000"/>
              <a:gd name="connsiteY107-11122" fmla="*/ 5719 h 10000"/>
              <a:gd name="connsiteX108-11123" fmla="*/ 1137 w 10000"/>
              <a:gd name="connsiteY108-11124" fmla="*/ 5499 h 10000"/>
              <a:gd name="connsiteX109-11125" fmla="*/ 1318 w 10000"/>
              <a:gd name="connsiteY109-11126" fmla="*/ 5002 h 10000"/>
              <a:gd name="connsiteX110-11127" fmla="*/ 1483 w 10000"/>
              <a:gd name="connsiteY110-11128" fmla="*/ 4549 h 10000"/>
              <a:gd name="connsiteX111-11129" fmla="*/ 1483 w 10000"/>
              <a:gd name="connsiteY111-11130" fmla="*/ 4549 h 10000"/>
              <a:gd name="connsiteX0-11131" fmla="*/ 1483 w 10000"/>
              <a:gd name="connsiteY0-11132" fmla="*/ 4549 h 10000"/>
              <a:gd name="connsiteX1-11133" fmla="*/ 1664 w 10000"/>
              <a:gd name="connsiteY1-11134" fmla="*/ 3829 h 10000"/>
              <a:gd name="connsiteX2-11135" fmla="*/ 1911 w 10000"/>
              <a:gd name="connsiteY2-11136" fmla="*/ 3111 h 10000"/>
              <a:gd name="connsiteX3-11137" fmla="*/ 2092 w 10000"/>
              <a:gd name="connsiteY3-11138" fmla="*/ 2388 h 10000"/>
              <a:gd name="connsiteX4-11139" fmla="*/ 2356 w 10000"/>
              <a:gd name="connsiteY4-11140" fmla="*/ 1444 h 10000"/>
              <a:gd name="connsiteX5-11141" fmla="*/ 3657 w 10000"/>
              <a:gd name="connsiteY5-11142" fmla="*/ 0 h 10000"/>
              <a:gd name="connsiteX6-11143" fmla="*/ 3229 w 10000"/>
              <a:gd name="connsiteY6-11144" fmla="*/ 1937 h 10000"/>
              <a:gd name="connsiteX7-11145" fmla="*/ 2965 w 10000"/>
              <a:gd name="connsiteY7-11146" fmla="*/ 2661 h 10000"/>
              <a:gd name="connsiteX8-11147" fmla="*/ 2784 w 10000"/>
              <a:gd name="connsiteY8-11148" fmla="*/ 3333 h 10000"/>
              <a:gd name="connsiteX9-11149" fmla="*/ 2619 w 10000"/>
              <a:gd name="connsiteY9-11150" fmla="*/ 4055 h 10000"/>
              <a:gd name="connsiteX10-11151" fmla="*/ 2438 w 10000"/>
              <a:gd name="connsiteY10-11152" fmla="*/ 4549 h 10000"/>
              <a:gd name="connsiteX11-11153" fmla="*/ 2273 w 10000"/>
              <a:gd name="connsiteY11-11154" fmla="*/ 5002 h 10000"/>
              <a:gd name="connsiteX12-11155" fmla="*/ 2092 w 10000"/>
              <a:gd name="connsiteY12-11156" fmla="*/ 5499 h 10000"/>
              <a:gd name="connsiteX13-11157" fmla="*/ 2010 w 10000"/>
              <a:gd name="connsiteY13-11158" fmla="*/ 5994 h 10000"/>
              <a:gd name="connsiteX14-11159" fmla="*/ 1911 w 10000"/>
              <a:gd name="connsiteY14-11160" fmla="*/ 6217 h 10000"/>
              <a:gd name="connsiteX15-11161" fmla="*/ 1829 w 10000"/>
              <a:gd name="connsiteY15-11162" fmla="*/ 6444 h 10000"/>
              <a:gd name="connsiteX16-11163" fmla="*/ 1746 w 10000"/>
              <a:gd name="connsiteY16-11164" fmla="*/ 6667 h 10000"/>
              <a:gd name="connsiteX17-11165" fmla="*/ 1746 w 10000"/>
              <a:gd name="connsiteY17-11166" fmla="*/ 6941 h 10000"/>
              <a:gd name="connsiteX18-11167" fmla="*/ 1746 w 10000"/>
              <a:gd name="connsiteY18-11168" fmla="*/ 6941 h 10000"/>
              <a:gd name="connsiteX19-11169" fmla="*/ 1829 w 10000"/>
              <a:gd name="connsiteY19-11170" fmla="*/ 6941 h 10000"/>
              <a:gd name="connsiteX20-11171" fmla="*/ 1911 w 10000"/>
              <a:gd name="connsiteY20-11172" fmla="*/ 7161 h 10000"/>
              <a:gd name="connsiteX21-11173" fmla="*/ 2010 w 10000"/>
              <a:gd name="connsiteY21-11174" fmla="*/ 7161 h 10000"/>
              <a:gd name="connsiteX22-11175" fmla="*/ 2175 w 10000"/>
              <a:gd name="connsiteY22-11176" fmla="*/ 7161 h 10000"/>
              <a:gd name="connsiteX23-11177" fmla="*/ 2273 w 10000"/>
              <a:gd name="connsiteY23-11178" fmla="*/ 6941 h 10000"/>
              <a:gd name="connsiteX24-11179" fmla="*/ 2356 w 10000"/>
              <a:gd name="connsiteY24-11180" fmla="*/ 6941 h 10000"/>
              <a:gd name="connsiteX25-11181" fmla="*/ 2521 w 10000"/>
              <a:gd name="connsiteY25-11182" fmla="*/ 6941 h 10000"/>
              <a:gd name="connsiteX26-11183" fmla="*/ 2702 w 10000"/>
              <a:gd name="connsiteY26-11184" fmla="*/ 6941 h 10000"/>
              <a:gd name="connsiteX27-11185" fmla="*/ 2883 w 10000"/>
              <a:gd name="connsiteY27-11186" fmla="*/ 6667 h 10000"/>
              <a:gd name="connsiteX28-11187" fmla="*/ 3048 w 10000"/>
              <a:gd name="connsiteY28-11188" fmla="*/ 6667 h 10000"/>
              <a:gd name="connsiteX29-11189" fmla="*/ 3311 w 10000"/>
              <a:gd name="connsiteY29-11190" fmla="*/ 6667 h 10000"/>
              <a:gd name="connsiteX30-11191" fmla="*/ 3575 w 10000"/>
              <a:gd name="connsiteY30-11192" fmla="*/ 6667 h 10000"/>
              <a:gd name="connsiteX31-11193" fmla="*/ 3921 w 10000"/>
              <a:gd name="connsiteY31-11194" fmla="*/ 6444 h 10000"/>
              <a:gd name="connsiteX32-11195" fmla="*/ 4267 w 10000"/>
              <a:gd name="connsiteY32-11196" fmla="*/ 6444 h 10000"/>
              <a:gd name="connsiteX33-11197" fmla="*/ 4613 w 10000"/>
              <a:gd name="connsiteY33-11198" fmla="*/ 6444 h 10000"/>
              <a:gd name="connsiteX34-11199" fmla="*/ 4959 w 10000"/>
              <a:gd name="connsiteY34-11200" fmla="*/ 6217 h 10000"/>
              <a:gd name="connsiteX35-11201" fmla="*/ 5387 w 10000"/>
              <a:gd name="connsiteY35-11202" fmla="*/ 5994 h 10000"/>
              <a:gd name="connsiteX36-11203" fmla="*/ 5832 w 10000"/>
              <a:gd name="connsiteY36-11204" fmla="*/ 5994 h 10000"/>
              <a:gd name="connsiteX37-11205" fmla="*/ 6343 w 10000"/>
              <a:gd name="connsiteY37-11206" fmla="*/ 5719 h 10000"/>
              <a:gd name="connsiteX38-11207" fmla="*/ 6787 w 10000"/>
              <a:gd name="connsiteY38-11208" fmla="*/ 5719 h 10000"/>
              <a:gd name="connsiteX39-11209" fmla="*/ 7298 w 10000"/>
              <a:gd name="connsiteY39-11210" fmla="*/ 5499 h 10000"/>
              <a:gd name="connsiteX40-11211" fmla="*/ 7743 w 10000"/>
              <a:gd name="connsiteY40-11212" fmla="*/ 5270 h 10000"/>
              <a:gd name="connsiteX41-11213" fmla="*/ 8171 w 10000"/>
              <a:gd name="connsiteY41-11214" fmla="*/ 5270 h 10000"/>
              <a:gd name="connsiteX42-11215" fmla="*/ 8435 w 10000"/>
              <a:gd name="connsiteY42-11216" fmla="*/ 5002 h 10000"/>
              <a:gd name="connsiteX43-11217" fmla="*/ 8699 w 10000"/>
              <a:gd name="connsiteY43-11218" fmla="*/ 5002 h 10000"/>
              <a:gd name="connsiteX44-11219" fmla="*/ 8962 w 10000"/>
              <a:gd name="connsiteY44-11220" fmla="*/ 5002 h 10000"/>
              <a:gd name="connsiteX45-11221" fmla="*/ 9127 w 10000"/>
              <a:gd name="connsiteY45-11222" fmla="*/ 5002 h 10000"/>
              <a:gd name="connsiteX46-11223" fmla="*/ 9226 w 10000"/>
              <a:gd name="connsiteY46-11224" fmla="*/ 4772 h 10000"/>
              <a:gd name="connsiteX47-11225" fmla="*/ 9390 w 10000"/>
              <a:gd name="connsiteY47-11226" fmla="*/ 5002 h 10000"/>
              <a:gd name="connsiteX48-11227" fmla="*/ 9473 w 10000"/>
              <a:gd name="connsiteY48-11228" fmla="*/ 5002 h 10000"/>
              <a:gd name="connsiteX49-11229" fmla="*/ 9654 w 10000"/>
              <a:gd name="connsiteY49-11230" fmla="*/ 5270 h 10000"/>
              <a:gd name="connsiteX50-11231" fmla="*/ 9736 w 10000"/>
              <a:gd name="connsiteY50-11232" fmla="*/ 5270 h 10000"/>
              <a:gd name="connsiteX51-11233" fmla="*/ 9918 w 10000"/>
              <a:gd name="connsiteY51-11234" fmla="*/ 5719 h 10000"/>
              <a:gd name="connsiteX52-11235" fmla="*/ 10000 w 10000"/>
              <a:gd name="connsiteY52-11236" fmla="*/ 5994 h 10000"/>
              <a:gd name="connsiteX53-11237" fmla="*/ 10000 w 10000"/>
              <a:gd name="connsiteY53-11238" fmla="*/ 6217 h 10000"/>
              <a:gd name="connsiteX54-11239" fmla="*/ 10000 w 10000"/>
              <a:gd name="connsiteY54-11240" fmla="*/ 6444 h 10000"/>
              <a:gd name="connsiteX55-11241" fmla="*/ 10000 w 10000"/>
              <a:gd name="connsiteY55-11242" fmla="*/ 6444 h 10000"/>
              <a:gd name="connsiteX56-11243" fmla="*/ 10000 w 10000"/>
              <a:gd name="connsiteY56-11244" fmla="*/ 6667 h 10000"/>
              <a:gd name="connsiteX57-11245" fmla="*/ 9918 w 10000"/>
              <a:gd name="connsiteY57-11246" fmla="*/ 6667 h 10000"/>
              <a:gd name="connsiteX58-11247" fmla="*/ 9819 w 10000"/>
              <a:gd name="connsiteY58-11248" fmla="*/ 6667 h 10000"/>
              <a:gd name="connsiteX59-11249" fmla="*/ 9736 w 10000"/>
              <a:gd name="connsiteY59-11250" fmla="*/ 6941 h 10000"/>
              <a:gd name="connsiteX60-11251" fmla="*/ 9572 w 10000"/>
              <a:gd name="connsiteY60-11252" fmla="*/ 6941 h 10000"/>
              <a:gd name="connsiteX61-11253" fmla="*/ 9390 w 10000"/>
              <a:gd name="connsiteY61-11254" fmla="*/ 6941 h 10000"/>
              <a:gd name="connsiteX62-11255" fmla="*/ 9127 w 10000"/>
              <a:gd name="connsiteY62-11256" fmla="*/ 6941 h 10000"/>
              <a:gd name="connsiteX63-11257" fmla="*/ 8863 w 10000"/>
              <a:gd name="connsiteY63-11258" fmla="*/ 6941 h 10000"/>
              <a:gd name="connsiteX64-11259" fmla="*/ 8616 w 10000"/>
              <a:gd name="connsiteY64-11260" fmla="*/ 6941 h 10000"/>
              <a:gd name="connsiteX65-11261" fmla="*/ 8353 w 10000"/>
              <a:gd name="connsiteY65-11262" fmla="*/ 6941 h 10000"/>
              <a:gd name="connsiteX66-11263" fmla="*/ 8007 w 10000"/>
              <a:gd name="connsiteY66-11264" fmla="*/ 6941 h 10000"/>
              <a:gd name="connsiteX67-11265" fmla="*/ 7661 w 10000"/>
              <a:gd name="connsiteY67-11266" fmla="*/ 6941 h 10000"/>
              <a:gd name="connsiteX68-11267" fmla="*/ 7298 w 10000"/>
              <a:gd name="connsiteY68-11268" fmla="*/ 7161 h 10000"/>
              <a:gd name="connsiteX69-11269" fmla="*/ 6870 w 10000"/>
              <a:gd name="connsiteY69-11270" fmla="*/ 7161 h 10000"/>
              <a:gd name="connsiteX70-11271" fmla="*/ 6442 w 10000"/>
              <a:gd name="connsiteY70-11272" fmla="*/ 7161 h 10000"/>
              <a:gd name="connsiteX71-11273" fmla="*/ 5651 w 10000"/>
              <a:gd name="connsiteY71-11274" fmla="*/ 7384 h 10000"/>
              <a:gd name="connsiteX72-11275" fmla="*/ 4876 w 10000"/>
              <a:gd name="connsiteY72-11276" fmla="*/ 7653 h 10000"/>
              <a:gd name="connsiteX73-11277" fmla="*/ 4185 w 10000"/>
              <a:gd name="connsiteY73-11278" fmla="*/ 7886 h 10000"/>
              <a:gd name="connsiteX74-11279" fmla="*/ 3476 w 10000"/>
              <a:gd name="connsiteY74-11280" fmla="*/ 8110 h 10000"/>
              <a:gd name="connsiteX75-11281" fmla="*/ 3130 w 10000"/>
              <a:gd name="connsiteY75-11282" fmla="*/ 8110 h 10000"/>
              <a:gd name="connsiteX76-11283" fmla="*/ 2883 w 10000"/>
              <a:gd name="connsiteY76-11284" fmla="*/ 8332 h 10000"/>
              <a:gd name="connsiteX77-11285" fmla="*/ 2521 w 10000"/>
              <a:gd name="connsiteY77-11286" fmla="*/ 8606 h 10000"/>
              <a:gd name="connsiteX78-11287" fmla="*/ 2273 w 10000"/>
              <a:gd name="connsiteY78-11288" fmla="*/ 8606 h 10000"/>
              <a:gd name="connsiteX79-11289" fmla="*/ 2092 w 10000"/>
              <a:gd name="connsiteY79-11290" fmla="*/ 8826 h 10000"/>
              <a:gd name="connsiteX80-11291" fmla="*/ 1829 w 10000"/>
              <a:gd name="connsiteY80-11292" fmla="*/ 8826 h 10000"/>
              <a:gd name="connsiteX81-11293" fmla="*/ 1664 w 10000"/>
              <a:gd name="connsiteY81-11294" fmla="*/ 9054 h 10000"/>
              <a:gd name="connsiteX82-11295" fmla="*/ 1400 w 10000"/>
              <a:gd name="connsiteY82-11296" fmla="*/ 9323 h 10000"/>
              <a:gd name="connsiteX83-11297" fmla="*/ 1219 w 10000"/>
              <a:gd name="connsiteY83-11298" fmla="*/ 9323 h 10000"/>
              <a:gd name="connsiteX84-11299" fmla="*/ 1137 w 10000"/>
              <a:gd name="connsiteY84-11300" fmla="*/ 9547 h 10000"/>
              <a:gd name="connsiteX85-11301" fmla="*/ 956 w 10000"/>
              <a:gd name="connsiteY85-11302" fmla="*/ 9547 h 10000"/>
              <a:gd name="connsiteX86-11303" fmla="*/ 873 w 10000"/>
              <a:gd name="connsiteY86-11304" fmla="*/ 9777 h 10000"/>
              <a:gd name="connsiteX87-11305" fmla="*/ 791 w 10000"/>
              <a:gd name="connsiteY87-11306" fmla="*/ 9777 h 10000"/>
              <a:gd name="connsiteX88-11307" fmla="*/ 708 w 10000"/>
              <a:gd name="connsiteY88-11308" fmla="*/ 9777 h 10000"/>
              <a:gd name="connsiteX89-11309" fmla="*/ 527 w 10000"/>
              <a:gd name="connsiteY89-11310" fmla="*/ 10000 h 10000"/>
              <a:gd name="connsiteX90-11311" fmla="*/ 445 w 10000"/>
              <a:gd name="connsiteY90-11312" fmla="*/ 9777 h 10000"/>
              <a:gd name="connsiteX91-11313" fmla="*/ 362 w 10000"/>
              <a:gd name="connsiteY91-11314" fmla="*/ 9777 h 10000"/>
              <a:gd name="connsiteX92-11315" fmla="*/ 264 w 10000"/>
              <a:gd name="connsiteY92-11316" fmla="*/ 9547 h 10000"/>
              <a:gd name="connsiteX93-11317" fmla="*/ 181 w 10000"/>
              <a:gd name="connsiteY93-11318" fmla="*/ 9054 h 10000"/>
              <a:gd name="connsiteX94-11319" fmla="*/ 99 w 10000"/>
              <a:gd name="connsiteY94-11320" fmla="*/ 8606 h 10000"/>
              <a:gd name="connsiteX95-11321" fmla="*/ 0 w 10000"/>
              <a:gd name="connsiteY95-11322" fmla="*/ 8332 h 10000"/>
              <a:gd name="connsiteX96-11323" fmla="*/ 0 w 10000"/>
              <a:gd name="connsiteY96-11324" fmla="*/ 8110 h 10000"/>
              <a:gd name="connsiteX97-11325" fmla="*/ 0 w 10000"/>
              <a:gd name="connsiteY97-11326" fmla="*/ 7886 h 10000"/>
              <a:gd name="connsiteX98-11327" fmla="*/ 0 w 10000"/>
              <a:gd name="connsiteY98-11328" fmla="*/ 7886 h 10000"/>
              <a:gd name="connsiteX99-11329" fmla="*/ 99 w 10000"/>
              <a:gd name="connsiteY99-11330" fmla="*/ 7653 h 10000"/>
              <a:gd name="connsiteX100-11331" fmla="*/ 181 w 10000"/>
              <a:gd name="connsiteY100-11332" fmla="*/ 7384 h 10000"/>
              <a:gd name="connsiteX101-11333" fmla="*/ 362 w 10000"/>
              <a:gd name="connsiteY101-11334" fmla="*/ 7161 h 10000"/>
              <a:gd name="connsiteX102-11335" fmla="*/ 527 w 10000"/>
              <a:gd name="connsiteY102-11336" fmla="*/ 6941 h 10000"/>
              <a:gd name="connsiteX103-11337" fmla="*/ 610 w 10000"/>
              <a:gd name="connsiteY103-11338" fmla="*/ 6667 h 10000"/>
              <a:gd name="connsiteX104-11339" fmla="*/ 708 w 10000"/>
              <a:gd name="connsiteY104-11340" fmla="*/ 6444 h 10000"/>
              <a:gd name="connsiteX105-11341" fmla="*/ 873 w 10000"/>
              <a:gd name="connsiteY105-11342" fmla="*/ 6217 h 10000"/>
              <a:gd name="connsiteX106-11343" fmla="*/ 1054 w 10000"/>
              <a:gd name="connsiteY106-11344" fmla="*/ 5719 h 10000"/>
              <a:gd name="connsiteX107-11345" fmla="*/ 1137 w 10000"/>
              <a:gd name="connsiteY107-11346" fmla="*/ 5499 h 10000"/>
              <a:gd name="connsiteX108-11347" fmla="*/ 1318 w 10000"/>
              <a:gd name="connsiteY108-11348" fmla="*/ 5002 h 10000"/>
              <a:gd name="connsiteX109-11349" fmla="*/ 1483 w 10000"/>
              <a:gd name="connsiteY109-11350" fmla="*/ 4549 h 10000"/>
              <a:gd name="connsiteX110-11351" fmla="*/ 1483 w 10000"/>
              <a:gd name="connsiteY110-11352" fmla="*/ 4549 h 10000"/>
              <a:gd name="connsiteX0-11353" fmla="*/ 1483 w 10000"/>
              <a:gd name="connsiteY0-11354" fmla="*/ 3180 h 8631"/>
              <a:gd name="connsiteX1-11355" fmla="*/ 1664 w 10000"/>
              <a:gd name="connsiteY1-11356" fmla="*/ 2460 h 8631"/>
              <a:gd name="connsiteX2-11357" fmla="*/ 1911 w 10000"/>
              <a:gd name="connsiteY2-11358" fmla="*/ 1742 h 8631"/>
              <a:gd name="connsiteX3-11359" fmla="*/ 2092 w 10000"/>
              <a:gd name="connsiteY3-11360" fmla="*/ 1019 h 8631"/>
              <a:gd name="connsiteX4-11361" fmla="*/ 2356 w 10000"/>
              <a:gd name="connsiteY4-11362" fmla="*/ 75 h 8631"/>
              <a:gd name="connsiteX5-11363" fmla="*/ 3229 w 10000"/>
              <a:gd name="connsiteY5-11364" fmla="*/ 568 h 8631"/>
              <a:gd name="connsiteX6-11365" fmla="*/ 2965 w 10000"/>
              <a:gd name="connsiteY6-11366" fmla="*/ 1292 h 8631"/>
              <a:gd name="connsiteX7-11367" fmla="*/ 2784 w 10000"/>
              <a:gd name="connsiteY7-11368" fmla="*/ 1964 h 8631"/>
              <a:gd name="connsiteX8-11369" fmla="*/ 2619 w 10000"/>
              <a:gd name="connsiteY8-11370" fmla="*/ 2686 h 8631"/>
              <a:gd name="connsiteX9-11371" fmla="*/ 2438 w 10000"/>
              <a:gd name="connsiteY9-11372" fmla="*/ 3180 h 8631"/>
              <a:gd name="connsiteX10-11373" fmla="*/ 2273 w 10000"/>
              <a:gd name="connsiteY10-11374" fmla="*/ 3633 h 8631"/>
              <a:gd name="connsiteX11-11375" fmla="*/ 2092 w 10000"/>
              <a:gd name="connsiteY11-11376" fmla="*/ 4130 h 8631"/>
              <a:gd name="connsiteX12-11377" fmla="*/ 2010 w 10000"/>
              <a:gd name="connsiteY12-11378" fmla="*/ 4625 h 8631"/>
              <a:gd name="connsiteX13-11379" fmla="*/ 1911 w 10000"/>
              <a:gd name="connsiteY13-11380" fmla="*/ 4848 h 8631"/>
              <a:gd name="connsiteX14-11381" fmla="*/ 1829 w 10000"/>
              <a:gd name="connsiteY14-11382" fmla="*/ 5075 h 8631"/>
              <a:gd name="connsiteX15-11383" fmla="*/ 1746 w 10000"/>
              <a:gd name="connsiteY15-11384" fmla="*/ 5298 h 8631"/>
              <a:gd name="connsiteX16-11385" fmla="*/ 1746 w 10000"/>
              <a:gd name="connsiteY16-11386" fmla="*/ 5572 h 8631"/>
              <a:gd name="connsiteX17-11387" fmla="*/ 1746 w 10000"/>
              <a:gd name="connsiteY17-11388" fmla="*/ 5572 h 8631"/>
              <a:gd name="connsiteX18-11389" fmla="*/ 1829 w 10000"/>
              <a:gd name="connsiteY18-11390" fmla="*/ 5572 h 8631"/>
              <a:gd name="connsiteX19-11391" fmla="*/ 1911 w 10000"/>
              <a:gd name="connsiteY19-11392" fmla="*/ 5792 h 8631"/>
              <a:gd name="connsiteX20-11393" fmla="*/ 2010 w 10000"/>
              <a:gd name="connsiteY20-11394" fmla="*/ 5792 h 8631"/>
              <a:gd name="connsiteX21-11395" fmla="*/ 2175 w 10000"/>
              <a:gd name="connsiteY21-11396" fmla="*/ 5792 h 8631"/>
              <a:gd name="connsiteX22-11397" fmla="*/ 2273 w 10000"/>
              <a:gd name="connsiteY22-11398" fmla="*/ 5572 h 8631"/>
              <a:gd name="connsiteX23-11399" fmla="*/ 2356 w 10000"/>
              <a:gd name="connsiteY23-11400" fmla="*/ 5572 h 8631"/>
              <a:gd name="connsiteX24-11401" fmla="*/ 2521 w 10000"/>
              <a:gd name="connsiteY24-11402" fmla="*/ 5572 h 8631"/>
              <a:gd name="connsiteX25-11403" fmla="*/ 2702 w 10000"/>
              <a:gd name="connsiteY25-11404" fmla="*/ 5572 h 8631"/>
              <a:gd name="connsiteX26-11405" fmla="*/ 2883 w 10000"/>
              <a:gd name="connsiteY26-11406" fmla="*/ 5298 h 8631"/>
              <a:gd name="connsiteX27-11407" fmla="*/ 3048 w 10000"/>
              <a:gd name="connsiteY27-11408" fmla="*/ 5298 h 8631"/>
              <a:gd name="connsiteX28-11409" fmla="*/ 3311 w 10000"/>
              <a:gd name="connsiteY28-11410" fmla="*/ 5298 h 8631"/>
              <a:gd name="connsiteX29-11411" fmla="*/ 3575 w 10000"/>
              <a:gd name="connsiteY29-11412" fmla="*/ 5298 h 8631"/>
              <a:gd name="connsiteX30-11413" fmla="*/ 3921 w 10000"/>
              <a:gd name="connsiteY30-11414" fmla="*/ 5075 h 8631"/>
              <a:gd name="connsiteX31-11415" fmla="*/ 4267 w 10000"/>
              <a:gd name="connsiteY31-11416" fmla="*/ 5075 h 8631"/>
              <a:gd name="connsiteX32-11417" fmla="*/ 4613 w 10000"/>
              <a:gd name="connsiteY32-11418" fmla="*/ 5075 h 8631"/>
              <a:gd name="connsiteX33-11419" fmla="*/ 4959 w 10000"/>
              <a:gd name="connsiteY33-11420" fmla="*/ 4848 h 8631"/>
              <a:gd name="connsiteX34-11421" fmla="*/ 5387 w 10000"/>
              <a:gd name="connsiteY34-11422" fmla="*/ 4625 h 8631"/>
              <a:gd name="connsiteX35-11423" fmla="*/ 5832 w 10000"/>
              <a:gd name="connsiteY35-11424" fmla="*/ 4625 h 8631"/>
              <a:gd name="connsiteX36-11425" fmla="*/ 6343 w 10000"/>
              <a:gd name="connsiteY36-11426" fmla="*/ 4350 h 8631"/>
              <a:gd name="connsiteX37-11427" fmla="*/ 6787 w 10000"/>
              <a:gd name="connsiteY37-11428" fmla="*/ 4350 h 8631"/>
              <a:gd name="connsiteX38-11429" fmla="*/ 7298 w 10000"/>
              <a:gd name="connsiteY38-11430" fmla="*/ 4130 h 8631"/>
              <a:gd name="connsiteX39-11431" fmla="*/ 7743 w 10000"/>
              <a:gd name="connsiteY39-11432" fmla="*/ 3901 h 8631"/>
              <a:gd name="connsiteX40-11433" fmla="*/ 8171 w 10000"/>
              <a:gd name="connsiteY40-11434" fmla="*/ 3901 h 8631"/>
              <a:gd name="connsiteX41-11435" fmla="*/ 8435 w 10000"/>
              <a:gd name="connsiteY41-11436" fmla="*/ 3633 h 8631"/>
              <a:gd name="connsiteX42-11437" fmla="*/ 8699 w 10000"/>
              <a:gd name="connsiteY42-11438" fmla="*/ 3633 h 8631"/>
              <a:gd name="connsiteX43-11439" fmla="*/ 8962 w 10000"/>
              <a:gd name="connsiteY43-11440" fmla="*/ 3633 h 8631"/>
              <a:gd name="connsiteX44-11441" fmla="*/ 9127 w 10000"/>
              <a:gd name="connsiteY44-11442" fmla="*/ 3633 h 8631"/>
              <a:gd name="connsiteX45-11443" fmla="*/ 9226 w 10000"/>
              <a:gd name="connsiteY45-11444" fmla="*/ 3403 h 8631"/>
              <a:gd name="connsiteX46-11445" fmla="*/ 9390 w 10000"/>
              <a:gd name="connsiteY46-11446" fmla="*/ 3633 h 8631"/>
              <a:gd name="connsiteX47-11447" fmla="*/ 9473 w 10000"/>
              <a:gd name="connsiteY47-11448" fmla="*/ 3633 h 8631"/>
              <a:gd name="connsiteX48-11449" fmla="*/ 9654 w 10000"/>
              <a:gd name="connsiteY48-11450" fmla="*/ 3901 h 8631"/>
              <a:gd name="connsiteX49-11451" fmla="*/ 9736 w 10000"/>
              <a:gd name="connsiteY49-11452" fmla="*/ 3901 h 8631"/>
              <a:gd name="connsiteX50-11453" fmla="*/ 9918 w 10000"/>
              <a:gd name="connsiteY50-11454" fmla="*/ 4350 h 8631"/>
              <a:gd name="connsiteX51-11455" fmla="*/ 10000 w 10000"/>
              <a:gd name="connsiteY51-11456" fmla="*/ 4625 h 8631"/>
              <a:gd name="connsiteX52-11457" fmla="*/ 10000 w 10000"/>
              <a:gd name="connsiteY52-11458" fmla="*/ 4848 h 8631"/>
              <a:gd name="connsiteX53-11459" fmla="*/ 10000 w 10000"/>
              <a:gd name="connsiteY53-11460" fmla="*/ 5075 h 8631"/>
              <a:gd name="connsiteX54-11461" fmla="*/ 10000 w 10000"/>
              <a:gd name="connsiteY54-11462" fmla="*/ 5075 h 8631"/>
              <a:gd name="connsiteX55-11463" fmla="*/ 10000 w 10000"/>
              <a:gd name="connsiteY55-11464" fmla="*/ 5298 h 8631"/>
              <a:gd name="connsiteX56-11465" fmla="*/ 9918 w 10000"/>
              <a:gd name="connsiteY56-11466" fmla="*/ 5298 h 8631"/>
              <a:gd name="connsiteX57-11467" fmla="*/ 9819 w 10000"/>
              <a:gd name="connsiteY57-11468" fmla="*/ 5298 h 8631"/>
              <a:gd name="connsiteX58-11469" fmla="*/ 9736 w 10000"/>
              <a:gd name="connsiteY58-11470" fmla="*/ 5572 h 8631"/>
              <a:gd name="connsiteX59-11471" fmla="*/ 9572 w 10000"/>
              <a:gd name="connsiteY59-11472" fmla="*/ 5572 h 8631"/>
              <a:gd name="connsiteX60-11473" fmla="*/ 9390 w 10000"/>
              <a:gd name="connsiteY60-11474" fmla="*/ 5572 h 8631"/>
              <a:gd name="connsiteX61-11475" fmla="*/ 9127 w 10000"/>
              <a:gd name="connsiteY61-11476" fmla="*/ 5572 h 8631"/>
              <a:gd name="connsiteX62-11477" fmla="*/ 8863 w 10000"/>
              <a:gd name="connsiteY62-11478" fmla="*/ 5572 h 8631"/>
              <a:gd name="connsiteX63-11479" fmla="*/ 8616 w 10000"/>
              <a:gd name="connsiteY63-11480" fmla="*/ 5572 h 8631"/>
              <a:gd name="connsiteX64-11481" fmla="*/ 8353 w 10000"/>
              <a:gd name="connsiteY64-11482" fmla="*/ 5572 h 8631"/>
              <a:gd name="connsiteX65-11483" fmla="*/ 8007 w 10000"/>
              <a:gd name="connsiteY65-11484" fmla="*/ 5572 h 8631"/>
              <a:gd name="connsiteX66-11485" fmla="*/ 7661 w 10000"/>
              <a:gd name="connsiteY66-11486" fmla="*/ 5572 h 8631"/>
              <a:gd name="connsiteX67-11487" fmla="*/ 7298 w 10000"/>
              <a:gd name="connsiteY67-11488" fmla="*/ 5792 h 8631"/>
              <a:gd name="connsiteX68-11489" fmla="*/ 6870 w 10000"/>
              <a:gd name="connsiteY68-11490" fmla="*/ 5792 h 8631"/>
              <a:gd name="connsiteX69-11491" fmla="*/ 6442 w 10000"/>
              <a:gd name="connsiteY69-11492" fmla="*/ 5792 h 8631"/>
              <a:gd name="connsiteX70-11493" fmla="*/ 5651 w 10000"/>
              <a:gd name="connsiteY70-11494" fmla="*/ 6015 h 8631"/>
              <a:gd name="connsiteX71-11495" fmla="*/ 4876 w 10000"/>
              <a:gd name="connsiteY71-11496" fmla="*/ 6284 h 8631"/>
              <a:gd name="connsiteX72-11497" fmla="*/ 4185 w 10000"/>
              <a:gd name="connsiteY72-11498" fmla="*/ 6517 h 8631"/>
              <a:gd name="connsiteX73-11499" fmla="*/ 3476 w 10000"/>
              <a:gd name="connsiteY73-11500" fmla="*/ 6741 h 8631"/>
              <a:gd name="connsiteX74-11501" fmla="*/ 3130 w 10000"/>
              <a:gd name="connsiteY74-11502" fmla="*/ 6741 h 8631"/>
              <a:gd name="connsiteX75-11503" fmla="*/ 2883 w 10000"/>
              <a:gd name="connsiteY75-11504" fmla="*/ 6963 h 8631"/>
              <a:gd name="connsiteX76-11505" fmla="*/ 2521 w 10000"/>
              <a:gd name="connsiteY76-11506" fmla="*/ 7237 h 8631"/>
              <a:gd name="connsiteX77-11507" fmla="*/ 2273 w 10000"/>
              <a:gd name="connsiteY77-11508" fmla="*/ 7237 h 8631"/>
              <a:gd name="connsiteX78-11509" fmla="*/ 2092 w 10000"/>
              <a:gd name="connsiteY78-11510" fmla="*/ 7457 h 8631"/>
              <a:gd name="connsiteX79-11511" fmla="*/ 1829 w 10000"/>
              <a:gd name="connsiteY79-11512" fmla="*/ 7457 h 8631"/>
              <a:gd name="connsiteX80-11513" fmla="*/ 1664 w 10000"/>
              <a:gd name="connsiteY80-11514" fmla="*/ 7685 h 8631"/>
              <a:gd name="connsiteX81-11515" fmla="*/ 1400 w 10000"/>
              <a:gd name="connsiteY81-11516" fmla="*/ 7954 h 8631"/>
              <a:gd name="connsiteX82-11517" fmla="*/ 1219 w 10000"/>
              <a:gd name="connsiteY82-11518" fmla="*/ 7954 h 8631"/>
              <a:gd name="connsiteX83-11519" fmla="*/ 1137 w 10000"/>
              <a:gd name="connsiteY83-11520" fmla="*/ 8178 h 8631"/>
              <a:gd name="connsiteX84-11521" fmla="*/ 956 w 10000"/>
              <a:gd name="connsiteY84-11522" fmla="*/ 8178 h 8631"/>
              <a:gd name="connsiteX85-11523" fmla="*/ 873 w 10000"/>
              <a:gd name="connsiteY85-11524" fmla="*/ 8408 h 8631"/>
              <a:gd name="connsiteX86-11525" fmla="*/ 791 w 10000"/>
              <a:gd name="connsiteY86-11526" fmla="*/ 8408 h 8631"/>
              <a:gd name="connsiteX87-11527" fmla="*/ 708 w 10000"/>
              <a:gd name="connsiteY87-11528" fmla="*/ 8408 h 8631"/>
              <a:gd name="connsiteX88-11529" fmla="*/ 527 w 10000"/>
              <a:gd name="connsiteY88-11530" fmla="*/ 8631 h 8631"/>
              <a:gd name="connsiteX89-11531" fmla="*/ 445 w 10000"/>
              <a:gd name="connsiteY89-11532" fmla="*/ 8408 h 8631"/>
              <a:gd name="connsiteX90-11533" fmla="*/ 362 w 10000"/>
              <a:gd name="connsiteY90-11534" fmla="*/ 8408 h 8631"/>
              <a:gd name="connsiteX91-11535" fmla="*/ 264 w 10000"/>
              <a:gd name="connsiteY91-11536" fmla="*/ 8178 h 8631"/>
              <a:gd name="connsiteX92-11537" fmla="*/ 181 w 10000"/>
              <a:gd name="connsiteY92-11538" fmla="*/ 7685 h 8631"/>
              <a:gd name="connsiteX93-11539" fmla="*/ 99 w 10000"/>
              <a:gd name="connsiteY93-11540" fmla="*/ 7237 h 8631"/>
              <a:gd name="connsiteX94-11541" fmla="*/ 0 w 10000"/>
              <a:gd name="connsiteY94-11542" fmla="*/ 6963 h 8631"/>
              <a:gd name="connsiteX95-11543" fmla="*/ 0 w 10000"/>
              <a:gd name="connsiteY95-11544" fmla="*/ 6741 h 8631"/>
              <a:gd name="connsiteX96-11545" fmla="*/ 0 w 10000"/>
              <a:gd name="connsiteY96-11546" fmla="*/ 6517 h 8631"/>
              <a:gd name="connsiteX97-11547" fmla="*/ 0 w 10000"/>
              <a:gd name="connsiteY97-11548" fmla="*/ 6517 h 8631"/>
              <a:gd name="connsiteX98-11549" fmla="*/ 99 w 10000"/>
              <a:gd name="connsiteY98-11550" fmla="*/ 6284 h 8631"/>
              <a:gd name="connsiteX99-11551" fmla="*/ 181 w 10000"/>
              <a:gd name="connsiteY99-11552" fmla="*/ 6015 h 8631"/>
              <a:gd name="connsiteX100-11553" fmla="*/ 362 w 10000"/>
              <a:gd name="connsiteY100-11554" fmla="*/ 5792 h 8631"/>
              <a:gd name="connsiteX101-11555" fmla="*/ 527 w 10000"/>
              <a:gd name="connsiteY101-11556" fmla="*/ 5572 h 8631"/>
              <a:gd name="connsiteX102-11557" fmla="*/ 610 w 10000"/>
              <a:gd name="connsiteY102-11558" fmla="*/ 5298 h 8631"/>
              <a:gd name="connsiteX103-11559" fmla="*/ 708 w 10000"/>
              <a:gd name="connsiteY103-11560" fmla="*/ 5075 h 8631"/>
              <a:gd name="connsiteX104-11561" fmla="*/ 873 w 10000"/>
              <a:gd name="connsiteY104-11562" fmla="*/ 4848 h 8631"/>
              <a:gd name="connsiteX105-11563" fmla="*/ 1054 w 10000"/>
              <a:gd name="connsiteY105-11564" fmla="*/ 4350 h 8631"/>
              <a:gd name="connsiteX106-11565" fmla="*/ 1137 w 10000"/>
              <a:gd name="connsiteY106-11566" fmla="*/ 4130 h 8631"/>
              <a:gd name="connsiteX107-11567" fmla="*/ 1318 w 10000"/>
              <a:gd name="connsiteY107-11568" fmla="*/ 3633 h 8631"/>
              <a:gd name="connsiteX108-11569" fmla="*/ 1483 w 10000"/>
              <a:gd name="connsiteY108-11570" fmla="*/ 3180 h 8631"/>
              <a:gd name="connsiteX109-11571" fmla="*/ 1483 w 10000"/>
              <a:gd name="connsiteY109-11572" fmla="*/ 3180 h 8631"/>
              <a:gd name="connsiteX0-11573" fmla="*/ 1483 w 10000"/>
              <a:gd name="connsiteY0-11574" fmla="*/ 3597 h 9913"/>
              <a:gd name="connsiteX1-11575" fmla="*/ 1664 w 10000"/>
              <a:gd name="connsiteY1-11576" fmla="*/ 2763 h 9913"/>
              <a:gd name="connsiteX2-11577" fmla="*/ 1911 w 10000"/>
              <a:gd name="connsiteY2-11578" fmla="*/ 1931 h 9913"/>
              <a:gd name="connsiteX3-11579" fmla="*/ 2092 w 10000"/>
              <a:gd name="connsiteY3-11580" fmla="*/ 1094 h 9913"/>
              <a:gd name="connsiteX4-11581" fmla="*/ 2356 w 10000"/>
              <a:gd name="connsiteY4-11582" fmla="*/ 0 h 9913"/>
              <a:gd name="connsiteX5-11583" fmla="*/ 2965 w 10000"/>
              <a:gd name="connsiteY5-11584" fmla="*/ 1410 h 9913"/>
              <a:gd name="connsiteX6-11585" fmla="*/ 2784 w 10000"/>
              <a:gd name="connsiteY6-11586" fmla="*/ 2189 h 9913"/>
              <a:gd name="connsiteX7-11587" fmla="*/ 2619 w 10000"/>
              <a:gd name="connsiteY7-11588" fmla="*/ 3025 h 9913"/>
              <a:gd name="connsiteX8-11589" fmla="*/ 2438 w 10000"/>
              <a:gd name="connsiteY8-11590" fmla="*/ 3597 h 9913"/>
              <a:gd name="connsiteX9-11591" fmla="*/ 2273 w 10000"/>
              <a:gd name="connsiteY9-11592" fmla="*/ 4122 h 9913"/>
              <a:gd name="connsiteX10-11593" fmla="*/ 2092 w 10000"/>
              <a:gd name="connsiteY10-11594" fmla="*/ 4698 h 9913"/>
              <a:gd name="connsiteX11-11595" fmla="*/ 2010 w 10000"/>
              <a:gd name="connsiteY11-11596" fmla="*/ 5272 h 9913"/>
              <a:gd name="connsiteX12-11597" fmla="*/ 1911 w 10000"/>
              <a:gd name="connsiteY12-11598" fmla="*/ 5530 h 9913"/>
              <a:gd name="connsiteX13-11599" fmla="*/ 1829 w 10000"/>
              <a:gd name="connsiteY13-11600" fmla="*/ 5793 h 9913"/>
              <a:gd name="connsiteX14-11601" fmla="*/ 1746 w 10000"/>
              <a:gd name="connsiteY14-11602" fmla="*/ 6051 h 9913"/>
              <a:gd name="connsiteX15-11603" fmla="*/ 1746 w 10000"/>
              <a:gd name="connsiteY15-11604" fmla="*/ 6369 h 9913"/>
              <a:gd name="connsiteX16-11605" fmla="*/ 1746 w 10000"/>
              <a:gd name="connsiteY16-11606" fmla="*/ 6369 h 9913"/>
              <a:gd name="connsiteX17-11607" fmla="*/ 1829 w 10000"/>
              <a:gd name="connsiteY17-11608" fmla="*/ 6369 h 9913"/>
              <a:gd name="connsiteX18-11609" fmla="*/ 1911 w 10000"/>
              <a:gd name="connsiteY18-11610" fmla="*/ 6624 h 9913"/>
              <a:gd name="connsiteX19-11611" fmla="*/ 2010 w 10000"/>
              <a:gd name="connsiteY19-11612" fmla="*/ 6624 h 9913"/>
              <a:gd name="connsiteX20-11613" fmla="*/ 2175 w 10000"/>
              <a:gd name="connsiteY20-11614" fmla="*/ 6624 h 9913"/>
              <a:gd name="connsiteX21-11615" fmla="*/ 2273 w 10000"/>
              <a:gd name="connsiteY21-11616" fmla="*/ 6369 h 9913"/>
              <a:gd name="connsiteX22-11617" fmla="*/ 2356 w 10000"/>
              <a:gd name="connsiteY22-11618" fmla="*/ 6369 h 9913"/>
              <a:gd name="connsiteX23-11619" fmla="*/ 2521 w 10000"/>
              <a:gd name="connsiteY23-11620" fmla="*/ 6369 h 9913"/>
              <a:gd name="connsiteX24-11621" fmla="*/ 2702 w 10000"/>
              <a:gd name="connsiteY24-11622" fmla="*/ 6369 h 9913"/>
              <a:gd name="connsiteX25-11623" fmla="*/ 2883 w 10000"/>
              <a:gd name="connsiteY25-11624" fmla="*/ 6051 h 9913"/>
              <a:gd name="connsiteX26-11625" fmla="*/ 3048 w 10000"/>
              <a:gd name="connsiteY26-11626" fmla="*/ 6051 h 9913"/>
              <a:gd name="connsiteX27-11627" fmla="*/ 3311 w 10000"/>
              <a:gd name="connsiteY27-11628" fmla="*/ 6051 h 9913"/>
              <a:gd name="connsiteX28-11629" fmla="*/ 3575 w 10000"/>
              <a:gd name="connsiteY28-11630" fmla="*/ 6051 h 9913"/>
              <a:gd name="connsiteX29-11631" fmla="*/ 3921 w 10000"/>
              <a:gd name="connsiteY29-11632" fmla="*/ 5793 h 9913"/>
              <a:gd name="connsiteX30-11633" fmla="*/ 4267 w 10000"/>
              <a:gd name="connsiteY30-11634" fmla="*/ 5793 h 9913"/>
              <a:gd name="connsiteX31-11635" fmla="*/ 4613 w 10000"/>
              <a:gd name="connsiteY31-11636" fmla="*/ 5793 h 9913"/>
              <a:gd name="connsiteX32-11637" fmla="*/ 4959 w 10000"/>
              <a:gd name="connsiteY32-11638" fmla="*/ 5530 h 9913"/>
              <a:gd name="connsiteX33-11639" fmla="*/ 5387 w 10000"/>
              <a:gd name="connsiteY33-11640" fmla="*/ 5272 h 9913"/>
              <a:gd name="connsiteX34-11641" fmla="*/ 5832 w 10000"/>
              <a:gd name="connsiteY34-11642" fmla="*/ 5272 h 9913"/>
              <a:gd name="connsiteX35-11643" fmla="*/ 6343 w 10000"/>
              <a:gd name="connsiteY35-11644" fmla="*/ 4953 h 9913"/>
              <a:gd name="connsiteX36-11645" fmla="*/ 6787 w 10000"/>
              <a:gd name="connsiteY36-11646" fmla="*/ 4953 h 9913"/>
              <a:gd name="connsiteX37-11647" fmla="*/ 7298 w 10000"/>
              <a:gd name="connsiteY37-11648" fmla="*/ 4698 h 9913"/>
              <a:gd name="connsiteX38-11649" fmla="*/ 7743 w 10000"/>
              <a:gd name="connsiteY38-11650" fmla="*/ 4433 h 9913"/>
              <a:gd name="connsiteX39-11651" fmla="*/ 8171 w 10000"/>
              <a:gd name="connsiteY39-11652" fmla="*/ 4433 h 9913"/>
              <a:gd name="connsiteX40-11653" fmla="*/ 8435 w 10000"/>
              <a:gd name="connsiteY40-11654" fmla="*/ 4122 h 9913"/>
              <a:gd name="connsiteX41-11655" fmla="*/ 8699 w 10000"/>
              <a:gd name="connsiteY41-11656" fmla="*/ 4122 h 9913"/>
              <a:gd name="connsiteX42-11657" fmla="*/ 8962 w 10000"/>
              <a:gd name="connsiteY42-11658" fmla="*/ 4122 h 9913"/>
              <a:gd name="connsiteX43-11659" fmla="*/ 9127 w 10000"/>
              <a:gd name="connsiteY43-11660" fmla="*/ 4122 h 9913"/>
              <a:gd name="connsiteX44-11661" fmla="*/ 9226 w 10000"/>
              <a:gd name="connsiteY44-11662" fmla="*/ 3856 h 9913"/>
              <a:gd name="connsiteX45-11663" fmla="*/ 9390 w 10000"/>
              <a:gd name="connsiteY45-11664" fmla="*/ 4122 h 9913"/>
              <a:gd name="connsiteX46-11665" fmla="*/ 9473 w 10000"/>
              <a:gd name="connsiteY46-11666" fmla="*/ 4122 h 9913"/>
              <a:gd name="connsiteX47-11667" fmla="*/ 9654 w 10000"/>
              <a:gd name="connsiteY47-11668" fmla="*/ 4433 h 9913"/>
              <a:gd name="connsiteX48-11669" fmla="*/ 9736 w 10000"/>
              <a:gd name="connsiteY48-11670" fmla="*/ 4433 h 9913"/>
              <a:gd name="connsiteX49-11671" fmla="*/ 9918 w 10000"/>
              <a:gd name="connsiteY49-11672" fmla="*/ 4953 h 9913"/>
              <a:gd name="connsiteX50-11673" fmla="*/ 10000 w 10000"/>
              <a:gd name="connsiteY50-11674" fmla="*/ 5272 h 9913"/>
              <a:gd name="connsiteX51-11675" fmla="*/ 10000 w 10000"/>
              <a:gd name="connsiteY51-11676" fmla="*/ 5530 h 9913"/>
              <a:gd name="connsiteX52-11677" fmla="*/ 10000 w 10000"/>
              <a:gd name="connsiteY52-11678" fmla="*/ 5793 h 9913"/>
              <a:gd name="connsiteX53-11679" fmla="*/ 10000 w 10000"/>
              <a:gd name="connsiteY53-11680" fmla="*/ 5793 h 9913"/>
              <a:gd name="connsiteX54-11681" fmla="*/ 10000 w 10000"/>
              <a:gd name="connsiteY54-11682" fmla="*/ 6051 h 9913"/>
              <a:gd name="connsiteX55-11683" fmla="*/ 9918 w 10000"/>
              <a:gd name="connsiteY55-11684" fmla="*/ 6051 h 9913"/>
              <a:gd name="connsiteX56-11685" fmla="*/ 9819 w 10000"/>
              <a:gd name="connsiteY56-11686" fmla="*/ 6051 h 9913"/>
              <a:gd name="connsiteX57-11687" fmla="*/ 9736 w 10000"/>
              <a:gd name="connsiteY57-11688" fmla="*/ 6369 h 9913"/>
              <a:gd name="connsiteX58-11689" fmla="*/ 9572 w 10000"/>
              <a:gd name="connsiteY58-11690" fmla="*/ 6369 h 9913"/>
              <a:gd name="connsiteX59-11691" fmla="*/ 9390 w 10000"/>
              <a:gd name="connsiteY59-11692" fmla="*/ 6369 h 9913"/>
              <a:gd name="connsiteX60-11693" fmla="*/ 9127 w 10000"/>
              <a:gd name="connsiteY60-11694" fmla="*/ 6369 h 9913"/>
              <a:gd name="connsiteX61-11695" fmla="*/ 8863 w 10000"/>
              <a:gd name="connsiteY61-11696" fmla="*/ 6369 h 9913"/>
              <a:gd name="connsiteX62-11697" fmla="*/ 8616 w 10000"/>
              <a:gd name="connsiteY62-11698" fmla="*/ 6369 h 9913"/>
              <a:gd name="connsiteX63-11699" fmla="*/ 8353 w 10000"/>
              <a:gd name="connsiteY63-11700" fmla="*/ 6369 h 9913"/>
              <a:gd name="connsiteX64-11701" fmla="*/ 8007 w 10000"/>
              <a:gd name="connsiteY64-11702" fmla="*/ 6369 h 9913"/>
              <a:gd name="connsiteX65-11703" fmla="*/ 7661 w 10000"/>
              <a:gd name="connsiteY65-11704" fmla="*/ 6369 h 9913"/>
              <a:gd name="connsiteX66-11705" fmla="*/ 7298 w 10000"/>
              <a:gd name="connsiteY66-11706" fmla="*/ 6624 h 9913"/>
              <a:gd name="connsiteX67-11707" fmla="*/ 6870 w 10000"/>
              <a:gd name="connsiteY67-11708" fmla="*/ 6624 h 9913"/>
              <a:gd name="connsiteX68-11709" fmla="*/ 6442 w 10000"/>
              <a:gd name="connsiteY68-11710" fmla="*/ 6624 h 9913"/>
              <a:gd name="connsiteX69-11711" fmla="*/ 5651 w 10000"/>
              <a:gd name="connsiteY69-11712" fmla="*/ 6882 h 9913"/>
              <a:gd name="connsiteX70-11713" fmla="*/ 4876 w 10000"/>
              <a:gd name="connsiteY70-11714" fmla="*/ 7194 h 9913"/>
              <a:gd name="connsiteX71-11715" fmla="*/ 4185 w 10000"/>
              <a:gd name="connsiteY71-11716" fmla="*/ 7464 h 9913"/>
              <a:gd name="connsiteX72-11717" fmla="*/ 3476 w 10000"/>
              <a:gd name="connsiteY72-11718" fmla="*/ 7723 h 9913"/>
              <a:gd name="connsiteX73-11719" fmla="*/ 3130 w 10000"/>
              <a:gd name="connsiteY73-11720" fmla="*/ 7723 h 9913"/>
              <a:gd name="connsiteX74-11721" fmla="*/ 2883 w 10000"/>
              <a:gd name="connsiteY74-11722" fmla="*/ 7980 h 9913"/>
              <a:gd name="connsiteX75-11723" fmla="*/ 2521 w 10000"/>
              <a:gd name="connsiteY75-11724" fmla="*/ 8298 h 9913"/>
              <a:gd name="connsiteX76-11725" fmla="*/ 2273 w 10000"/>
              <a:gd name="connsiteY76-11726" fmla="*/ 8298 h 9913"/>
              <a:gd name="connsiteX77-11727" fmla="*/ 2092 w 10000"/>
              <a:gd name="connsiteY77-11728" fmla="*/ 8553 h 9913"/>
              <a:gd name="connsiteX78-11729" fmla="*/ 1829 w 10000"/>
              <a:gd name="connsiteY78-11730" fmla="*/ 8553 h 9913"/>
              <a:gd name="connsiteX79-11731" fmla="*/ 1664 w 10000"/>
              <a:gd name="connsiteY79-11732" fmla="*/ 8817 h 9913"/>
              <a:gd name="connsiteX80-11733" fmla="*/ 1400 w 10000"/>
              <a:gd name="connsiteY80-11734" fmla="*/ 9129 h 9913"/>
              <a:gd name="connsiteX81-11735" fmla="*/ 1219 w 10000"/>
              <a:gd name="connsiteY81-11736" fmla="*/ 9129 h 9913"/>
              <a:gd name="connsiteX82-11737" fmla="*/ 1137 w 10000"/>
              <a:gd name="connsiteY82-11738" fmla="*/ 9388 h 9913"/>
              <a:gd name="connsiteX83-11739" fmla="*/ 956 w 10000"/>
              <a:gd name="connsiteY83-11740" fmla="*/ 9388 h 9913"/>
              <a:gd name="connsiteX84-11741" fmla="*/ 873 w 10000"/>
              <a:gd name="connsiteY84-11742" fmla="*/ 9655 h 9913"/>
              <a:gd name="connsiteX85-11743" fmla="*/ 791 w 10000"/>
              <a:gd name="connsiteY85-11744" fmla="*/ 9655 h 9913"/>
              <a:gd name="connsiteX86-11745" fmla="*/ 708 w 10000"/>
              <a:gd name="connsiteY86-11746" fmla="*/ 9655 h 9913"/>
              <a:gd name="connsiteX87-11747" fmla="*/ 527 w 10000"/>
              <a:gd name="connsiteY87-11748" fmla="*/ 9913 h 9913"/>
              <a:gd name="connsiteX88-11749" fmla="*/ 445 w 10000"/>
              <a:gd name="connsiteY88-11750" fmla="*/ 9655 h 9913"/>
              <a:gd name="connsiteX89-11751" fmla="*/ 362 w 10000"/>
              <a:gd name="connsiteY89-11752" fmla="*/ 9655 h 9913"/>
              <a:gd name="connsiteX90-11753" fmla="*/ 264 w 10000"/>
              <a:gd name="connsiteY90-11754" fmla="*/ 9388 h 9913"/>
              <a:gd name="connsiteX91-11755" fmla="*/ 181 w 10000"/>
              <a:gd name="connsiteY91-11756" fmla="*/ 8817 h 9913"/>
              <a:gd name="connsiteX92-11757" fmla="*/ 99 w 10000"/>
              <a:gd name="connsiteY92-11758" fmla="*/ 8298 h 9913"/>
              <a:gd name="connsiteX93-11759" fmla="*/ 0 w 10000"/>
              <a:gd name="connsiteY93-11760" fmla="*/ 7980 h 9913"/>
              <a:gd name="connsiteX94-11761" fmla="*/ 0 w 10000"/>
              <a:gd name="connsiteY94-11762" fmla="*/ 7723 h 9913"/>
              <a:gd name="connsiteX95-11763" fmla="*/ 0 w 10000"/>
              <a:gd name="connsiteY95-11764" fmla="*/ 7464 h 9913"/>
              <a:gd name="connsiteX96-11765" fmla="*/ 0 w 10000"/>
              <a:gd name="connsiteY96-11766" fmla="*/ 7464 h 9913"/>
              <a:gd name="connsiteX97-11767" fmla="*/ 99 w 10000"/>
              <a:gd name="connsiteY97-11768" fmla="*/ 7194 h 9913"/>
              <a:gd name="connsiteX98-11769" fmla="*/ 181 w 10000"/>
              <a:gd name="connsiteY98-11770" fmla="*/ 6882 h 9913"/>
              <a:gd name="connsiteX99-11771" fmla="*/ 362 w 10000"/>
              <a:gd name="connsiteY99-11772" fmla="*/ 6624 h 9913"/>
              <a:gd name="connsiteX100-11773" fmla="*/ 527 w 10000"/>
              <a:gd name="connsiteY100-11774" fmla="*/ 6369 h 9913"/>
              <a:gd name="connsiteX101-11775" fmla="*/ 610 w 10000"/>
              <a:gd name="connsiteY101-11776" fmla="*/ 6051 h 9913"/>
              <a:gd name="connsiteX102-11777" fmla="*/ 708 w 10000"/>
              <a:gd name="connsiteY102-11778" fmla="*/ 5793 h 9913"/>
              <a:gd name="connsiteX103-11779" fmla="*/ 873 w 10000"/>
              <a:gd name="connsiteY103-11780" fmla="*/ 5530 h 9913"/>
              <a:gd name="connsiteX104-11781" fmla="*/ 1054 w 10000"/>
              <a:gd name="connsiteY104-11782" fmla="*/ 4953 h 9913"/>
              <a:gd name="connsiteX105-11783" fmla="*/ 1137 w 10000"/>
              <a:gd name="connsiteY105-11784" fmla="*/ 4698 h 9913"/>
              <a:gd name="connsiteX106-11785" fmla="*/ 1318 w 10000"/>
              <a:gd name="connsiteY106-11786" fmla="*/ 4122 h 9913"/>
              <a:gd name="connsiteX107-11787" fmla="*/ 1483 w 10000"/>
              <a:gd name="connsiteY107-11788" fmla="*/ 3597 h 9913"/>
              <a:gd name="connsiteX108-11789" fmla="*/ 1483 w 10000"/>
              <a:gd name="connsiteY108-11790" fmla="*/ 3597 h 9913"/>
              <a:gd name="connsiteX0-11791" fmla="*/ 1483 w 10000"/>
              <a:gd name="connsiteY0-11792" fmla="*/ 3629 h 10000"/>
              <a:gd name="connsiteX1-11793" fmla="*/ 1664 w 10000"/>
              <a:gd name="connsiteY1-11794" fmla="*/ 2787 h 10000"/>
              <a:gd name="connsiteX2-11795" fmla="*/ 1911 w 10000"/>
              <a:gd name="connsiteY2-11796" fmla="*/ 1948 h 10000"/>
              <a:gd name="connsiteX3-11797" fmla="*/ 2092 w 10000"/>
              <a:gd name="connsiteY3-11798" fmla="*/ 1104 h 10000"/>
              <a:gd name="connsiteX4-11799" fmla="*/ 2356 w 10000"/>
              <a:gd name="connsiteY4-11800" fmla="*/ 0 h 10000"/>
              <a:gd name="connsiteX5-11801" fmla="*/ 2784 w 10000"/>
              <a:gd name="connsiteY5-11802" fmla="*/ 2208 h 10000"/>
              <a:gd name="connsiteX6-11803" fmla="*/ 2619 w 10000"/>
              <a:gd name="connsiteY6-11804" fmla="*/ 3052 h 10000"/>
              <a:gd name="connsiteX7-11805" fmla="*/ 2438 w 10000"/>
              <a:gd name="connsiteY7-11806" fmla="*/ 3629 h 10000"/>
              <a:gd name="connsiteX8-11807" fmla="*/ 2273 w 10000"/>
              <a:gd name="connsiteY8-11808" fmla="*/ 4158 h 10000"/>
              <a:gd name="connsiteX9-11809" fmla="*/ 2092 w 10000"/>
              <a:gd name="connsiteY9-11810" fmla="*/ 4739 h 10000"/>
              <a:gd name="connsiteX10-11811" fmla="*/ 2010 w 10000"/>
              <a:gd name="connsiteY10-11812" fmla="*/ 5318 h 10000"/>
              <a:gd name="connsiteX11-11813" fmla="*/ 1911 w 10000"/>
              <a:gd name="connsiteY11-11814" fmla="*/ 5579 h 10000"/>
              <a:gd name="connsiteX12-11815" fmla="*/ 1829 w 10000"/>
              <a:gd name="connsiteY12-11816" fmla="*/ 5844 h 10000"/>
              <a:gd name="connsiteX13-11817" fmla="*/ 1746 w 10000"/>
              <a:gd name="connsiteY13-11818" fmla="*/ 6104 h 10000"/>
              <a:gd name="connsiteX14-11819" fmla="*/ 1746 w 10000"/>
              <a:gd name="connsiteY14-11820" fmla="*/ 6425 h 10000"/>
              <a:gd name="connsiteX15-11821" fmla="*/ 1746 w 10000"/>
              <a:gd name="connsiteY15-11822" fmla="*/ 6425 h 10000"/>
              <a:gd name="connsiteX16-11823" fmla="*/ 1829 w 10000"/>
              <a:gd name="connsiteY16-11824" fmla="*/ 6425 h 10000"/>
              <a:gd name="connsiteX17-11825" fmla="*/ 1911 w 10000"/>
              <a:gd name="connsiteY17-11826" fmla="*/ 6682 h 10000"/>
              <a:gd name="connsiteX18-11827" fmla="*/ 2010 w 10000"/>
              <a:gd name="connsiteY18-11828" fmla="*/ 6682 h 10000"/>
              <a:gd name="connsiteX19-11829" fmla="*/ 2175 w 10000"/>
              <a:gd name="connsiteY19-11830" fmla="*/ 6682 h 10000"/>
              <a:gd name="connsiteX20-11831" fmla="*/ 2273 w 10000"/>
              <a:gd name="connsiteY20-11832" fmla="*/ 6425 h 10000"/>
              <a:gd name="connsiteX21-11833" fmla="*/ 2356 w 10000"/>
              <a:gd name="connsiteY21-11834" fmla="*/ 6425 h 10000"/>
              <a:gd name="connsiteX22-11835" fmla="*/ 2521 w 10000"/>
              <a:gd name="connsiteY22-11836" fmla="*/ 6425 h 10000"/>
              <a:gd name="connsiteX23-11837" fmla="*/ 2702 w 10000"/>
              <a:gd name="connsiteY23-11838" fmla="*/ 6425 h 10000"/>
              <a:gd name="connsiteX24-11839" fmla="*/ 2883 w 10000"/>
              <a:gd name="connsiteY24-11840" fmla="*/ 6104 h 10000"/>
              <a:gd name="connsiteX25-11841" fmla="*/ 3048 w 10000"/>
              <a:gd name="connsiteY25-11842" fmla="*/ 6104 h 10000"/>
              <a:gd name="connsiteX26-11843" fmla="*/ 3311 w 10000"/>
              <a:gd name="connsiteY26-11844" fmla="*/ 6104 h 10000"/>
              <a:gd name="connsiteX27-11845" fmla="*/ 3575 w 10000"/>
              <a:gd name="connsiteY27-11846" fmla="*/ 6104 h 10000"/>
              <a:gd name="connsiteX28-11847" fmla="*/ 3921 w 10000"/>
              <a:gd name="connsiteY28-11848" fmla="*/ 5844 h 10000"/>
              <a:gd name="connsiteX29-11849" fmla="*/ 4267 w 10000"/>
              <a:gd name="connsiteY29-11850" fmla="*/ 5844 h 10000"/>
              <a:gd name="connsiteX30-11851" fmla="*/ 4613 w 10000"/>
              <a:gd name="connsiteY30-11852" fmla="*/ 5844 h 10000"/>
              <a:gd name="connsiteX31-11853" fmla="*/ 4959 w 10000"/>
              <a:gd name="connsiteY31-11854" fmla="*/ 5579 h 10000"/>
              <a:gd name="connsiteX32-11855" fmla="*/ 5387 w 10000"/>
              <a:gd name="connsiteY32-11856" fmla="*/ 5318 h 10000"/>
              <a:gd name="connsiteX33-11857" fmla="*/ 5832 w 10000"/>
              <a:gd name="connsiteY33-11858" fmla="*/ 5318 h 10000"/>
              <a:gd name="connsiteX34-11859" fmla="*/ 6343 w 10000"/>
              <a:gd name="connsiteY34-11860" fmla="*/ 4996 h 10000"/>
              <a:gd name="connsiteX35-11861" fmla="*/ 6787 w 10000"/>
              <a:gd name="connsiteY35-11862" fmla="*/ 4996 h 10000"/>
              <a:gd name="connsiteX36-11863" fmla="*/ 7298 w 10000"/>
              <a:gd name="connsiteY36-11864" fmla="*/ 4739 h 10000"/>
              <a:gd name="connsiteX37-11865" fmla="*/ 7743 w 10000"/>
              <a:gd name="connsiteY37-11866" fmla="*/ 4472 h 10000"/>
              <a:gd name="connsiteX38-11867" fmla="*/ 8171 w 10000"/>
              <a:gd name="connsiteY38-11868" fmla="*/ 4472 h 10000"/>
              <a:gd name="connsiteX39-11869" fmla="*/ 8435 w 10000"/>
              <a:gd name="connsiteY39-11870" fmla="*/ 4158 h 10000"/>
              <a:gd name="connsiteX40-11871" fmla="*/ 8699 w 10000"/>
              <a:gd name="connsiteY40-11872" fmla="*/ 4158 h 10000"/>
              <a:gd name="connsiteX41-11873" fmla="*/ 8962 w 10000"/>
              <a:gd name="connsiteY41-11874" fmla="*/ 4158 h 10000"/>
              <a:gd name="connsiteX42-11875" fmla="*/ 9127 w 10000"/>
              <a:gd name="connsiteY42-11876" fmla="*/ 4158 h 10000"/>
              <a:gd name="connsiteX43-11877" fmla="*/ 9226 w 10000"/>
              <a:gd name="connsiteY43-11878" fmla="*/ 3890 h 10000"/>
              <a:gd name="connsiteX44-11879" fmla="*/ 9390 w 10000"/>
              <a:gd name="connsiteY44-11880" fmla="*/ 4158 h 10000"/>
              <a:gd name="connsiteX45-11881" fmla="*/ 9473 w 10000"/>
              <a:gd name="connsiteY45-11882" fmla="*/ 4158 h 10000"/>
              <a:gd name="connsiteX46-11883" fmla="*/ 9654 w 10000"/>
              <a:gd name="connsiteY46-11884" fmla="*/ 4472 h 10000"/>
              <a:gd name="connsiteX47-11885" fmla="*/ 9736 w 10000"/>
              <a:gd name="connsiteY47-11886" fmla="*/ 4472 h 10000"/>
              <a:gd name="connsiteX48-11887" fmla="*/ 9918 w 10000"/>
              <a:gd name="connsiteY48-11888" fmla="*/ 4996 h 10000"/>
              <a:gd name="connsiteX49-11889" fmla="*/ 10000 w 10000"/>
              <a:gd name="connsiteY49-11890" fmla="*/ 5318 h 10000"/>
              <a:gd name="connsiteX50-11891" fmla="*/ 10000 w 10000"/>
              <a:gd name="connsiteY50-11892" fmla="*/ 5579 h 10000"/>
              <a:gd name="connsiteX51-11893" fmla="*/ 10000 w 10000"/>
              <a:gd name="connsiteY51-11894" fmla="*/ 5844 h 10000"/>
              <a:gd name="connsiteX52-11895" fmla="*/ 10000 w 10000"/>
              <a:gd name="connsiteY52-11896" fmla="*/ 5844 h 10000"/>
              <a:gd name="connsiteX53-11897" fmla="*/ 10000 w 10000"/>
              <a:gd name="connsiteY53-11898" fmla="*/ 6104 h 10000"/>
              <a:gd name="connsiteX54-11899" fmla="*/ 9918 w 10000"/>
              <a:gd name="connsiteY54-11900" fmla="*/ 6104 h 10000"/>
              <a:gd name="connsiteX55-11901" fmla="*/ 9819 w 10000"/>
              <a:gd name="connsiteY55-11902" fmla="*/ 6104 h 10000"/>
              <a:gd name="connsiteX56-11903" fmla="*/ 9736 w 10000"/>
              <a:gd name="connsiteY56-11904" fmla="*/ 6425 h 10000"/>
              <a:gd name="connsiteX57-11905" fmla="*/ 9572 w 10000"/>
              <a:gd name="connsiteY57-11906" fmla="*/ 6425 h 10000"/>
              <a:gd name="connsiteX58-11907" fmla="*/ 9390 w 10000"/>
              <a:gd name="connsiteY58-11908" fmla="*/ 6425 h 10000"/>
              <a:gd name="connsiteX59-11909" fmla="*/ 9127 w 10000"/>
              <a:gd name="connsiteY59-11910" fmla="*/ 6425 h 10000"/>
              <a:gd name="connsiteX60-11911" fmla="*/ 8863 w 10000"/>
              <a:gd name="connsiteY60-11912" fmla="*/ 6425 h 10000"/>
              <a:gd name="connsiteX61-11913" fmla="*/ 8616 w 10000"/>
              <a:gd name="connsiteY61-11914" fmla="*/ 6425 h 10000"/>
              <a:gd name="connsiteX62-11915" fmla="*/ 8353 w 10000"/>
              <a:gd name="connsiteY62-11916" fmla="*/ 6425 h 10000"/>
              <a:gd name="connsiteX63-11917" fmla="*/ 8007 w 10000"/>
              <a:gd name="connsiteY63-11918" fmla="*/ 6425 h 10000"/>
              <a:gd name="connsiteX64-11919" fmla="*/ 7661 w 10000"/>
              <a:gd name="connsiteY64-11920" fmla="*/ 6425 h 10000"/>
              <a:gd name="connsiteX65-11921" fmla="*/ 7298 w 10000"/>
              <a:gd name="connsiteY65-11922" fmla="*/ 6682 h 10000"/>
              <a:gd name="connsiteX66-11923" fmla="*/ 6870 w 10000"/>
              <a:gd name="connsiteY66-11924" fmla="*/ 6682 h 10000"/>
              <a:gd name="connsiteX67-11925" fmla="*/ 6442 w 10000"/>
              <a:gd name="connsiteY67-11926" fmla="*/ 6682 h 10000"/>
              <a:gd name="connsiteX68-11927" fmla="*/ 5651 w 10000"/>
              <a:gd name="connsiteY68-11928" fmla="*/ 6942 h 10000"/>
              <a:gd name="connsiteX69-11929" fmla="*/ 4876 w 10000"/>
              <a:gd name="connsiteY69-11930" fmla="*/ 7257 h 10000"/>
              <a:gd name="connsiteX70-11931" fmla="*/ 4185 w 10000"/>
              <a:gd name="connsiteY70-11932" fmla="*/ 7530 h 10000"/>
              <a:gd name="connsiteX71-11933" fmla="*/ 3476 w 10000"/>
              <a:gd name="connsiteY71-11934" fmla="*/ 7791 h 10000"/>
              <a:gd name="connsiteX72-11935" fmla="*/ 3130 w 10000"/>
              <a:gd name="connsiteY72-11936" fmla="*/ 7791 h 10000"/>
              <a:gd name="connsiteX73-11937" fmla="*/ 2883 w 10000"/>
              <a:gd name="connsiteY73-11938" fmla="*/ 8050 h 10000"/>
              <a:gd name="connsiteX74-11939" fmla="*/ 2521 w 10000"/>
              <a:gd name="connsiteY74-11940" fmla="*/ 8371 h 10000"/>
              <a:gd name="connsiteX75-11941" fmla="*/ 2273 w 10000"/>
              <a:gd name="connsiteY75-11942" fmla="*/ 8371 h 10000"/>
              <a:gd name="connsiteX76-11943" fmla="*/ 2092 w 10000"/>
              <a:gd name="connsiteY76-11944" fmla="*/ 8628 h 10000"/>
              <a:gd name="connsiteX77-11945" fmla="*/ 1829 w 10000"/>
              <a:gd name="connsiteY77-11946" fmla="*/ 8628 h 10000"/>
              <a:gd name="connsiteX78-11947" fmla="*/ 1664 w 10000"/>
              <a:gd name="connsiteY78-11948" fmla="*/ 8894 h 10000"/>
              <a:gd name="connsiteX79-11949" fmla="*/ 1400 w 10000"/>
              <a:gd name="connsiteY79-11950" fmla="*/ 9209 h 10000"/>
              <a:gd name="connsiteX80-11951" fmla="*/ 1219 w 10000"/>
              <a:gd name="connsiteY80-11952" fmla="*/ 9209 h 10000"/>
              <a:gd name="connsiteX81-11953" fmla="*/ 1137 w 10000"/>
              <a:gd name="connsiteY81-11954" fmla="*/ 9470 h 10000"/>
              <a:gd name="connsiteX82-11955" fmla="*/ 956 w 10000"/>
              <a:gd name="connsiteY82-11956" fmla="*/ 9470 h 10000"/>
              <a:gd name="connsiteX83-11957" fmla="*/ 873 w 10000"/>
              <a:gd name="connsiteY83-11958" fmla="*/ 9740 h 10000"/>
              <a:gd name="connsiteX84-11959" fmla="*/ 791 w 10000"/>
              <a:gd name="connsiteY84-11960" fmla="*/ 9740 h 10000"/>
              <a:gd name="connsiteX85-11961" fmla="*/ 708 w 10000"/>
              <a:gd name="connsiteY85-11962" fmla="*/ 9740 h 10000"/>
              <a:gd name="connsiteX86-11963" fmla="*/ 527 w 10000"/>
              <a:gd name="connsiteY86-11964" fmla="*/ 10000 h 10000"/>
              <a:gd name="connsiteX87-11965" fmla="*/ 445 w 10000"/>
              <a:gd name="connsiteY87-11966" fmla="*/ 9740 h 10000"/>
              <a:gd name="connsiteX88-11967" fmla="*/ 362 w 10000"/>
              <a:gd name="connsiteY88-11968" fmla="*/ 9740 h 10000"/>
              <a:gd name="connsiteX89-11969" fmla="*/ 264 w 10000"/>
              <a:gd name="connsiteY89-11970" fmla="*/ 9470 h 10000"/>
              <a:gd name="connsiteX90-11971" fmla="*/ 181 w 10000"/>
              <a:gd name="connsiteY90-11972" fmla="*/ 8894 h 10000"/>
              <a:gd name="connsiteX91-11973" fmla="*/ 99 w 10000"/>
              <a:gd name="connsiteY91-11974" fmla="*/ 8371 h 10000"/>
              <a:gd name="connsiteX92-11975" fmla="*/ 0 w 10000"/>
              <a:gd name="connsiteY92-11976" fmla="*/ 8050 h 10000"/>
              <a:gd name="connsiteX93-11977" fmla="*/ 0 w 10000"/>
              <a:gd name="connsiteY93-11978" fmla="*/ 7791 h 10000"/>
              <a:gd name="connsiteX94-11979" fmla="*/ 0 w 10000"/>
              <a:gd name="connsiteY94-11980" fmla="*/ 7530 h 10000"/>
              <a:gd name="connsiteX95-11981" fmla="*/ 0 w 10000"/>
              <a:gd name="connsiteY95-11982" fmla="*/ 7530 h 10000"/>
              <a:gd name="connsiteX96-11983" fmla="*/ 99 w 10000"/>
              <a:gd name="connsiteY96-11984" fmla="*/ 7257 h 10000"/>
              <a:gd name="connsiteX97-11985" fmla="*/ 181 w 10000"/>
              <a:gd name="connsiteY97-11986" fmla="*/ 6942 h 10000"/>
              <a:gd name="connsiteX98-11987" fmla="*/ 362 w 10000"/>
              <a:gd name="connsiteY98-11988" fmla="*/ 6682 h 10000"/>
              <a:gd name="connsiteX99-11989" fmla="*/ 527 w 10000"/>
              <a:gd name="connsiteY99-11990" fmla="*/ 6425 h 10000"/>
              <a:gd name="connsiteX100-11991" fmla="*/ 610 w 10000"/>
              <a:gd name="connsiteY100-11992" fmla="*/ 6104 h 10000"/>
              <a:gd name="connsiteX101-11993" fmla="*/ 708 w 10000"/>
              <a:gd name="connsiteY101-11994" fmla="*/ 5844 h 10000"/>
              <a:gd name="connsiteX102-11995" fmla="*/ 873 w 10000"/>
              <a:gd name="connsiteY102-11996" fmla="*/ 5579 h 10000"/>
              <a:gd name="connsiteX103-11997" fmla="*/ 1054 w 10000"/>
              <a:gd name="connsiteY103-11998" fmla="*/ 4996 h 10000"/>
              <a:gd name="connsiteX104-11999" fmla="*/ 1137 w 10000"/>
              <a:gd name="connsiteY104-12000" fmla="*/ 4739 h 10000"/>
              <a:gd name="connsiteX105-12001" fmla="*/ 1318 w 10000"/>
              <a:gd name="connsiteY105-12002" fmla="*/ 4158 h 10000"/>
              <a:gd name="connsiteX106-12003" fmla="*/ 1483 w 10000"/>
              <a:gd name="connsiteY106-12004" fmla="*/ 3629 h 10000"/>
              <a:gd name="connsiteX107-12005" fmla="*/ 1483 w 10000"/>
              <a:gd name="connsiteY107-12006" fmla="*/ 3629 h 10000"/>
              <a:gd name="connsiteX0-12007" fmla="*/ 1483 w 10000"/>
              <a:gd name="connsiteY0-12008" fmla="*/ 3629 h 10000"/>
              <a:gd name="connsiteX1-12009" fmla="*/ 1664 w 10000"/>
              <a:gd name="connsiteY1-12010" fmla="*/ 2787 h 10000"/>
              <a:gd name="connsiteX2-12011" fmla="*/ 1911 w 10000"/>
              <a:gd name="connsiteY2-12012" fmla="*/ 1948 h 10000"/>
              <a:gd name="connsiteX3-12013" fmla="*/ 2092 w 10000"/>
              <a:gd name="connsiteY3-12014" fmla="*/ 1104 h 10000"/>
              <a:gd name="connsiteX4-12015" fmla="*/ 2356 w 10000"/>
              <a:gd name="connsiteY4-12016" fmla="*/ 0 h 10000"/>
              <a:gd name="connsiteX5-12017" fmla="*/ 2619 w 10000"/>
              <a:gd name="connsiteY5-12018" fmla="*/ 3052 h 10000"/>
              <a:gd name="connsiteX6-12019" fmla="*/ 2438 w 10000"/>
              <a:gd name="connsiteY6-12020" fmla="*/ 3629 h 10000"/>
              <a:gd name="connsiteX7-12021" fmla="*/ 2273 w 10000"/>
              <a:gd name="connsiteY7-12022" fmla="*/ 4158 h 10000"/>
              <a:gd name="connsiteX8-12023" fmla="*/ 2092 w 10000"/>
              <a:gd name="connsiteY8-12024" fmla="*/ 4739 h 10000"/>
              <a:gd name="connsiteX9-12025" fmla="*/ 2010 w 10000"/>
              <a:gd name="connsiteY9-12026" fmla="*/ 5318 h 10000"/>
              <a:gd name="connsiteX10-12027" fmla="*/ 1911 w 10000"/>
              <a:gd name="connsiteY10-12028" fmla="*/ 5579 h 10000"/>
              <a:gd name="connsiteX11-12029" fmla="*/ 1829 w 10000"/>
              <a:gd name="connsiteY11-12030" fmla="*/ 5844 h 10000"/>
              <a:gd name="connsiteX12-12031" fmla="*/ 1746 w 10000"/>
              <a:gd name="connsiteY12-12032" fmla="*/ 6104 h 10000"/>
              <a:gd name="connsiteX13-12033" fmla="*/ 1746 w 10000"/>
              <a:gd name="connsiteY13-12034" fmla="*/ 6425 h 10000"/>
              <a:gd name="connsiteX14-12035" fmla="*/ 1746 w 10000"/>
              <a:gd name="connsiteY14-12036" fmla="*/ 6425 h 10000"/>
              <a:gd name="connsiteX15-12037" fmla="*/ 1829 w 10000"/>
              <a:gd name="connsiteY15-12038" fmla="*/ 6425 h 10000"/>
              <a:gd name="connsiteX16-12039" fmla="*/ 1911 w 10000"/>
              <a:gd name="connsiteY16-12040" fmla="*/ 6682 h 10000"/>
              <a:gd name="connsiteX17-12041" fmla="*/ 2010 w 10000"/>
              <a:gd name="connsiteY17-12042" fmla="*/ 6682 h 10000"/>
              <a:gd name="connsiteX18-12043" fmla="*/ 2175 w 10000"/>
              <a:gd name="connsiteY18-12044" fmla="*/ 6682 h 10000"/>
              <a:gd name="connsiteX19-12045" fmla="*/ 2273 w 10000"/>
              <a:gd name="connsiteY19-12046" fmla="*/ 6425 h 10000"/>
              <a:gd name="connsiteX20-12047" fmla="*/ 2356 w 10000"/>
              <a:gd name="connsiteY20-12048" fmla="*/ 6425 h 10000"/>
              <a:gd name="connsiteX21-12049" fmla="*/ 2521 w 10000"/>
              <a:gd name="connsiteY21-12050" fmla="*/ 6425 h 10000"/>
              <a:gd name="connsiteX22-12051" fmla="*/ 2702 w 10000"/>
              <a:gd name="connsiteY22-12052" fmla="*/ 6425 h 10000"/>
              <a:gd name="connsiteX23-12053" fmla="*/ 2883 w 10000"/>
              <a:gd name="connsiteY23-12054" fmla="*/ 6104 h 10000"/>
              <a:gd name="connsiteX24-12055" fmla="*/ 3048 w 10000"/>
              <a:gd name="connsiteY24-12056" fmla="*/ 6104 h 10000"/>
              <a:gd name="connsiteX25-12057" fmla="*/ 3311 w 10000"/>
              <a:gd name="connsiteY25-12058" fmla="*/ 6104 h 10000"/>
              <a:gd name="connsiteX26-12059" fmla="*/ 3575 w 10000"/>
              <a:gd name="connsiteY26-12060" fmla="*/ 6104 h 10000"/>
              <a:gd name="connsiteX27-12061" fmla="*/ 3921 w 10000"/>
              <a:gd name="connsiteY27-12062" fmla="*/ 5844 h 10000"/>
              <a:gd name="connsiteX28-12063" fmla="*/ 4267 w 10000"/>
              <a:gd name="connsiteY28-12064" fmla="*/ 5844 h 10000"/>
              <a:gd name="connsiteX29-12065" fmla="*/ 4613 w 10000"/>
              <a:gd name="connsiteY29-12066" fmla="*/ 5844 h 10000"/>
              <a:gd name="connsiteX30-12067" fmla="*/ 4959 w 10000"/>
              <a:gd name="connsiteY30-12068" fmla="*/ 5579 h 10000"/>
              <a:gd name="connsiteX31-12069" fmla="*/ 5387 w 10000"/>
              <a:gd name="connsiteY31-12070" fmla="*/ 5318 h 10000"/>
              <a:gd name="connsiteX32-12071" fmla="*/ 5832 w 10000"/>
              <a:gd name="connsiteY32-12072" fmla="*/ 5318 h 10000"/>
              <a:gd name="connsiteX33-12073" fmla="*/ 6343 w 10000"/>
              <a:gd name="connsiteY33-12074" fmla="*/ 4996 h 10000"/>
              <a:gd name="connsiteX34-12075" fmla="*/ 6787 w 10000"/>
              <a:gd name="connsiteY34-12076" fmla="*/ 4996 h 10000"/>
              <a:gd name="connsiteX35-12077" fmla="*/ 7298 w 10000"/>
              <a:gd name="connsiteY35-12078" fmla="*/ 4739 h 10000"/>
              <a:gd name="connsiteX36-12079" fmla="*/ 7743 w 10000"/>
              <a:gd name="connsiteY36-12080" fmla="*/ 4472 h 10000"/>
              <a:gd name="connsiteX37-12081" fmla="*/ 8171 w 10000"/>
              <a:gd name="connsiteY37-12082" fmla="*/ 4472 h 10000"/>
              <a:gd name="connsiteX38-12083" fmla="*/ 8435 w 10000"/>
              <a:gd name="connsiteY38-12084" fmla="*/ 4158 h 10000"/>
              <a:gd name="connsiteX39-12085" fmla="*/ 8699 w 10000"/>
              <a:gd name="connsiteY39-12086" fmla="*/ 4158 h 10000"/>
              <a:gd name="connsiteX40-12087" fmla="*/ 8962 w 10000"/>
              <a:gd name="connsiteY40-12088" fmla="*/ 4158 h 10000"/>
              <a:gd name="connsiteX41-12089" fmla="*/ 9127 w 10000"/>
              <a:gd name="connsiteY41-12090" fmla="*/ 4158 h 10000"/>
              <a:gd name="connsiteX42-12091" fmla="*/ 9226 w 10000"/>
              <a:gd name="connsiteY42-12092" fmla="*/ 3890 h 10000"/>
              <a:gd name="connsiteX43-12093" fmla="*/ 9390 w 10000"/>
              <a:gd name="connsiteY43-12094" fmla="*/ 4158 h 10000"/>
              <a:gd name="connsiteX44-12095" fmla="*/ 9473 w 10000"/>
              <a:gd name="connsiteY44-12096" fmla="*/ 4158 h 10000"/>
              <a:gd name="connsiteX45-12097" fmla="*/ 9654 w 10000"/>
              <a:gd name="connsiteY45-12098" fmla="*/ 4472 h 10000"/>
              <a:gd name="connsiteX46-12099" fmla="*/ 9736 w 10000"/>
              <a:gd name="connsiteY46-12100" fmla="*/ 4472 h 10000"/>
              <a:gd name="connsiteX47-12101" fmla="*/ 9918 w 10000"/>
              <a:gd name="connsiteY47-12102" fmla="*/ 4996 h 10000"/>
              <a:gd name="connsiteX48-12103" fmla="*/ 10000 w 10000"/>
              <a:gd name="connsiteY48-12104" fmla="*/ 5318 h 10000"/>
              <a:gd name="connsiteX49-12105" fmla="*/ 10000 w 10000"/>
              <a:gd name="connsiteY49-12106" fmla="*/ 5579 h 10000"/>
              <a:gd name="connsiteX50-12107" fmla="*/ 10000 w 10000"/>
              <a:gd name="connsiteY50-12108" fmla="*/ 5844 h 10000"/>
              <a:gd name="connsiteX51-12109" fmla="*/ 10000 w 10000"/>
              <a:gd name="connsiteY51-12110" fmla="*/ 5844 h 10000"/>
              <a:gd name="connsiteX52-12111" fmla="*/ 10000 w 10000"/>
              <a:gd name="connsiteY52-12112" fmla="*/ 6104 h 10000"/>
              <a:gd name="connsiteX53-12113" fmla="*/ 9918 w 10000"/>
              <a:gd name="connsiteY53-12114" fmla="*/ 6104 h 10000"/>
              <a:gd name="connsiteX54-12115" fmla="*/ 9819 w 10000"/>
              <a:gd name="connsiteY54-12116" fmla="*/ 6104 h 10000"/>
              <a:gd name="connsiteX55-12117" fmla="*/ 9736 w 10000"/>
              <a:gd name="connsiteY55-12118" fmla="*/ 6425 h 10000"/>
              <a:gd name="connsiteX56-12119" fmla="*/ 9572 w 10000"/>
              <a:gd name="connsiteY56-12120" fmla="*/ 6425 h 10000"/>
              <a:gd name="connsiteX57-12121" fmla="*/ 9390 w 10000"/>
              <a:gd name="connsiteY57-12122" fmla="*/ 6425 h 10000"/>
              <a:gd name="connsiteX58-12123" fmla="*/ 9127 w 10000"/>
              <a:gd name="connsiteY58-12124" fmla="*/ 6425 h 10000"/>
              <a:gd name="connsiteX59-12125" fmla="*/ 8863 w 10000"/>
              <a:gd name="connsiteY59-12126" fmla="*/ 6425 h 10000"/>
              <a:gd name="connsiteX60-12127" fmla="*/ 8616 w 10000"/>
              <a:gd name="connsiteY60-12128" fmla="*/ 6425 h 10000"/>
              <a:gd name="connsiteX61-12129" fmla="*/ 8353 w 10000"/>
              <a:gd name="connsiteY61-12130" fmla="*/ 6425 h 10000"/>
              <a:gd name="connsiteX62-12131" fmla="*/ 8007 w 10000"/>
              <a:gd name="connsiteY62-12132" fmla="*/ 6425 h 10000"/>
              <a:gd name="connsiteX63-12133" fmla="*/ 7661 w 10000"/>
              <a:gd name="connsiteY63-12134" fmla="*/ 6425 h 10000"/>
              <a:gd name="connsiteX64-12135" fmla="*/ 7298 w 10000"/>
              <a:gd name="connsiteY64-12136" fmla="*/ 6682 h 10000"/>
              <a:gd name="connsiteX65-12137" fmla="*/ 6870 w 10000"/>
              <a:gd name="connsiteY65-12138" fmla="*/ 6682 h 10000"/>
              <a:gd name="connsiteX66-12139" fmla="*/ 6442 w 10000"/>
              <a:gd name="connsiteY66-12140" fmla="*/ 6682 h 10000"/>
              <a:gd name="connsiteX67-12141" fmla="*/ 5651 w 10000"/>
              <a:gd name="connsiteY67-12142" fmla="*/ 6942 h 10000"/>
              <a:gd name="connsiteX68-12143" fmla="*/ 4876 w 10000"/>
              <a:gd name="connsiteY68-12144" fmla="*/ 7257 h 10000"/>
              <a:gd name="connsiteX69-12145" fmla="*/ 4185 w 10000"/>
              <a:gd name="connsiteY69-12146" fmla="*/ 7530 h 10000"/>
              <a:gd name="connsiteX70-12147" fmla="*/ 3476 w 10000"/>
              <a:gd name="connsiteY70-12148" fmla="*/ 7791 h 10000"/>
              <a:gd name="connsiteX71-12149" fmla="*/ 3130 w 10000"/>
              <a:gd name="connsiteY71-12150" fmla="*/ 7791 h 10000"/>
              <a:gd name="connsiteX72-12151" fmla="*/ 2883 w 10000"/>
              <a:gd name="connsiteY72-12152" fmla="*/ 8050 h 10000"/>
              <a:gd name="connsiteX73-12153" fmla="*/ 2521 w 10000"/>
              <a:gd name="connsiteY73-12154" fmla="*/ 8371 h 10000"/>
              <a:gd name="connsiteX74-12155" fmla="*/ 2273 w 10000"/>
              <a:gd name="connsiteY74-12156" fmla="*/ 8371 h 10000"/>
              <a:gd name="connsiteX75-12157" fmla="*/ 2092 w 10000"/>
              <a:gd name="connsiteY75-12158" fmla="*/ 8628 h 10000"/>
              <a:gd name="connsiteX76-12159" fmla="*/ 1829 w 10000"/>
              <a:gd name="connsiteY76-12160" fmla="*/ 8628 h 10000"/>
              <a:gd name="connsiteX77-12161" fmla="*/ 1664 w 10000"/>
              <a:gd name="connsiteY77-12162" fmla="*/ 8894 h 10000"/>
              <a:gd name="connsiteX78-12163" fmla="*/ 1400 w 10000"/>
              <a:gd name="connsiteY78-12164" fmla="*/ 9209 h 10000"/>
              <a:gd name="connsiteX79-12165" fmla="*/ 1219 w 10000"/>
              <a:gd name="connsiteY79-12166" fmla="*/ 9209 h 10000"/>
              <a:gd name="connsiteX80-12167" fmla="*/ 1137 w 10000"/>
              <a:gd name="connsiteY80-12168" fmla="*/ 9470 h 10000"/>
              <a:gd name="connsiteX81-12169" fmla="*/ 956 w 10000"/>
              <a:gd name="connsiteY81-12170" fmla="*/ 9470 h 10000"/>
              <a:gd name="connsiteX82-12171" fmla="*/ 873 w 10000"/>
              <a:gd name="connsiteY82-12172" fmla="*/ 9740 h 10000"/>
              <a:gd name="connsiteX83-12173" fmla="*/ 791 w 10000"/>
              <a:gd name="connsiteY83-12174" fmla="*/ 9740 h 10000"/>
              <a:gd name="connsiteX84-12175" fmla="*/ 708 w 10000"/>
              <a:gd name="connsiteY84-12176" fmla="*/ 9740 h 10000"/>
              <a:gd name="connsiteX85-12177" fmla="*/ 527 w 10000"/>
              <a:gd name="connsiteY85-12178" fmla="*/ 10000 h 10000"/>
              <a:gd name="connsiteX86-12179" fmla="*/ 445 w 10000"/>
              <a:gd name="connsiteY86-12180" fmla="*/ 9740 h 10000"/>
              <a:gd name="connsiteX87-12181" fmla="*/ 362 w 10000"/>
              <a:gd name="connsiteY87-12182" fmla="*/ 9740 h 10000"/>
              <a:gd name="connsiteX88-12183" fmla="*/ 264 w 10000"/>
              <a:gd name="connsiteY88-12184" fmla="*/ 9470 h 10000"/>
              <a:gd name="connsiteX89-12185" fmla="*/ 181 w 10000"/>
              <a:gd name="connsiteY89-12186" fmla="*/ 8894 h 10000"/>
              <a:gd name="connsiteX90-12187" fmla="*/ 99 w 10000"/>
              <a:gd name="connsiteY90-12188" fmla="*/ 8371 h 10000"/>
              <a:gd name="connsiteX91-12189" fmla="*/ 0 w 10000"/>
              <a:gd name="connsiteY91-12190" fmla="*/ 8050 h 10000"/>
              <a:gd name="connsiteX92-12191" fmla="*/ 0 w 10000"/>
              <a:gd name="connsiteY92-12192" fmla="*/ 7791 h 10000"/>
              <a:gd name="connsiteX93-12193" fmla="*/ 0 w 10000"/>
              <a:gd name="connsiteY93-12194" fmla="*/ 7530 h 10000"/>
              <a:gd name="connsiteX94-12195" fmla="*/ 0 w 10000"/>
              <a:gd name="connsiteY94-12196" fmla="*/ 7530 h 10000"/>
              <a:gd name="connsiteX95-12197" fmla="*/ 99 w 10000"/>
              <a:gd name="connsiteY95-12198" fmla="*/ 7257 h 10000"/>
              <a:gd name="connsiteX96-12199" fmla="*/ 181 w 10000"/>
              <a:gd name="connsiteY96-12200" fmla="*/ 6942 h 10000"/>
              <a:gd name="connsiteX97-12201" fmla="*/ 362 w 10000"/>
              <a:gd name="connsiteY97-12202" fmla="*/ 6682 h 10000"/>
              <a:gd name="connsiteX98-12203" fmla="*/ 527 w 10000"/>
              <a:gd name="connsiteY98-12204" fmla="*/ 6425 h 10000"/>
              <a:gd name="connsiteX99-12205" fmla="*/ 610 w 10000"/>
              <a:gd name="connsiteY99-12206" fmla="*/ 6104 h 10000"/>
              <a:gd name="connsiteX100-12207" fmla="*/ 708 w 10000"/>
              <a:gd name="connsiteY100-12208" fmla="*/ 5844 h 10000"/>
              <a:gd name="connsiteX101-12209" fmla="*/ 873 w 10000"/>
              <a:gd name="connsiteY101-12210" fmla="*/ 5579 h 10000"/>
              <a:gd name="connsiteX102-12211" fmla="*/ 1054 w 10000"/>
              <a:gd name="connsiteY102-12212" fmla="*/ 4996 h 10000"/>
              <a:gd name="connsiteX103-12213" fmla="*/ 1137 w 10000"/>
              <a:gd name="connsiteY103-12214" fmla="*/ 4739 h 10000"/>
              <a:gd name="connsiteX104-12215" fmla="*/ 1318 w 10000"/>
              <a:gd name="connsiteY104-12216" fmla="*/ 4158 h 10000"/>
              <a:gd name="connsiteX105-12217" fmla="*/ 1483 w 10000"/>
              <a:gd name="connsiteY105-12218" fmla="*/ 3629 h 10000"/>
              <a:gd name="connsiteX106-12219" fmla="*/ 1483 w 10000"/>
              <a:gd name="connsiteY106-12220" fmla="*/ 3629 h 10000"/>
              <a:gd name="connsiteX0-12221" fmla="*/ 1483 w 10000"/>
              <a:gd name="connsiteY0-12222" fmla="*/ 3629 h 10000"/>
              <a:gd name="connsiteX1-12223" fmla="*/ 1664 w 10000"/>
              <a:gd name="connsiteY1-12224" fmla="*/ 2787 h 10000"/>
              <a:gd name="connsiteX2-12225" fmla="*/ 1911 w 10000"/>
              <a:gd name="connsiteY2-12226" fmla="*/ 1948 h 10000"/>
              <a:gd name="connsiteX3-12227" fmla="*/ 2092 w 10000"/>
              <a:gd name="connsiteY3-12228" fmla="*/ 1104 h 10000"/>
              <a:gd name="connsiteX4-12229" fmla="*/ 2356 w 10000"/>
              <a:gd name="connsiteY4-12230" fmla="*/ 0 h 10000"/>
              <a:gd name="connsiteX5-12231" fmla="*/ 2438 w 10000"/>
              <a:gd name="connsiteY5-12232" fmla="*/ 3629 h 10000"/>
              <a:gd name="connsiteX6-12233" fmla="*/ 2273 w 10000"/>
              <a:gd name="connsiteY6-12234" fmla="*/ 4158 h 10000"/>
              <a:gd name="connsiteX7-12235" fmla="*/ 2092 w 10000"/>
              <a:gd name="connsiteY7-12236" fmla="*/ 4739 h 10000"/>
              <a:gd name="connsiteX8-12237" fmla="*/ 2010 w 10000"/>
              <a:gd name="connsiteY8-12238" fmla="*/ 5318 h 10000"/>
              <a:gd name="connsiteX9-12239" fmla="*/ 1911 w 10000"/>
              <a:gd name="connsiteY9-12240" fmla="*/ 5579 h 10000"/>
              <a:gd name="connsiteX10-12241" fmla="*/ 1829 w 10000"/>
              <a:gd name="connsiteY10-12242" fmla="*/ 5844 h 10000"/>
              <a:gd name="connsiteX11-12243" fmla="*/ 1746 w 10000"/>
              <a:gd name="connsiteY11-12244" fmla="*/ 6104 h 10000"/>
              <a:gd name="connsiteX12-12245" fmla="*/ 1746 w 10000"/>
              <a:gd name="connsiteY12-12246" fmla="*/ 6425 h 10000"/>
              <a:gd name="connsiteX13-12247" fmla="*/ 1746 w 10000"/>
              <a:gd name="connsiteY13-12248" fmla="*/ 6425 h 10000"/>
              <a:gd name="connsiteX14-12249" fmla="*/ 1829 w 10000"/>
              <a:gd name="connsiteY14-12250" fmla="*/ 6425 h 10000"/>
              <a:gd name="connsiteX15-12251" fmla="*/ 1911 w 10000"/>
              <a:gd name="connsiteY15-12252" fmla="*/ 6682 h 10000"/>
              <a:gd name="connsiteX16-12253" fmla="*/ 2010 w 10000"/>
              <a:gd name="connsiteY16-12254" fmla="*/ 6682 h 10000"/>
              <a:gd name="connsiteX17-12255" fmla="*/ 2175 w 10000"/>
              <a:gd name="connsiteY17-12256" fmla="*/ 6682 h 10000"/>
              <a:gd name="connsiteX18-12257" fmla="*/ 2273 w 10000"/>
              <a:gd name="connsiteY18-12258" fmla="*/ 6425 h 10000"/>
              <a:gd name="connsiteX19-12259" fmla="*/ 2356 w 10000"/>
              <a:gd name="connsiteY19-12260" fmla="*/ 6425 h 10000"/>
              <a:gd name="connsiteX20-12261" fmla="*/ 2521 w 10000"/>
              <a:gd name="connsiteY20-12262" fmla="*/ 6425 h 10000"/>
              <a:gd name="connsiteX21-12263" fmla="*/ 2702 w 10000"/>
              <a:gd name="connsiteY21-12264" fmla="*/ 6425 h 10000"/>
              <a:gd name="connsiteX22-12265" fmla="*/ 2883 w 10000"/>
              <a:gd name="connsiteY22-12266" fmla="*/ 6104 h 10000"/>
              <a:gd name="connsiteX23-12267" fmla="*/ 3048 w 10000"/>
              <a:gd name="connsiteY23-12268" fmla="*/ 6104 h 10000"/>
              <a:gd name="connsiteX24-12269" fmla="*/ 3311 w 10000"/>
              <a:gd name="connsiteY24-12270" fmla="*/ 6104 h 10000"/>
              <a:gd name="connsiteX25-12271" fmla="*/ 3575 w 10000"/>
              <a:gd name="connsiteY25-12272" fmla="*/ 6104 h 10000"/>
              <a:gd name="connsiteX26-12273" fmla="*/ 3921 w 10000"/>
              <a:gd name="connsiteY26-12274" fmla="*/ 5844 h 10000"/>
              <a:gd name="connsiteX27-12275" fmla="*/ 4267 w 10000"/>
              <a:gd name="connsiteY27-12276" fmla="*/ 5844 h 10000"/>
              <a:gd name="connsiteX28-12277" fmla="*/ 4613 w 10000"/>
              <a:gd name="connsiteY28-12278" fmla="*/ 5844 h 10000"/>
              <a:gd name="connsiteX29-12279" fmla="*/ 4959 w 10000"/>
              <a:gd name="connsiteY29-12280" fmla="*/ 5579 h 10000"/>
              <a:gd name="connsiteX30-12281" fmla="*/ 5387 w 10000"/>
              <a:gd name="connsiteY30-12282" fmla="*/ 5318 h 10000"/>
              <a:gd name="connsiteX31-12283" fmla="*/ 5832 w 10000"/>
              <a:gd name="connsiteY31-12284" fmla="*/ 5318 h 10000"/>
              <a:gd name="connsiteX32-12285" fmla="*/ 6343 w 10000"/>
              <a:gd name="connsiteY32-12286" fmla="*/ 4996 h 10000"/>
              <a:gd name="connsiteX33-12287" fmla="*/ 6787 w 10000"/>
              <a:gd name="connsiteY33-12288" fmla="*/ 4996 h 10000"/>
              <a:gd name="connsiteX34-12289" fmla="*/ 7298 w 10000"/>
              <a:gd name="connsiteY34-12290" fmla="*/ 4739 h 10000"/>
              <a:gd name="connsiteX35-12291" fmla="*/ 7743 w 10000"/>
              <a:gd name="connsiteY35-12292" fmla="*/ 4472 h 10000"/>
              <a:gd name="connsiteX36-12293" fmla="*/ 8171 w 10000"/>
              <a:gd name="connsiteY36-12294" fmla="*/ 4472 h 10000"/>
              <a:gd name="connsiteX37-12295" fmla="*/ 8435 w 10000"/>
              <a:gd name="connsiteY37-12296" fmla="*/ 4158 h 10000"/>
              <a:gd name="connsiteX38-12297" fmla="*/ 8699 w 10000"/>
              <a:gd name="connsiteY38-12298" fmla="*/ 4158 h 10000"/>
              <a:gd name="connsiteX39-12299" fmla="*/ 8962 w 10000"/>
              <a:gd name="connsiteY39-12300" fmla="*/ 4158 h 10000"/>
              <a:gd name="connsiteX40-12301" fmla="*/ 9127 w 10000"/>
              <a:gd name="connsiteY40-12302" fmla="*/ 4158 h 10000"/>
              <a:gd name="connsiteX41-12303" fmla="*/ 9226 w 10000"/>
              <a:gd name="connsiteY41-12304" fmla="*/ 3890 h 10000"/>
              <a:gd name="connsiteX42-12305" fmla="*/ 9390 w 10000"/>
              <a:gd name="connsiteY42-12306" fmla="*/ 4158 h 10000"/>
              <a:gd name="connsiteX43-12307" fmla="*/ 9473 w 10000"/>
              <a:gd name="connsiteY43-12308" fmla="*/ 4158 h 10000"/>
              <a:gd name="connsiteX44-12309" fmla="*/ 9654 w 10000"/>
              <a:gd name="connsiteY44-12310" fmla="*/ 4472 h 10000"/>
              <a:gd name="connsiteX45-12311" fmla="*/ 9736 w 10000"/>
              <a:gd name="connsiteY45-12312" fmla="*/ 4472 h 10000"/>
              <a:gd name="connsiteX46-12313" fmla="*/ 9918 w 10000"/>
              <a:gd name="connsiteY46-12314" fmla="*/ 4996 h 10000"/>
              <a:gd name="connsiteX47-12315" fmla="*/ 10000 w 10000"/>
              <a:gd name="connsiteY47-12316" fmla="*/ 5318 h 10000"/>
              <a:gd name="connsiteX48-12317" fmla="*/ 10000 w 10000"/>
              <a:gd name="connsiteY48-12318" fmla="*/ 5579 h 10000"/>
              <a:gd name="connsiteX49-12319" fmla="*/ 10000 w 10000"/>
              <a:gd name="connsiteY49-12320" fmla="*/ 5844 h 10000"/>
              <a:gd name="connsiteX50-12321" fmla="*/ 10000 w 10000"/>
              <a:gd name="connsiteY50-12322" fmla="*/ 5844 h 10000"/>
              <a:gd name="connsiteX51-12323" fmla="*/ 10000 w 10000"/>
              <a:gd name="connsiteY51-12324" fmla="*/ 6104 h 10000"/>
              <a:gd name="connsiteX52-12325" fmla="*/ 9918 w 10000"/>
              <a:gd name="connsiteY52-12326" fmla="*/ 6104 h 10000"/>
              <a:gd name="connsiteX53-12327" fmla="*/ 9819 w 10000"/>
              <a:gd name="connsiteY53-12328" fmla="*/ 6104 h 10000"/>
              <a:gd name="connsiteX54-12329" fmla="*/ 9736 w 10000"/>
              <a:gd name="connsiteY54-12330" fmla="*/ 6425 h 10000"/>
              <a:gd name="connsiteX55-12331" fmla="*/ 9572 w 10000"/>
              <a:gd name="connsiteY55-12332" fmla="*/ 6425 h 10000"/>
              <a:gd name="connsiteX56-12333" fmla="*/ 9390 w 10000"/>
              <a:gd name="connsiteY56-12334" fmla="*/ 6425 h 10000"/>
              <a:gd name="connsiteX57-12335" fmla="*/ 9127 w 10000"/>
              <a:gd name="connsiteY57-12336" fmla="*/ 6425 h 10000"/>
              <a:gd name="connsiteX58-12337" fmla="*/ 8863 w 10000"/>
              <a:gd name="connsiteY58-12338" fmla="*/ 6425 h 10000"/>
              <a:gd name="connsiteX59-12339" fmla="*/ 8616 w 10000"/>
              <a:gd name="connsiteY59-12340" fmla="*/ 6425 h 10000"/>
              <a:gd name="connsiteX60-12341" fmla="*/ 8353 w 10000"/>
              <a:gd name="connsiteY60-12342" fmla="*/ 6425 h 10000"/>
              <a:gd name="connsiteX61-12343" fmla="*/ 8007 w 10000"/>
              <a:gd name="connsiteY61-12344" fmla="*/ 6425 h 10000"/>
              <a:gd name="connsiteX62-12345" fmla="*/ 7661 w 10000"/>
              <a:gd name="connsiteY62-12346" fmla="*/ 6425 h 10000"/>
              <a:gd name="connsiteX63-12347" fmla="*/ 7298 w 10000"/>
              <a:gd name="connsiteY63-12348" fmla="*/ 6682 h 10000"/>
              <a:gd name="connsiteX64-12349" fmla="*/ 6870 w 10000"/>
              <a:gd name="connsiteY64-12350" fmla="*/ 6682 h 10000"/>
              <a:gd name="connsiteX65-12351" fmla="*/ 6442 w 10000"/>
              <a:gd name="connsiteY65-12352" fmla="*/ 6682 h 10000"/>
              <a:gd name="connsiteX66-12353" fmla="*/ 5651 w 10000"/>
              <a:gd name="connsiteY66-12354" fmla="*/ 6942 h 10000"/>
              <a:gd name="connsiteX67-12355" fmla="*/ 4876 w 10000"/>
              <a:gd name="connsiteY67-12356" fmla="*/ 7257 h 10000"/>
              <a:gd name="connsiteX68-12357" fmla="*/ 4185 w 10000"/>
              <a:gd name="connsiteY68-12358" fmla="*/ 7530 h 10000"/>
              <a:gd name="connsiteX69-12359" fmla="*/ 3476 w 10000"/>
              <a:gd name="connsiteY69-12360" fmla="*/ 7791 h 10000"/>
              <a:gd name="connsiteX70-12361" fmla="*/ 3130 w 10000"/>
              <a:gd name="connsiteY70-12362" fmla="*/ 7791 h 10000"/>
              <a:gd name="connsiteX71-12363" fmla="*/ 2883 w 10000"/>
              <a:gd name="connsiteY71-12364" fmla="*/ 8050 h 10000"/>
              <a:gd name="connsiteX72-12365" fmla="*/ 2521 w 10000"/>
              <a:gd name="connsiteY72-12366" fmla="*/ 8371 h 10000"/>
              <a:gd name="connsiteX73-12367" fmla="*/ 2273 w 10000"/>
              <a:gd name="connsiteY73-12368" fmla="*/ 8371 h 10000"/>
              <a:gd name="connsiteX74-12369" fmla="*/ 2092 w 10000"/>
              <a:gd name="connsiteY74-12370" fmla="*/ 8628 h 10000"/>
              <a:gd name="connsiteX75-12371" fmla="*/ 1829 w 10000"/>
              <a:gd name="connsiteY75-12372" fmla="*/ 8628 h 10000"/>
              <a:gd name="connsiteX76-12373" fmla="*/ 1664 w 10000"/>
              <a:gd name="connsiteY76-12374" fmla="*/ 8894 h 10000"/>
              <a:gd name="connsiteX77-12375" fmla="*/ 1400 w 10000"/>
              <a:gd name="connsiteY77-12376" fmla="*/ 9209 h 10000"/>
              <a:gd name="connsiteX78-12377" fmla="*/ 1219 w 10000"/>
              <a:gd name="connsiteY78-12378" fmla="*/ 9209 h 10000"/>
              <a:gd name="connsiteX79-12379" fmla="*/ 1137 w 10000"/>
              <a:gd name="connsiteY79-12380" fmla="*/ 9470 h 10000"/>
              <a:gd name="connsiteX80-12381" fmla="*/ 956 w 10000"/>
              <a:gd name="connsiteY80-12382" fmla="*/ 9470 h 10000"/>
              <a:gd name="connsiteX81-12383" fmla="*/ 873 w 10000"/>
              <a:gd name="connsiteY81-12384" fmla="*/ 9740 h 10000"/>
              <a:gd name="connsiteX82-12385" fmla="*/ 791 w 10000"/>
              <a:gd name="connsiteY82-12386" fmla="*/ 9740 h 10000"/>
              <a:gd name="connsiteX83-12387" fmla="*/ 708 w 10000"/>
              <a:gd name="connsiteY83-12388" fmla="*/ 9740 h 10000"/>
              <a:gd name="connsiteX84-12389" fmla="*/ 527 w 10000"/>
              <a:gd name="connsiteY84-12390" fmla="*/ 10000 h 10000"/>
              <a:gd name="connsiteX85-12391" fmla="*/ 445 w 10000"/>
              <a:gd name="connsiteY85-12392" fmla="*/ 9740 h 10000"/>
              <a:gd name="connsiteX86-12393" fmla="*/ 362 w 10000"/>
              <a:gd name="connsiteY86-12394" fmla="*/ 9740 h 10000"/>
              <a:gd name="connsiteX87-12395" fmla="*/ 264 w 10000"/>
              <a:gd name="connsiteY87-12396" fmla="*/ 9470 h 10000"/>
              <a:gd name="connsiteX88-12397" fmla="*/ 181 w 10000"/>
              <a:gd name="connsiteY88-12398" fmla="*/ 8894 h 10000"/>
              <a:gd name="connsiteX89-12399" fmla="*/ 99 w 10000"/>
              <a:gd name="connsiteY89-12400" fmla="*/ 8371 h 10000"/>
              <a:gd name="connsiteX90-12401" fmla="*/ 0 w 10000"/>
              <a:gd name="connsiteY90-12402" fmla="*/ 8050 h 10000"/>
              <a:gd name="connsiteX91-12403" fmla="*/ 0 w 10000"/>
              <a:gd name="connsiteY91-12404" fmla="*/ 7791 h 10000"/>
              <a:gd name="connsiteX92-12405" fmla="*/ 0 w 10000"/>
              <a:gd name="connsiteY92-12406" fmla="*/ 7530 h 10000"/>
              <a:gd name="connsiteX93-12407" fmla="*/ 0 w 10000"/>
              <a:gd name="connsiteY93-12408" fmla="*/ 7530 h 10000"/>
              <a:gd name="connsiteX94-12409" fmla="*/ 99 w 10000"/>
              <a:gd name="connsiteY94-12410" fmla="*/ 7257 h 10000"/>
              <a:gd name="connsiteX95-12411" fmla="*/ 181 w 10000"/>
              <a:gd name="connsiteY95-12412" fmla="*/ 6942 h 10000"/>
              <a:gd name="connsiteX96-12413" fmla="*/ 362 w 10000"/>
              <a:gd name="connsiteY96-12414" fmla="*/ 6682 h 10000"/>
              <a:gd name="connsiteX97-12415" fmla="*/ 527 w 10000"/>
              <a:gd name="connsiteY97-12416" fmla="*/ 6425 h 10000"/>
              <a:gd name="connsiteX98-12417" fmla="*/ 610 w 10000"/>
              <a:gd name="connsiteY98-12418" fmla="*/ 6104 h 10000"/>
              <a:gd name="connsiteX99-12419" fmla="*/ 708 w 10000"/>
              <a:gd name="connsiteY99-12420" fmla="*/ 5844 h 10000"/>
              <a:gd name="connsiteX100-12421" fmla="*/ 873 w 10000"/>
              <a:gd name="connsiteY100-12422" fmla="*/ 5579 h 10000"/>
              <a:gd name="connsiteX101-12423" fmla="*/ 1054 w 10000"/>
              <a:gd name="connsiteY101-12424" fmla="*/ 4996 h 10000"/>
              <a:gd name="connsiteX102-12425" fmla="*/ 1137 w 10000"/>
              <a:gd name="connsiteY102-12426" fmla="*/ 4739 h 10000"/>
              <a:gd name="connsiteX103-12427" fmla="*/ 1318 w 10000"/>
              <a:gd name="connsiteY103-12428" fmla="*/ 4158 h 10000"/>
              <a:gd name="connsiteX104-12429" fmla="*/ 1483 w 10000"/>
              <a:gd name="connsiteY104-12430" fmla="*/ 3629 h 10000"/>
              <a:gd name="connsiteX105-12431" fmla="*/ 1483 w 10000"/>
              <a:gd name="connsiteY105-12432" fmla="*/ 3629 h 10000"/>
              <a:gd name="connsiteX0-12433" fmla="*/ 1483 w 10000"/>
              <a:gd name="connsiteY0-12434" fmla="*/ 2525 h 8896"/>
              <a:gd name="connsiteX1-12435" fmla="*/ 1664 w 10000"/>
              <a:gd name="connsiteY1-12436" fmla="*/ 1683 h 8896"/>
              <a:gd name="connsiteX2-12437" fmla="*/ 1911 w 10000"/>
              <a:gd name="connsiteY2-12438" fmla="*/ 844 h 8896"/>
              <a:gd name="connsiteX3-12439" fmla="*/ 2092 w 10000"/>
              <a:gd name="connsiteY3-12440" fmla="*/ 0 h 8896"/>
              <a:gd name="connsiteX4-12441" fmla="*/ 2438 w 10000"/>
              <a:gd name="connsiteY4-12442" fmla="*/ 2525 h 8896"/>
              <a:gd name="connsiteX5-12443" fmla="*/ 2273 w 10000"/>
              <a:gd name="connsiteY5-12444" fmla="*/ 3054 h 8896"/>
              <a:gd name="connsiteX6-12445" fmla="*/ 2092 w 10000"/>
              <a:gd name="connsiteY6-12446" fmla="*/ 3635 h 8896"/>
              <a:gd name="connsiteX7-12447" fmla="*/ 2010 w 10000"/>
              <a:gd name="connsiteY7-12448" fmla="*/ 4214 h 8896"/>
              <a:gd name="connsiteX8-12449" fmla="*/ 1911 w 10000"/>
              <a:gd name="connsiteY8-12450" fmla="*/ 4475 h 8896"/>
              <a:gd name="connsiteX9-12451" fmla="*/ 1829 w 10000"/>
              <a:gd name="connsiteY9-12452" fmla="*/ 4740 h 8896"/>
              <a:gd name="connsiteX10-12453" fmla="*/ 1746 w 10000"/>
              <a:gd name="connsiteY10-12454" fmla="*/ 5000 h 8896"/>
              <a:gd name="connsiteX11-12455" fmla="*/ 1746 w 10000"/>
              <a:gd name="connsiteY11-12456" fmla="*/ 5321 h 8896"/>
              <a:gd name="connsiteX12-12457" fmla="*/ 1746 w 10000"/>
              <a:gd name="connsiteY12-12458" fmla="*/ 5321 h 8896"/>
              <a:gd name="connsiteX13-12459" fmla="*/ 1829 w 10000"/>
              <a:gd name="connsiteY13-12460" fmla="*/ 5321 h 8896"/>
              <a:gd name="connsiteX14-12461" fmla="*/ 1911 w 10000"/>
              <a:gd name="connsiteY14-12462" fmla="*/ 5578 h 8896"/>
              <a:gd name="connsiteX15-12463" fmla="*/ 2010 w 10000"/>
              <a:gd name="connsiteY15-12464" fmla="*/ 5578 h 8896"/>
              <a:gd name="connsiteX16-12465" fmla="*/ 2175 w 10000"/>
              <a:gd name="connsiteY16-12466" fmla="*/ 5578 h 8896"/>
              <a:gd name="connsiteX17-12467" fmla="*/ 2273 w 10000"/>
              <a:gd name="connsiteY17-12468" fmla="*/ 5321 h 8896"/>
              <a:gd name="connsiteX18-12469" fmla="*/ 2356 w 10000"/>
              <a:gd name="connsiteY18-12470" fmla="*/ 5321 h 8896"/>
              <a:gd name="connsiteX19-12471" fmla="*/ 2521 w 10000"/>
              <a:gd name="connsiteY19-12472" fmla="*/ 5321 h 8896"/>
              <a:gd name="connsiteX20-12473" fmla="*/ 2702 w 10000"/>
              <a:gd name="connsiteY20-12474" fmla="*/ 5321 h 8896"/>
              <a:gd name="connsiteX21-12475" fmla="*/ 2883 w 10000"/>
              <a:gd name="connsiteY21-12476" fmla="*/ 5000 h 8896"/>
              <a:gd name="connsiteX22-12477" fmla="*/ 3048 w 10000"/>
              <a:gd name="connsiteY22-12478" fmla="*/ 5000 h 8896"/>
              <a:gd name="connsiteX23-12479" fmla="*/ 3311 w 10000"/>
              <a:gd name="connsiteY23-12480" fmla="*/ 5000 h 8896"/>
              <a:gd name="connsiteX24-12481" fmla="*/ 3575 w 10000"/>
              <a:gd name="connsiteY24-12482" fmla="*/ 5000 h 8896"/>
              <a:gd name="connsiteX25-12483" fmla="*/ 3921 w 10000"/>
              <a:gd name="connsiteY25-12484" fmla="*/ 4740 h 8896"/>
              <a:gd name="connsiteX26-12485" fmla="*/ 4267 w 10000"/>
              <a:gd name="connsiteY26-12486" fmla="*/ 4740 h 8896"/>
              <a:gd name="connsiteX27-12487" fmla="*/ 4613 w 10000"/>
              <a:gd name="connsiteY27-12488" fmla="*/ 4740 h 8896"/>
              <a:gd name="connsiteX28-12489" fmla="*/ 4959 w 10000"/>
              <a:gd name="connsiteY28-12490" fmla="*/ 4475 h 8896"/>
              <a:gd name="connsiteX29-12491" fmla="*/ 5387 w 10000"/>
              <a:gd name="connsiteY29-12492" fmla="*/ 4214 h 8896"/>
              <a:gd name="connsiteX30-12493" fmla="*/ 5832 w 10000"/>
              <a:gd name="connsiteY30-12494" fmla="*/ 4214 h 8896"/>
              <a:gd name="connsiteX31-12495" fmla="*/ 6343 w 10000"/>
              <a:gd name="connsiteY31-12496" fmla="*/ 3892 h 8896"/>
              <a:gd name="connsiteX32-12497" fmla="*/ 6787 w 10000"/>
              <a:gd name="connsiteY32-12498" fmla="*/ 3892 h 8896"/>
              <a:gd name="connsiteX33-12499" fmla="*/ 7298 w 10000"/>
              <a:gd name="connsiteY33-12500" fmla="*/ 3635 h 8896"/>
              <a:gd name="connsiteX34-12501" fmla="*/ 7743 w 10000"/>
              <a:gd name="connsiteY34-12502" fmla="*/ 3368 h 8896"/>
              <a:gd name="connsiteX35-12503" fmla="*/ 8171 w 10000"/>
              <a:gd name="connsiteY35-12504" fmla="*/ 3368 h 8896"/>
              <a:gd name="connsiteX36-12505" fmla="*/ 8435 w 10000"/>
              <a:gd name="connsiteY36-12506" fmla="*/ 3054 h 8896"/>
              <a:gd name="connsiteX37-12507" fmla="*/ 8699 w 10000"/>
              <a:gd name="connsiteY37-12508" fmla="*/ 3054 h 8896"/>
              <a:gd name="connsiteX38-12509" fmla="*/ 8962 w 10000"/>
              <a:gd name="connsiteY38-12510" fmla="*/ 3054 h 8896"/>
              <a:gd name="connsiteX39-12511" fmla="*/ 9127 w 10000"/>
              <a:gd name="connsiteY39-12512" fmla="*/ 3054 h 8896"/>
              <a:gd name="connsiteX40-12513" fmla="*/ 9226 w 10000"/>
              <a:gd name="connsiteY40-12514" fmla="*/ 2786 h 8896"/>
              <a:gd name="connsiteX41-12515" fmla="*/ 9390 w 10000"/>
              <a:gd name="connsiteY41-12516" fmla="*/ 3054 h 8896"/>
              <a:gd name="connsiteX42-12517" fmla="*/ 9473 w 10000"/>
              <a:gd name="connsiteY42-12518" fmla="*/ 3054 h 8896"/>
              <a:gd name="connsiteX43-12519" fmla="*/ 9654 w 10000"/>
              <a:gd name="connsiteY43-12520" fmla="*/ 3368 h 8896"/>
              <a:gd name="connsiteX44-12521" fmla="*/ 9736 w 10000"/>
              <a:gd name="connsiteY44-12522" fmla="*/ 3368 h 8896"/>
              <a:gd name="connsiteX45-12523" fmla="*/ 9918 w 10000"/>
              <a:gd name="connsiteY45-12524" fmla="*/ 3892 h 8896"/>
              <a:gd name="connsiteX46-12525" fmla="*/ 10000 w 10000"/>
              <a:gd name="connsiteY46-12526" fmla="*/ 4214 h 8896"/>
              <a:gd name="connsiteX47-12527" fmla="*/ 10000 w 10000"/>
              <a:gd name="connsiteY47-12528" fmla="*/ 4475 h 8896"/>
              <a:gd name="connsiteX48-12529" fmla="*/ 10000 w 10000"/>
              <a:gd name="connsiteY48-12530" fmla="*/ 4740 h 8896"/>
              <a:gd name="connsiteX49-12531" fmla="*/ 10000 w 10000"/>
              <a:gd name="connsiteY49-12532" fmla="*/ 4740 h 8896"/>
              <a:gd name="connsiteX50-12533" fmla="*/ 10000 w 10000"/>
              <a:gd name="connsiteY50-12534" fmla="*/ 5000 h 8896"/>
              <a:gd name="connsiteX51-12535" fmla="*/ 9918 w 10000"/>
              <a:gd name="connsiteY51-12536" fmla="*/ 5000 h 8896"/>
              <a:gd name="connsiteX52-12537" fmla="*/ 9819 w 10000"/>
              <a:gd name="connsiteY52-12538" fmla="*/ 5000 h 8896"/>
              <a:gd name="connsiteX53-12539" fmla="*/ 9736 w 10000"/>
              <a:gd name="connsiteY53-12540" fmla="*/ 5321 h 8896"/>
              <a:gd name="connsiteX54-12541" fmla="*/ 9572 w 10000"/>
              <a:gd name="connsiteY54-12542" fmla="*/ 5321 h 8896"/>
              <a:gd name="connsiteX55-12543" fmla="*/ 9390 w 10000"/>
              <a:gd name="connsiteY55-12544" fmla="*/ 5321 h 8896"/>
              <a:gd name="connsiteX56-12545" fmla="*/ 9127 w 10000"/>
              <a:gd name="connsiteY56-12546" fmla="*/ 5321 h 8896"/>
              <a:gd name="connsiteX57-12547" fmla="*/ 8863 w 10000"/>
              <a:gd name="connsiteY57-12548" fmla="*/ 5321 h 8896"/>
              <a:gd name="connsiteX58-12549" fmla="*/ 8616 w 10000"/>
              <a:gd name="connsiteY58-12550" fmla="*/ 5321 h 8896"/>
              <a:gd name="connsiteX59-12551" fmla="*/ 8353 w 10000"/>
              <a:gd name="connsiteY59-12552" fmla="*/ 5321 h 8896"/>
              <a:gd name="connsiteX60-12553" fmla="*/ 8007 w 10000"/>
              <a:gd name="connsiteY60-12554" fmla="*/ 5321 h 8896"/>
              <a:gd name="connsiteX61-12555" fmla="*/ 7661 w 10000"/>
              <a:gd name="connsiteY61-12556" fmla="*/ 5321 h 8896"/>
              <a:gd name="connsiteX62-12557" fmla="*/ 7298 w 10000"/>
              <a:gd name="connsiteY62-12558" fmla="*/ 5578 h 8896"/>
              <a:gd name="connsiteX63-12559" fmla="*/ 6870 w 10000"/>
              <a:gd name="connsiteY63-12560" fmla="*/ 5578 h 8896"/>
              <a:gd name="connsiteX64-12561" fmla="*/ 6442 w 10000"/>
              <a:gd name="connsiteY64-12562" fmla="*/ 5578 h 8896"/>
              <a:gd name="connsiteX65-12563" fmla="*/ 5651 w 10000"/>
              <a:gd name="connsiteY65-12564" fmla="*/ 5838 h 8896"/>
              <a:gd name="connsiteX66-12565" fmla="*/ 4876 w 10000"/>
              <a:gd name="connsiteY66-12566" fmla="*/ 6153 h 8896"/>
              <a:gd name="connsiteX67-12567" fmla="*/ 4185 w 10000"/>
              <a:gd name="connsiteY67-12568" fmla="*/ 6426 h 8896"/>
              <a:gd name="connsiteX68-12569" fmla="*/ 3476 w 10000"/>
              <a:gd name="connsiteY68-12570" fmla="*/ 6687 h 8896"/>
              <a:gd name="connsiteX69-12571" fmla="*/ 3130 w 10000"/>
              <a:gd name="connsiteY69-12572" fmla="*/ 6687 h 8896"/>
              <a:gd name="connsiteX70-12573" fmla="*/ 2883 w 10000"/>
              <a:gd name="connsiteY70-12574" fmla="*/ 6946 h 8896"/>
              <a:gd name="connsiteX71-12575" fmla="*/ 2521 w 10000"/>
              <a:gd name="connsiteY71-12576" fmla="*/ 7267 h 8896"/>
              <a:gd name="connsiteX72-12577" fmla="*/ 2273 w 10000"/>
              <a:gd name="connsiteY72-12578" fmla="*/ 7267 h 8896"/>
              <a:gd name="connsiteX73-12579" fmla="*/ 2092 w 10000"/>
              <a:gd name="connsiteY73-12580" fmla="*/ 7524 h 8896"/>
              <a:gd name="connsiteX74-12581" fmla="*/ 1829 w 10000"/>
              <a:gd name="connsiteY74-12582" fmla="*/ 7524 h 8896"/>
              <a:gd name="connsiteX75-12583" fmla="*/ 1664 w 10000"/>
              <a:gd name="connsiteY75-12584" fmla="*/ 7790 h 8896"/>
              <a:gd name="connsiteX76-12585" fmla="*/ 1400 w 10000"/>
              <a:gd name="connsiteY76-12586" fmla="*/ 8105 h 8896"/>
              <a:gd name="connsiteX77-12587" fmla="*/ 1219 w 10000"/>
              <a:gd name="connsiteY77-12588" fmla="*/ 8105 h 8896"/>
              <a:gd name="connsiteX78-12589" fmla="*/ 1137 w 10000"/>
              <a:gd name="connsiteY78-12590" fmla="*/ 8366 h 8896"/>
              <a:gd name="connsiteX79-12591" fmla="*/ 956 w 10000"/>
              <a:gd name="connsiteY79-12592" fmla="*/ 8366 h 8896"/>
              <a:gd name="connsiteX80-12593" fmla="*/ 873 w 10000"/>
              <a:gd name="connsiteY80-12594" fmla="*/ 8636 h 8896"/>
              <a:gd name="connsiteX81-12595" fmla="*/ 791 w 10000"/>
              <a:gd name="connsiteY81-12596" fmla="*/ 8636 h 8896"/>
              <a:gd name="connsiteX82-12597" fmla="*/ 708 w 10000"/>
              <a:gd name="connsiteY82-12598" fmla="*/ 8636 h 8896"/>
              <a:gd name="connsiteX83-12599" fmla="*/ 527 w 10000"/>
              <a:gd name="connsiteY83-12600" fmla="*/ 8896 h 8896"/>
              <a:gd name="connsiteX84-12601" fmla="*/ 445 w 10000"/>
              <a:gd name="connsiteY84-12602" fmla="*/ 8636 h 8896"/>
              <a:gd name="connsiteX85-12603" fmla="*/ 362 w 10000"/>
              <a:gd name="connsiteY85-12604" fmla="*/ 8636 h 8896"/>
              <a:gd name="connsiteX86-12605" fmla="*/ 264 w 10000"/>
              <a:gd name="connsiteY86-12606" fmla="*/ 8366 h 8896"/>
              <a:gd name="connsiteX87-12607" fmla="*/ 181 w 10000"/>
              <a:gd name="connsiteY87-12608" fmla="*/ 7790 h 8896"/>
              <a:gd name="connsiteX88-12609" fmla="*/ 99 w 10000"/>
              <a:gd name="connsiteY88-12610" fmla="*/ 7267 h 8896"/>
              <a:gd name="connsiteX89-12611" fmla="*/ 0 w 10000"/>
              <a:gd name="connsiteY89-12612" fmla="*/ 6946 h 8896"/>
              <a:gd name="connsiteX90-12613" fmla="*/ 0 w 10000"/>
              <a:gd name="connsiteY90-12614" fmla="*/ 6687 h 8896"/>
              <a:gd name="connsiteX91-12615" fmla="*/ 0 w 10000"/>
              <a:gd name="connsiteY91-12616" fmla="*/ 6426 h 8896"/>
              <a:gd name="connsiteX92-12617" fmla="*/ 0 w 10000"/>
              <a:gd name="connsiteY92-12618" fmla="*/ 6426 h 8896"/>
              <a:gd name="connsiteX93-12619" fmla="*/ 99 w 10000"/>
              <a:gd name="connsiteY93-12620" fmla="*/ 6153 h 8896"/>
              <a:gd name="connsiteX94-12621" fmla="*/ 181 w 10000"/>
              <a:gd name="connsiteY94-12622" fmla="*/ 5838 h 8896"/>
              <a:gd name="connsiteX95-12623" fmla="*/ 362 w 10000"/>
              <a:gd name="connsiteY95-12624" fmla="*/ 5578 h 8896"/>
              <a:gd name="connsiteX96-12625" fmla="*/ 527 w 10000"/>
              <a:gd name="connsiteY96-12626" fmla="*/ 5321 h 8896"/>
              <a:gd name="connsiteX97-12627" fmla="*/ 610 w 10000"/>
              <a:gd name="connsiteY97-12628" fmla="*/ 5000 h 8896"/>
              <a:gd name="connsiteX98-12629" fmla="*/ 708 w 10000"/>
              <a:gd name="connsiteY98-12630" fmla="*/ 4740 h 8896"/>
              <a:gd name="connsiteX99-12631" fmla="*/ 873 w 10000"/>
              <a:gd name="connsiteY99-12632" fmla="*/ 4475 h 8896"/>
              <a:gd name="connsiteX100-12633" fmla="*/ 1054 w 10000"/>
              <a:gd name="connsiteY100-12634" fmla="*/ 3892 h 8896"/>
              <a:gd name="connsiteX101-12635" fmla="*/ 1137 w 10000"/>
              <a:gd name="connsiteY101-12636" fmla="*/ 3635 h 8896"/>
              <a:gd name="connsiteX102-12637" fmla="*/ 1318 w 10000"/>
              <a:gd name="connsiteY102-12638" fmla="*/ 3054 h 8896"/>
              <a:gd name="connsiteX103-12639" fmla="*/ 1483 w 10000"/>
              <a:gd name="connsiteY103-12640" fmla="*/ 2525 h 8896"/>
              <a:gd name="connsiteX104-12641" fmla="*/ 1483 w 10000"/>
              <a:gd name="connsiteY104-12642" fmla="*/ 2525 h 8896"/>
              <a:gd name="connsiteX0-12643" fmla="*/ 1483 w 10000"/>
              <a:gd name="connsiteY0-12644" fmla="*/ 1889 h 9051"/>
              <a:gd name="connsiteX1-12645" fmla="*/ 1664 w 10000"/>
              <a:gd name="connsiteY1-12646" fmla="*/ 943 h 9051"/>
              <a:gd name="connsiteX2-12647" fmla="*/ 1911 w 10000"/>
              <a:gd name="connsiteY2-12648" fmla="*/ 0 h 9051"/>
              <a:gd name="connsiteX3-12649" fmla="*/ 2438 w 10000"/>
              <a:gd name="connsiteY3-12650" fmla="*/ 1889 h 9051"/>
              <a:gd name="connsiteX4-12651" fmla="*/ 2273 w 10000"/>
              <a:gd name="connsiteY4-12652" fmla="*/ 2484 h 9051"/>
              <a:gd name="connsiteX5-12653" fmla="*/ 2092 w 10000"/>
              <a:gd name="connsiteY5-12654" fmla="*/ 3137 h 9051"/>
              <a:gd name="connsiteX6-12655" fmla="*/ 2010 w 10000"/>
              <a:gd name="connsiteY6-12656" fmla="*/ 3788 h 9051"/>
              <a:gd name="connsiteX7-12657" fmla="*/ 1911 w 10000"/>
              <a:gd name="connsiteY7-12658" fmla="*/ 4081 h 9051"/>
              <a:gd name="connsiteX8-12659" fmla="*/ 1829 w 10000"/>
              <a:gd name="connsiteY8-12660" fmla="*/ 4379 h 9051"/>
              <a:gd name="connsiteX9-12661" fmla="*/ 1746 w 10000"/>
              <a:gd name="connsiteY9-12662" fmla="*/ 4672 h 9051"/>
              <a:gd name="connsiteX10-12663" fmla="*/ 1746 w 10000"/>
              <a:gd name="connsiteY10-12664" fmla="*/ 5032 h 9051"/>
              <a:gd name="connsiteX11-12665" fmla="*/ 1746 w 10000"/>
              <a:gd name="connsiteY11-12666" fmla="*/ 5032 h 9051"/>
              <a:gd name="connsiteX12-12667" fmla="*/ 1829 w 10000"/>
              <a:gd name="connsiteY12-12668" fmla="*/ 5032 h 9051"/>
              <a:gd name="connsiteX13-12669" fmla="*/ 1911 w 10000"/>
              <a:gd name="connsiteY13-12670" fmla="*/ 5321 h 9051"/>
              <a:gd name="connsiteX14-12671" fmla="*/ 2010 w 10000"/>
              <a:gd name="connsiteY14-12672" fmla="*/ 5321 h 9051"/>
              <a:gd name="connsiteX15-12673" fmla="*/ 2175 w 10000"/>
              <a:gd name="connsiteY15-12674" fmla="*/ 5321 h 9051"/>
              <a:gd name="connsiteX16-12675" fmla="*/ 2273 w 10000"/>
              <a:gd name="connsiteY16-12676" fmla="*/ 5032 h 9051"/>
              <a:gd name="connsiteX17-12677" fmla="*/ 2356 w 10000"/>
              <a:gd name="connsiteY17-12678" fmla="*/ 5032 h 9051"/>
              <a:gd name="connsiteX18-12679" fmla="*/ 2521 w 10000"/>
              <a:gd name="connsiteY18-12680" fmla="*/ 5032 h 9051"/>
              <a:gd name="connsiteX19-12681" fmla="*/ 2702 w 10000"/>
              <a:gd name="connsiteY19-12682" fmla="*/ 5032 h 9051"/>
              <a:gd name="connsiteX20-12683" fmla="*/ 2883 w 10000"/>
              <a:gd name="connsiteY20-12684" fmla="*/ 4672 h 9051"/>
              <a:gd name="connsiteX21-12685" fmla="*/ 3048 w 10000"/>
              <a:gd name="connsiteY21-12686" fmla="*/ 4672 h 9051"/>
              <a:gd name="connsiteX22-12687" fmla="*/ 3311 w 10000"/>
              <a:gd name="connsiteY22-12688" fmla="*/ 4672 h 9051"/>
              <a:gd name="connsiteX23-12689" fmla="*/ 3575 w 10000"/>
              <a:gd name="connsiteY23-12690" fmla="*/ 4672 h 9051"/>
              <a:gd name="connsiteX24-12691" fmla="*/ 3921 w 10000"/>
              <a:gd name="connsiteY24-12692" fmla="*/ 4379 h 9051"/>
              <a:gd name="connsiteX25-12693" fmla="*/ 4267 w 10000"/>
              <a:gd name="connsiteY25-12694" fmla="*/ 4379 h 9051"/>
              <a:gd name="connsiteX26-12695" fmla="*/ 4613 w 10000"/>
              <a:gd name="connsiteY26-12696" fmla="*/ 4379 h 9051"/>
              <a:gd name="connsiteX27-12697" fmla="*/ 4959 w 10000"/>
              <a:gd name="connsiteY27-12698" fmla="*/ 4081 h 9051"/>
              <a:gd name="connsiteX28-12699" fmla="*/ 5387 w 10000"/>
              <a:gd name="connsiteY28-12700" fmla="*/ 3788 h 9051"/>
              <a:gd name="connsiteX29-12701" fmla="*/ 5832 w 10000"/>
              <a:gd name="connsiteY29-12702" fmla="*/ 3788 h 9051"/>
              <a:gd name="connsiteX30-12703" fmla="*/ 6343 w 10000"/>
              <a:gd name="connsiteY30-12704" fmla="*/ 3426 h 9051"/>
              <a:gd name="connsiteX31-12705" fmla="*/ 6787 w 10000"/>
              <a:gd name="connsiteY31-12706" fmla="*/ 3426 h 9051"/>
              <a:gd name="connsiteX32-12707" fmla="*/ 7298 w 10000"/>
              <a:gd name="connsiteY32-12708" fmla="*/ 3137 h 9051"/>
              <a:gd name="connsiteX33-12709" fmla="*/ 7743 w 10000"/>
              <a:gd name="connsiteY33-12710" fmla="*/ 2837 h 9051"/>
              <a:gd name="connsiteX34-12711" fmla="*/ 8171 w 10000"/>
              <a:gd name="connsiteY34-12712" fmla="*/ 2837 h 9051"/>
              <a:gd name="connsiteX35-12713" fmla="*/ 8435 w 10000"/>
              <a:gd name="connsiteY35-12714" fmla="*/ 2484 h 9051"/>
              <a:gd name="connsiteX36-12715" fmla="*/ 8699 w 10000"/>
              <a:gd name="connsiteY36-12716" fmla="*/ 2484 h 9051"/>
              <a:gd name="connsiteX37-12717" fmla="*/ 8962 w 10000"/>
              <a:gd name="connsiteY37-12718" fmla="*/ 2484 h 9051"/>
              <a:gd name="connsiteX38-12719" fmla="*/ 9127 w 10000"/>
              <a:gd name="connsiteY38-12720" fmla="*/ 2484 h 9051"/>
              <a:gd name="connsiteX39-12721" fmla="*/ 9226 w 10000"/>
              <a:gd name="connsiteY39-12722" fmla="*/ 2183 h 9051"/>
              <a:gd name="connsiteX40-12723" fmla="*/ 9390 w 10000"/>
              <a:gd name="connsiteY40-12724" fmla="*/ 2484 h 9051"/>
              <a:gd name="connsiteX41-12725" fmla="*/ 9473 w 10000"/>
              <a:gd name="connsiteY41-12726" fmla="*/ 2484 h 9051"/>
              <a:gd name="connsiteX42-12727" fmla="*/ 9654 w 10000"/>
              <a:gd name="connsiteY42-12728" fmla="*/ 2837 h 9051"/>
              <a:gd name="connsiteX43-12729" fmla="*/ 9736 w 10000"/>
              <a:gd name="connsiteY43-12730" fmla="*/ 2837 h 9051"/>
              <a:gd name="connsiteX44-12731" fmla="*/ 9918 w 10000"/>
              <a:gd name="connsiteY44-12732" fmla="*/ 3426 h 9051"/>
              <a:gd name="connsiteX45-12733" fmla="*/ 10000 w 10000"/>
              <a:gd name="connsiteY45-12734" fmla="*/ 3788 h 9051"/>
              <a:gd name="connsiteX46-12735" fmla="*/ 10000 w 10000"/>
              <a:gd name="connsiteY46-12736" fmla="*/ 4081 h 9051"/>
              <a:gd name="connsiteX47-12737" fmla="*/ 10000 w 10000"/>
              <a:gd name="connsiteY47-12738" fmla="*/ 4379 h 9051"/>
              <a:gd name="connsiteX48-12739" fmla="*/ 10000 w 10000"/>
              <a:gd name="connsiteY48-12740" fmla="*/ 4379 h 9051"/>
              <a:gd name="connsiteX49-12741" fmla="*/ 10000 w 10000"/>
              <a:gd name="connsiteY49-12742" fmla="*/ 4672 h 9051"/>
              <a:gd name="connsiteX50-12743" fmla="*/ 9918 w 10000"/>
              <a:gd name="connsiteY50-12744" fmla="*/ 4672 h 9051"/>
              <a:gd name="connsiteX51-12745" fmla="*/ 9819 w 10000"/>
              <a:gd name="connsiteY51-12746" fmla="*/ 4672 h 9051"/>
              <a:gd name="connsiteX52-12747" fmla="*/ 9736 w 10000"/>
              <a:gd name="connsiteY52-12748" fmla="*/ 5032 h 9051"/>
              <a:gd name="connsiteX53-12749" fmla="*/ 9572 w 10000"/>
              <a:gd name="connsiteY53-12750" fmla="*/ 5032 h 9051"/>
              <a:gd name="connsiteX54-12751" fmla="*/ 9390 w 10000"/>
              <a:gd name="connsiteY54-12752" fmla="*/ 5032 h 9051"/>
              <a:gd name="connsiteX55-12753" fmla="*/ 9127 w 10000"/>
              <a:gd name="connsiteY55-12754" fmla="*/ 5032 h 9051"/>
              <a:gd name="connsiteX56-12755" fmla="*/ 8863 w 10000"/>
              <a:gd name="connsiteY56-12756" fmla="*/ 5032 h 9051"/>
              <a:gd name="connsiteX57-12757" fmla="*/ 8616 w 10000"/>
              <a:gd name="connsiteY57-12758" fmla="*/ 5032 h 9051"/>
              <a:gd name="connsiteX58-12759" fmla="*/ 8353 w 10000"/>
              <a:gd name="connsiteY58-12760" fmla="*/ 5032 h 9051"/>
              <a:gd name="connsiteX59-12761" fmla="*/ 8007 w 10000"/>
              <a:gd name="connsiteY59-12762" fmla="*/ 5032 h 9051"/>
              <a:gd name="connsiteX60-12763" fmla="*/ 7661 w 10000"/>
              <a:gd name="connsiteY60-12764" fmla="*/ 5032 h 9051"/>
              <a:gd name="connsiteX61-12765" fmla="*/ 7298 w 10000"/>
              <a:gd name="connsiteY61-12766" fmla="*/ 5321 h 9051"/>
              <a:gd name="connsiteX62-12767" fmla="*/ 6870 w 10000"/>
              <a:gd name="connsiteY62-12768" fmla="*/ 5321 h 9051"/>
              <a:gd name="connsiteX63-12769" fmla="*/ 6442 w 10000"/>
              <a:gd name="connsiteY63-12770" fmla="*/ 5321 h 9051"/>
              <a:gd name="connsiteX64-12771" fmla="*/ 5651 w 10000"/>
              <a:gd name="connsiteY64-12772" fmla="*/ 5614 h 9051"/>
              <a:gd name="connsiteX65-12773" fmla="*/ 4876 w 10000"/>
              <a:gd name="connsiteY65-12774" fmla="*/ 5968 h 9051"/>
              <a:gd name="connsiteX66-12775" fmla="*/ 4185 w 10000"/>
              <a:gd name="connsiteY66-12776" fmla="*/ 6274 h 9051"/>
              <a:gd name="connsiteX67-12777" fmla="*/ 3476 w 10000"/>
              <a:gd name="connsiteY67-12778" fmla="*/ 6568 h 9051"/>
              <a:gd name="connsiteX68-12779" fmla="*/ 3130 w 10000"/>
              <a:gd name="connsiteY68-12780" fmla="*/ 6568 h 9051"/>
              <a:gd name="connsiteX69-12781" fmla="*/ 2883 w 10000"/>
              <a:gd name="connsiteY69-12782" fmla="*/ 6859 h 9051"/>
              <a:gd name="connsiteX70-12783" fmla="*/ 2521 w 10000"/>
              <a:gd name="connsiteY70-12784" fmla="*/ 7220 h 9051"/>
              <a:gd name="connsiteX71-12785" fmla="*/ 2273 w 10000"/>
              <a:gd name="connsiteY71-12786" fmla="*/ 7220 h 9051"/>
              <a:gd name="connsiteX72-12787" fmla="*/ 2092 w 10000"/>
              <a:gd name="connsiteY72-12788" fmla="*/ 7509 h 9051"/>
              <a:gd name="connsiteX73-12789" fmla="*/ 1829 w 10000"/>
              <a:gd name="connsiteY73-12790" fmla="*/ 7509 h 9051"/>
              <a:gd name="connsiteX74-12791" fmla="*/ 1664 w 10000"/>
              <a:gd name="connsiteY74-12792" fmla="*/ 7808 h 9051"/>
              <a:gd name="connsiteX75-12793" fmla="*/ 1400 w 10000"/>
              <a:gd name="connsiteY75-12794" fmla="*/ 8162 h 9051"/>
              <a:gd name="connsiteX76-12795" fmla="*/ 1219 w 10000"/>
              <a:gd name="connsiteY76-12796" fmla="*/ 8162 h 9051"/>
              <a:gd name="connsiteX77-12797" fmla="*/ 1137 w 10000"/>
              <a:gd name="connsiteY77-12798" fmla="*/ 8455 h 9051"/>
              <a:gd name="connsiteX78-12799" fmla="*/ 956 w 10000"/>
              <a:gd name="connsiteY78-12800" fmla="*/ 8455 h 9051"/>
              <a:gd name="connsiteX79-12801" fmla="*/ 873 w 10000"/>
              <a:gd name="connsiteY79-12802" fmla="*/ 8759 h 9051"/>
              <a:gd name="connsiteX80-12803" fmla="*/ 791 w 10000"/>
              <a:gd name="connsiteY80-12804" fmla="*/ 8759 h 9051"/>
              <a:gd name="connsiteX81-12805" fmla="*/ 708 w 10000"/>
              <a:gd name="connsiteY81-12806" fmla="*/ 8759 h 9051"/>
              <a:gd name="connsiteX82-12807" fmla="*/ 527 w 10000"/>
              <a:gd name="connsiteY82-12808" fmla="*/ 9051 h 9051"/>
              <a:gd name="connsiteX83-12809" fmla="*/ 445 w 10000"/>
              <a:gd name="connsiteY83-12810" fmla="*/ 8759 h 9051"/>
              <a:gd name="connsiteX84-12811" fmla="*/ 362 w 10000"/>
              <a:gd name="connsiteY84-12812" fmla="*/ 8759 h 9051"/>
              <a:gd name="connsiteX85-12813" fmla="*/ 264 w 10000"/>
              <a:gd name="connsiteY85-12814" fmla="*/ 8455 h 9051"/>
              <a:gd name="connsiteX86-12815" fmla="*/ 181 w 10000"/>
              <a:gd name="connsiteY86-12816" fmla="*/ 7808 h 9051"/>
              <a:gd name="connsiteX87-12817" fmla="*/ 99 w 10000"/>
              <a:gd name="connsiteY87-12818" fmla="*/ 7220 h 9051"/>
              <a:gd name="connsiteX88-12819" fmla="*/ 0 w 10000"/>
              <a:gd name="connsiteY88-12820" fmla="*/ 6859 h 9051"/>
              <a:gd name="connsiteX89-12821" fmla="*/ 0 w 10000"/>
              <a:gd name="connsiteY89-12822" fmla="*/ 6568 h 9051"/>
              <a:gd name="connsiteX90-12823" fmla="*/ 0 w 10000"/>
              <a:gd name="connsiteY90-12824" fmla="*/ 6274 h 9051"/>
              <a:gd name="connsiteX91-12825" fmla="*/ 0 w 10000"/>
              <a:gd name="connsiteY91-12826" fmla="*/ 6274 h 9051"/>
              <a:gd name="connsiteX92-12827" fmla="*/ 99 w 10000"/>
              <a:gd name="connsiteY92-12828" fmla="*/ 5968 h 9051"/>
              <a:gd name="connsiteX93-12829" fmla="*/ 181 w 10000"/>
              <a:gd name="connsiteY93-12830" fmla="*/ 5614 h 9051"/>
              <a:gd name="connsiteX94-12831" fmla="*/ 362 w 10000"/>
              <a:gd name="connsiteY94-12832" fmla="*/ 5321 h 9051"/>
              <a:gd name="connsiteX95-12833" fmla="*/ 527 w 10000"/>
              <a:gd name="connsiteY95-12834" fmla="*/ 5032 h 9051"/>
              <a:gd name="connsiteX96-12835" fmla="*/ 610 w 10000"/>
              <a:gd name="connsiteY96-12836" fmla="*/ 4672 h 9051"/>
              <a:gd name="connsiteX97-12837" fmla="*/ 708 w 10000"/>
              <a:gd name="connsiteY97-12838" fmla="*/ 4379 h 9051"/>
              <a:gd name="connsiteX98-12839" fmla="*/ 873 w 10000"/>
              <a:gd name="connsiteY98-12840" fmla="*/ 4081 h 9051"/>
              <a:gd name="connsiteX99-12841" fmla="*/ 1054 w 10000"/>
              <a:gd name="connsiteY99-12842" fmla="*/ 3426 h 9051"/>
              <a:gd name="connsiteX100-12843" fmla="*/ 1137 w 10000"/>
              <a:gd name="connsiteY100-12844" fmla="*/ 3137 h 9051"/>
              <a:gd name="connsiteX101-12845" fmla="*/ 1318 w 10000"/>
              <a:gd name="connsiteY101-12846" fmla="*/ 2484 h 9051"/>
              <a:gd name="connsiteX102-12847" fmla="*/ 1483 w 10000"/>
              <a:gd name="connsiteY102-12848" fmla="*/ 1889 h 9051"/>
              <a:gd name="connsiteX103-12849" fmla="*/ 1483 w 10000"/>
              <a:gd name="connsiteY103-12850" fmla="*/ 1889 h 9051"/>
              <a:gd name="connsiteX0-12851" fmla="*/ 1483 w 10000"/>
              <a:gd name="connsiteY0-12852" fmla="*/ 1045 h 8958"/>
              <a:gd name="connsiteX1-12853" fmla="*/ 1664 w 10000"/>
              <a:gd name="connsiteY1-12854" fmla="*/ 0 h 8958"/>
              <a:gd name="connsiteX2-12855" fmla="*/ 2438 w 10000"/>
              <a:gd name="connsiteY2-12856" fmla="*/ 1045 h 8958"/>
              <a:gd name="connsiteX3-12857" fmla="*/ 2273 w 10000"/>
              <a:gd name="connsiteY3-12858" fmla="*/ 1702 h 8958"/>
              <a:gd name="connsiteX4-12859" fmla="*/ 2092 w 10000"/>
              <a:gd name="connsiteY4-12860" fmla="*/ 2424 h 8958"/>
              <a:gd name="connsiteX5-12861" fmla="*/ 2010 w 10000"/>
              <a:gd name="connsiteY5-12862" fmla="*/ 3143 h 8958"/>
              <a:gd name="connsiteX6-12863" fmla="*/ 1911 w 10000"/>
              <a:gd name="connsiteY6-12864" fmla="*/ 3467 h 8958"/>
              <a:gd name="connsiteX7-12865" fmla="*/ 1829 w 10000"/>
              <a:gd name="connsiteY7-12866" fmla="*/ 3796 h 8958"/>
              <a:gd name="connsiteX8-12867" fmla="*/ 1746 w 10000"/>
              <a:gd name="connsiteY8-12868" fmla="*/ 4120 h 8958"/>
              <a:gd name="connsiteX9-12869" fmla="*/ 1746 w 10000"/>
              <a:gd name="connsiteY9-12870" fmla="*/ 4518 h 8958"/>
              <a:gd name="connsiteX10-12871" fmla="*/ 1746 w 10000"/>
              <a:gd name="connsiteY10-12872" fmla="*/ 4518 h 8958"/>
              <a:gd name="connsiteX11-12873" fmla="*/ 1829 w 10000"/>
              <a:gd name="connsiteY11-12874" fmla="*/ 4518 h 8958"/>
              <a:gd name="connsiteX12-12875" fmla="*/ 1911 w 10000"/>
              <a:gd name="connsiteY12-12876" fmla="*/ 4837 h 8958"/>
              <a:gd name="connsiteX13-12877" fmla="*/ 2010 w 10000"/>
              <a:gd name="connsiteY13-12878" fmla="*/ 4837 h 8958"/>
              <a:gd name="connsiteX14-12879" fmla="*/ 2175 w 10000"/>
              <a:gd name="connsiteY14-12880" fmla="*/ 4837 h 8958"/>
              <a:gd name="connsiteX15-12881" fmla="*/ 2273 w 10000"/>
              <a:gd name="connsiteY15-12882" fmla="*/ 4518 h 8958"/>
              <a:gd name="connsiteX16-12883" fmla="*/ 2356 w 10000"/>
              <a:gd name="connsiteY16-12884" fmla="*/ 4518 h 8958"/>
              <a:gd name="connsiteX17-12885" fmla="*/ 2521 w 10000"/>
              <a:gd name="connsiteY17-12886" fmla="*/ 4518 h 8958"/>
              <a:gd name="connsiteX18-12887" fmla="*/ 2702 w 10000"/>
              <a:gd name="connsiteY18-12888" fmla="*/ 4518 h 8958"/>
              <a:gd name="connsiteX19-12889" fmla="*/ 2883 w 10000"/>
              <a:gd name="connsiteY19-12890" fmla="*/ 4120 h 8958"/>
              <a:gd name="connsiteX20-12891" fmla="*/ 3048 w 10000"/>
              <a:gd name="connsiteY20-12892" fmla="*/ 4120 h 8958"/>
              <a:gd name="connsiteX21-12893" fmla="*/ 3311 w 10000"/>
              <a:gd name="connsiteY21-12894" fmla="*/ 4120 h 8958"/>
              <a:gd name="connsiteX22-12895" fmla="*/ 3575 w 10000"/>
              <a:gd name="connsiteY22-12896" fmla="*/ 4120 h 8958"/>
              <a:gd name="connsiteX23-12897" fmla="*/ 3921 w 10000"/>
              <a:gd name="connsiteY23-12898" fmla="*/ 3796 h 8958"/>
              <a:gd name="connsiteX24-12899" fmla="*/ 4267 w 10000"/>
              <a:gd name="connsiteY24-12900" fmla="*/ 3796 h 8958"/>
              <a:gd name="connsiteX25-12901" fmla="*/ 4613 w 10000"/>
              <a:gd name="connsiteY25-12902" fmla="*/ 3796 h 8958"/>
              <a:gd name="connsiteX26-12903" fmla="*/ 4959 w 10000"/>
              <a:gd name="connsiteY26-12904" fmla="*/ 3467 h 8958"/>
              <a:gd name="connsiteX27-12905" fmla="*/ 5387 w 10000"/>
              <a:gd name="connsiteY27-12906" fmla="*/ 3143 h 8958"/>
              <a:gd name="connsiteX28-12907" fmla="*/ 5832 w 10000"/>
              <a:gd name="connsiteY28-12908" fmla="*/ 3143 h 8958"/>
              <a:gd name="connsiteX29-12909" fmla="*/ 6343 w 10000"/>
              <a:gd name="connsiteY29-12910" fmla="*/ 2743 h 8958"/>
              <a:gd name="connsiteX30-12911" fmla="*/ 6787 w 10000"/>
              <a:gd name="connsiteY30-12912" fmla="*/ 2743 h 8958"/>
              <a:gd name="connsiteX31-12913" fmla="*/ 7298 w 10000"/>
              <a:gd name="connsiteY31-12914" fmla="*/ 2424 h 8958"/>
              <a:gd name="connsiteX32-12915" fmla="*/ 7743 w 10000"/>
              <a:gd name="connsiteY32-12916" fmla="*/ 2092 h 8958"/>
              <a:gd name="connsiteX33-12917" fmla="*/ 8171 w 10000"/>
              <a:gd name="connsiteY33-12918" fmla="*/ 2092 h 8958"/>
              <a:gd name="connsiteX34-12919" fmla="*/ 8435 w 10000"/>
              <a:gd name="connsiteY34-12920" fmla="*/ 1702 h 8958"/>
              <a:gd name="connsiteX35-12921" fmla="*/ 8699 w 10000"/>
              <a:gd name="connsiteY35-12922" fmla="*/ 1702 h 8958"/>
              <a:gd name="connsiteX36-12923" fmla="*/ 8962 w 10000"/>
              <a:gd name="connsiteY36-12924" fmla="*/ 1702 h 8958"/>
              <a:gd name="connsiteX37-12925" fmla="*/ 9127 w 10000"/>
              <a:gd name="connsiteY37-12926" fmla="*/ 1702 h 8958"/>
              <a:gd name="connsiteX38-12927" fmla="*/ 9226 w 10000"/>
              <a:gd name="connsiteY38-12928" fmla="*/ 1370 h 8958"/>
              <a:gd name="connsiteX39-12929" fmla="*/ 9390 w 10000"/>
              <a:gd name="connsiteY39-12930" fmla="*/ 1702 h 8958"/>
              <a:gd name="connsiteX40-12931" fmla="*/ 9473 w 10000"/>
              <a:gd name="connsiteY40-12932" fmla="*/ 1702 h 8958"/>
              <a:gd name="connsiteX41-12933" fmla="*/ 9654 w 10000"/>
              <a:gd name="connsiteY41-12934" fmla="*/ 2092 h 8958"/>
              <a:gd name="connsiteX42-12935" fmla="*/ 9736 w 10000"/>
              <a:gd name="connsiteY42-12936" fmla="*/ 2092 h 8958"/>
              <a:gd name="connsiteX43-12937" fmla="*/ 9918 w 10000"/>
              <a:gd name="connsiteY43-12938" fmla="*/ 2743 h 8958"/>
              <a:gd name="connsiteX44-12939" fmla="*/ 10000 w 10000"/>
              <a:gd name="connsiteY44-12940" fmla="*/ 3143 h 8958"/>
              <a:gd name="connsiteX45-12941" fmla="*/ 10000 w 10000"/>
              <a:gd name="connsiteY45-12942" fmla="*/ 3467 h 8958"/>
              <a:gd name="connsiteX46-12943" fmla="*/ 10000 w 10000"/>
              <a:gd name="connsiteY46-12944" fmla="*/ 3796 h 8958"/>
              <a:gd name="connsiteX47-12945" fmla="*/ 10000 w 10000"/>
              <a:gd name="connsiteY47-12946" fmla="*/ 3796 h 8958"/>
              <a:gd name="connsiteX48-12947" fmla="*/ 10000 w 10000"/>
              <a:gd name="connsiteY48-12948" fmla="*/ 4120 h 8958"/>
              <a:gd name="connsiteX49-12949" fmla="*/ 9918 w 10000"/>
              <a:gd name="connsiteY49-12950" fmla="*/ 4120 h 8958"/>
              <a:gd name="connsiteX50-12951" fmla="*/ 9819 w 10000"/>
              <a:gd name="connsiteY50-12952" fmla="*/ 4120 h 8958"/>
              <a:gd name="connsiteX51-12953" fmla="*/ 9736 w 10000"/>
              <a:gd name="connsiteY51-12954" fmla="*/ 4518 h 8958"/>
              <a:gd name="connsiteX52-12955" fmla="*/ 9572 w 10000"/>
              <a:gd name="connsiteY52-12956" fmla="*/ 4518 h 8958"/>
              <a:gd name="connsiteX53-12957" fmla="*/ 9390 w 10000"/>
              <a:gd name="connsiteY53-12958" fmla="*/ 4518 h 8958"/>
              <a:gd name="connsiteX54-12959" fmla="*/ 9127 w 10000"/>
              <a:gd name="connsiteY54-12960" fmla="*/ 4518 h 8958"/>
              <a:gd name="connsiteX55-12961" fmla="*/ 8863 w 10000"/>
              <a:gd name="connsiteY55-12962" fmla="*/ 4518 h 8958"/>
              <a:gd name="connsiteX56-12963" fmla="*/ 8616 w 10000"/>
              <a:gd name="connsiteY56-12964" fmla="*/ 4518 h 8958"/>
              <a:gd name="connsiteX57-12965" fmla="*/ 8353 w 10000"/>
              <a:gd name="connsiteY57-12966" fmla="*/ 4518 h 8958"/>
              <a:gd name="connsiteX58-12967" fmla="*/ 8007 w 10000"/>
              <a:gd name="connsiteY58-12968" fmla="*/ 4518 h 8958"/>
              <a:gd name="connsiteX59-12969" fmla="*/ 7661 w 10000"/>
              <a:gd name="connsiteY59-12970" fmla="*/ 4518 h 8958"/>
              <a:gd name="connsiteX60-12971" fmla="*/ 7298 w 10000"/>
              <a:gd name="connsiteY60-12972" fmla="*/ 4837 h 8958"/>
              <a:gd name="connsiteX61-12973" fmla="*/ 6870 w 10000"/>
              <a:gd name="connsiteY61-12974" fmla="*/ 4837 h 8958"/>
              <a:gd name="connsiteX62-12975" fmla="*/ 6442 w 10000"/>
              <a:gd name="connsiteY62-12976" fmla="*/ 4837 h 8958"/>
              <a:gd name="connsiteX63-12977" fmla="*/ 5651 w 10000"/>
              <a:gd name="connsiteY63-12978" fmla="*/ 5161 h 8958"/>
              <a:gd name="connsiteX64-12979" fmla="*/ 4876 w 10000"/>
              <a:gd name="connsiteY64-12980" fmla="*/ 5552 h 8958"/>
              <a:gd name="connsiteX65-12981" fmla="*/ 4185 w 10000"/>
              <a:gd name="connsiteY65-12982" fmla="*/ 5890 h 8958"/>
              <a:gd name="connsiteX66-12983" fmla="*/ 3476 w 10000"/>
              <a:gd name="connsiteY66-12984" fmla="*/ 6215 h 8958"/>
              <a:gd name="connsiteX67-12985" fmla="*/ 3130 w 10000"/>
              <a:gd name="connsiteY67-12986" fmla="*/ 6215 h 8958"/>
              <a:gd name="connsiteX68-12987" fmla="*/ 2883 w 10000"/>
              <a:gd name="connsiteY68-12988" fmla="*/ 6536 h 8958"/>
              <a:gd name="connsiteX69-12989" fmla="*/ 2521 w 10000"/>
              <a:gd name="connsiteY69-12990" fmla="*/ 6935 h 8958"/>
              <a:gd name="connsiteX70-12991" fmla="*/ 2273 w 10000"/>
              <a:gd name="connsiteY70-12992" fmla="*/ 6935 h 8958"/>
              <a:gd name="connsiteX71-12993" fmla="*/ 2092 w 10000"/>
              <a:gd name="connsiteY71-12994" fmla="*/ 7254 h 8958"/>
              <a:gd name="connsiteX72-12995" fmla="*/ 1829 w 10000"/>
              <a:gd name="connsiteY72-12996" fmla="*/ 7254 h 8958"/>
              <a:gd name="connsiteX73-12997" fmla="*/ 1664 w 10000"/>
              <a:gd name="connsiteY73-12998" fmla="*/ 7585 h 8958"/>
              <a:gd name="connsiteX74-12999" fmla="*/ 1400 w 10000"/>
              <a:gd name="connsiteY74-13000" fmla="*/ 7976 h 8958"/>
              <a:gd name="connsiteX75-13001" fmla="*/ 1219 w 10000"/>
              <a:gd name="connsiteY75-13002" fmla="*/ 7976 h 8958"/>
              <a:gd name="connsiteX76-13003" fmla="*/ 1137 w 10000"/>
              <a:gd name="connsiteY76-13004" fmla="*/ 8300 h 8958"/>
              <a:gd name="connsiteX77-13005" fmla="*/ 956 w 10000"/>
              <a:gd name="connsiteY77-13006" fmla="*/ 8300 h 8958"/>
              <a:gd name="connsiteX78-13007" fmla="*/ 873 w 10000"/>
              <a:gd name="connsiteY78-13008" fmla="*/ 8635 h 8958"/>
              <a:gd name="connsiteX79-13009" fmla="*/ 791 w 10000"/>
              <a:gd name="connsiteY79-13010" fmla="*/ 8635 h 8958"/>
              <a:gd name="connsiteX80-13011" fmla="*/ 708 w 10000"/>
              <a:gd name="connsiteY80-13012" fmla="*/ 8635 h 8958"/>
              <a:gd name="connsiteX81-13013" fmla="*/ 527 w 10000"/>
              <a:gd name="connsiteY81-13014" fmla="*/ 8958 h 8958"/>
              <a:gd name="connsiteX82-13015" fmla="*/ 445 w 10000"/>
              <a:gd name="connsiteY82-13016" fmla="*/ 8635 h 8958"/>
              <a:gd name="connsiteX83-13017" fmla="*/ 362 w 10000"/>
              <a:gd name="connsiteY83-13018" fmla="*/ 8635 h 8958"/>
              <a:gd name="connsiteX84-13019" fmla="*/ 264 w 10000"/>
              <a:gd name="connsiteY84-13020" fmla="*/ 8300 h 8958"/>
              <a:gd name="connsiteX85-13021" fmla="*/ 181 w 10000"/>
              <a:gd name="connsiteY85-13022" fmla="*/ 7585 h 8958"/>
              <a:gd name="connsiteX86-13023" fmla="*/ 99 w 10000"/>
              <a:gd name="connsiteY86-13024" fmla="*/ 6935 h 8958"/>
              <a:gd name="connsiteX87-13025" fmla="*/ 0 w 10000"/>
              <a:gd name="connsiteY87-13026" fmla="*/ 6536 h 8958"/>
              <a:gd name="connsiteX88-13027" fmla="*/ 0 w 10000"/>
              <a:gd name="connsiteY88-13028" fmla="*/ 6215 h 8958"/>
              <a:gd name="connsiteX89-13029" fmla="*/ 0 w 10000"/>
              <a:gd name="connsiteY89-13030" fmla="*/ 5890 h 8958"/>
              <a:gd name="connsiteX90-13031" fmla="*/ 0 w 10000"/>
              <a:gd name="connsiteY90-13032" fmla="*/ 5890 h 8958"/>
              <a:gd name="connsiteX91-13033" fmla="*/ 99 w 10000"/>
              <a:gd name="connsiteY91-13034" fmla="*/ 5552 h 8958"/>
              <a:gd name="connsiteX92-13035" fmla="*/ 181 w 10000"/>
              <a:gd name="connsiteY92-13036" fmla="*/ 5161 h 8958"/>
              <a:gd name="connsiteX93-13037" fmla="*/ 362 w 10000"/>
              <a:gd name="connsiteY93-13038" fmla="*/ 4837 h 8958"/>
              <a:gd name="connsiteX94-13039" fmla="*/ 527 w 10000"/>
              <a:gd name="connsiteY94-13040" fmla="*/ 4518 h 8958"/>
              <a:gd name="connsiteX95-13041" fmla="*/ 610 w 10000"/>
              <a:gd name="connsiteY95-13042" fmla="*/ 4120 h 8958"/>
              <a:gd name="connsiteX96-13043" fmla="*/ 708 w 10000"/>
              <a:gd name="connsiteY96-13044" fmla="*/ 3796 h 8958"/>
              <a:gd name="connsiteX97-13045" fmla="*/ 873 w 10000"/>
              <a:gd name="connsiteY97-13046" fmla="*/ 3467 h 8958"/>
              <a:gd name="connsiteX98-13047" fmla="*/ 1054 w 10000"/>
              <a:gd name="connsiteY98-13048" fmla="*/ 2743 h 8958"/>
              <a:gd name="connsiteX99-13049" fmla="*/ 1137 w 10000"/>
              <a:gd name="connsiteY99-13050" fmla="*/ 2424 h 8958"/>
              <a:gd name="connsiteX100-13051" fmla="*/ 1318 w 10000"/>
              <a:gd name="connsiteY100-13052" fmla="*/ 1702 h 8958"/>
              <a:gd name="connsiteX101-13053" fmla="*/ 1483 w 10000"/>
              <a:gd name="connsiteY101-13054" fmla="*/ 1045 h 8958"/>
              <a:gd name="connsiteX102-13055" fmla="*/ 1483 w 10000"/>
              <a:gd name="connsiteY102-13056" fmla="*/ 1045 h 8958"/>
              <a:gd name="connsiteX0-13057" fmla="*/ 1483 w 10000"/>
              <a:gd name="connsiteY0-13058" fmla="*/ 122 h 8955"/>
              <a:gd name="connsiteX1-13059" fmla="*/ 2438 w 10000"/>
              <a:gd name="connsiteY1-13060" fmla="*/ 122 h 8955"/>
              <a:gd name="connsiteX2-13061" fmla="*/ 2273 w 10000"/>
              <a:gd name="connsiteY2-13062" fmla="*/ 855 h 8955"/>
              <a:gd name="connsiteX3-13063" fmla="*/ 2092 w 10000"/>
              <a:gd name="connsiteY3-13064" fmla="*/ 1661 h 8955"/>
              <a:gd name="connsiteX4-13065" fmla="*/ 2010 w 10000"/>
              <a:gd name="connsiteY4-13066" fmla="*/ 2464 h 8955"/>
              <a:gd name="connsiteX5-13067" fmla="*/ 1911 w 10000"/>
              <a:gd name="connsiteY5-13068" fmla="*/ 2825 h 8955"/>
              <a:gd name="connsiteX6-13069" fmla="*/ 1829 w 10000"/>
              <a:gd name="connsiteY6-13070" fmla="*/ 3193 h 8955"/>
              <a:gd name="connsiteX7-13071" fmla="*/ 1746 w 10000"/>
              <a:gd name="connsiteY7-13072" fmla="*/ 3554 h 8955"/>
              <a:gd name="connsiteX8-13073" fmla="*/ 1746 w 10000"/>
              <a:gd name="connsiteY8-13074" fmla="*/ 3999 h 8955"/>
              <a:gd name="connsiteX9-13075" fmla="*/ 1746 w 10000"/>
              <a:gd name="connsiteY9-13076" fmla="*/ 3999 h 8955"/>
              <a:gd name="connsiteX10-13077" fmla="*/ 1829 w 10000"/>
              <a:gd name="connsiteY10-13078" fmla="*/ 3999 h 8955"/>
              <a:gd name="connsiteX11-13079" fmla="*/ 1911 w 10000"/>
              <a:gd name="connsiteY11-13080" fmla="*/ 4355 h 8955"/>
              <a:gd name="connsiteX12-13081" fmla="*/ 2010 w 10000"/>
              <a:gd name="connsiteY12-13082" fmla="*/ 4355 h 8955"/>
              <a:gd name="connsiteX13-13083" fmla="*/ 2175 w 10000"/>
              <a:gd name="connsiteY13-13084" fmla="*/ 4355 h 8955"/>
              <a:gd name="connsiteX14-13085" fmla="*/ 2273 w 10000"/>
              <a:gd name="connsiteY14-13086" fmla="*/ 3999 h 8955"/>
              <a:gd name="connsiteX15-13087" fmla="*/ 2356 w 10000"/>
              <a:gd name="connsiteY15-13088" fmla="*/ 3999 h 8955"/>
              <a:gd name="connsiteX16-13089" fmla="*/ 2521 w 10000"/>
              <a:gd name="connsiteY16-13090" fmla="*/ 3999 h 8955"/>
              <a:gd name="connsiteX17-13091" fmla="*/ 2702 w 10000"/>
              <a:gd name="connsiteY17-13092" fmla="*/ 3999 h 8955"/>
              <a:gd name="connsiteX18-13093" fmla="*/ 2883 w 10000"/>
              <a:gd name="connsiteY18-13094" fmla="*/ 3554 h 8955"/>
              <a:gd name="connsiteX19-13095" fmla="*/ 3048 w 10000"/>
              <a:gd name="connsiteY19-13096" fmla="*/ 3554 h 8955"/>
              <a:gd name="connsiteX20-13097" fmla="*/ 3311 w 10000"/>
              <a:gd name="connsiteY20-13098" fmla="*/ 3554 h 8955"/>
              <a:gd name="connsiteX21-13099" fmla="*/ 3575 w 10000"/>
              <a:gd name="connsiteY21-13100" fmla="*/ 3554 h 8955"/>
              <a:gd name="connsiteX22-13101" fmla="*/ 3921 w 10000"/>
              <a:gd name="connsiteY22-13102" fmla="*/ 3193 h 8955"/>
              <a:gd name="connsiteX23-13103" fmla="*/ 4267 w 10000"/>
              <a:gd name="connsiteY23-13104" fmla="*/ 3193 h 8955"/>
              <a:gd name="connsiteX24-13105" fmla="*/ 4613 w 10000"/>
              <a:gd name="connsiteY24-13106" fmla="*/ 3193 h 8955"/>
              <a:gd name="connsiteX25-13107" fmla="*/ 4959 w 10000"/>
              <a:gd name="connsiteY25-13108" fmla="*/ 2825 h 8955"/>
              <a:gd name="connsiteX26-13109" fmla="*/ 5387 w 10000"/>
              <a:gd name="connsiteY26-13110" fmla="*/ 2464 h 8955"/>
              <a:gd name="connsiteX27-13111" fmla="*/ 5832 w 10000"/>
              <a:gd name="connsiteY27-13112" fmla="*/ 2464 h 8955"/>
              <a:gd name="connsiteX28-13113" fmla="*/ 6343 w 10000"/>
              <a:gd name="connsiteY28-13114" fmla="*/ 2017 h 8955"/>
              <a:gd name="connsiteX29-13115" fmla="*/ 6787 w 10000"/>
              <a:gd name="connsiteY29-13116" fmla="*/ 2017 h 8955"/>
              <a:gd name="connsiteX30-13117" fmla="*/ 7298 w 10000"/>
              <a:gd name="connsiteY30-13118" fmla="*/ 1661 h 8955"/>
              <a:gd name="connsiteX31-13119" fmla="*/ 7743 w 10000"/>
              <a:gd name="connsiteY31-13120" fmla="*/ 1290 h 8955"/>
              <a:gd name="connsiteX32-13121" fmla="*/ 8171 w 10000"/>
              <a:gd name="connsiteY32-13122" fmla="*/ 1290 h 8955"/>
              <a:gd name="connsiteX33-13123" fmla="*/ 8435 w 10000"/>
              <a:gd name="connsiteY33-13124" fmla="*/ 855 h 8955"/>
              <a:gd name="connsiteX34-13125" fmla="*/ 8699 w 10000"/>
              <a:gd name="connsiteY34-13126" fmla="*/ 855 h 8955"/>
              <a:gd name="connsiteX35-13127" fmla="*/ 8962 w 10000"/>
              <a:gd name="connsiteY35-13128" fmla="*/ 855 h 8955"/>
              <a:gd name="connsiteX36-13129" fmla="*/ 9127 w 10000"/>
              <a:gd name="connsiteY36-13130" fmla="*/ 855 h 8955"/>
              <a:gd name="connsiteX37-13131" fmla="*/ 9226 w 10000"/>
              <a:gd name="connsiteY37-13132" fmla="*/ 484 h 8955"/>
              <a:gd name="connsiteX38-13133" fmla="*/ 9390 w 10000"/>
              <a:gd name="connsiteY38-13134" fmla="*/ 855 h 8955"/>
              <a:gd name="connsiteX39-13135" fmla="*/ 9473 w 10000"/>
              <a:gd name="connsiteY39-13136" fmla="*/ 855 h 8955"/>
              <a:gd name="connsiteX40-13137" fmla="*/ 9654 w 10000"/>
              <a:gd name="connsiteY40-13138" fmla="*/ 1290 h 8955"/>
              <a:gd name="connsiteX41-13139" fmla="*/ 9736 w 10000"/>
              <a:gd name="connsiteY41-13140" fmla="*/ 1290 h 8955"/>
              <a:gd name="connsiteX42-13141" fmla="*/ 9918 w 10000"/>
              <a:gd name="connsiteY42-13142" fmla="*/ 2017 h 8955"/>
              <a:gd name="connsiteX43-13143" fmla="*/ 10000 w 10000"/>
              <a:gd name="connsiteY43-13144" fmla="*/ 2464 h 8955"/>
              <a:gd name="connsiteX44-13145" fmla="*/ 10000 w 10000"/>
              <a:gd name="connsiteY44-13146" fmla="*/ 2825 h 8955"/>
              <a:gd name="connsiteX45-13147" fmla="*/ 10000 w 10000"/>
              <a:gd name="connsiteY45-13148" fmla="*/ 3193 h 8955"/>
              <a:gd name="connsiteX46-13149" fmla="*/ 10000 w 10000"/>
              <a:gd name="connsiteY46-13150" fmla="*/ 3193 h 8955"/>
              <a:gd name="connsiteX47-13151" fmla="*/ 10000 w 10000"/>
              <a:gd name="connsiteY47-13152" fmla="*/ 3554 h 8955"/>
              <a:gd name="connsiteX48-13153" fmla="*/ 9918 w 10000"/>
              <a:gd name="connsiteY48-13154" fmla="*/ 3554 h 8955"/>
              <a:gd name="connsiteX49-13155" fmla="*/ 9819 w 10000"/>
              <a:gd name="connsiteY49-13156" fmla="*/ 3554 h 8955"/>
              <a:gd name="connsiteX50-13157" fmla="*/ 9736 w 10000"/>
              <a:gd name="connsiteY50-13158" fmla="*/ 3999 h 8955"/>
              <a:gd name="connsiteX51-13159" fmla="*/ 9572 w 10000"/>
              <a:gd name="connsiteY51-13160" fmla="*/ 3999 h 8955"/>
              <a:gd name="connsiteX52-13161" fmla="*/ 9390 w 10000"/>
              <a:gd name="connsiteY52-13162" fmla="*/ 3999 h 8955"/>
              <a:gd name="connsiteX53-13163" fmla="*/ 9127 w 10000"/>
              <a:gd name="connsiteY53-13164" fmla="*/ 3999 h 8955"/>
              <a:gd name="connsiteX54-13165" fmla="*/ 8863 w 10000"/>
              <a:gd name="connsiteY54-13166" fmla="*/ 3999 h 8955"/>
              <a:gd name="connsiteX55-13167" fmla="*/ 8616 w 10000"/>
              <a:gd name="connsiteY55-13168" fmla="*/ 3999 h 8955"/>
              <a:gd name="connsiteX56-13169" fmla="*/ 8353 w 10000"/>
              <a:gd name="connsiteY56-13170" fmla="*/ 3999 h 8955"/>
              <a:gd name="connsiteX57-13171" fmla="*/ 8007 w 10000"/>
              <a:gd name="connsiteY57-13172" fmla="*/ 3999 h 8955"/>
              <a:gd name="connsiteX58-13173" fmla="*/ 7661 w 10000"/>
              <a:gd name="connsiteY58-13174" fmla="*/ 3999 h 8955"/>
              <a:gd name="connsiteX59-13175" fmla="*/ 7298 w 10000"/>
              <a:gd name="connsiteY59-13176" fmla="*/ 4355 h 8955"/>
              <a:gd name="connsiteX60-13177" fmla="*/ 6870 w 10000"/>
              <a:gd name="connsiteY60-13178" fmla="*/ 4355 h 8955"/>
              <a:gd name="connsiteX61-13179" fmla="*/ 6442 w 10000"/>
              <a:gd name="connsiteY61-13180" fmla="*/ 4355 h 8955"/>
              <a:gd name="connsiteX62-13181" fmla="*/ 5651 w 10000"/>
              <a:gd name="connsiteY62-13182" fmla="*/ 4716 h 8955"/>
              <a:gd name="connsiteX63-13183" fmla="*/ 4876 w 10000"/>
              <a:gd name="connsiteY63-13184" fmla="*/ 5153 h 8955"/>
              <a:gd name="connsiteX64-13185" fmla="*/ 4185 w 10000"/>
              <a:gd name="connsiteY64-13186" fmla="*/ 5530 h 8955"/>
              <a:gd name="connsiteX65-13187" fmla="*/ 3476 w 10000"/>
              <a:gd name="connsiteY65-13188" fmla="*/ 5893 h 8955"/>
              <a:gd name="connsiteX66-13189" fmla="*/ 3130 w 10000"/>
              <a:gd name="connsiteY66-13190" fmla="*/ 5893 h 8955"/>
              <a:gd name="connsiteX67-13191" fmla="*/ 2883 w 10000"/>
              <a:gd name="connsiteY67-13192" fmla="*/ 6251 h 8955"/>
              <a:gd name="connsiteX68-13193" fmla="*/ 2521 w 10000"/>
              <a:gd name="connsiteY68-13194" fmla="*/ 6697 h 8955"/>
              <a:gd name="connsiteX69-13195" fmla="*/ 2273 w 10000"/>
              <a:gd name="connsiteY69-13196" fmla="*/ 6697 h 8955"/>
              <a:gd name="connsiteX70-13197" fmla="*/ 2092 w 10000"/>
              <a:gd name="connsiteY70-13198" fmla="*/ 7053 h 8955"/>
              <a:gd name="connsiteX71-13199" fmla="*/ 1829 w 10000"/>
              <a:gd name="connsiteY71-13200" fmla="*/ 7053 h 8955"/>
              <a:gd name="connsiteX72-13201" fmla="*/ 1664 w 10000"/>
              <a:gd name="connsiteY72-13202" fmla="*/ 7422 h 8955"/>
              <a:gd name="connsiteX73-13203" fmla="*/ 1400 w 10000"/>
              <a:gd name="connsiteY73-13204" fmla="*/ 7859 h 8955"/>
              <a:gd name="connsiteX74-13205" fmla="*/ 1219 w 10000"/>
              <a:gd name="connsiteY74-13206" fmla="*/ 7859 h 8955"/>
              <a:gd name="connsiteX75-13207" fmla="*/ 1137 w 10000"/>
              <a:gd name="connsiteY75-13208" fmla="*/ 8220 h 8955"/>
              <a:gd name="connsiteX76-13209" fmla="*/ 956 w 10000"/>
              <a:gd name="connsiteY76-13210" fmla="*/ 8220 h 8955"/>
              <a:gd name="connsiteX77-13211" fmla="*/ 873 w 10000"/>
              <a:gd name="connsiteY77-13212" fmla="*/ 8594 h 8955"/>
              <a:gd name="connsiteX78-13213" fmla="*/ 791 w 10000"/>
              <a:gd name="connsiteY78-13214" fmla="*/ 8594 h 8955"/>
              <a:gd name="connsiteX79-13215" fmla="*/ 708 w 10000"/>
              <a:gd name="connsiteY79-13216" fmla="*/ 8594 h 8955"/>
              <a:gd name="connsiteX80-13217" fmla="*/ 527 w 10000"/>
              <a:gd name="connsiteY80-13218" fmla="*/ 8955 h 8955"/>
              <a:gd name="connsiteX81-13219" fmla="*/ 445 w 10000"/>
              <a:gd name="connsiteY81-13220" fmla="*/ 8594 h 8955"/>
              <a:gd name="connsiteX82-13221" fmla="*/ 362 w 10000"/>
              <a:gd name="connsiteY82-13222" fmla="*/ 8594 h 8955"/>
              <a:gd name="connsiteX83-13223" fmla="*/ 264 w 10000"/>
              <a:gd name="connsiteY83-13224" fmla="*/ 8220 h 8955"/>
              <a:gd name="connsiteX84-13225" fmla="*/ 181 w 10000"/>
              <a:gd name="connsiteY84-13226" fmla="*/ 7422 h 8955"/>
              <a:gd name="connsiteX85-13227" fmla="*/ 99 w 10000"/>
              <a:gd name="connsiteY85-13228" fmla="*/ 6697 h 8955"/>
              <a:gd name="connsiteX86-13229" fmla="*/ 0 w 10000"/>
              <a:gd name="connsiteY86-13230" fmla="*/ 6251 h 8955"/>
              <a:gd name="connsiteX87-13231" fmla="*/ 0 w 10000"/>
              <a:gd name="connsiteY87-13232" fmla="*/ 5893 h 8955"/>
              <a:gd name="connsiteX88-13233" fmla="*/ 0 w 10000"/>
              <a:gd name="connsiteY88-13234" fmla="*/ 5530 h 8955"/>
              <a:gd name="connsiteX89-13235" fmla="*/ 0 w 10000"/>
              <a:gd name="connsiteY89-13236" fmla="*/ 5530 h 8955"/>
              <a:gd name="connsiteX90-13237" fmla="*/ 99 w 10000"/>
              <a:gd name="connsiteY90-13238" fmla="*/ 5153 h 8955"/>
              <a:gd name="connsiteX91-13239" fmla="*/ 181 w 10000"/>
              <a:gd name="connsiteY91-13240" fmla="*/ 4716 h 8955"/>
              <a:gd name="connsiteX92-13241" fmla="*/ 362 w 10000"/>
              <a:gd name="connsiteY92-13242" fmla="*/ 4355 h 8955"/>
              <a:gd name="connsiteX93-13243" fmla="*/ 527 w 10000"/>
              <a:gd name="connsiteY93-13244" fmla="*/ 3999 h 8955"/>
              <a:gd name="connsiteX94-13245" fmla="*/ 610 w 10000"/>
              <a:gd name="connsiteY94-13246" fmla="*/ 3554 h 8955"/>
              <a:gd name="connsiteX95-13247" fmla="*/ 708 w 10000"/>
              <a:gd name="connsiteY95-13248" fmla="*/ 3193 h 8955"/>
              <a:gd name="connsiteX96-13249" fmla="*/ 873 w 10000"/>
              <a:gd name="connsiteY96-13250" fmla="*/ 2825 h 8955"/>
              <a:gd name="connsiteX97-13251" fmla="*/ 1054 w 10000"/>
              <a:gd name="connsiteY97-13252" fmla="*/ 2017 h 8955"/>
              <a:gd name="connsiteX98-13253" fmla="*/ 1137 w 10000"/>
              <a:gd name="connsiteY98-13254" fmla="*/ 1661 h 8955"/>
              <a:gd name="connsiteX99-13255" fmla="*/ 1318 w 10000"/>
              <a:gd name="connsiteY99-13256" fmla="*/ 855 h 8955"/>
              <a:gd name="connsiteX100-13257" fmla="*/ 1483 w 10000"/>
              <a:gd name="connsiteY100-13258" fmla="*/ 122 h 8955"/>
              <a:gd name="connsiteX101-13259" fmla="*/ 1483 w 10000"/>
              <a:gd name="connsiteY101-13260" fmla="*/ 122 h 8955"/>
              <a:gd name="connsiteX0-13261" fmla="*/ 1483 w 10000"/>
              <a:gd name="connsiteY0-13262" fmla="*/ 136 h 10000"/>
              <a:gd name="connsiteX1-13263" fmla="*/ 2438 w 10000"/>
              <a:gd name="connsiteY1-13264" fmla="*/ 136 h 10000"/>
              <a:gd name="connsiteX2-13265" fmla="*/ 2273 w 10000"/>
              <a:gd name="connsiteY2-13266" fmla="*/ 955 h 10000"/>
              <a:gd name="connsiteX3-13267" fmla="*/ 2092 w 10000"/>
              <a:gd name="connsiteY3-13268" fmla="*/ 1855 h 10000"/>
              <a:gd name="connsiteX4-13269" fmla="*/ 2010 w 10000"/>
              <a:gd name="connsiteY4-13270" fmla="*/ 2752 h 10000"/>
              <a:gd name="connsiteX5-13271" fmla="*/ 1829 w 10000"/>
              <a:gd name="connsiteY5-13272" fmla="*/ 3566 h 10000"/>
              <a:gd name="connsiteX6-13273" fmla="*/ 1746 w 10000"/>
              <a:gd name="connsiteY6-13274" fmla="*/ 3969 h 10000"/>
              <a:gd name="connsiteX7-13275" fmla="*/ 1746 w 10000"/>
              <a:gd name="connsiteY7-13276" fmla="*/ 4466 h 10000"/>
              <a:gd name="connsiteX8-13277" fmla="*/ 1746 w 10000"/>
              <a:gd name="connsiteY8-13278" fmla="*/ 4466 h 10000"/>
              <a:gd name="connsiteX9-13279" fmla="*/ 1829 w 10000"/>
              <a:gd name="connsiteY9-13280" fmla="*/ 4466 h 10000"/>
              <a:gd name="connsiteX10-13281" fmla="*/ 1911 w 10000"/>
              <a:gd name="connsiteY10-13282" fmla="*/ 4863 h 10000"/>
              <a:gd name="connsiteX11-13283" fmla="*/ 2010 w 10000"/>
              <a:gd name="connsiteY11-13284" fmla="*/ 4863 h 10000"/>
              <a:gd name="connsiteX12-13285" fmla="*/ 2175 w 10000"/>
              <a:gd name="connsiteY12-13286" fmla="*/ 4863 h 10000"/>
              <a:gd name="connsiteX13-13287" fmla="*/ 2273 w 10000"/>
              <a:gd name="connsiteY13-13288" fmla="*/ 4466 h 10000"/>
              <a:gd name="connsiteX14-13289" fmla="*/ 2356 w 10000"/>
              <a:gd name="connsiteY14-13290" fmla="*/ 4466 h 10000"/>
              <a:gd name="connsiteX15-13291" fmla="*/ 2521 w 10000"/>
              <a:gd name="connsiteY15-13292" fmla="*/ 4466 h 10000"/>
              <a:gd name="connsiteX16-13293" fmla="*/ 2702 w 10000"/>
              <a:gd name="connsiteY16-13294" fmla="*/ 4466 h 10000"/>
              <a:gd name="connsiteX17-13295" fmla="*/ 2883 w 10000"/>
              <a:gd name="connsiteY17-13296" fmla="*/ 3969 h 10000"/>
              <a:gd name="connsiteX18-13297" fmla="*/ 3048 w 10000"/>
              <a:gd name="connsiteY18-13298" fmla="*/ 3969 h 10000"/>
              <a:gd name="connsiteX19-13299" fmla="*/ 3311 w 10000"/>
              <a:gd name="connsiteY19-13300" fmla="*/ 3969 h 10000"/>
              <a:gd name="connsiteX20-13301" fmla="*/ 3575 w 10000"/>
              <a:gd name="connsiteY20-13302" fmla="*/ 3969 h 10000"/>
              <a:gd name="connsiteX21-13303" fmla="*/ 3921 w 10000"/>
              <a:gd name="connsiteY21-13304" fmla="*/ 3566 h 10000"/>
              <a:gd name="connsiteX22-13305" fmla="*/ 4267 w 10000"/>
              <a:gd name="connsiteY22-13306" fmla="*/ 3566 h 10000"/>
              <a:gd name="connsiteX23-13307" fmla="*/ 4613 w 10000"/>
              <a:gd name="connsiteY23-13308" fmla="*/ 3566 h 10000"/>
              <a:gd name="connsiteX24-13309" fmla="*/ 4959 w 10000"/>
              <a:gd name="connsiteY24-13310" fmla="*/ 3155 h 10000"/>
              <a:gd name="connsiteX25-13311" fmla="*/ 5387 w 10000"/>
              <a:gd name="connsiteY25-13312" fmla="*/ 2752 h 10000"/>
              <a:gd name="connsiteX26-13313" fmla="*/ 5832 w 10000"/>
              <a:gd name="connsiteY26-13314" fmla="*/ 2752 h 10000"/>
              <a:gd name="connsiteX27-13315" fmla="*/ 6343 w 10000"/>
              <a:gd name="connsiteY27-13316" fmla="*/ 2252 h 10000"/>
              <a:gd name="connsiteX28-13317" fmla="*/ 6787 w 10000"/>
              <a:gd name="connsiteY28-13318" fmla="*/ 2252 h 10000"/>
              <a:gd name="connsiteX29-13319" fmla="*/ 7298 w 10000"/>
              <a:gd name="connsiteY29-13320" fmla="*/ 1855 h 10000"/>
              <a:gd name="connsiteX30-13321" fmla="*/ 7743 w 10000"/>
              <a:gd name="connsiteY30-13322" fmla="*/ 1441 h 10000"/>
              <a:gd name="connsiteX31-13323" fmla="*/ 8171 w 10000"/>
              <a:gd name="connsiteY31-13324" fmla="*/ 1441 h 10000"/>
              <a:gd name="connsiteX32-13325" fmla="*/ 8435 w 10000"/>
              <a:gd name="connsiteY32-13326" fmla="*/ 955 h 10000"/>
              <a:gd name="connsiteX33-13327" fmla="*/ 8699 w 10000"/>
              <a:gd name="connsiteY33-13328" fmla="*/ 955 h 10000"/>
              <a:gd name="connsiteX34-13329" fmla="*/ 8962 w 10000"/>
              <a:gd name="connsiteY34-13330" fmla="*/ 955 h 10000"/>
              <a:gd name="connsiteX35-13331" fmla="*/ 9127 w 10000"/>
              <a:gd name="connsiteY35-13332" fmla="*/ 955 h 10000"/>
              <a:gd name="connsiteX36-13333" fmla="*/ 9226 w 10000"/>
              <a:gd name="connsiteY36-13334" fmla="*/ 540 h 10000"/>
              <a:gd name="connsiteX37-13335" fmla="*/ 9390 w 10000"/>
              <a:gd name="connsiteY37-13336" fmla="*/ 955 h 10000"/>
              <a:gd name="connsiteX38-13337" fmla="*/ 9473 w 10000"/>
              <a:gd name="connsiteY38-13338" fmla="*/ 955 h 10000"/>
              <a:gd name="connsiteX39-13339" fmla="*/ 9654 w 10000"/>
              <a:gd name="connsiteY39-13340" fmla="*/ 1441 h 10000"/>
              <a:gd name="connsiteX40-13341" fmla="*/ 9736 w 10000"/>
              <a:gd name="connsiteY40-13342" fmla="*/ 1441 h 10000"/>
              <a:gd name="connsiteX41-13343" fmla="*/ 9918 w 10000"/>
              <a:gd name="connsiteY41-13344" fmla="*/ 2252 h 10000"/>
              <a:gd name="connsiteX42-13345" fmla="*/ 10000 w 10000"/>
              <a:gd name="connsiteY42-13346" fmla="*/ 2752 h 10000"/>
              <a:gd name="connsiteX43-13347" fmla="*/ 10000 w 10000"/>
              <a:gd name="connsiteY43-13348" fmla="*/ 3155 h 10000"/>
              <a:gd name="connsiteX44-13349" fmla="*/ 10000 w 10000"/>
              <a:gd name="connsiteY44-13350" fmla="*/ 3566 h 10000"/>
              <a:gd name="connsiteX45-13351" fmla="*/ 10000 w 10000"/>
              <a:gd name="connsiteY45-13352" fmla="*/ 3566 h 10000"/>
              <a:gd name="connsiteX46-13353" fmla="*/ 10000 w 10000"/>
              <a:gd name="connsiteY46-13354" fmla="*/ 3969 h 10000"/>
              <a:gd name="connsiteX47-13355" fmla="*/ 9918 w 10000"/>
              <a:gd name="connsiteY47-13356" fmla="*/ 3969 h 10000"/>
              <a:gd name="connsiteX48-13357" fmla="*/ 9819 w 10000"/>
              <a:gd name="connsiteY48-13358" fmla="*/ 3969 h 10000"/>
              <a:gd name="connsiteX49-13359" fmla="*/ 9736 w 10000"/>
              <a:gd name="connsiteY49-13360" fmla="*/ 4466 h 10000"/>
              <a:gd name="connsiteX50-13361" fmla="*/ 9572 w 10000"/>
              <a:gd name="connsiteY50-13362" fmla="*/ 4466 h 10000"/>
              <a:gd name="connsiteX51-13363" fmla="*/ 9390 w 10000"/>
              <a:gd name="connsiteY51-13364" fmla="*/ 4466 h 10000"/>
              <a:gd name="connsiteX52-13365" fmla="*/ 9127 w 10000"/>
              <a:gd name="connsiteY52-13366" fmla="*/ 4466 h 10000"/>
              <a:gd name="connsiteX53-13367" fmla="*/ 8863 w 10000"/>
              <a:gd name="connsiteY53-13368" fmla="*/ 4466 h 10000"/>
              <a:gd name="connsiteX54-13369" fmla="*/ 8616 w 10000"/>
              <a:gd name="connsiteY54-13370" fmla="*/ 4466 h 10000"/>
              <a:gd name="connsiteX55-13371" fmla="*/ 8353 w 10000"/>
              <a:gd name="connsiteY55-13372" fmla="*/ 4466 h 10000"/>
              <a:gd name="connsiteX56-13373" fmla="*/ 8007 w 10000"/>
              <a:gd name="connsiteY56-13374" fmla="*/ 4466 h 10000"/>
              <a:gd name="connsiteX57-13375" fmla="*/ 7661 w 10000"/>
              <a:gd name="connsiteY57-13376" fmla="*/ 4466 h 10000"/>
              <a:gd name="connsiteX58-13377" fmla="*/ 7298 w 10000"/>
              <a:gd name="connsiteY58-13378" fmla="*/ 4863 h 10000"/>
              <a:gd name="connsiteX59-13379" fmla="*/ 6870 w 10000"/>
              <a:gd name="connsiteY59-13380" fmla="*/ 4863 h 10000"/>
              <a:gd name="connsiteX60-13381" fmla="*/ 6442 w 10000"/>
              <a:gd name="connsiteY60-13382" fmla="*/ 4863 h 10000"/>
              <a:gd name="connsiteX61-13383" fmla="*/ 5651 w 10000"/>
              <a:gd name="connsiteY61-13384" fmla="*/ 5266 h 10000"/>
              <a:gd name="connsiteX62-13385" fmla="*/ 4876 w 10000"/>
              <a:gd name="connsiteY62-13386" fmla="*/ 5754 h 10000"/>
              <a:gd name="connsiteX63-13387" fmla="*/ 4185 w 10000"/>
              <a:gd name="connsiteY63-13388" fmla="*/ 6175 h 10000"/>
              <a:gd name="connsiteX64-13389" fmla="*/ 3476 w 10000"/>
              <a:gd name="connsiteY64-13390" fmla="*/ 6581 h 10000"/>
              <a:gd name="connsiteX65-13391" fmla="*/ 3130 w 10000"/>
              <a:gd name="connsiteY65-13392" fmla="*/ 6581 h 10000"/>
              <a:gd name="connsiteX66-13393" fmla="*/ 2883 w 10000"/>
              <a:gd name="connsiteY66-13394" fmla="*/ 6980 h 10000"/>
              <a:gd name="connsiteX67-13395" fmla="*/ 2521 w 10000"/>
              <a:gd name="connsiteY67-13396" fmla="*/ 7479 h 10000"/>
              <a:gd name="connsiteX68-13397" fmla="*/ 2273 w 10000"/>
              <a:gd name="connsiteY68-13398" fmla="*/ 7479 h 10000"/>
              <a:gd name="connsiteX69-13399" fmla="*/ 2092 w 10000"/>
              <a:gd name="connsiteY69-13400" fmla="*/ 7876 h 10000"/>
              <a:gd name="connsiteX70-13401" fmla="*/ 1829 w 10000"/>
              <a:gd name="connsiteY70-13402" fmla="*/ 7876 h 10000"/>
              <a:gd name="connsiteX71-13403" fmla="*/ 1664 w 10000"/>
              <a:gd name="connsiteY71-13404" fmla="*/ 8288 h 10000"/>
              <a:gd name="connsiteX72-13405" fmla="*/ 1400 w 10000"/>
              <a:gd name="connsiteY72-13406" fmla="*/ 8776 h 10000"/>
              <a:gd name="connsiteX73-13407" fmla="*/ 1219 w 10000"/>
              <a:gd name="connsiteY73-13408" fmla="*/ 8776 h 10000"/>
              <a:gd name="connsiteX74-13409" fmla="*/ 1137 w 10000"/>
              <a:gd name="connsiteY74-13410" fmla="*/ 9179 h 10000"/>
              <a:gd name="connsiteX75-13411" fmla="*/ 956 w 10000"/>
              <a:gd name="connsiteY75-13412" fmla="*/ 9179 h 10000"/>
              <a:gd name="connsiteX76-13413" fmla="*/ 873 w 10000"/>
              <a:gd name="connsiteY76-13414" fmla="*/ 9597 h 10000"/>
              <a:gd name="connsiteX77-13415" fmla="*/ 791 w 10000"/>
              <a:gd name="connsiteY77-13416" fmla="*/ 9597 h 10000"/>
              <a:gd name="connsiteX78-13417" fmla="*/ 708 w 10000"/>
              <a:gd name="connsiteY78-13418" fmla="*/ 9597 h 10000"/>
              <a:gd name="connsiteX79-13419" fmla="*/ 527 w 10000"/>
              <a:gd name="connsiteY79-13420" fmla="*/ 10000 h 10000"/>
              <a:gd name="connsiteX80-13421" fmla="*/ 445 w 10000"/>
              <a:gd name="connsiteY80-13422" fmla="*/ 9597 h 10000"/>
              <a:gd name="connsiteX81-13423" fmla="*/ 362 w 10000"/>
              <a:gd name="connsiteY81-13424" fmla="*/ 9597 h 10000"/>
              <a:gd name="connsiteX82-13425" fmla="*/ 264 w 10000"/>
              <a:gd name="connsiteY82-13426" fmla="*/ 9179 h 10000"/>
              <a:gd name="connsiteX83-13427" fmla="*/ 181 w 10000"/>
              <a:gd name="connsiteY83-13428" fmla="*/ 8288 h 10000"/>
              <a:gd name="connsiteX84-13429" fmla="*/ 99 w 10000"/>
              <a:gd name="connsiteY84-13430" fmla="*/ 7479 h 10000"/>
              <a:gd name="connsiteX85-13431" fmla="*/ 0 w 10000"/>
              <a:gd name="connsiteY85-13432" fmla="*/ 6980 h 10000"/>
              <a:gd name="connsiteX86-13433" fmla="*/ 0 w 10000"/>
              <a:gd name="connsiteY86-13434" fmla="*/ 6581 h 10000"/>
              <a:gd name="connsiteX87-13435" fmla="*/ 0 w 10000"/>
              <a:gd name="connsiteY87-13436" fmla="*/ 6175 h 10000"/>
              <a:gd name="connsiteX88-13437" fmla="*/ 0 w 10000"/>
              <a:gd name="connsiteY88-13438" fmla="*/ 6175 h 10000"/>
              <a:gd name="connsiteX89-13439" fmla="*/ 99 w 10000"/>
              <a:gd name="connsiteY89-13440" fmla="*/ 5754 h 10000"/>
              <a:gd name="connsiteX90-13441" fmla="*/ 181 w 10000"/>
              <a:gd name="connsiteY90-13442" fmla="*/ 5266 h 10000"/>
              <a:gd name="connsiteX91-13443" fmla="*/ 362 w 10000"/>
              <a:gd name="connsiteY91-13444" fmla="*/ 4863 h 10000"/>
              <a:gd name="connsiteX92-13445" fmla="*/ 527 w 10000"/>
              <a:gd name="connsiteY92-13446" fmla="*/ 4466 h 10000"/>
              <a:gd name="connsiteX93-13447" fmla="*/ 610 w 10000"/>
              <a:gd name="connsiteY93-13448" fmla="*/ 3969 h 10000"/>
              <a:gd name="connsiteX94-13449" fmla="*/ 708 w 10000"/>
              <a:gd name="connsiteY94-13450" fmla="*/ 3566 h 10000"/>
              <a:gd name="connsiteX95-13451" fmla="*/ 873 w 10000"/>
              <a:gd name="connsiteY95-13452" fmla="*/ 3155 h 10000"/>
              <a:gd name="connsiteX96-13453" fmla="*/ 1054 w 10000"/>
              <a:gd name="connsiteY96-13454" fmla="*/ 2252 h 10000"/>
              <a:gd name="connsiteX97-13455" fmla="*/ 1137 w 10000"/>
              <a:gd name="connsiteY97-13456" fmla="*/ 1855 h 10000"/>
              <a:gd name="connsiteX98-13457" fmla="*/ 1318 w 10000"/>
              <a:gd name="connsiteY98-13458" fmla="*/ 955 h 10000"/>
              <a:gd name="connsiteX99-13459" fmla="*/ 1483 w 10000"/>
              <a:gd name="connsiteY99-13460" fmla="*/ 136 h 10000"/>
              <a:gd name="connsiteX100-13461" fmla="*/ 1483 w 10000"/>
              <a:gd name="connsiteY100-13462" fmla="*/ 136 h 10000"/>
              <a:gd name="connsiteX0-13463" fmla="*/ 1483 w 10000"/>
              <a:gd name="connsiteY0-13464" fmla="*/ 136 h 10000"/>
              <a:gd name="connsiteX1-13465" fmla="*/ 2438 w 10000"/>
              <a:gd name="connsiteY1-13466" fmla="*/ 136 h 10000"/>
              <a:gd name="connsiteX2-13467" fmla="*/ 2273 w 10000"/>
              <a:gd name="connsiteY2-13468" fmla="*/ 955 h 10000"/>
              <a:gd name="connsiteX3-13469" fmla="*/ 2092 w 10000"/>
              <a:gd name="connsiteY3-13470" fmla="*/ 1855 h 10000"/>
              <a:gd name="connsiteX4-13471" fmla="*/ 1829 w 10000"/>
              <a:gd name="connsiteY4-13472" fmla="*/ 3566 h 10000"/>
              <a:gd name="connsiteX5-13473" fmla="*/ 1746 w 10000"/>
              <a:gd name="connsiteY5-13474" fmla="*/ 3969 h 10000"/>
              <a:gd name="connsiteX6-13475" fmla="*/ 1746 w 10000"/>
              <a:gd name="connsiteY6-13476" fmla="*/ 4466 h 10000"/>
              <a:gd name="connsiteX7-13477" fmla="*/ 1746 w 10000"/>
              <a:gd name="connsiteY7-13478" fmla="*/ 4466 h 10000"/>
              <a:gd name="connsiteX8-13479" fmla="*/ 1829 w 10000"/>
              <a:gd name="connsiteY8-13480" fmla="*/ 4466 h 10000"/>
              <a:gd name="connsiteX9-13481" fmla="*/ 1911 w 10000"/>
              <a:gd name="connsiteY9-13482" fmla="*/ 4863 h 10000"/>
              <a:gd name="connsiteX10-13483" fmla="*/ 2010 w 10000"/>
              <a:gd name="connsiteY10-13484" fmla="*/ 4863 h 10000"/>
              <a:gd name="connsiteX11-13485" fmla="*/ 2175 w 10000"/>
              <a:gd name="connsiteY11-13486" fmla="*/ 4863 h 10000"/>
              <a:gd name="connsiteX12-13487" fmla="*/ 2273 w 10000"/>
              <a:gd name="connsiteY12-13488" fmla="*/ 4466 h 10000"/>
              <a:gd name="connsiteX13-13489" fmla="*/ 2356 w 10000"/>
              <a:gd name="connsiteY13-13490" fmla="*/ 4466 h 10000"/>
              <a:gd name="connsiteX14-13491" fmla="*/ 2521 w 10000"/>
              <a:gd name="connsiteY14-13492" fmla="*/ 4466 h 10000"/>
              <a:gd name="connsiteX15-13493" fmla="*/ 2702 w 10000"/>
              <a:gd name="connsiteY15-13494" fmla="*/ 4466 h 10000"/>
              <a:gd name="connsiteX16-13495" fmla="*/ 2883 w 10000"/>
              <a:gd name="connsiteY16-13496" fmla="*/ 3969 h 10000"/>
              <a:gd name="connsiteX17-13497" fmla="*/ 3048 w 10000"/>
              <a:gd name="connsiteY17-13498" fmla="*/ 3969 h 10000"/>
              <a:gd name="connsiteX18-13499" fmla="*/ 3311 w 10000"/>
              <a:gd name="connsiteY18-13500" fmla="*/ 3969 h 10000"/>
              <a:gd name="connsiteX19-13501" fmla="*/ 3575 w 10000"/>
              <a:gd name="connsiteY19-13502" fmla="*/ 3969 h 10000"/>
              <a:gd name="connsiteX20-13503" fmla="*/ 3921 w 10000"/>
              <a:gd name="connsiteY20-13504" fmla="*/ 3566 h 10000"/>
              <a:gd name="connsiteX21-13505" fmla="*/ 4267 w 10000"/>
              <a:gd name="connsiteY21-13506" fmla="*/ 3566 h 10000"/>
              <a:gd name="connsiteX22-13507" fmla="*/ 4613 w 10000"/>
              <a:gd name="connsiteY22-13508" fmla="*/ 3566 h 10000"/>
              <a:gd name="connsiteX23-13509" fmla="*/ 4959 w 10000"/>
              <a:gd name="connsiteY23-13510" fmla="*/ 3155 h 10000"/>
              <a:gd name="connsiteX24-13511" fmla="*/ 5387 w 10000"/>
              <a:gd name="connsiteY24-13512" fmla="*/ 2752 h 10000"/>
              <a:gd name="connsiteX25-13513" fmla="*/ 5832 w 10000"/>
              <a:gd name="connsiteY25-13514" fmla="*/ 2752 h 10000"/>
              <a:gd name="connsiteX26-13515" fmla="*/ 6343 w 10000"/>
              <a:gd name="connsiteY26-13516" fmla="*/ 2252 h 10000"/>
              <a:gd name="connsiteX27-13517" fmla="*/ 6787 w 10000"/>
              <a:gd name="connsiteY27-13518" fmla="*/ 2252 h 10000"/>
              <a:gd name="connsiteX28-13519" fmla="*/ 7298 w 10000"/>
              <a:gd name="connsiteY28-13520" fmla="*/ 1855 h 10000"/>
              <a:gd name="connsiteX29-13521" fmla="*/ 7743 w 10000"/>
              <a:gd name="connsiteY29-13522" fmla="*/ 1441 h 10000"/>
              <a:gd name="connsiteX30-13523" fmla="*/ 8171 w 10000"/>
              <a:gd name="connsiteY30-13524" fmla="*/ 1441 h 10000"/>
              <a:gd name="connsiteX31-13525" fmla="*/ 8435 w 10000"/>
              <a:gd name="connsiteY31-13526" fmla="*/ 955 h 10000"/>
              <a:gd name="connsiteX32-13527" fmla="*/ 8699 w 10000"/>
              <a:gd name="connsiteY32-13528" fmla="*/ 955 h 10000"/>
              <a:gd name="connsiteX33-13529" fmla="*/ 8962 w 10000"/>
              <a:gd name="connsiteY33-13530" fmla="*/ 955 h 10000"/>
              <a:gd name="connsiteX34-13531" fmla="*/ 9127 w 10000"/>
              <a:gd name="connsiteY34-13532" fmla="*/ 955 h 10000"/>
              <a:gd name="connsiteX35-13533" fmla="*/ 9226 w 10000"/>
              <a:gd name="connsiteY35-13534" fmla="*/ 540 h 10000"/>
              <a:gd name="connsiteX36-13535" fmla="*/ 9390 w 10000"/>
              <a:gd name="connsiteY36-13536" fmla="*/ 955 h 10000"/>
              <a:gd name="connsiteX37-13537" fmla="*/ 9473 w 10000"/>
              <a:gd name="connsiteY37-13538" fmla="*/ 955 h 10000"/>
              <a:gd name="connsiteX38-13539" fmla="*/ 9654 w 10000"/>
              <a:gd name="connsiteY38-13540" fmla="*/ 1441 h 10000"/>
              <a:gd name="connsiteX39-13541" fmla="*/ 9736 w 10000"/>
              <a:gd name="connsiteY39-13542" fmla="*/ 1441 h 10000"/>
              <a:gd name="connsiteX40-13543" fmla="*/ 9918 w 10000"/>
              <a:gd name="connsiteY40-13544" fmla="*/ 2252 h 10000"/>
              <a:gd name="connsiteX41-13545" fmla="*/ 10000 w 10000"/>
              <a:gd name="connsiteY41-13546" fmla="*/ 2752 h 10000"/>
              <a:gd name="connsiteX42-13547" fmla="*/ 10000 w 10000"/>
              <a:gd name="connsiteY42-13548" fmla="*/ 3155 h 10000"/>
              <a:gd name="connsiteX43-13549" fmla="*/ 10000 w 10000"/>
              <a:gd name="connsiteY43-13550" fmla="*/ 3566 h 10000"/>
              <a:gd name="connsiteX44-13551" fmla="*/ 10000 w 10000"/>
              <a:gd name="connsiteY44-13552" fmla="*/ 3566 h 10000"/>
              <a:gd name="connsiteX45-13553" fmla="*/ 10000 w 10000"/>
              <a:gd name="connsiteY45-13554" fmla="*/ 3969 h 10000"/>
              <a:gd name="connsiteX46-13555" fmla="*/ 9918 w 10000"/>
              <a:gd name="connsiteY46-13556" fmla="*/ 3969 h 10000"/>
              <a:gd name="connsiteX47-13557" fmla="*/ 9819 w 10000"/>
              <a:gd name="connsiteY47-13558" fmla="*/ 3969 h 10000"/>
              <a:gd name="connsiteX48-13559" fmla="*/ 9736 w 10000"/>
              <a:gd name="connsiteY48-13560" fmla="*/ 4466 h 10000"/>
              <a:gd name="connsiteX49-13561" fmla="*/ 9572 w 10000"/>
              <a:gd name="connsiteY49-13562" fmla="*/ 4466 h 10000"/>
              <a:gd name="connsiteX50-13563" fmla="*/ 9390 w 10000"/>
              <a:gd name="connsiteY50-13564" fmla="*/ 4466 h 10000"/>
              <a:gd name="connsiteX51-13565" fmla="*/ 9127 w 10000"/>
              <a:gd name="connsiteY51-13566" fmla="*/ 4466 h 10000"/>
              <a:gd name="connsiteX52-13567" fmla="*/ 8863 w 10000"/>
              <a:gd name="connsiteY52-13568" fmla="*/ 4466 h 10000"/>
              <a:gd name="connsiteX53-13569" fmla="*/ 8616 w 10000"/>
              <a:gd name="connsiteY53-13570" fmla="*/ 4466 h 10000"/>
              <a:gd name="connsiteX54-13571" fmla="*/ 8353 w 10000"/>
              <a:gd name="connsiteY54-13572" fmla="*/ 4466 h 10000"/>
              <a:gd name="connsiteX55-13573" fmla="*/ 8007 w 10000"/>
              <a:gd name="connsiteY55-13574" fmla="*/ 4466 h 10000"/>
              <a:gd name="connsiteX56-13575" fmla="*/ 7661 w 10000"/>
              <a:gd name="connsiteY56-13576" fmla="*/ 4466 h 10000"/>
              <a:gd name="connsiteX57-13577" fmla="*/ 7298 w 10000"/>
              <a:gd name="connsiteY57-13578" fmla="*/ 4863 h 10000"/>
              <a:gd name="connsiteX58-13579" fmla="*/ 6870 w 10000"/>
              <a:gd name="connsiteY58-13580" fmla="*/ 4863 h 10000"/>
              <a:gd name="connsiteX59-13581" fmla="*/ 6442 w 10000"/>
              <a:gd name="connsiteY59-13582" fmla="*/ 4863 h 10000"/>
              <a:gd name="connsiteX60-13583" fmla="*/ 5651 w 10000"/>
              <a:gd name="connsiteY60-13584" fmla="*/ 5266 h 10000"/>
              <a:gd name="connsiteX61-13585" fmla="*/ 4876 w 10000"/>
              <a:gd name="connsiteY61-13586" fmla="*/ 5754 h 10000"/>
              <a:gd name="connsiteX62-13587" fmla="*/ 4185 w 10000"/>
              <a:gd name="connsiteY62-13588" fmla="*/ 6175 h 10000"/>
              <a:gd name="connsiteX63-13589" fmla="*/ 3476 w 10000"/>
              <a:gd name="connsiteY63-13590" fmla="*/ 6581 h 10000"/>
              <a:gd name="connsiteX64-13591" fmla="*/ 3130 w 10000"/>
              <a:gd name="connsiteY64-13592" fmla="*/ 6581 h 10000"/>
              <a:gd name="connsiteX65-13593" fmla="*/ 2883 w 10000"/>
              <a:gd name="connsiteY65-13594" fmla="*/ 6980 h 10000"/>
              <a:gd name="connsiteX66-13595" fmla="*/ 2521 w 10000"/>
              <a:gd name="connsiteY66-13596" fmla="*/ 7479 h 10000"/>
              <a:gd name="connsiteX67-13597" fmla="*/ 2273 w 10000"/>
              <a:gd name="connsiteY67-13598" fmla="*/ 7479 h 10000"/>
              <a:gd name="connsiteX68-13599" fmla="*/ 2092 w 10000"/>
              <a:gd name="connsiteY68-13600" fmla="*/ 7876 h 10000"/>
              <a:gd name="connsiteX69-13601" fmla="*/ 1829 w 10000"/>
              <a:gd name="connsiteY69-13602" fmla="*/ 7876 h 10000"/>
              <a:gd name="connsiteX70-13603" fmla="*/ 1664 w 10000"/>
              <a:gd name="connsiteY70-13604" fmla="*/ 8288 h 10000"/>
              <a:gd name="connsiteX71-13605" fmla="*/ 1400 w 10000"/>
              <a:gd name="connsiteY71-13606" fmla="*/ 8776 h 10000"/>
              <a:gd name="connsiteX72-13607" fmla="*/ 1219 w 10000"/>
              <a:gd name="connsiteY72-13608" fmla="*/ 8776 h 10000"/>
              <a:gd name="connsiteX73-13609" fmla="*/ 1137 w 10000"/>
              <a:gd name="connsiteY73-13610" fmla="*/ 9179 h 10000"/>
              <a:gd name="connsiteX74-13611" fmla="*/ 956 w 10000"/>
              <a:gd name="connsiteY74-13612" fmla="*/ 9179 h 10000"/>
              <a:gd name="connsiteX75-13613" fmla="*/ 873 w 10000"/>
              <a:gd name="connsiteY75-13614" fmla="*/ 9597 h 10000"/>
              <a:gd name="connsiteX76-13615" fmla="*/ 791 w 10000"/>
              <a:gd name="connsiteY76-13616" fmla="*/ 9597 h 10000"/>
              <a:gd name="connsiteX77-13617" fmla="*/ 708 w 10000"/>
              <a:gd name="connsiteY77-13618" fmla="*/ 9597 h 10000"/>
              <a:gd name="connsiteX78-13619" fmla="*/ 527 w 10000"/>
              <a:gd name="connsiteY78-13620" fmla="*/ 10000 h 10000"/>
              <a:gd name="connsiteX79-13621" fmla="*/ 445 w 10000"/>
              <a:gd name="connsiteY79-13622" fmla="*/ 9597 h 10000"/>
              <a:gd name="connsiteX80-13623" fmla="*/ 362 w 10000"/>
              <a:gd name="connsiteY80-13624" fmla="*/ 9597 h 10000"/>
              <a:gd name="connsiteX81-13625" fmla="*/ 264 w 10000"/>
              <a:gd name="connsiteY81-13626" fmla="*/ 9179 h 10000"/>
              <a:gd name="connsiteX82-13627" fmla="*/ 181 w 10000"/>
              <a:gd name="connsiteY82-13628" fmla="*/ 8288 h 10000"/>
              <a:gd name="connsiteX83-13629" fmla="*/ 99 w 10000"/>
              <a:gd name="connsiteY83-13630" fmla="*/ 7479 h 10000"/>
              <a:gd name="connsiteX84-13631" fmla="*/ 0 w 10000"/>
              <a:gd name="connsiteY84-13632" fmla="*/ 6980 h 10000"/>
              <a:gd name="connsiteX85-13633" fmla="*/ 0 w 10000"/>
              <a:gd name="connsiteY85-13634" fmla="*/ 6581 h 10000"/>
              <a:gd name="connsiteX86-13635" fmla="*/ 0 w 10000"/>
              <a:gd name="connsiteY86-13636" fmla="*/ 6175 h 10000"/>
              <a:gd name="connsiteX87-13637" fmla="*/ 0 w 10000"/>
              <a:gd name="connsiteY87-13638" fmla="*/ 6175 h 10000"/>
              <a:gd name="connsiteX88-13639" fmla="*/ 99 w 10000"/>
              <a:gd name="connsiteY88-13640" fmla="*/ 5754 h 10000"/>
              <a:gd name="connsiteX89-13641" fmla="*/ 181 w 10000"/>
              <a:gd name="connsiteY89-13642" fmla="*/ 5266 h 10000"/>
              <a:gd name="connsiteX90-13643" fmla="*/ 362 w 10000"/>
              <a:gd name="connsiteY90-13644" fmla="*/ 4863 h 10000"/>
              <a:gd name="connsiteX91-13645" fmla="*/ 527 w 10000"/>
              <a:gd name="connsiteY91-13646" fmla="*/ 4466 h 10000"/>
              <a:gd name="connsiteX92-13647" fmla="*/ 610 w 10000"/>
              <a:gd name="connsiteY92-13648" fmla="*/ 3969 h 10000"/>
              <a:gd name="connsiteX93-13649" fmla="*/ 708 w 10000"/>
              <a:gd name="connsiteY93-13650" fmla="*/ 3566 h 10000"/>
              <a:gd name="connsiteX94-13651" fmla="*/ 873 w 10000"/>
              <a:gd name="connsiteY94-13652" fmla="*/ 3155 h 10000"/>
              <a:gd name="connsiteX95-13653" fmla="*/ 1054 w 10000"/>
              <a:gd name="connsiteY95-13654" fmla="*/ 2252 h 10000"/>
              <a:gd name="connsiteX96-13655" fmla="*/ 1137 w 10000"/>
              <a:gd name="connsiteY96-13656" fmla="*/ 1855 h 10000"/>
              <a:gd name="connsiteX97-13657" fmla="*/ 1318 w 10000"/>
              <a:gd name="connsiteY97-13658" fmla="*/ 955 h 10000"/>
              <a:gd name="connsiteX98-13659" fmla="*/ 1483 w 10000"/>
              <a:gd name="connsiteY98-13660" fmla="*/ 136 h 10000"/>
              <a:gd name="connsiteX99-13661" fmla="*/ 1483 w 10000"/>
              <a:gd name="connsiteY99-13662" fmla="*/ 136 h 10000"/>
              <a:gd name="connsiteX0-13663" fmla="*/ 1483 w 10000"/>
              <a:gd name="connsiteY0-13664" fmla="*/ 136 h 10000"/>
              <a:gd name="connsiteX1-13665" fmla="*/ 2438 w 10000"/>
              <a:gd name="connsiteY1-13666" fmla="*/ 136 h 10000"/>
              <a:gd name="connsiteX2-13667" fmla="*/ 2092 w 10000"/>
              <a:gd name="connsiteY2-13668" fmla="*/ 1855 h 10000"/>
              <a:gd name="connsiteX3-13669" fmla="*/ 1829 w 10000"/>
              <a:gd name="connsiteY3-13670" fmla="*/ 3566 h 10000"/>
              <a:gd name="connsiteX4-13671" fmla="*/ 1746 w 10000"/>
              <a:gd name="connsiteY4-13672" fmla="*/ 3969 h 10000"/>
              <a:gd name="connsiteX5-13673" fmla="*/ 1746 w 10000"/>
              <a:gd name="connsiteY5-13674" fmla="*/ 4466 h 10000"/>
              <a:gd name="connsiteX6-13675" fmla="*/ 1746 w 10000"/>
              <a:gd name="connsiteY6-13676" fmla="*/ 4466 h 10000"/>
              <a:gd name="connsiteX7-13677" fmla="*/ 1829 w 10000"/>
              <a:gd name="connsiteY7-13678" fmla="*/ 4466 h 10000"/>
              <a:gd name="connsiteX8-13679" fmla="*/ 1911 w 10000"/>
              <a:gd name="connsiteY8-13680" fmla="*/ 4863 h 10000"/>
              <a:gd name="connsiteX9-13681" fmla="*/ 2010 w 10000"/>
              <a:gd name="connsiteY9-13682" fmla="*/ 4863 h 10000"/>
              <a:gd name="connsiteX10-13683" fmla="*/ 2175 w 10000"/>
              <a:gd name="connsiteY10-13684" fmla="*/ 4863 h 10000"/>
              <a:gd name="connsiteX11-13685" fmla="*/ 2273 w 10000"/>
              <a:gd name="connsiteY11-13686" fmla="*/ 4466 h 10000"/>
              <a:gd name="connsiteX12-13687" fmla="*/ 2356 w 10000"/>
              <a:gd name="connsiteY12-13688" fmla="*/ 4466 h 10000"/>
              <a:gd name="connsiteX13-13689" fmla="*/ 2521 w 10000"/>
              <a:gd name="connsiteY13-13690" fmla="*/ 4466 h 10000"/>
              <a:gd name="connsiteX14-13691" fmla="*/ 2702 w 10000"/>
              <a:gd name="connsiteY14-13692" fmla="*/ 4466 h 10000"/>
              <a:gd name="connsiteX15-13693" fmla="*/ 2883 w 10000"/>
              <a:gd name="connsiteY15-13694" fmla="*/ 3969 h 10000"/>
              <a:gd name="connsiteX16-13695" fmla="*/ 3048 w 10000"/>
              <a:gd name="connsiteY16-13696" fmla="*/ 3969 h 10000"/>
              <a:gd name="connsiteX17-13697" fmla="*/ 3311 w 10000"/>
              <a:gd name="connsiteY17-13698" fmla="*/ 3969 h 10000"/>
              <a:gd name="connsiteX18-13699" fmla="*/ 3575 w 10000"/>
              <a:gd name="connsiteY18-13700" fmla="*/ 3969 h 10000"/>
              <a:gd name="connsiteX19-13701" fmla="*/ 3921 w 10000"/>
              <a:gd name="connsiteY19-13702" fmla="*/ 3566 h 10000"/>
              <a:gd name="connsiteX20-13703" fmla="*/ 4267 w 10000"/>
              <a:gd name="connsiteY20-13704" fmla="*/ 3566 h 10000"/>
              <a:gd name="connsiteX21-13705" fmla="*/ 4613 w 10000"/>
              <a:gd name="connsiteY21-13706" fmla="*/ 3566 h 10000"/>
              <a:gd name="connsiteX22-13707" fmla="*/ 4959 w 10000"/>
              <a:gd name="connsiteY22-13708" fmla="*/ 3155 h 10000"/>
              <a:gd name="connsiteX23-13709" fmla="*/ 5387 w 10000"/>
              <a:gd name="connsiteY23-13710" fmla="*/ 2752 h 10000"/>
              <a:gd name="connsiteX24-13711" fmla="*/ 5832 w 10000"/>
              <a:gd name="connsiteY24-13712" fmla="*/ 2752 h 10000"/>
              <a:gd name="connsiteX25-13713" fmla="*/ 6343 w 10000"/>
              <a:gd name="connsiteY25-13714" fmla="*/ 2252 h 10000"/>
              <a:gd name="connsiteX26-13715" fmla="*/ 6787 w 10000"/>
              <a:gd name="connsiteY26-13716" fmla="*/ 2252 h 10000"/>
              <a:gd name="connsiteX27-13717" fmla="*/ 7298 w 10000"/>
              <a:gd name="connsiteY27-13718" fmla="*/ 1855 h 10000"/>
              <a:gd name="connsiteX28-13719" fmla="*/ 7743 w 10000"/>
              <a:gd name="connsiteY28-13720" fmla="*/ 1441 h 10000"/>
              <a:gd name="connsiteX29-13721" fmla="*/ 8171 w 10000"/>
              <a:gd name="connsiteY29-13722" fmla="*/ 1441 h 10000"/>
              <a:gd name="connsiteX30-13723" fmla="*/ 8435 w 10000"/>
              <a:gd name="connsiteY30-13724" fmla="*/ 955 h 10000"/>
              <a:gd name="connsiteX31-13725" fmla="*/ 8699 w 10000"/>
              <a:gd name="connsiteY31-13726" fmla="*/ 955 h 10000"/>
              <a:gd name="connsiteX32-13727" fmla="*/ 8962 w 10000"/>
              <a:gd name="connsiteY32-13728" fmla="*/ 955 h 10000"/>
              <a:gd name="connsiteX33-13729" fmla="*/ 9127 w 10000"/>
              <a:gd name="connsiteY33-13730" fmla="*/ 955 h 10000"/>
              <a:gd name="connsiteX34-13731" fmla="*/ 9226 w 10000"/>
              <a:gd name="connsiteY34-13732" fmla="*/ 540 h 10000"/>
              <a:gd name="connsiteX35-13733" fmla="*/ 9390 w 10000"/>
              <a:gd name="connsiteY35-13734" fmla="*/ 955 h 10000"/>
              <a:gd name="connsiteX36-13735" fmla="*/ 9473 w 10000"/>
              <a:gd name="connsiteY36-13736" fmla="*/ 955 h 10000"/>
              <a:gd name="connsiteX37-13737" fmla="*/ 9654 w 10000"/>
              <a:gd name="connsiteY37-13738" fmla="*/ 1441 h 10000"/>
              <a:gd name="connsiteX38-13739" fmla="*/ 9736 w 10000"/>
              <a:gd name="connsiteY38-13740" fmla="*/ 1441 h 10000"/>
              <a:gd name="connsiteX39-13741" fmla="*/ 9918 w 10000"/>
              <a:gd name="connsiteY39-13742" fmla="*/ 2252 h 10000"/>
              <a:gd name="connsiteX40-13743" fmla="*/ 10000 w 10000"/>
              <a:gd name="connsiteY40-13744" fmla="*/ 2752 h 10000"/>
              <a:gd name="connsiteX41-13745" fmla="*/ 10000 w 10000"/>
              <a:gd name="connsiteY41-13746" fmla="*/ 3155 h 10000"/>
              <a:gd name="connsiteX42-13747" fmla="*/ 10000 w 10000"/>
              <a:gd name="connsiteY42-13748" fmla="*/ 3566 h 10000"/>
              <a:gd name="connsiteX43-13749" fmla="*/ 10000 w 10000"/>
              <a:gd name="connsiteY43-13750" fmla="*/ 3566 h 10000"/>
              <a:gd name="connsiteX44-13751" fmla="*/ 10000 w 10000"/>
              <a:gd name="connsiteY44-13752" fmla="*/ 3969 h 10000"/>
              <a:gd name="connsiteX45-13753" fmla="*/ 9918 w 10000"/>
              <a:gd name="connsiteY45-13754" fmla="*/ 3969 h 10000"/>
              <a:gd name="connsiteX46-13755" fmla="*/ 9819 w 10000"/>
              <a:gd name="connsiteY46-13756" fmla="*/ 3969 h 10000"/>
              <a:gd name="connsiteX47-13757" fmla="*/ 9736 w 10000"/>
              <a:gd name="connsiteY47-13758" fmla="*/ 4466 h 10000"/>
              <a:gd name="connsiteX48-13759" fmla="*/ 9572 w 10000"/>
              <a:gd name="connsiteY48-13760" fmla="*/ 4466 h 10000"/>
              <a:gd name="connsiteX49-13761" fmla="*/ 9390 w 10000"/>
              <a:gd name="connsiteY49-13762" fmla="*/ 4466 h 10000"/>
              <a:gd name="connsiteX50-13763" fmla="*/ 9127 w 10000"/>
              <a:gd name="connsiteY50-13764" fmla="*/ 4466 h 10000"/>
              <a:gd name="connsiteX51-13765" fmla="*/ 8863 w 10000"/>
              <a:gd name="connsiteY51-13766" fmla="*/ 4466 h 10000"/>
              <a:gd name="connsiteX52-13767" fmla="*/ 8616 w 10000"/>
              <a:gd name="connsiteY52-13768" fmla="*/ 4466 h 10000"/>
              <a:gd name="connsiteX53-13769" fmla="*/ 8353 w 10000"/>
              <a:gd name="connsiteY53-13770" fmla="*/ 4466 h 10000"/>
              <a:gd name="connsiteX54-13771" fmla="*/ 8007 w 10000"/>
              <a:gd name="connsiteY54-13772" fmla="*/ 4466 h 10000"/>
              <a:gd name="connsiteX55-13773" fmla="*/ 7661 w 10000"/>
              <a:gd name="connsiteY55-13774" fmla="*/ 4466 h 10000"/>
              <a:gd name="connsiteX56-13775" fmla="*/ 7298 w 10000"/>
              <a:gd name="connsiteY56-13776" fmla="*/ 4863 h 10000"/>
              <a:gd name="connsiteX57-13777" fmla="*/ 6870 w 10000"/>
              <a:gd name="connsiteY57-13778" fmla="*/ 4863 h 10000"/>
              <a:gd name="connsiteX58-13779" fmla="*/ 6442 w 10000"/>
              <a:gd name="connsiteY58-13780" fmla="*/ 4863 h 10000"/>
              <a:gd name="connsiteX59-13781" fmla="*/ 5651 w 10000"/>
              <a:gd name="connsiteY59-13782" fmla="*/ 5266 h 10000"/>
              <a:gd name="connsiteX60-13783" fmla="*/ 4876 w 10000"/>
              <a:gd name="connsiteY60-13784" fmla="*/ 5754 h 10000"/>
              <a:gd name="connsiteX61-13785" fmla="*/ 4185 w 10000"/>
              <a:gd name="connsiteY61-13786" fmla="*/ 6175 h 10000"/>
              <a:gd name="connsiteX62-13787" fmla="*/ 3476 w 10000"/>
              <a:gd name="connsiteY62-13788" fmla="*/ 6581 h 10000"/>
              <a:gd name="connsiteX63-13789" fmla="*/ 3130 w 10000"/>
              <a:gd name="connsiteY63-13790" fmla="*/ 6581 h 10000"/>
              <a:gd name="connsiteX64-13791" fmla="*/ 2883 w 10000"/>
              <a:gd name="connsiteY64-13792" fmla="*/ 6980 h 10000"/>
              <a:gd name="connsiteX65-13793" fmla="*/ 2521 w 10000"/>
              <a:gd name="connsiteY65-13794" fmla="*/ 7479 h 10000"/>
              <a:gd name="connsiteX66-13795" fmla="*/ 2273 w 10000"/>
              <a:gd name="connsiteY66-13796" fmla="*/ 7479 h 10000"/>
              <a:gd name="connsiteX67-13797" fmla="*/ 2092 w 10000"/>
              <a:gd name="connsiteY67-13798" fmla="*/ 7876 h 10000"/>
              <a:gd name="connsiteX68-13799" fmla="*/ 1829 w 10000"/>
              <a:gd name="connsiteY68-13800" fmla="*/ 7876 h 10000"/>
              <a:gd name="connsiteX69-13801" fmla="*/ 1664 w 10000"/>
              <a:gd name="connsiteY69-13802" fmla="*/ 8288 h 10000"/>
              <a:gd name="connsiteX70-13803" fmla="*/ 1400 w 10000"/>
              <a:gd name="connsiteY70-13804" fmla="*/ 8776 h 10000"/>
              <a:gd name="connsiteX71-13805" fmla="*/ 1219 w 10000"/>
              <a:gd name="connsiteY71-13806" fmla="*/ 8776 h 10000"/>
              <a:gd name="connsiteX72-13807" fmla="*/ 1137 w 10000"/>
              <a:gd name="connsiteY72-13808" fmla="*/ 9179 h 10000"/>
              <a:gd name="connsiteX73-13809" fmla="*/ 956 w 10000"/>
              <a:gd name="connsiteY73-13810" fmla="*/ 9179 h 10000"/>
              <a:gd name="connsiteX74-13811" fmla="*/ 873 w 10000"/>
              <a:gd name="connsiteY74-13812" fmla="*/ 9597 h 10000"/>
              <a:gd name="connsiteX75-13813" fmla="*/ 791 w 10000"/>
              <a:gd name="connsiteY75-13814" fmla="*/ 9597 h 10000"/>
              <a:gd name="connsiteX76-13815" fmla="*/ 708 w 10000"/>
              <a:gd name="connsiteY76-13816" fmla="*/ 9597 h 10000"/>
              <a:gd name="connsiteX77-13817" fmla="*/ 527 w 10000"/>
              <a:gd name="connsiteY77-13818" fmla="*/ 10000 h 10000"/>
              <a:gd name="connsiteX78-13819" fmla="*/ 445 w 10000"/>
              <a:gd name="connsiteY78-13820" fmla="*/ 9597 h 10000"/>
              <a:gd name="connsiteX79-13821" fmla="*/ 362 w 10000"/>
              <a:gd name="connsiteY79-13822" fmla="*/ 9597 h 10000"/>
              <a:gd name="connsiteX80-13823" fmla="*/ 264 w 10000"/>
              <a:gd name="connsiteY80-13824" fmla="*/ 9179 h 10000"/>
              <a:gd name="connsiteX81-13825" fmla="*/ 181 w 10000"/>
              <a:gd name="connsiteY81-13826" fmla="*/ 8288 h 10000"/>
              <a:gd name="connsiteX82-13827" fmla="*/ 99 w 10000"/>
              <a:gd name="connsiteY82-13828" fmla="*/ 7479 h 10000"/>
              <a:gd name="connsiteX83-13829" fmla="*/ 0 w 10000"/>
              <a:gd name="connsiteY83-13830" fmla="*/ 6980 h 10000"/>
              <a:gd name="connsiteX84-13831" fmla="*/ 0 w 10000"/>
              <a:gd name="connsiteY84-13832" fmla="*/ 6581 h 10000"/>
              <a:gd name="connsiteX85-13833" fmla="*/ 0 w 10000"/>
              <a:gd name="connsiteY85-13834" fmla="*/ 6175 h 10000"/>
              <a:gd name="connsiteX86-13835" fmla="*/ 0 w 10000"/>
              <a:gd name="connsiteY86-13836" fmla="*/ 6175 h 10000"/>
              <a:gd name="connsiteX87-13837" fmla="*/ 99 w 10000"/>
              <a:gd name="connsiteY87-13838" fmla="*/ 5754 h 10000"/>
              <a:gd name="connsiteX88-13839" fmla="*/ 181 w 10000"/>
              <a:gd name="connsiteY88-13840" fmla="*/ 5266 h 10000"/>
              <a:gd name="connsiteX89-13841" fmla="*/ 362 w 10000"/>
              <a:gd name="connsiteY89-13842" fmla="*/ 4863 h 10000"/>
              <a:gd name="connsiteX90-13843" fmla="*/ 527 w 10000"/>
              <a:gd name="connsiteY90-13844" fmla="*/ 4466 h 10000"/>
              <a:gd name="connsiteX91-13845" fmla="*/ 610 w 10000"/>
              <a:gd name="connsiteY91-13846" fmla="*/ 3969 h 10000"/>
              <a:gd name="connsiteX92-13847" fmla="*/ 708 w 10000"/>
              <a:gd name="connsiteY92-13848" fmla="*/ 3566 h 10000"/>
              <a:gd name="connsiteX93-13849" fmla="*/ 873 w 10000"/>
              <a:gd name="connsiteY93-13850" fmla="*/ 3155 h 10000"/>
              <a:gd name="connsiteX94-13851" fmla="*/ 1054 w 10000"/>
              <a:gd name="connsiteY94-13852" fmla="*/ 2252 h 10000"/>
              <a:gd name="connsiteX95-13853" fmla="*/ 1137 w 10000"/>
              <a:gd name="connsiteY95-13854" fmla="*/ 1855 h 10000"/>
              <a:gd name="connsiteX96-13855" fmla="*/ 1318 w 10000"/>
              <a:gd name="connsiteY96-13856" fmla="*/ 955 h 10000"/>
              <a:gd name="connsiteX97-13857" fmla="*/ 1483 w 10000"/>
              <a:gd name="connsiteY97-13858" fmla="*/ 136 h 10000"/>
              <a:gd name="connsiteX98-13859" fmla="*/ 1483 w 10000"/>
              <a:gd name="connsiteY98-13860" fmla="*/ 136 h 10000"/>
              <a:gd name="connsiteX0-13861" fmla="*/ 1483 w 10000"/>
              <a:gd name="connsiteY0-13862" fmla="*/ 0 h 9864"/>
              <a:gd name="connsiteX1-13863" fmla="*/ 2092 w 10000"/>
              <a:gd name="connsiteY1-13864" fmla="*/ 1719 h 9864"/>
              <a:gd name="connsiteX2-13865" fmla="*/ 1829 w 10000"/>
              <a:gd name="connsiteY2-13866" fmla="*/ 3430 h 9864"/>
              <a:gd name="connsiteX3-13867" fmla="*/ 1746 w 10000"/>
              <a:gd name="connsiteY3-13868" fmla="*/ 3833 h 9864"/>
              <a:gd name="connsiteX4-13869" fmla="*/ 1746 w 10000"/>
              <a:gd name="connsiteY4-13870" fmla="*/ 4330 h 9864"/>
              <a:gd name="connsiteX5-13871" fmla="*/ 1746 w 10000"/>
              <a:gd name="connsiteY5-13872" fmla="*/ 4330 h 9864"/>
              <a:gd name="connsiteX6-13873" fmla="*/ 1829 w 10000"/>
              <a:gd name="connsiteY6-13874" fmla="*/ 4330 h 9864"/>
              <a:gd name="connsiteX7-13875" fmla="*/ 1911 w 10000"/>
              <a:gd name="connsiteY7-13876" fmla="*/ 4727 h 9864"/>
              <a:gd name="connsiteX8-13877" fmla="*/ 2010 w 10000"/>
              <a:gd name="connsiteY8-13878" fmla="*/ 4727 h 9864"/>
              <a:gd name="connsiteX9-13879" fmla="*/ 2175 w 10000"/>
              <a:gd name="connsiteY9-13880" fmla="*/ 4727 h 9864"/>
              <a:gd name="connsiteX10-13881" fmla="*/ 2273 w 10000"/>
              <a:gd name="connsiteY10-13882" fmla="*/ 4330 h 9864"/>
              <a:gd name="connsiteX11-13883" fmla="*/ 2356 w 10000"/>
              <a:gd name="connsiteY11-13884" fmla="*/ 4330 h 9864"/>
              <a:gd name="connsiteX12-13885" fmla="*/ 2521 w 10000"/>
              <a:gd name="connsiteY12-13886" fmla="*/ 4330 h 9864"/>
              <a:gd name="connsiteX13-13887" fmla="*/ 2702 w 10000"/>
              <a:gd name="connsiteY13-13888" fmla="*/ 4330 h 9864"/>
              <a:gd name="connsiteX14-13889" fmla="*/ 2883 w 10000"/>
              <a:gd name="connsiteY14-13890" fmla="*/ 3833 h 9864"/>
              <a:gd name="connsiteX15-13891" fmla="*/ 3048 w 10000"/>
              <a:gd name="connsiteY15-13892" fmla="*/ 3833 h 9864"/>
              <a:gd name="connsiteX16-13893" fmla="*/ 3311 w 10000"/>
              <a:gd name="connsiteY16-13894" fmla="*/ 3833 h 9864"/>
              <a:gd name="connsiteX17-13895" fmla="*/ 3575 w 10000"/>
              <a:gd name="connsiteY17-13896" fmla="*/ 3833 h 9864"/>
              <a:gd name="connsiteX18-13897" fmla="*/ 3921 w 10000"/>
              <a:gd name="connsiteY18-13898" fmla="*/ 3430 h 9864"/>
              <a:gd name="connsiteX19-13899" fmla="*/ 4267 w 10000"/>
              <a:gd name="connsiteY19-13900" fmla="*/ 3430 h 9864"/>
              <a:gd name="connsiteX20-13901" fmla="*/ 4613 w 10000"/>
              <a:gd name="connsiteY20-13902" fmla="*/ 3430 h 9864"/>
              <a:gd name="connsiteX21-13903" fmla="*/ 4959 w 10000"/>
              <a:gd name="connsiteY21-13904" fmla="*/ 3019 h 9864"/>
              <a:gd name="connsiteX22-13905" fmla="*/ 5387 w 10000"/>
              <a:gd name="connsiteY22-13906" fmla="*/ 2616 h 9864"/>
              <a:gd name="connsiteX23-13907" fmla="*/ 5832 w 10000"/>
              <a:gd name="connsiteY23-13908" fmla="*/ 2616 h 9864"/>
              <a:gd name="connsiteX24-13909" fmla="*/ 6343 w 10000"/>
              <a:gd name="connsiteY24-13910" fmla="*/ 2116 h 9864"/>
              <a:gd name="connsiteX25-13911" fmla="*/ 6787 w 10000"/>
              <a:gd name="connsiteY25-13912" fmla="*/ 2116 h 9864"/>
              <a:gd name="connsiteX26-13913" fmla="*/ 7298 w 10000"/>
              <a:gd name="connsiteY26-13914" fmla="*/ 1719 h 9864"/>
              <a:gd name="connsiteX27-13915" fmla="*/ 7743 w 10000"/>
              <a:gd name="connsiteY27-13916" fmla="*/ 1305 h 9864"/>
              <a:gd name="connsiteX28-13917" fmla="*/ 8171 w 10000"/>
              <a:gd name="connsiteY28-13918" fmla="*/ 1305 h 9864"/>
              <a:gd name="connsiteX29-13919" fmla="*/ 8435 w 10000"/>
              <a:gd name="connsiteY29-13920" fmla="*/ 819 h 9864"/>
              <a:gd name="connsiteX30-13921" fmla="*/ 8699 w 10000"/>
              <a:gd name="connsiteY30-13922" fmla="*/ 819 h 9864"/>
              <a:gd name="connsiteX31-13923" fmla="*/ 8962 w 10000"/>
              <a:gd name="connsiteY31-13924" fmla="*/ 819 h 9864"/>
              <a:gd name="connsiteX32-13925" fmla="*/ 9127 w 10000"/>
              <a:gd name="connsiteY32-13926" fmla="*/ 819 h 9864"/>
              <a:gd name="connsiteX33-13927" fmla="*/ 9226 w 10000"/>
              <a:gd name="connsiteY33-13928" fmla="*/ 404 h 9864"/>
              <a:gd name="connsiteX34-13929" fmla="*/ 9390 w 10000"/>
              <a:gd name="connsiteY34-13930" fmla="*/ 819 h 9864"/>
              <a:gd name="connsiteX35-13931" fmla="*/ 9473 w 10000"/>
              <a:gd name="connsiteY35-13932" fmla="*/ 819 h 9864"/>
              <a:gd name="connsiteX36-13933" fmla="*/ 9654 w 10000"/>
              <a:gd name="connsiteY36-13934" fmla="*/ 1305 h 9864"/>
              <a:gd name="connsiteX37-13935" fmla="*/ 9736 w 10000"/>
              <a:gd name="connsiteY37-13936" fmla="*/ 1305 h 9864"/>
              <a:gd name="connsiteX38-13937" fmla="*/ 9918 w 10000"/>
              <a:gd name="connsiteY38-13938" fmla="*/ 2116 h 9864"/>
              <a:gd name="connsiteX39-13939" fmla="*/ 10000 w 10000"/>
              <a:gd name="connsiteY39-13940" fmla="*/ 2616 h 9864"/>
              <a:gd name="connsiteX40-13941" fmla="*/ 10000 w 10000"/>
              <a:gd name="connsiteY40-13942" fmla="*/ 3019 h 9864"/>
              <a:gd name="connsiteX41-13943" fmla="*/ 10000 w 10000"/>
              <a:gd name="connsiteY41-13944" fmla="*/ 3430 h 9864"/>
              <a:gd name="connsiteX42-13945" fmla="*/ 10000 w 10000"/>
              <a:gd name="connsiteY42-13946" fmla="*/ 3430 h 9864"/>
              <a:gd name="connsiteX43-13947" fmla="*/ 10000 w 10000"/>
              <a:gd name="connsiteY43-13948" fmla="*/ 3833 h 9864"/>
              <a:gd name="connsiteX44-13949" fmla="*/ 9918 w 10000"/>
              <a:gd name="connsiteY44-13950" fmla="*/ 3833 h 9864"/>
              <a:gd name="connsiteX45-13951" fmla="*/ 9819 w 10000"/>
              <a:gd name="connsiteY45-13952" fmla="*/ 3833 h 9864"/>
              <a:gd name="connsiteX46-13953" fmla="*/ 9736 w 10000"/>
              <a:gd name="connsiteY46-13954" fmla="*/ 4330 h 9864"/>
              <a:gd name="connsiteX47-13955" fmla="*/ 9572 w 10000"/>
              <a:gd name="connsiteY47-13956" fmla="*/ 4330 h 9864"/>
              <a:gd name="connsiteX48-13957" fmla="*/ 9390 w 10000"/>
              <a:gd name="connsiteY48-13958" fmla="*/ 4330 h 9864"/>
              <a:gd name="connsiteX49-13959" fmla="*/ 9127 w 10000"/>
              <a:gd name="connsiteY49-13960" fmla="*/ 4330 h 9864"/>
              <a:gd name="connsiteX50-13961" fmla="*/ 8863 w 10000"/>
              <a:gd name="connsiteY50-13962" fmla="*/ 4330 h 9864"/>
              <a:gd name="connsiteX51-13963" fmla="*/ 8616 w 10000"/>
              <a:gd name="connsiteY51-13964" fmla="*/ 4330 h 9864"/>
              <a:gd name="connsiteX52-13965" fmla="*/ 8353 w 10000"/>
              <a:gd name="connsiteY52-13966" fmla="*/ 4330 h 9864"/>
              <a:gd name="connsiteX53-13967" fmla="*/ 8007 w 10000"/>
              <a:gd name="connsiteY53-13968" fmla="*/ 4330 h 9864"/>
              <a:gd name="connsiteX54-13969" fmla="*/ 7661 w 10000"/>
              <a:gd name="connsiteY54-13970" fmla="*/ 4330 h 9864"/>
              <a:gd name="connsiteX55-13971" fmla="*/ 7298 w 10000"/>
              <a:gd name="connsiteY55-13972" fmla="*/ 4727 h 9864"/>
              <a:gd name="connsiteX56-13973" fmla="*/ 6870 w 10000"/>
              <a:gd name="connsiteY56-13974" fmla="*/ 4727 h 9864"/>
              <a:gd name="connsiteX57-13975" fmla="*/ 6442 w 10000"/>
              <a:gd name="connsiteY57-13976" fmla="*/ 4727 h 9864"/>
              <a:gd name="connsiteX58-13977" fmla="*/ 5651 w 10000"/>
              <a:gd name="connsiteY58-13978" fmla="*/ 5130 h 9864"/>
              <a:gd name="connsiteX59-13979" fmla="*/ 4876 w 10000"/>
              <a:gd name="connsiteY59-13980" fmla="*/ 5618 h 9864"/>
              <a:gd name="connsiteX60-13981" fmla="*/ 4185 w 10000"/>
              <a:gd name="connsiteY60-13982" fmla="*/ 6039 h 9864"/>
              <a:gd name="connsiteX61-13983" fmla="*/ 3476 w 10000"/>
              <a:gd name="connsiteY61-13984" fmla="*/ 6445 h 9864"/>
              <a:gd name="connsiteX62-13985" fmla="*/ 3130 w 10000"/>
              <a:gd name="connsiteY62-13986" fmla="*/ 6445 h 9864"/>
              <a:gd name="connsiteX63-13987" fmla="*/ 2883 w 10000"/>
              <a:gd name="connsiteY63-13988" fmla="*/ 6844 h 9864"/>
              <a:gd name="connsiteX64-13989" fmla="*/ 2521 w 10000"/>
              <a:gd name="connsiteY64-13990" fmla="*/ 7343 h 9864"/>
              <a:gd name="connsiteX65-13991" fmla="*/ 2273 w 10000"/>
              <a:gd name="connsiteY65-13992" fmla="*/ 7343 h 9864"/>
              <a:gd name="connsiteX66-13993" fmla="*/ 2092 w 10000"/>
              <a:gd name="connsiteY66-13994" fmla="*/ 7740 h 9864"/>
              <a:gd name="connsiteX67-13995" fmla="*/ 1829 w 10000"/>
              <a:gd name="connsiteY67-13996" fmla="*/ 7740 h 9864"/>
              <a:gd name="connsiteX68-13997" fmla="*/ 1664 w 10000"/>
              <a:gd name="connsiteY68-13998" fmla="*/ 8152 h 9864"/>
              <a:gd name="connsiteX69-13999" fmla="*/ 1400 w 10000"/>
              <a:gd name="connsiteY69-14000" fmla="*/ 8640 h 9864"/>
              <a:gd name="connsiteX70-14001" fmla="*/ 1219 w 10000"/>
              <a:gd name="connsiteY70-14002" fmla="*/ 8640 h 9864"/>
              <a:gd name="connsiteX71-14003" fmla="*/ 1137 w 10000"/>
              <a:gd name="connsiteY71-14004" fmla="*/ 9043 h 9864"/>
              <a:gd name="connsiteX72-14005" fmla="*/ 956 w 10000"/>
              <a:gd name="connsiteY72-14006" fmla="*/ 9043 h 9864"/>
              <a:gd name="connsiteX73-14007" fmla="*/ 873 w 10000"/>
              <a:gd name="connsiteY73-14008" fmla="*/ 9461 h 9864"/>
              <a:gd name="connsiteX74-14009" fmla="*/ 791 w 10000"/>
              <a:gd name="connsiteY74-14010" fmla="*/ 9461 h 9864"/>
              <a:gd name="connsiteX75-14011" fmla="*/ 708 w 10000"/>
              <a:gd name="connsiteY75-14012" fmla="*/ 9461 h 9864"/>
              <a:gd name="connsiteX76-14013" fmla="*/ 527 w 10000"/>
              <a:gd name="connsiteY76-14014" fmla="*/ 9864 h 9864"/>
              <a:gd name="connsiteX77-14015" fmla="*/ 445 w 10000"/>
              <a:gd name="connsiteY77-14016" fmla="*/ 9461 h 9864"/>
              <a:gd name="connsiteX78-14017" fmla="*/ 362 w 10000"/>
              <a:gd name="connsiteY78-14018" fmla="*/ 9461 h 9864"/>
              <a:gd name="connsiteX79-14019" fmla="*/ 264 w 10000"/>
              <a:gd name="connsiteY79-14020" fmla="*/ 9043 h 9864"/>
              <a:gd name="connsiteX80-14021" fmla="*/ 181 w 10000"/>
              <a:gd name="connsiteY80-14022" fmla="*/ 8152 h 9864"/>
              <a:gd name="connsiteX81-14023" fmla="*/ 99 w 10000"/>
              <a:gd name="connsiteY81-14024" fmla="*/ 7343 h 9864"/>
              <a:gd name="connsiteX82-14025" fmla="*/ 0 w 10000"/>
              <a:gd name="connsiteY82-14026" fmla="*/ 6844 h 9864"/>
              <a:gd name="connsiteX83-14027" fmla="*/ 0 w 10000"/>
              <a:gd name="connsiteY83-14028" fmla="*/ 6445 h 9864"/>
              <a:gd name="connsiteX84-14029" fmla="*/ 0 w 10000"/>
              <a:gd name="connsiteY84-14030" fmla="*/ 6039 h 9864"/>
              <a:gd name="connsiteX85-14031" fmla="*/ 0 w 10000"/>
              <a:gd name="connsiteY85-14032" fmla="*/ 6039 h 9864"/>
              <a:gd name="connsiteX86-14033" fmla="*/ 99 w 10000"/>
              <a:gd name="connsiteY86-14034" fmla="*/ 5618 h 9864"/>
              <a:gd name="connsiteX87-14035" fmla="*/ 181 w 10000"/>
              <a:gd name="connsiteY87-14036" fmla="*/ 5130 h 9864"/>
              <a:gd name="connsiteX88-14037" fmla="*/ 362 w 10000"/>
              <a:gd name="connsiteY88-14038" fmla="*/ 4727 h 9864"/>
              <a:gd name="connsiteX89-14039" fmla="*/ 527 w 10000"/>
              <a:gd name="connsiteY89-14040" fmla="*/ 4330 h 9864"/>
              <a:gd name="connsiteX90-14041" fmla="*/ 610 w 10000"/>
              <a:gd name="connsiteY90-14042" fmla="*/ 3833 h 9864"/>
              <a:gd name="connsiteX91-14043" fmla="*/ 708 w 10000"/>
              <a:gd name="connsiteY91-14044" fmla="*/ 3430 h 9864"/>
              <a:gd name="connsiteX92-14045" fmla="*/ 873 w 10000"/>
              <a:gd name="connsiteY92-14046" fmla="*/ 3019 h 9864"/>
              <a:gd name="connsiteX93-14047" fmla="*/ 1054 w 10000"/>
              <a:gd name="connsiteY93-14048" fmla="*/ 2116 h 9864"/>
              <a:gd name="connsiteX94-14049" fmla="*/ 1137 w 10000"/>
              <a:gd name="connsiteY94-14050" fmla="*/ 1719 h 9864"/>
              <a:gd name="connsiteX95-14051" fmla="*/ 1318 w 10000"/>
              <a:gd name="connsiteY95-14052" fmla="*/ 819 h 9864"/>
              <a:gd name="connsiteX96-14053" fmla="*/ 1483 w 10000"/>
              <a:gd name="connsiteY96-14054" fmla="*/ 0 h 9864"/>
              <a:gd name="connsiteX97-14055" fmla="*/ 1483 w 10000"/>
              <a:gd name="connsiteY97-14056" fmla="*/ 0 h 9864"/>
              <a:gd name="connsiteX0-14057" fmla="*/ 1483 w 10000"/>
              <a:gd name="connsiteY0-14058" fmla="*/ 0 h 10000"/>
              <a:gd name="connsiteX1-14059" fmla="*/ 1829 w 10000"/>
              <a:gd name="connsiteY1-14060" fmla="*/ 3477 h 10000"/>
              <a:gd name="connsiteX2-14061" fmla="*/ 1746 w 10000"/>
              <a:gd name="connsiteY2-14062" fmla="*/ 3886 h 10000"/>
              <a:gd name="connsiteX3-14063" fmla="*/ 1746 w 10000"/>
              <a:gd name="connsiteY3-14064" fmla="*/ 4390 h 10000"/>
              <a:gd name="connsiteX4-14065" fmla="*/ 1746 w 10000"/>
              <a:gd name="connsiteY4-14066" fmla="*/ 4390 h 10000"/>
              <a:gd name="connsiteX5-14067" fmla="*/ 1829 w 10000"/>
              <a:gd name="connsiteY5-14068" fmla="*/ 4390 h 10000"/>
              <a:gd name="connsiteX6-14069" fmla="*/ 1911 w 10000"/>
              <a:gd name="connsiteY6-14070" fmla="*/ 4792 h 10000"/>
              <a:gd name="connsiteX7-14071" fmla="*/ 2010 w 10000"/>
              <a:gd name="connsiteY7-14072" fmla="*/ 4792 h 10000"/>
              <a:gd name="connsiteX8-14073" fmla="*/ 2175 w 10000"/>
              <a:gd name="connsiteY8-14074" fmla="*/ 4792 h 10000"/>
              <a:gd name="connsiteX9-14075" fmla="*/ 2273 w 10000"/>
              <a:gd name="connsiteY9-14076" fmla="*/ 4390 h 10000"/>
              <a:gd name="connsiteX10-14077" fmla="*/ 2356 w 10000"/>
              <a:gd name="connsiteY10-14078" fmla="*/ 4390 h 10000"/>
              <a:gd name="connsiteX11-14079" fmla="*/ 2521 w 10000"/>
              <a:gd name="connsiteY11-14080" fmla="*/ 4390 h 10000"/>
              <a:gd name="connsiteX12-14081" fmla="*/ 2702 w 10000"/>
              <a:gd name="connsiteY12-14082" fmla="*/ 4390 h 10000"/>
              <a:gd name="connsiteX13-14083" fmla="*/ 2883 w 10000"/>
              <a:gd name="connsiteY13-14084" fmla="*/ 3886 h 10000"/>
              <a:gd name="connsiteX14-14085" fmla="*/ 3048 w 10000"/>
              <a:gd name="connsiteY14-14086" fmla="*/ 3886 h 10000"/>
              <a:gd name="connsiteX15-14087" fmla="*/ 3311 w 10000"/>
              <a:gd name="connsiteY15-14088" fmla="*/ 3886 h 10000"/>
              <a:gd name="connsiteX16-14089" fmla="*/ 3575 w 10000"/>
              <a:gd name="connsiteY16-14090" fmla="*/ 3886 h 10000"/>
              <a:gd name="connsiteX17-14091" fmla="*/ 3921 w 10000"/>
              <a:gd name="connsiteY17-14092" fmla="*/ 3477 h 10000"/>
              <a:gd name="connsiteX18-14093" fmla="*/ 4267 w 10000"/>
              <a:gd name="connsiteY18-14094" fmla="*/ 3477 h 10000"/>
              <a:gd name="connsiteX19-14095" fmla="*/ 4613 w 10000"/>
              <a:gd name="connsiteY19-14096" fmla="*/ 3477 h 10000"/>
              <a:gd name="connsiteX20-14097" fmla="*/ 4959 w 10000"/>
              <a:gd name="connsiteY20-14098" fmla="*/ 3061 h 10000"/>
              <a:gd name="connsiteX21-14099" fmla="*/ 5387 w 10000"/>
              <a:gd name="connsiteY21-14100" fmla="*/ 2652 h 10000"/>
              <a:gd name="connsiteX22-14101" fmla="*/ 5832 w 10000"/>
              <a:gd name="connsiteY22-14102" fmla="*/ 2652 h 10000"/>
              <a:gd name="connsiteX23-14103" fmla="*/ 6343 w 10000"/>
              <a:gd name="connsiteY23-14104" fmla="*/ 2145 h 10000"/>
              <a:gd name="connsiteX24-14105" fmla="*/ 6787 w 10000"/>
              <a:gd name="connsiteY24-14106" fmla="*/ 2145 h 10000"/>
              <a:gd name="connsiteX25-14107" fmla="*/ 7298 w 10000"/>
              <a:gd name="connsiteY25-14108" fmla="*/ 1743 h 10000"/>
              <a:gd name="connsiteX26-14109" fmla="*/ 7743 w 10000"/>
              <a:gd name="connsiteY26-14110" fmla="*/ 1323 h 10000"/>
              <a:gd name="connsiteX27-14111" fmla="*/ 8171 w 10000"/>
              <a:gd name="connsiteY27-14112" fmla="*/ 1323 h 10000"/>
              <a:gd name="connsiteX28-14113" fmla="*/ 8435 w 10000"/>
              <a:gd name="connsiteY28-14114" fmla="*/ 830 h 10000"/>
              <a:gd name="connsiteX29-14115" fmla="*/ 8699 w 10000"/>
              <a:gd name="connsiteY29-14116" fmla="*/ 830 h 10000"/>
              <a:gd name="connsiteX30-14117" fmla="*/ 8962 w 10000"/>
              <a:gd name="connsiteY30-14118" fmla="*/ 830 h 10000"/>
              <a:gd name="connsiteX31-14119" fmla="*/ 9127 w 10000"/>
              <a:gd name="connsiteY31-14120" fmla="*/ 830 h 10000"/>
              <a:gd name="connsiteX32-14121" fmla="*/ 9226 w 10000"/>
              <a:gd name="connsiteY32-14122" fmla="*/ 410 h 10000"/>
              <a:gd name="connsiteX33-14123" fmla="*/ 9390 w 10000"/>
              <a:gd name="connsiteY33-14124" fmla="*/ 830 h 10000"/>
              <a:gd name="connsiteX34-14125" fmla="*/ 9473 w 10000"/>
              <a:gd name="connsiteY34-14126" fmla="*/ 830 h 10000"/>
              <a:gd name="connsiteX35-14127" fmla="*/ 9654 w 10000"/>
              <a:gd name="connsiteY35-14128" fmla="*/ 1323 h 10000"/>
              <a:gd name="connsiteX36-14129" fmla="*/ 9736 w 10000"/>
              <a:gd name="connsiteY36-14130" fmla="*/ 1323 h 10000"/>
              <a:gd name="connsiteX37-14131" fmla="*/ 9918 w 10000"/>
              <a:gd name="connsiteY37-14132" fmla="*/ 2145 h 10000"/>
              <a:gd name="connsiteX38-14133" fmla="*/ 10000 w 10000"/>
              <a:gd name="connsiteY38-14134" fmla="*/ 2652 h 10000"/>
              <a:gd name="connsiteX39-14135" fmla="*/ 10000 w 10000"/>
              <a:gd name="connsiteY39-14136" fmla="*/ 3061 h 10000"/>
              <a:gd name="connsiteX40-14137" fmla="*/ 10000 w 10000"/>
              <a:gd name="connsiteY40-14138" fmla="*/ 3477 h 10000"/>
              <a:gd name="connsiteX41-14139" fmla="*/ 10000 w 10000"/>
              <a:gd name="connsiteY41-14140" fmla="*/ 3477 h 10000"/>
              <a:gd name="connsiteX42-14141" fmla="*/ 10000 w 10000"/>
              <a:gd name="connsiteY42-14142" fmla="*/ 3886 h 10000"/>
              <a:gd name="connsiteX43-14143" fmla="*/ 9918 w 10000"/>
              <a:gd name="connsiteY43-14144" fmla="*/ 3886 h 10000"/>
              <a:gd name="connsiteX44-14145" fmla="*/ 9819 w 10000"/>
              <a:gd name="connsiteY44-14146" fmla="*/ 3886 h 10000"/>
              <a:gd name="connsiteX45-14147" fmla="*/ 9736 w 10000"/>
              <a:gd name="connsiteY45-14148" fmla="*/ 4390 h 10000"/>
              <a:gd name="connsiteX46-14149" fmla="*/ 9572 w 10000"/>
              <a:gd name="connsiteY46-14150" fmla="*/ 4390 h 10000"/>
              <a:gd name="connsiteX47-14151" fmla="*/ 9390 w 10000"/>
              <a:gd name="connsiteY47-14152" fmla="*/ 4390 h 10000"/>
              <a:gd name="connsiteX48-14153" fmla="*/ 9127 w 10000"/>
              <a:gd name="connsiteY48-14154" fmla="*/ 4390 h 10000"/>
              <a:gd name="connsiteX49-14155" fmla="*/ 8863 w 10000"/>
              <a:gd name="connsiteY49-14156" fmla="*/ 4390 h 10000"/>
              <a:gd name="connsiteX50-14157" fmla="*/ 8616 w 10000"/>
              <a:gd name="connsiteY50-14158" fmla="*/ 4390 h 10000"/>
              <a:gd name="connsiteX51-14159" fmla="*/ 8353 w 10000"/>
              <a:gd name="connsiteY51-14160" fmla="*/ 4390 h 10000"/>
              <a:gd name="connsiteX52-14161" fmla="*/ 8007 w 10000"/>
              <a:gd name="connsiteY52-14162" fmla="*/ 4390 h 10000"/>
              <a:gd name="connsiteX53-14163" fmla="*/ 7661 w 10000"/>
              <a:gd name="connsiteY53-14164" fmla="*/ 4390 h 10000"/>
              <a:gd name="connsiteX54-14165" fmla="*/ 7298 w 10000"/>
              <a:gd name="connsiteY54-14166" fmla="*/ 4792 h 10000"/>
              <a:gd name="connsiteX55-14167" fmla="*/ 6870 w 10000"/>
              <a:gd name="connsiteY55-14168" fmla="*/ 4792 h 10000"/>
              <a:gd name="connsiteX56-14169" fmla="*/ 6442 w 10000"/>
              <a:gd name="connsiteY56-14170" fmla="*/ 4792 h 10000"/>
              <a:gd name="connsiteX57-14171" fmla="*/ 5651 w 10000"/>
              <a:gd name="connsiteY57-14172" fmla="*/ 5201 h 10000"/>
              <a:gd name="connsiteX58-14173" fmla="*/ 4876 w 10000"/>
              <a:gd name="connsiteY58-14174" fmla="*/ 5695 h 10000"/>
              <a:gd name="connsiteX59-14175" fmla="*/ 4185 w 10000"/>
              <a:gd name="connsiteY59-14176" fmla="*/ 6122 h 10000"/>
              <a:gd name="connsiteX60-14177" fmla="*/ 3476 w 10000"/>
              <a:gd name="connsiteY60-14178" fmla="*/ 6534 h 10000"/>
              <a:gd name="connsiteX61-14179" fmla="*/ 3130 w 10000"/>
              <a:gd name="connsiteY61-14180" fmla="*/ 6534 h 10000"/>
              <a:gd name="connsiteX62-14181" fmla="*/ 2883 w 10000"/>
              <a:gd name="connsiteY62-14182" fmla="*/ 6938 h 10000"/>
              <a:gd name="connsiteX63-14183" fmla="*/ 2521 w 10000"/>
              <a:gd name="connsiteY63-14184" fmla="*/ 7444 h 10000"/>
              <a:gd name="connsiteX64-14185" fmla="*/ 2273 w 10000"/>
              <a:gd name="connsiteY64-14186" fmla="*/ 7444 h 10000"/>
              <a:gd name="connsiteX65-14187" fmla="*/ 2092 w 10000"/>
              <a:gd name="connsiteY65-14188" fmla="*/ 7847 h 10000"/>
              <a:gd name="connsiteX66-14189" fmla="*/ 1829 w 10000"/>
              <a:gd name="connsiteY66-14190" fmla="*/ 7847 h 10000"/>
              <a:gd name="connsiteX67-14191" fmla="*/ 1664 w 10000"/>
              <a:gd name="connsiteY67-14192" fmla="*/ 8264 h 10000"/>
              <a:gd name="connsiteX68-14193" fmla="*/ 1400 w 10000"/>
              <a:gd name="connsiteY68-14194" fmla="*/ 8759 h 10000"/>
              <a:gd name="connsiteX69-14195" fmla="*/ 1219 w 10000"/>
              <a:gd name="connsiteY69-14196" fmla="*/ 8759 h 10000"/>
              <a:gd name="connsiteX70-14197" fmla="*/ 1137 w 10000"/>
              <a:gd name="connsiteY70-14198" fmla="*/ 9168 h 10000"/>
              <a:gd name="connsiteX71-14199" fmla="*/ 956 w 10000"/>
              <a:gd name="connsiteY71-14200" fmla="*/ 9168 h 10000"/>
              <a:gd name="connsiteX72-14201" fmla="*/ 873 w 10000"/>
              <a:gd name="connsiteY72-14202" fmla="*/ 9591 h 10000"/>
              <a:gd name="connsiteX73-14203" fmla="*/ 791 w 10000"/>
              <a:gd name="connsiteY73-14204" fmla="*/ 9591 h 10000"/>
              <a:gd name="connsiteX74-14205" fmla="*/ 708 w 10000"/>
              <a:gd name="connsiteY74-14206" fmla="*/ 9591 h 10000"/>
              <a:gd name="connsiteX75-14207" fmla="*/ 527 w 10000"/>
              <a:gd name="connsiteY75-14208" fmla="*/ 10000 h 10000"/>
              <a:gd name="connsiteX76-14209" fmla="*/ 445 w 10000"/>
              <a:gd name="connsiteY76-14210" fmla="*/ 9591 h 10000"/>
              <a:gd name="connsiteX77-14211" fmla="*/ 362 w 10000"/>
              <a:gd name="connsiteY77-14212" fmla="*/ 9591 h 10000"/>
              <a:gd name="connsiteX78-14213" fmla="*/ 264 w 10000"/>
              <a:gd name="connsiteY78-14214" fmla="*/ 9168 h 10000"/>
              <a:gd name="connsiteX79-14215" fmla="*/ 181 w 10000"/>
              <a:gd name="connsiteY79-14216" fmla="*/ 8264 h 10000"/>
              <a:gd name="connsiteX80-14217" fmla="*/ 99 w 10000"/>
              <a:gd name="connsiteY80-14218" fmla="*/ 7444 h 10000"/>
              <a:gd name="connsiteX81-14219" fmla="*/ 0 w 10000"/>
              <a:gd name="connsiteY81-14220" fmla="*/ 6938 h 10000"/>
              <a:gd name="connsiteX82-14221" fmla="*/ 0 w 10000"/>
              <a:gd name="connsiteY82-14222" fmla="*/ 6534 h 10000"/>
              <a:gd name="connsiteX83-14223" fmla="*/ 0 w 10000"/>
              <a:gd name="connsiteY83-14224" fmla="*/ 6122 h 10000"/>
              <a:gd name="connsiteX84-14225" fmla="*/ 0 w 10000"/>
              <a:gd name="connsiteY84-14226" fmla="*/ 6122 h 10000"/>
              <a:gd name="connsiteX85-14227" fmla="*/ 99 w 10000"/>
              <a:gd name="connsiteY85-14228" fmla="*/ 5695 h 10000"/>
              <a:gd name="connsiteX86-14229" fmla="*/ 181 w 10000"/>
              <a:gd name="connsiteY86-14230" fmla="*/ 5201 h 10000"/>
              <a:gd name="connsiteX87-14231" fmla="*/ 362 w 10000"/>
              <a:gd name="connsiteY87-14232" fmla="*/ 4792 h 10000"/>
              <a:gd name="connsiteX88-14233" fmla="*/ 527 w 10000"/>
              <a:gd name="connsiteY88-14234" fmla="*/ 4390 h 10000"/>
              <a:gd name="connsiteX89-14235" fmla="*/ 610 w 10000"/>
              <a:gd name="connsiteY89-14236" fmla="*/ 3886 h 10000"/>
              <a:gd name="connsiteX90-14237" fmla="*/ 708 w 10000"/>
              <a:gd name="connsiteY90-14238" fmla="*/ 3477 h 10000"/>
              <a:gd name="connsiteX91-14239" fmla="*/ 873 w 10000"/>
              <a:gd name="connsiteY91-14240" fmla="*/ 3061 h 10000"/>
              <a:gd name="connsiteX92-14241" fmla="*/ 1054 w 10000"/>
              <a:gd name="connsiteY92-14242" fmla="*/ 2145 h 10000"/>
              <a:gd name="connsiteX93-14243" fmla="*/ 1137 w 10000"/>
              <a:gd name="connsiteY93-14244" fmla="*/ 1743 h 10000"/>
              <a:gd name="connsiteX94-14245" fmla="*/ 1318 w 10000"/>
              <a:gd name="connsiteY94-14246" fmla="*/ 830 h 10000"/>
              <a:gd name="connsiteX95-14247" fmla="*/ 1483 w 10000"/>
              <a:gd name="connsiteY95-14248" fmla="*/ 0 h 10000"/>
              <a:gd name="connsiteX96-14249" fmla="*/ 1483 w 10000"/>
              <a:gd name="connsiteY96-14250" fmla="*/ 0 h 10000"/>
              <a:gd name="connsiteX0-14251" fmla="*/ 1483 w 10000"/>
              <a:gd name="connsiteY0-14252" fmla="*/ 0 h 10000"/>
              <a:gd name="connsiteX1-14253" fmla="*/ 1829 w 10000"/>
              <a:gd name="connsiteY1-14254" fmla="*/ 3477 h 10000"/>
              <a:gd name="connsiteX2-14255" fmla="*/ 1746 w 10000"/>
              <a:gd name="connsiteY2-14256" fmla="*/ 3886 h 10000"/>
              <a:gd name="connsiteX3-14257" fmla="*/ 1746 w 10000"/>
              <a:gd name="connsiteY3-14258" fmla="*/ 4390 h 10000"/>
              <a:gd name="connsiteX4-14259" fmla="*/ 1746 w 10000"/>
              <a:gd name="connsiteY4-14260" fmla="*/ 4390 h 10000"/>
              <a:gd name="connsiteX5-14261" fmla="*/ 1829 w 10000"/>
              <a:gd name="connsiteY5-14262" fmla="*/ 4390 h 10000"/>
              <a:gd name="connsiteX6-14263" fmla="*/ 1911 w 10000"/>
              <a:gd name="connsiteY6-14264" fmla="*/ 4792 h 10000"/>
              <a:gd name="connsiteX7-14265" fmla="*/ 2010 w 10000"/>
              <a:gd name="connsiteY7-14266" fmla="*/ 4792 h 10000"/>
              <a:gd name="connsiteX8-14267" fmla="*/ 2175 w 10000"/>
              <a:gd name="connsiteY8-14268" fmla="*/ 4792 h 10000"/>
              <a:gd name="connsiteX9-14269" fmla="*/ 2273 w 10000"/>
              <a:gd name="connsiteY9-14270" fmla="*/ 4390 h 10000"/>
              <a:gd name="connsiteX10-14271" fmla="*/ 2356 w 10000"/>
              <a:gd name="connsiteY10-14272" fmla="*/ 4390 h 10000"/>
              <a:gd name="connsiteX11-14273" fmla="*/ 2521 w 10000"/>
              <a:gd name="connsiteY11-14274" fmla="*/ 4390 h 10000"/>
              <a:gd name="connsiteX12-14275" fmla="*/ 2702 w 10000"/>
              <a:gd name="connsiteY12-14276" fmla="*/ 4390 h 10000"/>
              <a:gd name="connsiteX13-14277" fmla="*/ 2883 w 10000"/>
              <a:gd name="connsiteY13-14278" fmla="*/ 3886 h 10000"/>
              <a:gd name="connsiteX14-14279" fmla="*/ 3048 w 10000"/>
              <a:gd name="connsiteY14-14280" fmla="*/ 3886 h 10000"/>
              <a:gd name="connsiteX15-14281" fmla="*/ 3311 w 10000"/>
              <a:gd name="connsiteY15-14282" fmla="*/ 3886 h 10000"/>
              <a:gd name="connsiteX16-14283" fmla="*/ 3575 w 10000"/>
              <a:gd name="connsiteY16-14284" fmla="*/ 3886 h 10000"/>
              <a:gd name="connsiteX17-14285" fmla="*/ 3921 w 10000"/>
              <a:gd name="connsiteY17-14286" fmla="*/ 3477 h 10000"/>
              <a:gd name="connsiteX18-14287" fmla="*/ 4267 w 10000"/>
              <a:gd name="connsiteY18-14288" fmla="*/ 3477 h 10000"/>
              <a:gd name="connsiteX19-14289" fmla="*/ 4613 w 10000"/>
              <a:gd name="connsiteY19-14290" fmla="*/ 3477 h 10000"/>
              <a:gd name="connsiteX20-14291" fmla="*/ 4959 w 10000"/>
              <a:gd name="connsiteY20-14292" fmla="*/ 3061 h 10000"/>
              <a:gd name="connsiteX21-14293" fmla="*/ 5387 w 10000"/>
              <a:gd name="connsiteY21-14294" fmla="*/ 2652 h 10000"/>
              <a:gd name="connsiteX22-14295" fmla="*/ 5832 w 10000"/>
              <a:gd name="connsiteY22-14296" fmla="*/ 2652 h 10000"/>
              <a:gd name="connsiteX23-14297" fmla="*/ 6343 w 10000"/>
              <a:gd name="connsiteY23-14298" fmla="*/ 2145 h 10000"/>
              <a:gd name="connsiteX24-14299" fmla="*/ 6787 w 10000"/>
              <a:gd name="connsiteY24-14300" fmla="*/ 2145 h 10000"/>
              <a:gd name="connsiteX25-14301" fmla="*/ 7298 w 10000"/>
              <a:gd name="connsiteY25-14302" fmla="*/ 1743 h 10000"/>
              <a:gd name="connsiteX26-14303" fmla="*/ 7743 w 10000"/>
              <a:gd name="connsiteY26-14304" fmla="*/ 1323 h 10000"/>
              <a:gd name="connsiteX27-14305" fmla="*/ 8171 w 10000"/>
              <a:gd name="connsiteY27-14306" fmla="*/ 1323 h 10000"/>
              <a:gd name="connsiteX28-14307" fmla="*/ 8435 w 10000"/>
              <a:gd name="connsiteY28-14308" fmla="*/ 830 h 10000"/>
              <a:gd name="connsiteX29-14309" fmla="*/ 8699 w 10000"/>
              <a:gd name="connsiteY29-14310" fmla="*/ 830 h 10000"/>
              <a:gd name="connsiteX30-14311" fmla="*/ 8962 w 10000"/>
              <a:gd name="connsiteY30-14312" fmla="*/ 830 h 10000"/>
              <a:gd name="connsiteX31-14313" fmla="*/ 9127 w 10000"/>
              <a:gd name="connsiteY31-14314" fmla="*/ 830 h 10000"/>
              <a:gd name="connsiteX32-14315" fmla="*/ 9226 w 10000"/>
              <a:gd name="connsiteY32-14316" fmla="*/ 410 h 10000"/>
              <a:gd name="connsiteX33-14317" fmla="*/ 9390 w 10000"/>
              <a:gd name="connsiteY33-14318" fmla="*/ 830 h 10000"/>
              <a:gd name="connsiteX34-14319" fmla="*/ 9473 w 10000"/>
              <a:gd name="connsiteY34-14320" fmla="*/ 830 h 10000"/>
              <a:gd name="connsiteX35-14321" fmla="*/ 9654 w 10000"/>
              <a:gd name="connsiteY35-14322" fmla="*/ 1323 h 10000"/>
              <a:gd name="connsiteX36-14323" fmla="*/ 9736 w 10000"/>
              <a:gd name="connsiteY36-14324" fmla="*/ 1323 h 10000"/>
              <a:gd name="connsiteX37-14325" fmla="*/ 9918 w 10000"/>
              <a:gd name="connsiteY37-14326" fmla="*/ 2145 h 10000"/>
              <a:gd name="connsiteX38-14327" fmla="*/ 10000 w 10000"/>
              <a:gd name="connsiteY38-14328" fmla="*/ 2652 h 10000"/>
              <a:gd name="connsiteX39-14329" fmla="*/ 10000 w 10000"/>
              <a:gd name="connsiteY39-14330" fmla="*/ 3061 h 10000"/>
              <a:gd name="connsiteX40-14331" fmla="*/ 10000 w 10000"/>
              <a:gd name="connsiteY40-14332" fmla="*/ 3477 h 10000"/>
              <a:gd name="connsiteX41-14333" fmla="*/ 10000 w 10000"/>
              <a:gd name="connsiteY41-14334" fmla="*/ 3477 h 10000"/>
              <a:gd name="connsiteX42-14335" fmla="*/ 10000 w 10000"/>
              <a:gd name="connsiteY42-14336" fmla="*/ 3886 h 10000"/>
              <a:gd name="connsiteX43-14337" fmla="*/ 9918 w 10000"/>
              <a:gd name="connsiteY43-14338" fmla="*/ 3886 h 10000"/>
              <a:gd name="connsiteX44-14339" fmla="*/ 9819 w 10000"/>
              <a:gd name="connsiteY44-14340" fmla="*/ 3886 h 10000"/>
              <a:gd name="connsiteX45-14341" fmla="*/ 9736 w 10000"/>
              <a:gd name="connsiteY45-14342" fmla="*/ 4390 h 10000"/>
              <a:gd name="connsiteX46-14343" fmla="*/ 9572 w 10000"/>
              <a:gd name="connsiteY46-14344" fmla="*/ 4390 h 10000"/>
              <a:gd name="connsiteX47-14345" fmla="*/ 9390 w 10000"/>
              <a:gd name="connsiteY47-14346" fmla="*/ 4390 h 10000"/>
              <a:gd name="connsiteX48-14347" fmla="*/ 9127 w 10000"/>
              <a:gd name="connsiteY48-14348" fmla="*/ 4390 h 10000"/>
              <a:gd name="connsiteX49-14349" fmla="*/ 8863 w 10000"/>
              <a:gd name="connsiteY49-14350" fmla="*/ 4390 h 10000"/>
              <a:gd name="connsiteX50-14351" fmla="*/ 8616 w 10000"/>
              <a:gd name="connsiteY50-14352" fmla="*/ 4390 h 10000"/>
              <a:gd name="connsiteX51-14353" fmla="*/ 8353 w 10000"/>
              <a:gd name="connsiteY51-14354" fmla="*/ 4390 h 10000"/>
              <a:gd name="connsiteX52-14355" fmla="*/ 8007 w 10000"/>
              <a:gd name="connsiteY52-14356" fmla="*/ 4390 h 10000"/>
              <a:gd name="connsiteX53-14357" fmla="*/ 7661 w 10000"/>
              <a:gd name="connsiteY53-14358" fmla="*/ 4390 h 10000"/>
              <a:gd name="connsiteX54-14359" fmla="*/ 7298 w 10000"/>
              <a:gd name="connsiteY54-14360" fmla="*/ 4792 h 10000"/>
              <a:gd name="connsiteX55-14361" fmla="*/ 6870 w 10000"/>
              <a:gd name="connsiteY55-14362" fmla="*/ 4792 h 10000"/>
              <a:gd name="connsiteX56-14363" fmla="*/ 6442 w 10000"/>
              <a:gd name="connsiteY56-14364" fmla="*/ 4792 h 10000"/>
              <a:gd name="connsiteX57-14365" fmla="*/ 5651 w 10000"/>
              <a:gd name="connsiteY57-14366" fmla="*/ 5201 h 10000"/>
              <a:gd name="connsiteX58-14367" fmla="*/ 4876 w 10000"/>
              <a:gd name="connsiteY58-14368" fmla="*/ 5695 h 10000"/>
              <a:gd name="connsiteX59-14369" fmla="*/ 4185 w 10000"/>
              <a:gd name="connsiteY59-14370" fmla="*/ 6122 h 10000"/>
              <a:gd name="connsiteX60-14371" fmla="*/ 3476 w 10000"/>
              <a:gd name="connsiteY60-14372" fmla="*/ 6534 h 10000"/>
              <a:gd name="connsiteX61-14373" fmla="*/ 3130 w 10000"/>
              <a:gd name="connsiteY61-14374" fmla="*/ 6534 h 10000"/>
              <a:gd name="connsiteX62-14375" fmla="*/ 2883 w 10000"/>
              <a:gd name="connsiteY62-14376" fmla="*/ 6938 h 10000"/>
              <a:gd name="connsiteX63-14377" fmla="*/ 2521 w 10000"/>
              <a:gd name="connsiteY63-14378" fmla="*/ 7444 h 10000"/>
              <a:gd name="connsiteX64-14379" fmla="*/ 2273 w 10000"/>
              <a:gd name="connsiteY64-14380" fmla="*/ 7444 h 10000"/>
              <a:gd name="connsiteX65-14381" fmla="*/ 2092 w 10000"/>
              <a:gd name="connsiteY65-14382" fmla="*/ 7847 h 10000"/>
              <a:gd name="connsiteX66-14383" fmla="*/ 1829 w 10000"/>
              <a:gd name="connsiteY66-14384" fmla="*/ 7847 h 10000"/>
              <a:gd name="connsiteX67-14385" fmla="*/ 1664 w 10000"/>
              <a:gd name="connsiteY67-14386" fmla="*/ 8264 h 10000"/>
              <a:gd name="connsiteX68-14387" fmla="*/ 1400 w 10000"/>
              <a:gd name="connsiteY68-14388" fmla="*/ 8759 h 10000"/>
              <a:gd name="connsiteX69-14389" fmla="*/ 1219 w 10000"/>
              <a:gd name="connsiteY69-14390" fmla="*/ 8759 h 10000"/>
              <a:gd name="connsiteX70-14391" fmla="*/ 1137 w 10000"/>
              <a:gd name="connsiteY70-14392" fmla="*/ 9168 h 10000"/>
              <a:gd name="connsiteX71-14393" fmla="*/ 956 w 10000"/>
              <a:gd name="connsiteY71-14394" fmla="*/ 9168 h 10000"/>
              <a:gd name="connsiteX72-14395" fmla="*/ 873 w 10000"/>
              <a:gd name="connsiteY72-14396" fmla="*/ 9591 h 10000"/>
              <a:gd name="connsiteX73-14397" fmla="*/ 791 w 10000"/>
              <a:gd name="connsiteY73-14398" fmla="*/ 9591 h 10000"/>
              <a:gd name="connsiteX74-14399" fmla="*/ 708 w 10000"/>
              <a:gd name="connsiteY74-14400" fmla="*/ 9591 h 10000"/>
              <a:gd name="connsiteX75-14401" fmla="*/ 527 w 10000"/>
              <a:gd name="connsiteY75-14402" fmla="*/ 10000 h 10000"/>
              <a:gd name="connsiteX76-14403" fmla="*/ 445 w 10000"/>
              <a:gd name="connsiteY76-14404" fmla="*/ 9591 h 10000"/>
              <a:gd name="connsiteX77-14405" fmla="*/ 362 w 10000"/>
              <a:gd name="connsiteY77-14406" fmla="*/ 9591 h 10000"/>
              <a:gd name="connsiteX78-14407" fmla="*/ 264 w 10000"/>
              <a:gd name="connsiteY78-14408" fmla="*/ 9168 h 10000"/>
              <a:gd name="connsiteX79-14409" fmla="*/ 181 w 10000"/>
              <a:gd name="connsiteY79-14410" fmla="*/ 8264 h 10000"/>
              <a:gd name="connsiteX80-14411" fmla="*/ 99 w 10000"/>
              <a:gd name="connsiteY80-14412" fmla="*/ 7444 h 10000"/>
              <a:gd name="connsiteX81-14413" fmla="*/ 0 w 10000"/>
              <a:gd name="connsiteY81-14414" fmla="*/ 6938 h 10000"/>
              <a:gd name="connsiteX82-14415" fmla="*/ 0 w 10000"/>
              <a:gd name="connsiteY82-14416" fmla="*/ 6534 h 10000"/>
              <a:gd name="connsiteX83-14417" fmla="*/ 0 w 10000"/>
              <a:gd name="connsiteY83-14418" fmla="*/ 6122 h 10000"/>
              <a:gd name="connsiteX84-14419" fmla="*/ 0 w 10000"/>
              <a:gd name="connsiteY84-14420" fmla="*/ 6122 h 10000"/>
              <a:gd name="connsiteX85-14421" fmla="*/ 99 w 10000"/>
              <a:gd name="connsiteY85-14422" fmla="*/ 5695 h 10000"/>
              <a:gd name="connsiteX86-14423" fmla="*/ 181 w 10000"/>
              <a:gd name="connsiteY86-14424" fmla="*/ 5201 h 10000"/>
              <a:gd name="connsiteX87-14425" fmla="*/ 362 w 10000"/>
              <a:gd name="connsiteY87-14426" fmla="*/ 4792 h 10000"/>
              <a:gd name="connsiteX88-14427" fmla="*/ 527 w 10000"/>
              <a:gd name="connsiteY88-14428" fmla="*/ 4390 h 10000"/>
              <a:gd name="connsiteX89-14429" fmla="*/ 610 w 10000"/>
              <a:gd name="connsiteY89-14430" fmla="*/ 3886 h 10000"/>
              <a:gd name="connsiteX90-14431" fmla="*/ 708 w 10000"/>
              <a:gd name="connsiteY90-14432" fmla="*/ 3477 h 10000"/>
              <a:gd name="connsiteX91-14433" fmla="*/ 873 w 10000"/>
              <a:gd name="connsiteY91-14434" fmla="*/ 3061 h 10000"/>
              <a:gd name="connsiteX92-14435" fmla="*/ 1054 w 10000"/>
              <a:gd name="connsiteY92-14436" fmla="*/ 2145 h 10000"/>
              <a:gd name="connsiteX93-14437" fmla="*/ 1137 w 10000"/>
              <a:gd name="connsiteY93-14438" fmla="*/ 1743 h 10000"/>
              <a:gd name="connsiteX94-14439" fmla="*/ 1318 w 10000"/>
              <a:gd name="connsiteY94-14440" fmla="*/ 830 h 10000"/>
              <a:gd name="connsiteX95-14441" fmla="*/ 1483 w 10000"/>
              <a:gd name="connsiteY95-14442" fmla="*/ 0 h 10000"/>
              <a:gd name="connsiteX0-14443" fmla="*/ 1483 w 10000"/>
              <a:gd name="connsiteY0-14444" fmla="*/ 0 h 10000"/>
              <a:gd name="connsiteX1-14445" fmla="*/ 1829 w 10000"/>
              <a:gd name="connsiteY1-14446" fmla="*/ 3477 h 10000"/>
              <a:gd name="connsiteX2-14447" fmla="*/ 1746 w 10000"/>
              <a:gd name="connsiteY2-14448" fmla="*/ 3886 h 10000"/>
              <a:gd name="connsiteX3-14449" fmla="*/ 1746 w 10000"/>
              <a:gd name="connsiteY3-14450" fmla="*/ 4390 h 10000"/>
              <a:gd name="connsiteX4-14451" fmla="*/ 1746 w 10000"/>
              <a:gd name="connsiteY4-14452" fmla="*/ 4390 h 10000"/>
              <a:gd name="connsiteX5-14453" fmla="*/ 1829 w 10000"/>
              <a:gd name="connsiteY5-14454" fmla="*/ 4390 h 10000"/>
              <a:gd name="connsiteX6-14455" fmla="*/ 1911 w 10000"/>
              <a:gd name="connsiteY6-14456" fmla="*/ 4792 h 10000"/>
              <a:gd name="connsiteX7-14457" fmla="*/ 2010 w 10000"/>
              <a:gd name="connsiteY7-14458" fmla="*/ 4792 h 10000"/>
              <a:gd name="connsiteX8-14459" fmla="*/ 2175 w 10000"/>
              <a:gd name="connsiteY8-14460" fmla="*/ 4792 h 10000"/>
              <a:gd name="connsiteX9-14461" fmla="*/ 2273 w 10000"/>
              <a:gd name="connsiteY9-14462" fmla="*/ 4390 h 10000"/>
              <a:gd name="connsiteX10-14463" fmla="*/ 2356 w 10000"/>
              <a:gd name="connsiteY10-14464" fmla="*/ 4390 h 10000"/>
              <a:gd name="connsiteX11-14465" fmla="*/ 2521 w 10000"/>
              <a:gd name="connsiteY11-14466" fmla="*/ 4390 h 10000"/>
              <a:gd name="connsiteX12-14467" fmla="*/ 2702 w 10000"/>
              <a:gd name="connsiteY12-14468" fmla="*/ 4390 h 10000"/>
              <a:gd name="connsiteX13-14469" fmla="*/ 2883 w 10000"/>
              <a:gd name="connsiteY13-14470" fmla="*/ 3886 h 10000"/>
              <a:gd name="connsiteX14-14471" fmla="*/ 3048 w 10000"/>
              <a:gd name="connsiteY14-14472" fmla="*/ 3886 h 10000"/>
              <a:gd name="connsiteX15-14473" fmla="*/ 3311 w 10000"/>
              <a:gd name="connsiteY15-14474" fmla="*/ 3886 h 10000"/>
              <a:gd name="connsiteX16-14475" fmla="*/ 3575 w 10000"/>
              <a:gd name="connsiteY16-14476" fmla="*/ 3886 h 10000"/>
              <a:gd name="connsiteX17-14477" fmla="*/ 3921 w 10000"/>
              <a:gd name="connsiteY17-14478" fmla="*/ 3477 h 10000"/>
              <a:gd name="connsiteX18-14479" fmla="*/ 4267 w 10000"/>
              <a:gd name="connsiteY18-14480" fmla="*/ 3477 h 10000"/>
              <a:gd name="connsiteX19-14481" fmla="*/ 4613 w 10000"/>
              <a:gd name="connsiteY19-14482" fmla="*/ 3477 h 10000"/>
              <a:gd name="connsiteX20-14483" fmla="*/ 4959 w 10000"/>
              <a:gd name="connsiteY20-14484" fmla="*/ 3061 h 10000"/>
              <a:gd name="connsiteX21-14485" fmla="*/ 5387 w 10000"/>
              <a:gd name="connsiteY21-14486" fmla="*/ 2652 h 10000"/>
              <a:gd name="connsiteX22-14487" fmla="*/ 5832 w 10000"/>
              <a:gd name="connsiteY22-14488" fmla="*/ 2652 h 10000"/>
              <a:gd name="connsiteX23-14489" fmla="*/ 6343 w 10000"/>
              <a:gd name="connsiteY23-14490" fmla="*/ 2145 h 10000"/>
              <a:gd name="connsiteX24-14491" fmla="*/ 6787 w 10000"/>
              <a:gd name="connsiteY24-14492" fmla="*/ 2145 h 10000"/>
              <a:gd name="connsiteX25-14493" fmla="*/ 7298 w 10000"/>
              <a:gd name="connsiteY25-14494" fmla="*/ 1743 h 10000"/>
              <a:gd name="connsiteX26-14495" fmla="*/ 7743 w 10000"/>
              <a:gd name="connsiteY26-14496" fmla="*/ 1323 h 10000"/>
              <a:gd name="connsiteX27-14497" fmla="*/ 8171 w 10000"/>
              <a:gd name="connsiteY27-14498" fmla="*/ 1323 h 10000"/>
              <a:gd name="connsiteX28-14499" fmla="*/ 8435 w 10000"/>
              <a:gd name="connsiteY28-14500" fmla="*/ 830 h 10000"/>
              <a:gd name="connsiteX29-14501" fmla="*/ 8699 w 10000"/>
              <a:gd name="connsiteY29-14502" fmla="*/ 830 h 10000"/>
              <a:gd name="connsiteX30-14503" fmla="*/ 8962 w 10000"/>
              <a:gd name="connsiteY30-14504" fmla="*/ 830 h 10000"/>
              <a:gd name="connsiteX31-14505" fmla="*/ 9127 w 10000"/>
              <a:gd name="connsiteY31-14506" fmla="*/ 830 h 10000"/>
              <a:gd name="connsiteX32-14507" fmla="*/ 9226 w 10000"/>
              <a:gd name="connsiteY32-14508" fmla="*/ 410 h 10000"/>
              <a:gd name="connsiteX33-14509" fmla="*/ 9390 w 10000"/>
              <a:gd name="connsiteY33-14510" fmla="*/ 830 h 10000"/>
              <a:gd name="connsiteX34-14511" fmla="*/ 9473 w 10000"/>
              <a:gd name="connsiteY34-14512" fmla="*/ 830 h 10000"/>
              <a:gd name="connsiteX35-14513" fmla="*/ 9654 w 10000"/>
              <a:gd name="connsiteY35-14514" fmla="*/ 1323 h 10000"/>
              <a:gd name="connsiteX36-14515" fmla="*/ 9736 w 10000"/>
              <a:gd name="connsiteY36-14516" fmla="*/ 1323 h 10000"/>
              <a:gd name="connsiteX37-14517" fmla="*/ 9918 w 10000"/>
              <a:gd name="connsiteY37-14518" fmla="*/ 2145 h 10000"/>
              <a:gd name="connsiteX38-14519" fmla="*/ 10000 w 10000"/>
              <a:gd name="connsiteY38-14520" fmla="*/ 2652 h 10000"/>
              <a:gd name="connsiteX39-14521" fmla="*/ 10000 w 10000"/>
              <a:gd name="connsiteY39-14522" fmla="*/ 3061 h 10000"/>
              <a:gd name="connsiteX40-14523" fmla="*/ 10000 w 10000"/>
              <a:gd name="connsiteY40-14524" fmla="*/ 3477 h 10000"/>
              <a:gd name="connsiteX41-14525" fmla="*/ 10000 w 10000"/>
              <a:gd name="connsiteY41-14526" fmla="*/ 3477 h 10000"/>
              <a:gd name="connsiteX42-14527" fmla="*/ 10000 w 10000"/>
              <a:gd name="connsiteY42-14528" fmla="*/ 3886 h 10000"/>
              <a:gd name="connsiteX43-14529" fmla="*/ 9918 w 10000"/>
              <a:gd name="connsiteY43-14530" fmla="*/ 3886 h 10000"/>
              <a:gd name="connsiteX44-14531" fmla="*/ 9819 w 10000"/>
              <a:gd name="connsiteY44-14532" fmla="*/ 3886 h 10000"/>
              <a:gd name="connsiteX45-14533" fmla="*/ 9736 w 10000"/>
              <a:gd name="connsiteY45-14534" fmla="*/ 4390 h 10000"/>
              <a:gd name="connsiteX46-14535" fmla="*/ 9572 w 10000"/>
              <a:gd name="connsiteY46-14536" fmla="*/ 4390 h 10000"/>
              <a:gd name="connsiteX47-14537" fmla="*/ 9390 w 10000"/>
              <a:gd name="connsiteY47-14538" fmla="*/ 4390 h 10000"/>
              <a:gd name="connsiteX48-14539" fmla="*/ 9127 w 10000"/>
              <a:gd name="connsiteY48-14540" fmla="*/ 4390 h 10000"/>
              <a:gd name="connsiteX49-14541" fmla="*/ 8863 w 10000"/>
              <a:gd name="connsiteY49-14542" fmla="*/ 4390 h 10000"/>
              <a:gd name="connsiteX50-14543" fmla="*/ 8616 w 10000"/>
              <a:gd name="connsiteY50-14544" fmla="*/ 4390 h 10000"/>
              <a:gd name="connsiteX51-14545" fmla="*/ 8353 w 10000"/>
              <a:gd name="connsiteY51-14546" fmla="*/ 4390 h 10000"/>
              <a:gd name="connsiteX52-14547" fmla="*/ 8007 w 10000"/>
              <a:gd name="connsiteY52-14548" fmla="*/ 4390 h 10000"/>
              <a:gd name="connsiteX53-14549" fmla="*/ 7661 w 10000"/>
              <a:gd name="connsiteY53-14550" fmla="*/ 4390 h 10000"/>
              <a:gd name="connsiteX54-14551" fmla="*/ 7298 w 10000"/>
              <a:gd name="connsiteY54-14552" fmla="*/ 4792 h 10000"/>
              <a:gd name="connsiteX55-14553" fmla="*/ 6870 w 10000"/>
              <a:gd name="connsiteY55-14554" fmla="*/ 4792 h 10000"/>
              <a:gd name="connsiteX56-14555" fmla="*/ 6442 w 10000"/>
              <a:gd name="connsiteY56-14556" fmla="*/ 4792 h 10000"/>
              <a:gd name="connsiteX57-14557" fmla="*/ 5651 w 10000"/>
              <a:gd name="connsiteY57-14558" fmla="*/ 5201 h 10000"/>
              <a:gd name="connsiteX58-14559" fmla="*/ 4876 w 10000"/>
              <a:gd name="connsiteY58-14560" fmla="*/ 5695 h 10000"/>
              <a:gd name="connsiteX59-14561" fmla="*/ 4185 w 10000"/>
              <a:gd name="connsiteY59-14562" fmla="*/ 6122 h 10000"/>
              <a:gd name="connsiteX60-14563" fmla="*/ 3476 w 10000"/>
              <a:gd name="connsiteY60-14564" fmla="*/ 6534 h 10000"/>
              <a:gd name="connsiteX61-14565" fmla="*/ 3130 w 10000"/>
              <a:gd name="connsiteY61-14566" fmla="*/ 6534 h 10000"/>
              <a:gd name="connsiteX62-14567" fmla="*/ 2883 w 10000"/>
              <a:gd name="connsiteY62-14568" fmla="*/ 6938 h 10000"/>
              <a:gd name="connsiteX63-14569" fmla="*/ 2521 w 10000"/>
              <a:gd name="connsiteY63-14570" fmla="*/ 7444 h 10000"/>
              <a:gd name="connsiteX64-14571" fmla="*/ 2273 w 10000"/>
              <a:gd name="connsiteY64-14572" fmla="*/ 7444 h 10000"/>
              <a:gd name="connsiteX65-14573" fmla="*/ 2092 w 10000"/>
              <a:gd name="connsiteY65-14574" fmla="*/ 7847 h 10000"/>
              <a:gd name="connsiteX66-14575" fmla="*/ 1829 w 10000"/>
              <a:gd name="connsiteY66-14576" fmla="*/ 7847 h 10000"/>
              <a:gd name="connsiteX67-14577" fmla="*/ 1664 w 10000"/>
              <a:gd name="connsiteY67-14578" fmla="*/ 8264 h 10000"/>
              <a:gd name="connsiteX68-14579" fmla="*/ 1400 w 10000"/>
              <a:gd name="connsiteY68-14580" fmla="*/ 8759 h 10000"/>
              <a:gd name="connsiteX69-14581" fmla="*/ 1219 w 10000"/>
              <a:gd name="connsiteY69-14582" fmla="*/ 8759 h 10000"/>
              <a:gd name="connsiteX70-14583" fmla="*/ 1137 w 10000"/>
              <a:gd name="connsiteY70-14584" fmla="*/ 9168 h 10000"/>
              <a:gd name="connsiteX71-14585" fmla="*/ 956 w 10000"/>
              <a:gd name="connsiteY71-14586" fmla="*/ 9168 h 10000"/>
              <a:gd name="connsiteX72-14587" fmla="*/ 873 w 10000"/>
              <a:gd name="connsiteY72-14588" fmla="*/ 9591 h 10000"/>
              <a:gd name="connsiteX73-14589" fmla="*/ 791 w 10000"/>
              <a:gd name="connsiteY73-14590" fmla="*/ 9591 h 10000"/>
              <a:gd name="connsiteX74-14591" fmla="*/ 708 w 10000"/>
              <a:gd name="connsiteY74-14592" fmla="*/ 9591 h 10000"/>
              <a:gd name="connsiteX75-14593" fmla="*/ 527 w 10000"/>
              <a:gd name="connsiteY75-14594" fmla="*/ 10000 h 10000"/>
              <a:gd name="connsiteX76-14595" fmla="*/ 445 w 10000"/>
              <a:gd name="connsiteY76-14596" fmla="*/ 9591 h 10000"/>
              <a:gd name="connsiteX77-14597" fmla="*/ 362 w 10000"/>
              <a:gd name="connsiteY77-14598" fmla="*/ 9591 h 10000"/>
              <a:gd name="connsiteX78-14599" fmla="*/ 264 w 10000"/>
              <a:gd name="connsiteY78-14600" fmla="*/ 9168 h 10000"/>
              <a:gd name="connsiteX79-14601" fmla="*/ 181 w 10000"/>
              <a:gd name="connsiteY79-14602" fmla="*/ 8264 h 10000"/>
              <a:gd name="connsiteX80-14603" fmla="*/ 99 w 10000"/>
              <a:gd name="connsiteY80-14604" fmla="*/ 7444 h 10000"/>
              <a:gd name="connsiteX81-14605" fmla="*/ 0 w 10000"/>
              <a:gd name="connsiteY81-14606" fmla="*/ 6938 h 10000"/>
              <a:gd name="connsiteX82-14607" fmla="*/ 0 w 10000"/>
              <a:gd name="connsiteY82-14608" fmla="*/ 6534 h 10000"/>
              <a:gd name="connsiteX83-14609" fmla="*/ 0 w 10000"/>
              <a:gd name="connsiteY83-14610" fmla="*/ 6122 h 10000"/>
              <a:gd name="connsiteX84-14611" fmla="*/ 0 w 10000"/>
              <a:gd name="connsiteY84-14612" fmla="*/ 6122 h 10000"/>
              <a:gd name="connsiteX85-14613" fmla="*/ 99 w 10000"/>
              <a:gd name="connsiteY85-14614" fmla="*/ 5695 h 10000"/>
              <a:gd name="connsiteX86-14615" fmla="*/ 181 w 10000"/>
              <a:gd name="connsiteY86-14616" fmla="*/ 5201 h 10000"/>
              <a:gd name="connsiteX87-14617" fmla="*/ 362 w 10000"/>
              <a:gd name="connsiteY87-14618" fmla="*/ 4792 h 10000"/>
              <a:gd name="connsiteX88-14619" fmla="*/ 527 w 10000"/>
              <a:gd name="connsiteY88-14620" fmla="*/ 4390 h 10000"/>
              <a:gd name="connsiteX89-14621" fmla="*/ 610 w 10000"/>
              <a:gd name="connsiteY89-14622" fmla="*/ 3886 h 10000"/>
              <a:gd name="connsiteX90-14623" fmla="*/ 708 w 10000"/>
              <a:gd name="connsiteY90-14624" fmla="*/ 3477 h 10000"/>
              <a:gd name="connsiteX91-14625" fmla="*/ 873 w 10000"/>
              <a:gd name="connsiteY91-14626" fmla="*/ 3061 h 10000"/>
              <a:gd name="connsiteX92-14627" fmla="*/ 1054 w 10000"/>
              <a:gd name="connsiteY92-14628" fmla="*/ 2145 h 10000"/>
              <a:gd name="connsiteX93-14629" fmla="*/ 1137 w 10000"/>
              <a:gd name="connsiteY93-14630" fmla="*/ 1743 h 10000"/>
              <a:gd name="connsiteX94-14631" fmla="*/ 1318 w 10000"/>
              <a:gd name="connsiteY94-14632" fmla="*/ 830 h 10000"/>
              <a:gd name="connsiteX0-14633" fmla="*/ 1483 w 10000"/>
              <a:gd name="connsiteY0-14634" fmla="*/ 0 h 10000"/>
              <a:gd name="connsiteX1-14635" fmla="*/ 1829 w 10000"/>
              <a:gd name="connsiteY1-14636" fmla="*/ 3477 h 10000"/>
              <a:gd name="connsiteX2-14637" fmla="*/ 1746 w 10000"/>
              <a:gd name="connsiteY2-14638" fmla="*/ 3886 h 10000"/>
              <a:gd name="connsiteX3-14639" fmla="*/ 1746 w 10000"/>
              <a:gd name="connsiteY3-14640" fmla="*/ 4390 h 10000"/>
              <a:gd name="connsiteX4-14641" fmla="*/ 1746 w 10000"/>
              <a:gd name="connsiteY4-14642" fmla="*/ 4390 h 10000"/>
              <a:gd name="connsiteX5-14643" fmla="*/ 1829 w 10000"/>
              <a:gd name="connsiteY5-14644" fmla="*/ 4390 h 10000"/>
              <a:gd name="connsiteX6-14645" fmla="*/ 1911 w 10000"/>
              <a:gd name="connsiteY6-14646" fmla="*/ 4792 h 10000"/>
              <a:gd name="connsiteX7-14647" fmla="*/ 2010 w 10000"/>
              <a:gd name="connsiteY7-14648" fmla="*/ 4792 h 10000"/>
              <a:gd name="connsiteX8-14649" fmla="*/ 2175 w 10000"/>
              <a:gd name="connsiteY8-14650" fmla="*/ 4792 h 10000"/>
              <a:gd name="connsiteX9-14651" fmla="*/ 2273 w 10000"/>
              <a:gd name="connsiteY9-14652" fmla="*/ 4390 h 10000"/>
              <a:gd name="connsiteX10-14653" fmla="*/ 2356 w 10000"/>
              <a:gd name="connsiteY10-14654" fmla="*/ 4390 h 10000"/>
              <a:gd name="connsiteX11-14655" fmla="*/ 2521 w 10000"/>
              <a:gd name="connsiteY11-14656" fmla="*/ 4390 h 10000"/>
              <a:gd name="connsiteX12-14657" fmla="*/ 2702 w 10000"/>
              <a:gd name="connsiteY12-14658" fmla="*/ 4390 h 10000"/>
              <a:gd name="connsiteX13-14659" fmla="*/ 2883 w 10000"/>
              <a:gd name="connsiteY13-14660" fmla="*/ 3886 h 10000"/>
              <a:gd name="connsiteX14-14661" fmla="*/ 3048 w 10000"/>
              <a:gd name="connsiteY14-14662" fmla="*/ 3886 h 10000"/>
              <a:gd name="connsiteX15-14663" fmla="*/ 3311 w 10000"/>
              <a:gd name="connsiteY15-14664" fmla="*/ 3886 h 10000"/>
              <a:gd name="connsiteX16-14665" fmla="*/ 3575 w 10000"/>
              <a:gd name="connsiteY16-14666" fmla="*/ 3886 h 10000"/>
              <a:gd name="connsiteX17-14667" fmla="*/ 3921 w 10000"/>
              <a:gd name="connsiteY17-14668" fmla="*/ 3477 h 10000"/>
              <a:gd name="connsiteX18-14669" fmla="*/ 4267 w 10000"/>
              <a:gd name="connsiteY18-14670" fmla="*/ 3477 h 10000"/>
              <a:gd name="connsiteX19-14671" fmla="*/ 4613 w 10000"/>
              <a:gd name="connsiteY19-14672" fmla="*/ 3477 h 10000"/>
              <a:gd name="connsiteX20-14673" fmla="*/ 4959 w 10000"/>
              <a:gd name="connsiteY20-14674" fmla="*/ 3061 h 10000"/>
              <a:gd name="connsiteX21-14675" fmla="*/ 5387 w 10000"/>
              <a:gd name="connsiteY21-14676" fmla="*/ 2652 h 10000"/>
              <a:gd name="connsiteX22-14677" fmla="*/ 5832 w 10000"/>
              <a:gd name="connsiteY22-14678" fmla="*/ 2652 h 10000"/>
              <a:gd name="connsiteX23-14679" fmla="*/ 6343 w 10000"/>
              <a:gd name="connsiteY23-14680" fmla="*/ 2145 h 10000"/>
              <a:gd name="connsiteX24-14681" fmla="*/ 6787 w 10000"/>
              <a:gd name="connsiteY24-14682" fmla="*/ 2145 h 10000"/>
              <a:gd name="connsiteX25-14683" fmla="*/ 7298 w 10000"/>
              <a:gd name="connsiteY25-14684" fmla="*/ 1743 h 10000"/>
              <a:gd name="connsiteX26-14685" fmla="*/ 7743 w 10000"/>
              <a:gd name="connsiteY26-14686" fmla="*/ 1323 h 10000"/>
              <a:gd name="connsiteX27-14687" fmla="*/ 8171 w 10000"/>
              <a:gd name="connsiteY27-14688" fmla="*/ 1323 h 10000"/>
              <a:gd name="connsiteX28-14689" fmla="*/ 8435 w 10000"/>
              <a:gd name="connsiteY28-14690" fmla="*/ 830 h 10000"/>
              <a:gd name="connsiteX29-14691" fmla="*/ 8699 w 10000"/>
              <a:gd name="connsiteY29-14692" fmla="*/ 830 h 10000"/>
              <a:gd name="connsiteX30-14693" fmla="*/ 8962 w 10000"/>
              <a:gd name="connsiteY30-14694" fmla="*/ 830 h 10000"/>
              <a:gd name="connsiteX31-14695" fmla="*/ 9127 w 10000"/>
              <a:gd name="connsiteY31-14696" fmla="*/ 830 h 10000"/>
              <a:gd name="connsiteX32-14697" fmla="*/ 9226 w 10000"/>
              <a:gd name="connsiteY32-14698" fmla="*/ 410 h 10000"/>
              <a:gd name="connsiteX33-14699" fmla="*/ 9390 w 10000"/>
              <a:gd name="connsiteY33-14700" fmla="*/ 830 h 10000"/>
              <a:gd name="connsiteX34-14701" fmla="*/ 9473 w 10000"/>
              <a:gd name="connsiteY34-14702" fmla="*/ 830 h 10000"/>
              <a:gd name="connsiteX35-14703" fmla="*/ 9654 w 10000"/>
              <a:gd name="connsiteY35-14704" fmla="*/ 1323 h 10000"/>
              <a:gd name="connsiteX36-14705" fmla="*/ 9736 w 10000"/>
              <a:gd name="connsiteY36-14706" fmla="*/ 1323 h 10000"/>
              <a:gd name="connsiteX37-14707" fmla="*/ 9918 w 10000"/>
              <a:gd name="connsiteY37-14708" fmla="*/ 2145 h 10000"/>
              <a:gd name="connsiteX38-14709" fmla="*/ 10000 w 10000"/>
              <a:gd name="connsiteY38-14710" fmla="*/ 2652 h 10000"/>
              <a:gd name="connsiteX39-14711" fmla="*/ 10000 w 10000"/>
              <a:gd name="connsiteY39-14712" fmla="*/ 3061 h 10000"/>
              <a:gd name="connsiteX40-14713" fmla="*/ 10000 w 10000"/>
              <a:gd name="connsiteY40-14714" fmla="*/ 3477 h 10000"/>
              <a:gd name="connsiteX41-14715" fmla="*/ 10000 w 10000"/>
              <a:gd name="connsiteY41-14716" fmla="*/ 3477 h 10000"/>
              <a:gd name="connsiteX42-14717" fmla="*/ 10000 w 10000"/>
              <a:gd name="connsiteY42-14718" fmla="*/ 3886 h 10000"/>
              <a:gd name="connsiteX43-14719" fmla="*/ 9918 w 10000"/>
              <a:gd name="connsiteY43-14720" fmla="*/ 3886 h 10000"/>
              <a:gd name="connsiteX44-14721" fmla="*/ 9819 w 10000"/>
              <a:gd name="connsiteY44-14722" fmla="*/ 3886 h 10000"/>
              <a:gd name="connsiteX45-14723" fmla="*/ 9736 w 10000"/>
              <a:gd name="connsiteY45-14724" fmla="*/ 4390 h 10000"/>
              <a:gd name="connsiteX46-14725" fmla="*/ 9572 w 10000"/>
              <a:gd name="connsiteY46-14726" fmla="*/ 4390 h 10000"/>
              <a:gd name="connsiteX47-14727" fmla="*/ 9390 w 10000"/>
              <a:gd name="connsiteY47-14728" fmla="*/ 4390 h 10000"/>
              <a:gd name="connsiteX48-14729" fmla="*/ 9127 w 10000"/>
              <a:gd name="connsiteY48-14730" fmla="*/ 4390 h 10000"/>
              <a:gd name="connsiteX49-14731" fmla="*/ 8863 w 10000"/>
              <a:gd name="connsiteY49-14732" fmla="*/ 4390 h 10000"/>
              <a:gd name="connsiteX50-14733" fmla="*/ 8616 w 10000"/>
              <a:gd name="connsiteY50-14734" fmla="*/ 4390 h 10000"/>
              <a:gd name="connsiteX51-14735" fmla="*/ 8353 w 10000"/>
              <a:gd name="connsiteY51-14736" fmla="*/ 4390 h 10000"/>
              <a:gd name="connsiteX52-14737" fmla="*/ 8007 w 10000"/>
              <a:gd name="connsiteY52-14738" fmla="*/ 4390 h 10000"/>
              <a:gd name="connsiteX53-14739" fmla="*/ 7661 w 10000"/>
              <a:gd name="connsiteY53-14740" fmla="*/ 4390 h 10000"/>
              <a:gd name="connsiteX54-14741" fmla="*/ 7298 w 10000"/>
              <a:gd name="connsiteY54-14742" fmla="*/ 4792 h 10000"/>
              <a:gd name="connsiteX55-14743" fmla="*/ 6870 w 10000"/>
              <a:gd name="connsiteY55-14744" fmla="*/ 4792 h 10000"/>
              <a:gd name="connsiteX56-14745" fmla="*/ 6442 w 10000"/>
              <a:gd name="connsiteY56-14746" fmla="*/ 4792 h 10000"/>
              <a:gd name="connsiteX57-14747" fmla="*/ 5651 w 10000"/>
              <a:gd name="connsiteY57-14748" fmla="*/ 5201 h 10000"/>
              <a:gd name="connsiteX58-14749" fmla="*/ 4876 w 10000"/>
              <a:gd name="connsiteY58-14750" fmla="*/ 5695 h 10000"/>
              <a:gd name="connsiteX59-14751" fmla="*/ 4185 w 10000"/>
              <a:gd name="connsiteY59-14752" fmla="*/ 6122 h 10000"/>
              <a:gd name="connsiteX60-14753" fmla="*/ 3476 w 10000"/>
              <a:gd name="connsiteY60-14754" fmla="*/ 6534 h 10000"/>
              <a:gd name="connsiteX61-14755" fmla="*/ 3130 w 10000"/>
              <a:gd name="connsiteY61-14756" fmla="*/ 6534 h 10000"/>
              <a:gd name="connsiteX62-14757" fmla="*/ 2883 w 10000"/>
              <a:gd name="connsiteY62-14758" fmla="*/ 6938 h 10000"/>
              <a:gd name="connsiteX63-14759" fmla="*/ 2521 w 10000"/>
              <a:gd name="connsiteY63-14760" fmla="*/ 7444 h 10000"/>
              <a:gd name="connsiteX64-14761" fmla="*/ 2273 w 10000"/>
              <a:gd name="connsiteY64-14762" fmla="*/ 7444 h 10000"/>
              <a:gd name="connsiteX65-14763" fmla="*/ 2092 w 10000"/>
              <a:gd name="connsiteY65-14764" fmla="*/ 7847 h 10000"/>
              <a:gd name="connsiteX66-14765" fmla="*/ 1829 w 10000"/>
              <a:gd name="connsiteY66-14766" fmla="*/ 7847 h 10000"/>
              <a:gd name="connsiteX67-14767" fmla="*/ 1664 w 10000"/>
              <a:gd name="connsiteY67-14768" fmla="*/ 8264 h 10000"/>
              <a:gd name="connsiteX68-14769" fmla="*/ 1400 w 10000"/>
              <a:gd name="connsiteY68-14770" fmla="*/ 8759 h 10000"/>
              <a:gd name="connsiteX69-14771" fmla="*/ 1219 w 10000"/>
              <a:gd name="connsiteY69-14772" fmla="*/ 8759 h 10000"/>
              <a:gd name="connsiteX70-14773" fmla="*/ 1137 w 10000"/>
              <a:gd name="connsiteY70-14774" fmla="*/ 9168 h 10000"/>
              <a:gd name="connsiteX71-14775" fmla="*/ 956 w 10000"/>
              <a:gd name="connsiteY71-14776" fmla="*/ 9168 h 10000"/>
              <a:gd name="connsiteX72-14777" fmla="*/ 873 w 10000"/>
              <a:gd name="connsiteY72-14778" fmla="*/ 9591 h 10000"/>
              <a:gd name="connsiteX73-14779" fmla="*/ 791 w 10000"/>
              <a:gd name="connsiteY73-14780" fmla="*/ 9591 h 10000"/>
              <a:gd name="connsiteX74-14781" fmla="*/ 708 w 10000"/>
              <a:gd name="connsiteY74-14782" fmla="*/ 9591 h 10000"/>
              <a:gd name="connsiteX75-14783" fmla="*/ 527 w 10000"/>
              <a:gd name="connsiteY75-14784" fmla="*/ 10000 h 10000"/>
              <a:gd name="connsiteX76-14785" fmla="*/ 445 w 10000"/>
              <a:gd name="connsiteY76-14786" fmla="*/ 9591 h 10000"/>
              <a:gd name="connsiteX77-14787" fmla="*/ 362 w 10000"/>
              <a:gd name="connsiteY77-14788" fmla="*/ 9591 h 10000"/>
              <a:gd name="connsiteX78-14789" fmla="*/ 264 w 10000"/>
              <a:gd name="connsiteY78-14790" fmla="*/ 9168 h 10000"/>
              <a:gd name="connsiteX79-14791" fmla="*/ 181 w 10000"/>
              <a:gd name="connsiteY79-14792" fmla="*/ 8264 h 10000"/>
              <a:gd name="connsiteX80-14793" fmla="*/ 99 w 10000"/>
              <a:gd name="connsiteY80-14794" fmla="*/ 7444 h 10000"/>
              <a:gd name="connsiteX81-14795" fmla="*/ 0 w 10000"/>
              <a:gd name="connsiteY81-14796" fmla="*/ 6938 h 10000"/>
              <a:gd name="connsiteX82-14797" fmla="*/ 0 w 10000"/>
              <a:gd name="connsiteY82-14798" fmla="*/ 6534 h 10000"/>
              <a:gd name="connsiteX83-14799" fmla="*/ 0 w 10000"/>
              <a:gd name="connsiteY83-14800" fmla="*/ 6122 h 10000"/>
              <a:gd name="connsiteX84-14801" fmla="*/ 0 w 10000"/>
              <a:gd name="connsiteY84-14802" fmla="*/ 6122 h 10000"/>
              <a:gd name="connsiteX85-14803" fmla="*/ 99 w 10000"/>
              <a:gd name="connsiteY85-14804" fmla="*/ 5695 h 10000"/>
              <a:gd name="connsiteX86-14805" fmla="*/ 181 w 10000"/>
              <a:gd name="connsiteY86-14806" fmla="*/ 5201 h 10000"/>
              <a:gd name="connsiteX87-14807" fmla="*/ 362 w 10000"/>
              <a:gd name="connsiteY87-14808" fmla="*/ 4792 h 10000"/>
              <a:gd name="connsiteX88-14809" fmla="*/ 527 w 10000"/>
              <a:gd name="connsiteY88-14810" fmla="*/ 4390 h 10000"/>
              <a:gd name="connsiteX89-14811" fmla="*/ 610 w 10000"/>
              <a:gd name="connsiteY89-14812" fmla="*/ 3886 h 10000"/>
              <a:gd name="connsiteX90-14813" fmla="*/ 708 w 10000"/>
              <a:gd name="connsiteY90-14814" fmla="*/ 3477 h 10000"/>
              <a:gd name="connsiteX91-14815" fmla="*/ 873 w 10000"/>
              <a:gd name="connsiteY91-14816" fmla="*/ 3061 h 10000"/>
              <a:gd name="connsiteX92-14817" fmla="*/ 1054 w 10000"/>
              <a:gd name="connsiteY92-14818" fmla="*/ 2145 h 10000"/>
              <a:gd name="connsiteX93-14819" fmla="*/ 1137 w 10000"/>
              <a:gd name="connsiteY93-14820" fmla="*/ 1743 h 10000"/>
              <a:gd name="connsiteX0-14821" fmla="*/ 1483 w 10000"/>
              <a:gd name="connsiteY0-14822" fmla="*/ 0 h 10000"/>
              <a:gd name="connsiteX1-14823" fmla="*/ 1829 w 10000"/>
              <a:gd name="connsiteY1-14824" fmla="*/ 3477 h 10000"/>
              <a:gd name="connsiteX2-14825" fmla="*/ 1746 w 10000"/>
              <a:gd name="connsiteY2-14826" fmla="*/ 3886 h 10000"/>
              <a:gd name="connsiteX3-14827" fmla="*/ 1746 w 10000"/>
              <a:gd name="connsiteY3-14828" fmla="*/ 4390 h 10000"/>
              <a:gd name="connsiteX4-14829" fmla="*/ 1746 w 10000"/>
              <a:gd name="connsiteY4-14830" fmla="*/ 4390 h 10000"/>
              <a:gd name="connsiteX5-14831" fmla="*/ 1829 w 10000"/>
              <a:gd name="connsiteY5-14832" fmla="*/ 4390 h 10000"/>
              <a:gd name="connsiteX6-14833" fmla="*/ 1911 w 10000"/>
              <a:gd name="connsiteY6-14834" fmla="*/ 4792 h 10000"/>
              <a:gd name="connsiteX7-14835" fmla="*/ 2010 w 10000"/>
              <a:gd name="connsiteY7-14836" fmla="*/ 4792 h 10000"/>
              <a:gd name="connsiteX8-14837" fmla="*/ 2175 w 10000"/>
              <a:gd name="connsiteY8-14838" fmla="*/ 4792 h 10000"/>
              <a:gd name="connsiteX9-14839" fmla="*/ 2273 w 10000"/>
              <a:gd name="connsiteY9-14840" fmla="*/ 4390 h 10000"/>
              <a:gd name="connsiteX10-14841" fmla="*/ 2356 w 10000"/>
              <a:gd name="connsiteY10-14842" fmla="*/ 4390 h 10000"/>
              <a:gd name="connsiteX11-14843" fmla="*/ 2521 w 10000"/>
              <a:gd name="connsiteY11-14844" fmla="*/ 4390 h 10000"/>
              <a:gd name="connsiteX12-14845" fmla="*/ 2702 w 10000"/>
              <a:gd name="connsiteY12-14846" fmla="*/ 4390 h 10000"/>
              <a:gd name="connsiteX13-14847" fmla="*/ 2883 w 10000"/>
              <a:gd name="connsiteY13-14848" fmla="*/ 3886 h 10000"/>
              <a:gd name="connsiteX14-14849" fmla="*/ 3048 w 10000"/>
              <a:gd name="connsiteY14-14850" fmla="*/ 3886 h 10000"/>
              <a:gd name="connsiteX15-14851" fmla="*/ 3311 w 10000"/>
              <a:gd name="connsiteY15-14852" fmla="*/ 3886 h 10000"/>
              <a:gd name="connsiteX16-14853" fmla="*/ 3575 w 10000"/>
              <a:gd name="connsiteY16-14854" fmla="*/ 3886 h 10000"/>
              <a:gd name="connsiteX17-14855" fmla="*/ 3921 w 10000"/>
              <a:gd name="connsiteY17-14856" fmla="*/ 3477 h 10000"/>
              <a:gd name="connsiteX18-14857" fmla="*/ 4267 w 10000"/>
              <a:gd name="connsiteY18-14858" fmla="*/ 3477 h 10000"/>
              <a:gd name="connsiteX19-14859" fmla="*/ 4613 w 10000"/>
              <a:gd name="connsiteY19-14860" fmla="*/ 3477 h 10000"/>
              <a:gd name="connsiteX20-14861" fmla="*/ 4959 w 10000"/>
              <a:gd name="connsiteY20-14862" fmla="*/ 3061 h 10000"/>
              <a:gd name="connsiteX21-14863" fmla="*/ 5387 w 10000"/>
              <a:gd name="connsiteY21-14864" fmla="*/ 2652 h 10000"/>
              <a:gd name="connsiteX22-14865" fmla="*/ 5832 w 10000"/>
              <a:gd name="connsiteY22-14866" fmla="*/ 2652 h 10000"/>
              <a:gd name="connsiteX23-14867" fmla="*/ 6343 w 10000"/>
              <a:gd name="connsiteY23-14868" fmla="*/ 2145 h 10000"/>
              <a:gd name="connsiteX24-14869" fmla="*/ 6787 w 10000"/>
              <a:gd name="connsiteY24-14870" fmla="*/ 2145 h 10000"/>
              <a:gd name="connsiteX25-14871" fmla="*/ 7298 w 10000"/>
              <a:gd name="connsiteY25-14872" fmla="*/ 1743 h 10000"/>
              <a:gd name="connsiteX26-14873" fmla="*/ 7743 w 10000"/>
              <a:gd name="connsiteY26-14874" fmla="*/ 1323 h 10000"/>
              <a:gd name="connsiteX27-14875" fmla="*/ 8171 w 10000"/>
              <a:gd name="connsiteY27-14876" fmla="*/ 1323 h 10000"/>
              <a:gd name="connsiteX28-14877" fmla="*/ 8435 w 10000"/>
              <a:gd name="connsiteY28-14878" fmla="*/ 830 h 10000"/>
              <a:gd name="connsiteX29-14879" fmla="*/ 8699 w 10000"/>
              <a:gd name="connsiteY29-14880" fmla="*/ 830 h 10000"/>
              <a:gd name="connsiteX30-14881" fmla="*/ 8962 w 10000"/>
              <a:gd name="connsiteY30-14882" fmla="*/ 830 h 10000"/>
              <a:gd name="connsiteX31-14883" fmla="*/ 9127 w 10000"/>
              <a:gd name="connsiteY31-14884" fmla="*/ 830 h 10000"/>
              <a:gd name="connsiteX32-14885" fmla="*/ 9226 w 10000"/>
              <a:gd name="connsiteY32-14886" fmla="*/ 410 h 10000"/>
              <a:gd name="connsiteX33-14887" fmla="*/ 9390 w 10000"/>
              <a:gd name="connsiteY33-14888" fmla="*/ 830 h 10000"/>
              <a:gd name="connsiteX34-14889" fmla="*/ 9473 w 10000"/>
              <a:gd name="connsiteY34-14890" fmla="*/ 830 h 10000"/>
              <a:gd name="connsiteX35-14891" fmla="*/ 9654 w 10000"/>
              <a:gd name="connsiteY35-14892" fmla="*/ 1323 h 10000"/>
              <a:gd name="connsiteX36-14893" fmla="*/ 9736 w 10000"/>
              <a:gd name="connsiteY36-14894" fmla="*/ 1323 h 10000"/>
              <a:gd name="connsiteX37-14895" fmla="*/ 9918 w 10000"/>
              <a:gd name="connsiteY37-14896" fmla="*/ 2145 h 10000"/>
              <a:gd name="connsiteX38-14897" fmla="*/ 10000 w 10000"/>
              <a:gd name="connsiteY38-14898" fmla="*/ 2652 h 10000"/>
              <a:gd name="connsiteX39-14899" fmla="*/ 10000 w 10000"/>
              <a:gd name="connsiteY39-14900" fmla="*/ 3061 h 10000"/>
              <a:gd name="connsiteX40-14901" fmla="*/ 10000 w 10000"/>
              <a:gd name="connsiteY40-14902" fmla="*/ 3477 h 10000"/>
              <a:gd name="connsiteX41-14903" fmla="*/ 10000 w 10000"/>
              <a:gd name="connsiteY41-14904" fmla="*/ 3477 h 10000"/>
              <a:gd name="connsiteX42-14905" fmla="*/ 10000 w 10000"/>
              <a:gd name="connsiteY42-14906" fmla="*/ 3886 h 10000"/>
              <a:gd name="connsiteX43-14907" fmla="*/ 9918 w 10000"/>
              <a:gd name="connsiteY43-14908" fmla="*/ 3886 h 10000"/>
              <a:gd name="connsiteX44-14909" fmla="*/ 9819 w 10000"/>
              <a:gd name="connsiteY44-14910" fmla="*/ 3886 h 10000"/>
              <a:gd name="connsiteX45-14911" fmla="*/ 9736 w 10000"/>
              <a:gd name="connsiteY45-14912" fmla="*/ 4390 h 10000"/>
              <a:gd name="connsiteX46-14913" fmla="*/ 9572 w 10000"/>
              <a:gd name="connsiteY46-14914" fmla="*/ 4390 h 10000"/>
              <a:gd name="connsiteX47-14915" fmla="*/ 9390 w 10000"/>
              <a:gd name="connsiteY47-14916" fmla="*/ 4390 h 10000"/>
              <a:gd name="connsiteX48-14917" fmla="*/ 9127 w 10000"/>
              <a:gd name="connsiteY48-14918" fmla="*/ 4390 h 10000"/>
              <a:gd name="connsiteX49-14919" fmla="*/ 8863 w 10000"/>
              <a:gd name="connsiteY49-14920" fmla="*/ 4390 h 10000"/>
              <a:gd name="connsiteX50-14921" fmla="*/ 8616 w 10000"/>
              <a:gd name="connsiteY50-14922" fmla="*/ 4390 h 10000"/>
              <a:gd name="connsiteX51-14923" fmla="*/ 8353 w 10000"/>
              <a:gd name="connsiteY51-14924" fmla="*/ 4390 h 10000"/>
              <a:gd name="connsiteX52-14925" fmla="*/ 8007 w 10000"/>
              <a:gd name="connsiteY52-14926" fmla="*/ 4390 h 10000"/>
              <a:gd name="connsiteX53-14927" fmla="*/ 7661 w 10000"/>
              <a:gd name="connsiteY53-14928" fmla="*/ 4390 h 10000"/>
              <a:gd name="connsiteX54-14929" fmla="*/ 7298 w 10000"/>
              <a:gd name="connsiteY54-14930" fmla="*/ 4792 h 10000"/>
              <a:gd name="connsiteX55-14931" fmla="*/ 6870 w 10000"/>
              <a:gd name="connsiteY55-14932" fmla="*/ 4792 h 10000"/>
              <a:gd name="connsiteX56-14933" fmla="*/ 6442 w 10000"/>
              <a:gd name="connsiteY56-14934" fmla="*/ 4792 h 10000"/>
              <a:gd name="connsiteX57-14935" fmla="*/ 5651 w 10000"/>
              <a:gd name="connsiteY57-14936" fmla="*/ 5201 h 10000"/>
              <a:gd name="connsiteX58-14937" fmla="*/ 4876 w 10000"/>
              <a:gd name="connsiteY58-14938" fmla="*/ 5695 h 10000"/>
              <a:gd name="connsiteX59-14939" fmla="*/ 4185 w 10000"/>
              <a:gd name="connsiteY59-14940" fmla="*/ 6122 h 10000"/>
              <a:gd name="connsiteX60-14941" fmla="*/ 3476 w 10000"/>
              <a:gd name="connsiteY60-14942" fmla="*/ 6534 h 10000"/>
              <a:gd name="connsiteX61-14943" fmla="*/ 3130 w 10000"/>
              <a:gd name="connsiteY61-14944" fmla="*/ 6534 h 10000"/>
              <a:gd name="connsiteX62-14945" fmla="*/ 2883 w 10000"/>
              <a:gd name="connsiteY62-14946" fmla="*/ 6938 h 10000"/>
              <a:gd name="connsiteX63-14947" fmla="*/ 2521 w 10000"/>
              <a:gd name="connsiteY63-14948" fmla="*/ 7444 h 10000"/>
              <a:gd name="connsiteX64-14949" fmla="*/ 2273 w 10000"/>
              <a:gd name="connsiteY64-14950" fmla="*/ 7444 h 10000"/>
              <a:gd name="connsiteX65-14951" fmla="*/ 2092 w 10000"/>
              <a:gd name="connsiteY65-14952" fmla="*/ 7847 h 10000"/>
              <a:gd name="connsiteX66-14953" fmla="*/ 1829 w 10000"/>
              <a:gd name="connsiteY66-14954" fmla="*/ 7847 h 10000"/>
              <a:gd name="connsiteX67-14955" fmla="*/ 1664 w 10000"/>
              <a:gd name="connsiteY67-14956" fmla="*/ 8264 h 10000"/>
              <a:gd name="connsiteX68-14957" fmla="*/ 1400 w 10000"/>
              <a:gd name="connsiteY68-14958" fmla="*/ 8759 h 10000"/>
              <a:gd name="connsiteX69-14959" fmla="*/ 1219 w 10000"/>
              <a:gd name="connsiteY69-14960" fmla="*/ 8759 h 10000"/>
              <a:gd name="connsiteX70-14961" fmla="*/ 1137 w 10000"/>
              <a:gd name="connsiteY70-14962" fmla="*/ 9168 h 10000"/>
              <a:gd name="connsiteX71-14963" fmla="*/ 956 w 10000"/>
              <a:gd name="connsiteY71-14964" fmla="*/ 9168 h 10000"/>
              <a:gd name="connsiteX72-14965" fmla="*/ 873 w 10000"/>
              <a:gd name="connsiteY72-14966" fmla="*/ 9591 h 10000"/>
              <a:gd name="connsiteX73-14967" fmla="*/ 791 w 10000"/>
              <a:gd name="connsiteY73-14968" fmla="*/ 9591 h 10000"/>
              <a:gd name="connsiteX74-14969" fmla="*/ 708 w 10000"/>
              <a:gd name="connsiteY74-14970" fmla="*/ 9591 h 10000"/>
              <a:gd name="connsiteX75-14971" fmla="*/ 527 w 10000"/>
              <a:gd name="connsiteY75-14972" fmla="*/ 10000 h 10000"/>
              <a:gd name="connsiteX76-14973" fmla="*/ 445 w 10000"/>
              <a:gd name="connsiteY76-14974" fmla="*/ 9591 h 10000"/>
              <a:gd name="connsiteX77-14975" fmla="*/ 362 w 10000"/>
              <a:gd name="connsiteY77-14976" fmla="*/ 9591 h 10000"/>
              <a:gd name="connsiteX78-14977" fmla="*/ 264 w 10000"/>
              <a:gd name="connsiteY78-14978" fmla="*/ 9168 h 10000"/>
              <a:gd name="connsiteX79-14979" fmla="*/ 181 w 10000"/>
              <a:gd name="connsiteY79-14980" fmla="*/ 8264 h 10000"/>
              <a:gd name="connsiteX80-14981" fmla="*/ 99 w 10000"/>
              <a:gd name="connsiteY80-14982" fmla="*/ 7444 h 10000"/>
              <a:gd name="connsiteX81-14983" fmla="*/ 0 w 10000"/>
              <a:gd name="connsiteY81-14984" fmla="*/ 6938 h 10000"/>
              <a:gd name="connsiteX82-14985" fmla="*/ 0 w 10000"/>
              <a:gd name="connsiteY82-14986" fmla="*/ 6534 h 10000"/>
              <a:gd name="connsiteX83-14987" fmla="*/ 0 w 10000"/>
              <a:gd name="connsiteY83-14988" fmla="*/ 6122 h 10000"/>
              <a:gd name="connsiteX84-14989" fmla="*/ 0 w 10000"/>
              <a:gd name="connsiteY84-14990" fmla="*/ 6122 h 10000"/>
              <a:gd name="connsiteX85-14991" fmla="*/ 99 w 10000"/>
              <a:gd name="connsiteY85-14992" fmla="*/ 5695 h 10000"/>
              <a:gd name="connsiteX86-14993" fmla="*/ 362 w 10000"/>
              <a:gd name="connsiteY86-14994" fmla="*/ 4792 h 10000"/>
              <a:gd name="connsiteX87-14995" fmla="*/ 527 w 10000"/>
              <a:gd name="connsiteY87-14996" fmla="*/ 4390 h 10000"/>
              <a:gd name="connsiteX88-14997" fmla="*/ 610 w 10000"/>
              <a:gd name="connsiteY88-14998" fmla="*/ 3886 h 10000"/>
              <a:gd name="connsiteX89-14999" fmla="*/ 708 w 10000"/>
              <a:gd name="connsiteY89-15000" fmla="*/ 3477 h 10000"/>
              <a:gd name="connsiteX90-15001" fmla="*/ 873 w 10000"/>
              <a:gd name="connsiteY90-15002" fmla="*/ 3061 h 10000"/>
              <a:gd name="connsiteX91-15003" fmla="*/ 1054 w 10000"/>
              <a:gd name="connsiteY91-15004" fmla="*/ 2145 h 10000"/>
              <a:gd name="connsiteX92-15005" fmla="*/ 1137 w 10000"/>
              <a:gd name="connsiteY92-15006" fmla="*/ 1743 h 10000"/>
              <a:gd name="connsiteX0-15007" fmla="*/ 1483 w 10000"/>
              <a:gd name="connsiteY0-15008" fmla="*/ 0 h 10000"/>
              <a:gd name="connsiteX1-15009" fmla="*/ 1829 w 10000"/>
              <a:gd name="connsiteY1-15010" fmla="*/ 3477 h 10000"/>
              <a:gd name="connsiteX2-15011" fmla="*/ 1746 w 10000"/>
              <a:gd name="connsiteY2-15012" fmla="*/ 3886 h 10000"/>
              <a:gd name="connsiteX3-15013" fmla="*/ 1746 w 10000"/>
              <a:gd name="connsiteY3-15014" fmla="*/ 4390 h 10000"/>
              <a:gd name="connsiteX4-15015" fmla="*/ 1746 w 10000"/>
              <a:gd name="connsiteY4-15016" fmla="*/ 4390 h 10000"/>
              <a:gd name="connsiteX5-15017" fmla="*/ 1829 w 10000"/>
              <a:gd name="connsiteY5-15018" fmla="*/ 4390 h 10000"/>
              <a:gd name="connsiteX6-15019" fmla="*/ 1911 w 10000"/>
              <a:gd name="connsiteY6-15020" fmla="*/ 4792 h 10000"/>
              <a:gd name="connsiteX7-15021" fmla="*/ 2010 w 10000"/>
              <a:gd name="connsiteY7-15022" fmla="*/ 4792 h 10000"/>
              <a:gd name="connsiteX8-15023" fmla="*/ 2175 w 10000"/>
              <a:gd name="connsiteY8-15024" fmla="*/ 4792 h 10000"/>
              <a:gd name="connsiteX9-15025" fmla="*/ 2273 w 10000"/>
              <a:gd name="connsiteY9-15026" fmla="*/ 4390 h 10000"/>
              <a:gd name="connsiteX10-15027" fmla="*/ 2356 w 10000"/>
              <a:gd name="connsiteY10-15028" fmla="*/ 4390 h 10000"/>
              <a:gd name="connsiteX11-15029" fmla="*/ 2521 w 10000"/>
              <a:gd name="connsiteY11-15030" fmla="*/ 4390 h 10000"/>
              <a:gd name="connsiteX12-15031" fmla="*/ 2702 w 10000"/>
              <a:gd name="connsiteY12-15032" fmla="*/ 4390 h 10000"/>
              <a:gd name="connsiteX13-15033" fmla="*/ 2883 w 10000"/>
              <a:gd name="connsiteY13-15034" fmla="*/ 3886 h 10000"/>
              <a:gd name="connsiteX14-15035" fmla="*/ 3048 w 10000"/>
              <a:gd name="connsiteY14-15036" fmla="*/ 3886 h 10000"/>
              <a:gd name="connsiteX15-15037" fmla="*/ 3311 w 10000"/>
              <a:gd name="connsiteY15-15038" fmla="*/ 3886 h 10000"/>
              <a:gd name="connsiteX16-15039" fmla="*/ 3575 w 10000"/>
              <a:gd name="connsiteY16-15040" fmla="*/ 3886 h 10000"/>
              <a:gd name="connsiteX17-15041" fmla="*/ 3921 w 10000"/>
              <a:gd name="connsiteY17-15042" fmla="*/ 3477 h 10000"/>
              <a:gd name="connsiteX18-15043" fmla="*/ 4267 w 10000"/>
              <a:gd name="connsiteY18-15044" fmla="*/ 3477 h 10000"/>
              <a:gd name="connsiteX19-15045" fmla="*/ 4613 w 10000"/>
              <a:gd name="connsiteY19-15046" fmla="*/ 3477 h 10000"/>
              <a:gd name="connsiteX20-15047" fmla="*/ 4959 w 10000"/>
              <a:gd name="connsiteY20-15048" fmla="*/ 3061 h 10000"/>
              <a:gd name="connsiteX21-15049" fmla="*/ 5387 w 10000"/>
              <a:gd name="connsiteY21-15050" fmla="*/ 2652 h 10000"/>
              <a:gd name="connsiteX22-15051" fmla="*/ 5832 w 10000"/>
              <a:gd name="connsiteY22-15052" fmla="*/ 2652 h 10000"/>
              <a:gd name="connsiteX23-15053" fmla="*/ 6343 w 10000"/>
              <a:gd name="connsiteY23-15054" fmla="*/ 2145 h 10000"/>
              <a:gd name="connsiteX24-15055" fmla="*/ 6787 w 10000"/>
              <a:gd name="connsiteY24-15056" fmla="*/ 2145 h 10000"/>
              <a:gd name="connsiteX25-15057" fmla="*/ 7298 w 10000"/>
              <a:gd name="connsiteY25-15058" fmla="*/ 1743 h 10000"/>
              <a:gd name="connsiteX26-15059" fmla="*/ 7743 w 10000"/>
              <a:gd name="connsiteY26-15060" fmla="*/ 1323 h 10000"/>
              <a:gd name="connsiteX27-15061" fmla="*/ 8171 w 10000"/>
              <a:gd name="connsiteY27-15062" fmla="*/ 1323 h 10000"/>
              <a:gd name="connsiteX28-15063" fmla="*/ 8435 w 10000"/>
              <a:gd name="connsiteY28-15064" fmla="*/ 830 h 10000"/>
              <a:gd name="connsiteX29-15065" fmla="*/ 8699 w 10000"/>
              <a:gd name="connsiteY29-15066" fmla="*/ 830 h 10000"/>
              <a:gd name="connsiteX30-15067" fmla="*/ 8962 w 10000"/>
              <a:gd name="connsiteY30-15068" fmla="*/ 830 h 10000"/>
              <a:gd name="connsiteX31-15069" fmla="*/ 9127 w 10000"/>
              <a:gd name="connsiteY31-15070" fmla="*/ 830 h 10000"/>
              <a:gd name="connsiteX32-15071" fmla="*/ 9226 w 10000"/>
              <a:gd name="connsiteY32-15072" fmla="*/ 410 h 10000"/>
              <a:gd name="connsiteX33-15073" fmla="*/ 9390 w 10000"/>
              <a:gd name="connsiteY33-15074" fmla="*/ 830 h 10000"/>
              <a:gd name="connsiteX34-15075" fmla="*/ 9473 w 10000"/>
              <a:gd name="connsiteY34-15076" fmla="*/ 830 h 10000"/>
              <a:gd name="connsiteX35-15077" fmla="*/ 9654 w 10000"/>
              <a:gd name="connsiteY35-15078" fmla="*/ 1323 h 10000"/>
              <a:gd name="connsiteX36-15079" fmla="*/ 9736 w 10000"/>
              <a:gd name="connsiteY36-15080" fmla="*/ 1323 h 10000"/>
              <a:gd name="connsiteX37-15081" fmla="*/ 9918 w 10000"/>
              <a:gd name="connsiteY37-15082" fmla="*/ 2145 h 10000"/>
              <a:gd name="connsiteX38-15083" fmla="*/ 10000 w 10000"/>
              <a:gd name="connsiteY38-15084" fmla="*/ 2652 h 10000"/>
              <a:gd name="connsiteX39-15085" fmla="*/ 10000 w 10000"/>
              <a:gd name="connsiteY39-15086" fmla="*/ 3061 h 10000"/>
              <a:gd name="connsiteX40-15087" fmla="*/ 10000 w 10000"/>
              <a:gd name="connsiteY40-15088" fmla="*/ 3477 h 10000"/>
              <a:gd name="connsiteX41-15089" fmla="*/ 10000 w 10000"/>
              <a:gd name="connsiteY41-15090" fmla="*/ 3477 h 10000"/>
              <a:gd name="connsiteX42-15091" fmla="*/ 10000 w 10000"/>
              <a:gd name="connsiteY42-15092" fmla="*/ 3886 h 10000"/>
              <a:gd name="connsiteX43-15093" fmla="*/ 9918 w 10000"/>
              <a:gd name="connsiteY43-15094" fmla="*/ 3886 h 10000"/>
              <a:gd name="connsiteX44-15095" fmla="*/ 9819 w 10000"/>
              <a:gd name="connsiteY44-15096" fmla="*/ 3886 h 10000"/>
              <a:gd name="connsiteX45-15097" fmla="*/ 9736 w 10000"/>
              <a:gd name="connsiteY45-15098" fmla="*/ 4390 h 10000"/>
              <a:gd name="connsiteX46-15099" fmla="*/ 9572 w 10000"/>
              <a:gd name="connsiteY46-15100" fmla="*/ 4390 h 10000"/>
              <a:gd name="connsiteX47-15101" fmla="*/ 9390 w 10000"/>
              <a:gd name="connsiteY47-15102" fmla="*/ 4390 h 10000"/>
              <a:gd name="connsiteX48-15103" fmla="*/ 9127 w 10000"/>
              <a:gd name="connsiteY48-15104" fmla="*/ 4390 h 10000"/>
              <a:gd name="connsiteX49-15105" fmla="*/ 8863 w 10000"/>
              <a:gd name="connsiteY49-15106" fmla="*/ 4390 h 10000"/>
              <a:gd name="connsiteX50-15107" fmla="*/ 8616 w 10000"/>
              <a:gd name="connsiteY50-15108" fmla="*/ 4390 h 10000"/>
              <a:gd name="connsiteX51-15109" fmla="*/ 8353 w 10000"/>
              <a:gd name="connsiteY51-15110" fmla="*/ 4390 h 10000"/>
              <a:gd name="connsiteX52-15111" fmla="*/ 8007 w 10000"/>
              <a:gd name="connsiteY52-15112" fmla="*/ 4390 h 10000"/>
              <a:gd name="connsiteX53-15113" fmla="*/ 7661 w 10000"/>
              <a:gd name="connsiteY53-15114" fmla="*/ 4390 h 10000"/>
              <a:gd name="connsiteX54-15115" fmla="*/ 7298 w 10000"/>
              <a:gd name="connsiteY54-15116" fmla="*/ 4792 h 10000"/>
              <a:gd name="connsiteX55-15117" fmla="*/ 6870 w 10000"/>
              <a:gd name="connsiteY55-15118" fmla="*/ 4792 h 10000"/>
              <a:gd name="connsiteX56-15119" fmla="*/ 6442 w 10000"/>
              <a:gd name="connsiteY56-15120" fmla="*/ 4792 h 10000"/>
              <a:gd name="connsiteX57-15121" fmla="*/ 5651 w 10000"/>
              <a:gd name="connsiteY57-15122" fmla="*/ 5201 h 10000"/>
              <a:gd name="connsiteX58-15123" fmla="*/ 4876 w 10000"/>
              <a:gd name="connsiteY58-15124" fmla="*/ 5695 h 10000"/>
              <a:gd name="connsiteX59-15125" fmla="*/ 4185 w 10000"/>
              <a:gd name="connsiteY59-15126" fmla="*/ 6122 h 10000"/>
              <a:gd name="connsiteX60-15127" fmla="*/ 3476 w 10000"/>
              <a:gd name="connsiteY60-15128" fmla="*/ 6534 h 10000"/>
              <a:gd name="connsiteX61-15129" fmla="*/ 3130 w 10000"/>
              <a:gd name="connsiteY61-15130" fmla="*/ 6534 h 10000"/>
              <a:gd name="connsiteX62-15131" fmla="*/ 2883 w 10000"/>
              <a:gd name="connsiteY62-15132" fmla="*/ 6938 h 10000"/>
              <a:gd name="connsiteX63-15133" fmla="*/ 2521 w 10000"/>
              <a:gd name="connsiteY63-15134" fmla="*/ 7444 h 10000"/>
              <a:gd name="connsiteX64-15135" fmla="*/ 2273 w 10000"/>
              <a:gd name="connsiteY64-15136" fmla="*/ 7444 h 10000"/>
              <a:gd name="connsiteX65-15137" fmla="*/ 2092 w 10000"/>
              <a:gd name="connsiteY65-15138" fmla="*/ 7847 h 10000"/>
              <a:gd name="connsiteX66-15139" fmla="*/ 1829 w 10000"/>
              <a:gd name="connsiteY66-15140" fmla="*/ 7847 h 10000"/>
              <a:gd name="connsiteX67-15141" fmla="*/ 1664 w 10000"/>
              <a:gd name="connsiteY67-15142" fmla="*/ 8264 h 10000"/>
              <a:gd name="connsiteX68-15143" fmla="*/ 1400 w 10000"/>
              <a:gd name="connsiteY68-15144" fmla="*/ 8759 h 10000"/>
              <a:gd name="connsiteX69-15145" fmla="*/ 1219 w 10000"/>
              <a:gd name="connsiteY69-15146" fmla="*/ 8759 h 10000"/>
              <a:gd name="connsiteX70-15147" fmla="*/ 1137 w 10000"/>
              <a:gd name="connsiteY70-15148" fmla="*/ 9168 h 10000"/>
              <a:gd name="connsiteX71-15149" fmla="*/ 956 w 10000"/>
              <a:gd name="connsiteY71-15150" fmla="*/ 9168 h 10000"/>
              <a:gd name="connsiteX72-15151" fmla="*/ 873 w 10000"/>
              <a:gd name="connsiteY72-15152" fmla="*/ 9591 h 10000"/>
              <a:gd name="connsiteX73-15153" fmla="*/ 791 w 10000"/>
              <a:gd name="connsiteY73-15154" fmla="*/ 9591 h 10000"/>
              <a:gd name="connsiteX74-15155" fmla="*/ 708 w 10000"/>
              <a:gd name="connsiteY74-15156" fmla="*/ 9591 h 10000"/>
              <a:gd name="connsiteX75-15157" fmla="*/ 527 w 10000"/>
              <a:gd name="connsiteY75-15158" fmla="*/ 10000 h 10000"/>
              <a:gd name="connsiteX76-15159" fmla="*/ 445 w 10000"/>
              <a:gd name="connsiteY76-15160" fmla="*/ 9591 h 10000"/>
              <a:gd name="connsiteX77-15161" fmla="*/ 362 w 10000"/>
              <a:gd name="connsiteY77-15162" fmla="*/ 9591 h 10000"/>
              <a:gd name="connsiteX78-15163" fmla="*/ 264 w 10000"/>
              <a:gd name="connsiteY78-15164" fmla="*/ 9168 h 10000"/>
              <a:gd name="connsiteX79-15165" fmla="*/ 181 w 10000"/>
              <a:gd name="connsiteY79-15166" fmla="*/ 8264 h 10000"/>
              <a:gd name="connsiteX80-15167" fmla="*/ 99 w 10000"/>
              <a:gd name="connsiteY80-15168" fmla="*/ 7444 h 10000"/>
              <a:gd name="connsiteX81-15169" fmla="*/ 0 w 10000"/>
              <a:gd name="connsiteY81-15170" fmla="*/ 6938 h 10000"/>
              <a:gd name="connsiteX82-15171" fmla="*/ 0 w 10000"/>
              <a:gd name="connsiteY82-15172" fmla="*/ 6534 h 10000"/>
              <a:gd name="connsiteX83-15173" fmla="*/ 0 w 10000"/>
              <a:gd name="connsiteY83-15174" fmla="*/ 6122 h 10000"/>
              <a:gd name="connsiteX84-15175" fmla="*/ 0 w 10000"/>
              <a:gd name="connsiteY84-15176" fmla="*/ 6122 h 10000"/>
              <a:gd name="connsiteX85-15177" fmla="*/ 99 w 10000"/>
              <a:gd name="connsiteY85-15178" fmla="*/ 5695 h 10000"/>
              <a:gd name="connsiteX86-15179" fmla="*/ 362 w 10000"/>
              <a:gd name="connsiteY86-15180" fmla="*/ 4792 h 10000"/>
              <a:gd name="connsiteX87-15181" fmla="*/ 610 w 10000"/>
              <a:gd name="connsiteY87-15182" fmla="*/ 3886 h 10000"/>
              <a:gd name="connsiteX88-15183" fmla="*/ 708 w 10000"/>
              <a:gd name="connsiteY88-15184" fmla="*/ 3477 h 10000"/>
              <a:gd name="connsiteX89-15185" fmla="*/ 873 w 10000"/>
              <a:gd name="connsiteY89-15186" fmla="*/ 3061 h 10000"/>
              <a:gd name="connsiteX90-15187" fmla="*/ 1054 w 10000"/>
              <a:gd name="connsiteY90-15188" fmla="*/ 2145 h 10000"/>
              <a:gd name="connsiteX91-15189" fmla="*/ 1137 w 10000"/>
              <a:gd name="connsiteY91-15190" fmla="*/ 1743 h 10000"/>
              <a:gd name="connsiteX0-15191" fmla="*/ 1483 w 10000"/>
              <a:gd name="connsiteY0-15192" fmla="*/ 0 h 10000"/>
              <a:gd name="connsiteX1-15193" fmla="*/ 1829 w 10000"/>
              <a:gd name="connsiteY1-15194" fmla="*/ 3477 h 10000"/>
              <a:gd name="connsiteX2-15195" fmla="*/ 1746 w 10000"/>
              <a:gd name="connsiteY2-15196" fmla="*/ 3886 h 10000"/>
              <a:gd name="connsiteX3-15197" fmla="*/ 1746 w 10000"/>
              <a:gd name="connsiteY3-15198" fmla="*/ 4390 h 10000"/>
              <a:gd name="connsiteX4-15199" fmla="*/ 1746 w 10000"/>
              <a:gd name="connsiteY4-15200" fmla="*/ 4390 h 10000"/>
              <a:gd name="connsiteX5-15201" fmla="*/ 1829 w 10000"/>
              <a:gd name="connsiteY5-15202" fmla="*/ 4390 h 10000"/>
              <a:gd name="connsiteX6-15203" fmla="*/ 1911 w 10000"/>
              <a:gd name="connsiteY6-15204" fmla="*/ 4792 h 10000"/>
              <a:gd name="connsiteX7-15205" fmla="*/ 2010 w 10000"/>
              <a:gd name="connsiteY7-15206" fmla="*/ 4792 h 10000"/>
              <a:gd name="connsiteX8-15207" fmla="*/ 2175 w 10000"/>
              <a:gd name="connsiteY8-15208" fmla="*/ 4792 h 10000"/>
              <a:gd name="connsiteX9-15209" fmla="*/ 2273 w 10000"/>
              <a:gd name="connsiteY9-15210" fmla="*/ 4390 h 10000"/>
              <a:gd name="connsiteX10-15211" fmla="*/ 2356 w 10000"/>
              <a:gd name="connsiteY10-15212" fmla="*/ 4390 h 10000"/>
              <a:gd name="connsiteX11-15213" fmla="*/ 2521 w 10000"/>
              <a:gd name="connsiteY11-15214" fmla="*/ 4390 h 10000"/>
              <a:gd name="connsiteX12-15215" fmla="*/ 2702 w 10000"/>
              <a:gd name="connsiteY12-15216" fmla="*/ 4390 h 10000"/>
              <a:gd name="connsiteX13-15217" fmla="*/ 2883 w 10000"/>
              <a:gd name="connsiteY13-15218" fmla="*/ 3886 h 10000"/>
              <a:gd name="connsiteX14-15219" fmla="*/ 3048 w 10000"/>
              <a:gd name="connsiteY14-15220" fmla="*/ 3886 h 10000"/>
              <a:gd name="connsiteX15-15221" fmla="*/ 3311 w 10000"/>
              <a:gd name="connsiteY15-15222" fmla="*/ 3886 h 10000"/>
              <a:gd name="connsiteX16-15223" fmla="*/ 3575 w 10000"/>
              <a:gd name="connsiteY16-15224" fmla="*/ 3886 h 10000"/>
              <a:gd name="connsiteX17-15225" fmla="*/ 3921 w 10000"/>
              <a:gd name="connsiteY17-15226" fmla="*/ 3477 h 10000"/>
              <a:gd name="connsiteX18-15227" fmla="*/ 4267 w 10000"/>
              <a:gd name="connsiteY18-15228" fmla="*/ 3477 h 10000"/>
              <a:gd name="connsiteX19-15229" fmla="*/ 4613 w 10000"/>
              <a:gd name="connsiteY19-15230" fmla="*/ 3477 h 10000"/>
              <a:gd name="connsiteX20-15231" fmla="*/ 4959 w 10000"/>
              <a:gd name="connsiteY20-15232" fmla="*/ 3061 h 10000"/>
              <a:gd name="connsiteX21-15233" fmla="*/ 5387 w 10000"/>
              <a:gd name="connsiteY21-15234" fmla="*/ 2652 h 10000"/>
              <a:gd name="connsiteX22-15235" fmla="*/ 5832 w 10000"/>
              <a:gd name="connsiteY22-15236" fmla="*/ 2652 h 10000"/>
              <a:gd name="connsiteX23-15237" fmla="*/ 6343 w 10000"/>
              <a:gd name="connsiteY23-15238" fmla="*/ 2145 h 10000"/>
              <a:gd name="connsiteX24-15239" fmla="*/ 6787 w 10000"/>
              <a:gd name="connsiteY24-15240" fmla="*/ 2145 h 10000"/>
              <a:gd name="connsiteX25-15241" fmla="*/ 7298 w 10000"/>
              <a:gd name="connsiteY25-15242" fmla="*/ 1743 h 10000"/>
              <a:gd name="connsiteX26-15243" fmla="*/ 7743 w 10000"/>
              <a:gd name="connsiteY26-15244" fmla="*/ 1323 h 10000"/>
              <a:gd name="connsiteX27-15245" fmla="*/ 8171 w 10000"/>
              <a:gd name="connsiteY27-15246" fmla="*/ 1323 h 10000"/>
              <a:gd name="connsiteX28-15247" fmla="*/ 8435 w 10000"/>
              <a:gd name="connsiteY28-15248" fmla="*/ 830 h 10000"/>
              <a:gd name="connsiteX29-15249" fmla="*/ 8699 w 10000"/>
              <a:gd name="connsiteY29-15250" fmla="*/ 830 h 10000"/>
              <a:gd name="connsiteX30-15251" fmla="*/ 8962 w 10000"/>
              <a:gd name="connsiteY30-15252" fmla="*/ 830 h 10000"/>
              <a:gd name="connsiteX31-15253" fmla="*/ 9127 w 10000"/>
              <a:gd name="connsiteY31-15254" fmla="*/ 830 h 10000"/>
              <a:gd name="connsiteX32-15255" fmla="*/ 9226 w 10000"/>
              <a:gd name="connsiteY32-15256" fmla="*/ 410 h 10000"/>
              <a:gd name="connsiteX33-15257" fmla="*/ 9390 w 10000"/>
              <a:gd name="connsiteY33-15258" fmla="*/ 830 h 10000"/>
              <a:gd name="connsiteX34-15259" fmla="*/ 9473 w 10000"/>
              <a:gd name="connsiteY34-15260" fmla="*/ 830 h 10000"/>
              <a:gd name="connsiteX35-15261" fmla="*/ 9654 w 10000"/>
              <a:gd name="connsiteY35-15262" fmla="*/ 1323 h 10000"/>
              <a:gd name="connsiteX36-15263" fmla="*/ 9736 w 10000"/>
              <a:gd name="connsiteY36-15264" fmla="*/ 1323 h 10000"/>
              <a:gd name="connsiteX37-15265" fmla="*/ 9918 w 10000"/>
              <a:gd name="connsiteY37-15266" fmla="*/ 2145 h 10000"/>
              <a:gd name="connsiteX38-15267" fmla="*/ 10000 w 10000"/>
              <a:gd name="connsiteY38-15268" fmla="*/ 2652 h 10000"/>
              <a:gd name="connsiteX39-15269" fmla="*/ 10000 w 10000"/>
              <a:gd name="connsiteY39-15270" fmla="*/ 3061 h 10000"/>
              <a:gd name="connsiteX40-15271" fmla="*/ 10000 w 10000"/>
              <a:gd name="connsiteY40-15272" fmla="*/ 3477 h 10000"/>
              <a:gd name="connsiteX41-15273" fmla="*/ 10000 w 10000"/>
              <a:gd name="connsiteY41-15274" fmla="*/ 3477 h 10000"/>
              <a:gd name="connsiteX42-15275" fmla="*/ 10000 w 10000"/>
              <a:gd name="connsiteY42-15276" fmla="*/ 3886 h 10000"/>
              <a:gd name="connsiteX43-15277" fmla="*/ 9918 w 10000"/>
              <a:gd name="connsiteY43-15278" fmla="*/ 3886 h 10000"/>
              <a:gd name="connsiteX44-15279" fmla="*/ 9819 w 10000"/>
              <a:gd name="connsiteY44-15280" fmla="*/ 3886 h 10000"/>
              <a:gd name="connsiteX45-15281" fmla="*/ 9736 w 10000"/>
              <a:gd name="connsiteY45-15282" fmla="*/ 4390 h 10000"/>
              <a:gd name="connsiteX46-15283" fmla="*/ 9572 w 10000"/>
              <a:gd name="connsiteY46-15284" fmla="*/ 4390 h 10000"/>
              <a:gd name="connsiteX47-15285" fmla="*/ 9390 w 10000"/>
              <a:gd name="connsiteY47-15286" fmla="*/ 4390 h 10000"/>
              <a:gd name="connsiteX48-15287" fmla="*/ 9127 w 10000"/>
              <a:gd name="connsiteY48-15288" fmla="*/ 4390 h 10000"/>
              <a:gd name="connsiteX49-15289" fmla="*/ 8863 w 10000"/>
              <a:gd name="connsiteY49-15290" fmla="*/ 4390 h 10000"/>
              <a:gd name="connsiteX50-15291" fmla="*/ 8616 w 10000"/>
              <a:gd name="connsiteY50-15292" fmla="*/ 4390 h 10000"/>
              <a:gd name="connsiteX51-15293" fmla="*/ 8353 w 10000"/>
              <a:gd name="connsiteY51-15294" fmla="*/ 4390 h 10000"/>
              <a:gd name="connsiteX52-15295" fmla="*/ 8007 w 10000"/>
              <a:gd name="connsiteY52-15296" fmla="*/ 4390 h 10000"/>
              <a:gd name="connsiteX53-15297" fmla="*/ 7661 w 10000"/>
              <a:gd name="connsiteY53-15298" fmla="*/ 4390 h 10000"/>
              <a:gd name="connsiteX54-15299" fmla="*/ 7298 w 10000"/>
              <a:gd name="connsiteY54-15300" fmla="*/ 4792 h 10000"/>
              <a:gd name="connsiteX55-15301" fmla="*/ 6870 w 10000"/>
              <a:gd name="connsiteY55-15302" fmla="*/ 4792 h 10000"/>
              <a:gd name="connsiteX56-15303" fmla="*/ 6442 w 10000"/>
              <a:gd name="connsiteY56-15304" fmla="*/ 4792 h 10000"/>
              <a:gd name="connsiteX57-15305" fmla="*/ 5651 w 10000"/>
              <a:gd name="connsiteY57-15306" fmla="*/ 5201 h 10000"/>
              <a:gd name="connsiteX58-15307" fmla="*/ 4876 w 10000"/>
              <a:gd name="connsiteY58-15308" fmla="*/ 5695 h 10000"/>
              <a:gd name="connsiteX59-15309" fmla="*/ 4185 w 10000"/>
              <a:gd name="connsiteY59-15310" fmla="*/ 6122 h 10000"/>
              <a:gd name="connsiteX60-15311" fmla="*/ 3476 w 10000"/>
              <a:gd name="connsiteY60-15312" fmla="*/ 6534 h 10000"/>
              <a:gd name="connsiteX61-15313" fmla="*/ 3130 w 10000"/>
              <a:gd name="connsiteY61-15314" fmla="*/ 6534 h 10000"/>
              <a:gd name="connsiteX62-15315" fmla="*/ 2883 w 10000"/>
              <a:gd name="connsiteY62-15316" fmla="*/ 6938 h 10000"/>
              <a:gd name="connsiteX63-15317" fmla="*/ 2521 w 10000"/>
              <a:gd name="connsiteY63-15318" fmla="*/ 7444 h 10000"/>
              <a:gd name="connsiteX64-15319" fmla="*/ 2273 w 10000"/>
              <a:gd name="connsiteY64-15320" fmla="*/ 7444 h 10000"/>
              <a:gd name="connsiteX65-15321" fmla="*/ 2092 w 10000"/>
              <a:gd name="connsiteY65-15322" fmla="*/ 7847 h 10000"/>
              <a:gd name="connsiteX66-15323" fmla="*/ 1829 w 10000"/>
              <a:gd name="connsiteY66-15324" fmla="*/ 7847 h 10000"/>
              <a:gd name="connsiteX67-15325" fmla="*/ 1664 w 10000"/>
              <a:gd name="connsiteY67-15326" fmla="*/ 8264 h 10000"/>
              <a:gd name="connsiteX68-15327" fmla="*/ 1400 w 10000"/>
              <a:gd name="connsiteY68-15328" fmla="*/ 8759 h 10000"/>
              <a:gd name="connsiteX69-15329" fmla="*/ 1219 w 10000"/>
              <a:gd name="connsiteY69-15330" fmla="*/ 8759 h 10000"/>
              <a:gd name="connsiteX70-15331" fmla="*/ 1137 w 10000"/>
              <a:gd name="connsiteY70-15332" fmla="*/ 9168 h 10000"/>
              <a:gd name="connsiteX71-15333" fmla="*/ 956 w 10000"/>
              <a:gd name="connsiteY71-15334" fmla="*/ 9168 h 10000"/>
              <a:gd name="connsiteX72-15335" fmla="*/ 873 w 10000"/>
              <a:gd name="connsiteY72-15336" fmla="*/ 9591 h 10000"/>
              <a:gd name="connsiteX73-15337" fmla="*/ 791 w 10000"/>
              <a:gd name="connsiteY73-15338" fmla="*/ 9591 h 10000"/>
              <a:gd name="connsiteX74-15339" fmla="*/ 708 w 10000"/>
              <a:gd name="connsiteY74-15340" fmla="*/ 9591 h 10000"/>
              <a:gd name="connsiteX75-15341" fmla="*/ 527 w 10000"/>
              <a:gd name="connsiteY75-15342" fmla="*/ 10000 h 10000"/>
              <a:gd name="connsiteX76-15343" fmla="*/ 445 w 10000"/>
              <a:gd name="connsiteY76-15344" fmla="*/ 9591 h 10000"/>
              <a:gd name="connsiteX77-15345" fmla="*/ 362 w 10000"/>
              <a:gd name="connsiteY77-15346" fmla="*/ 9591 h 10000"/>
              <a:gd name="connsiteX78-15347" fmla="*/ 264 w 10000"/>
              <a:gd name="connsiteY78-15348" fmla="*/ 9168 h 10000"/>
              <a:gd name="connsiteX79-15349" fmla="*/ 181 w 10000"/>
              <a:gd name="connsiteY79-15350" fmla="*/ 8264 h 10000"/>
              <a:gd name="connsiteX80-15351" fmla="*/ 99 w 10000"/>
              <a:gd name="connsiteY80-15352" fmla="*/ 7444 h 10000"/>
              <a:gd name="connsiteX81-15353" fmla="*/ 0 w 10000"/>
              <a:gd name="connsiteY81-15354" fmla="*/ 6938 h 10000"/>
              <a:gd name="connsiteX82-15355" fmla="*/ 0 w 10000"/>
              <a:gd name="connsiteY82-15356" fmla="*/ 6534 h 10000"/>
              <a:gd name="connsiteX83-15357" fmla="*/ 0 w 10000"/>
              <a:gd name="connsiteY83-15358" fmla="*/ 6122 h 10000"/>
              <a:gd name="connsiteX84-15359" fmla="*/ 0 w 10000"/>
              <a:gd name="connsiteY84-15360" fmla="*/ 6122 h 10000"/>
              <a:gd name="connsiteX85-15361" fmla="*/ 99 w 10000"/>
              <a:gd name="connsiteY85-15362" fmla="*/ 5695 h 10000"/>
              <a:gd name="connsiteX86-15363" fmla="*/ 362 w 10000"/>
              <a:gd name="connsiteY86-15364" fmla="*/ 4792 h 10000"/>
              <a:gd name="connsiteX87-15365" fmla="*/ 708 w 10000"/>
              <a:gd name="connsiteY87-15366" fmla="*/ 3477 h 10000"/>
              <a:gd name="connsiteX88-15367" fmla="*/ 873 w 10000"/>
              <a:gd name="connsiteY88-15368" fmla="*/ 3061 h 10000"/>
              <a:gd name="connsiteX89-15369" fmla="*/ 1054 w 10000"/>
              <a:gd name="connsiteY89-15370" fmla="*/ 2145 h 10000"/>
              <a:gd name="connsiteX90-15371" fmla="*/ 1137 w 10000"/>
              <a:gd name="connsiteY90-15372" fmla="*/ 1743 h 10000"/>
              <a:gd name="connsiteX0-15373" fmla="*/ 1483 w 10000"/>
              <a:gd name="connsiteY0-15374" fmla="*/ 0 h 10000"/>
              <a:gd name="connsiteX1-15375" fmla="*/ 1829 w 10000"/>
              <a:gd name="connsiteY1-15376" fmla="*/ 3477 h 10000"/>
              <a:gd name="connsiteX2-15377" fmla="*/ 1746 w 10000"/>
              <a:gd name="connsiteY2-15378" fmla="*/ 3886 h 10000"/>
              <a:gd name="connsiteX3-15379" fmla="*/ 1746 w 10000"/>
              <a:gd name="connsiteY3-15380" fmla="*/ 4390 h 10000"/>
              <a:gd name="connsiteX4-15381" fmla="*/ 1746 w 10000"/>
              <a:gd name="connsiteY4-15382" fmla="*/ 4390 h 10000"/>
              <a:gd name="connsiteX5-15383" fmla="*/ 1829 w 10000"/>
              <a:gd name="connsiteY5-15384" fmla="*/ 4390 h 10000"/>
              <a:gd name="connsiteX6-15385" fmla="*/ 1911 w 10000"/>
              <a:gd name="connsiteY6-15386" fmla="*/ 4792 h 10000"/>
              <a:gd name="connsiteX7-15387" fmla="*/ 2010 w 10000"/>
              <a:gd name="connsiteY7-15388" fmla="*/ 4792 h 10000"/>
              <a:gd name="connsiteX8-15389" fmla="*/ 2175 w 10000"/>
              <a:gd name="connsiteY8-15390" fmla="*/ 4792 h 10000"/>
              <a:gd name="connsiteX9-15391" fmla="*/ 2273 w 10000"/>
              <a:gd name="connsiteY9-15392" fmla="*/ 4390 h 10000"/>
              <a:gd name="connsiteX10-15393" fmla="*/ 2356 w 10000"/>
              <a:gd name="connsiteY10-15394" fmla="*/ 4390 h 10000"/>
              <a:gd name="connsiteX11-15395" fmla="*/ 2521 w 10000"/>
              <a:gd name="connsiteY11-15396" fmla="*/ 4390 h 10000"/>
              <a:gd name="connsiteX12-15397" fmla="*/ 2702 w 10000"/>
              <a:gd name="connsiteY12-15398" fmla="*/ 4390 h 10000"/>
              <a:gd name="connsiteX13-15399" fmla="*/ 2883 w 10000"/>
              <a:gd name="connsiteY13-15400" fmla="*/ 3886 h 10000"/>
              <a:gd name="connsiteX14-15401" fmla="*/ 3048 w 10000"/>
              <a:gd name="connsiteY14-15402" fmla="*/ 3886 h 10000"/>
              <a:gd name="connsiteX15-15403" fmla="*/ 3311 w 10000"/>
              <a:gd name="connsiteY15-15404" fmla="*/ 3886 h 10000"/>
              <a:gd name="connsiteX16-15405" fmla="*/ 3575 w 10000"/>
              <a:gd name="connsiteY16-15406" fmla="*/ 3886 h 10000"/>
              <a:gd name="connsiteX17-15407" fmla="*/ 3921 w 10000"/>
              <a:gd name="connsiteY17-15408" fmla="*/ 3477 h 10000"/>
              <a:gd name="connsiteX18-15409" fmla="*/ 4267 w 10000"/>
              <a:gd name="connsiteY18-15410" fmla="*/ 3477 h 10000"/>
              <a:gd name="connsiteX19-15411" fmla="*/ 4613 w 10000"/>
              <a:gd name="connsiteY19-15412" fmla="*/ 3477 h 10000"/>
              <a:gd name="connsiteX20-15413" fmla="*/ 4959 w 10000"/>
              <a:gd name="connsiteY20-15414" fmla="*/ 3061 h 10000"/>
              <a:gd name="connsiteX21-15415" fmla="*/ 5387 w 10000"/>
              <a:gd name="connsiteY21-15416" fmla="*/ 2652 h 10000"/>
              <a:gd name="connsiteX22-15417" fmla="*/ 5832 w 10000"/>
              <a:gd name="connsiteY22-15418" fmla="*/ 2652 h 10000"/>
              <a:gd name="connsiteX23-15419" fmla="*/ 6343 w 10000"/>
              <a:gd name="connsiteY23-15420" fmla="*/ 2145 h 10000"/>
              <a:gd name="connsiteX24-15421" fmla="*/ 6787 w 10000"/>
              <a:gd name="connsiteY24-15422" fmla="*/ 2145 h 10000"/>
              <a:gd name="connsiteX25-15423" fmla="*/ 7298 w 10000"/>
              <a:gd name="connsiteY25-15424" fmla="*/ 1743 h 10000"/>
              <a:gd name="connsiteX26-15425" fmla="*/ 7743 w 10000"/>
              <a:gd name="connsiteY26-15426" fmla="*/ 1323 h 10000"/>
              <a:gd name="connsiteX27-15427" fmla="*/ 8171 w 10000"/>
              <a:gd name="connsiteY27-15428" fmla="*/ 1323 h 10000"/>
              <a:gd name="connsiteX28-15429" fmla="*/ 8435 w 10000"/>
              <a:gd name="connsiteY28-15430" fmla="*/ 830 h 10000"/>
              <a:gd name="connsiteX29-15431" fmla="*/ 8699 w 10000"/>
              <a:gd name="connsiteY29-15432" fmla="*/ 830 h 10000"/>
              <a:gd name="connsiteX30-15433" fmla="*/ 8962 w 10000"/>
              <a:gd name="connsiteY30-15434" fmla="*/ 830 h 10000"/>
              <a:gd name="connsiteX31-15435" fmla="*/ 9127 w 10000"/>
              <a:gd name="connsiteY31-15436" fmla="*/ 830 h 10000"/>
              <a:gd name="connsiteX32-15437" fmla="*/ 9226 w 10000"/>
              <a:gd name="connsiteY32-15438" fmla="*/ 410 h 10000"/>
              <a:gd name="connsiteX33-15439" fmla="*/ 9390 w 10000"/>
              <a:gd name="connsiteY33-15440" fmla="*/ 830 h 10000"/>
              <a:gd name="connsiteX34-15441" fmla="*/ 9473 w 10000"/>
              <a:gd name="connsiteY34-15442" fmla="*/ 830 h 10000"/>
              <a:gd name="connsiteX35-15443" fmla="*/ 9654 w 10000"/>
              <a:gd name="connsiteY35-15444" fmla="*/ 1323 h 10000"/>
              <a:gd name="connsiteX36-15445" fmla="*/ 9736 w 10000"/>
              <a:gd name="connsiteY36-15446" fmla="*/ 1323 h 10000"/>
              <a:gd name="connsiteX37-15447" fmla="*/ 9918 w 10000"/>
              <a:gd name="connsiteY37-15448" fmla="*/ 2145 h 10000"/>
              <a:gd name="connsiteX38-15449" fmla="*/ 10000 w 10000"/>
              <a:gd name="connsiteY38-15450" fmla="*/ 2652 h 10000"/>
              <a:gd name="connsiteX39-15451" fmla="*/ 10000 w 10000"/>
              <a:gd name="connsiteY39-15452" fmla="*/ 3061 h 10000"/>
              <a:gd name="connsiteX40-15453" fmla="*/ 10000 w 10000"/>
              <a:gd name="connsiteY40-15454" fmla="*/ 3477 h 10000"/>
              <a:gd name="connsiteX41-15455" fmla="*/ 10000 w 10000"/>
              <a:gd name="connsiteY41-15456" fmla="*/ 3477 h 10000"/>
              <a:gd name="connsiteX42-15457" fmla="*/ 10000 w 10000"/>
              <a:gd name="connsiteY42-15458" fmla="*/ 3886 h 10000"/>
              <a:gd name="connsiteX43-15459" fmla="*/ 9918 w 10000"/>
              <a:gd name="connsiteY43-15460" fmla="*/ 3886 h 10000"/>
              <a:gd name="connsiteX44-15461" fmla="*/ 9819 w 10000"/>
              <a:gd name="connsiteY44-15462" fmla="*/ 3886 h 10000"/>
              <a:gd name="connsiteX45-15463" fmla="*/ 9736 w 10000"/>
              <a:gd name="connsiteY45-15464" fmla="*/ 4390 h 10000"/>
              <a:gd name="connsiteX46-15465" fmla="*/ 9572 w 10000"/>
              <a:gd name="connsiteY46-15466" fmla="*/ 4390 h 10000"/>
              <a:gd name="connsiteX47-15467" fmla="*/ 9390 w 10000"/>
              <a:gd name="connsiteY47-15468" fmla="*/ 4390 h 10000"/>
              <a:gd name="connsiteX48-15469" fmla="*/ 9127 w 10000"/>
              <a:gd name="connsiteY48-15470" fmla="*/ 4390 h 10000"/>
              <a:gd name="connsiteX49-15471" fmla="*/ 8863 w 10000"/>
              <a:gd name="connsiteY49-15472" fmla="*/ 4390 h 10000"/>
              <a:gd name="connsiteX50-15473" fmla="*/ 8616 w 10000"/>
              <a:gd name="connsiteY50-15474" fmla="*/ 4390 h 10000"/>
              <a:gd name="connsiteX51-15475" fmla="*/ 8353 w 10000"/>
              <a:gd name="connsiteY51-15476" fmla="*/ 4390 h 10000"/>
              <a:gd name="connsiteX52-15477" fmla="*/ 8007 w 10000"/>
              <a:gd name="connsiteY52-15478" fmla="*/ 4390 h 10000"/>
              <a:gd name="connsiteX53-15479" fmla="*/ 7661 w 10000"/>
              <a:gd name="connsiteY53-15480" fmla="*/ 4390 h 10000"/>
              <a:gd name="connsiteX54-15481" fmla="*/ 7298 w 10000"/>
              <a:gd name="connsiteY54-15482" fmla="*/ 4792 h 10000"/>
              <a:gd name="connsiteX55-15483" fmla="*/ 6870 w 10000"/>
              <a:gd name="connsiteY55-15484" fmla="*/ 4792 h 10000"/>
              <a:gd name="connsiteX56-15485" fmla="*/ 6442 w 10000"/>
              <a:gd name="connsiteY56-15486" fmla="*/ 4792 h 10000"/>
              <a:gd name="connsiteX57-15487" fmla="*/ 5651 w 10000"/>
              <a:gd name="connsiteY57-15488" fmla="*/ 5201 h 10000"/>
              <a:gd name="connsiteX58-15489" fmla="*/ 4876 w 10000"/>
              <a:gd name="connsiteY58-15490" fmla="*/ 5695 h 10000"/>
              <a:gd name="connsiteX59-15491" fmla="*/ 4185 w 10000"/>
              <a:gd name="connsiteY59-15492" fmla="*/ 6122 h 10000"/>
              <a:gd name="connsiteX60-15493" fmla="*/ 3476 w 10000"/>
              <a:gd name="connsiteY60-15494" fmla="*/ 6534 h 10000"/>
              <a:gd name="connsiteX61-15495" fmla="*/ 3130 w 10000"/>
              <a:gd name="connsiteY61-15496" fmla="*/ 6534 h 10000"/>
              <a:gd name="connsiteX62-15497" fmla="*/ 2883 w 10000"/>
              <a:gd name="connsiteY62-15498" fmla="*/ 6938 h 10000"/>
              <a:gd name="connsiteX63-15499" fmla="*/ 2521 w 10000"/>
              <a:gd name="connsiteY63-15500" fmla="*/ 7444 h 10000"/>
              <a:gd name="connsiteX64-15501" fmla="*/ 2273 w 10000"/>
              <a:gd name="connsiteY64-15502" fmla="*/ 7444 h 10000"/>
              <a:gd name="connsiteX65-15503" fmla="*/ 2092 w 10000"/>
              <a:gd name="connsiteY65-15504" fmla="*/ 7847 h 10000"/>
              <a:gd name="connsiteX66-15505" fmla="*/ 1829 w 10000"/>
              <a:gd name="connsiteY66-15506" fmla="*/ 7847 h 10000"/>
              <a:gd name="connsiteX67-15507" fmla="*/ 1664 w 10000"/>
              <a:gd name="connsiteY67-15508" fmla="*/ 8264 h 10000"/>
              <a:gd name="connsiteX68-15509" fmla="*/ 1400 w 10000"/>
              <a:gd name="connsiteY68-15510" fmla="*/ 8759 h 10000"/>
              <a:gd name="connsiteX69-15511" fmla="*/ 1219 w 10000"/>
              <a:gd name="connsiteY69-15512" fmla="*/ 8759 h 10000"/>
              <a:gd name="connsiteX70-15513" fmla="*/ 1137 w 10000"/>
              <a:gd name="connsiteY70-15514" fmla="*/ 9168 h 10000"/>
              <a:gd name="connsiteX71-15515" fmla="*/ 956 w 10000"/>
              <a:gd name="connsiteY71-15516" fmla="*/ 9168 h 10000"/>
              <a:gd name="connsiteX72-15517" fmla="*/ 873 w 10000"/>
              <a:gd name="connsiteY72-15518" fmla="*/ 9591 h 10000"/>
              <a:gd name="connsiteX73-15519" fmla="*/ 791 w 10000"/>
              <a:gd name="connsiteY73-15520" fmla="*/ 9591 h 10000"/>
              <a:gd name="connsiteX74-15521" fmla="*/ 708 w 10000"/>
              <a:gd name="connsiteY74-15522" fmla="*/ 9591 h 10000"/>
              <a:gd name="connsiteX75-15523" fmla="*/ 527 w 10000"/>
              <a:gd name="connsiteY75-15524" fmla="*/ 10000 h 10000"/>
              <a:gd name="connsiteX76-15525" fmla="*/ 445 w 10000"/>
              <a:gd name="connsiteY76-15526" fmla="*/ 9591 h 10000"/>
              <a:gd name="connsiteX77-15527" fmla="*/ 362 w 10000"/>
              <a:gd name="connsiteY77-15528" fmla="*/ 9591 h 10000"/>
              <a:gd name="connsiteX78-15529" fmla="*/ 264 w 10000"/>
              <a:gd name="connsiteY78-15530" fmla="*/ 9168 h 10000"/>
              <a:gd name="connsiteX79-15531" fmla="*/ 181 w 10000"/>
              <a:gd name="connsiteY79-15532" fmla="*/ 8264 h 10000"/>
              <a:gd name="connsiteX80-15533" fmla="*/ 99 w 10000"/>
              <a:gd name="connsiteY80-15534" fmla="*/ 7444 h 10000"/>
              <a:gd name="connsiteX81-15535" fmla="*/ 0 w 10000"/>
              <a:gd name="connsiteY81-15536" fmla="*/ 6938 h 10000"/>
              <a:gd name="connsiteX82-15537" fmla="*/ 0 w 10000"/>
              <a:gd name="connsiteY82-15538" fmla="*/ 6534 h 10000"/>
              <a:gd name="connsiteX83-15539" fmla="*/ 0 w 10000"/>
              <a:gd name="connsiteY83-15540" fmla="*/ 6122 h 10000"/>
              <a:gd name="connsiteX84-15541" fmla="*/ 0 w 10000"/>
              <a:gd name="connsiteY84-15542" fmla="*/ 6122 h 10000"/>
              <a:gd name="connsiteX85-15543" fmla="*/ 99 w 10000"/>
              <a:gd name="connsiteY85-15544" fmla="*/ 5695 h 10000"/>
              <a:gd name="connsiteX86-15545" fmla="*/ 362 w 10000"/>
              <a:gd name="connsiteY86-15546" fmla="*/ 4792 h 10000"/>
              <a:gd name="connsiteX87-15547" fmla="*/ 708 w 10000"/>
              <a:gd name="connsiteY87-15548" fmla="*/ 3477 h 10000"/>
              <a:gd name="connsiteX88-15549" fmla="*/ 1054 w 10000"/>
              <a:gd name="connsiteY88-15550" fmla="*/ 2145 h 10000"/>
              <a:gd name="connsiteX89-15551" fmla="*/ 1137 w 10000"/>
              <a:gd name="connsiteY89-15552" fmla="*/ 1743 h 10000"/>
              <a:gd name="connsiteX0-15553" fmla="*/ 1483 w 10000"/>
              <a:gd name="connsiteY0-15554" fmla="*/ 0 h 10000"/>
              <a:gd name="connsiteX1-15555" fmla="*/ 1829 w 10000"/>
              <a:gd name="connsiteY1-15556" fmla="*/ 3477 h 10000"/>
              <a:gd name="connsiteX2-15557" fmla="*/ 1746 w 10000"/>
              <a:gd name="connsiteY2-15558" fmla="*/ 3886 h 10000"/>
              <a:gd name="connsiteX3-15559" fmla="*/ 1746 w 10000"/>
              <a:gd name="connsiteY3-15560" fmla="*/ 4390 h 10000"/>
              <a:gd name="connsiteX4-15561" fmla="*/ 1746 w 10000"/>
              <a:gd name="connsiteY4-15562" fmla="*/ 4390 h 10000"/>
              <a:gd name="connsiteX5-15563" fmla="*/ 1829 w 10000"/>
              <a:gd name="connsiteY5-15564" fmla="*/ 4390 h 10000"/>
              <a:gd name="connsiteX6-15565" fmla="*/ 1911 w 10000"/>
              <a:gd name="connsiteY6-15566" fmla="*/ 4792 h 10000"/>
              <a:gd name="connsiteX7-15567" fmla="*/ 2010 w 10000"/>
              <a:gd name="connsiteY7-15568" fmla="*/ 4792 h 10000"/>
              <a:gd name="connsiteX8-15569" fmla="*/ 2175 w 10000"/>
              <a:gd name="connsiteY8-15570" fmla="*/ 4792 h 10000"/>
              <a:gd name="connsiteX9-15571" fmla="*/ 2273 w 10000"/>
              <a:gd name="connsiteY9-15572" fmla="*/ 4390 h 10000"/>
              <a:gd name="connsiteX10-15573" fmla="*/ 2356 w 10000"/>
              <a:gd name="connsiteY10-15574" fmla="*/ 4390 h 10000"/>
              <a:gd name="connsiteX11-15575" fmla="*/ 2521 w 10000"/>
              <a:gd name="connsiteY11-15576" fmla="*/ 4390 h 10000"/>
              <a:gd name="connsiteX12-15577" fmla="*/ 2702 w 10000"/>
              <a:gd name="connsiteY12-15578" fmla="*/ 4390 h 10000"/>
              <a:gd name="connsiteX13-15579" fmla="*/ 2883 w 10000"/>
              <a:gd name="connsiteY13-15580" fmla="*/ 3886 h 10000"/>
              <a:gd name="connsiteX14-15581" fmla="*/ 3048 w 10000"/>
              <a:gd name="connsiteY14-15582" fmla="*/ 3886 h 10000"/>
              <a:gd name="connsiteX15-15583" fmla="*/ 3311 w 10000"/>
              <a:gd name="connsiteY15-15584" fmla="*/ 3886 h 10000"/>
              <a:gd name="connsiteX16-15585" fmla="*/ 3575 w 10000"/>
              <a:gd name="connsiteY16-15586" fmla="*/ 3886 h 10000"/>
              <a:gd name="connsiteX17-15587" fmla="*/ 3921 w 10000"/>
              <a:gd name="connsiteY17-15588" fmla="*/ 3477 h 10000"/>
              <a:gd name="connsiteX18-15589" fmla="*/ 4267 w 10000"/>
              <a:gd name="connsiteY18-15590" fmla="*/ 3477 h 10000"/>
              <a:gd name="connsiteX19-15591" fmla="*/ 4613 w 10000"/>
              <a:gd name="connsiteY19-15592" fmla="*/ 3477 h 10000"/>
              <a:gd name="connsiteX20-15593" fmla="*/ 4959 w 10000"/>
              <a:gd name="connsiteY20-15594" fmla="*/ 3061 h 10000"/>
              <a:gd name="connsiteX21-15595" fmla="*/ 5387 w 10000"/>
              <a:gd name="connsiteY21-15596" fmla="*/ 2652 h 10000"/>
              <a:gd name="connsiteX22-15597" fmla="*/ 5832 w 10000"/>
              <a:gd name="connsiteY22-15598" fmla="*/ 2652 h 10000"/>
              <a:gd name="connsiteX23-15599" fmla="*/ 6343 w 10000"/>
              <a:gd name="connsiteY23-15600" fmla="*/ 2145 h 10000"/>
              <a:gd name="connsiteX24-15601" fmla="*/ 6787 w 10000"/>
              <a:gd name="connsiteY24-15602" fmla="*/ 2145 h 10000"/>
              <a:gd name="connsiteX25-15603" fmla="*/ 7298 w 10000"/>
              <a:gd name="connsiteY25-15604" fmla="*/ 1743 h 10000"/>
              <a:gd name="connsiteX26-15605" fmla="*/ 7743 w 10000"/>
              <a:gd name="connsiteY26-15606" fmla="*/ 1323 h 10000"/>
              <a:gd name="connsiteX27-15607" fmla="*/ 8171 w 10000"/>
              <a:gd name="connsiteY27-15608" fmla="*/ 1323 h 10000"/>
              <a:gd name="connsiteX28-15609" fmla="*/ 8435 w 10000"/>
              <a:gd name="connsiteY28-15610" fmla="*/ 830 h 10000"/>
              <a:gd name="connsiteX29-15611" fmla="*/ 8699 w 10000"/>
              <a:gd name="connsiteY29-15612" fmla="*/ 830 h 10000"/>
              <a:gd name="connsiteX30-15613" fmla="*/ 8962 w 10000"/>
              <a:gd name="connsiteY30-15614" fmla="*/ 830 h 10000"/>
              <a:gd name="connsiteX31-15615" fmla="*/ 9127 w 10000"/>
              <a:gd name="connsiteY31-15616" fmla="*/ 830 h 10000"/>
              <a:gd name="connsiteX32-15617" fmla="*/ 9226 w 10000"/>
              <a:gd name="connsiteY32-15618" fmla="*/ 410 h 10000"/>
              <a:gd name="connsiteX33-15619" fmla="*/ 9390 w 10000"/>
              <a:gd name="connsiteY33-15620" fmla="*/ 830 h 10000"/>
              <a:gd name="connsiteX34-15621" fmla="*/ 9473 w 10000"/>
              <a:gd name="connsiteY34-15622" fmla="*/ 830 h 10000"/>
              <a:gd name="connsiteX35-15623" fmla="*/ 9654 w 10000"/>
              <a:gd name="connsiteY35-15624" fmla="*/ 1323 h 10000"/>
              <a:gd name="connsiteX36-15625" fmla="*/ 9736 w 10000"/>
              <a:gd name="connsiteY36-15626" fmla="*/ 1323 h 10000"/>
              <a:gd name="connsiteX37-15627" fmla="*/ 9918 w 10000"/>
              <a:gd name="connsiteY37-15628" fmla="*/ 2145 h 10000"/>
              <a:gd name="connsiteX38-15629" fmla="*/ 10000 w 10000"/>
              <a:gd name="connsiteY38-15630" fmla="*/ 2652 h 10000"/>
              <a:gd name="connsiteX39-15631" fmla="*/ 10000 w 10000"/>
              <a:gd name="connsiteY39-15632" fmla="*/ 3061 h 10000"/>
              <a:gd name="connsiteX40-15633" fmla="*/ 10000 w 10000"/>
              <a:gd name="connsiteY40-15634" fmla="*/ 3477 h 10000"/>
              <a:gd name="connsiteX41-15635" fmla="*/ 10000 w 10000"/>
              <a:gd name="connsiteY41-15636" fmla="*/ 3477 h 10000"/>
              <a:gd name="connsiteX42-15637" fmla="*/ 10000 w 10000"/>
              <a:gd name="connsiteY42-15638" fmla="*/ 3886 h 10000"/>
              <a:gd name="connsiteX43-15639" fmla="*/ 9918 w 10000"/>
              <a:gd name="connsiteY43-15640" fmla="*/ 3886 h 10000"/>
              <a:gd name="connsiteX44-15641" fmla="*/ 9819 w 10000"/>
              <a:gd name="connsiteY44-15642" fmla="*/ 3886 h 10000"/>
              <a:gd name="connsiteX45-15643" fmla="*/ 9736 w 10000"/>
              <a:gd name="connsiteY45-15644" fmla="*/ 4390 h 10000"/>
              <a:gd name="connsiteX46-15645" fmla="*/ 9572 w 10000"/>
              <a:gd name="connsiteY46-15646" fmla="*/ 4390 h 10000"/>
              <a:gd name="connsiteX47-15647" fmla="*/ 9390 w 10000"/>
              <a:gd name="connsiteY47-15648" fmla="*/ 4390 h 10000"/>
              <a:gd name="connsiteX48-15649" fmla="*/ 9127 w 10000"/>
              <a:gd name="connsiteY48-15650" fmla="*/ 4390 h 10000"/>
              <a:gd name="connsiteX49-15651" fmla="*/ 8863 w 10000"/>
              <a:gd name="connsiteY49-15652" fmla="*/ 4390 h 10000"/>
              <a:gd name="connsiteX50-15653" fmla="*/ 8616 w 10000"/>
              <a:gd name="connsiteY50-15654" fmla="*/ 4390 h 10000"/>
              <a:gd name="connsiteX51-15655" fmla="*/ 8353 w 10000"/>
              <a:gd name="connsiteY51-15656" fmla="*/ 4390 h 10000"/>
              <a:gd name="connsiteX52-15657" fmla="*/ 8007 w 10000"/>
              <a:gd name="connsiteY52-15658" fmla="*/ 4390 h 10000"/>
              <a:gd name="connsiteX53-15659" fmla="*/ 7661 w 10000"/>
              <a:gd name="connsiteY53-15660" fmla="*/ 4390 h 10000"/>
              <a:gd name="connsiteX54-15661" fmla="*/ 7298 w 10000"/>
              <a:gd name="connsiteY54-15662" fmla="*/ 4792 h 10000"/>
              <a:gd name="connsiteX55-15663" fmla="*/ 6870 w 10000"/>
              <a:gd name="connsiteY55-15664" fmla="*/ 4792 h 10000"/>
              <a:gd name="connsiteX56-15665" fmla="*/ 6442 w 10000"/>
              <a:gd name="connsiteY56-15666" fmla="*/ 4792 h 10000"/>
              <a:gd name="connsiteX57-15667" fmla="*/ 5651 w 10000"/>
              <a:gd name="connsiteY57-15668" fmla="*/ 5201 h 10000"/>
              <a:gd name="connsiteX58-15669" fmla="*/ 4876 w 10000"/>
              <a:gd name="connsiteY58-15670" fmla="*/ 5695 h 10000"/>
              <a:gd name="connsiteX59-15671" fmla="*/ 4185 w 10000"/>
              <a:gd name="connsiteY59-15672" fmla="*/ 6122 h 10000"/>
              <a:gd name="connsiteX60-15673" fmla="*/ 3476 w 10000"/>
              <a:gd name="connsiteY60-15674" fmla="*/ 6534 h 10000"/>
              <a:gd name="connsiteX61-15675" fmla="*/ 3130 w 10000"/>
              <a:gd name="connsiteY61-15676" fmla="*/ 6534 h 10000"/>
              <a:gd name="connsiteX62-15677" fmla="*/ 2883 w 10000"/>
              <a:gd name="connsiteY62-15678" fmla="*/ 6938 h 10000"/>
              <a:gd name="connsiteX63-15679" fmla="*/ 2521 w 10000"/>
              <a:gd name="connsiteY63-15680" fmla="*/ 7444 h 10000"/>
              <a:gd name="connsiteX64-15681" fmla="*/ 2273 w 10000"/>
              <a:gd name="connsiteY64-15682" fmla="*/ 7444 h 10000"/>
              <a:gd name="connsiteX65-15683" fmla="*/ 2092 w 10000"/>
              <a:gd name="connsiteY65-15684" fmla="*/ 7847 h 10000"/>
              <a:gd name="connsiteX66-15685" fmla="*/ 1829 w 10000"/>
              <a:gd name="connsiteY66-15686" fmla="*/ 7847 h 10000"/>
              <a:gd name="connsiteX67-15687" fmla="*/ 1664 w 10000"/>
              <a:gd name="connsiteY67-15688" fmla="*/ 8264 h 10000"/>
              <a:gd name="connsiteX68-15689" fmla="*/ 1400 w 10000"/>
              <a:gd name="connsiteY68-15690" fmla="*/ 8759 h 10000"/>
              <a:gd name="connsiteX69-15691" fmla="*/ 1219 w 10000"/>
              <a:gd name="connsiteY69-15692" fmla="*/ 8759 h 10000"/>
              <a:gd name="connsiteX70-15693" fmla="*/ 1137 w 10000"/>
              <a:gd name="connsiteY70-15694" fmla="*/ 9168 h 10000"/>
              <a:gd name="connsiteX71-15695" fmla="*/ 956 w 10000"/>
              <a:gd name="connsiteY71-15696" fmla="*/ 9168 h 10000"/>
              <a:gd name="connsiteX72-15697" fmla="*/ 873 w 10000"/>
              <a:gd name="connsiteY72-15698" fmla="*/ 9591 h 10000"/>
              <a:gd name="connsiteX73-15699" fmla="*/ 791 w 10000"/>
              <a:gd name="connsiteY73-15700" fmla="*/ 9591 h 10000"/>
              <a:gd name="connsiteX74-15701" fmla="*/ 708 w 10000"/>
              <a:gd name="connsiteY74-15702" fmla="*/ 9591 h 10000"/>
              <a:gd name="connsiteX75-15703" fmla="*/ 527 w 10000"/>
              <a:gd name="connsiteY75-15704" fmla="*/ 10000 h 10000"/>
              <a:gd name="connsiteX76-15705" fmla="*/ 445 w 10000"/>
              <a:gd name="connsiteY76-15706" fmla="*/ 9591 h 10000"/>
              <a:gd name="connsiteX77-15707" fmla="*/ 362 w 10000"/>
              <a:gd name="connsiteY77-15708" fmla="*/ 9591 h 10000"/>
              <a:gd name="connsiteX78-15709" fmla="*/ 264 w 10000"/>
              <a:gd name="connsiteY78-15710" fmla="*/ 9168 h 10000"/>
              <a:gd name="connsiteX79-15711" fmla="*/ 181 w 10000"/>
              <a:gd name="connsiteY79-15712" fmla="*/ 8264 h 10000"/>
              <a:gd name="connsiteX80-15713" fmla="*/ 99 w 10000"/>
              <a:gd name="connsiteY80-15714" fmla="*/ 7444 h 10000"/>
              <a:gd name="connsiteX81-15715" fmla="*/ 0 w 10000"/>
              <a:gd name="connsiteY81-15716" fmla="*/ 6938 h 10000"/>
              <a:gd name="connsiteX82-15717" fmla="*/ 0 w 10000"/>
              <a:gd name="connsiteY82-15718" fmla="*/ 6534 h 10000"/>
              <a:gd name="connsiteX83-15719" fmla="*/ 0 w 10000"/>
              <a:gd name="connsiteY83-15720" fmla="*/ 6122 h 10000"/>
              <a:gd name="connsiteX84-15721" fmla="*/ 0 w 10000"/>
              <a:gd name="connsiteY84-15722" fmla="*/ 6122 h 10000"/>
              <a:gd name="connsiteX85-15723" fmla="*/ 99 w 10000"/>
              <a:gd name="connsiteY85-15724" fmla="*/ 5695 h 10000"/>
              <a:gd name="connsiteX86-15725" fmla="*/ 362 w 10000"/>
              <a:gd name="connsiteY86-15726" fmla="*/ 4792 h 10000"/>
              <a:gd name="connsiteX87-15727" fmla="*/ 708 w 10000"/>
              <a:gd name="connsiteY87-15728" fmla="*/ 3477 h 10000"/>
              <a:gd name="connsiteX88-15729" fmla="*/ 1137 w 10000"/>
              <a:gd name="connsiteY88-15730" fmla="*/ 1743 h 10000"/>
              <a:gd name="connsiteX0-15731" fmla="*/ 1483 w 10000"/>
              <a:gd name="connsiteY0-15732" fmla="*/ 0 h 10000"/>
              <a:gd name="connsiteX1-15733" fmla="*/ 1829 w 10000"/>
              <a:gd name="connsiteY1-15734" fmla="*/ 3477 h 10000"/>
              <a:gd name="connsiteX2-15735" fmla="*/ 1746 w 10000"/>
              <a:gd name="connsiteY2-15736" fmla="*/ 3886 h 10000"/>
              <a:gd name="connsiteX3-15737" fmla="*/ 1746 w 10000"/>
              <a:gd name="connsiteY3-15738" fmla="*/ 4390 h 10000"/>
              <a:gd name="connsiteX4-15739" fmla="*/ 1746 w 10000"/>
              <a:gd name="connsiteY4-15740" fmla="*/ 4390 h 10000"/>
              <a:gd name="connsiteX5-15741" fmla="*/ 1829 w 10000"/>
              <a:gd name="connsiteY5-15742" fmla="*/ 4390 h 10000"/>
              <a:gd name="connsiteX6-15743" fmla="*/ 1911 w 10000"/>
              <a:gd name="connsiteY6-15744" fmla="*/ 4792 h 10000"/>
              <a:gd name="connsiteX7-15745" fmla="*/ 2010 w 10000"/>
              <a:gd name="connsiteY7-15746" fmla="*/ 4792 h 10000"/>
              <a:gd name="connsiteX8-15747" fmla="*/ 2175 w 10000"/>
              <a:gd name="connsiteY8-15748" fmla="*/ 4792 h 10000"/>
              <a:gd name="connsiteX9-15749" fmla="*/ 2273 w 10000"/>
              <a:gd name="connsiteY9-15750" fmla="*/ 4390 h 10000"/>
              <a:gd name="connsiteX10-15751" fmla="*/ 2356 w 10000"/>
              <a:gd name="connsiteY10-15752" fmla="*/ 4390 h 10000"/>
              <a:gd name="connsiteX11-15753" fmla="*/ 2521 w 10000"/>
              <a:gd name="connsiteY11-15754" fmla="*/ 4390 h 10000"/>
              <a:gd name="connsiteX12-15755" fmla="*/ 2702 w 10000"/>
              <a:gd name="connsiteY12-15756" fmla="*/ 4390 h 10000"/>
              <a:gd name="connsiteX13-15757" fmla="*/ 2883 w 10000"/>
              <a:gd name="connsiteY13-15758" fmla="*/ 3886 h 10000"/>
              <a:gd name="connsiteX14-15759" fmla="*/ 3048 w 10000"/>
              <a:gd name="connsiteY14-15760" fmla="*/ 3886 h 10000"/>
              <a:gd name="connsiteX15-15761" fmla="*/ 3311 w 10000"/>
              <a:gd name="connsiteY15-15762" fmla="*/ 3886 h 10000"/>
              <a:gd name="connsiteX16-15763" fmla="*/ 3575 w 10000"/>
              <a:gd name="connsiteY16-15764" fmla="*/ 3886 h 10000"/>
              <a:gd name="connsiteX17-15765" fmla="*/ 3921 w 10000"/>
              <a:gd name="connsiteY17-15766" fmla="*/ 3477 h 10000"/>
              <a:gd name="connsiteX18-15767" fmla="*/ 4267 w 10000"/>
              <a:gd name="connsiteY18-15768" fmla="*/ 3477 h 10000"/>
              <a:gd name="connsiteX19-15769" fmla="*/ 4613 w 10000"/>
              <a:gd name="connsiteY19-15770" fmla="*/ 3477 h 10000"/>
              <a:gd name="connsiteX20-15771" fmla="*/ 4959 w 10000"/>
              <a:gd name="connsiteY20-15772" fmla="*/ 3061 h 10000"/>
              <a:gd name="connsiteX21-15773" fmla="*/ 5387 w 10000"/>
              <a:gd name="connsiteY21-15774" fmla="*/ 2652 h 10000"/>
              <a:gd name="connsiteX22-15775" fmla="*/ 5832 w 10000"/>
              <a:gd name="connsiteY22-15776" fmla="*/ 2652 h 10000"/>
              <a:gd name="connsiteX23-15777" fmla="*/ 6343 w 10000"/>
              <a:gd name="connsiteY23-15778" fmla="*/ 2145 h 10000"/>
              <a:gd name="connsiteX24-15779" fmla="*/ 6787 w 10000"/>
              <a:gd name="connsiteY24-15780" fmla="*/ 2145 h 10000"/>
              <a:gd name="connsiteX25-15781" fmla="*/ 7298 w 10000"/>
              <a:gd name="connsiteY25-15782" fmla="*/ 1743 h 10000"/>
              <a:gd name="connsiteX26-15783" fmla="*/ 7743 w 10000"/>
              <a:gd name="connsiteY26-15784" fmla="*/ 1323 h 10000"/>
              <a:gd name="connsiteX27-15785" fmla="*/ 8171 w 10000"/>
              <a:gd name="connsiteY27-15786" fmla="*/ 1323 h 10000"/>
              <a:gd name="connsiteX28-15787" fmla="*/ 8435 w 10000"/>
              <a:gd name="connsiteY28-15788" fmla="*/ 830 h 10000"/>
              <a:gd name="connsiteX29-15789" fmla="*/ 8699 w 10000"/>
              <a:gd name="connsiteY29-15790" fmla="*/ 830 h 10000"/>
              <a:gd name="connsiteX30-15791" fmla="*/ 8962 w 10000"/>
              <a:gd name="connsiteY30-15792" fmla="*/ 830 h 10000"/>
              <a:gd name="connsiteX31-15793" fmla="*/ 9127 w 10000"/>
              <a:gd name="connsiteY31-15794" fmla="*/ 830 h 10000"/>
              <a:gd name="connsiteX32-15795" fmla="*/ 9226 w 10000"/>
              <a:gd name="connsiteY32-15796" fmla="*/ 410 h 10000"/>
              <a:gd name="connsiteX33-15797" fmla="*/ 9390 w 10000"/>
              <a:gd name="connsiteY33-15798" fmla="*/ 830 h 10000"/>
              <a:gd name="connsiteX34-15799" fmla="*/ 9473 w 10000"/>
              <a:gd name="connsiteY34-15800" fmla="*/ 830 h 10000"/>
              <a:gd name="connsiteX35-15801" fmla="*/ 9654 w 10000"/>
              <a:gd name="connsiteY35-15802" fmla="*/ 1323 h 10000"/>
              <a:gd name="connsiteX36-15803" fmla="*/ 9736 w 10000"/>
              <a:gd name="connsiteY36-15804" fmla="*/ 1323 h 10000"/>
              <a:gd name="connsiteX37-15805" fmla="*/ 9918 w 10000"/>
              <a:gd name="connsiteY37-15806" fmla="*/ 2145 h 10000"/>
              <a:gd name="connsiteX38-15807" fmla="*/ 10000 w 10000"/>
              <a:gd name="connsiteY38-15808" fmla="*/ 2652 h 10000"/>
              <a:gd name="connsiteX39-15809" fmla="*/ 10000 w 10000"/>
              <a:gd name="connsiteY39-15810" fmla="*/ 3061 h 10000"/>
              <a:gd name="connsiteX40-15811" fmla="*/ 10000 w 10000"/>
              <a:gd name="connsiteY40-15812" fmla="*/ 3477 h 10000"/>
              <a:gd name="connsiteX41-15813" fmla="*/ 10000 w 10000"/>
              <a:gd name="connsiteY41-15814" fmla="*/ 3477 h 10000"/>
              <a:gd name="connsiteX42-15815" fmla="*/ 10000 w 10000"/>
              <a:gd name="connsiteY42-15816" fmla="*/ 3886 h 10000"/>
              <a:gd name="connsiteX43-15817" fmla="*/ 9918 w 10000"/>
              <a:gd name="connsiteY43-15818" fmla="*/ 3886 h 10000"/>
              <a:gd name="connsiteX44-15819" fmla="*/ 9819 w 10000"/>
              <a:gd name="connsiteY44-15820" fmla="*/ 3886 h 10000"/>
              <a:gd name="connsiteX45-15821" fmla="*/ 9736 w 10000"/>
              <a:gd name="connsiteY45-15822" fmla="*/ 4390 h 10000"/>
              <a:gd name="connsiteX46-15823" fmla="*/ 9572 w 10000"/>
              <a:gd name="connsiteY46-15824" fmla="*/ 4390 h 10000"/>
              <a:gd name="connsiteX47-15825" fmla="*/ 9390 w 10000"/>
              <a:gd name="connsiteY47-15826" fmla="*/ 4390 h 10000"/>
              <a:gd name="connsiteX48-15827" fmla="*/ 9127 w 10000"/>
              <a:gd name="connsiteY48-15828" fmla="*/ 4390 h 10000"/>
              <a:gd name="connsiteX49-15829" fmla="*/ 8863 w 10000"/>
              <a:gd name="connsiteY49-15830" fmla="*/ 4390 h 10000"/>
              <a:gd name="connsiteX50-15831" fmla="*/ 8616 w 10000"/>
              <a:gd name="connsiteY50-15832" fmla="*/ 4390 h 10000"/>
              <a:gd name="connsiteX51-15833" fmla="*/ 8353 w 10000"/>
              <a:gd name="connsiteY51-15834" fmla="*/ 4390 h 10000"/>
              <a:gd name="connsiteX52-15835" fmla="*/ 8007 w 10000"/>
              <a:gd name="connsiteY52-15836" fmla="*/ 4390 h 10000"/>
              <a:gd name="connsiteX53-15837" fmla="*/ 7661 w 10000"/>
              <a:gd name="connsiteY53-15838" fmla="*/ 4390 h 10000"/>
              <a:gd name="connsiteX54-15839" fmla="*/ 7298 w 10000"/>
              <a:gd name="connsiteY54-15840" fmla="*/ 4792 h 10000"/>
              <a:gd name="connsiteX55-15841" fmla="*/ 6870 w 10000"/>
              <a:gd name="connsiteY55-15842" fmla="*/ 4792 h 10000"/>
              <a:gd name="connsiteX56-15843" fmla="*/ 6442 w 10000"/>
              <a:gd name="connsiteY56-15844" fmla="*/ 4792 h 10000"/>
              <a:gd name="connsiteX57-15845" fmla="*/ 5651 w 10000"/>
              <a:gd name="connsiteY57-15846" fmla="*/ 5201 h 10000"/>
              <a:gd name="connsiteX58-15847" fmla="*/ 4876 w 10000"/>
              <a:gd name="connsiteY58-15848" fmla="*/ 5695 h 10000"/>
              <a:gd name="connsiteX59-15849" fmla="*/ 4185 w 10000"/>
              <a:gd name="connsiteY59-15850" fmla="*/ 6122 h 10000"/>
              <a:gd name="connsiteX60-15851" fmla="*/ 3476 w 10000"/>
              <a:gd name="connsiteY60-15852" fmla="*/ 6534 h 10000"/>
              <a:gd name="connsiteX61-15853" fmla="*/ 3130 w 10000"/>
              <a:gd name="connsiteY61-15854" fmla="*/ 6534 h 10000"/>
              <a:gd name="connsiteX62-15855" fmla="*/ 2883 w 10000"/>
              <a:gd name="connsiteY62-15856" fmla="*/ 6938 h 10000"/>
              <a:gd name="connsiteX63-15857" fmla="*/ 2521 w 10000"/>
              <a:gd name="connsiteY63-15858" fmla="*/ 7444 h 10000"/>
              <a:gd name="connsiteX64-15859" fmla="*/ 2273 w 10000"/>
              <a:gd name="connsiteY64-15860" fmla="*/ 7444 h 10000"/>
              <a:gd name="connsiteX65-15861" fmla="*/ 2092 w 10000"/>
              <a:gd name="connsiteY65-15862" fmla="*/ 7847 h 10000"/>
              <a:gd name="connsiteX66-15863" fmla="*/ 1829 w 10000"/>
              <a:gd name="connsiteY66-15864" fmla="*/ 7847 h 10000"/>
              <a:gd name="connsiteX67-15865" fmla="*/ 1664 w 10000"/>
              <a:gd name="connsiteY67-15866" fmla="*/ 8264 h 10000"/>
              <a:gd name="connsiteX68-15867" fmla="*/ 1400 w 10000"/>
              <a:gd name="connsiteY68-15868" fmla="*/ 8759 h 10000"/>
              <a:gd name="connsiteX69-15869" fmla="*/ 1219 w 10000"/>
              <a:gd name="connsiteY69-15870" fmla="*/ 8759 h 10000"/>
              <a:gd name="connsiteX70-15871" fmla="*/ 1137 w 10000"/>
              <a:gd name="connsiteY70-15872" fmla="*/ 9168 h 10000"/>
              <a:gd name="connsiteX71-15873" fmla="*/ 956 w 10000"/>
              <a:gd name="connsiteY71-15874" fmla="*/ 9168 h 10000"/>
              <a:gd name="connsiteX72-15875" fmla="*/ 873 w 10000"/>
              <a:gd name="connsiteY72-15876" fmla="*/ 9591 h 10000"/>
              <a:gd name="connsiteX73-15877" fmla="*/ 791 w 10000"/>
              <a:gd name="connsiteY73-15878" fmla="*/ 9591 h 10000"/>
              <a:gd name="connsiteX74-15879" fmla="*/ 708 w 10000"/>
              <a:gd name="connsiteY74-15880" fmla="*/ 9591 h 10000"/>
              <a:gd name="connsiteX75-15881" fmla="*/ 527 w 10000"/>
              <a:gd name="connsiteY75-15882" fmla="*/ 10000 h 10000"/>
              <a:gd name="connsiteX76-15883" fmla="*/ 445 w 10000"/>
              <a:gd name="connsiteY76-15884" fmla="*/ 9591 h 10000"/>
              <a:gd name="connsiteX77-15885" fmla="*/ 362 w 10000"/>
              <a:gd name="connsiteY77-15886" fmla="*/ 9591 h 10000"/>
              <a:gd name="connsiteX78-15887" fmla="*/ 264 w 10000"/>
              <a:gd name="connsiteY78-15888" fmla="*/ 9168 h 10000"/>
              <a:gd name="connsiteX79-15889" fmla="*/ 181 w 10000"/>
              <a:gd name="connsiteY79-15890" fmla="*/ 8264 h 10000"/>
              <a:gd name="connsiteX80-15891" fmla="*/ 99 w 10000"/>
              <a:gd name="connsiteY80-15892" fmla="*/ 7444 h 10000"/>
              <a:gd name="connsiteX81-15893" fmla="*/ 0 w 10000"/>
              <a:gd name="connsiteY81-15894" fmla="*/ 6938 h 10000"/>
              <a:gd name="connsiteX82-15895" fmla="*/ 0 w 10000"/>
              <a:gd name="connsiteY82-15896" fmla="*/ 6534 h 10000"/>
              <a:gd name="connsiteX83-15897" fmla="*/ 0 w 10000"/>
              <a:gd name="connsiteY83-15898" fmla="*/ 6122 h 10000"/>
              <a:gd name="connsiteX84-15899" fmla="*/ 0 w 10000"/>
              <a:gd name="connsiteY84-15900" fmla="*/ 6122 h 10000"/>
              <a:gd name="connsiteX85-15901" fmla="*/ 99 w 10000"/>
              <a:gd name="connsiteY85-15902" fmla="*/ 5695 h 10000"/>
              <a:gd name="connsiteX86-15903" fmla="*/ 362 w 10000"/>
              <a:gd name="connsiteY86-15904" fmla="*/ 4792 h 10000"/>
              <a:gd name="connsiteX87-15905" fmla="*/ 708 w 10000"/>
              <a:gd name="connsiteY87-15906" fmla="*/ 3477 h 10000"/>
              <a:gd name="connsiteX0-15907" fmla="*/ 1829 w 10000"/>
              <a:gd name="connsiteY0-15908" fmla="*/ 3067 h 9590"/>
              <a:gd name="connsiteX1-15909" fmla="*/ 1746 w 10000"/>
              <a:gd name="connsiteY1-15910" fmla="*/ 3476 h 9590"/>
              <a:gd name="connsiteX2-15911" fmla="*/ 1746 w 10000"/>
              <a:gd name="connsiteY2-15912" fmla="*/ 3980 h 9590"/>
              <a:gd name="connsiteX3-15913" fmla="*/ 1746 w 10000"/>
              <a:gd name="connsiteY3-15914" fmla="*/ 3980 h 9590"/>
              <a:gd name="connsiteX4-15915" fmla="*/ 1829 w 10000"/>
              <a:gd name="connsiteY4-15916" fmla="*/ 3980 h 9590"/>
              <a:gd name="connsiteX5-15917" fmla="*/ 1911 w 10000"/>
              <a:gd name="connsiteY5-15918" fmla="*/ 4382 h 9590"/>
              <a:gd name="connsiteX6-15919" fmla="*/ 2010 w 10000"/>
              <a:gd name="connsiteY6-15920" fmla="*/ 4382 h 9590"/>
              <a:gd name="connsiteX7-15921" fmla="*/ 2175 w 10000"/>
              <a:gd name="connsiteY7-15922" fmla="*/ 4382 h 9590"/>
              <a:gd name="connsiteX8-15923" fmla="*/ 2273 w 10000"/>
              <a:gd name="connsiteY8-15924" fmla="*/ 3980 h 9590"/>
              <a:gd name="connsiteX9-15925" fmla="*/ 2356 w 10000"/>
              <a:gd name="connsiteY9-15926" fmla="*/ 3980 h 9590"/>
              <a:gd name="connsiteX10-15927" fmla="*/ 2521 w 10000"/>
              <a:gd name="connsiteY10-15928" fmla="*/ 3980 h 9590"/>
              <a:gd name="connsiteX11-15929" fmla="*/ 2702 w 10000"/>
              <a:gd name="connsiteY11-15930" fmla="*/ 3980 h 9590"/>
              <a:gd name="connsiteX12-15931" fmla="*/ 2883 w 10000"/>
              <a:gd name="connsiteY12-15932" fmla="*/ 3476 h 9590"/>
              <a:gd name="connsiteX13-15933" fmla="*/ 3048 w 10000"/>
              <a:gd name="connsiteY13-15934" fmla="*/ 3476 h 9590"/>
              <a:gd name="connsiteX14-15935" fmla="*/ 3311 w 10000"/>
              <a:gd name="connsiteY14-15936" fmla="*/ 3476 h 9590"/>
              <a:gd name="connsiteX15-15937" fmla="*/ 3575 w 10000"/>
              <a:gd name="connsiteY15-15938" fmla="*/ 3476 h 9590"/>
              <a:gd name="connsiteX16-15939" fmla="*/ 3921 w 10000"/>
              <a:gd name="connsiteY16-15940" fmla="*/ 3067 h 9590"/>
              <a:gd name="connsiteX17-15941" fmla="*/ 4267 w 10000"/>
              <a:gd name="connsiteY17-15942" fmla="*/ 3067 h 9590"/>
              <a:gd name="connsiteX18-15943" fmla="*/ 4613 w 10000"/>
              <a:gd name="connsiteY18-15944" fmla="*/ 3067 h 9590"/>
              <a:gd name="connsiteX19-15945" fmla="*/ 4959 w 10000"/>
              <a:gd name="connsiteY19-15946" fmla="*/ 2651 h 9590"/>
              <a:gd name="connsiteX20-15947" fmla="*/ 5387 w 10000"/>
              <a:gd name="connsiteY20-15948" fmla="*/ 2242 h 9590"/>
              <a:gd name="connsiteX21-15949" fmla="*/ 5832 w 10000"/>
              <a:gd name="connsiteY21-15950" fmla="*/ 2242 h 9590"/>
              <a:gd name="connsiteX22-15951" fmla="*/ 6343 w 10000"/>
              <a:gd name="connsiteY22-15952" fmla="*/ 1735 h 9590"/>
              <a:gd name="connsiteX23-15953" fmla="*/ 6787 w 10000"/>
              <a:gd name="connsiteY23-15954" fmla="*/ 1735 h 9590"/>
              <a:gd name="connsiteX24-15955" fmla="*/ 7298 w 10000"/>
              <a:gd name="connsiteY24-15956" fmla="*/ 1333 h 9590"/>
              <a:gd name="connsiteX25-15957" fmla="*/ 7743 w 10000"/>
              <a:gd name="connsiteY25-15958" fmla="*/ 913 h 9590"/>
              <a:gd name="connsiteX26-15959" fmla="*/ 8171 w 10000"/>
              <a:gd name="connsiteY26-15960" fmla="*/ 913 h 9590"/>
              <a:gd name="connsiteX27-15961" fmla="*/ 8435 w 10000"/>
              <a:gd name="connsiteY27-15962" fmla="*/ 420 h 9590"/>
              <a:gd name="connsiteX28-15963" fmla="*/ 8699 w 10000"/>
              <a:gd name="connsiteY28-15964" fmla="*/ 420 h 9590"/>
              <a:gd name="connsiteX29-15965" fmla="*/ 8962 w 10000"/>
              <a:gd name="connsiteY29-15966" fmla="*/ 420 h 9590"/>
              <a:gd name="connsiteX30-15967" fmla="*/ 9127 w 10000"/>
              <a:gd name="connsiteY30-15968" fmla="*/ 420 h 9590"/>
              <a:gd name="connsiteX31-15969" fmla="*/ 9226 w 10000"/>
              <a:gd name="connsiteY31-15970" fmla="*/ 0 h 9590"/>
              <a:gd name="connsiteX32-15971" fmla="*/ 9390 w 10000"/>
              <a:gd name="connsiteY32-15972" fmla="*/ 420 h 9590"/>
              <a:gd name="connsiteX33-15973" fmla="*/ 9473 w 10000"/>
              <a:gd name="connsiteY33-15974" fmla="*/ 420 h 9590"/>
              <a:gd name="connsiteX34-15975" fmla="*/ 9654 w 10000"/>
              <a:gd name="connsiteY34-15976" fmla="*/ 913 h 9590"/>
              <a:gd name="connsiteX35-15977" fmla="*/ 9736 w 10000"/>
              <a:gd name="connsiteY35-15978" fmla="*/ 913 h 9590"/>
              <a:gd name="connsiteX36-15979" fmla="*/ 9918 w 10000"/>
              <a:gd name="connsiteY36-15980" fmla="*/ 1735 h 9590"/>
              <a:gd name="connsiteX37-15981" fmla="*/ 10000 w 10000"/>
              <a:gd name="connsiteY37-15982" fmla="*/ 2242 h 9590"/>
              <a:gd name="connsiteX38-15983" fmla="*/ 10000 w 10000"/>
              <a:gd name="connsiteY38-15984" fmla="*/ 2651 h 9590"/>
              <a:gd name="connsiteX39-15985" fmla="*/ 10000 w 10000"/>
              <a:gd name="connsiteY39-15986" fmla="*/ 3067 h 9590"/>
              <a:gd name="connsiteX40-15987" fmla="*/ 10000 w 10000"/>
              <a:gd name="connsiteY40-15988" fmla="*/ 3067 h 9590"/>
              <a:gd name="connsiteX41-15989" fmla="*/ 10000 w 10000"/>
              <a:gd name="connsiteY41-15990" fmla="*/ 3476 h 9590"/>
              <a:gd name="connsiteX42-15991" fmla="*/ 9918 w 10000"/>
              <a:gd name="connsiteY42-15992" fmla="*/ 3476 h 9590"/>
              <a:gd name="connsiteX43-15993" fmla="*/ 9819 w 10000"/>
              <a:gd name="connsiteY43-15994" fmla="*/ 3476 h 9590"/>
              <a:gd name="connsiteX44-15995" fmla="*/ 9736 w 10000"/>
              <a:gd name="connsiteY44-15996" fmla="*/ 3980 h 9590"/>
              <a:gd name="connsiteX45-15997" fmla="*/ 9572 w 10000"/>
              <a:gd name="connsiteY45-15998" fmla="*/ 3980 h 9590"/>
              <a:gd name="connsiteX46-15999" fmla="*/ 9390 w 10000"/>
              <a:gd name="connsiteY46-16000" fmla="*/ 3980 h 9590"/>
              <a:gd name="connsiteX47-16001" fmla="*/ 9127 w 10000"/>
              <a:gd name="connsiteY47-16002" fmla="*/ 3980 h 9590"/>
              <a:gd name="connsiteX48-16003" fmla="*/ 8863 w 10000"/>
              <a:gd name="connsiteY48-16004" fmla="*/ 3980 h 9590"/>
              <a:gd name="connsiteX49-16005" fmla="*/ 8616 w 10000"/>
              <a:gd name="connsiteY49-16006" fmla="*/ 3980 h 9590"/>
              <a:gd name="connsiteX50-16007" fmla="*/ 8353 w 10000"/>
              <a:gd name="connsiteY50-16008" fmla="*/ 3980 h 9590"/>
              <a:gd name="connsiteX51-16009" fmla="*/ 8007 w 10000"/>
              <a:gd name="connsiteY51-16010" fmla="*/ 3980 h 9590"/>
              <a:gd name="connsiteX52-16011" fmla="*/ 7661 w 10000"/>
              <a:gd name="connsiteY52-16012" fmla="*/ 3980 h 9590"/>
              <a:gd name="connsiteX53-16013" fmla="*/ 7298 w 10000"/>
              <a:gd name="connsiteY53-16014" fmla="*/ 4382 h 9590"/>
              <a:gd name="connsiteX54-16015" fmla="*/ 6870 w 10000"/>
              <a:gd name="connsiteY54-16016" fmla="*/ 4382 h 9590"/>
              <a:gd name="connsiteX55-16017" fmla="*/ 6442 w 10000"/>
              <a:gd name="connsiteY55-16018" fmla="*/ 4382 h 9590"/>
              <a:gd name="connsiteX56-16019" fmla="*/ 5651 w 10000"/>
              <a:gd name="connsiteY56-16020" fmla="*/ 4791 h 9590"/>
              <a:gd name="connsiteX57-16021" fmla="*/ 4876 w 10000"/>
              <a:gd name="connsiteY57-16022" fmla="*/ 5285 h 9590"/>
              <a:gd name="connsiteX58-16023" fmla="*/ 4185 w 10000"/>
              <a:gd name="connsiteY58-16024" fmla="*/ 5712 h 9590"/>
              <a:gd name="connsiteX59-16025" fmla="*/ 3476 w 10000"/>
              <a:gd name="connsiteY59-16026" fmla="*/ 6124 h 9590"/>
              <a:gd name="connsiteX60-16027" fmla="*/ 3130 w 10000"/>
              <a:gd name="connsiteY60-16028" fmla="*/ 6124 h 9590"/>
              <a:gd name="connsiteX61-16029" fmla="*/ 2883 w 10000"/>
              <a:gd name="connsiteY61-16030" fmla="*/ 6528 h 9590"/>
              <a:gd name="connsiteX62-16031" fmla="*/ 2521 w 10000"/>
              <a:gd name="connsiteY62-16032" fmla="*/ 7034 h 9590"/>
              <a:gd name="connsiteX63-16033" fmla="*/ 2273 w 10000"/>
              <a:gd name="connsiteY63-16034" fmla="*/ 7034 h 9590"/>
              <a:gd name="connsiteX64-16035" fmla="*/ 2092 w 10000"/>
              <a:gd name="connsiteY64-16036" fmla="*/ 7437 h 9590"/>
              <a:gd name="connsiteX65-16037" fmla="*/ 1829 w 10000"/>
              <a:gd name="connsiteY65-16038" fmla="*/ 7437 h 9590"/>
              <a:gd name="connsiteX66-16039" fmla="*/ 1664 w 10000"/>
              <a:gd name="connsiteY66-16040" fmla="*/ 7854 h 9590"/>
              <a:gd name="connsiteX67-16041" fmla="*/ 1400 w 10000"/>
              <a:gd name="connsiteY67-16042" fmla="*/ 8349 h 9590"/>
              <a:gd name="connsiteX68-16043" fmla="*/ 1219 w 10000"/>
              <a:gd name="connsiteY68-16044" fmla="*/ 8349 h 9590"/>
              <a:gd name="connsiteX69-16045" fmla="*/ 1137 w 10000"/>
              <a:gd name="connsiteY69-16046" fmla="*/ 8758 h 9590"/>
              <a:gd name="connsiteX70-16047" fmla="*/ 956 w 10000"/>
              <a:gd name="connsiteY70-16048" fmla="*/ 8758 h 9590"/>
              <a:gd name="connsiteX71-16049" fmla="*/ 873 w 10000"/>
              <a:gd name="connsiteY71-16050" fmla="*/ 9181 h 9590"/>
              <a:gd name="connsiteX72-16051" fmla="*/ 791 w 10000"/>
              <a:gd name="connsiteY72-16052" fmla="*/ 9181 h 9590"/>
              <a:gd name="connsiteX73-16053" fmla="*/ 708 w 10000"/>
              <a:gd name="connsiteY73-16054" fmla="*/ 9181 h 9590"/>
              <a:gd name="connsiteX74-16055" fmla="*/ 527 w 10000"/>
              <a:gd name="connsiteY74-16056" fmla="*/ 9590 h 9590"/>
              <a:gd name="connsiteX75-16057" fmla="*/ 445 w 10000"/>
              <a:gd name="connsiteY75-16058" fmla="*/ 9181 h 9590"/>
              <a:gd name="connsiteX76-16059" fmla="*/ 362 w 10000"/>
              <a:gd name="connsiteY76-16060" fmla="*/ 9181 h 9590"/>
              <a:gd name="connsiteX77-16061" fmla="*/ 264 w 10000"/>
              <a:gd name="connsiteY77-16062" fmla="*/ 8758 h 9590"/>
              <a:gd name="connsiteX78-16063" fmla="*/ 181 w 10000"/>
              <a:gd name="connsiteY78-16064" fmla="*/ 7854 h 9590"/>
              <a:gd name="connsiteX79-16065" fmla="*/ 99 w 10000"/>
              <a:gd name="connsiteY79-16066" fmla="*/ 7034 h 9590"/>
              <a:gd name="connsiteX80-16067" fmla="*/ 0 w 10000"/>
              <a:gd name="connsiteY80-16068" fmla="*/ 6528 h 9590"/>
              <a:gd name="connsiteX81-16069" fmla="*/ 0 w 10000"/>
              <a:gd name="connsiteY81-16070" fmla="*/ 6124 h 9590"/>
              <a:gd name="connsiteX82-16071" fmla="*/ 0 w 10000"/>
              <a:gd name="connsiteY82-16072" fmla="*/ 5712 h 9590"/>
              <a:gd name="connsiteX83-16073" fmla="*/ 0 w 10000"/>
              <a:gd name="connsiteY83-16074" fmla="*/ 5712 h 9590"/>
              <a:gd name="connsiteX84-16075" fmla="*/ 99 w 10000"/>
              <a:gd name="connsiteY84-16076" fmla="*/ 5285 h 9590"/>
              <a:gd name="connsiteX85-16077" fmla="*/ 362 w 10000"/>
              <a:gd name="connsiteY85-16078" fmla="*/ 4382 h 9590"/>
              <a:gd name="connsiteX86-16079" fmla="*/ 708 w 10000"/>
              <a:gd name="connsiteY86-16080" fmla="*/ 3067 h 9590"/>
              <a:gd name="connsiteX0-16081" fmla="*/ 1829 w 10000"/>
              <a:gd name="connsiteY0-16082" fmla="*/ 3198 h 10000"/>
              <a:gd name="connsiteX1-16083" fmla="*/ 1746 w 10000"/>
              <a:gd name="connsiteY1-16084" fmla="*/ 3625 h 10000"/>
              <a:gd name="connsiteX2-16085" fmla="*/ 1746 w 10000"/>
              <a:gd name="connsiteY2-16086" fmla="*/ 4150 h 10000"/>
              <a:gd name="connsiteX3-16087" fmla="*/ 1746 w 10000"/>
              <a:gd name="connsiteY3-16088" fmla="*/ 4150 h 10000"/>
              <a:gd name="connsiteX4-16089" fmla="*/ 1829 w 10000"/>
              <a:gd name="connsiteY4-16090" fmla="*/ 4150 h 10000"/>
              <a:gd name="connsiteX5-16091" fmla="*/ 1911 w 10000"/>
              <a:gd name="connsiteY5-16092" fmla="*/ 4569 h 10000"/>
              <a:gd name="connsiteX6-16093" fmla="*/ 2010 w 10000"/>
              <a:gd name="connsiteY6-16094" fmla="*/ 4569 h 10000"/>
              <a:gd name="connsiteX7-16095" fmla="*/ 2175 w 10000"/>
              <a:gd name="connsiteY7-16096" fmla="*/ 4569 h 10000"/>
              <a:gd name="connsiteX8-16097" fmla="*/ 2273 w 10000"/>
              <a:gd name="connsiteY8-16098" fmla="*/ 4150 h 10000"/>
              <a:gd name="connsiteX9-16099" fmla="*/ 2356 w 10000"/>
              <a:gd name="connsiteY9-16100" fmla="*/ 4150 h 10000"/>
              <a:gd name="connsiteX10-16101" fmla="*/ 2521 w 10000"/>
              <a:gd name="connsiteY10-16102" fmla="*/ 4150 h 10000"/>
              <a:gd name="connsiteX11-16103" fmla="*/ 2702 w 10000"/>
              <a:gd name="connsiteY11-16104" fmla="*/ 4150 h 10000"/>
              <a:gd name="connsiteX12-16105" fmla="*/ 2883 w 10000"/>
              <a:gd name="connsiteY12-16106" fmla="*/ 3625 h 10000"/>
              <a:gd name="connsiteX13-16107" fmla="*/ 3048 w 10000"/>
              <a:gd name="connsiteY13-16108" fmla="*/ 3625 h 10000"/>
              <a:gd name="connsiteX14-16109" fmla="*/ 3311 w 10000"/>
              <a:gd name="connsiteY14-16110" fmla="*/ 3625 h 10000"/>
              <a:gd name="connsiteX15-16111" fmla="*/ 3575 w 10000"/>
              <a:gd name="connsiteY15-16112" fmla="*/ 3625 h 10000"/>
              <a:gd name="connsiteX16-16113" fmla="*/ 3921 w 10000"/>
              <a:gd name="connsiteY16-16114" fmla="*/ 3198 h 10000"/>
              <a:gd name="connsiteX17-16115" fmla="*/ 4267 w 10000"/>
              <a:gd name="connsiteY17-16116" fmla="*/ 3198 h 10000"/>
              <a:gd name="connsiteX18-16117" fmla="*/ 4613 w 10000"/>
              <a:gd name="connsiteY18-16118" fmla="*/ 3198 h 10000"/>
              <a:gd name="connsiteX19-16119" fmla="*/ 4959 w 10000"/>
              <a:gd name="connsiteY19-16120" fmla="*/ 2764 h 10000"/>
              <a:gd name="connsiteX20-16121" fmla="*/ 5387 w 10000"/>
              <a:gd name="connsiteY20-16122" fmla="*/ 2338 h 10000"/>
              <a:gd name="connsiteX21-16123" fmla="*/ 5832 w 10000"/>
              <a:gd name="connsiteY21-16124" fmla="*/ 2338 h 10000"/>
              <a:gd name="connsiteX22-16125" fmla="*/ 6343 w 10000"/>
              <a:gd name="connsiteY22-16126" fmla="*/ 1809 h 10000"/>
              <a:gd name="connsiteX23-16127" fmla="*/ 6787 w 10000"/>
              <a:gd name="connsiteY23-16128" fmla="*/ 1809 h 10000"/>
              <a:gd name="connsiteX24-16129" fmla="*/ 7298 w 10000"/>
              <a:gd name="connsiteY24-16130" fmla="*/ 1390 h 10000"/>
              <a:gd name="connsiteX25-16131" fmla="*/ 7743 w 10000"/>
              <a:gd name="connsiteY25-16132" fmla="*/ 952 h 10000"/>
              <a:gd name="connsiteX26-16133" fmla="*/ 8171 w 10000"/>
              <a:gd name="connsiteY26-16134" fmla="*/ 952 h 10000"/>
              <a:gd name="connsiteX27-16135" fmla="*/ 8435 w 10000"/>
              <a:gd name="connsiteY27-16136" fmla="*/ 438 h 10000"/>
              <a:gd name="connsiteX28-16137" fmla="*/ 8699 w 10000"/>
              <a:gd name="connsiteY28-16138" fmla="*/ 438 h 10000"/>
              <a:gd name="connsiteX29-16139" fmla="*/ 8962 w 10000"/>
              <a:gd name="connsiteY29-16140" fmla="*/ 438 h 10000"/>
              <a:gd name="connsiteX30-16141" fmla="*/ 9127 w 10000"/>
              <a:gd name="connsiteY30-16142" fmla="*/ 438 h 10000"/>
              <a:gd name="connsiteX31-16143" fmla="*/ 9226 w 10000"/>
              <a:gd name="connsiteY31-16144" fmla="*/ 0 h 10000"/>
              <a:gd name="connsiteX32-16145" fmla="*/ 9390 w 10000"/>
              <a:gd name="connsiteY32-16146" fmla="*/ 438 h 10000"/>
              <a:gd name="connsiteX33-16147" fmla="*/ 9473 w 10000"/>
              <a:gd name="connsiteY33-16148" fmla="*/ 438 h 10000"/>
              <a:gd name="connsiteX34-16149" fmla="*/ 9654 w 10000"/>
              <a:gd name="connsiteY34-16150" fmla="*/ 952 h 10000"/>
              <a:gd name="connsiteX35-16151" fmla="*/ 9736 w 10000"/>
              <a:gd name="connsiteY35-16152" fmla="*/ 952 h 10000"/>
              <a:gd name="connsiteX36-16153" fmla="*/ 9918 w 10000"/>
              <a:gd name="connsiteY36-16154" fmla="*/ 1809 h 10000"/>
              <a:gd name="connsiteX37-16155" fmla="*/ 10000 w 10000"/>
              <a:gd name="connsiteY37-16156" fmla="*/ 2338 h 10000"/>
              <a:gd name="connsiteX38-16157" fmla="*/ 10000 w 10000"/>
              <a:gd name="connsiteY38-16158" fmla="*/ 2764 h 10000"/>
              <a:gd name="connsiteX39-16159" fmla="*/ 10000 w 10000"/>
              <a:gd name="connsiteY39-16160" fmla="*/ 3198 h 10000"/>
              <a:gd name="connsiteX40-16161" fmla="*/ 10000 w 10000"/>
              <a:gd name="connsiteY40-16162" fmla="*/ 3198 h 10000"/>
              <a:gd name="connsiteX41-16163" fmla="*/ 10000 w 10000"/>
              <a:gd name="connsiteY41-16164" fmla="*/ 3625 h 10000"/>
              <a:gd name="connsiteX42-16165" fmla="*/ 9918 w 10000"/>
              <a:gd name="connsiteY42-16166" fmla="*/ 3625 h 10000"/>
              <a:gd name="connsiteX43-16167" fmla="*/ 9819 w 10000"/>
              <a:gd name="connsiteY43-16168" fmla="*/ 3625 h 10000"/>
              <a:gd name="connsiteX44-16169" fmla="*/ 9736 w 10000"/>
              <a:gd name="connsiteY44-16170" fmla="*/ 4150 h 10000"/>
              <a:gd name="connsiteX45-16171" fmla="*/ 9572 w 10000"/>
              <a:gd name="connsiteY45-16172" fmla="*/ 4150 h 10000"/>
              <a:gd name="connsiteX46-16173" fmla="*/ 9390 w 10000"/>
              <a:gd name="connsiteY46-16174" fmla="*/ 4150 h 10000"/>
              <a:gd name="connsiteX47-16175" fmla="*/ 9127 w 10000"/>
              <a:gd name="connsiteY47-16176" fmla="*/ 4150 h 10000"/>
              <a:gd name="connsiteX48-16177" fmla="*/ 8863 w 10000"/>
              <a:gd name="connsiteY48-16178" fmla="*/ 4150 h 10000"/>
              <a:gd name="connsiteX49-16179" fmla="*/ 8616 w 10000"/>
              <a:gd name="connsiteY49-16180" fmla="*/ 4150 h 10000"/>
              <a:gd name="connsiteX50-16181" fmla="*/ 8353 w 10000"/>
              <a:gd name="connsiteY50-16182" fmla="*/ 4150 h 10000"/>
              <a:gd name="connsiteX51-16183" fmla="*/ 8007 w 10000"/>
              <a:gd name="connsiteY51-16184" fmla="*/ 4150 h 10000"/>
              <a:gd name="connsiteX52-16185" fmla="*/ 7661 w 10000"/>
              <a:gd name="connsiteY52-16186" fmla="*/ 4150 h 10000"/>
              <a:gd name="connsiteX53-16187" fmla="*/ 7298 w 10000"/>
              <a:gd name="connsiteY53-16188" fmla="*/ 4569 h 10000"/>
              <a:gd name="connsiteX54-16189" fmla="*/ 6870 w 10000"/>
              <a:gd name="connsiteY54-16190" fmla="*/ 4569 h 10000"/>
              <a:gd name="connsiteX55-16191" fmla="*/ 6442 w 10000"/>
              <a:gd name="connsiteY55-16192" fmla="*/ 4569 h 10000"/>
              <a:gd name="connsiteX56-16193" fmla="*/ 5651 w 10000"/>
              <a:gd name="connsiteY56-16194" fmla="*/ 4996 h 10000"/>
              <a:gd name="connsiteX57-16195" fmla="*/ 4876 w 10000"/>
              <a:gd name="connsiteY57-16196" fmla="*/ 5511 h 10000"/>
              <a:gd name="connsiteX58-16197" fmla="*/ 4185 w 10000"/>
              <a:gd name="connsiteY58-16198" fmla="*/ 5956 h 10000"/>
              <a:gd name="connsiteX59-16199" fmla="*/ 3476 w 10000"/>
              <a:gd name="connsiteY59-16200" fmla="*/ 6386 h 10000"/>
              <a:gd name="connsiteX60-16201" fmla="*/ 3130 w 10000"/>
              <a:gd name="connsiteY60-16202" fmla="*/ 6386 h 10000"/>
              <a:gd name="connsiteX61-16203" fmla="*/ 2883 w 10000"/>
              <a:gd name="connsiteY61-16204" fmla="*/ 6807 h 10000"/>
              <a:gd name="connsiteX62-16205" fmla="*/ 2521 w 10000"/>
              <a:gd name="connsiteY62-16206" fmla="*/ 7335 h 10000"/>
              <a:gd name="connsiteX63-16207" fmla="*/ 2273 w 10000"/>
              <a:gd name="connsiteY63-16208" fmla="*/ 7335 h 10000"/>
              <a:gd name="connsiteX64-16209" fmla="*/ 2092 w 10000"/>
              <a:gd name="connsiteY64-16210" fmla="*/ 7755 h 10000"/>
              <a:gd name="connsiteX65-16211" fmla="*/ 1829 w 10000"/>
              <a:gd name="connsiteY65-16212" fmla="*/ 7755 h 10000"/>
              <a:gd name="connsiteX66-16213" fmla="*/ 1664 w 10000"/>
              <a:gd name="connsiteY66-16214" fmla="*/ 8190 h 10000"/>
              <a:gd name="connsiteX67-16215" fmla="*/ 1400 w 10000"/>
              <a:gd name="connsiteY67-16216" fmla="*/ 8706 h 10000"/>
              <a:gd name="connsiteX68-16217" fmla="*/ 1219 w 10000"/>
              <a:gd name="connsiteY68-16218" fmla="*/ 8706 h 10000"/>
              <a:gd name="connsiteX69-16219" fmla="*/ 1137 w 10000"/>
              <a:gd name="connsiteY69-16220" fmla="*/ 9132 h 10000"/>
              <a:gd name="connsiteX70-16221" fmla="*/ 956 w 10000"/>
              <a:gd name="connsiteY70-16222" fmla="*/ 9132 h 10000"/>
              <a:gd name="connsiteX71-16223" fmla="*/ 873 w 10000"/>
              <a:gd name="connsiteY71-16224" fmla="*/ 9574 h 10000"/>
              <a:gd name="connsiteX72-16225" fmla="*/ 791 w 10000"/>
              <a:gd name="connsiteY72-16226" fmla="*/ 9574 h 10000"/>
              <a:gd name="connsiteX73-16227" fmla="*/ 708 w 10000"/>
              <a:gd name="connsiteY73-16228" fmla="*/ 9574 h 10000"/>
              <a:gd name="connsiteX74-16229" fmla="*/ 527 w 10000"/>
              <a:gd name="connsiteY74-16230" fmla="*/ 10000 h 10000"/>
              <a:gd name="connsiteX75-16231" fmla="*/ 445 w 10000"/>
              <a:gd name="connsiteY75-16232" fmla="*/ 9574 h 10000"/>
              <a:gd name="connsiteX76-16233" fmla="*/ 362 w 10000"/>
              <a:gd name="connsiteY76-16234" fmla="*/ 9574 h 10000"/>
              <a:gd name="connsiteX77-16235" fmla="*/ 264 w 10000"/>
              <a:gd name="connsiteY77-16236" fmla="*/ 9132 h 10000"/>
              <a:gd name="connsiteX78-16237" fmla="*/ 181 w 10000"/>
              <a:gd name="connsiteY78-16238" fmla="*/ 8190 h 10000"/>
              <a:gd name="connsiteX79-16239" fmla="*/ 99 w 10000"/>
              <a:gd name="connsiteY79-16240" fmla="*/ 7335 h 10000"/>
              <a:gd name="connsiteX80-16241" fmla="*/ 0 w 10000"/>
              <a:gd name="connsiteY80-16242" fmla="*/ 6807 h 10000"/>
              <a:gd name="connsiteX81-16243" fmla="*/ 0 w 10000"/>
              <a:gd name="connsiteY81-16244" fmla="*/ 6386 h 10000"/>
              <a:gd name="connsiteX82-16245" fmla="*/ 0 w 10000"/>
              <a:gd name="connsiteY82-16246" fmla="*/ 5956 h 10000"/>
              <a:gd name="connsiteX83-16247" fmla="*/ 0 w 10000"/>
              <a:gd name="connsiteY83-16248" fmla="*/ 5956 h 10000"/>
              <a:gd name="connsiteX84-16249" fmla="*/ 99 w 10000"/>
              <a:gd name="connsiteY84-16250" fmla="*/ 5511 h 10000"/>
              <a:gd name="connsiteX85-16251" fmla="*/ 362 w 10000"/>
              <a:gd name="connsiteY85-16252" fmla="*/ 4569 h 10000"/>
              <a:gd name="connsiteX0-16253" fmla="*/ 1829 w 10000"/>
              <a:gd name="connsiteY0-16254" fmla="*/ 3198 h 10000"/>
              <a:gd name="connsiteX1-16255" fmla="*/ 1746 w 10000"/>
              <a:gd name="connsiteY1-16256" fmla="*/ 3625 h 10000"/>
              <a:gd name="connsiteX2-16257" fmla="*/ 1746 w 10000"/>
              <a:gd name="connsiteY2-16258" fmla="*/ 4150 h 10000"/>
              <a:gd name="connsiteX3-16259" fmla="*/ 1746 w 10000"/>
              <a:gd name="connsiteY3-16260" fmla="*/ 4150 h 10000"/>
              <a:gd name="connsiteX4-16261" fmla="*/ 1829 w 10000"/>
              <a:gd name="connsiteY4-16262" fmla="*/ 4150 h 10000"/>
              <a:gd name="connsiteX5-16263" fmla="*/ 1911 w 10000"/>
              <a:gd name="connsiteY5-16264" fmla="*/ 4569 h 10000"/>
              <a:gd name="connsiteX6-16265" fmla="*/ 2010 w 10000"/>
              <a:gd name="connsiteY6-16266" fmla="*/ 4569 h 10000"/>
              <a:gd name="connsiteX7-16267" fmla="*/ 2175 w 10000"/>
              <a:gd name="connsiteY7-16268" fmla="*/ 4569 h 10000"/>
              <a:gd name="connsiteX8-16269" fmla="*/ 2273 w 10000"/>
              <a:gd name="connsiteY8-16270" fmla="*/ 4150 h 10000"/>
              <a:gd name="connsiteX9-16271" fmla="*/ 2356 w 10000"/>
              <a:gd name="connsiteY9-16272" fmla="*/ 4150 h 10000"/>
              <a:gd name="connsiteX10-16273" fmla="*/ 2521 w 10000"/>
              <a:gd name="connsiteY10-16274" fmla="*/ 4150 h 10000"/>
              <a:gd name="connsiteX11-16275" fmla="*/ 2702 w 10000"/>
              <a:gd name="connsiteY11-16276" fmla="*/ 4150 h 10000"/>
              <a:gd name="connsiteX12-16277" fmla="*/ 2883 w 10000"/>
              <a:gd name="connsiteY12-16278" fmla="*/ 3625 h 10000"/>
              <a:gd name="connsiteX13-16279" fmla="*/ 3048 w 10000"/>
              <a:gd name="connsiteY13-16280" fmla="*/ 3625 h 10000"/>
              <a:gd name="connsiteX14-16281" fmla="*/ 3311 w 10000"/>
              <a:gd name="connsiteY14-16282" fmla="*/ 3625 h 10000"/>
              <a:gd name="connsiteX15-16283" fmla="*/ 3575 w 10000"/>
              <a:gd name="connsiteY15-16284" fmla="*/ 3625 h 10000"/>
              <a:gd name="connsiteX16-16285" fmla="*/ 3921 w 10000"/>
              <a:gd name="connsiteY16-16286" fmla="*/ 3198 h 10000"/>
              <a:gd name="connsiteX17-16287" fmla="*/ 4267 w 10000"/>
              <a:gd name="connsiteY17-16288" fmla="*/ 3198 h 10000"/>
              <a:gd name="connsiteX18-16289" fmla="*/ 4613 w 10000"/>
              <a:gd name="connsiteY18-16290" fmla="*/ 3198 h 10000"/>
              <a:gd name="connsiteX19-16291" fmla="*/ 4959 w 10000"/>
              <a:gd name="connsiteY19-16292" fmla="*/ 2764 h 10000"/>
              <a:gd name="connsiteX20-16293" fmla="*/ 5387 w 10000"/>
              <a:gd name="connsiteY20-16294" fmla="*/ 2338 h 10000"/>
              <a:gd name="connsiteX21-16295" fmla="*/ 5832 w 10000"/>
              <a:gd name="connsiteY21-16296" fmla="*/ 2338 h 10000"/>
              <a:gd name="connsiteX22-16297" fmla="*/ 6343 w 10000"/>
              <a:gd name="connsiteY22-16298" fmla="*/ 1809 h 10000"/>
              <a:gd name="connsiteX23-16299" fmla="*/ 6787 w 10000"/>
              <a:gd name="connsiteY23-16300" fmla="*/ 1809 h 10000"/>
              <a:gd name="connsiteX24-16301" fmla="*/ 7298 w 10000"/>
              <a:gd name="connsiteY24-16302" fmla="*/ 1390 h 10000"/>
              <a:gd name="connsiteX25-16303" fmla="*/ 7743 w 10000"/>
              <a:gd name="connsiteY25-16304" fmla="*/ 952 h 10000"/>
              <a:gd name="connsiteX26-16305" fmla="*/ 8171 w 10000"/>
              <a:gd name="connsiteY26-16306" fmla="*/ 952 h 10000"/>
              <a:gd name="connsiteX27-16307" fmla="*/ 8435 w 10000"/>
              <a:gd name="connsiteY27-16308" fmla="*/ 438 h 10000"/>
              <a:gd name="connsiteX28-16309" fmla="*/ 8699 w 10000"/>
              <a:gd name="connsiteY28-16310" fmla="*/ 438 h 10000"/>
              <a:gd name="connsiteX29-16311" fmla="*/ 8962 w 10000"/>
              <a:gd name="connsiteY29-16312" fmla="*/ 438 h 10000"/>
              <a:gd name="connsiteX30-16313" fmla="*/ 9127 w 10000"/>
              <a:gd name="connsiteY30-16314" fmla="*/ 438 h 10000"/>
              <a:gd name="connsiteX31-16315" fmla="*/ 9226 w 10000"/>
              <a:gd name="connsiteY31-16316" fmla="*/ 0 h 10000"/>
              <a:gd name="connsiteX32-16317" fmla="*/ 9390 w 10000"/>
              <a:gd name="connsiteY32-16318" fmla="*/ 438 h 10000"/>
              <a:gd name="connsiteX33-16319" fmla="*/ 9473 w 10000"/>
              <a:gd name="connsiteY33-16320" fmla="*/ 438 h 10000"/>
              <a:gd name="connsiteX34-16321" fmla="*/ 9654 w 10000"/>
              <a:gd name="connsiteY34-16322" fmla="*/ 952 h 10000"/>
              <a:gd name="connsiteX35-16323" fmla="*/ 9736 w 10000"/>
              <a:gd name="connsiteY35-16324" fmla="*/ 952 h 10000"/>
              <a:gd name="connsiteX36-16325" fmla="*/ 9918 w 10000"/>
              <a:gd name="connsiteY36-16326" fmla="*/ 1809 h 10000"/>
              <a:gd name="connsiteX37-16327" fmla="*/ 10000 w 10000"/>
              <a:gd name="connsiteY37-16328" fmla="*/ 2338 h 10000"/>
              <a:gd name="connsiteX38-16329" fmla="*/ 10000 w 10000"/>
              <a:gd name="connsiteY38-16330" fmla="*/ 2764 h 10000"/>
              <a:gd name="connsiteX39-16331" fmla="*/ 10000 w 10000"/>
              <a:gd name="connsiteY39-16332" fmla="*/ 3198 h 10000"/>
              <a:gd name="connsiteX40-16333" fmla="*/ 10000 w 10000"/>
              <a:gd name="connsiteY40-16334" fmla="*/ 3198 h 10000"/>
              <a:gd name="connsiteX41-16335" fmla="*/ 10000 w 10000"/>
              <a:gd name="connsiteY41-16336" fmla="*/ 3625 h 10000"/>
              <a:gd name="connsiteX42-16337" fmla="*/ 9918 w 10000"/>
              <a:gd name="connsiteY42-16338" fmla="*/ 3625 h 10000"/>
              <a:gd name="connsiteX43-16339" fmla="*/ 9819 w 10000"/>
              <a:gd name="connsiteY43-16340" fmla="*/ 3625 h 10000"/>
              <a:gd name="connsiteX44-16341" fmla="*/ 9736 w 10000"/>
              <a:gd name="connsiteY44-16342" fmla="*/ 4150 h 10000"/>
              <a:gd name="connsiteX45-16343" fmla="*/ 9572 w 10000"/>
              <a:gd name="connsiteY45-16344" fmla="*/ 4150 h 10000"/>
              <a:gd name="connsiteX46-16345" fmla="*/ 9390 w 10000"/>
              <a:gd name="connsiteY46-16346" fmla="*/ 4150 h 10000"/>
              <a:gd name="connsiteX47-16347" fmla="*/ 9127 w 10000"/>
              <a:gd name="connsiteY47-16348" fmla="*/ 4150 h 10000"/>
              <a:gd name="connsiteX48-16349" fmla="*/ 8863 w 10000"/>
              <a:gd name="connsiteY48-16350" fmla="*/ 4150 h 10000"/>
              <a:gd name="connsiteX49-16351" fmla="*/ 8616 w 10000"/>
              <a:gd name="connsiteY49-16352" fmla="*/ 4150 h 10000"/>
              <a:gd name="connsiteX50-16353" fmla="*/ 8353 w 10000"/>
              <a:gd name="connsiteY50-16354" fmla="*/ 4150 h 10000"/>
              <a:gd name="connsiteX51-16355" fmla="*/ 8007 w 10000"/>
              <a:gd name="connsiteY51-16356" fmla="*/ 4150 h 10000"/>
              <a:gd name="connsiteX52-16357" fmla="*/ 7661 w 10000"/>
              <a:gd name="connsiteY52-16358" fmla="*/ 4150 h 10000"/>
              <a:gd name="connsiteX53-16359" fmla="*/ 7298 w 10000"/>
              <a:gd name="connsiteY53-16360" fmla="*/ 4569 h 10000"/>
              <a:gd name="connsiteX54-16361" fmla="*/ 6870 w 10000"/>
              <a:gd name="connsiteY54-16362" fmla="*/ 4569 h 10000"/>
              <a:gd name="connsiteX55-16363" fmla="*/ 6442 w 10000"/>
              <a:gd name="connsiteY55-16364" fmla="*/ 4569 h 10000"/>
              <a:gd name="connsiteX56-16365" fmla="*/ 5651 w 10000"/>
              <a:gd name="connsiteY56-16366" fmla="*/ 4996 h 10000"/>
              <a:gd name="connsiteX57-16367" fmla="*/ 4876 w 10000"/>
              <a:gd name="connsiteY57-16368" fmla="*/ 5511 h 10000"/>
              <a:gd name="connsiteX58-16369" fmla="*/ 4185 w 10000"/>
              <a:gd name="connsiteY58-16370" fmla="*/ 5956 h 10000"/>
              <a:gd name="connsiteX59-16371" fmla="*/ 3476 w 10000"/>
              <a:gd name="connsiteY59-16372" fmla="*/ 6386 h 10000"/>
              <a:gd name="connsiteX60-16373" fmla="*/ 3130 w 10000"/>
              <a:gd name="connsiteY60-16374" fmla="*/ 6386 h 10000"/>
              <a:gd name="connsiteX61-16375" fmla="*/ 2883 w 10000"/>
              <a:gd name="connsiteY61-16376" fmla="*/ 6807 h 10000"/>
              <a:gd name="connsiteX62-16377" fmla="*/ 2521 w 10000"/>
              <a:gd name="connsiteY62-16378" fmla="*/ 7335 h 10000"/>
              <a:gd name="connsiteX63-16379" fmla="*/ 2273 w 10000"/>
              <a:gd name="connsiteY63-16380" fmla="*/ 7335 h 10000"/>
              <a:gd name="connsiteX64-16381" fmla="*/ 2092 w 10000"/>
              <a:gd name="connsiteY64-16382" fmla="*/ 7755 h 10000"/>
              <a:gd name="connsiteX65-16383" fmla="*/ 1829 w 10000"/>
              <a:gd name="connsiteY65-16384" fmla="*/ 7755 h 10000"/>
              <a:gd name="connsiteX66-16385" fmla="*/ 1664 w 10000"/>
              <a:gd name="connsiteY66-16386" fmla="*/ 8190 h 10000"/>
              <a:gd name="connsiteX67-16387" fmla="*/ 1400 w 10000"/>
              <a:gd name="connsiteY67-16388" fmla="*/ 8706 h 10000"/>
              <a:gd name="connsiteX68-16389" fmla="*/ 1219 w 10000"/>
              <a:gd name="connsiteY68-16390" fmla="*/ 8706 h 10000"/>
              <a:gd name="connsiteX69-16391" fmla="*/ 1137 w 10000"/>
              <a:gd name="connsiteY69-16392" fmla="*/ 9132 h 10000"/>
              <a:gd name="connsiteX70-16393" fmla="*/ 956 w 10000"/>
              <a:gd name="connsiteY70-16394" fmla="*/ 9132 h 10000"/>
              <a:gd name="connsiteX71-16395" fmla="*/ 873 w 10000"/>
              <a:gd name="connsiteY71-16396" fmla="*/ 9574 h 10000"/>
              <a:gd name="connsiteX72-16397" fmla="*/ 791 w 10000"/>
              <a:gd name="connsiteY72-16398" fmla="*/ 9574 h 10000"/>
              <a:gd name="connsiteX73-16399" fmla="*/ 708 w 10000"/>
              <a:gd name="connsiteY73-16400" fmla="*/ 9574 h 10000"/>
              <a:gd name="connsiteX74-16401" fmla="*/ 527 w 10000"/>
              <a:gd name="connsiteY74-16402" fmla="*/ 10000 h 10000"/>
              <a:gd name="connsiteX75-16403" fmla="*/ 445 w 10000"/>
              <a:gd name="connsiteY75-16404" fmla="*/ 9574 h 10000"/>
              <a:gd name="connsiteX76-16405" fmla="*/ 362 w 10000"/>
              <a:gd name="connsiteY76-16406" fmla="*/ 9574 h 10000"/>
              <a:gd name="connsiteX77-16407" fmla="*/ 264 w 10000"/>
              <a:gd name="connsiteY77-16408" fmla="*/ 9132 h 10000"/>
              <a:gd name="connsiteX78-16409" fmla="*/ 181 w 10000"/>
              <a:gd name="connsiteY78-16410" fmla="*/ 8190 h 10000"/>
              <a:gd name="connsiteX79-16411" fmla="*/ 99 w 10000"/>
              <a:gd name="connsiteY79-16412" fmla="*/ 7335 h 10000"/>
              <a:gd name="connsiteX80-16413" fmla="*/ 0 w 10000"/>
              <a:gd name="connsiteY80-16414" fmla="*/ 6807 h 10000"/>
              <a:gd name="connsiteX81-16415" fmla="*/ 0 w 10000"/>
              <a:gd name="connsiteY81-16416" fmla="*/ 6386 h 10000"/>
              <a:gd name="connsiteX82-16417" fmla="*/ 0 w 10000"/>
              <a:gd name="connsiteY82-16418" fmla="*/ 5956 h 10000"/>
              <a:gd name="connsiteX83-16419" fmla="*/ 0 w 10000"/>
              <a:gd name="connsiteY83-16420" fmla="*/ 5956 h 10000"/>
              <a:gd name="connsiteX84-16421" fmla="*/ 99 w 10000"/>
              <a:gd name="connsiteY84-16422" fmla="*/ 5511 h 10000"/>
              <a:gd name="connsiteX0-16423" fmla="*/ 1829 w 10000"/>
              <a:gd name="connsiteY0-16424" fmla="*/ 3198 h 10000"/>
              <a:gd name="connsiteX1-16425" fmla="*/ 1746 w 10000"/>
              <a:gd name="connsiteY1-16426" fmla="*/ 3625 h 10000"/>
              <a:gd name="connsiteX2-16427" fmla="*/ 1746 w 10000"/>
              <a:gd name="connsiteY2-16428" fmla="*/ 4150 h 10000"/>
              <a:gd name="connsiteX3-16429" fmla="*/ 1746 w 10000"/>
              <a:gd name="connsiteY3-16430" fmla="*/ 4150 h 10000"/>
              <a:gd name="connsiteX4-16431" fmla="*/ 1829 w 10000"/>
              <a:gd name="connsiteY4-16432" fmla="*/ 4150 h 10000"/>
              <a:gd name="connsiteX5-16433" fmla="*/ 1911 w 10000"/>
              <a:gd name="connsiteY5-16434" fmla="*/ 4569 h 10000"/>
              <a:gd name="connsiteX6-16435" fmla="*/ 2010 w 10000"/>
              <a:gd name="connsiteY6-16436" fmla="*/ 4569 h 10000"/>
              <a:gd name="connsiteX7-16437" fmla="*/ 2175 w 10000"/>
              <a:gd name="connsiteY7-16438" fmla="*/ 4569 h 10000"/>
              <a:gd name="connsiteX8-16439" fmla="*/ 2273 w 10000"/>
              <a:gd name="connsiteY8-16440" fmla="*/ 4150 h 10000"/>
              <a:gd name="connsiteX9-16441" fmla="*/ 2356 w 10000"/>
              <a:gd name="connsiteY9-16442" fmla="*/ 4150 h 10000"/>
              <a:gd name="connsiteX10-16443" fmla="*/ 2521 w 10000"/>
              <a:gd name="connsiteY10-16444" fmla="*/ 4150 h 10000"/>
              <a:gd name="connsiteX11-16445" fmla="*/ 2702 w 10000"/>
              <a:gd name="connsiteY11-16446" fmla="*/ 4150 h 10000"/>
              <a:gd name="connsiteX12-16447" fmla="*/ 2883 w 10000"/>
              <a:gd name="connsiteY12-16448" fmla="*/ 3625 h 10000"/>
              <a:gd name="connsiteX13-16449" fmla="*/ 3048 w 10000"/>
              <a:gd name="connsiteY13-16450" fmla="*/ 3625 h 10000"/>
              <a:gd name="connsiteX14-16451" fmla="*/ 3311 w 10000"/>
              <a:gd name="connsiteY14-16452" fmla="*/ 3625 h 10000"/>
              <a:gd name="connsiteX15-16453" fmla="*/ 3575 w 10000"/>
              <a:gd name="connsiteY15-16454" fmla="*/ 3625 h 10000"/>
              <a:gd name="connsiteX16-16455" fmla="*/ 3921 w 10000"/>
              <a:gd name="connsiteY16-16456" fmla="*/ 3198 h 10000"/>
              <a:gd name="connsiteX17-16457" fmla="*/ 4267 w 10000"/>
              <a:gd name="connsiteY17-16458" fmla="*/ 3198 h 10000"/>
              <a:gd name="connsiteX18-16459" fmla="*/ 4613 w 10000"/>
              <a:gd name="connsiteY18-16460" fmla="*/ 3198 h 10000"/>
              <a:gd name="connsiteX19-16461" fmla="*/ 4959 w 10000"/>
              <a:gd name="connsiteY19-16462" fmla="*/ 2764 h 10000"/>
              <a:gd name="connsiteX20-16463" fmla="*/ 5387 w 10000"/>
              <a:gd name="connsiteY20-16464" fmla="*/ 2338 h 10000"/>
              <a:gd name="connsiteX21-16465" fmla="*/ 5832 w 10000"/>
              <a:gd name="connsiteY21-16466" fmla="*/ 2338 h 10000"/>
              <a:gd name="connsiteX22-16467" fmla="*/ 6343 w 10000"/>
              <a:gd name="connsiteY22-16468" fmla="*/ 1809 h 10000"/>
              <a:gd name="connsiteX23-16469" fmla="*/ 6787 w 10000"/>
              <a:gd name="connsiteY23-16470" fmla="*/ 1809 h 10000"/>
              <a:gd name="connsiteX24-16471" fmla="*/ 7298 w 10000"/>
              <a:gd name="connsiteY24-16472" fmla="*/ 1390 h 10000"/>
              <a:gd name="connsiteX25-16473" fmla="*/ 7743 w 10000"/>
              <a:gd name="connsiteY25-16474" fmla="*/ 952 h 10000"/>
              <a:gd name="connsiteX26-16475" fmla="*/ 8171 w 10000"/>
              <a:gd name="connsiteY26-16476" fmla="*/ 952 h 10000"/>
              <a:gd name="connsiteX27-16477" fmla="*/ 8435 w 10000"/>
              <a:gd name="connsiteY27-16478" fmla="*/ 438 h 10000"/>
              <a:gd name="connsiteX28-16479" fmla="*/ 8699 w 10000"/>
              <a:gd name="connsiteY28-16480" fmla="*/ 438 h 10000"/>
              <a:gd name="connsiteX29-16481" fmla="*/ 8962 w 10000"/>
              <a:gd name="connsiteY29-16482" fmla="*/ 438 h 10000"/>
              <a:gd name="connsiteX30-16483" fmla="*/ 9127 w 10000"/>
              <a:gd name="connsiteY30-16484" fmla="*/ 438 h 10000"/>
              <a:gd name="connsiteX31-16485" fmla="*/ 9226 w 10000"/>
              <a:gd name="connsiteY31-16486" fmla="*/ 0 h 10000"/>
              <a:gd name="connsiteX32-16487" fmla="*/ 9390 w 10000"/>
              <a:gd name="connsiteY32-16488" fmla="*/ 438 h 10000"/>
              <a:gd name="connsiteX33-16489" fmla="*/ 9473 w 10000"/>
              <a:gd name="connsiteY33-16490" fmla="*/ 438 h 10000"/>
              <a:gd name="connsiteX34-16491" fmla="*/ 9654 w 10000"/>
              <a:gd name="connsiteY34-16492" fmla="*/ 952 h 10000"/>
              <a:gd name="connsiteX35-16493" fmla="*/ 9736 w 10000"/>
              <a:gd name="connsiteY35-16494" fmla="*/ 952 h 10000"/>
              <a:gd name="connsiteX36-16495" fmla="*/ 9918 w 10000"/>
              <a:gd name="connsiteY36-16496" fmla="*/ 1809 h 10000"/>
              <a:gd name="connsiteX37-16497" fmla="*/ 10000 w 10000"/>
              <a:gd name="connsiteY37-16498" fmla="*/ 2338 h 10000"/>
              <a:gd name="connsiteX38-16499" fmla="*/ 10000 w 10000"/>
              <a:gd name="connsiteY38-16500" fmla="*/ 2764 h 10000"/>
              <a:gd name="connsiteX39-16501" fmla="*/ 10000 w 10000"/>
              <a:gd name="connsiteY39-16502" fmla="*/ 3198 h 10000"/>
              <a:gd name="connsiteX40-16503" fmla="*/ 10000 w 10000"/>
              <a:gd name="connsiteY40-16504" fmla="*/ 3198 h 10000"/>
              <a:gd name="connsiteX41-16505" fmla="*/ 10000 w 10000"/>
              <a:gd name="connsiteY41-16506" fmla="*/ 3625 h 10000"/>
              <a:gd name="connsiteX42-16507" fmla="*/ 9918 w 10000"/>
              <a:gd name="connsiteY42-16508" fmla="*/ 3625 h 10000"/>
              <a:gd name="connsiteX43-16509" fmla="*/ 9819 w 10000"/>
              <a:gd name="connsiteY43-16510" fmla="*/ 3625 h 10000"/>
              <a:gd name="connsiteX44-16511" fmla="*/ 9736 w 10000"/>
              <a:gd name="connsiteY44-16512" fmla="*/ 4150 h 10000"/>
              <a:gd name="connsiteX45-16513" fmla="*/ 9572 w 10000"/>
              <a:gd name="connsiteY45-16514" fmla="*/ 4150 h 10000"/>
              <a:gd name="connsiteX46-16515" fmla="*/ 9390 w 10000"/>
              <a:gd name="connsiteY46-16516" fmla="*/ 4150 h 10000"/>
              <a:gd name="connsiteX47-16517" fmla="*/ 9127 w 10000"/>
              <a:gd name="connsiteY47-16518" fmla="*/ 4150 h 10000"/>
              <a:gd name="connsiteX48-16519" fmla="*/ 8863 w 10000"/>
              <a:gd name="connsiteY48-16520" fmla="*/ 4150 h 10000"/>
              <a:gd name="connsiteX49-16521" fmla="*/ 8616 w 10000"/>
              <a:gd name="connsiteY49-16522" fmla="*/ 4150 h 10000"/>
              <a:gd name="connsiteX50-16523" fmla="*/ 8353 w 10000"/>
              <a:gd name="connsiteY50-16524" fmla="*/ 4150 h 10000"/>
              <a:gd name="connsiteX51-16525" fmla="*/ 8007 w 10000"/>
              <a:gd name="connsiteY51-16526" fmla="*/ 4150 h 10000"/>
              <a:gd name="connsiteX52-16527" fmla="*/ 7661 w 10000"/>
              <a:gd name="connsiteY52-16528" fmla="*/ 4150 h 10000"/>
              <a:gd name="connsiteX53-16529" fmla="*/ 7298 w 10000"/>
              <a:gd name="connsiteY53-16530" fmla="*/ 4569 h 10000"/>
              <a:gd name="connsiteX54-16531" fmla="*/ 6870 w 10000"/>
              <a:gd name="connsiteY54-16532" fmla="*/ 4569 h 10000"/>
              <a:gd name="connsiteX55-16533" fmla="*/ 6442 w 10000"/>
              <a:gd name="connsiteY55-16534" fmla="*/ 4569 h 10000"/>
              <a:gd name="connsiteX56-16535" fmla="*/ 5651 w 10000"/>
              <a:gd name="connsiteY56-16536" fmla="*/ 4996 h 10000"/>
              <a:gd name="connsiteX57-16537" fmla="*/ 4876 w 10000"/>
              <a:gd name="connsiteY57-16538" fmla="*/ 5511 h 10000"/>
              <a:gd name="connsiteX58-16539" fmla="*/ 4185 w 10000"/>
              <a:gd name="connsiteY58-16540" fmla="*/ 5956 h 10000"/>
              <a:gd name="connsiteX59-16541" fmla="*/ 3476 w 10000"/>
              <a:gd name="connsiteY59-16542" fmla="*/ 6386 h 10000"/>
              <a:gd name="connsiteX60-16543" fmla="*/ 3130 w 10000"/>
              <a:gd name="connsiteY60-16544" fmla="*/ 6386 h 10000"/>
              <a:gd name="connsiteX61-16545" fmla="*/ 2883 w 10000"/>
              <a:gd name="connsiteY61-16546" fmla="*/ 6807 h 10000"/>
              <a:gd name="connsiteX62-16547" fmla="*/ 2521 w 10000"/>
              <a:gd name="connsiteY62-16548" fmla="*/ 7335 h 10000"/>
              <a:gd name="connsiteX63-16549" fmla="*/ 2273 w 10000"/>
              <a:gd name="connsiteY63-16550" fmla="*/ 7335 h 10000"/>
              <a:gd name="connsiteX64-16551" fmla="*/ 2092 w 10000"/>
              <a:gd name="connsiteY64-16552" fmla="*/ 7755 h 10000"/>
              <a:gd name="connsiteX65-16553" fmla="*/ 1829 w 10000"/>
              <a:gd name="connsiteY65-16554" fmla="*/ 7755 h 10000"/>
              <a:gd name="connsiteX66-16555" fmla="*/ 1664 w 10000"/>
              <a:gd name="connsiteY66-16556" fmla="*/ 8190 h 10000"/>
              <a:gd name="connsiteX67-16557" fmla="*/ 1400 w 10000"/>
              <a:gd name="connsiteY67-16558" fmla="*/ 8706 h 10000"/>
              <a:gd name="connsiteX68-16559" fmla="*/ 1219 w 10000"/>
              <a:gd name="connsiteY68-16560" fmla="*/ 8706 h 10000"/>
              <a:gd name="connsiteX69-16561" fmla="*/ 1137 w 10000"/>
              <a:gd name="connsiteY69-16562" fmla="*/ 9132 h 10000"/>
              <a:gd name="connsiteX70-16563" fmla="*/ 956 w 10000"/>
              <a:gd name="connsiteY70-16564" fmla="*/ 9132 h 10000"/>
              <a:gd name="connsiteX71-16565" fmla="*/ 873 w 10000"/>
              <a:gd name="connsiteY71-16566" fmla="*/ 9574 h 10000"/>
              <a:gd name="connsiteX72-16567" fmla="*/ 791 w 10000"/>
              <a:gd name="connsiteY72-16568" fmla="*/ 9574 h 10000"/>
              <a:gd name="connsiteX73-16569" fmla="*/ 708 w 10000"/>
              <a:gd name="connsiteY73-16570" fmla="*/ 9574 h 10000"/>
              <a:gd name="connsiteX74-16571" fmla="*/ 527 w 10000"/>
              <a:gd name="connsiteY74-16572" fmla="*/ 10000 h 10000"/>
              <a:gd name="connsiteX75-16573" fmla="*/ 445 w 10000"/>
              <a:gd name="connsiteY75-16574" fmla="*/ 9574 h 10000"/>
              <a:gd name="connsiteX76-16575" fmla="*/ 362 w 10000"/>
              <a:gd name="connsiteY76-16576" fmla="*/ 9574 h 10000"/>
              <a:gd name="connsiteX77-16577" fmla="*/ 264 w 10000"/>
              <a:gd name="connsiteY77-16578" fmla="*/ 9132 h 10000"/>
              <a:gd name="connsiteX78-16579" fmla="*/ 181 w 10000"/>
              <a:gd name="connsiteY78-16580" fmla="*/ 8190 h 10000"/>
              <a:gd name="connsiteX79-16581" fmla="*/ 99 w 10000"/>
              <a:gd name="connsiteY79-16582" fmla="*/ 7335 h 10000"/>
              <a:gd name="connsiteX80-16583" fmla="*/ 0 w 10000"/>
              <a:gd name="connsiteY80-16584" fmla="*/ 6807 h 10000"/>
              <a:gd name="connsiteX81-16585" fmla="*/ 0 w 10000"/>
              <a:gd name="connsiteY81-16586" fmla="*/ 6386 h 10000"/>
              <a:gd name="connsiteX82-16587" fmla="*/ 0 w 10000"/>
              <a:gd name="connsiteY82-16588" fmla="*/ 5956 h 10000"/>
              <a:gd name="connsiteX83-16589" fmla="*/ 0 w 10000"/>
              <a:gd name="connsiteY83-16590" fmla="*/ 5956 h 10000"/>
              <a:gd name="connsiteX0-16591" fmla="*/ 1829 w 10000"/>
              <a:gd name="connsiteY0-16592" fmla="*/ 3198 h 10000"/>
              <a:gd name="connsiteX1-16593" fmla="*/ 1746 w 10000"/>
              <a:gd name="connsiteY1-16594" fmla="*/ 3625 h 10000"/>
              <a:gd name="connsiteX2-16595" fmla="*/ 1746 w 10000"/>
              <a:gd name="connsiteY2-16596" fmla="*/ 4150 h 10000"/>
              <a:gd name="connsiteX3-16597" fmla="*/ 1746 w 10000"/>
              <a:gd name="connsiteY3-16598" fmla="*/ 4150 h 10000"/>
              <a:gd name="connsiteX4-16599" fmla="*/ 1829 w 10000"/>
              <a:gd name="connsiteY4-16600" fmla="*/ 4150 h 10000"/>
              <a:gd name="connsiteX5-16601" fmla="*/ 1911 w 10000"/>
              <a:gd name="connsiteY5-16602" fmla="*/ 4569 h 10000"/>
              <a:gd name="connsiteX6-16603" fmla="*/ 2010 w 10000"/>
              <a:gd name="connsiteY6-16604" fmla="*/ 4569 h 10000"/>
              <a:gd name="connsiteX7-16605" fmla="*/ 2175 w 10000"/>
              <a:gd name="connsiteY7-16606" fmla="*/ 4569 h 10000"/>
              <a:gd name="connsiteX8-16607" fmla="*/ 2273 w 10000"/>
              <a:gd name="connsiteY8-16608" fmla="*/ 4150 h 10000"/>
              <a:gd name="connsiteX9-16609" fmla="*/ 2356 w 10000"/>
              <a:gd name="connsiteY9-16610" fmla="*/ 4150 h 10000"/>
              <a:gd name="connsiteX10-16611" fmla="*/ 2521 w 10000"/>
              <a:gd name="connsiteY10-16612" fmla="*/ 4150 h 10000"/>
              <a:gd name="connsiteX11-16613" fmla="*/ 2702 w 10000"/>
              <a:gd name="connsiteY11-16614" fmla="*/ 4150 h 10000"/>
              <a:gd name="connsiteX12-16615" fmla="*/ 2883 w 10000"/>
              <a:gd name="connsiteY12-16616" fmla="*/ 3625 h 10000"/>
              <a:gd name="connsiteX13-16617" fmla="*/ 3048 w 10000"/>
              <a:gd name="connsiteY13-16618" fmla="*/ 3625 h 10000"/>
              <a:gd name="connsiteX14-16619" fmla="*/ 3311 w 10000"/>
              <a:gd name="connsiteY14-16620" fmla="*/ 3625 h 10000"/>
              <a:gd name="connsiteX15-16621" fmla="*/ 3575 w 10000"/>
              <a:gd name="connsiteY15-16622" fmla="*/ 3625 h 10000"/>
              <a:gd name="connsiteX16-16623" fmla="*/ 3921 w 10000"/>
              <a:gd name="connsiteY16-16624" fmla="*/ 3198 h 10000"/>
              <a:gd name="connsiteX17-16625" fmla="*/ 4267 w 10000"/>
              <a:gd name="connsiteY17-16626" fmla="*/ 3198 h 10000"/>
              <a:gd name="connsiteX18-16627" fmla="*/ 4613 w 10000"/>
              <a:gd name="connsiteY18-16628" fmla="*/ 3198 h 10000"/>
              <a:gd name="connsiteX19-16629" fmla="*/ 4959 w 10000"/>
              <a:gd name="connsiteY19-16630" fmla="*/ 2764 h 10000"/>
              <a:gd name="connsiteX20-16631" fmla="*/ 5387 w 10000"/>
              <a:gd name="connsiteY20-16632" fmla="*/ 2338 h 10000"/>
              <a:gd name="connsiteX21-16633" fmla="*/ 5832 w 10000"/>
              <a:gd name="connsiteY21-16634" fmla="*/ 2338 h 10000"/>
              <a:gd name="connsiteX22-16635" fmla="*/ 6343 w 10000"/>
              <a:gd name="connsiteY22-16636" fmla="*/ 1809 h 10000"/>
              <a:gd name="connsiteX23-16637" fmla="*/ 6787 w 10000"/>
              <a:gd name="connsiteY23-16638" fmla="*/ 1809 h 10000"/>
              <a:gd name="connsiteX24-16639" fmla="*/ 7298 w 10000"/>
              <a:gd name="connsiteY24-16640" fmla="*/ 1390 h 10000"/>
              <a:gd name="connsiteX25-16641" fmla="*/ 7743 w 10000"/>
              <a:gd name="connsiteY25-16642" fmla="*/ 952 h 10000"/>
              <a:gd name="connsiteX26-16643" fmla="*/ 8171 w 10000"/>
              <a:gd name="connsiteY26-16644" fmla="*/ 952 h 10000"/>
              <a:gd name="connsiteX27-16645" fmla="*/ 8435 w 10000"/>
              <a:gd name="connsiteY27-16646" fmla="*/ 438 h 10000"/>
              <a:gd name="connsiteX28-16647" fmla="*/ 8699 w 10000"/>
              <a:gd name="connsiteY28-16648" fmla="*/ 438 h 10000"/>
              <a:gd name="connsiteX29-16649" fmla="*/ 8962 w 10000"/>
              <a:gd name="connsiteY29-16650" fmla="*/ 438 h 10000"/>
              <a:gd name="connsiteX30-16651" fmla="*/ 9127 w 10000"/>
              <a:gd name="connsiteY30-16652" fmla="*/ 438 h 10000"/>
              <a:gd name="connsiteX31-16653" fmla="*/ 9226 w 10000"/>
              <a:gd name="connsiteY31-16654" fmla="*/ 0 h 10000"/>
              <a:gd name="connsiteX32-16655" fmla="*/ 9390 w 10000"/>
              <a:gd name="connsiteY32-16656" fmla="*/ 438 h 10000"/>
              <a:gd name="connsiteX33-16657" fmla="*/ 9473 w 10000"/>
              <a:gd name="connsiteY33-16658" fmla="*/ 438 h 10000"/>
              <a:gd name="connsiteX34-16659" fmla="*/ 9654 w 10000"/>
              <a:gd name="connsiteY34-16660" fmla="*/ 952 h 10000"/>
              <a:gd name="connsiteX35-16661" fmla="*/ 9736 w 10000"/>
              <a:gd name="connsiteY35-16662" fmla="*/ 952 h 10000"/>
              <a:gd name="connsiteX36-16663" fmla="*/ 9918 w 10000"/>
              <a:gd name="connsiteY36-16664" fmla="*/ 1809 h 10000"/>
              <a:gd name="connsiteX37-16665" fmla="*/ 10000 w 10000"/>
              <a:gd name="connsiteY37-16666" fmla="*/ 2338 h 10000"/>
              <a:gd name="connsiteX38-16667" fmla="*/ 10000 w 10000"/>
              <a:gd name="connsiteY38-16668" fmla="*/ 2764 h 10000"/>
              <a:gd name="connsiteX39-16669" fmla="*/ 10000 w 10000"/>
              <a:gd name="connsiteY39-16670" fmla="*/ 3198 h 10000"/>
              <a:gd name="connsiteX40-16671" fmla="*/ 10000 w 10000"/>
              <a:gd name="connsiteY40-16672" fmla="*/ 3198 h 10000"/>
              <a:gd name="connsiteX41-16673" fmla="*/ 10000 w 10000"/>
              <a:gd name="connsiteY41-16674" fmla="*/ 3625 h 10000"/>
              <a:gd name="connsiteX42-16675" fmla="*/ 9918 w 10000"/>
              <a:gd name="connsiteY42-16676" fmla="*/ 3625 h 10000"/>
              <a:gd name="connsiteX43-16677" fmla="*/ 9819 w 10000"/>
              <a:gd name="connsiteY43-16678" fmla="*/ 3625 h 10000"/>
              <a:gd name="connsiteX44-16679" fmla="*/ 9736 w 10000"/>
              <a:gd name="connsiteY44-16680" fmla="*/ 4150 h 10000"/>
              <a:gd name="connsiteX45-16681" fmla="*/ 9572 w 10000"/>
              <a:gd name="connsiteY45-16682" fmla="*/ 4150 h 10000"/>
              <a:gd name="connsiteX46-16683" fmla="*/ 9390 w 10000"/>
              <a:gd name="connsiteY46-16684" fmla="*/ 4150 h 10000"/>
              <a:gd name="connsiteX47-16685" fmla="*/ 9127 w 10000"/>
              <a:gd name="connsiteY47-16686" fmla="*/ 4150 h 10000"/>
              <a:gd name="connsiteX48-16687" fmla="*/ 8863 w 10000"/>
              <a:gd name="connsiteY48-16688" fmla="*/ 4150 h 10000"/>
              <a:gd name="connsiteX49-16689" fmla="*/ 8616 w 10000"/>
              <a:gd name="connsiteY49-16690" fmla="*/ 4150 h 10000"/>
              <a:gd name="connsiteX50-16691" fmla="*/ 8353 w 10000"/>
              <a:gd name="connsiteY50-16692" fmla="*/ 4150 h 10000"/>
              <a:gd name="connsiteX51-16693" fmla="*/ 8007 w 10000"/>
              <a:gd name="connsiteY51-16694" fmla="*/ 4150 h 10000"/>
              <a:gd name="connsiteX52-16695" fmla="*/ 7661 w 10000"/>
              <a:gd name="connsiteY52-16696" fmla="*/ 4150 h 10000"/>
              <a:gd name="connsiteX53-16697" fmla="*/ 7298 w 10000"/>
              <a:gd name="connsiteY53-16698" fmla="*/ 4569 h 10000"/>
              <a:gd name="connsiteX54-16699" fmla="*/ 6870 w 10000"/>
              <a:gd name="connsiteY54-16700" fmla="*/ 4569 h 10000"/>
              <a:gd name="connsiteX55-16701" fmla="*/ 6442 w 10000"/>
              <a:gd name="connsiteY55-16702" fmla="*/ 4569 h 10000"/>
              <a:gd name="connsiteX56-16703" fmla="*/ 5651 w 10000"/>
              <a:gd name="connsiteY56-16704" fmla="*/ 4996 h 10000"/>
              <a:gd name="connsiteX57-16705" fmla="*/ 4876 w 10000"/>
              <a:gd name="connsiteY57-16706" fmla="*/ 5511 h 10000"/>
              <a:gd name="connsiteX58-16707" fmla="*/ 4185 w 10000"/>
              <a:gd name="connsiteY58-16708" fmla="*/ 5956 h 10000"/>
              <a:gd name="connsiteX59-16709" fmla="*/ 3476 w 10000"/>
              <a:gd name="connsiteY59-16710" fmla="*/ 6386 h 10000"/>
              <a:gd name="connsiteX60-16711" fmla="*/ 3130 w 10000"/>
              <a:gd name="connsiteY60-16712" fmla="*/ 6386 h 10000"/>
              <a:gd name="connsiteX61-16713" fmla="*/ 2883 w 10000"/>
              <a:gd name="connsiteY61-16714" fmla="*/ 6807 h 10000"/>
              <a:gd name="connsiteX62-16715" fmla="*/ 2521 w 10000"/>
              <a:gd name="connsiteY62-16716" fmla="*/ 7335 h 10000"/>
              <a:gd name="connsiteX63-16717" fmla="*/ 2273 w 10000"/>
              <a:gd name="connsiteY63-16718" fmla="*/ 7335 h 10000"/>
              <a:gd name="connsiteX64-16719" fmla="*/ 2092 w 10000"/>
              <a:gd name="connsiteY64-16720" fmla="*/ 7755 h 10000"/>
              <a:gd name="connsiteX65-16721" fmla="*/ 1829 w 10000"/>
              <a:gd name="connsiteY65-16722" fmla="*/ 7755 h 10000"/>
              <a:gd name="connsiteX66-16723" fmla="*/ 1664 w 10000"/>
              <a:gd name="connsiteY66-16724" fmla="*/ 8190 h 10000"/>
              <a:gd name="connsiteX67-16725" fmla="*/ 1400 w 10000"/>
              <a:gd name="connsiteY67-16726" fmla="*/ 8706 h 10000"/>
              <a:gd name="connsiteX68-16727" fmla="*/ 1219 w 10000"/>
              <a:gd name="connsiteY68-16728" fmla="*/ 8706 h 10000"/>
              <a:gd name="connsiteX69-16729" fmla="*/ 1137 w 10000"/>
              <a:gd name="connsiteY69-16730" fmla="*/ 9132 h 10000"/>
              <a:gd name="connsiteX70-16731" fmla="*/ 956 w 10000"/>
              <a:gd name="connsiteY70-16732" fmla="*/ 9132 h 10000"/>
              <a:gd name="connsiteX71-16733" fmla="*/ 873 w 10000"/>
              <a:gd name="connsiteY71-16734" fmla="*/ 9574 h 10000"/>
              <a:gd name="connsiteX72-16735" fmla="*/ 791 w 10000"/>
              <a:gd name="connsiteY72-16736" fmla="*/ 9574 h 10000"/>
              <a:gd name="connsiteX73-16737" fmla="*/ 708 w 10000"/>
              <a:gd name="connsiteY73-16738" fmla="*/ 9574 h 10000"/>
              <a:gd name="connsiteX74-16739" fmla="*/ 527 w 10000"/>
              <a:gd name="connsiteY74-16740" fmla="*/ 10000 h 10000"/>
              <a:gd name="connsiteX75-16741" fmla="*/ 445 w 10000"/>
              <a:gd name="connsiteY75-16742" fmla="*/ 9574 h 10000"/>
              <a:gd name="connsiteX76-16743" fmla="*/ 362 w 10000"/>
              <a:gd name="connsiteY76-16744" fmla="*/ 9574 h 10000"/>
              <a:gd name="connsiteX77-16745" fmla="*/ 264 w 10000"/>
              <a:gd name="connsiteY77-16746" fmla="*/ 9132 h 10000"/>
              <a:gd name="connsiteX78-16747" fmla="*/ 181 w 10000"/>
              <a:gd name="connsiteY78-16748" fmla="*/ 8190 h 10000"/>
              <a:gd name="connsiteX79-16749" fmla="*/ 99 w 10000"/>
              <a:gd name="connsiteY79-16750" fmla="*/ 7335 h 10000"/>
              <a:gd name="connsiteX80-16751" fmla="*/ 0 w 10000"/>
              <a:gd name="connsiteY80-16752" fmla="*/ 6807 h 10000"/>
              <a:gd name="connsiteX81-16753" fmla="*/ 0 w 10000"/>
              <a:gd name="connsiteY81-16754" fmla="*/ 5956 h 10000"/>
              <a:gd name="connsiteX82-16755" fmla="*/ 0 w 10000"/>
              <a:gd name="connsiteY82-16756" fmla="*/ 5956 h 10000"/>
              <a:gd name="connsiteX0-16757" fmla="*/ 1829 w 10000"/>
              <a:gd name="connsiteY0-16758" fmla="*/ 3198 h 10000"/>
              <a:gd name="connsiteX1-16759" fmla="*/ 1746 w 10000"/>
              <a:gd name="connsiteY1-16760" fmla="*/ 3625 h 10000"/>
              <a:gd name="connsiteX2-16761" fmla="*/ 1746 w 10000"/>
              <a:gd name="connsiteY2-16762" fmla="*/ 4150 h 10000"/>
              <a:gd name="connsiteX3-16763" fmla="*/ 1746 w 10000"/>
              <a:gd name="connsiteY3-16764" fmla="*/ 4150 h 10000"/>
              <a:gd name="connsiteX4-16765" fmla="*/ 1829 w 10000"/>
              <a:gd name="connsiteY4-16766" fmla="*/ 4150 h 10000"/>
              <a:gd name="connsiteX5-16767" fmla="*/ 1911 w 10000"/>
              <a:gd name="connsiteY5-16768" fmla="*/ 4569 h 10000"/>
              <a:gd name="connsiteX6-16769" fmla="*/ 2010 w 10000"/>
              <a:gd name="connsiteY6-16770" fmla="*/ 4569 h 10000"/>
              <a:gd name="connsiteX7-16771" fmla="*/ 2175 w 10000"/>
              <a:gd name="connsiteY7-16772" fmla="*/ 4569 h 10000"/>
              <a:gd name="connsiteX8-16773" fmla="*/ 2273 w 10000"/>
              <a:gd name="connsiteY8-16774" fmla="*/ 4150 h 10000"/>
              <a:gd name="connsiteX9-16775" fmla="*/ 2356 w 10000"/>
              <a:gd name="connsiteY9-16776" fmla="*/ 4150 h 10000"/>
              <a:gd name="connsiteX10-16777" fmla="*/ 2521 w 10000"/>
              <a:gd name="connsiteY10-16778" fmla="*/ 4150 h 10000"/>
              <a:gd name="connsiteX11-16779" fmla="*/ 2702 w 10000"/>
              <a:gd name="connsiteY11-16780" fmla="*/ 4150 h 10000"/>
              <a:gd name="connsiteX12-16781" fmla="*/ 2883 w 10000"/>
              <a:gd name="connsiteY12-16782" fmla="*/ 3625 h 10000"/>
              <a:gd name="connsiteX13-16783" fmla="*/ 3048 w 10000"/>
              <a:gd name="connsiteY13-16784" fmla="*/ 3625 h 10000"/>
              <a:gd name="connsiteX14-16785" fmla="*/ 3311 w 10000"/>
              <a:gd name="connsiteY14-16786" fmla="*/ 3625 h 10000"/>
              <a:gd name="connsiteX15-16787" fmla="*/ 3575 w 10000"/>
              <a:gd name="connsiteY15-16788" fmla="*/ 3625 h 10000"/>
              <a:gd name="connsiteX16-16789" fmla="*/ 3921 w 10000"/>
              <a:gd name="connsiteY16-16790" fmla="*/ 3198 h 10000"/>
              <a:gd name="connsiteX17-16791" fmla="*/ 4267 w 10000"/>
              <a:gd name="connsiteY17-16792" fmla="*/ 3198 h 10000"/>
              <a:gd name="connsiteX18-16793" fmla="*/ 4613 w 10000"/>
              <a:gd name="connsiteY18-16794" fmla="*/ 3198 h 10000"/>
              <a:gd name="connsiteX19-16795" fmla="*/ 4959 w 10000"/>
              <a:gd name="connsiteY19-16796" fmla="*/ 2764 h 10000"/>
              <a:gd name="connsiteX20-16797" fmla="*/ 5387 w 10000"/>
              <a:gd name="connsiteY20-16798" fmla="*/ 2338 h 10000"/>
              <a:gd name="connsiteX21-16799" fmla="*/ 5832 w 10000"/>
              <a:gd name="connsiteY21-16800" fmla="*/ 2338 h 10000"/>
              <a:gd name="connsiteX22-16801" fmla="*/ 6343 w 10000"/>
              <a:gd name="connsiteY22-16802" fmla="*/ 1809 h 10000"/>
              <a:gd name="connsiteX23-16803" fmla="*/ 6787 w 10000"/>
              <a:gd name="connsiteY23-16804" fmla="*/ 1809 h 10000"/>
              <a:gd name="connsiteX24-16805" fmla="*/ 7298 w 10000"/>
              <a:gd name="connsiteY24-16806" fmla="*/ 1390 h 10000"/>
              <a:gd name="connsiteX25-16807" fmla="*/ 7743 w 10000"/>
              <a:gd name="connsiteY25-16808" fmla="*/ 952 h 10000"/>
              <a:gd name="connsiteX26-16809" fmla="*/ 8171 w 10000"/>
              <a:gd name="connsiteY26-16810" fmla="*/ 952 h 10000"/>
              <a:gd name="connsiteX27-16811" fmla="*/ 8435 w 10000"/>
              <a:gd name="connsiteY27-16812" fmla="*/ 438 h 10000"/>
              <a:gd name="connsiteX28-16813" fmla="*/ 8699 w 10000"/>
              <a:gd name="connsiteY28-16814" fmla="*/ 438 h 10000"/>
              <a:gd name="connsiteX29-16815" fmla="*/ 8962 w 10000"/>
              <a:gd name="connsiteY29-16816" fmla="*/ 438 h 10000"/>
              <a:gd name="connsiteX30-16817" fmla="*/ 9127 w 10000"/>
              <a:gd name="connsiteY30-16818" fmla="*/ 438 h 10000"/>
              <a:gd name="connsiteX31-16819" fmla="*/ 9226 w 10000"/>
              <a:gd name="connsiteY31-16820" fmla="*/ 0 h 10000"/>
              <a:gd name="connsiteX32-16821" fmla="*/ 9390 w 10000"/>
              <a:gd name="connsiteY32-16822" fmla="*/ 438 h 10000"/>
              <a:gd name="connsiteX33-16823" fmla="*/ 9473 w 10000"/>
              <a:gd name="connsiteY33-16824" fmla="*/ 438 h 10000"/>
              <a:gd name="connsiteX34-16825" fmla="*/ 9654 w 10000"/>
              <a:gd name="connsiteY34-16826" fmla="*/ 952 h 10000"/>
              <a:gd name="connsiteX35-16827" fmla="*/ 9736 w 10000"/>
              <a:gd name="connsiteY35-16828" fmla="*/ 952 h 10000"/>
              <a:gd name="connsiteX36-16829" fmla="*/ 9918 w 10000"/>
              <a:gd name="connsiteY36-16830" fmla="*/ 1809 h 10000"/>
              <a:gd name="connsiteX37-16831" fmla="*/ 10000 w 10000"/>
              <a:gd name="connsiteY37-16832" fmla="*/ 2338 h 10000"/>
              <a:gd name="connsiteX38-16833" fmla="*/ 10000 w 10000"/>
              <a:gd name="connsiteY38-16834" fmla="*/ 2764 h 10000"/>
              <a:gd name="connsiteX39-16835" fmla="*/ 10000 w 10000"/>
              <a:gd name="connsiteY39-16836" fmla="*/ 3198 h 10000"/>
              <a:gd name="connsiteX40-16837" fmla="*/ 10000 w 10000"/>
              <a:gd name="connsiteY40-16838" fmla="*/ 3198 h 10000"/>
              <a:gd name="connsiteX41-16839" fmla="*/ 10000 w 10000"/>
              <a:gd name="connsiteY41-16840" fmla="*/ 3625 h 10000"/>
              <a:gd name="connsiteX42-16841" fmla="*/ 9918 w 10000"/>
              <a:gd name="connsiteY42-16842" fmla="*/ 3625 h 10000"/>
              <a:gd name="connsiteX43-16843" fmla="*/ 9819 w 10000"/>
              <a:gd name="connsiteY43-16844" fmla="*/ 3625 h 10000"/>
              <a:gd name="connsiteX44-16845" fmla="*/ 9736 w 10000"/>
              <a:gd name="connsiteY44-16846" fmla="*/ 4150 h 10000"/>
              <a:gd name="connsiteX45-16847" fmla="*/ 9572 w 10000"/>
              <a:gd name="connsiteY45-16848" fmla="*/ 4150 h 10000"/>
              <a:gd name="connsiteX46-16849" fmla="*/ 9390 w 10000"/>
              <a:gd name="connsiteY46-16850" fmla="*/ 4150 h 10000"/>
              <a:gd name="connsiteX47-16851" fmla="*/ 9127 w 10000"/>
              <a:gd name="connsiteY47-16852" fmla="*/ 4150 h 10000"/>
              <a:gd name="connsiteX48-16853" fmla="*/ 8863 w 10000"/>
              <a:gd name="connsiteY48-16854" fmla="*/ 4150 h 10000"/>
              <a:gd name="connsiteX49-16855" fmla="*/ 8616 w 10000"/>
              <a:gd name="connsiteY49-16856" fmla="*/ 4150 h 10000"/>
              <a:gd name="connsiteX50-16857" fmla="*/ 8353 w 10000"/>
              <a:gd name="connsiteY50-16858" fmla="*/ 4150 h 10000"/>
              <a:gd name="connsiteX51-16859" fmla="*/ 8007 w 10000"/>
              <a:gd name="connsiteY51-16860" fmla="*/ 4150 h 10000"/>
              <a:gd name="connsiteX52-16861" fmla="*/ 7661 w 10000"/>
              <a:gd name="connsiteY52-16862" fmla="*/ 4150 h 10000"/>
              <a:gd name="connsiteX53-16863" fmla="*/ 7298 w 10000"/>
              <a:gd name="connsiteY53-16864" fmla="*/ 4569 h 10000"/>
              <a:gd name="connsiteX54-16865" fmla="*/ 6870 w 10000"/>
              <a:gd name="connsiteY54-16866" fmla="*/ 4569 h 10000"/>
              <a:gd name="connsiteX55-16867" fmla="*/ 6442 w 10000"/>
              <a:gd name="connsiteY55-16868" fmla="*/ 4569 h 10000"/>
              <a:gd name="connsiteX56-16869" fmla="*/ 5651 w 10000"/>
              <a:gd name="connsiteY56-16870" fmla="*/ 4996 h 10000"/>
              <a:gd name="connsiteX57-16871" fmla="*/ 4876 w 10000"/>
              <a:gd name="connsiteY57-16872" fmla="*/ 5511 h 10000"/>
              <a:gd name="connsiteX58-16873" fmla="*/ 4185 w 10000"/>
              <a:gd name="connsiteY58-16874" fmla="*/ 5956 h 10000"/>
              <a:gd name="connsiteX59-16875" fmla="*/ 3476 w 10000"/>
              <a:gd name="connsiteY59-16876" fmla="*/ 6386 h 10000"/>
              <a:gd name="connsiteX60-16877" fmla="*/ 3130 w 10000"/>
              <a:gd name="connsiteY60-16878" fmla="*/ 6386 h 10000"/>
              <a:gd name="connsiteX61-16879" fmla="*/ 2883 w 10000"/>
              <a:gd name="connsiteY61-16880" fmla="*/ 6807 h 10000"/>
              <a:gd name="connsiteX62-16881" fmla="*/ 2521 w 10000"/>
              <a:gd name="connsiteY62-16882" fmla="*/ 7335 h 10000"/>
              <a:gd name="connsiteX63-16883" fmla="*/ 2273 w 10000"/>
              <a:gd name="connsiteY63-16884" fmla="*/ 7335 h 10000"/>
              <a:gd name="connsiteX64-16885" fmla="*/ 2092 w 10000"/>
              <a:gd name="connsiteY64-16886" fmla="*/ 7755 h 10000"/>
              <a:gd name="connsiteX65-16887" fmla="*/ 1829 w 10000"/>
              <a:gd name="connsiteY65-16888" fmla="*/ 7755 h 10000"/>
              <a:gd name="connsiteX66-16889" fmla="*/ 1664 w 10000"/>
              <a:gd name="connsiteY66-16890" fmla="*/ 8190 h 10000"/>
              <a:gd name="connsiteX67-16891" fmla="*/ 1400 w 10000"/>
              <a:gd name="connsiteY67-16892" fmla="*/ 8706 h 10000"/>
              <a:gd name="connsiteX68-16893" fmla="*/ 1219 w 10000"/>
              <a:gd name="connsiteY68-16894" fmla="*/ 8706 h 10000"/>
              <a:gd name="connsiteX69-16895" fmla="*/ 1137 w 10000"/>
              <a:gd name="connsiteY69-16896" fmla="*/ 9132 h 10000"/>
              <a:gd name="connsiteX70-16897" fmla="*/ 956 w 10000"/>
              <a:gd name="connsiteY70-16898" fmla="*/ 9132 h 10000"/>
              <a:gd name="connsiteX71-16899" fmla="*/ 873 w 10000"/>
              <a:gd name="connsiteY71-16900" fmla="*/ 9574 h 10000"/>
              <a:gd name="connsiteX72-16901" fmla="*/ 791 w 10000"/>
              <a:gd name="connsiteY72-16902" fmla="*/ 9574 h 10000"/>
              <a:gd name="connsiteX73-16903" fmla="*/ 708 w 10000"/>
              <a:gd name="connsiteY73-16904" fmla="*/ 9574 h 10000"/>
              <a:gd name="connsiteX74-16905" fmla="*/ 527 w 10000"/>
              <a:gd name="connsiteY74-16906" fmla="*/ 10000 h 10000"/>
              <a:gd name="connsiteX75-16907" fmla="*/ 445 w 10000"/>
              <a:gd name="connsiteY75-16908" fmla="*/ 9574 h 10000"/>
              <a:gd name="connsiteX76-16909" fmla="*/ 362 w 10000"/>
              <a:gd name="connsiteY76-16910" fmla="*/ 9574 h 10000"/>
              <a:gd name="connsiteX77-16911" fmla="*/ 264 w 10000"/>
              <a:gd name="connsiteY77-16912" fmla="*/ 9132 h 10000"/>
              <a:gd name="connsiteX78-16913" fmla="*/ 181 w 10000"/>
              <a:gd name="connsiteY78-16914" fmla="*/ 8190 h 10000"/>
              <a:gd name="connsiteX79-16915" fmla="*/ 99 w 10000"/>
              <a:gd name="connsiteY79-16916" fmla="*/ 7335 h 10000"/>
              <a:gd name="connsiteX80-16917" fmla="*/ 0 w 10000"/>
              <a:gd name="connsiteY80-16918" fmla="*/ 6807 h 10000"/>
              <a:gd name="connsiteX81-16919" fmla="*/ 0 w 10000"/>
              <a:gd name="connsiteY81-16920" fmla="*/ 5956 h 10000"/>
              <a:gd name="connsiteX0-16921" fmla="*/ 1829 w 10000"/>
              <a:gd name="connsiteY0-16922" fmla="*/ 3198 h 10000"/>
              <a:gd name="connsiteX1-16923" fmla="*/ 1746 w 10000"/>
              <a:gd name="connsiteY1-16924" fmla="*/ 3625 h 10000"/>
              <a:gd name="connsiteX2-16925" fmla="*/ 1746 w 10000"/>
              <a:gd name="connsiteY2-16926" fmla="*/ 4150 h 10000"/>
              <a:gd name="connsiteX3-16927" fmla="*/ 1746 w 10000"/>
              <a:gd name="connsiteY3-16928" fmla="*/ 4150 h 10000"/>
              <a:gd name="connsiteX4-16929" fmla="*/ 1829 w 10000"/>
              <a:gd name="connsiteY4-16930" fmla="*/ 4150 h 10000"/>
              <a:gd name="connsiteX5-16931" fmla="*/ 1911 w 10000"/>
              <a:gd name="connsiteY5-16932" fmla="*/ 4569 h 10000"/>
              <a:gd name="connsiteX6-16933" fmla="*/ 2010 w 10000"/>
              <a:gd name="connsiteY6-16934" fmla="*/ 4569 h 10000"/>
              <a:gd name="connsiteX7-16935" fmla="*/ 2175 w 10000"/>
              <a:gd name="connsiteY7-16936" fmla="*/ 4569 h 10000"/>
              <a:gd name="connsiteX8-16937" fmla="*/ 2273 w 10000"/>
              <a:gd name="connsiteY8-16938" fmla="*/ 4150 h 10000"/>
              <a:gd name="connsiteX9-16939" fmla="*/ 2356 w 10000"/>
              <a:gd name="connsiteY9-16940" fmla="*/ 4150 h 10000"/>
              <a:gd name="connsiteX10-16941" fmla="*/ 2521 w 10000"/>
              <a:gd name="connsiteY10-16942" fmla="*/ 4150 h 10000"/>
              <a:gd name="connsiteX11-16943" fmla="*/ 2702 w 10000"/>
              <a:gd name="connsiteY11-16944" fmla="*/ 4150 h 10000"/>
              <a:gd name="connsiteX12-16945" fmla="*/ 2883 w 10000"/>
              <a:gd name="connsiteY12-16946" fmla="*/ 3625 h 10000"/>
              <a:gd name="connsiteX13-16947" fmla="*/ 3048 w 10000"/>
              <a:gd name="connsiteY13-16948" fmla="*/ 3625 h 10000"/>
              <a:gd name="connsiteX14-16949" fmla="*/ 3311 w 10000"/>
              <a:gd name="connsiteY14-16950" fmla="*/ 3625 h 10000"/>
              <a:gd name="connsiteX15-16951" fmla="*/ 3575 w 10000"/>
              <a:gd name="connsiteY15-16952" fmla="*/ 3625 h 10000"/>
              <a:gd name="connsiteX16-16953" fmla="*/ 3921 w 10000"/>
              <a:gd name="connsiteY16-16954" fmla="*/ 3198 h 10000"/>
              <a:gd name="connsiteX17-16955" fmla="*/ 4267 w 10000"/>
              <a:gd name="connsiteY17-16956" fmla="*/ 3198 h 10000"/>
              <a:gd name="connsiteX18-16957" fmla="*/ 4613 w 10000"/>
              <a:gd name="connsiteY18-16958" fmla="*/ 3198 h 10000"/>
              <a:gd name="connsiteX19-16959" fmla="*/ 4959 w 10000"/>
              <a:gd name="connsiteY19-16960" fmla="*/ 2764 h 10000"/>
              <a:gd name="connsiteX20-16961" fmla="*/ 5387 w 10000"/>
              <a:gd name="connsiteY20-16962" fmla="*/ 2338 h 10000"/>
              <a:gd name="connsiteX21-16963" fmla="*/ 5832 w 10000"/>
              <a:gd name="connsiteY21-16964" fmla="*/ 2338 h 10000"/>
              <a:gd name="connsiteX22-16965" fmla="*/ 6343 w 10000"/>
              <a:gd name="connsiteY22-16966" fmla="*/ 1809 h 10000"/>
              <a:gd name="connsiteX23-16967" fmla="*/ 6787 w 10000"/>
              <a:gd name="connsiteY23-16968" fmla="*/ 1809 h 10000"/>
              <a:gd name="connsiteX24-16969" fmla="*/ 7298 w 10000"/>
              <a:gd name="connsiteY24-16970" fmla="*/ 1390 h 10000"/>
              <a:gd name="connsiteX25-16971" fmla="*/ 7743 w 10000"/>
              <a:gd name="connsiteY25-16972" fmla="*/ 952 h 10000"/>
              <a:gd name="connsiteX26-16973" fmla="*/ 8171 w 10000"/>
              <a:gd name="connsiteY26-16974" fmla="*/ 952 h 10000"/>
              <a:gd name="connsiteX27-16975" fmla="*/ 8435 w 10000"/>
              <a:gd name="connsiteY27-16976" fmla="*/ 438 h 10000"/>
              <a:gd name="connsiteX28-16977" fmla="*/ 8699 w 10000"/>
              <a:gd name="connsiteY28-16978" fmla="*/ 438 h 10000"/>
              <a:gd name="connsiteX29-16979" fmla="*/ 8962 w 10000"/>
              <a:gd name="connsiteY29-16980" fmla="*/ 438 h 10000"/>
              <a:gd name="connsiteX30-16981" fmla="*/ 9127 w 10000"/>
              <a:gd name="connsiteY30-16982" fmla="*/ 438 h 10000"/>
              <a:gd name="connsiteX31-16983" fmla="*/ 9226 w 10000"/>
              <a:gd name="connsiteY31-16984" fmla="*/ 0 h 10000"/>
              <a:gd name="connsiteX32-16985" fmla="*/ 9390 w 10000"/>
              <a:gd name="connsiteY32-16986" fmla="*/ 438 h 10000"/>
              <a:gd name="connsiteX33-16987" fmla="*/ 9473 w 10000"/>
              <a:gd name="connsiteY33-16988" fmla="*/ 438 h 10000"/>
              <a:gd name="connsiteX34-16989" fmla="*/ 9654 w 10000"/>
              <a:gd name="connsiteY34-16990" fmla="*/ 952 h 10000"/>
              <a:gd name="connsiteX35-16991" fmla="*/ 9736 w 10000"/>
              <a:gd name="connsiteY35-16992" fmla="*/ 952 h 10000"/>
              <a:gd name="connsiteX36-16993" fmla="*/ 9918 w 10000"/>
              <a:gd name="connsiteY36-16994" fmla="*/ 1809 h 10000"/>
              <a:gd name="connsiteX37-16995" fmla="*/ 10000 w 10000"/>
              <a:gd name="connsiteY37-16996" fmla="*/ 2338 h 10000"/>
              <a:gd name="connsiteX38-16997" fmla="*/ 10000 w 10000"/>
              <a:gd name="connsiteY38-16998" fmla="*/ 2764 h 10000"/>
              <a:gd name="connsiteX39-16999" fmla="*/ 10000 w 10000"/>
              <a:gd name="connsiteY39-17000" fmla="*/ 3198 h 10000"/>
              <a:gd name="connsiteX40-17001" fmla="*/ 10000 w 10000"/>
              <a:gd name="connsiteY40-17002" fmla="*/ 3198 h 10000"/>
              <a:gd name="connsiteX41-17003" fmla="*/ 10000 w 10000"/>
              <a:gd name="connsiteY41-17004" fmla="*/ 3625 h 10000"/>
              <a:gd name="connsiteX42-17005" fmla="*/ 9918 w 10000"/>
              <a:gd name="connsiteY42-17006" fmla="*/ 3625 h 10000"/>
              <a:gd name="connsiteX43-17007" fmla="*/ 9819 w 10000"/>
              <a:gd name="connsiteY43-17008" fmla="*/ 3625 h 10000"/>
              <a:gd name="connsiteX44-17009" fmla="*/ 9736 w 10000"/>
              <a:gd name="connsiteY44-17010" fmla="*/ 4150 h 10000"/>
              <a:gd name="connsiteX45-17011" fmla="*/ 9572 w 10000"/>
              <a:gd name="connsiteY45-17012" fmla="*/ 4150 h 10000"/>
              <a:gd name="connsiteX46-17013" fmla="*/ 9390 w 10000"/>
              <a:gd name="connsiteY46-17014" fmla="*/ 4150 h 10000"/>
              <a:gd name="connsiteX47-17015" fmla="*/ 9127 w 10000"/>
              <a:gd name="connsiteY47-17016" fmla="*/ 4150 h 10000"/>
              <a:gd name="connsiteX48-17017" fmla="*/ 8863 w 10000"/>
              <a:gd name="connsiteY48-17018" fmla="*/ 4150 h 10000"/>
              <a:gd name="connsiteX49-17019" fmla="*/ 8616 w 10000"/>
              <a:gd name="connsiteY49-17020" fmla="*/ 4150 h 10000"/>
              <a:gd name="connsiteX50-17021" fmla="*/ 8353 w 10000"/>
              <a:gd name="connsiteY50-17022" fmla="*/ 4150 h 10000"/>
              <a:gd name="connsiteX51-17023" fmla="*/ 8007 w 10000"/>
              <a:gd name="connsiteY51-17024" fmla="*/ 4150 h 10000"/>
              <a:gd name="connsiteX52-17025" fmla="*/ 7661 w 10000"/>
              <a:gd name="connsiteY52-17026" fmla="*/ 4150 h 10000"/>
              <a:gd name="connsiteX53-17027" fmla="*/ 7298 w 10000"/>
              <a:gd name="connsiteY53-17028" fmla="*/ 4569 h 10000"/>
              <a:gd name="connsiteX54-17029" fmla="*/ 6870 w 10000"/>
              <a:gd name="connsiteY54-17030" fmla="*/ 4569 h 10000"/>
              <a:gd name="connsiteX55-17031" fmla="*/ 6442 w 10000"/>
              <a:gd name="connsiteY55-17032" fmla="*/ 4569 h 10000"/>
              <a:gd name="connsiteX56-17033" fmla="*/ 5651 w 10000"/>
              <a:gd name="connsiteY56-17034" fmla="*/ 4996 h 10000"/>
              <a:gd name="connsiteX57-17035" fmla="*/ 4876 w 10000"/>
              <a:gd name="connsiteY57-17036" fmla="*/ 5511 h 10000"/>
              <a:gd name="connsiteX58-17037" fmla="*/ 4185 w 10000"/>
              <a:gd name="connsiteY58-17038" fmla="*/ 5956 h 10000"/>
              <a:gd name="connsiteX59-17039" fmla="*/ 3476 w 10000"/>
              <a:gd name="connsiteY59-17040" fmla="*/ 6386 h 10000"/>
              <a:gd name="connsiteX60-17041" fmla="*/ 3130 w 10000"/>
              <a:gd name="connsiteY60-17042" fmla="*/ 6386 h 10000"/>
              <a:gd name="connsiteX61-17043" fmla="*/ 2883 w 10000"/>
              <a:gd name="connsiteY61-17044" fmla="*/ 6807 h 10000"/>
              <a:gd name="connsiteX62-17045" fmla="*/ 2521 w 10000"/>
              <a:gd name="connsiteY62-17046" fmla="*/ 7335 h 10000"/>
              <a:gd name="connsiteX63-17047" fmla="*/ 2273 w 10000"/>
              <a:gd name="connsiteY63-17048" fmla="*/ 7335 h 10000"/>
              <a:gd name="connsiteX64-17049" fmla="*/ 2092 w 10000"/>
              <a:gd name="connsiteY64-17050" fmla="*/ 7755 h 10000"/>
              <a:gd name="connsiteX65-17051" fmla="*/ 1829 w 10000"/>
              <a:gd name="connsiteY65-17052" fmla="*/ 7755 h 10000"/>
              <a:gd name="connsiteX66-17053" fmla="*/ 1664 w 10000"/>
              <a:gd name="connsiteY66-17054" fmla="*/ 8190 h 10000"/>
              <a:gd name="connsiteX67-17055" fmla="*/ 1400 w 10000"/>
              <a:gd name="connsiteY67-17056" fmla="*/ 8706 h 10000"/>
              <a:gd name="connsiteX68-17057" fmla="*/ 1219 w 10000"/>
              <a:gd name="connsiteY68-17058" fmla="*/ 8706 h 10000"/>
              <a:gd name="connsiteX69-17059" fmla="*/ 1137 w 10000"/>
              <a:gd name="connsiteY69-17060" fmla="*/ 9132 h 10000"/>
              <a:gd name="connsiteX70-17061" fmla="*/ 956 w 10000"/>
              <a:gd name="connsiteY70-17062" fmla="*/ 9132 h 10000"/>
              <a:gd name="connsiteX71-17063" fmla="*/ 873 w 10000"/>
              <a:gd name="connsiteY71-17064" fmla="*/ 9574 h 10000"/>
              <a:gd name="connsiteX72-17065" fmla="*/ 791 w 10000"/>
              <a:gd name="connsiteY72-17066" fmla="*/ 9574 h 10000"/>
              <a:gd name="connsiteX73-17067" fmla="*/ 708 w 10000"/>
              <a:gd name="connsiteY73-17068" fmla="*/ 9574 h 10000"/>
              <a:gd name="connsiteX74-17069" fmla="*/ 527 w 10000"/>
              <a:gd name="connsiteY74-17070" fmla="*/ 10000 h 10000"/>
              <a:gd name="connsiteX75-17071" fmla="*/ 445 w 10000"/>
              <a:gd name="connsiteY75-17072" fmla="*/ 9574 h 10000"/>
              <a:gd name="connsiteX76-17073" fmla="*/ 362 w 10000"/>
              <a:gd name="connsiteY76-17074" fmla="*/ 9574 h 10000"/>
              <a:gd name="connsiteX77-17075" fmla="*/ 264 w 10000"/>
              <a:gd name="connsiteY77-17076" fmla="*/ 9132 h 10000"/>
              <a:gd name="connsiteX78-17077" fmla="*/ 181 w 10000"/>
              <a:gd name="connsiteY78-17078" fmla="*/ 8190 h 10000"/>
              <a:gd name="connsiteX79-17079" fmla="*/ 99 w 10000"/>
              <a:gd name="connsiteY79-17080" fmla="*/ 7335 h 10000"/>
              <a:gd name="connsiteX80-17081" fmla="*/ 0 w 10000"/>
              <a:gd name="connsiteY80-17082" fmla="*/ 6807 h 10000"/>
              <a:gd name="connsiteX0-17083" fmla="*/ 1829 w 10000"/>
              <a:gd name="connsiteY0-17084" fmla="*/ 3198 h 10000"/>
              <a:gd name="connsiteX1-17085" fmla="*/ 1746 w 10000"/>
              <a:gd name="connsiteY1-17086" fmla="*/ 3625 h 10000"/>
              <a:gd name="connsiteX2-17087" fmla="*/ 1746 w 10000"/>
              <a:gd name="connsiteY2-17088" fmla="*/ 4150 h 10000"/>
              <a:gd name="connsiteX3-17089" fmla="*/ 1746 w 10000"/>
              <a:gd name="connsiteY3-17090" fmla="*/ 4150 h 10000"/>
              <a:gd name="connsiteX4-17091" fmla="*/ 1829 w 10000"/>
              <a:gd name="connsiteY4-17092" fmla="*/ 4150 h 10000"/>
              <a:gd name="connsiteX5-17093" fmla="*/ 1911 w 10000"/>
              <a:gd name="connsiteY5-17094" fmla="*/ 4569 h 10000"/>
              <a:gd name="connsiteX6-17095" fmla="*/ 2010 w 10000"/>
              <a:gd name="connsiteY6-17096" fmla="*/ 4569 h 10000"/>
              <a:gd name="connsiteX7-17097" fmla="*/ 2175 w 10000"/>
              <a:gd name="connsiteY7-17098" fmla="*/ 4569 h 10000"/>
              <a:gd name="connsiteX8-17099" fmla="*/ 2273 w 10000"/>
              <a:gd name="connsiteY8-17100" fmla="*/ 4150 h 10000"/>
              <a:gd name="connsiteX9-17101" fmla="*/ 2356 w 10000"/>
              <a:gd name="connsiteY9-17102" fmla="*/ 4150 h 10000"/>
              <a:gd name="connsiteX10-17103" fmla="*/ 2521 w 10000"/>
              <a:gd name="connsiteY10-17104" fmla="*/ 4150 h 10000"/>
              <a:gd name="connsiteX11-17105" fmla="*/ 2702 w 10000"/>
              <a:gd name="connsiteY11-17106" fmla="*/ 4150 h 10000"/>
              <a:gd name="connsiteX12-17107" fmla="*/ 2883 w 10000"/>
              <a:gd name="connsiteY12-17108" fmla="*/ 3625 h 10000"/>
              <a:gd name="connsiteX13-17109" fmla="*/ 3048 w 10000"/>
              <a:gd name="connsiteY13-17110" fmla="*/ 3625 h 10000"/>
              <a:gd name="connsiteX14-17111" fmla="*/ 3311 w 10000"/>
              <a:gd name="connsiteY14-17112" fmla="*/ 3625 h 10000"/>
              <a:gd name="connsiteX15-17113" fmla="*/ 3575 w 10000"/>
              <a:gd name="connsiteY15-17114" fmla="*/ 3625 h 10000"/>
              <a:gd name="connsiteX16-17115" fmla="*/ 3921 w 10000"/>
              <a:gd name="connsiteY16-17116" fmla="*/ 3198 h 10000"/>
              <a:gd name="connsiteX17-17117" fmla="*/ 4267 w 10000"/>
              <a:gd name="connsiteY17-17118" fmla="*/ 3198 h 10000"/>
              <a:gd name="connsiteX18-17119" fmla="*/ 4613 w 10000"/>
              <a:gd name="connsiteY18-17120" fmla="*/ 3198 h 10000"/>
              <a:gd name="connsiteX19-17121" fmla="*/ 4959 w 10000"/>
              <a:gd name="connsiteY19-17122" fmla="*/ 2764 h 10000"/>
              <a:gd name="connsiteX20-17123" fmla="*/ 5387 w 10000"/>
              <a:gd name="connsiteY20-17124" fmla="*/ 2338 h 10000"/>
              <a:gd name="connsiteX21-17125" fmla="*/ 5832 w 10000"/>
              <a:gd name="connsiteY21-17126" fmla="*/ 2338 h 10000"/>
              <a:gd name="connsiteX22-17127" fmla="*/ 6343 w 10000"/>
              <a:gd name="connsiteY22-17128" fmla="*/ 1809 h 10000"/>
              <a:gd name="connsiteX23-17129" fmla="*/ 6787 w 10000"/>
              <a:gd name="connsiteY23-17130" fmla="*/ 1809 h 10000"/>
              <a:gd name="connsiteX24-17131" fmla="*/ 7298 w 10000"/>
              <a:gd name="connsiteY24-17132" fmla="*/ 1390 h 10000"/>
              <a:gd name="connsiteX25-17133" fmla="*/ 7743 w 10000"/>
              <a:gd name="connsiteY25-17134" fmla="*/ 952 h 10000"/>
              <a:gd name="connsiteX26-17135" fmla="*/ 8171 w 10000"/>
              <a:gd name="connsiteY26-17136" fmla="*/ 952 h 10000"/>
              <a:gd name="connsiteX27-17137" fmla="*/ 8435 w 10000"/>
              <a:gd name="connsiteY27-17138" fmla="*/ 438 h 10000"/>
              <a:gd name="connsiteX28-17139" fmla="*/ 8699 w 10000"/>
              <a:gd name="connsiteY28-17140" fmla="*/ 438 h 10000"/>
              <a:gd name="connsiteX29-17141" fmla="*/ 8962 w 10000"/>
              <a:gd name="connsiteY29-17142" fmla="*/ 438 h 10000"/>
              <a:gd name="connsiteX30-17143" fmla="*/ 9127 w 10000"/>
              <a:gd name="connsiteY30-17144" fmla="*/ 438 h 10000"/>
              <a:gd name="connsiteX31-17145" fmla="*/ 9226 w 10000"/>
              <a:gd name="connsiteY31-17146" fmla="*/ 0 h 10000"/>
              <a:gd name="connsiteX32-17147" fmla="*/ 9390 w 10000"/>
              <a:gd name="connsiteY32-17148" fmla="*/ 438 h 10000"/>
              <a:gd name="connsiteX33-17149" fmla="*/ 9473 w 10000"/>
              <a:gd name="connsiteY33-17150" fmla="*/ 438 h 10000"/>
              <a:gd name="connsiteX34-17151" fmla="*/ 9654 w 10000"/>
              <a:gd name="connsiteY34-17152" fmla="*/ 952 h 10000"/>
              <a:gd name="connsiteX35-17153" fmla="*/ 9736 w 10000"/>
              <a:gd name="connsiteY35-17154" fmla="*/ 952 h 10000"/>
              <a:gd name="connsiteX36-17155" fmla="*/ 9918 w 10000"/>
              <a:gd name="connsiteY36-17156" fmla="*/ 1809 h 10000"/>
              <a:gd name="connsiteX37-17157" fmla="*/ 10000 w 10000"/>
              <a:gd name="connsiteY37-17158" fmla="*/ 2338 h 10000"/>
              <a:gd name="connsiteX38-17159" fmla="*/ 10000 w 10000"/>
              <a:gd name="connsiteY38-17160" fmla="*/ 2764 h 10000"/>
              <a:gd name="connsiteX39-17161" fmla="*/ 10000 w 10000"/>
              <a:gd name="connsiteY39-17162" fmla="*/ 3198 h 10000"/>
              <a:gd name="connsiteX40-17163" fmla="*/ 10000 w 10000"/>
              <a:gd name="connsiteY40-17164" fmla="*/ 3198 h 10000"/>
              <a:gd name="connsiteX41-17165" fmla="*/ 10000 w 10000"/>
              <a:gd name="connsiteY41-17166" fmla="*/ 3625 h 10000"/>
              <a:gd name="connsiteX42-17167" fmla="*/ 9918 w 10000"/>
              <a:gd name="connsiteY42-17168" fmla="*/ 3625 h 10000"/>
              <a:gd name="connsiteX43-17169" fmla="*/ 9819 w 10000"/>
              <a:gd name="connsiteY43-17170" fmla="*/ 3625 h 10000"/>
              <a:gd name="connsiteX44-17171" fmla="*/ 9736 w 10000"/>
              <a:gd name="connsiteY44-17172" fmla="*/ 4150 h 10000"/>
              <a:gd name="connsiteX45-17173" fmla="*/ 9572 w 10000"/>
              <a:gd name="connsiteY45-17174" fmla="*/ 4150 h 10000"/>
              <a:gd name="connsiteX46-17175" fmla="*/ 9390 w 10000"/>
              <a:gd name="connsiteY46-17176" fmla="*/ 4150 h 10000"/>
              <a:gd name="connsiteX47-17177" fmla="*/ 9127 w 10000"/>
              <a:gd name="connsiteY47-17178" fmla="*/ 4150 h 10000"/>
              <a:gd name="connsiteX48-17179" fmla="*/ 8863 w 10000"/>
              <a:gd name="connsiteY48-17180" fmla="*/ 4150 h 10000"/>
              <a:gd name="connsiteX49-17181" fmla="*/ 8616 w 10000"/>
              <a:gd name="connsiteY49-17182" fmla="*/ 4150 h 10000"/>
              <a:gd name="connsiteX50-17183" fmla="*/ 8353 w 10000"/>
              <a:gd name="connsiteY50-17184" fmla="*/ 4150 h 10000"/>
              <a:gd name="connsiteX51-17185" fmla="*/ 8007 w 10000"/>
              <a:gd name="connsiteY51-17186" fmla="*/ 4150 h 10000"/>
              <a:gd name="connsiteX52-17187" fmla="*/ 7661 w 10000"/>
              <a:gd name="connsiteY52-17188" fmla="*/ 4150 h 10000"/>
              <a:gd name="connsiteX53-17189" fmla="*/ 7298 w 10000"/>
              <a:gd name="connsiteY53-17190" fmla="*/ 4569 h 10000"/>
              <a:gd name="connsiteX54-17191" fmla="*/ 6870 w 10000"/>
              <a:gd name="connsiteY54-17192" fmla="*/ 4569 h 10000"/>
              <a:gd name="connsiteX55-17193" fmla="*/ 6442 w 10000"/>
              <a:gd name="connsiteY55-17194" fmla="*/ 4569 h 10000"/>
              <a:gd name="connsiteX56-17195" fmla="*/ 5651 w 10000"/>
              <a:gd name="connsiteY56-17196" fmla="*/ 4996 h 10000"/>
              <a:gd name="connsiteX57-17197" fmla="*/ 4876 w 10000"/>
              <a:gd name="connsiteY57-17198" fmla="*/ 5511 h 10000"/>
              <a:gd name="connsiteX58-17199" fmla="*/ 4185 w 10000"/>
              <a:gd name="connsiteY58-17200" fmla="*/ 5956 h 10000"/>
              <a:gd name="connsiteX59-17201" fmla="*/ 3476 w 10000"/>
              <a:gd name="connsiteY59-17202" fmla="*/ 6386 h 10000"/>
              <a:gd name="connsiteX60-17203" fmla="*/ 3130 w 10000"/>
              <a:gd name="connsiteY60-17204" fmla="*/ 6386 h 10000"/>
              <a:gd name="connsiteX61-17205" fmla="*/ 2883 w 10000"/>
              <a:gd name="connsiteY61-17206" fmla="*/ 6807 h 10000"/>
              <a:gd name="connsiteX62-17207" fmla="*/ 2521 w 10000"/>
              <a:gd name="connsiteY62-17208" fmla="*/ 7335 h 10000"/>
              <a:gd name="connsiteX63-17209" fmla="*/ 2273 w 10000"/>
              <a:gd name="connsiteY63-17210" fmla="*/ 7335 h 10000"/>
              <a:gd name="connsiteX64-17211" fmla="*/ 2092 w 10000"/>
              <a:gd name="connsiteY64-17212" fmla="*/ 7755 h 10000"/>
              <a:gd name="connsiteX65-17213" fmla="*/ 1829 w 10000"/>
              <a:gd name="connsiteY65-17214" fmla="*/ 7755 h 10000"/>
              <a:gd name="connsiteX66-17215" fmla="*/ 1664 w 10000"/>
              <a:gd name="connsiteY66-17216" fmla="*/ 8190 h 10000"/>
              <a:gd name="connsiteX67-17217" fmla="*/ 1400 w 10000"/>
              <a:gd name="connsiteY67-17218" fmla="*/ 8706 h 10000"/>
              <a:gd name="connsiteX68-17219" fmla="*/ 1219 w 10000"/>
              <a:gd name="connsiteY68-17220" fmla="*/ 8706 h 10000"/>
              <a:gd name="connsiteX69-17221" fmla="*/ 1137 w 10000"/>
              <a:gd name="connsiteY69-17222" fmla="*/ 9132 h 10000"/>
              <a:gd name="connsiteX70-17223" fmla="*/ 956 w 10000"/>
              <a:gd name="connsiteY70-17224" fmla="*/ 9132 h 10000"/>
              <a:gd name="connsiteX71-17225" fmla="*/ 873 w 10000"/>
              <a:gd name="connsiteY71-17226" fmla="*/ 9574 h 10000"/>
              <a:gd name="connsiteX72-17227" fmla="*/ 791 w 10000"/>
              <a:gd name="connsiteY72-17228" fmla="*/ 9574 h 10000"/>
              <a:gd name="connsiteX73-17229" fmla="*/ 708 w 10000"/>
              <a:gd name="connsiteY73-17230" fmla="*/ 9574 h 10000"/>
              <a:gd name="connsiteX74-17231" fmla="*/ 527 w 10000"/>
              <a:gd name="connsiteY74-17232" fmla="*/ 10000 h 10000"/>
              <a:gd name="connsiteX75-17233" fmla="*/ 445 w 10000"/>
              <a:gd name="connsiteY75-17234" fmla="*/ 9574 h 10000"/>
              <a:gd name="connsiteX76-17235" fmla="*/ 362 w 10000"/>
              <a:gd name="connsiteY76-17236" fmla="*/ 9574 h 10000"/>
              <a:gd name="connsiteX77-17237" fmla="*/ 264 w 10000"/>
              <a:gd name="connsiteY77-17238" fmla="*/ 9132 h 10000"/>
              <a:gd name="connsiteX78-17239" fmla="*/ 181 w 10000"/>
              <a:gd name="connsiteY78-17240" fmla="*/ 8190 h 10000"/>
              <a:gd name="connsiteX79-17241" fmla="*/ 0 w 10000"/>
              <a:gd name="connsiteY79-17242" fmla="*/ 6807 h 10000"/>
              <a:gd name="connsiteX0-17243" fmla="*/ 1648 w 9819"/>
              <a:gd name="connsiteY0-17244" fmla="*/ 3198 h 10000"/>
              <a:gd name="connsiteX1-17245" fmla="*/ 1565 w 9819"/>
              <a:gd name="connsiteY1-17246" fmla="*/ 3625 h 10000"/>
              <a:gd name="connsiteX2-17247" fmla="*/ 1565 w 9819"/>
              <a:gd name="connsiteY2-17248" fmla="*/ 4150 h 10000"/>
              <a:gd name="connsiteX3-17249" fmla="*/ 1565 w 9819"/>
              <a:gd name="connsiteY3-17250" fmla="*/ 4150 h 10000"/>
              <a:gd name="connsiteX4-17251" fmla="*/ 1648 w 9819"/>
              <a:gd name="connsiteY4-17252" fmla="*/ 4150 h 10000"/>
              <a:gd name="connsiteX5-17253" fmla="*/ 1730 w 9819"/>
              <a:gd name="connsiteY5-17254" fmla="*/ 4569 h 10000"/>
              <a:gd name="connsiteX6-17255" fmla="*/ 1829 w 9819"/>
              <a:gd name="connsiteY6-17256" fmla="*/ 4569 h 10000"/>
              <a:gd name="connsiteX7-17257" fmla="*/ 1994 w 9819"/>
              <a:gd name="connsiteY7-17258" fmla="*/ 4569 h 10000"/>
              <a:gd name="connsiteX8-17259" fmla="*/ 2092 w 9819"/>
              <a:gd name="connsiteY8-17260" fmla="*/ 4150 h 10000"/>
              <a:gd name="connsiteX9-17261" fmla="*/ 2175 w 9819"/>
              <a:gd name="connsiteY9-17262" fmla="*/ 4150 h 10000"/>
              <a:gd name="connsiteX10-17263" fmla="*/ 2340 w 9819"/>
              <a:gd name="connsiteY10-17264" fmla="*/ 4150 h 10000"/>
              <a:gd name="connsiteX11-17265" fmla="*/ 2521 w 9819"/>
              <a:gd name="connsiteY11-17266" fmla="*/ 4150 h 10000"/>
              <a:gd name="connsiteX12-17267" fmla="*/ 2702 w 9819"/>
              <a:gd name="connsiteY12-17268" fmla="*/ 3625 h 10000"/>
              <a:gd name="connsiteX13-17269" fmla="*/ 2867 w 9819"/>
              <a:gd name="connsiteY13-17270" fmla="*/ 3625 h 10000"/>
              <a:gd name="connsiteX14-17271" fmla="*/ 3130 w 9819"/>
              <a:gd name="connsiteY14-17272" fmla="*/ 3625 h 10000"/>
              <a:gd name="connsiteX15-17273" fmla="*/ 3394 w 9819"/>
              <a:gd name="connsiteY15-17274" fmla="*/ 3625 h 10000"/>
              <a:gd name="connsiteX16-17275" fmla="*/ 3740 w 9819"/>
              <a:gd name="connsiteY16-17276" fmla="*/ 3198 h 10000"/>
              <a:gd name="connsiteX17-17277" fmla="*/ 4086 w 9819"/>
              <a:gd name="connsiteY17-17278" fmla="*/ 3198 h 10000"/>
              <a:gd name="connsiteX18-17279" fmla="*/ 4432 w 9819"/>
              <a:gd name="connsiteY18-17280" fmla="*/ 3198 h 10000"/>
              <a:gd name="connsiteX19-17281" fmla="*/ 4778 w 9819"/>
              <a:gd name="connsiteY19-17282" fmla="*/ 2764 h 10000"/>
              <a:gd name="connsiteX20-17283" fmla="*/ 5206 w 9819"/>
              <a:gd name="connsiteY20-17284" fmla="*/ 2338 h 10000"/>
              <a:gd name="connsiteX21-17285" fmla="*/ 5651 w 9819"/>
              <a:gd name="connsiteY21-17286" fmla="*/ 2338 h 10000"/>
              <a:gd name="connsiteX22-17287" fmla="*/ 6162 w 9819"/>
              <a:gd name="connsiteY22-17288" fmla="*/ 1809 h 10000"/>
              <a:gd name="connsiteX23-17289" fmla="*/ 6606 w 9819"/>
              <a:gd name="connsiteY23-17290" fmla="*/ 1809 h 10000"/>
              <a:gd name="connsiteX24-17291" fmla="*/ 7117 w 9819"/>
              <a:gd name="connsiteY24-17292" fmla="*/ 1390 h 10000"/>
              <a:gd name="connsiteX25-17293" fmla="*/ 7562 w 9819"/>
              <a:gd name="connsiteY25-17294" fmla="*/ 952 h 10000"/>
              <a:gd name="connsiteX26-17295" fmla="*/ 7990 w 9819"/>
              <a:gd name="connsiteY26-17296" fmla="*/ 952 h 10000"/>
              <a:gd name="connsiteX27-17297" fmla="*/ 8254 w 9819"/>
              <a:gd name="connsiteY27-17298" fmla="*/ 438 h 10000"/>
              <a:gd name="connsiteX28-17299" fmla="*/ 8518 w 9819"/>
              <a:gd name="connsiteY28-17300" fmla="*/ 438 h 10000"/>
              <a:gd name="connsiteX29-17301" fmla="*/ 8781 w 9819"/>
              <a:gd name="connsiteY29-17302" fmla="*/ 438 h 10000"/>
              <a:gd name="connsiteX30-17303" fmla="*/ 8946 w 9819"/>
              <a:gd name="connsiteY30-17304" fmla="*/ 438 h 10000"/>
              <a:gd name="connsiteX31-17305" fmla="*/ 9045 w 9819"/>
              <a:gd name="connsiteY31-17306" fmla="*/ 0 h 10000"/>
              <a:gd name="connsiteX32-17307" fmla="*/ 9209 w 9819"/>
              <a:gd name="connsiteY32-17308" fmla="*/ 438 h 10000"/>
              <a:gd name="connsiteX33-17309" fmla="*/ 9292 w 9819"/>
              <a:gd name="connsiteY33-17310" fmla="*/ 438 h 10000"/>
              <a:gd name="connsiteX34-17311" fmla="*/ 9473 w 9819"/>
              <a:gd name="connsiteY34-17312" fmla="*/ 952 h 10000"/>
              <a:gd name="connsiteX35-17313" fmla="*/ 9555 w 9819"/>
              <a:gd name="connsiteY35-17314" fmla="*/ 952 h 10000"/>
              <a:gd name="connsiteX36-17315" fmla="*/ 9737 w 9819"/>
              <a:gd name="connsiteY36-17316" fmla="*/ 1809 h 10000"/>
              <a:gd name="connsiteX37-17317" fmla="*/ 9819 w 9819"/>
              <a:gd name="connsiteY37-17318" fmla="*/ 2338 h 10000"/>
              <a:gd name="connsiteX38-17319" fmla="*/ 9819 w 9819"/>
              <a:gd name="connsiteY38-17320" fmla="*/ 2764 h 10000"/>
              <a:gd name="connsiteX39-17321" fmla="*/ 9819 w 9819"/>
              <a:gd name="connsiteY39-17322" fmla="*/ 3198 h 10000"/>
              <a:gd name="connsiteX40-17323" fmla="*/ 9819 w 9819"/>
              <a:gd name="connsiteY40-17324" fmla="*/ 3198 h 10000"/>
              <a:gd name="connsiteX41-17325" fmla="*/ 9819 w 9819"/>
              <a:gd name="connsiteY41-17326" fmla="*/ 3625 h 10000"/>
              <a:gd name="connsiteX42-17327" fmla="*/ 9737 w 9819"/>
              <a:gd name="connsiteY42-17328" fmla="*/ 3625 h 10000"/>
              <a:gd name="connsiteX43-17329" fmla="*/ 9638 w 9819"/>
              <a:gd name="connsiteY43-17330" fmla="*/ 3625 h 10000"/>
              <a:gd name="connsiteX44-17331" fmla="*/ 9555 w 9819"/>
              <a:gd name="connsiteY44-17332" fmla="*/ 4150 h 10000"/>
              <a:gd name="connsiteX45-17333" fmla="*/ 9391 w 9819"/>
              <a:gd name="connsiteY45-17334" fmla="*/ 4150 h 10000"/>
              <a:gd name="connsiteX46-17335" fmla="*/ 9209 w 9819"/>
              <a:gd name="connsiteY46-17336" fmla="*/ 4150 h 10000"/>
              <a:gd name="connsiteX47-17337" fmla="*/ 8946 w 9819"/>
              <a:gd name="connsiteY47-17338" fmla="*/ 4150 h 10000"/>
              <a:gd name="connsiteX48-17339" fmla="*/ 8682 w 9819"/>
              <a:gd name="connsiteY48-17340" fmla="*/ 4150 h 10000"/>
              <a:gd name="connsiteX49-17341" fmla="*/ 8435 w 9819"/>
              <a:gd name="connsiteY49-17342" fmla="*/ 4150 h 10000"/>
              <a:gd name="connsiteX50-17343" fmla="*/ 8172 w 9819"/>
              <a:gd name="connsiteY50-17344" fmla="*/ 4150 h 10000"/>
              <a:gd name="connsiteX51-17345" fmla="*/ 7826 w 9819"/>
              <a:gd name="connsiteY51-17346" fmla="*/ 4150 h 10000"/>
              <a:gd name="connsiteX52-17347" fmla="*/ 7480 w 9819"/>
              <a:gd name="connsiteY52-17348" fmla="*/ 4150 h 10000"/>
              <a:gd name="connsiteX53-17349" fmla="*/ 7117 w 9819"/>
              <a:gd name="connsiteY53-17350" fmla="*/ 4569 h 10000"/>
              <a:gd name="connsiteX54-17351" fmla="*/ 6689 w 9819"/>
              <a:gd name="connsiteY54-17352" fmla="*/ 4569 h 10000"/>
              <a:gd name="connsiteX55-17353" fmla="*/ 6261 w 9819"/>
              <a:gd name="connsiteY55-17354" fmla="*/ 4569 h 10000"/>
              <a:gd name="connsiteX56-17355" fmla="*/ 5470 w 9819"/>
              <a:gd name="connsiteY56-17356" fmla="*/ 4996 h 10000"/>
              <a:gd name="connsiteX57-17357" fmla="*/ 4695 w 9819"/>
              <a:gd name="connsiteY57-17358" fmla="*/ 5511 h 10000"/>
              <a:gd name="connsiteX58-17359" fmla="*/ 4004 w 9819"/>
              <a:gd name="connsiteY58-17360" fmla="*/ 5956 h 10000"/>
              <a:gd name="connsiteX59-17361" fmla="*/ 3295 w 9819"/>
              <a:gd name="connsiteY59-17362" fmla="*/ 6386 h 10000"/>
              <a:gd name="connsiteX60-17363" fmla="*/ 2949 w 9819"/>
              <a:gd name="connsiteY60-17364" fmla="*/ 6386 h 10000"/>
              <a:gd name="connsiteX61-17365" fmla="*/ 2702 w 9819"/>
              <a:gd name="connsiteY61-17366" fmla="*/ 6807 h 10000"/>
              <a:gd name="connsiteX62-17367" fmla="*/ 2340 w 9819"/>
              <a:gd name="connsiteY62-17368" fmla="*/ 7335 h 10000"/>
              <a:gd name="connsiteX63-17369" fmla="*/ 2092 w 9819"/>
              <a:gd name="connsiteY63-17370" fmla="*/ 7335 h 10000"/>
              <a:gd name="connsiteX64-17371" fmla="*/ 1911 w 9819"/>
              <a:gd name="connsiteY64-17372" fmla="*/ 7755 h 10000"/>
              <a:gd name="connsiteX65-17373" fmla="*/ 1648 w 9819"/>
              <a:gd name="connsiteY65-17374" fmla="*/ 7755 h 10000"/>
              <a:gd name="connsiteX66-17375" fmla="*/ 1483 w 9819"/>
              <a:gd name="connsiteY66-17376" fmla="*/ 8190 h 10000"/>
              <a:gd name="connsiteX67-17377" fmla="*/ 1219 w 9819"/>
              <a:gd name="connsiteY67-17378" fmla="*/ 8706 h 10000"/>
              <a:gd name="connsiteX68-17379" fmla="*/ 1038 w 9819"/>
              <a:gd name="connsiteY68-17380" fmla="*/ 8706 h 10000"/>
              <a:gd name="connsiteX69-17381" fmla="*/ 956 w 9819"/>
              <a:gd name="connsiteY69-17382" fmla="*/ 9132 h 10000"/>
              <a:gd name="connsiteX70-17383" fmla="*/ 775 w 9819"/>
              <a:gd name="connsiteY70-17384" fmla="*/ 9132 h 10000"/>
              <a:gd name="connsiteX71-17385" fmla="*/ 692 w 9819"/>
              <a:gd name="connsiteY71-17386" fmla="*/ 9574 h 10000"/>
              <a:gd name="connsiteX72-17387" fmla="*/ 610 w 9819"/>
              <a:gd name="connsiteY72-17388" fmla="*/ 9574 h 10000"/>
              <a:gd name="connsiteX73-17389" fmla="*/ 527 w 9819"/>
              <a:gd name="connsiteY73-17390" fmla="*/ 9574 h 10000"/>
              <a:gd name="connsiteX74-17391" fmla="*/ 346 w 9819"/>
              <a:gd name="connsiteY74-17392" fmla="*/ 10000 h 10000"/>
              <a:gd name="connsiteX75-17393" fmla="*/ 264 w 9819"/>
              <a:gd name="connsiteY75-17394" fmla="*/ 9574 h 10000"/>
              <a:gd name="connsiteX76-17395" fmla="*/ 181 w 9819"/>
              <a:gd name="connsiteY76-17396" fmla="*/ 9574 h 10000"/>
              <a:gd name="connsiteX77-17397" fmla="*/ 83 w 9819"/>
              <a:gd name="connsiteY77-17398" fmla="*/ 9132 h 10000"/>
              <a:gd name="connsiteX78-17399" fmla="*/ 0 w 9819"/>
              <a:gd name="connsiteY78-17400" fmla="*/ 8190 h 10000"/>
              <a:gd name="connsiteX0-17401" fmla="*/ 1593 w 9915"/>
              <a:gd name="connsiteY0-17402" fmla="*/ 3198 h 10000"/>
              <a:gd name="connsiteX1-17403" fmla="*/ 1509 w 9915"/>
              <a:gd name="connsiteY1-17404" fmla="*/ 3625 h 10000"/>
              <a:gd name="connsiteX2-17405" fmla="*/ 1509 w 9915"/>
              <a:gd name="connsiteY2-17406" fmla="*/ 4150 h 10000"/>
              <a:gd name="connsiteX3-17407" fmla="*/ 1509 w 9915"/>
              <a:gd name="connsiteY3-17408" fmla="*/ 4150 h 10000"/>
              <a:gd name="connsiteX4-17409" fmla="*/ 1593 w 9915"/>
              <a:gd name="connsiteY4-17410" fmla="*/ 4150 h 10000"/>
              <a:gd name="connsiteX5-17411" fmla="*/ 1677 w 9915"/>
              <a:gd name="connsiteY5-17412" fmla="*/ 4569 h 10000"/>
              <a:gd name="connsiteX6-17413" fmla="*/ 1778 w 9915"/>
              <a:gd name="connsiteY6-17414" fmla="*/ 4569 h 10000"/>
              <a:gd name="connsiteX7-17415" fmla="*/ 1946 w 9915"/>
              <a:gd name="connsiteY7-17416" fmla="*/ 4569 h 10000"/>
              <a:gd name="connsiteX8-17417" fmla="*/ 2046 w 9915"/>
              <a:gd name="connsiteY8-17418" fmla="*/ 4150 h 10000"/>
              <a:gd name="connsiteX9-17419" fmla="*/ 2130 w 9915"/>
              <a:gd name="connsiteY9-17420" fmla="*/ 4150 h 10000"/>
              <a:gd name="connsiteX10-17421" fmla="*/ 2298 w 9915"/>
              <a:gd name="connsiteY10-17422" fmla="*/ 4150 h 10000"/>
              <a:gd name="connsiteX11-17423" fmla="*/ 2482 w 9915"/>
              <a:gd name="connsiteY11-17424" fmla="*/ 4150 h 10000"/>
              <a:gd name="connsiteX12-17425" fmla="*/ 2667 w 9915"/>
              <a:gd name="connsiteY12-17426" fmla="*/ 3625 h 10000"/>
              <a:gd name="connsiteX13-17427" fmla="*/ 2835 w 9915"/>
              <a:gd name="connsiteY13-17428" fmla="*/ 3625 h 10000"/>
              <a:gd name="connsiteX14-17429" fmla="*/ 3103 w 9915"/>
              <a:gd name="connsiteY14-17430" fmla="*/ 3625 h 10000"/>
              <a:gd name="connsiteX15-17431" fmla="*/ 3372 w 9915"/>
              <a:gd name="connsiteY15-17432" fmla="*/ 3625 h 10000"/>
              <a:gd name="connsiteX16-17433" fmla="*/ 3724 w 9915"/>
              <a:gd name="connsiteY16-17434" fmla="*/ 3198 h 10000"/>
              <a:gd name="connsiteX17-17435" fmla="*/ 4076 w 9915"/>
              <a:gd name="connsiteY17-17436" fmla="*/ 3198 h 10000"/>
              <a:gd name="connsiteX18-17437" fmla="*/ 4429 w 9915"/>
              <a:gd name="connsiteY18-17438" fmla="*/ 3198 h 10000"/>
              <a:gd name="connsiteX19-17439" fmla="*/ 4781 w 9915"/>
              <a:gd name="connsiteY19-17440" fmla="*/ 2764 h 10000"/>
              <a:gd name="connsiteX20-17441" fmla="*/ 5217 w 9915"/>
              <a:gd name="connsiteY20-17442" fmla="*/ 2338 h 10000"/>
              <a:gd name="connsiteX21-17443" fmla="*/ 5670 w 9915"/>
              <a:gd name="connsiteY21-17444" fmla="*/ 2338 h 10000"/>
              <a:gd name="connsiteX22-17445" fmla="*/ 6191 w 9915"/>
              <a:gd name="connsiteY22-17446" fmla="*/ 1809 h 10000"/>
              <a:gd name="connsiteX23-17447" fmla="*/ 6643 w 9915"/>
              <a:gd name="connsiteY23-17448" fmla="*/ 1809 h 10000"/>
              <a:gd name="connsiteX24-17449" fmla="*/ 7163 w 9915"/>
              <a:gd name="connsiteY24-17450" fmla="*/ 1390 h 10000"/>
              <a:gd name="connsiteX25-17451" fmla="*/ 7616 w 9915"/>
              <a:gd name="connsiteY25-17452" fmla="*/ 952 h 10000"/>
              <a:gd name="connsiteX26-17453" fmla="*/ 8052 w 9915"/>
              <a:gd name="connsiteY26-17454" fmla="*/ 952 h 10000"/>
              <a:gd name="connsiteX27-17455" fmla="*/ 8321 w 9915"/>
              <a:gd name="connsiteY27-17456" fmla="*/ 438 h 10000"/>
              <a:gd name="connsiteX28-17457" fmla="*/ 8590 w 9915"/>
              <a:gd name="connsiteY28-17458" fmla="*/ 438 h 10000"/>
              <a:gd name="connsiteX29-17459" fmla="*/ 8858 w 9915"/>
              <a:gd name="connsiteY29-17460" fmla="*/ 438 h 10000"/>
              <a:gd name="connsiteX30-17461" fmla="*/ 9026 w 9915"/>
              <a:gd name="connsiteY30-17462" fmla="*/ 438 h 10000"/>
              <a:gd name="connsiteX31-17463" fmla="*/ 9127 w 9915"/>
              <a:gd name="connsiteY31-17464" fmla="*/ 0 h 10000"/>
              <a:gd name="connsiteX32-17465" fmla="*/ 9294 w 9915"/>
              <a:gd name="connsiteY32-17466" fmla="*/ 438 h 10000"/>
              <a:gd name="connsiteX33-17467" fmla="*/ 9378 w 9915"/>
              <a:gd name="connsiteY33-17468" fmla="*/ 438 h 10000"/>
              <a:gd name="connsiteX34-17469" fmla="*/ 9563 w 9915"/>
              <a:gd name="connsiteY34-17470" fmla="*/ 952 h 10000"/>
              <a:gd name="connsiteX35-17471" fmla="*/ 9646 w 9915"/>
              <a:gd name="connsiteY35-17472" fmla="*/ 952 h 10000"/>
              <a:gd name="connsiteX36-17473" fmla="*/ 9831 w 9915"/>
              <a:gd name="connsiteY36-17474" fmla="*/ 1809 h 10000"/>
              <a:gd name="connsiteX37-17475" fmla="*/ 9915 w 9915"/>
              <a:gd name="connsiteY37-17476" fmla="*/ 2338 h 10000"/>
              <a:gd name="connsiteX38-17477" fmla="*/ 9915 w 9915"/>
              <a:gd name="connsiteY38-17478" fmla="*/ 2764 h 10000"/>
              <a:gd name="connsiteX39-17479" fmla="*/ 9915 w 9915"/>
              <a:gd name="connsiteY39-17480" fmla="*/ 3198 h 10000"/>
              <a:gd name="connsiteX40-17481" fmla="*/ 9915 w 9915"/>
              <a:gd name="connsiteY40-17482" fmla="*/ 3198 h 10000"/>
              <a:gd name="connsiteX41-17483" fmla="*/ 9915 w 9915"/>
              <a:gd name="connsiteY41-17484" fmla="*/ 3625 h 10000"/>
              <a:gd name="connsiteX42-17485" fmla="*/ 9831 w 9915"/>
              <a:gd name="connsiteY42-17486" fmla="*/ 3625 h 10000"/>
              <a:gd name="connsiteX43-17487" fmla="*/ 9731 w 9915"/>
              <a:gd name="connsiteY43-17488" fmla="*/ 3625 h 10000"/>
              <a:gd name="connsiteX44-17489" fmla="*/ 9646 w 9915"/>
              <a:gd name="connsiteY44-17490" fmla="*/ 4150 h 10000"/>
              <a:gd name="connsiteX45-17491" fmla="*/ 9479 w 9915"/>
              <a:gd name="connsiteY45-17492" fmla="*/ 4150 h 10000"/>
              <a:gd name="connsiteX46-17493" fmla="*/ 9294 w 9915"/>
              <a:gd name="connsiteY46-17494" fmla="*/ 4150 h 10000"/>
              <a:gd name="connsiteX47-17495" fmla="*/ 9026 w 9915"/>
              <a:gd name="connsiteY47-17496" fmla="*/ 4150 h 10000"/>
              <a:gd name="connsiteX48-17497" fmla="*/ 8757 w 9915"/>
              <a:gd name="connsiteY48-17498" fmla="*/ 4150 h 10000"/>
              <a:gd name="connsiteX49-17499" fmla="*/ 8505 w 9915"/>
              <a:gd name="connsiteY49-17500" fmla="*/ 4150 h 10000"/>
              <a:gd name="connsiteX50-17501" fmla="*/ 8238 w 9915"/>
              <a:gd name="connsiteY50-17502" fmla="*/ 4150 h 10000"/>
              <a:gd name="connsiteX51-17503" fmla="*/ 7885 w 9915"/>
              <a:gd name="connsiteY51-17504" fmla="*/ 4150 h 10000"/>
              <a:gd name="connsiteX52-17505" fmla="*/ 7533 w 9915"/>
              <a:gd name="connsiteY52-17506" fmla="*/ 4150 h 10000"/>
              <a:gd name="connsiteX53-17507" fmla="*/ 7163 w 9915"/>
              <a:gd name="connsiteY53-17508" fmla="*/ 4569 h 10000"/>
              <a:gd name="connsiteX54-17509" fmla="*/ 6727 w 9915"/>
              <a:gd name="connsiteY54-17510" fmla="*/ 4569 h 10000"/>
              <a:gd name="connsiteX55-17511" fmla="*/ 6291 w 9915"/>
              <a:gd name="connsiteY55-17512" fmla="*/ 4569 h 10000"/>
              <a:gd name="connsiteX56-17513" fmla="*/ 5486 w 9915"/>
              <a:gd name="connsiteY56-17514" fmla="*/ 4996 h 10000"/>
              <a:gd name="connsiteX57-17515" fmla="*/ 4697 w 9915"/>
              <a:gd name="connsiteY57-17516" fmla="*/ 5511 h 10000"/>
              <a:gd name="connsiteX58-17517" fmla="*/ 3993 w 9915"/>
              <a:gd name="connsiteY58-17518" fmla="*/ 5956 h 10000"/>
              <a:gd name="connsiteX59-17519" fmla="*/ 3271 w 9915"/>
              <a:gd name="connsiteY59-17520" fmla="*/ 6386 h 10000"/>
              <a:gd name="connsiteX60-17521" fmla="*/ 2918 w 9915"/>
              <a:gd name="connsiteY60-17522" fmla="*/ 6386 h 10000"/>
              <a:gd name="connsiteX61-17523" fmla="*/ 2667 w 9915"/>
              <a:gd name="connsiteY61-17524" fmla="*/ 6807 h 10000"/>
              <a:gd name="connsiteX62-17525" fmla="*/ 2298 w 9915"/>
              <a:gd name="connsiteY62-17526" fmla="*/ 7335 h 10000"/>
              <a:gd name="connsiteX63-17527" fmla="*/ 2046 w 9915"/>
              <a:gd name="connsiteY63-17528" fmla="*/ 7335 h 10000"/>
              <a:gd name="connsiteX64-17529" fmla="*/ 1861 w 9915"/>
              <a:gd name="connsiteY64-17530" fmla="*/ 7755 h 10000"/>
              <a:gd name="connsiteX65-17531" fmla="*/ 1593 w 9915"/>
              <a:gd name="connsiteY65-17532" fmla="*/ 7755 h 10000"/>
              <a:gd name="connsiteX66-17533" fmla="*/ 1425 w 9915"/>
              <a:gd name="connsiteY66-17534" fmla="*/ 8190 h 10000"/>
              <a:gd name="connsiteX67-17535" fmla="*/ 1156 w 9915"/>
              <a:gd name="connsiteY67-17536" fmla="*/ 8706 h 10000"/>
              <a:gd name="connsiteX68-17537" fmla="*/ 972 w 9915"/>
              <a:gd name="connsiteY68-17538" fmla="*/ 8706 h 10000"/>
              <a:gd name="connsiteX69-17539" fmla="*/ 889 w 9915"/>
              <a:gd name="connsiteY69-17540" fmla="*/ 9132 h 10000"/>
              <a:gd name="connsiteX70-17541" fmla="*/ 704 w 9915"/>
              <a:gd name="connsiteY70-17542" fmla="*/ 9132 h 10000"/>
              <a:gd name="connsiteX71-17543" fmla="*/ 620 w 9915"/>
              <a:gd name="connsiteY71-17544" fmla="*/ 9574 h 10000"/>
              <a:gd name="connsiteX72-17545" fmla="*/ 536 w 9915"/>
              <a:gd name="connsiteY72-17546" fmla="*/ 9574 h 10000"/>
              <a:gd name="connsiteX73-17547" fmla="*/ 452 w 9915"/>
              <a:gd name="connsiteY73-17548" fmla="*/ 9574 h 10000"/>
              <a:gd name="connsiteX74-17549" fmla="*/ 267 w 9915"/>
              <a:gd name="connsiteY74-17550" fmla="*/ 10000 h 10000"/>
              <a:gd name="connsiteX75-17551" fmla="*/ 184 w 9915"/>
              <a:gd name="connsiteY75-17552" fmla="*/ 9574 h 10000"/>
              <a:gd name="connsiteX76-17553" fmla="*/ 99 w 9915"/>
              <a:gd name="connsiteY76-17554" fmla="*/ 9574 h 10000"/>
              <a:gd name="connsiteX77-17555" fmla="*/ 0 w 9915"/>
              <a:gd name="connsiteY77-17556" fmla="*/ 9132 h 10000"/>
              <a:gd name="connsiteX0-17557" fmla="*/ 1507 w 9900"/>
              <a:gd name="connsiteY0-17558" fmla="*/ 3198 h 10000"/>
              <a:gd name="connsiteX1-17559" fmla="*/ 1422 w 9900"/>
              <a:gd name="connsiteY1-17560" fmla="*/ 3625 h 10000"/>
              <a:gd name="connsiteX2-17561" fmla="*/ 1422 w 9900"/>
              <a:gd name="connsiteY2-17562" fmla="*/ 4150 h 10000"/>
              <a:gd name="connsiteX3-17563" fmla="*/ 1422 w 9900"/>
              <a:gd name="connsiteY3-17564" fmla="*/ 4150 h 10000"/>
              <a:gd name="connsiteX4-17565" fmla="*/ 1507 w 9900"/>
              <a:gd name="connsiteY4-17566" fmla="*/ 4150 h 10000"/>
              <a:gd name="connsiteX5-17567" fmla="*/ 1591 w 9900"/>
              <a:gd name="connsiteY5-17568" fmla="*/ 4569 h 10000"/>
              <a:gd name="connsiteX6-17569" fmla="*/ 1693 w 9900"/>
              <a:gd name="connsiteY6-17570" fmla="*/ 4569 h 10000"/>
              <a:gd name="connsiteX7-17571" fmla="*/ 1863 w 9900"/>
              <a:gd name="connsiteY7-17572" fmla="*/ 4569 h 10000"/>
              <a:gd name="connsiteX8-17573" fmla="*/ 1964 w 9900"/>
              <a:gd name="connsiteY8-17574" fmla="*/ 4150 h 10000"/>
              <a:gd name="connsiteX9-17575" fmla="*/ 2048 w 9900"/>
              <a:gd name="connsiteY9-17576" fmla="*/ 4150 h 10000"/>
              <a:gd name="connsiteX10-17577" fmla="*/ 2218 w 9900"/>
              <a:gd name="connsiteY10-17578" fmla="*/ 4150 h 10000"/>
              <a:gd name="connsiteX11-17579" fmla="*/ 2403 w 9900"/>
              <a:gd name="connsiteY11-17580" fmla="*/ 4150 h 10000"/>
              <a:gd name="connsiteX12-17581" fmla="*/ 2590 w 9900"/>
              <a:gd name="connsiteY12-17582" fmla="*/ 3625 h 10000"/>
              <a:gd name="connsiteX13-17583" fmla="*/ 2759 w 9900"/>
              <a:gd name="connsiteY13-17584" fmla="*/ 3625 h 10000"/>
              <a:gd name="connsiteX14-17585" fmla="*/ 3030 w 9900"/>
              <a:gd name="connsiteY14-17586" fmla="*/ 3625 h 10000"/>
              <a:gd name="connsiteX15-17587" fmla="*/ 3301 w 9900"/>
              <a:gd name="connsiteY15-17588" fmla="*/ 3625 h 10000"/>
              <a:gd name="connsiteX16-17589" fmla="*/ 3656 w 9900"/>
              <a:gd name="connsiteY16-17590" fmla="*/ 3198 h 10000"/>
              <a:gd name="connsiteX17-17591" fmla="*/ 4011 w 9900"/>
              <a:gd name="connsiteY17-17592" fmla="*/ 3198 h 10000"/>
              <a:gd name="connsiteX18-17593" fmla="*/ 4367 w 9900"/>
              <a:gd name="connsiteY18-17594" fmla="*/ 3198 h 10000"/>
              <a:gd name="connsiteX19-17595" fmla="*/ 4722 w 9900"/>
              <a:gd name="connsiteY19-17596" fmla="*/ 2764 h 10000"/>
              <a:gd name="connsiteX20-17597" fmla="*/ 5162 w 9900"/>
              <a:gd name="connsiteY20-17598" fmla="*/ 2338 h 10000"/>
              <a:gd name="connsiteX21-17599" fmla="*/ 5619 w 9900"/>
              <a:gd name="connsiteY21-17600" fmla="*/ 2338 h 10000"/>
              <a:gd name="connsiteX22-17601" fmla="*/ 6144 w 9900"/>
              <a:gd name="connsiteY22-17602" fmla="*/ 1809 h 10000"/>
              <a:gd name="connsiteX23-17603" fmla="*/ 6600 w 9900"/>
              <a:gd name="connsiteY23-17604" fmla="*/ 1809 h 10000"/>
              <a:gd name="connsiteX24-17605" fmla="*/ 7124 w 9900"/>
              <a:gd name="connsiteY24-17606" fmla="*/ 1390 h 10000"/>
              <a:gd name="connsiteX25-17607" fmla="*/ 7581 w 9900"/>
              <a:gd name="connsiteY25-17608" fmla="*/ 952 h 10000"/>
              <a:gd name="connsiteX26-17609" fmla="*/ 8021 w 9900"/>
              <a:gd name="connsiteY26-17610" fmla="*/ 952 h 10000"/>
              <a:gd name="connsiteX27-17611" fmla="*/ 8292 w 9900"/>
              <a:gd name="connsiteY27-17612" fmla="*/ 438 h 10000"/>
              <a:gd name="connsiteX28-17613" fmla="*/ 8564 w 9900"/>
              <a:gd name="connsiteY28-17614" fmla="*/ 438 h 10000"/>
              <a:gd name="connsiteX29-17615" fmla="*/ 8834 w 9900"/>
              <a:gd name="connsiteY29-17616" fmla="*/ 438 h 10000"/>
              <a:gd name="connsiteX30-17617" fmla="*/ 9003 w 9900"/>
              <a:gd name="connsiteY30-17618" fmla="*/ 438 h 10000"/>
              <a:gd name="connsiteX31-17619" fmla="*/ 9105 w 9900"/>
              <a:gd name="connsiteY31-17620" fmla="*/ 0 h 10000"/>
              <a:gd name="connsiteX32-17621" fmla="*/ 9274 w 9900"/>
              <a:gd name="connsiteY32-17622" fmla="*/ 438 h 10000"/>
              <a:gd name="connsiteX33-17623" fmla="*/ 9358 w 9900"/>
              <a:gd name="connsiteY33-17624" fmla="*/ 438 h 10000"/>
              <a:gd name="connsiteX34-17625" fmla="*/ 9545 w 9900"/>
              <a:gd name="connsiteY34-17626" fmla="*/ 952 h 10000"/>
              <a:gd name="connsiteX35-17627" fmla="*/ 9629 w 9900"/>
              <a:gd name="connsiteY35-17628" fmla="*/ 952 h 10000"/>
              <a:gd name="connsiteX36-17629" fmla="*/ 9815 w 9900"/>
              <a:gd name="connsiteY36-17630" fmla="*/ 1809 h 10000"/>
              <a:gd name="connsiteX37-17631" fmla="*/ 9900 w 9900"/>
              <a:gd name="connsiteY37-17632" fmla="*/ 2338 h 10000"/>
              <a:gd name="connsiteX38-17633" fmla="*/ 9900 w 9900"/>
              <a:gd name="connsiteY38-17634" fmla="*/ 2764 h 10000"/>
              <a:gd name="connsiteX39-17635" fmla="*/ 9900 w 9900"/>
              <a:gd name="connsiteY39-17636" fmla="*/ 3198 h 10000"/>
              <a:gd name="connsiteX40-17637" fmla="*/ 9900 w 9900"/>
              <a:gd name="connsiteY40-17638" fmla="*/ 3198 h 10000"/>
              <a:gd name="connsiteX41-17639" fmla="*/ 9900 w 9900"/>
              <a:gd name="connsiteY41-17640" fmla="*/ 3625 h 10000"/>
              <a:gd name="connsiteX42-17641" fmla="*/ 9815 w 9900"/>
              <a:gd name="connsiteY42-17642" fmla="*/ 3625 h 10000"/>
              <a:gd name="connsiteX43-17643" fmla="*/ 9714 w 9900"/>
              <a:gd name="connsiteY43-17644" fmla="*/ 3625 h 10000"/>
              <a:gd name="connsiteX44-17645" fmla="*/ 9629 w 9900"/>
              <a:gd name="connsiteY44-17646" fmla="*/ 4150 h 10000"/>
              <a:gd name="connsiteX45-17647" fmla="*/ 9460 w 9900"/>
              <a:gd name="connsiteY45-17648" fmla="*/ 4150 h 10000"/>
              <a:gd name="connsiteX46-17649" fmla="*/ 9274 w 9900"/>
              <a:gd name="connsiteY46-17650" fmla="*/ 4150 h 10000"/>
              <a:gd name="connsiteX47-17651" fmla="*/ 9003 w 9900"/>
              <a:gd name="connsiteY47-17652" fmla="*/ 4150 h 10000"/>
              <a:gd name="connsiteX48-17653" fmla="*/ 8732 w 9900"/>
              <a:gd name="connsiteY48-17654" fmla="*/ 4150 h 10000"/>
              <a:gd name="connsiteX49-17655" fmla="*/ 8478 w 9900"/>
              <a:gd name="connsiteY49-17656" fmla="*/ 4150 h 10000"/>
              <a:gd name="connsiteX50-17657" fmla="*/ 8209 w 9900"/>
              <a:gd name="connsiteY50-17658" fmla="*/ 4150 h 10000"/>
              <a:gd name="connsiteX51-17659" fmla="*/ 7853 w 9900"/>
              <a:gd name="connsiteY51-17660" fmla="*/ 4150 h 10000"/>
              <a:gd name="connsiteX52-17661" fmla="*/ 7498 w 9900"/>
              <a:gd name="connsiteY52-17662" fmla="*/ 4150 h 10000"/>
              <a:gd name="connsiteX53-17663" fmla="*/ 7124 w 9900"/>
              <a:gd name="connsiteY53-17664" fmla="*/ 4569 h 10000"/>
              <a:gd name="connsiteX54-17665" fmla="*/ 6685 w 9900"/>
              <a:gd name="connsiteY54-17666" fmla="*/ 4569 h 10000"/>
              <a:gd name="connsiteX55-17667" fmla="*/ 6245 w 9900"/>
              <a:gd name="connsiteY55-17668" fmla="*/ 4569 h 10000"/>
              <a:gd name="connsiteX56-17669" fmla="*/ 5433 w 9900"/>
              <a:gd name="connsiteY56-17670" fmla="*/ 4996 h 10000"/>
              <a:gd name="connsiteX57-17671" fmla="*/ 4637 w 9900"/>
              <a:gd name="connsiteY57-17672" fmla="*/ 5511 h 10000"/>
              <a:gd name="connsiteX58-17673" fmla="*/ 3927 w 9900"/>
              <a:gd name="connsiteY58-17674" fmla="*/ 5956 h 10000"/>
              <a:gd name="connsiteX59-17675" fmla="*/ 3199 w 9900"/>
              <a:gd name="connsiteY59-17676" fmla="*/ 6386 h 10000"/>
              <a:gd name="connsiteX60-17677" fmla="*/ 2843 w 9900"/>
              <a:gd name="connsiteY60-17678" fmla="*/ 6386 h 10000"/>
              <a:gd name="connsiteX61-17679" fmla="*/ 2590 w 9900"/>
              <a:gd name="connsiteY61-17680" fmla="*/ 6807 h 10000"/>
              <a:gd name="connsiteX62-17681" fmla="*/ 2218 w 9900"/>
              <a:gd name="connsiteY62-17682" fmla="*/ 7335 h 10000"/>
              <a:gd name="connsiteX63-17683" fmla="*/ 1964 w 9900"/>
              <a:gd name="connsiteY63-17684" fmla="*/ 7335 h 10000"/>
              <a:gd name="connsiteX64-17685" fmla="*/ 1777 w 9900"/>
              <a:gd name="connsiteY64-17686" fmla="*/ 7755 h 10000"/>
              <a:gd name="connsiteX65-17687" fmla="*/ 1507 w 9900"/>
              <a:gd name="connsiteY65-17688" fmla="*/ 7755 h 10000"/>
              <a:gd name="connsiteX66-17689" fmla="*/ 1337 w 9900"/>
              <a:gd name="connsiteY66-17690" fmla="*/ 8190 h 10000"/>
              <a:gd name="connsiteX67-17691" fmla="*/ 1066 w 9900"/>
              <a:gd name="connsiteY67-17692" fmla="*/ 8706 h 10000"/>
              <a:gd name="connsiteX68-17693" fmla="*/ 880 w 9900"/>
              <a:gd name="connsiteY68-17694" fmla="*/ 8706 h 10000"/>
              <a:gd name="connsiteX69-17695" fmla="*/ 797 w 9900"/>
              <a:gd name="connsiteY69-17696" fmla="*/ 9132 h 10000"/>
              <a:gd name="connsiteX70-17697" fmla="*/ 610 w 9900"/>
              <a:gd name="connsiteY70-17698" fmla="*/ 9132 h 10000"/>
              <a:gd name="connsiteX71-17699" fmla="*/ 525 w 9900"/>
              <a:gd name="connsiteY71-17700" fmla="*/ 9574 h 10000"/>
              <a:gd name="connsiteX72-17701" fmla="*/ 441 w 9900"/>
              <a:gd name="connsiteY72-17702" fmla="*/ 9574 h 10000"/>
              <a:gd name="connsiteX73-17703" fmla="*/ 356 w 9900"/>
              <a:gd name="connsiteY73-17704" fmla="*/ 9574 h 10000"/>
              <a:gd name="connsiteX74-17705" fmla="*/ 169 w 9900"/>
              <a:gd name="connsiteY74-17706" fmla="*/ 10000 h 10000"/>
              <a:gd name="connsiteX75-17707" fmla="*/ 86 w 9900"/>
              <a:gd name="connsiteY75-17708" fmla="*/ 9574 h 10000"/>
              <a:gd name="connsiteX76-17709" fmla="*/ 0 w 9900"/>
              <a:gd name="connsiteY76-17710" fmla="*/ 9574 h 10000"/>
              <a:gd name="connsiteX0-17711" fmla="*/ 1435 w 9913"/>
              <a:gd name="connsiteY0-17712" fmla="*/ 3198 h 10000"/>
              <a:gd name="connsiteX1-17713" fmla="*/ 1349 w 9913"/>
              <a:gd name="connsiteY1-17714" fmla="*/ 3625 h 10000"/>
              <a:gd name="connsiteX2-17715" fmla="*/ 1349 w 9913"/>
              <a:gd name="connsiteY2-17716" fmla="*/ 4150 h 10000"/>
              <a:gd name="connsiteX3-17717" fmla="*/ 1349 w 9913"/>
              <a:gd name="connsiteY3-17718" fmla="*/ 4150 h 10000"/>
              <a:gd name="connsiteX4-17719" fmla="*/ 1435 w 9913"/>
              <a:gd name="connsiteY4-17720" fmla="*/ 4150 h 10000"/>
              <a:gd name="connsiteX5-17721" fmla="*/ 1520 w 9913"/>
              <a:gd name="connsiteY5-17722" fmla="*/ 4569 h 10000"/>
              <a:gd name="connsiteX6-17723" fmla="*/ 1623 w 9913"/>
              <a:gd name="connsiteY6-17724" fmla="*/ 4569 h 10000"/>
              <a:gd name="connsiteX7-17725" fmla="*/ 1795 w 9913"/>
              <a:gd name="connsiteY7-17726" fmla="*/ 4569 h 10000"/>
              <a:gd name="connsiteX8-17727" fmla="*/ 1897 w 9913"/>
              <a:gd name="connsiteY8-17728" fmla="*/ 4150 h 10000"/>
              <a:gd name="connsiteX9-17729" fmla="*/ 1982 w 9913"/>
              <a:gd name="connsiteY9-17730" fmla="*/ 4150 h 10000"/>
              <a:gd name="connsiteX10-17731" fmla="*/ 2153 w 9913"/>
              <a:gd name="connsiteY10-17732" fmla="*/ 4150 h 10000"/>
              <a:gd name="connsiteX11-17733" fmla="*/ 2340 w 9913"/>
              <a:gd name="connsiteY11-17734" fmla="*/ 4150 h 10000"/>
              <a:gd name="connsiteX12-17735" fmla="*/ 2529 w 9913"/>
              <a:gd name="connsiteY12-17736" fmla="*/ 3625 h 10000"/>
              <a:gd name="connsiteX13-17737" fmla="*/ 2700 w 9913"/>
              <a:gd name="connsiteY13-17738" fmla="*/ 3625 h 10000"/>
              <a:gd name="connsiteX14-17739" fmla="*/ 2974 w 9913"/>
              <a:gd name="connsiteY14-17740" fmla="*/ 3625 h 10000"/>
              <a:gd name="connsiteX15-17741" fmla="*/ 3247 w 9913"/>
              <a:gd name="connsiteY15-17742" fmla="*/ 3625 h 10000"/>
              <a:gd name="connsiteX16-17743" fmla="*/ 3606 w 9913"/>
              <a:gd name="connsiteY16-17744" fmla="*/ 3198 h 10000"/>
              <a:gd name="connsiteX17-17745" fmla="*/ 3965 w 9913"/>
              <a:gd name="connsiteY17-17746" fmla="*/ 3198 h 10000"/>
              <a:gd name="connsiteX18-17747" fmla="*/ 4324 w 9913"/>
              <a:gd name="connsiteY18-17748" fmla="*/ 3198 h 10000"/>
              <a:gd name="connsiteX19-17749" fmla="*/ 4683 w 9913"/>
              <a:gd name="connsiteY19-17750" fmla="*/ 2764 h 10000"/>
              <a:gd name="connsiteX20-17751" fmla="*/ 5127 w 9913"/>
              <a:gd name="connsiteY20-17752" fmla="*/ 2338 h 10000"/>
              <a:gd name="connsiteX21-17753" fmla="*/ 5589 w 9913"/>
              <a:gd name="connsiteY21-17754" fmla="*/ 2338 h 10000"/>
              <a:gd name="connsiteX22-17755" fmla="*/ 6119 w 9913"/>
              <a:gd name="connsiteY22-17756" fmla="*/ 1809 h 10000"/>
              <a:gd name="connsiteX23-17757" fmla="*/ 6580 w 9913"/>
              <a:gd name="connsiteY23-17758" fmla="*/ 1809 h 10000"/>
              <a:gd name="connsiteX24-17759" fmla="*/ 7109 w 9913"/>
              <a:gd name="connsiteY24-17760" fmla="*/ 1390 h 10000"/>
              <a:gd name="connsiteX25-17761" fmla="*/ 7571 w 9913"/>
              <a:gd name="connsiteY25-17762" fmla="*/ 952 h 10000"/>
              <a:gd name="connsiteX26-17763" fmla="*/ 8015 w 9913"/>
              <a:gd name="connsiteY26-17764" fmla="*/ 952 h 10000"/>
              <a:gd name="connsiteX27-17765" fmla="*/ 8289 w 9913"/>
              <a:gd name="connsiteY27-17766" fmla="*/ 438 h 10000"/>
              <a:gd name="connsiteX28-17767" fmla="*/ 8564 w 9913"/>
              <a:gd name="connsiteY28-17768" fmla="*/ 438 h 10000"/>
              <a:gd name="connsiteX29-17769" fmla="*/ 8836 w 9913"/>
              <a:gd name="connsiteY29-17770" fmla="*/ 438 h 10000"/>
              <a:gd name="connsiteX30-17771" fmla="*/ 9007 w 9913"/>
              <a:gd name="connsiteY30-17772" fmla="*/ 438 h 10000"/>
              <a:gd name="connsiteX31-17773" fmla="*/ 9110 w 9913"/>
              <a:gd name="connsiteY31-17774" fmla="*/ 0 h 10000"/>
              <a:gd name="connsiteX32-17775" fmla="*/ 9281 w 9913"/>
              <a:gd name="connsiteY32-17776" fmla="*/ 438 h 10000"/>
              <a:gd name="connsiteX33-17777" fmla="*/ 9366 w 9913"/>
              <a:gd name="connsiteY33-17778" fmla="*/ 438 h 10000"/>
              <a:gd name="connsiteX34-17779" fmla="*/ 9554 w 9913"/>
              <a:gd name="connsiteY34-17780" fmla="*/ 952 h 10000"/>
              <a:gd name="connsiteX35-17781" fmla="*/ 9639 w 9913"/>
              <a:gd name="connsiteY35-17782" fmla="*/ 952 h 10000"/>
              <a:gd name="connsiteX36-17783" fmla="*/ 9827 w 9913"/>
              <a:gd name="connsiteY36-17784" fmla="*/ 1809 h 10000"/>
              <a:gd name="connsiteX37-17785" fmla="*/ 9913 w 9913"/>
              <a:gd name="connsiteY37-17786" fmla="*/ 2338 h 10000"/>
              <a:gd name="connsiteX38-17787" fmla="*/ 9913 w 9913"/>
              <a:gd name="connsiteY38-17788" fmla="*/ 2764 h 10000"/>
              <a:gd name="connsiteX39-17789" fmla="*/ 9913 w 9913"/>
              <a:gd name="connsiteY39-17790" fmla="*/ 3198 h 10000"/>
              <a:gd name="connsiteX40-17791" fmla="*/ 9913 w 9913"/>
              <a:gd name="connsiteY40-17792" fmla="*/ 3198 h 10000"/>
              <a:gd name="connsiteX41-17793" fmla="*/ 9913 w 9913"/>
              <a:gd name="connsiteY41-17794" fmla="*/ 3625 h 10000"/>
              <a:gd name="connsiteX42-17795" fmla="*/ 9827 w 9913"/>
              <a:gd name="connsiteY42-17796" fmla="*/ 3625 h 10000"/>
              <a:gd name="connsiteX43-17797" fmla="*/ 9725 w 9913"/>
              <a:gd name="connsiteY43-17798" fmla="*/ 3625 h 10000"/>
              <a:gd name="connsiteX44-17799" fmla="*/ 9639 w 9913"/>
              <a:gd name="connsiteY44-17800" fmla="*/ 4150 h 10000"/>
              <a:gd name="connsiteX45-17801" fmla="*/ 9469 w 9913"/>
              <a:gd name="connsiteY45-17802" fmla="*/ 4150 h 10000"/>
              <a:gd name="connsiteX46-17803" fmla="*/ 9281 w 9913"/>
              <a:gd name="connsiteY46-17804" fmla="*/ 4150 h 10000"/>
              <a:gd name="connsiteX47-17805" fmla="*/ 9007 w 9913"/>
              <a:gd name="connsiteY47-17806" fmla="*/ 4150 h 10000"/>
              <a:gd name="connsiteX48-17807" fmla="*/ 8733 w 9913"/>
              <a:gd name="connsiteY48-17808" fmla="*/ 4150 h 10000"/>
              <a:gd name="connsiteX49-17809" fmla="*/ 8477 w 9913"/>
              <a:gd name="connsiteY49-17810" fmla="*/ 4150 h 10000"/>
              <a:gd name="connsiteX50-17811" fmla="*/ 8205 w 9913"/>
              <a:gd name="connsiteY50-17812" fmla="*/ 4150 h 10000"/>
              <a:gd name="connsiteX51-17813" fmla="*/ 7845 w 9913"/>
              <a:gd name="connsiteY51-17814" fmla="*/ 4150 h 10000"/>
              <a:gd name="connsiteX52-17815" fmla="*/ 7487 w 9913"/>
              <a:gd name="connsiteY52-17816" fmla="*/ 4150 h 10000"/>
              <a:gd name="connsiteX53-17817" fmla="*/ 7109 w 9913"/>
              <a:gd name="connsiteY53-17818" fmla="*/ 4569 h 10000"/>
              <a:gd name="connsiteX54-17819" fmla="*/ 6666 w 9913"/>
              <a:gd name="connsiteY54-17820" fmla="*/ 4569 h 10000"/>
              <a:gd name="connsiteX55-17821" fmla="*/ 6221 w 9913"/>
              <a:gd name="connsiteY55-17822" fmla="*/ 4569 h 10000"/>
              <a:gd name="connsiteX56-17823" fmla="*/ 5401 w 9913"/>
              <a:gd name="connsiteY56-17824" fmla="*/ 4996 h 10000"/>
              <a:gd name="connsiteX57-17825" fmla="*/ 4597 w 9913"/>
              <a:gd name="connsiteY57-17826" fmla="*/ 5511 h 10000"/>
              <a:gd name="connsiteX58-17827" fmla="*/ 3880 w 9913"/>
              <a:gd name="connsiteY58-17828" fmla="*/ 5956 h 10000"/>
              <a:gd name="connsiteX59-17829" fmla="*/ 3144 w 9913"/>
              <a:gd name="connsiteY59-17830" fmla="*/ 6386 h 10000"/>
              <a:gd name="connsiteX60-17831" fmla="*/ 2785 w 9913"/>
              <a:gd name="connsiteY60-17832" fmla="*/ 6386 h 10000"/>
              <a:gd name="connsiteX61-17833" fmla="*/ 2529 w 9913"/>
              <a:gd name="connsiteY61-17834" fmla="*/ 6807 h 10000"/>
              <a:gd name="connsiteX62-17835" fmla="*/ 2153 w 9913"/>
              <a:gd name="connsiteY62-17836" fmla="*/ 7335 h 10000"/>
              <a:gd name="connsiteX63-17837" fmla="*/ 1897 w 9913"/>
              <a:gd name="connsiteY63-17838" fmla="*/ 7335 h 10000"/>
              <a:gd name="connsiteX64-17839" fmla="*/ 1708 w 9913"/>
              <a:gd name="connsiteY64-17840" fmla="*/ 7755 h 10000"/>
              <a:gd name="connsiteX65-17841" fmla="*/ 1435 w 9913"/>
              <a:gd name="connsiteY65-17842" fmla="*/ 7755 h 10000"/>
              <a:gd name="connsiteX66-17843" fmla="*/ 1264 w 9913"/>
              <a:gd name="connsiteY66-17844" fmla="*/ 8190 h 10000"/>
              <a:gd name="connsiteX67-17845" fmla="*/ 990 w 9913"/>
              <a:gd name="connsiteY67-17846" fmla="*/ 8706 h 10000"/>
              <a:gd name="connsiteX68-17847" fmla="*/ 802 w 9913"/>
              <a:gd name="connsiteY68-17848" fmla="*/ 8706 h 10000"/>
              <a:gd name="connsiteX69-17849" fmla="*/ 718 w 9913"/>
              <a:gd name="connsiteY69-17850" fmla="*/ 9132 h 10000"/>
              <a:gd name="connsiteX70-17851" fmla="*/ 529 w 9913"/>
              <a:gd name="connsiteY70-17852" fmla="*/ 9132 h 10000"/>
              <a:gd name="connsiteX71-17853" fmla="*/ 443 w 9913"/>
              <a:gd name="connsiteY71-17854" fmla="*/ 9574 h 10000"/>
              <a:gd name="connsiteX72-17855" fmla="*/ 358 w 9913"/>
              <a:gd name="connsiteY72-17856" fmla="*/ 9574 h 10000"/>
              <a:gd name="connsiteX73-17857" fmla="*/ 273 w 9913"/>
              <a:gd name="connsiteY73-17858" fmla="*/ 9574 h 10000"/>
              <a:gd name="connsiteX74-17859" fmla="*/ 84 w 9913"/>
              <a:gd name="connsiteY74-17860" fmla="*/ 10000 h 10000"/>
              <a:gd name="connsiteX75-17861" fmla="*/ 0 w 9913"/>
              <a:gd name="connsiteY75-17862" fmla="*/ 9574 h 10000"/>
              <a:gd name="connsiteX0-17863" fmla="*/ 1448 w 10000"/>
              <a:gd name="connsiteY0-17864" fmla="*/ 3198 h 10000"/>
              <a:gd name="connsiteX1-17865" fmla="*/ 1361 w 10000"/>
              <a:gd name="connsiteY1-17866" fmla="*/ 4150 h 10000"/>
              <a:gd name="connsiteX2-17867" fmla="*/ 1361 w 10000"/>
              <a:gd name="connsiteY2-17868" fmla="*/ 4150 h 10000"/>
              <a:gd name="connsiteX3-17869" fmla="*/ 1448 w 10000"/>
              <a:gd name="connsiteY3-17870" fmla="*/ 4150 h 10000"/>
              <a:gd name="connsiteX4-17871" fmla="*/ 1533 w 10000"/>
              <a:gd name="connsiteY4-17872" fmla="*/ 4569 h 10000"/>
              <a:gd name="connsiteX5-17873" fmla="*/ 1637 w 10000"/>
              <a:gd name="connsiteY5-17874" fmla="*/ 4569 h 10000"/>
              <a:gd name="connsiteX6-17875" fmla="*/ 1811 w 10000"/>
              <a:gd name="connsiteY6-17876" fmla="*/ 4569 h 10000"/>
              <a:gd name="connsiteX7-17877" fmla="*/ 1914 w 10000"/>
              <a:gd name="connsiteY7-17878" fmla="*/ 4150 h 10000"/>
              <a:gd name="connsiteX8-17879" fmla="*/ 1999 w 10000"/>
              <a:gd name="connsiteY8-17880" fmla="*/ 4150 h 10000"/>
              <a:gd name="connsiteX9-17881" fmla="*/ 2172 w 10000"/>
              <a:gd name="connsiteY9-17882" fmla="*/ 4150 h 10000"/>
              <a:gd name="connsiteX10-17883" fmla="*/ 2361 w 10000"/>
              <a:gd name="connsiteY10-17884" fmla="*/ 4150 h 10000"/>
              <a:gd name="connsiteX11-17885" fmla="*/ 2551 w 10000"/>
              <a:gd name="connsiteY11-17886" fmla="*/ 3625 h 10000"/>
              <a:gd name="connsiteX12-17887" fmla="*/ 2724 w 10000"/>
              <a:gd name="connsiteY12-17888" fmla="*/ 3625 h 10000"/>
              <a:gd name="connsiteX13-17889" fmla="*/ 3000 w 10000"/>
              <a:gd name="connsiteY13-17890" fmla="*/ 3625 h 10000"/>
              <a:gd name="connsiteX14-17891" fmla="*/ 3275 w 10000"/>
              <a:gd name="connsiteY14-17892" fmla="*/ 3625 h 10000"/>
              <a:gd name="connsiteX15-17893" fmla="*/ 3638 w 10000"/>
              <a:gd name="connsiteY15-17894" fmla="*/ 3198 h 10000"/>
              <a:gd name="connsiteX16-17895" fmla="*/ 4000 w 10000"/>
              <a:gd name="connsiteY16-17896" fmla="*/ 3198 h 10000"/>
              <a:gd name="connsiteX17-17897" fmla="*/ 4362 w 10000"/>
              <a:gd name="connsiteY17-17898" fmla="*/ 3198 h 10000"/>
              <a:gd name="connsiteX18-17899" fmla="*/ 4724 w 10000"/>
              <a:gd name="connsiteY18-17900" fmla="*/ 2764 h 10000"/>
              <a:gd name="connsiteX19-17901" fmla="*/ 5172 w 10000"/>
              <a:gd name="connsiteY19-17902" fmla="*/ 2338 h 10000"/>
              <a:gd name="connsiteX20-17903" fmla="*/ 5638 w 10000"/>
              <a:gd name="connsiteY20-17904" fmla="*/ 2338 h 10000"/>
              <a:gd name="connsiteX21-17905" fmla="*/ 6173 w 10000"/>
              <a:gd name="connsiteY21-17906" fmla="*/ 1809 h 10000"/>
              <a:gd name="connsiteX22-17907" fmla="*/ 6638 w 10000"/>
              <a:gd name="connsiteY22-17908" fmla="*/ 1809 h 10000"/>
              <a:gd name="connsiteX23-17909" fmla="*/ 7171 w 10000"/>
              <a:gd name="connsiteY23-17910" fmla="*/ 1390 h 10000"/>
              <a:gd name="connsiteX24-17911" fmla="*/ 7637 w 10000"/>
              <a:gd name="connsiteY24-17912" fmla="*/ 952 h 10000"/>
              <a:gd name="connsiteX25-17913" fmla="*/ 8085 w 10000"/>
              <a:gd name="connsiteY25-17914" fmla="*/ 952 h 10000"/>
              <a:gd name="connsiteX26-17915" fmla="*/ 8362 w 10000"/>
              <a:gd name="connsiteY26-17916" fmla="*/ 438 h 10000"/>
              <a:gd name="connsiteX27-17917" fmla="*/ 8639 w 10000"/>
              <a:gd name="connsiteY27-17918" fmla="*/ 438 h 10000"/>
              <a:gd name="connsiteX28-17919" fmla="*/ 8914 w 10000"/>
              <a:gd name="connsiteY28-17920" fmla="*/ 438 h 10000"/>
              <a:gd name="connsiteX29-17921" fmla="*/ 9086 w 10000"/>
              <a:gd name="connsiteY29-17922" fmla="*/ 438 h 10000"/>
              <a:gd name="connsiteX30-17923" fmla="*/ 9190 w 10000"/>
              <a:gd name="connsiteY30-17924" fmla="*/ 0 h 10000"/>
              <a:gd name="connsiteX31-17925" fmla="*/ 9362 w 10000"/>
              <a:gd name="connsiteY31-17926" fmla="*/ 438 h 10000"/>
              <a:gd name="connsiteX32-17927" fmla="*/ 9448 w 10000"/>
              <a:gd name="connsiteY32-17928" fmla="*/ 438 h 10000"/>
              <a:gd name="connsiteX33-17929" fmla="*/ 9638 w 10000"/>
              <a:gd name="connsiteY33-17930" fmla="*/ 952 h 10000"/>
              <a:gd name="connsiteX34-17931" fmla="*/ 9724 w 10000"/>
              <a:gd name="connsiteY34-17932" fmla="*/ 952 h 10000"/>
              <a:gd name="connsiteX35-17933" fmla="*/ 9913 w 10000"/>
              <a:gd name="connsiteY35-17934" fmla="*/ 1809 h 10000"/>
              <a:gd name="connsiteX36-17935" fmla="*/ 10000 w 10000"/>
              <a:gd name="connsiteY36-17936" fmla="*/ 2338 h 10000"/>
              <a:gd name="connsiteX37-17937" fmla="*/ 10000 w 10000"/>
              <a:gd name="connsiteY37-17938" fmla="*/ 2764 h 10000"/>
              <a:gd name="connsiteX38-17939" fmla="*/ 10000 w 10000"/>
              <a:gd name="connsiteY38-17940" fmla="*/ 3198 h 10000"/>
              <a:gd name="connsiteX39-17941" fmla="*/ 10000 w 10000"/>
              <a:gd name="connsiteY39-17942" fmla="*/ 3198 h 10000"/>
              <a:gd name="connsiteX40-17943" fmla="*/ 10000 w 10000"/>
              <a:gd name="connsiteY40-17944" fmla="*/ 3625 h 10000"/>
              <a:gd name="connsiteX41-17945" fmla="*/ 9913 w 10000"/>
              <a:gd name="connsiteY41-17946" fmla="*/ 3625 h 10000"/>
              <a:gd name="connsiteX42-17947" fmla="*/ 9810 w 10000"/>
              <a:gd name="connsiteY42-17948" fmla="*/ 3625 h 10000"/>
              <a:gd name="connsiteX43-17949" fmla="*/ 9724 w 10000"/>
              <a:gd name="connsiteY43-17950" fmla="*/ 4150 h 10000"/>
              <a:gd name="connsiteX44-17951" fmla="*/ 9552 w 10000"/>
              <a:gd name="connsiteY44-17952" fmla="*/ 4150 h 10000"/>
              <a:gd name="connsiteX45-17953" fmla="*/ 9362 w 10000"/>
              <a:gd name="connsiteY45-17954" fmla="*/ 4150 h 10000"/>
              <a:gd name="connsiteX46-17955" fmla="*/ 9086 w 10000"/>
              <a:gd name="connsiteY46-17956" fmla="*/ 4150 h 10000"/>
              <a:gd name="connsiteX47-17957" fmla="*/ 8810 w 10000"/>
              <a:gd name="connsiteY47-17958" fmla="*/ 4150 h 10000"/>
              <a:gd name="connsiteX48-17959" fmla="*/ 8551 w 10000"/>
              <a:gd name="connsiteY48-17960" fmla="*/ 4150 h 10000"/>
              <a:gd name="connsiteX49-17961" fmla="*/ 8277 w 10000"/>
              <a:gd name="connsiteY49-17962" fmla="*/ 4150 h 10000"/>
              <a:gd name="connsiteX50-17963" fmla="*/ 7914 w 10000"/>
              <a:gd name="connsiteY50-17964" fmla="*/ 4150 h 10000"/>
              <a:gd name="connsiteX51-17965" fmla="*/ 7553 w 10000"/>
              <a:gd name="connsiteY51-17966" fmla="*/ 4150 h 10000"/>
              <a:gd name="connsiteX52-17967" fmla="*/ 7171 w 10000"/>
              <a:gd name="connsiteY52-17968" fmla="*/ 4569 h 10000"/>
              <a:gd name="connsiteX53-17969" fmla="*/ 6725 w 10000"/>
              <a:gd name="connsiteY53-17970" fmla="*/ 4569 h 10000"/>
              <a:gd name="connsiteX54-17971" fmla="*/ 6276 w 10000"/>
              <a:gd name="connsiteY54-17972" fmla="*/ 4569 h 10000"/>
              <a:gd name="connsiteX55-17973" fmla="*/ 5448 w 10000"/>
              <a:gd name="connsiteY55-17974" fmla="*/ 4996 h 10000"/>
              <a:gd name="connsiteX56-17975" fmla="*/ 4637 w 10000"/>
              <a:gd name="connsiteY56-17976" fmla="*/ 5511 h 10000"/>
              <a:gd name="connsiteX57-17977" fmla="*/ 3914 w 10000"/>
              <a:gd name="connsiteY57-17978" fmla="*/ 5956 h 10000"/>
              <a:gd name="connsiteX58-17979" fmla="*/ 3172 w 10000"/>
              <a:gd name="connsiteY58-17980" fmla="*/ 6386 h 10000"/>
              <a:gd name="connsiteX59-17981" fmla="*/ 2809 w 10000"/>
              <a:gd name="connsiteY59-17982" fmla="*/ 6386 h 10000"/>
              <a:gd name="connsiteX60-17983" fmla="*/ 2551 w 10000"/>
              <a:gd name="connsiteY60-17984" fmla="*/ 6807 h 10000"/>
              <a:gd name="connsiteX61-17985" fmla="*/ 2172 w 10000"/>
              <a:gd name="connsiteY61-17986" fmla="*/ 7335 h 10000"/>
              <a:gd name="connsiteX62-17987" fmla="*/ 1914 w 10000"/>
              <a:gd name="connsiteY62-17988" fmla="*/ 7335 h 10000"/>
              <a:gd name="connsiteX63-17989" fmla="*/ 1723 w 10000"/>
              <a:gd name="connsiteY63-17990" fmla="*/ 7755 h 10000"/>
              <a:gd name="connsiteX64-17991" fmla="*/ 1448 w 10000"/>
              <a:gd name="connsiteY64-17992" fmla="*/ 7755 h 10000"/>
              <a:gd name="connsiteX65-17993" fmla="*/ 1275 w 10000"/>
              <a:gd name="connsiteY65-17994" fmla="*/ 8190 h 10000"/>
              <a:gd name="connsiteX66-17995" fmla="*/ 999 w 10000"/>
              <a:gd name="connsiteY66-17996" fmla="*/ 8706 h 10000"/>
              <a:gd name="connsiteX67-17997" fmla="*/ 809 w 10000"/>
              <a:gd name="connsiteY67-17998" fmla="*/ 8706 h 10000"/>
              <a:gd name="connsiteX68-17999" fmla="*/ 724 w 10000"/>
              <a:gd name="connsiteY68-18000" fmla="*/ 9132 h 10000"/>
              <a:gd name="connsiteX69-18001" fmla="*/ 534 w 10000"/>
              <a:gd name="connsiteY69-18002" fmla="*/ 9132 h 10000"/>
              <a:gd name="connsiteX70-18003" fmla="*/ 447 w 10000"/>
              <a:gd name="connsiteY70-18004" fmla="*/ 9574 h 10000"/>
              <a:gd name="connsiteX71-18005" fmla="*/ 361 w 10000"/>
              <a:gd name="connsiteY71-18006" fmla="*/ 9574 h 10000"/>
              <a:gd name="connsiteX72-18007" fmla="*/ 275 w 10000"/>
              <a:gd name="connsiteY72-18008" fmla="*/ 9574 h 10000"/>
              <a:gd name="connsiteX73-18009" fmla="*/ 85 w 10000"/>
              <a:gd name="connsiteY73-18010" fmla="*/ 10000 h 10000"/>
              <a:gd name="connsiteX74-18011" fmla="*/ 0 w 10000"/>
              <a:gd name="connsiteY74-18012" fmla="*/ 9574 h 10000"/>
              <a:gd name="connsiteX0-18013" fmla="*/ 1448 w 10000"/>
              <a:gd name="connsiteY0-18014" fmla="*/ 3198 h 10000"/>
              <a:gd name="connsiteX1-18015" fmla="*/ 1361 w 10000"/>
              <a:gd name="connsiteY1-18016" fmla="*/ 4150 h 10000"/>
              <a:gd name="connsiteX2-18017" fmla="*/ 1361 w 10000"/>
              <a:gd name="connsiteY2-18018" fmla="*/ 4150 h 10000"/>
              <a:gd name="connsiteX3-18019" fmla="*/ 1533 w 10000"/>
              <a:gd name="connsiteY3-18020" fmla="*/ 4569 h 10000"/>
              <a:gd name="connsiteX4-18021" fmla="*/ 1637 w 10000"/>
              <a:gd name="connsiteY4-18022" fmla="*/ 4569 h 10000"/>
              <a:gd name="connsiteX5-18023" fmla="*/ 1811 w 10000"/>
              <a:gd name="connsiteY5-18024" fmla="*/ 4569 h 10000"/>
              <a:gd name="connsiteX6-18025" fmla="*/ 1914 w 10000"/>
              <a:gd name="connsiteY6-18026" fmla="*/ 4150 h 10000"/>
              <a:gd name="connsiteX7-18027" fmla="*/ 1999 w 10000"/>
              <a:gd name="connsiteY7-18028" fmla="*/ 4150 h 10000"/>
              <a:gd name="connsiteX8-18029" fmla="*/ 2172 w 10000"/>
              <a:gd name="connsiteY8-18030" fmla="*/ 4150 h 10000"/>
              <a:gd name="connsiteX9-18031" fmla="*/ 2361 w 10000"/>
              <a:gd name="connsiteY9-18032" fmla="*/ 4150 h 10000"/>
              <a:gd name="connsiteX10-18033" fmla="*/ 2551 w 10000"/>
              <a:gd name="connsiteY10-18034" fmla="*/ 3625 h 10000"/>
              <a:gd name="connsiteX11-18035" fmla="*/ 2724 w 10000"/>
              <a:gd name="connsiteY11-18036" fmla="*/ 3625 h 10000"/>
              <a:gd name="connsiteX12-18037" fmla="*/ 3000 w 10000"/>
              <a:gd name="connsiteY12-18038" fmla="*/ 3625 h 10000"/>
              <a:gd name="connsiteX13-18039" fmla="*/ 3275 w 10000"/>
              <a:gd name="connsiteY13-18040" fmla="*/ 3625 h 10000"/>
              <a:gd name="connsiteX14-18041" fmla="*/ 3638 w 10000"/>
              <a:gd name="connsiteY14-18042" fmla="*/ 3198 h 10000"/>
              <a:gd name="connsiteX15-18043" fmla="*/ 4000 w 10000"/>
              <a:gd name="connsiteY15-18044" fmla="*/ 3198 h 10000"/>
              <a:gd name="connsiteX16-18045" fmla="*/ 4362 w 10000"/>
              <a:gd name="connsiteY16-18046" fmla="*/ 3198 h 10000"/>
              <a:gd name="connsiteX17-18047" fmla="*/ 4724 w 10000"/>
              <a:gd name="connsiteY17-18048" fmla="*/ 2764 h 10000"/>
              <a:gd name="connsiteX18-18049" fmla="*/ 5172 w 10000"/>
              <a:gd name="connsiteY18-18050" fmla="*/ 2338 h 10000"/>
              <a:gd name="connsiteX19-18051" fmla="*/ 5638 w 10000"/>
              <a:gd name="connsiteY19-18052" fmla="*/ 2338 h 10000"/>
              <a:gd name="connsiteX20-18053" fmla="*/ 6173 w 10000"/>
              <a:gd name="connsiteY20-18054" fmla="*/ 1809 h 10000"/>
              <a:gd name="connsiteX21-18055" fmla="*/ 6638 w 10000"/>
              <a:gd name="connsiteY21-18056" fmla="*/ 1809 h 10000"/>
              <a:gd name="connsiteX22-18057" fmla="*/ 7171 w 10000"/>
              <a:gd name="connsiteY22-18058" fmla="*/ 1390 h 10000"/>
              <a:gd name="connsiteX23-18059" fmla="*/ 7637 w 10000"/>
              <a:gd name="connsiteY23-18060" fmla="*/ 952 h 10000"/>
              <a:gd name="connsiteX24-18061" fmla="*/ 8085 w 10000"/>
              <a:gd name="connsiteY24-18062" fmla="*/ 952 h 10000"/>
              <a:gd name="connsiteX25-18063" fmla="*/ 8362 w 10000"/>
              <a:gd name="connsiteY25-18064" fmla="*/ 438 h 10000"/>
              <a:gd name="connsiteX26-18065" fmla="*/ 8639 w 10000"/>
              <a:gd name="connsiteY26-18066" fmla="*/ 438 h 10000"/>
              <a:gd name="connsiteX27-18067" fmla="*/ 8914 w 10000"/>
              <a:gd name="connsiteY27-18068" fmla="*/ 438 h 10000"/>
              <a:gd name="connsiteX28-18069" fmla="*/ 9086 w 10000"/>
              <a:gd name="connsiteY28-18070" fmla="*/ 438 h 10000"/>
              <a:gd name="connsiteX29-18071" fmla="*/ 9190 w 10000"/>
              <a:gd name="connsiteY29-18072" fmla="*/ 0 h 10000"/>
              <a:gd name="connsiteX30-18073" fmla="*/ 9362 w 10000"/>
              <a:gd name="connsiteY30-18074" fmla="*/ 438 h 10000"/>
              <a:gd name="connsiteX31-18075" fmla="*/ 9448 w 10000"/>
              <a:gd name="connsiteY31-18076" fmla="*/ 438 h 10000"/>
              <a:gd name="connsiteX32-18077" fmla="*/ 9638 w 10000"/>
              <a:gd name="connsiteY32-18078" fmla="*/ 952 h 10000"/>
              <a:gd name="connsiteX33-18079" fmla="*/ 9724 w 10000"/>
              <a:gd name="connsiteY33-18080" fmla="*/ 952 h 10000"/>
              <a:gd name="connsiteX34-18081" fmla="*/ 9913 w 10000"/>
              <a:gd name="connsiteY34-18082" fmla="*/ 1809 h 10000"/>
              <a:gd name="connsiteX35-18083" fmla="*/ 10000 w 10000"/>
              <a:gd name="connsiteY35-18084" fmla="*/ 2338 h 10000"/>
              <a:gd name="connsiteX36-18085" fmla="*/ 10000 w 10000"/>
              <a:gd name="connsiteY36-18086" fmla="*/ 2764 h 10000"/>
              <a:gd name="connsiteX37-18087" fmla="*/ 10000 w 10000"/>
              <a:gd name="connsiteY37-18088" fmla="*/ 3198 h 10000"/>
              <a:gd name="connsiteX38-18089" fmla="*/ 10000 w 10000"/>
              <a:gd name="connsiteY38-18090" fmla="*/ 3198 h 10000"/>
              <a:gd name="connsiteX39-18091" fmla="*/ 10000 w 10000"/>
              <a:gd name="connsiteY39-18092" fmla="*/ 3625 h 10000"/>
              <a:gd name="connsiteX40-18093" fmla="*/ 9913 w 10000"/>
              <a:gd name="connsiteY40-18094" fmla="*/ 3625 h 10000"/>
              <a:gd name="connsiteX41-18095" fmla="*/ 9810 w 10000"/>
              <a:gd name="connsiteY41-18096" fmla="*/ 3625 h 10000"/>
              <a:gd name="connsiteX42-18097" fmla="*/ 9724 w 10000"/>
              <a:gd name="connsiteY42-18098" fmla="*/ 4150 h 10000"/>
              <a:gd name="connsiteX43-18099" fmla="*/ 9552 w 10000"/>
              <a:gd name="connsiteY43-18100" fmla="*/ 4150 h 10000"/>
              <a:gd name="connsiteX44-18101" fmla="*/ 9362 w 10000"/>
              <a:gd name="connsiteY44-18102" fmla="*/ 4150 h 10000"/>
              <a:gd name="connsiteX45-18103" fmla="*/ 9086 w 10000"/>
              <a:gd name="connsiteY45-18104" fmla="*/ 4150 h 10000"/>
              <a:gd name="connsiteX46-18105" fmla="*/ 8810 w 10000"/>
              <a:gd name="connsiteY46-18106" fmla="*/ 4150 h 10000"/>
              <a:gd name="connsiteX47-18107" fmla="*/ 8551 w 10000"/>
              <a:gd name="connsiteY47-18108" fmla="*/ 4150 h 10000"/>
              <a:gd name="connsiteX48-18109" fmla="*/ 8277 w 10000"/>
              <a:gd name="connsiteY48-18110" fmla="*/ 4150 h 10000"/>
              <a:gd name="connsiteX49-18111" fmla="*/ 7914 w 10000"/>
              <a:gd name="connsiteY49-18112" fmla="*/ 4150 h 10000"/>
              <a:gd name="connsiteX50-18113" fmla="*/ 7553 w 10000"/>
              <a:gd name="connsiteY50-18114" fmla="*/ 4150 h 10000"/>
              <a:gd name="connsiteX51-18115" fmla="*/ 7171 w 10000"/>
              <a:gd name="connsiteY51-18116" fmla="*/ 4569 h 10000"/>
              <a:gd name="connsiteX52-18117" fmla="*/ 6725 w 10000"/>
              <a:gd name="connsiteY52-18118" fmla="*/ 4569 h 10000"/>
              <a:gd name="connsiteX53-18119" fmla="*/ 6276 w 10000"/>
              <a:gd name="connsiteY53-18120" fmla="*/ 4569 h 10000"/>
              <a:gd name="connsiteX54-18121" fmla="*/ 5448 w 10000"/>
              <a:gd name="connsiteY54-18122" fmla="*/ 4996 h 10000"/>
              <a:gd name="connsiteX55-18123" fmla="*/ 4637 w 10000"/>
              <a:gd name="connsiteY55-18124" fmla="*/ 5511 h 10000"/>
              <a:gd name="connsiteX56-18125" fmla="*/ 3914 w 10000"/>
              <a:gd name="connsiteY56-18126" fmla="*/ 5956 h 10000"/>
              <a:gd name="connsiteX57-18127" fmla="*/ 3172 w 10000"/>
              <a:gd name="connsiteY57-18128" fmla="*/ 6386 h 10000"/>
              <a:gd name="connsiteX58-18129" fmla="*/ 2809 w 10000"/>
              <a:gd name="connsiteY58-18130" fmla="*/ 6386 h 10000"/>
              <a:gd name="connsiteX59-18131" fmla="*/ 2551 w 10000"/>
              <a:gd name="connsiteY59-18132" fmla="*/ 6807 h 10000"/>
              <a:gd name="connsiteX60-18133" fmla="*/ 2172 w 10000"/>
              <a:gd name="connsiteY60-18134" fmla="*/ 7335 h 10000"/>
              <a:gd name="connsiteX61-18135" fmla="*/ 1914 w 10000"/>
              <a:gd name="connsiteY61-18136" fmla="*/ 7335 h 10000"/>
              <a:gd name="connsiteX62-18137" fmla="*/ 1723 w 10000"/>
              <a:gd name="connsiteY62-18138" fmla="*/ 7755 h 10000"/>
              <a:gd name="connsiteX63-18139" fmla="*/ 1448 w 10000"/>
              <a:gd name="connsiteY63-18140" fmla="*/ 7755 h 10000"/>
              <a:gd name="connsiteX64-18141" fmla="*/ 1275 w 10000"/>
              <a:gd name="connsiteY64-18142" fmla="*/ 8190 h 10000"/>
              <a:gd name="connsiteX65-18143" fmla="*/ 999 w 10000"/>
              <a:gd name="connsiteY65-18144" fmla="*/ 8706 h 10000"/>
              <a:gd name="connsiteX66-18145" fmla="*/ 809 w 10000"/>
              <a:gd name="connsiteY66-18146" fmla="*/ 8706 h 10000"/>
              <a:gd name="connsiteX67-18147" fmla="*/ 724 w 10000"/>
              <a:gd name="connsiteY67-18148" fmla="*/ 9132 h 10000"/>
              <a:gd name="connsiteX68-18149" fmla="*/ 534 w 10000"/>
              <a:gd name="connsiteY68-18150" fmla="*/ 9132 h 10000"/>
              <a:gd name="connsiteX69-18151" fmla="*/ 447 w 10000"/>
              <a:gd name="connsiteY69-18152" fmla="*/ 9574 h 10000"/>
              <a:gd name="connsiteX70-18153" fmla="*/ 361 w 10000"/>
              <a:gd name="connsiteY70-18154" fmla="*/ 9574 h 10000"/>
              <a:gd name="connsiteX71-18155" fmla="*/ 275 w 10000"/>
              <a:gd name="connsiteY71-18156" fmla="*/ 9574 h 10000"/>
              <a:gd name="connsiteX72-18157" fmla="*/ 85 w 10000"/>
              <a:gd name="connsiteY72-18158" fmla="*/ 10000 h 10000"/>
              <a:gd name="connsiteX73-18159" fmla="*/ 0 w 10000"/>
              <a:gd name="connsiteY73-18160" fmla="*/ 9574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</a:cxnLst>
            <a:rect l="l" t="t" r="r" b="b"/>
            <a:pathLst>
              <a:path w="10000" h="10000">
                <a:moveTo>
                  <a:pt x="1448" y="3198"/>
                </a:moveTo>
                <a:cubicBezTo>
                  <a:pt x="1430" y="3396"/>
                  <a:pt x="1376" y="3991"/>
                  <a:pt x="1361" y="4150"/>
                </a:cubicBezTo>
                <a:lnTo>
                  <a:pt x="1361" y="4150"/>
                </a:lnTo>
                <a:cubicBezTo>
                  <a:pt x="1418" y="4290"/>
                  <a:pt x="1476" y="4429"/>
                  <a:pt x="1533" y="4569"/>
                </a:cubicBezTo>
                <a:lnTo>
                  <a:pt x="1637" y="4569"/>
                </a:lnTo>
                <a:lnTo>
                  <a:pt x="1811" y="4569"/>
                </a:lnTo>
                <a:cubicBezTo>
                  <a:pt x="1844" y="4430"/>
                  <a:pt x="1877" y="4287"/>
                  <a:pt x="1914" y="4150"/>
                </a:cubicBezTo>
                <a:lnTo>
                  <a:pt x="1999" y="4150"/>
                </a:lnTo>
                <a:lnTo>
                  <a:pt x="2172" y="4150"/>
                </a:lnTo>
                <a:lnTo>
                  <a:pt x="2361" y="4150"/>
                </a:lnTo>
                <a:cubicBezTo>
                  <a:pt x="2425" y="3971"/>
                  <a:pt x="2489" y="3802"/>
                  <a:pt x="2551" y="3625"/>
                </a:cubicBezTo>
                <a:lnTo>
                  <a:pt x="2724" y="3625"/>
                </a:lnTo>
                <a:lnTo>
                  <a:pt x="3000" y="3625"/>
                </a:lnTo>
                <a:lnTo>
                  <a:pt x="3275" y="3625"/>
                </a:lnTo>
                <a:lnTo>
                  <a:pt x="3638" y="3198"/>
                </a:lnTo>
                <a:lnTo>
                  <a:pt x="4000" y="3198"/>
                </a:lnTo>
                <a:lnTo>
                  <a:pt x="4362" y="3198"/>
                </a:lnTo>
                <a:lnTo>
                  <a:pt x="4724" y="2764"/>
                </a:lnTo>
                <a:lnTo>
                  <a:pt x="5172" y="2338"/>
                </a:lnTo>
                <a:lnTo>
                  <a:pt x="5638" y="2338"/>
                </a:lnTo>
                <a:lnTo>
                  <a:pt x="6173" y="1809"/>
                </a:lnTo>
                <a:lnTo>
                  <a:pt x="6638" y="1809"/>
                </a:lnTo>
                <a:lnTo>
                  <a:pt x="7171" y="1390"/>
                </a:lnTo>
                <a:lnTo>
                  <a:pt x="7637" y="952"/>
                </a:lnTo>
                <a:lnTo>
                  <a:pt x="8085" y="952"/>
                </a:lnTo>
                <a:cubicBezTo>
                  <a:pt x="8178" y="781"/>
                  <a:pt x="8270" y="609"/>
                  <a:pt x="8362" y="438"/>
                </a:cubicBezTo>
                <a:lnTo>
                  <a:pt x="8639" y="438"/>
                </a:lnTo>
                <a:lnTo>
                  <a:pt x="8914" y="438"/>
                </a:lnTo>
                <a:lnTo>
                  <a:pt x="9086" y="438"/>
                </a:lnTo>
                <a:cubicBezTo>
                  <a:pt x="9121" y="294"/>
                  <a:pt x="9156" y="146"/>
                  <a:pt x="9190" y="0"/>
                </a:cubicBezTo>
                <a:cubicBezTo>
                  <a:pt x="9248" y="144"/>
                  <a:pt x="9304" y="291"/>
                  <a:pt x="9362" y="438"/>
                </a:cubicBezTo>
                <a:lnTo>
                  <a:pt x="9448" y="438"/>
                </a:lnTo>
                <a:cubicBezTo>
                  <a:pt x="9511" y="612"/>
                  <a:pt x="9575" y="779"/>
                  <a:pt x="9638" y="952"/>
                </a:cubicBezTo>
                <a:lnTo>
                  <a:pt x="9724" y="952"/>
                </a:lnTo>
                <a:cubicBezTo>
                  <a:pt x="9787" y="1234"/>
                  <a:pt x="9851" y="1531"/>
                  <a:pt x="9913" y="1809"/>
                </a:cubicBezTo>
                <a:cubicBezTo>
                  <a:pt x="9942" y="1990"/>
                  <a:pt x="9973" y="2163"/>
                  <a:pt x="10000" y="2338"/>
                </a:cubicBezTo>
                <a:lnTo>
                  <a:pt x="10000" y="2764"/>
                </a:lnTo>
                <a:lnTo>
                  <a:pt x="10000" y="3198"/>
                </a:lnTo>
                <a:lnTo>
                  <a:pt x="10000" y="3198"/>
                </a:lnTo>
                <a:lnTo>
                  <a:pt x="10000" y="3625"/>
                </a:lnTo>
                <a:lnTo>
                  <a:pt x="9913" y="3625"/>
                </a:lnTo>
                <a:lnTo>
                  <a:pt x="9810" y="3625"/>
                </a:lnTo>
                <a:cubicBezTo>
                  <a:pt x="9781" y="3801"/>
                  <a:pt x="9754" y="3977"/>
                  <a:pt x="9724" y="4150"/>
                </a:cubicBezTo>
                <a:lnTo>
                  <a:pt x="9552" y="4150"/>
                </a:lnTo>
                <a:lnTo>
                  <a:pt x="9362" y="4150"/>
                </a:lnTo>
                <a:lnTo>
                  <a:pt x="9086" y="4150"/>
                </a:lnTo>
                <a:lnTo>
                  <a:pt x="8810" y="4150"/>
                </a:lnTo>
                <a:lnTo>
                  <a:pt x="8551" y="4150"/>
                </a:lnTo>
                <a:lnTo>
                  <a:pt x="8277" y="4150"/>
                </a:lnTo>
                <a:lnTo>
                  <a:pt x="7914" y="4150"/>
                </a:lnTo>
                <a:lnTo>
                  <a:pt x="7553" y="4150"/>
                </a:lnTo>
                <a:lnTo>
                  <a:pt x="7171" y="4569"/>
                </a:lnTo>
                <a:lnTo>
                  <a:pt x="6725" y="4569"/>
                </a:lnTo>
                <a:lnTo>
                  <a:pt x="6276" y="4569"/>
                </a:lnTo>
                <a:lnTo>
                  <a:pt x="5448" y="4996"/>
                </a:lnTo>
                <a:lnTo>
                  <a:pt x="4637" y="5511"/>
                </a:lnTo>
                <a:lnTo>
                  <a:pt x="3914" y="5956"/>
                </a:lnTo>
                <a:lnTo>
                  <a:pt x="3172" y="6386"/>
                </a:lnTo>
                <a:lnTo>
                  <a:pt x="2809" y="6386"/>
                </a:lnTo>
                <a:cubicBezTo>
                  <a:pt x="2724" y="6527"/>
                  <a:pt x="2637" y="6666"/>
                  <a:pt x="2551" y="6807"/>
                </a:cubicBezTo>
                <a:lnTo>
                  <a:pt x="2172" y="7335"/>
                </a:lnTo>
                <a:lnTo>
                  <a:pt x="1914" y="7335"/>
                </a:lnTo>
                <a:cubicBezTo>
                  <a:pt x="1849" y="7477"/>
                  <a:pt x="1786" y="7612"/>
                  <a:pt x="1723" y="7755"/>
                </a:cubicBezTo>
                <a:lnTo>
                  <a:pt x="1448" y="7755"/>
                </a:lnTo>
                <a:cubicBezTo>
                  <a:pt x="1390" y="7900"/>
                  <a:pt x="1333" y="8045"/>
                  <a:pt x="1275" y="8190"/>
                </a:cubicBezTo>
                <a:lnTo>
                  <a:pt x="999" y="8706"/>
                </a:lnTo>
                <a:lnTo>
                  <a:pt x="809" y="8706"/>
                </a:lnTo>
                <a:cubicBezTo>
                  <a:pt x="782" y="8853"/>
                  <a:pt x="752" y="8999"/>
                  <a:pt x="724" y="9132"/>
                </a:cubicBezTo>
                <a:lnTo>
                  <a:pt x="534" y="9132"/>
                </a:lnTo>
                <a:cubicBezTo>
                  <a:pt x="505" y="9275"/>
                  <a:pt x="477" y="9431"/>
                  <a:pt x="447" y="9574"/>
                </a:cubicBezTo>
                <a:lnTo>
                  <a:pt x="361" y="9574"/>
                </a:lnTo>
                <a:lnTo>
                  <a:pt x="275" y="9574"/>
                </a:lnTo>
                <a:cubicBezTo>
                  <a:pt x="212" y="9717"/>
                  <a:pt x="147" y="9856"/>
                  <a:pt x="85" y="10000"/>
                </a:cubicBezTo>
                <a:cubicBezTo>
                  <a:pt x="56" y="9857"/>
                  <a:pt x="27" y="9713"/>
                  <a:pt x="0" y="9574"/>
                </a:cubicBez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Freeform 17"/>
          <p:cNvSpPr/>
          <p:nvPr/>
        </p:nvSpPr>
        <p:spPr bwMode="auto">
          <a:xfrm>
            <a:off x="2366963" y="3429000"/>
            <a:ext cx="168275" cy="781050"/>
          </a:xfrm>
          <a:custGeom>
            <a:avLst/>
            <a:gdLst>
              <a:gd name="connsiteX0" fmla="*/ 9450 w 10000"/>
              <a:gd name="connsiteY0" fmla="*/ 2358 h 10000"/>
              <a:gd name="connsiteX1" fmla="*/ 9450 w 10000"/>
              <a:gd name="connsiteY1" fmla="*/ 2581 h 10000"/>
              <a:gd name="connsiteX2" fmla="*/ 9450 w 10000"/>
              <a:gd name="connsiteY2" fmla="*/ 2907 h 10000"/>
              <a:gd name="connsiteX3" fmla="*/ 9450 w 10000"/>
              <a:gd name="connsiteY3" fmla="*/ 3333 h 10000"/>
              <a:gd name="connsiteX4" fmla="*/ 9750 w 10000"/>
              <a:gd name="connsiteY4" fmla="*/ 3760 h 10000"/>
              <a:gd name="connsiteX5" fmla="*/ 9750 w 10000"/>
              <a:gd name="connsiteY5" fmla="*/ 4187 h 10000"/>
              <a:gd name="connsiteX6" fmla="*/ 9750 w 10000"/>
              <a:gd name="connsiteY6" fmla="*/ 4837 h 10000"/>
              <a:gd name="connsiteX7" fmla="*/ 9750 w 10000"/>
              <a:gd name="connsiteY7" fmla="*/ 5366 h 10000"/>
              <a:gd name="connsiteX8" fmla="*/ 9750 w 10000"/>
              <a:gd name="connsiteY8" fmla="*/ 6118 h 10000"/>
              <a:gd name="connsiteX9" fmla="*/ 10000 w 10000"/>
              <a:gd name="connsiteY9" fmla="*/ 6768 h 10000"/>
              <a:gd name="connsiteX10" fmla="*/ 10000 w 10000"/>
              <a:gd name="connsiteY10" fmla="*/ 7317 h 10000"/>
              <a:gd name="connsiteX11" fmla="*/ 9750 w 10000"/>
              <a:gd name="connsiteY11" fmla="*/ 7846 h 10000"/>
              <a:gd name="connsiteX12" fmla="*/ 9750 w 10000"/>
              <a:gd name="connsiteY12" fmla="*/ 8272 h 10000"/>
              <a:gd name="connsiteX13" fmla="*/ 9450 w 10000"/>
              <a:gd name="connsiteY13" fmla="*/ 8699 h 10000"/>
              <a:gd name="connsiteX14" fmla="*/ 9200 w 10000"/>
              <a:gd name="connsiteY14" fmla="*/ 9024 h 10000"/>
              <a:gd name="connsiteX15" fmla="*/ 9200 w 10000"/>
              <a:gd name="connsiteY15" fmla="*/ 9248 h 10000"/>
              <a:gd name="connsiteX16" fmla="*/ 8700 w 10000"/>
              <a:gd name="connsiteY16" fmla="*/ 9451 h 10000"/>
              <a:gd name="connsiteX17" fmla="*/ 8150 w 10000"/>
              <a:gd name="connsiteY17" fmla="*/ 9675 h 10000"/>
              <a:gd name="connsiteX18" fmla="*/ 7350 w 10000"/>
              <a:gd name="connsiteY18" fmla="*/ 9878 h 10000"/>
              <a:gd name="connsiteX19" fmla="*/ 7100 w 10000"/>
              <a:gd name="connsiteY19" fmla="*/ 10000 h 10000"/>
              <a:gd name="connsiteX20" fmla="*/ 6550 w 10000"/>
              <a:gd name="connsiteY20" fmla="*/ 10000 h 10000"/>
              <a:gd name="connsiteX21" fmla="*/ 6300 w 10000"/>
              <a:gd name="connsiteY21" fmla="*/ 10000 h 10000"/>
              <a:gd name="connsiteX22" fmla="*/ 6050 w 10000"/>
              <a:gd name="connsiteY22" fmla="*/ 9878 h 10000"/>
              <a:gd name="connsiteX23" fmla="*/ 5500 w 10000"/>
              <a:gd name="connsiteY23" fmla="*/ 9776 h 10000"/>
              <a:gd name="connsiteX24" fmla="*/ 5250 w 10000"/>
              <a:gd name="connsiteY24" fmla="*/ 9573 h 10000"/>
              <a:gd name="connsiteX25" fmla="*/ 4700 w 10000"/>
              <a:gd name="connsiteY25" fmla="*/ 9248 h 10000"/>
              <a:gd name="connsiteX26" fmla="*/ 3950 w 10000"/>
              <a:gd name="connsiteY26" fmla="*/ 9024 h 10000"/>
              <a:gd name="connsiteX27" fmla="*/ 3650 w 10000"/>
              <a:gd name="connsiteY27" fmla="*/ 8923 h 10000"/>
              <a:gd name="connsiteX28" fmla="*/ 3150 w 10000"/>
              <a:gd name="connsiteY28" fmla="*/ 8821 h 10000"/>
              <a:gd name="connsiteX29" fmla="*/ 2600 w 10000"/>
              <a:gd name="connsiteY29" fmla="*/ 8699 h 10000"/>
              <a:gd name="connsiteX30" fmla="*/ 2100 w 10000"/>
              <a:gd name="connsiteY30" fmla="*/ 8496 h 10000"/>
              <a:gd name="connsiteX31" fmla="*/ 1550 w 10000"/>
              <a:gd name="connsiteY31" fmla="*/ 8374 h 10000"/>
              <a:gd name="connsiteX32" fmla="*/ 1300 w 10000"/>
              <a:gd name="connsiteY32" fmla="*/ 8272 h 10000"/>
              <a:gd name="connsiteX33" fmla="*/ 750 w 10000"/>
              <a:gd name="connsiteY33" fmla="*/ 8272 h 10000"/>
              <a:gd name="connsiteX34" fmla="*/ 500 w 10000"/>
              <a:gd name="connsiteY34" fmla="*/ 8171 h 10000"/>
              <a:gd name="connsiteX35" fmla="*/ 250 w 10000"/>
              <a:gd name="connsiteY35" fmla="*/ 8069 h 10000"/>
              <a:gd name="connsiteX36" fmla="*/ 250 w 10000"/>
              <a:gd name="connsiteY36" fmla="*/ 8069 h 10000"/>
              <a:gd name="connsiteX37" fmla="*/ 0 w 10000"/>
              <a:gd name="connsiteY37" fmla="*/ 7947 h 10000"/>
              <a:gd name="connsiteX38" fmla="*/ 0 w 10000"/>
              <a:gd name="connsiteY38" fmla="*/ 7947 h 10000"/>
              <a:gd name="connsiteX39" fmla="*/ 250 w 10000"/>
              <a:gd name="connsiteY39" fmla="*/ 7947 h 10000"/>
              <a:gd name="connsiteX40" fmla="*/ 250 w 10000"/>
              <a:gd name="connsiteY40" fmla="*/ 7947 h 10000"/>
              <a:gd name="connsiteX41" fmla="*/ 500 w 10000"/>
              <a:gd name="connsiteY41" fmla="*/ 7947 h 10000"/>
              <a:gd name="connsiteX42" fmla="*/ 750 w 10000"/>
              <a:gd name="connsiteY42" fmla="*/ 7947 h 10000"/>
              <a:gd name="connsiteX43" fmla="*/ 1050 w 10000"/>
              <a:gd name="connsiteY43" fmla="*/ 7947 h 10000"/>
              <a:gd name="connsiteX44" fmla="*/ 1300 w 10000"/>
              <a:gd name="connsiteY44" fmla="*/ 7947 h 10000"/>
              <a:gd name="connsiteX45" fmla="*/ 2350 w 10000"/>
              <a:gd name="connsiteY45" fmla="*/ 7947 h 10000"/>
              <a:gd name="connsiteX46" fmla="*/ 3400 w 10000"/>
              <a:gd name="connsiteY46" fmla="*/ 8069 h 10000"/>
              <a:gd name="connsiteX47" fmla="*/ 4200 w 10000"/>
              <a:gd name="connsiteY47" fmla="*/ 8069 h 10000"/>
              <a:gd name="connsiteX48" fmla="*/ 5000 w 10000"/>
              <a:gd name="connsiteY48" fmla="*/ 8069 h 10000"/>
              <a:gd name="connsiteX49" fmla="*/ 5500 w 10000"/>
              <a:gd name="connsiteY49" fmla="*/ 8069 h 10000"/>
              <a:gd name="connsiteX50" fmla="*/ 6050 w 10000"/>
              <a:gd name="connsiteY50" fmla="*/ 8069 h 10000"/>
              <a:gd name="connsiteX51" fmla="*/ 6300 w 10000"/>
              <a:gd name="connsiteY51" fmla="*/ 7947 h 10000"/>
              <a:gd name="connsiteX52" fmla="*/ 6550 w 10000"/>
              <a:gd name="connsiteY52" fmla="*/ 7744 h 10000"/>
              <a:gd name="connsiteX53" fmla="*/ 6850 w 10000"/>
              <a:gd name="connsiteY53" fmla="*/ 7520 h 10000"/>
              <a:gd name="connsiteX54" fmla="*/ 7100 w 10000"/>
              <a:gd name="connsiteY54" fmla="*/ 7317 h 10000"/>
              <a:gd name="connsiteX55" fmla="*/ 7100 w 10000"/>
              <a:gd name="connsiteY55" fmla="*/ 6992 h 10000"/>
              <a:gd name="connsiteX56" fmla="*/ 7100 w 10000"/>
              <a:gd name="connsiteY56" fmla="*/ 6565 h 10000"/>
              <a:gd name="connsiteX57" fmla="*/ 7100 w 10000"/>
              <a:gd name="connsiteY57" fmla="*/ 6016 h 10000"/>
              <a:gd name="connsiteX58" fmla="*/ 7100 w 10000"/>
              <a:gd name="connsiteY58" fmla="*/ 5691 h 10000"/>
              <a:gd name="connsiteX59" fmla="*/ 7100 w 10000"/>
              <a:gd name="connsiteY59" fmla="*/ 5488 h 10000"/>
              <a:gd name="connsiteX60" fmla="*/ 7100 w 10000"/>
              <a:gd name="connsiteY60" fmla="*/ 5041 h 10000"/>
              <a:gd name="connsiteX61" fmla="*/ 7100 w 10000"/>
              <a:gd name="connsiteY61" fmla="*/ 4736 h 10000"/>
              <a:gd name="connsiteX62" fmla="*/ 7100 w 10000"/>
              <a:gd name="connsiteY62" fmla="*/ 4411 h 10000"/>
              <a:gd name="connsiteX63" fmla="*/ 7100 w 10000"/>
              <a:gd name="connsiteY63" fmla="*/ 3984 h 10000"/>
              <a:gd name="connsiteX64" fmla="*/ 6850 w 10000"/>
              <a:gd name="connsiteY64" fmla="*/ 3537 h 10000"/>
              <a:gd name="connsiteX65" fmla="*/ 6850 w 10000"/>
              <a:gd name="connsiteY65" fmla="*/ 3110 h 10000"/>
              <a:gd name="connsiteX66" fmla="*/ 6850 w 10000"/>
              <a:gd name="connsiteY66" fmla="*/ 2683 h 10000"/>
              <a:gd name="connsiteX67" fmla="*/ 6550 w 10000"/>
              <a:gd name="connsiteY67" fmla="*/ 2256 h 10000"/>
              <a:gd name="connsiteX68" fmla="*/ 6550 w 10000"/>
              <a:gd name="connsiteY68" fmla="*/ 1931 h 10000"/>
              <a:gd name="connsiteX69" fmla="*/ 6300 w 10000"/>
              <a:gd name="connsiteY69" fmla="*/ 1606 h 10000"/>
              <a:gd name="connsiteX70" fmla="*/ 6050 w 10000"/>
              <a:gd name="connsiteY70" fmla="*/ 1402 h 10000"/>
              <a:gd name="connsiteX71" fmla="*/ 5800 w 10000"/>
              <a:gd name="connsiteY71" fmla="*/ 1179 h 10000"/>
              <a:gd name="connsiteX72" fmla="*/ 5500 w 10000"/>
              <a:gd name="connsiteY72" fmla="*/ 976 h 10000"/>
              <a:gd name="connsiteX73" fmla="*/ 5250 w 10000"/>
              <a:gd name="connsiteY73" fmla="*/ 854 h 10000"/>
              <a:gd name="connsiteX74" fmla="*/ 5000 w 10000"/>
              <a:gd name="connsiteY74" fmla="*/ 650 h 10000"/>
              <a:gd name="connsiteX75" fmla="*/ 4700 w 10000"/>
              <a:gd name="connsiteY75" fmla="*/ 427 h 10000"/>
              <a:gd name="connsiteX76" fmla="*/ 4700 w 10000"/>
              <a:gd name="connsiteY76" fmla="*/ 325 h 10000"/>
              <a:gd name="connsiteX77" fmla="*/ 4700 w 10000"/>
              <a:gd name="connsiteY77" fmla="*/ 224 h 10000"/>
              <a:gd name="connsiteX78" fmla="*/ 5000 w 10000"/>
              <a:gd name="connsiteY78" fmla="*/ 102 h 10000"/>
              <a:gd name="connsiteX79" fmla="*/ 5250 w 10000"/>
              <a:gd name="connsiteY79" fmla="*/ 0 h 10000"/>
              <a:gd name="connsiteX80" fmla="*/ 6050 w 10000"/>
              <a:gd name="connsiteY80" fmla="*/ 0 h 10000"/>
              <a:gd name="connsiteX81" fmla="*/ 6550 w 10000"/>
              <a:gd name="connsiteY81" fmla="*/ 0 h 10000"/>
              <a:gd name="connsiteX82" fmla="*/ 7350 w 10000"/>
              <a:gd name="connsiteY82" fmla="*/ 102 h 10000"/>
              <a:gd name="connsiteX83" fmla="*/ 7900 w 10000"/>
              <a:gd name="connsiteY83" fmla="*/ 224 h 10000"/>
              <a:gd name="connsiteX84" fmla="*/ 8400 w 10000"/>
              <a:gd name="connsiteY84" fmla="*/ 224 h 10000"/>
              <a:gd name="connsiteX85" fmla="*/ 8700 w 10000"/>
              <a:gd name="connsiteY85" fmla="*/ 325 h 10000"/>
              <a:gd name="connsiteX86" fmla="*/ 9200 w 10000"/>
              <a:gd name="connsiteY86" fmla="*/ 427 h 10000"/>
              <a:gd name="connsiteX87" fmla="*/ 9450 w 10000"/>
              <a:gd name="connsiteY87" fmla="*/ 528 h 10000"/>
              <a:gd name="connsiteX88" fmla="*/ 9450 w 10000"/>
              <a:gd name="connsiteY88" fmla="*/ 528 h 10000"/>
              <a:gd name="connsiteX89" fmla="*/ 9750 w 10000"/>
              <a:gd name="connsiteY89" fmla="*/ 650 h 10000"/>
              <a:gd name="connsiteX90" fmla="*/ 9750 w 10000"/>
              <a:gd name="connsiteY90" fmla="*/ 650 h 10000"/>
              <a:gd name="connsiteX91" fmla="*/ 9450 w 10000"/>
              <a:gd name="connsiteY91" fmla="*/ 752 h 10000"/>
              <a:gd name="connsiteX92" fmla="*/ 9450 w 10000"/>
              <a:gd name="connsiteY92" fmla="*/ 976 h 10000"/>
              <a:gd name="connsiteX93" fmla="*/ 9450 w 10000"/>
              <a:gd name="connsiteY93" fmla="*/ 1077 h 10000"/>
              <a:gd name="connsiteX94" fmla="*/ 9200 w 10000"/>
              <a:gd name="connsiteY94" fmla="*/ 1280 h 10000"/>
              <a:gd name="connsiteX95" fmla="*/ 9200 w 10000"/>
              <a:gd name="connsiteY95" fmla="*/ 1606 h 10000"/>
              <a:gd name="connsiteX96" fmla="*/ 9200 w 10000"/>
              <a:gd name="connsiteY96" fmla="*/ 1931 h 10000"/>
              <a:gd name="connsiteX97" fmla="*/ 9450 w 10000"/>
              <a:gd name="connsiteY97" fmla="*/ 2358 h 10000"/>
              <a:gd name="connsiteX98" fmla="*/ 9450 w 10000"/>
              <a:gd name="connsiteY98" fmla="*/ 2358 h 10000"/>
              <a:gd name="connsiteX0-1" fmla="*/ 9450 w 10000"/>
              <a:gd name="connsiteY0-2" fmla="*/ 2358 h 10000"/>
              <a:gd name="connsiteX1-3" fmla="*/ 9450 w 10000"/>
              <a:gd name="connsiteY1-4" fmla="*/ 2581 h 10000"/>
              <a:gd name="connsiteX2-5" fmla="*/ 9450 w 10000"/>
              <a:gd name="connsiteY2-6" fmla="*/ 2907 h 10000"/>
              <a:gd name="connsiteX3-7" fmla="*/ 9450 w 10000"/>
              <a:gd name="connsiteY3-8" fmla="*/ 3333 h 10000"/>
              <a:gd name="connsiteX4-9" fmla="*/ 9750 w 10000"/>
              <a:gd name="connsiteY4-10" fmla="*/ 3760 h 10000"/>
              <a:gd name="connsiteX5-11" fmla="*/ 9750 w 10000"/>
              <a:gd name="connsiteY5-12" fmla="*/ 4187 h 10000"/>
              <a:gd name="connsiteX6-13" fmla="*/ 9750 w 10000"/>
              <a:gd name="connsiteY6-14" fmla="*/ 4837 h 10000"/>
              <a:gd name="connsiteX7-15" fmla="*/ 9750 w 10000"/>
              <a:gd name="connsiteY7-16" fmla="*/ 5366 h 10000"/>
              <a:gd name="connsiteX8-17" fmla="*/ 9750 w 10000"/>
              <a:gd name="connsiteY8-18" fmla="*/ 6118 h 10000"/>
              <a:gd name="connsiteX9-19" fmla="*/ 10000 w 10000"/>
              <a:gd name="connsiteY9-20" fmla="*/ 6768 h 10000"/>
              <a:gd name="connsiteX10-21" fmla="*/ 10000 w 10000"/>
              <a:gd name="connsiteY10-22" fmla="*/ 7317 h 10000"/>
              <a:gd name="connsiteX11-23" fmla="*/ 9750 w 10000"/>
              <a:gd name="connsiteY11-24" fmla="*/ 7846 h 10000"/>
              <a:gd name="connsiteX12-25" fmla="*/ 9750 w 10000"/>
              <a:gd name="connsiteY12-26" fmla="*/ 8272 h 10000"/>
              <a:gd name="connsiteX13-27" fmla="*/ 9450 w 10000"/>
              <a:gd name="connsiteY13-28" fmla="*/ 8699 h 10000"/>
              <a:gd name="connsiteX14-29" fmla="*/ 9200 w 10000"/>
              <a:gd name="connsiteY14-30" fmla="*/ 9024 h 10000"/>
              <a:gd name="connsiteX15-31" fmla="*/ 9200 w 10000"/>
              <a:gd name="connsiteY15-32" fmla="*/ 9248 h 10000"/>
              <a:gd name="connsiteX16-33" fmla="*/ 8700 w 10000"/>
              <a:gd name="connsiteY16-34" fmla="*/ 9451 h 10000"/>
              <a:gd name="connsiteX17-35" fmla="*/ 8150 w 10000"/>
              <a:gd name="connsiteY17-36" fmla="*/ 9675 h 10000"/>
              <a:gd name="connsiteX18-37" fmla="*/ 7350 w 10000"/>
              <a:gd name="connsiteY18-38" fmla="*/ 9878 h 10000"/>
              <a:gd name="connsiteX19-39" fmla="*/ 7100 w 10000"/>
              <a:gd name="connsiteY19-40" fmla="*/ 10000 h 10000"/>
              <a:gd name="connsiteX20-41" fmla="*/ 6550 w 10000"/>
              <a:gd name="connsiteY20-42" fmla="*/ 10000 h 10000"/>
              <a:gd name="connsiteX21-43" fmla="*/ 6300 w 10000"/>
              <a:gd name="connsiteY21-44" fmla="*/ 10000 h 10000"/>
              <a:gd name="connsiteX22-45" fmla="*/ 6050 w 10000"/>
              <a:gd name="connsiteY22-46" fmla="*/ 9878 h 10000"/>
              <a:gd name="connsiteX23-47" fmla="*/ 5500 w 10000"/>
              <a:gd name="connsiteY23-48" fmla="*/ 9776 h 10000"/>
              <a:gd name="connsiteX24-49" fmla="*/ 5250 w 10000"/>
              <a:gd name="connsiteY24-50" fmla="*/ 9573 h 10000"/>
              <a:gd name="connsiteX25-51" fmla="*/ 4700 w 10000"/>
              <a:gd name="connsiteY25-52" fmla="*/ 9248 h 10000"/>
              <a:gd name="connsiteX26-53" fmla="*/ 3950 w 10000"/>
              <a:gd name="connsiteY26-54" fmla="*/ 9024 h 10000"/>
              <a:gd name="connsiteX27-55" fmla="*/ 3650 w 10000"/>
              <a:gd name="connsiteY27-56" fmla="*/ 8923 h 10000"/>
              <a:gd name="connsiteX28-57" fmla="*/ 3150 w 10000"/>
              <a:gd name="connsiteY28-58" fmla="*/ 8821 h 10000"/>
              <a:gd name="connsiteX29-59" fmla="*/ 2600 w 10000"/>
              <a:gd name="connsiteY29-60" fmla="*/ 8699 h 10000"/>
              <a:gd name="connsiteX30-61" fmla="*/ 2100 w 10000"/>
              <a:gd name="connsiteY30-62" fmla="*/ 8496 h 10000"/>
              <a:gd name="connsiteX31-63" fmla="*/ 1550 w 10000"/>
              <a:gd name="connsiteY31-64" fmla="*/ 8374 h 10000"/>
              <a:gd name="connsiteX32-65" fmla="*/ 1300 w 10000"/>
              <a:gd name="connsiteY32-66" fmla="*/ 8272 h 10000"/>
              <a:gd name="connsiteX33-67" fmla="*/ 750 w 10000"/>
              <a:gd name="connsiteY33-68" fmla="*/ 8272 h 10000"/>
              <a:gd name="connsiteX34-69" fmla="*/ 500 w 10000"/>
              <a:gd name="connsiteY34-70" fmla="*/ 8171 h 10000"/>
              <a:gd name="connsiteX35-71" fmla="*/ 250 w 10000"/>
              <a:gd name="connsiteY35-72" fmla="*/ 8069 h 10000"/>
              <a:gd name="connsiteX36-73" fmla="*/ 250 w 10000"/>
              <a:gd name="connsiteY36-74" fmla="*/ 8069 h 10000"/>
              <a:gd name="connsiteX37-75" fmla="*/ 0 w 10000"/>
              <a:gd name="connsiteY37-76" fmla="*/ 7947 h 10000"/>
              <a:gd name="connsiteX38-77" fmla="*/ 0 w 10000"/>
              <a:gd name="connsiteY38-78" fmla="*/ 7947 h 10000"/>
              <a:gd name="connsiteX39-79" fmla="*/ 250 w 10000"/>
              <a:gd name="connsiteY39-80" fmla="*/ 7947 h 10000"/>
              <a:gd name="connsiteX40-81" fmla="*/ 250 w 10000"/>
              <a:gd name="connsiteY40-82" fmla="*/ 7947 h 10000"/>
              <a:gd name="connsiteX41-83" fmla="*/ 500 w 10000"/>
              <a:gd name="connsiteY41-84" fmla="*/ 7947 h 10000"/>
              <a:gd name="connsiteX42-85" fmla="*/ 750 w 10000"/>
              <a:gd name="connsiteY42-86" fmla="*/ 7947 h 10000"/>
              <a:gd name="connsiteX43-87" fmla="*/ 1050 w 10000"/>
              <a:gd name="connsiteY43-88" fmla="*/ 7947 h 10000"/>
              <a:gd name="connsiteX44-89" fmla="*/ 2350 w 10000"/>
              <a:gd name="connsiteY44-90" fmla="*/ 7947 h 10000"/>
              <a:gd name="connsiteX45-91" fmla="*/ 3400 w 10000"/>
              <a:gd name="connsiteY45-92" fmla="*/ 8069 h 10000"/>
              <a:gd name="connsiteX46-93" fmla="*/ 4200 w 10000"/>
              <a:gd name="connsiteY46-94" fmla="*/ 8069 h 10000"/>
              <a:gd name="connsiteX47-95" fmla="*/ 5000 w 10000"/>
              <a:gd name="connsiteY47-96" fmla="*/ 8069 h 10000"/>
              <a:gd name="connsiteX48-97" fmla="*/ 5500 w 10000"/>
              <a:gd name="connsiteY48-98" fmla="*/ 8069 h 10000"/>
              <a:gd name="connsiteX49-99" fmla="*/ 6050 w 10000"/>
              <a:gd name="connsiteY49-100" fmla="*/ 8069 h 10000"/>
              <a:gd name="connsiteX50-101" fmla="*/ 6300 w 10000"/>
              <a:gd name="connsiteY50-102" fmla="*/ 7947 h 10000"/>
              <a:gd name="connsiteX51-103" fmla="*/ 6550 w 10000"/>
              <a:gd name="connsiteY51-104" fmla="*/ 7744 h 10000"/>
              <a:gd name="connsiteX52-105" fmla="*/ 6850 w 10000"/>
              <a:gd name="connsiteY52-106" fmla="*/ 7520 h 10000"/>
              <a:gd name="connsiteX53-107" fmla="*/ 7100 w 10000"/>
              <a:gd name="connsiteY53-108" fmla="*/ 7317 h 10000"/>
              <a:gd name="connsiteX54-109" fmla="*/ 7100 w 10000"/>
              <a:gd name="connsiteY54-110" fmla="*/ 6992 h 10000"/>
              <a:gd name="connsiteX55-111" fmla="*/ 7100 w 10000"/>
              <a:gd name="connsiteY55-112" fmla="*/ 6565 h 10000"/>
              <a:gd name="connsiteX56-113" fmla="*/ 7100 w 10000"/>
              <a:gd name="connsiteY56-114" fmla="*/ 6016 h 10000"/>
              <a:gd name="connsiteX57-115" fmla="*/ 7100 w 10000"/>
              <a:gd name="connsiteY57-116" fmla="*/ 5691 h 10000"/>
              <a:gd name="connsiteX58-117" fmla="*/ 7100 w 10000"/>
              <a:gd name="connsiteY58-118" fmla="*/ 5488 h 10000"/>
              <a:gd name="connsiteX59-119" fmla="*/ 7100 w 10000"/>
              <a:gd name="connsiteY59-120" fmla="*/ 5041 h 10000"/>
              <a:gd name="connsiteX60-121" fmla="*/ 7100 w 10000"/>
              <a:gd name="connsiteY60-122" fmla="*/ 4736 h 10000"/>
              <a:gd name="connsiteX61-123" fmla="*/ 7100 w 10000"/>
              <a:gd name="connsiteY61-124" fmla="*/ 4411 h 10000"/>
              <a:gd name="connsiteX62-125" fmla="*/ 7100 w 10000"/>
              <a:gd name="connsiteY62-126" fmla="*/ 3984 h 10000"/>
              <a:gd name="connsiteX63-127" fmla="*/ 6850 w 10000"/>
              <a:gd name="connsiteY63-128" fmla="*/ 3537 h 10000"/>
              <a:gd name="connsiteX64-129" fmla="*/ 6850 w 10000"/>
              <a:gd name="connsiteY64-130" fmla="*/ 3110 h 10000"/>
              <a:gd name="connsiteX65-131" fmla="*/ 6850 w 10000"/>
              <a:gd name="connsiteY65-132" fmla="*/ 2683 h 10000"/>
              <a:gd name="connsiteX66-133" fmla="*/ 6550 w 10000"/>
              <a:gd name="connsiteY66-134" fmla="*/ 2256 h 10000"/>
              <a:gd name="connsiteX67-135" fmla="*/ 6550 w 10000"/>
              <a:gd name="connsiteY67-136" fmla="*/ 1931 h 10000"/>
              <a:gd name="connsiteX68-137" fmla="*/ 6300 w 10000"/>
              <a:gd name="connsiteY68-138" fmla="*/ 1606 h 10000"/>
              <a:gd name="connsiteX69-139" fmla="*/ 6050 w 10000"/>
              <a:gd name="connsiteY69-140" fmla="*/ 1402 h 10000"/>
              <a:gd name="connsiteX70-141" fmla="*/ 5800 w 10000"/>
              <a:gd name="connsiteY70-142" fmla="*/ 1179 h 10000"/>
              <a:gd name="connsiteX71-143" fmla="*/ 5500 w 10000"/>
              <a:gd name="connsiteY71-144" fmla="*/ 976 h 10000"/>
              <a:gd name="connsiteX72-145" fmla="*/ 5250 w 10000"/>
              <a:gd name="connsiteY72-146" fmla="*/ 854 h 10000"/>
              <a:gd name="connsiteX73-147" fmla="*/ 5000 w 10000"/>
              <a:gd name="connsiteY73-148" fmla="*/ 650 h 10000"/>
              <a:gd name="connsiteX74-149" fmla="*/ 4700 w 10000"/>
              <a:gd name="connsiteY74-150" fmla="*/ 427 h 10000"/>
              <a:gd name="connsiteX75-151" fmla="*/ 4700 w 10000"/>
              <a:gd name="connsiteY75-152" fmla="*/ 325 h 10000"/>
              <a:gd name="connsiteX76-153" fmla="*/ 4700 w 10000"/>
              <a:gd name="connsiteY76-154" fmla="*/ 224 h 10000"/>
              <a:gd name="connsiteX77-155" fmla="*/ 5000 w 10000"/>
              <a:gd name="connsiteY77-156" fmla="*/ 102 h 10000"/>
              <a:gd name="connsiteX78-157" fmla="*/ 5250 w 10000"/>
              <a:gd name="connsiteY78-158" fmla="*/ 0 h 10000"/>
              <a:gd name="connsiteX79-159" fmla="*/ 6050 w 10000"/>
              <a:gd name="connsiteY79-160" fmla="*/ 0 h 10000"/>
              <a:gd name="connsiteX80-161" fmla="*/ 6550 w 10000"/>
              <a:gd name="connsiteY80-162" fmla="*/ 0 h 10000"/>
              <a:gd name="connsiteX81-163" fmla="*/ 7350 w 10000"/>
              <a:gd name="connsiteY81-164" fmla="*/ 102 h 10000"/>
              <a:gd name="connsiteX82-165" fmla="*/ 7900 w 10000"/>
              <a:gd name="connsiteY82-166" fmla="*/ 224 h 10000"/>
              <a:gd name="connsiteX83-167" fmla="*/ 8400 w 10000"/>
              <a:gd name="connsiteY83-168" fmla="*/ 224 h 10000"/>
              <a:gd name="connsiteX84-169" fmla="*/ 8700 w 10000"/>
              <a:gd name="connsiteY84-170" fmla="*/ 325 h 10000"/>
              <a:gd name="connsiteX85-171" fmla="*/ 9200 w 10000"/>
              <a:gd name="connsiteY85-172" fmla="*/ 427 h 10000"/>
              <a:gd name="connsiteX86-173" fmla="*/ 9450 w 10000"/>
              <a:gd name="connsiteY86-174" fmla="*/ 528 h 10000"/>
              <a:gd name="connsiteX87-175" fmla="*/ 9450 w 10000"/>
              <a:gd name="connsiteY87-176" fmla="*/ 528 h 10000"/>
              <a:gd name="connsiteX88-177" fmla="*/ 9750 w 10000"/>
              <a:gd name="connsiteY88-178" fmla="*/ 650 h 10000"/>
              <a:gd name="connsiteX89-179" fmla="*/ 9750 w 10000"/>
              <a:gd name="connsiteY89-180" fmla="*/ 650 h 10000"/>
              <a:gd name="connsiteX90-181" fmla="*/ 9450 w 10000"/>
              <a:gd name="connsiteY90-182" fmla="*/ 752 h 10000"/>
              <a:gd name="connsiteX91-183" fmla="*/ 9450 w 10000"/>
              <a:gd name="connsiteY91-184" fmla="*/ 976 h 10000"/>
              <a:gd name="connsiteX92-185" fmla="*/ 9450 w 10000"/>
              <a:gd name="connsiteY92-186" fmla="*/ 1077 h 10000"/>
              <a:gd name="connsiteX93-187" fmla="*/ 9200 w 10000"/>
              <a:gd name="connsiteY93-188" fmla="*/ 1280 h 10000"/>
              <a:gd name="connsiteX94-189" fmla="*/ 9200 w 10000"/>
              <a:gd name="connsiteY94-190" fmla="*/ 1606 h 10000"/>
              <a:gd name="connsiteX95-191" fmla="*/ 9200 w 10000"/>
              <a:gd name="connsiteY95-192" fmla="*/ 1931 h 10000"/>
              <a:gd name="connsiteX96-193" fmla="*/ 9450 w 10000"/>
              <a:gd name="connsiteY96-194" fmla="*/ 2358 h 10000"/>
              <a:gd name="connsiteX97-195" fmla="*/ 9450 w 10000"/>
              <a:gd name="connsiteY97-196" fmla="*/ 2358 h 10000"/>
              <a:gd name="connsiteX0-197" fmla="*/ 9450 w 10000"/>
              <a:gd name="connsiteY0-198" fmla="*/ 2358 h 10000"/>
              <a:gd name="connsiteX1-199" fmla="*/ 9450 w 10000"/>
              <a:gd name="connsiteY1-200" fmla="*/ 2581 h 10000"/>
              <a:gd name="connsiteX2-201" fmla="*/ 9450 w 10000"/>
              <a:gd name="connsiteY2-202" fmla="*/ 2907 h 10000"/>
              <a:gd name="connsiteX3-203" fmla="*/ 9450 w 10000"/>
              <a:gd name="connsiteY3-204" fmla="*/ 3333 h 10000"/>
              <a:gd name="connsiteX4-205" fmla="*/ 9750 w 10000"/>
              <a:gd name="connsiteY4-206" fmla="*/ 3760 h 10000"/>
              <a:gd name="connsiteX5-207" fmla="*/ 9750 w 10000"/>
              <a:gd name="connsiteY5-208" fmla="*/ 4187 h 10000"/>
              <a:gd name="connsiteX6-209" fmla="*/ 9750 w 10000"/>
              <a:gd name="connsiteY6-210" fmla="*/ 4837 h 10000"/>
              <a:gd name="connsiteX7-211" fmla="*/ 9750 w 10000"/>
              <a:gd name="connsiteY7-212" fmla="*/ 5366 h 10000"/>
              <a:gd name="connsiteX8-213" fmla="*/ 9750 w 10000"/>
              <a:gd name="connsiteY8-214" fmla="*/ 6118 h 10000"/>
              <a:gd name="connsiteX9-215" fmla="*/ 10000 w 10000"/>
              <a:gd name="connsiteY9-216" fmla="*/ 6768 h 10000"/>
              <a:gd name="connsiteX10-217" fmla="*/ 10000 w 10000"/>
              <a:gd name="connsiteY10-218" fmla="*/ 7317 h 10000"/>
              <a:gd name="connsiteX11-219" fmla="*/ 9750 w 10000"/>
              <a:gd name="connsiteY11-220" fmla="*/ 7846 h 10000"/>
              <a:gd name="connsiteX12-221" fmla="*/ 9750 w 10000"/>
              <a:gd name="connsiteY12-222" fmla="*/ 8272 h 10000"/>
              <a:gd name="connsiteX13-223" fmla="*/ 9450 w 10000"/>
              <a:gd name="connsiteY13-224" fmla="*/ 8699 h 10000"/>
              <a:gd name="connsiteX14-225" fmla="*/ 9200 w 10000"/>
              <a:gd name="connsiteY14-226" fmla="*/ 9024 h 10000"/>
              <a:gd name="connsiteX15-227" fmla="*/ 9200 w 10000"/>
              <a:gd name="connsiteY15-228" fmla="*/ 9248 h 10000"/>
              <a:gd name="connsiteX16-229" fmla="*/ 8700 w 10000"/>
              <a:gd name="connsiteY16-230" fmla="*/ 9451 h 10000"/>
              <a:gd name="connsiteX17-231" fmla="*/ 8150 w 10000"/>
              <a:gd name="connsiteY17-232" fmla="*/ 9675 h 10000"/>
              <a:gd name="connsiteX18-233" fmla="*/ 7350 w 10000"/>
              <a:gd name="connsiteY18-234" fmla="*/ 9878 h 10000"/>
              <a:gd name="connsiteX19-235" fmla="*/ 7100 w 10000"/>
              <a:gd name="connsiteY19-236" fmla="*/ 10000 h 10000"/>
              <a:gd name="connsiteX20-237" fmla="*/ 6550 w 10000"/>
              <a:gd name="connsiteY20-238" fmla="*/ 10000 h 10000"/>
              <a:gd name="connsiteX21-239" fmla="*/ 6300 w 10000"/>
              <a:gd name="connsiteY21-240" fmla="*/ 10000 h 10000"/>
              <a:gd name="connsiteX22-241" fmla="*/ 6050 w 10000"/>
              <a:gd name="connsiteY22-242" fmla="*/ 9878 h 10000"/>
              <a:gd name="connsiteX23-243" fmla="*/ 5500 w 10000"/>
              <a:gd name="connsiteY23-244" fmla="*/ 9776 h 10000"/>
              <a:gd name="connsiteX24-245" fmla="*/ 5250 w 10000"/>
              <a:gd name="connsiteY24-246" fmla="*/ 9573 h 10000"/>
              <a:gd name="connsiteX25-247" fmla="*/ 4700 w 10000"/>
              <a:gd name="connsiteY25-248" fmla="*/ 9248 h 10000"/>
              <a:gd name="connsiteX26-249" fmla="*/ 3950 w 10000"/>
              <a:gd name="connsiteY26-250" fmla="*/ 9024 h 10000"/>
              <a:gd name="connsiteX27-251" fmla="*/ 3650 w 10000"/>
              <a:gd name="connsiteY27-252" fmla="*/ 8923 h 10000"/>
              <a:gd name="connsiteX28-253" fmla="*/ 3150 w 10000"/>
              <a:gd name="connsiteY28-254" fmla="*/ 8821 h 10000"/>
              <a:gd name="connsiteX29-255" fmla="*/ 2600 w 10000"/>
              <a:gd name="connsiteY29-256" fmla="*/ 8699 h 10000"/>
              <a:gd name="connsiteX30-257" fmla="*/ 2100 w 10000"/>
              <a:gd name="connsiteY30-258" fmla="*/ 8496 h 10000"/>
              <a:gd name="connsiteX31-259" fmla="*/ 1550 w 10000"/>
              <a:gd name="connsiteY31-260" fmla="*/ 8374 h 10000"/>
              <a:gd name="connsiteX32-261" fmla="*/ 1300 w 10000"/>
              <a:gd name="connsiteY32-262" fmla="*/ 8272 h 10000"/>
              <a:gd name="connsiteX33-263" fmla="*/ 750 w 10000"/>
              <a:gd name="connsiteY33-264" fmla="*/ 8272 h 10000"/>
              <a:gd name="connsiteX34-265" fmla="*/ 500 w 10000"/>
              <a:gd name="connsiteY34-266" fmla="*/ 8171 h 10000"/>
              <a:gd name="connsiteX35-267" fmla="*/ 250 w 10000"/>
              <a:gd name="connsiteY35-268" fmla="*/ 8069 h 10000"/>
              <a:gd name="connsiteX36-269" fmla="*/ 250 w 10000"/>
              <a:gd name="connsiteY36-270" fmla="*/ 8069 h 10000"/>
              <a:gd name="connsiteX37-271" fmla="*/ 0 w 10000"/>
              <a:gd name="connsiteY37-272" fmla="*/ 7947 h 10000"/>
              <a:gd name="connsiteX38-273" fmla="*/ 0 w 10000"/>
              <a:gd name="connsiteY38-274" fmla="*/ 7947 h 10000"/>
              <a:gd name="connsiteX39-275" fmla="*/ 250 w 10000"/>
              <a:gd name="connsiteY39-276" fmla="*/ 7947 h 10000"/>
              <a:gd name="connsiteX40-277" fmla="*/ 250 w 10000"/>
              <a:gd name="connsiteY40-278" fmla="*/ 7947 h 10000"/>
              <a:gd name="connsiteX41-279" fmla="*/ 500 w 10000"/>
              <a:gd name="connsiteY41-280" fmla="*/ 7947 h 10000"/>
              <a:gd name="connsiteX42-281" fmla="*/ 750 w 10000"/>
              <a:gd name="connsiteY42-282" fmla="*/ 7947 h 10000"/>
              <a:gd name="connsiteX43-283" fmla="*/ 2350 w 10000"/>
              <a:gd name="connsiteY43-284" fmla="*/ 7947 h 10000"/>
              <a:gd name="connsiteX44-285" fmla="*/ 3400 w 10000"/>
              <a:gd name="connsiteY44-286" fmla="*/ 8069 h 10000"/>
              <a:gd name="connsiteX45-287" fmla="*/ 4200 w 10000"/>
              <a:gd name="connsiteY45-288" fmla="*/ 8069 h 10000"/>
              <a:gd name="connsiteX46-289" fmla="*/ 5000 w 10000"/>
              <a:gd name="connsiteY46-290" fmla="*/ 8069 h 10000"/>
              <a:gd name="connsiteX47-291" fmla="*/ 5500 w 10000"/>
              <a:gd name="connsiteY47-292" fmla="*/ 8069 h 10000"/>
              <a:gd name="connsiteX48-293" fmla="*/ 6050 w 10000"/>
              <a:gd name="connsiteY48-294" fmla="*/ 8069 h 10000"/>
              <a:gd name="connsiteX49-295" fmla="*/ 6300 w 10000"/>
              <a:gd name="connsiteY49-296" fmla="*/ 7947 h 10000"/>
              <a:gd name="connsiteX50-297" fmla="*/ 6550 w 10000"/>
              <a:gd name="connsiteY50-298" fmla="*/ 7744 h 10000"/>
              <a:gd name="connsiteX51-299" fmla="*/ 6850 w 10000"/>
              <a:gd name="connsiteY51-300" fmla="*/ 7520 h 10000"/>
              <a:gd name="connsiteX52-301" fmla="*/ 7100 w 10000"/>
              <a:gd name="connsiteY52-302" fmla="*/ 7317 h 10000"/>
              <a:gd name="connsiteX53-303" fmla="*/ 7100 w 10000"/>
              <a:gd name="connsiteY53-304" fmla="*/ 6992 h 10000"/>
              <a:gd name="connsiteX54-305" fmla="*/ 7100 w 10000"/>
              <a:gd name="connsiteY54-306" fmla="*/ 6565 h 10000"/>
              <a:gd name="connsiteX55-307" fmla="*/ 7100 w 10000"/>
              <a:gd name="connsiteY55-308" fmla="*/ 6016 h 10000"/>
              <a:gd name="connsiteX56-309" fmla="*/ 7100 w 10000"/>
              <a:gd name="connsiteY56-310" fmla="*/ 5691 h 10000"/>
              <a:gd name="connsiteX57-311" fmla="*/ 7100 w 10000"/>
              <a:gd name="connsiteY57-312" fmla="*/ 5488 h 10000"/>
              <a:gd name="connsiteX58-313" fmla="*/ 7100 w 10000"/>
              <a:gd name="connsiteY58-314" fmla="*/ 5041 h 10000"/>
              <a:gd name="connsiteX59-315" fmla="*/ 7100 w 10000"/>
              <a:gd name="connsiteY59-316" fmla="*/ 4736 h 10000"/>
              <a:gd name="connsiteX60-317" fmla="*/ 7100 w 10000"/>
              <a:gd name="connsiteY60-318" fmla="*/ 4411 h 10000"/>
              <a:gd name="connsiteX61-319" fmla="*/ 7100 w 10000"/>
              <a:gd name="connsiteY61-320" fmla="*/ 3984 h 10000"/>
              <a:gd name="connsiteX62-321" fmla="*/ 6850 w 10000"/>
              <a:gd name="connsiteY62-322" fmla="*/ 3537 h 10000"/>
              <a:gd name="connsiteX63-323" fmla="*/ 6850 w 10000"/>
              <a:gd name="connsiteY63-324" fmla="*/ 3110 h 10000"/>
              <a:gd name="connsiteX64-325" fmla="*/ 6850 w 10000"/>
              <a:gd name="connsiteY64-326" fmla="*/ 2683 h 10000"/>
              <a:gd name="connsiteX65-327" fmla="*/ 6550 w 10000"/>
              <a:gd name="connsiteY65-328" fmla="*/ 2256 h 10000"/>
              <a:gd name="connsiteX66-329" fmla="*/ 6550 w 10000"/>
              <a:gd name="connsiteY66-330" fmla="*/ 1931 h 10000"/>
              <a:gd name="connsiteX67-331" fmla="*/ 6300 w 10000"/>
              <a:gd name="connsiteY67-332" fmla="*/ 1606 h 10000"/>
              <a:gd name="connsiteX68-333" fmla="*/ 6050 w 10000"/>
              <a:gd name="connsiteY68-334" fmla="*/ 1402 h 10000"/>
              <a:gd name="connsiteX69-335" fmla="*/ 5800 w 10000"/>
              <a:gd name="connsiteY69-336" fmla="*/ 1179 h 10000"/>
              <a:gd name="connsiteX70-337" fmla="*/ 5500 w 10000"/>
              <a:gd name="connsiteY70-338" fmla="*/ 976 h 10000"/>
              <a:gd name="connsiteX71-339" fmla="*/ 5250 w 10000"/>
              <a:gd name="connsiteY71-340" fmla="*/ 854 h 10000"/>
              <a:gd name="connsiteX72-341" fmla="*/ 5000 w 10000"/>
              <a:gd name="connsiteY72-342" fmla="*/ 650 h 10000"/>
              <a:gd name="connsiteX73-343" fmla="*/ 4700 w 10000"/>
              <a:gd name="connsiteY73-344" fmla="*/ 427 h 10000"/>
              <a:gd name="connsiteX74-345" fmla="*/ 4700 w 10000"/>
              <a:gd name="connsiteY74-346" fmla="*/ 325 h 10000"/>
              <a:gd name="connsiteX75-347" fmla="*/ 4700 w 10000"/>
              <a:gd name="connsiteY75-348" fmla="*/ 224 h 10000"/>
              <a:gd name="connsiteX76-349" fmla="*/ 5000 w 10000"/>
              <a:gd name="connsiteY76-350" fmla="*/ 102 h 10000"/>
              <a:gd name="connsiteX77-351" fmla="*/ 5250 w 10000"/>
              <a:gd name="connsiteY77-352" fmla="*/ 0 h 10000"/>
              <a:gd name="connsiteX78-353" fmla="*/ 6050 w 10000"/>
              <a:gd name="connsiteY78-354" fmla="*/ 0 h 10000"/>
              <a:gd name="connsiteX79-355" fmla="*/ 6550 w 10000"/>
              <a:gd name="connsiteY79-356" fmla="*/ 0 h 10000"/>
              <a:gd name="connsiteX80-357" fmla="*/ 7350 w 10000"/>
              <a:gd name="connsiteY80-358" fmla="*/ 102 h 10000"/>
              <a:gd name="connsiteX81-359" fmla="*/ 7900 w 10000"/>
              <a:gd name="connsiteY81-360" fmla="*/ 224 h 10000"/>
              <a:gd name="connsiteX82-361" fmla="*/ 8400 w 10000"/>
              <a:gd name="connsiteY82-362" fmla="*/ 224 h 10000"/>
              <a:gd name="connsiteX83-363" fmla="*/ 8700 w 10000"/>
              <a:gd name="connsiteY83-364" fmla="*/ 325 h 10000"/>
              <a:gd name="connsiteX84-365" fmla="*/ 9200 w 10000"/>
              <a:gd name="connsiteY84-366" fmla="*/ 427 h 10000"/>
              <a:gd name="connsiteX85-367" fmla="*/ 9450 w 10000"/>
              <a:gd name="connsiteY85-368" fmla="*/ 528 h 10000"/>
              <a:gd name="connsiteX86-369" fmla="*/ 9450 w 10000"/>
              <a:gd name="connsiteY86-370" fmla="*/ 528 h 10000"/>
              <a:gd name="connsiteX87-371" fmla="*/ 9750 w 10000"/>
              <a:gd name="connsiteY87-372" fmla="*/ 650 h 10000"/>
              <a:gd name="connsiteX88-373" fmla="*/ 9750 w 10000"/>
              <a:gd name="connsiteY88-374" fmla="*/ 650 h 10000"/>
              <a:gd name="connsiteX89-375" fmla="*/ 9450 w 10000"/>
              <a:gd name="connsiteY89-376" fmla="*/ 752 h 10000"/>
              <a:gd name="connsiteX90-377" fmla="*/ 9450 w 10000"/>
              <a:gd name="connsiteY90-378" fmla="*/ 976 h 10000"/>
              <a:gd name="connsiteX91-379" fmla="*/ 9450 w 10000"/>
              <a:gd name="connsiteY91-380" fmla="*/ 1077 h 10000"/>
              <a:gd name="connsiteX92-381" fmla="*/ 9200 w 10000"/>
              <a:gd name="connsiteY92-382" fmla="*/ 1280 h 10000"/>
              <a:gd name="connsiteX93-383" fmla="*/ 9200 w 10000"/>
              <a:gd name="connsiteY93-384" fmla="*/ 1606 h 10000"/>
              <a:gd name="connsiteX94-385" fmla="*/ 9200 w 10000"/>
              <a:gd name="connsiteY94-386" fmla="*/ 1931 h 10000"/>
              <a:gd name="connsiteX95-387" fmla="*/ 9450 w 10000"/>
              <a:gd name="connsiteY95-388" fmla="*/ 2358 h 10000"/>
              <a:gd name="connsiteX96-389" fmla="*/ 9450 w 10000"/>
              <a:gd name="connsiteY96-390" fmla="*/ 2358 h 10000"/>
              <a:gd name="connsiteX0-391" fmla="*/ 9450 w 10000"/>
              <a:gd name="connsiteY0-392" fmla="*/ 2358 h 10000"/>
              <a:gd name="connsiteX1-393" fmla="*/ 9450 w 10000"/>
              <a:gd name="connsiteY1-394" fmla="*/ 2581 h 10000"/>
              <a:gd name="connsiteX2-395" fmla="*/ 9450 w 10000"/>
              <a:gd name="connsiteY2-396" fmla="*/ 2907 h 10000"/>
              <a:gd name="connsiteX3-397" fmla="*/ 9450 w 10000"/>
              <a:gd name="connsiteY3-398" fmla="*/ 3333 h 10000"/>
              <a:gd name="connsiteX4-399" fmla="*/ 9750 w 10000"/>
              <a:gd name="connsiteY4-400" fmla="*/ 3760 h 10000"/>
              <a:gd name="connsiteX5-401" fmla="*/ 9750 w 10000"/>
              <a:gd name="connsiteY5-402" fmla="*/ 4187 h 10000"/>
              <a:gd name="connsiteX6-403" fmla="*/ 9750 w 10000"/>
              <a:gd name="connsiteY6-404" fmla="*/ 4837 h 10000"/>
              <a:gd name="connsiteX7-405" fmla="*/ 9750 w 10000"/>
              <a:gd name="connsiteY7-406" fmla="*/ 5366 h 10000"/>
              <a:gd name="connsiteX8-407" fmla="*/ 9750 w 10000"/>
              <a:gd name="connsiteY8-408" fmla="*/ 6118 h 10000"/>
              <a:gd name="connsiteX9-409" fmla="*/ 10000 w 10000"/>
              <a:gd name="connsiteY9-410" fmla="*/ 6768 h 10000"/>
              <a:gd name="connsiteX10-411" fmla="*/ 10000 w 10000"/>
              <a:gd name="connsiteY10-412" fmla="*/ 7317 h 10000"/>
              <a:gd name="connsiteX11-413" fmla="*/ 9750 w 10000"/>
              <a:gd name="connsiteY11-414" fmla="*/ 7846 h 10000"/>
              <a:gd name="connsiteX12-415" fmla="*/ 9750 w 10000"/>
              <a:gd name="connsiteY12-416" fmla="*/ 8272 h 10000"/>
              <a:gd name="connsiteX13-417" fmla="*/ 9450 w 10000"/>
              <a:gd name="connsiteY13-418" fmla="*/ 8699 h 10000"/>
              <a:gd name="connsiteX14-419" fmla="*/ 9200 w 10000"/>
              <a:gd name="connsiteY14-420" fmla="*/ 9024 h 10000"/>
              <a:gd name="connsiteX15-421" fmla="*/ 9200 w 10000"/>
              <a:gd name="connsiteY15-422" fmla="*/ 9248 h 10000"/>
              <a:gd name="connsiteX16-423" fmla="*/ 8700 w 10000"/>
              <a:gd name="connsiteY16-424" fmla="*/ 9451 h 10000"/>
              <a:gd name="connsiteX17-425" fmla="*/ 8150 w 10000"/>
              <a:gd name="connsiteY17-426" fmla="*/ 9675 h 10000"/>
              <a:gd name="connsiteX18-427" fmla="*/ 7350 w 10000"/>
              <a:gd name="connsiteY18-428" fmla="*/ 9878 h 10000"/>
              <a:gd name="connsiteX19-429" fmla="*/ 7100 w 10000"/>
              <a:gd name="connsiteY19-430" fmla="*/ 10000 h 10000"/>
              <a:gd name="connsiteX20-431" fmla="*/ 6550 w 10000"/>
              <a:gd name="connsiteY20-432" fmla="*/ 10000 h 10000"/>
              <a:gd name="connsiteX21-433" fmla="*/ 6300 w 10000"/>
              <a:gd name="connsiteY21-434" fmla="*/ 10000 h 10000"/>
              <a:gd name="connsiteX22-435" fmla="*/ 6050 w 10000"/>
              <a:gd name="connsiteY22-436" fmla="*/ 9878 h 10000"/>
              <a:gd name="connsiteX23-437" fmla="*/ 5500 w 10000"/>
              <a:gd name="connsiteY23-438" fmla="*/ 9776 h 10000"/>
              <a:gd name="connsiteX24-439" fmla="*/ 5250 w 10000"/>
              <a:gd name="connsiteY24-440" fmla="*/ 9573 h 10000"/>
              <a:gd name="connsiteX25-441" fmla="*/ 4700 w 10000"/>
              <a:gd name="connsiteY25-442" fmla="*/ 9248 h 10000"/>
              <a:gd name="connsiteX26-443" fmla="*/ 3950 w 10000"/>
              <a:gd name="connsiteY26-444" fmla="*/ 9024 h 10000"/>
              <a:gd name="connsiteX27-445" fmla="*/ 3650 w 10000"/>
              <a:gd name="connsiteY27-446" fmla="*/ 8923 h 10000"/>
              <a:gd name="connsiteX28-447" fmla="*/ 3150 w 10000"/>
              <a:gd name="connsiteY28-448" fmla="*/ 8821 h 10000"/>
              <a:gd name="connsiteX29-449" fmla="*/ 2600 w 10000"/>
              <a:gd name="connsiteY29-450" fmla="*/ 8699 h 10000"/>
              <a:gd name="connsiteX30-451" fmla="*/ 2100 w 10000"/>
              <a:gd name="connsiteY30-452" fmla="*/ 8496 h 10000"/>
              <a:gd name="connsiteX31-453" fmla="*/ 1550 w 10000"/>
              <a:gd name="connsiteY31-454" fmla="*/ 8374 h 10000"/>
              <a:gd name="connsiteX32-455" fmla="*/ 1300 w 10000"/>
              <a:gd name="connsiteY32-456" fmla="*/ 8272 h 10000"/>
              <a:gd name="connsiteX33-457" fmla="*/ 750 w 10000"/>
              <a:gd name="connsiteY33-458" fmla="*/ 8272 h 10000"/>
              <a:gd name="connsiteX34-459" fmla="*/ 500 w 10000"/>
              <a:gd name="connsiteY34-460" fmla="*/ 8171 h 10000"/>
              <a:gd name="connsiteX35-461" fmla="*/ 250 w 10000"/>
              <a:gd name="connsiteY35-462" fmla="*/ 8069 h 10000"/>
              <a:gd name="connsiteX36-463" fmla="*/ 250 w 10000"/>
              <a:gd name="connsiteY36-464" fmla="*/ 8069 h 10000"/>
              <a:gd name="connsiteX37-465" fmla="*/ 0 w 10000"/>
              <a:gd name="connsiteY37-466" fmla="*/ 7947 h 10000"/>
              <a:gd name="connsiteX38-467" fmla="*/ 0 w 10000"/>
              <a:gd name="connsiteY38-468" fmla="*/ 7947 h 10000"/>
              <a:gd name="connsiteX39-469" fmla="*/ 250 w 10000"/>
              <a:gd name="connsiteY39-470" fmla="*/ 7947 h 10000"/>
              <a:gd name="connsiteX40-471" fmla="*/ 250 w 10000"/>
              <a:gd name="connsiteY40-472" fmla="*/ 7947 h 10000"/>
              <a:gd name="connsiteX41-473" fmla="*/ 500 w 10000"/>
              <a:gd name="connsiteY41-474" fmla="*/ 7947 h 10000"/>
              <a:gd name="connsiteX42-475" fmla="*/ 2350 w 10000"/>
              <a:gd name="connsiteY42-476" fmla="*/ 7947 h 10000"/>
              <a:gd name="connsiteX43-477" fmla="*/ 3400 w 10000"/>
              <a:gd name="connsiteY43-478" fmla="*/ 8069 h 10000"/>
              <a:gd name="connsiteX44-479" fmla="*/ 4200 w 10000"/>
              <a:gd name="connsiteY44-480" fmla="*/ 8069 h 10000"/>
              <a:gd name="connsiteX45-481" fmla="*/ 5000 w 10000"/>
              <a:gd name="connsiteY45-482" fmla="*/ 8069 h 10000"/>
              <a:gd name="connsiteX46-483" fmla="*/ 5500 w 10000"/>
              <a:gd name="connsiteY46-484" fmla="*/ 8069 h 10000"/>
              <a:gd name="connsiteX47-485" fmla="*/ 6050 w 10000"/>
              <a:gd name="connsiteY47-486" fmla="*/ 8069 h 10000"/>
              <a:gd name="connsiteX48-487" fmla="*/ 6300 w 10000"/>
              <a:gd name="connsiteY48-488" fmla="*/ 7947 h 10000"/>
              <a:gd name="connsiteX49-489" fmla="*/ 6550 w 10000"/>
              <a:gd name="connsiteY49-490" fmla="*/ 7744 h 10000"/>
              <a:gd name="connsiteX50-491" fmla="*/ 6850 w 10000"/>
              <a:gd name="connsiteY50-492" fmla="*/ 7520 h 10000"/>
              <a:gd name="connsiteX51-493" fmla="*/ 7100 w 10000"/>
              <a:gd name="connsiteY51-494" fmla="*/ 7317 h 10000"/>
              <a:gd name="connsiteX52-495" fmla="*/ 7100 w 10000"/>
              <a:gd name="connsiteY52-496" fmla="*/ 6992 h 10000"/>
              <a:gd name="connsiteX53-497" fmla="*/ 7100 w 10000"/>
              <a:gd name="connsiteY53-498" fmla="*/ 6565 h 10000"/>
              <a:gd name="connsiteX54-499" fmla="*/ 7100 w 10000"/>
              <a:gd name="connsiteY54-500" fmla="*/ 6016 h 10000"/>
              <a:gd name="connsiteX55-501" fmla="*/ 7100 w 10000"/>
              <a:gd name="connsiteY55-502" fmla="*/ 5691 h 10000"/>
              <a:gd name="connsiteX56-503" fmla="*/ 7100 w 10000"/>
              <a:gd name="connsiteY56-504" fmla="*/ 5488 h 10000"/>
              <a:gd name="connsiteX57-505" fmla="*/ 7100 w 10000"/>
              <a:gd name="connsiteY57-506" fmla="*/ 5041 h 10000"/>
              <a:gd name="connsiteX58-507" fmla="*/ 7100 w 10000"/>
              <a:gd name="connsiteY58-508" fmla="*/ 4736 h 10000"/>
              <a:gd name="connsiteX59-509" fmla="*/ 7100 w 10000"/>
              <a:gd name="connsiteY59-510" fmla="*/ 4411 h 10000"/>
              <a:gd name="connsiteX60-511" fmla="*/ 7100 w 10000"/>
              <a:gd name="connsiteY60-512" fmla="*/ 3984 h 10000"/>
              <a:gd name="connsiteX61-513" fmla="*/ 6850 w 10000"/>
              <a:gd name="connsiteY61-514" fmla="*/ 3537 h 10000"/>
              <a:gd name="connsiteX62-515" fmla="*/ 6850 w 10000"/>
              <a:gd name="connsiteY62-516" fmla="*/ 3110 h 10000"/>
              <a:gd name="connsiteX63-517" fmla="*/ 6850 w 10000"/>
              <a:gd name="connsiteY63-518" fmla="*/ 2683 h 10000"/>
              <a:gd name="connsiteX64-519" fmla="*/ 6550 w 10000"/>
              <a:gd name="connsiteY64-520" fmla="*/ 2256 h 10000"/>
              <a:gd name="connsiteX65-521" fmla="*/ 6550 w 10000"/>
              <a:gd name="connsiteY65-522" fmla="*/ 1931 h 10000"/>
              <a:gd name="connsiteX66-523" fmla="*/ 6300 w 10000"/>
              <a:gd name="connsiteY66-524" fmla="*/ 1606 h 10000"/>
              <a:gd name="connsiteX67-525" fmla="*/ 6050 w 10000"/>
              <a:gd name="connsiteY67-526" fmla="*/ 1402 h 10000"/>
              <a:gd name="connsiteX68-527" fmla="*/ 5800 w 10000"/>
              <a:gd name="connsiteY68-528" fmla="*/ 1179 h 10000"/>
              <a:gd name="connsiteX69-529" fmla="*/ 5500 w 10000"/>
              <a:gd name="connsiteY69-530" fmla="*/ 976 h 10000"/>
              <a:gd name="connsiteX70-531" fmla="*/ 5250 w 10000"/>
              <a:gd name="connsiteY70-532" fmla="*/ 854 h 10000"/>
              <a:gd name="connsiteX71-533" fmla="*/ 5000 w 10000"/>
              <a:gd name="connsiteY71-534" fmla="*/ 650 h 10000"/>
              <a:gd name="connsiteX72-535" fmla="*/ 4700 w 10000"/>
              <a:gd name="connsiteY72-536" fmla="*/ 427 h 10000"/>
              <a:gd name="connsiteX73-537" fmla="*/ 4700 w 10000"/>
              <a:gd name="connsiteY73-538" fmla="*/ 325 h 10000"/>
              <a:gd name="connsiteX74-539" fmla="*/ 4700 w 10000"/>
              <a:gd name="connsiteY74-540" fmla="*/ 224 h 10000"/>
              <a:gd name="connsiteX75-541" fmla="*/ 5000 w 10000"/>
              <a:gd name="connsiteY75-542" fmla="*/ 102 h 10000"/>
              <a:gd name="connsiteX76-543" fmla="*/ 5250 w 10000"/>
              <a:gd name="connsiteY76-544" fmla="*/ 0 h 10000"/>
              <a:gd name="connsiteX77-545" fmla="*/ 6050 w 10000"/>
              <a:gd name="connsiteY77-546" fmla="*/ 0 h 10000"/>
              <a:gd name="connsiteX78-547" fmla="*/ 6550 w 10000"/>
              <a:gd name="connsiteY78-548" fmla="*/ 0 h 10000"/>
              <a:gd name="connsiteX79-549" fmla="*/ 7350 w 10000"/>
              <a:gd name="connsiteY79-550" fmla="*/ 102 h 10000"/>
              <a:gd name="connsiteX80-551" fmla="*/ 7900 w 10000"/>
              <a:gd name="connsiteY80-552" fmla="*/ 224 h 10000"/>
              <a:gd name="connsiteX81-553" fmla="*/ 8400 w 10000"/>
              <a:gd name="connsiteY81-554" fmla="*/ 224 h 10000"/>
              <a:gd name="connsiteX82-555" fmla="*/ 8700 w 10000"/>
              <a:gd name="connsiteY82-556" fmla="*/ 325 h 10000"/>
              <a:gd name="connsiteX83-557" fmla="*/ 9200 w 10000"/>
              <a:gd name="connsiteY83-558" fmla="*/ 427 h 10000"/>
              <a:gd name="connsiteX84-559" fmla="*/ 9450 w 10000"/>
              <a:gd name="connsiteY84-560" fmla="*/ 528 h 10000"/>
              <a:gd name="connsiteX85-561" fmla="*/ 9450 w 10000"/>
              <a:gd name="connsiteY85-562" fmla="*/ 528 h 10000"/>
              <a:gd name="connsiteX86-563" fmla="*/ 9750 w 10000"/>
              <a:gd name="connsiteY86-564" fmla="*/ 650 h 10000"/>
              <a:gd name="connsiteX87-565" fmla="*/ 9750 w 10000"/>
              <a:gd name="connsiteY87-566" fmla="*/ 650 h 10000"/>
              <a:gd name="connsiteX88-567" fmla="*/ 9450 w 10000"/>
              <a:gd name="connsiteY88-568" fmla="*/ 752 h 10000"/>
              <a:gd name="connsiteX89-569" fmla="*/ 9450 w 10000"/>
              <a:gd name="connsiteY89-570" fmla="*/ 976 h 10000"/>
              <a:gd name="connsiteX90-571" fmla="*/ 9450 w 10000"/>
              <a:gd name="connsiteY90-572" fmla="*/ 1077 h 10000"/>
              <a:gd name="connsiteX91-573" fmla="*/ 9200 w 10000"/>
              <a:gd name="connsiteY91-574" fmla="*/ 1280 h 10000"/>
              <a:gd name="connsiteX92-575" fmla="*/ 9200 w 10000"/>
              <a:gd name="connsiteY92-576" fmla="*/ 1606 h 10000"/>
              <a:gd name="connsiteX93-577" fmla="*/ 9200 w 10000"/>
              <a:gd name="connsiteY93-578" fmla="*/ 1931 h 10000"/>
              <a:gd name="connsiteX94-579" fmla="*/ 9450 w 10000"/>
              <a:gd name="connsiteY94-580" fmla="*/ 2358 h 10000"/>
              <a:gd name="connsiteX95-581" fmla="*/ 9450 w 10000"/>
              <a:gd name="connsiteY95-582" fmla="*/ 2358 h 10000"/>
              <a:gd name="connsiteX0-583" fmla="*/ 9450 w 10000"/>
              <a:gd name="connsiteY0-584" fmla="*/ 2358 h 10000"/>
              <a:gd name="connsiteX1-585" fmla="*/ 9450 w 10000"/>
              <a:gd name="connsiteY1-586" fmla="*/ 2581 h 10000"/>
              <a:gd name="connsiteX2-587" fmla="*/ 9450 w 10000"/>
              <a:gd name="connsiteY2-588" fmla="*/ 2907 h 10000"/>
              <a:gd name="connsiteX3-589" fmla="*/ 9450 w 10000"/>
              <a:gd name="connsiteY3-590" fmla="*/ 3333 h 10000"/>
              <a:gd name="connsiteX4-591" fmla="*/ 9750 w 10000"/>
              <a:gd name="connsiteY4-592" fmla="*/ 3760 h 10000"/>
              <a:gd name="connsiteX5-593" fmla="*/ 9750 w 10000"/>
              <a:gd name="connsiteY5-594" fmla="*/ 4187 h 10000"/>
              <a:gd name="connsiteX6-595" fmla="*/ 9750 w 10000"/>
              <a:gd name="connsiteY6-596" fmla="*/ 4837 h 10000"/>
              <a:gd name="connsiteX7-597" fmla="*/ 9750 w 10000"/>
              <a:gd name="connsiteY7-598" fmla="*/ 5366 h 10000"/>
              <a:gd name="connsiteX8-599" fmla="*/ 9750 w 10000"/>
              <a:gd name="connsiteY8-600" fmla="*/ 6118 h 10000"/>
              <a:gd name="connsiteX9-601" fmla="*/ 10000 w 10000"/>
              <a:gd name="connsiteY9-602" fmla="*/ 6768 h 10000"/>
              <a:gd name="connsiteX10-603" fmla="*/ 10000 w 10000"/>
              <a:gd name="connsiteY10-604" fmla="*/ 7317 h 10000"/>
              <a:gd name="connsiteX11-605" fmla="*/ 9750 w 10000"/>
              <a:gd name="connsiteY11-606" fmla="*/ 7846 h 10000"/>
              <a:gd name="connsiteX12-607" fmla="*/ 9750 w 10000"/>
              <a:gd name="connsiteY12-608" fmla="*/ 8272 h 10000"/>
              <a:gd name="connsiteX13-609" fmla="*/ 9450 w 10000"/>
              <a:gd name="connsiteY13-610" fmla="*/ 8699 h 10000"/>
              <a:gd name="connsiteX14-611" fmla="*/ 9200 w 10000"/>
              <a:gd name="connsiteY14-612" fmla="*/ 9024 h 10000"/>
              <a:gd name="connsiteX15-613" fmla="*/ 9200 w 10000"/>
              <a:gd name="connsiteY15-614" fmla="*/ 9248 h 10000"/>
              <a:gd name="connsiteX16-615" fmla="*/ 8700 w 10000"/>
              <a:gd name="connsiteY16-616" fmla="*/ 9451 h 10000"/>
              <a:gd name="connsiteX17-617" fmla="*/ 8150 w 10000"/>
              <a:gd name="connsiteY17-618" fmla="*/ 9675 h 10000"/>
              <a:gd name="connsiteX18-619" fmla="*/ 7350 w 10000"/>
              <a:gd name="connsiteY18-620" fmla="*/ 9878 h 10000"/>
              <a:gd name="connsiteX19-621" fmla="*/ 7100 w 10000"/>
              <a:gd name="connsiteY19-622" fmla="*/ 10000 h 10000"/>
              <a:gd name="connsiteX20-623" fmla="*/ 6550 w 10000"/>
              <a:gd name="connsiteY20-624" fmla="*/ 10000 h 10000"/>
              <a:gd name="connsiteX21-625" fmla="*/ 6300 w 10000"/>
              <a:gd name="connsiteY21-626" fmla="*/ 10000 h 10000"/>
              <a:gd name="connsiteX22-627" fmla="*/ 6050 w 10000"/>
              <a:gd name="connsiteY22-628" fmla="*/ 9878 h 10000"/>
              <a:gd name="connsiteX23-629" fmla="*/ 5500 w 10000"/>
              <a:gd name="connsiteY23-630" fmla="*/ 9776 h 10000"/>
              <a:gd name="connsiteX24-631" fmla="*/ 5250 w 10000"/>
              <a:gd name="connsiteY24-632" fmla="*/ 9573 h 10000"/>
              <a:gd name="connsiteX25-633" fmla="*/ 4700 w 10000"/>
              <a:gd name="connsiteY25-634" fmla="*/ 9248 h 10000"/>
              <a:gd name="connsiteX26-635" fmla="*/ 3950 w 10000"/>
              <a:gd name="connsiteY26-636" fmla="*/ 9024 h 10000"/>
              <a:gd name="connsiteX27-637" fmla="*/ 3650 w 10000"/>
              <a:gd name="connsiteY27-638" fmla="*/ 8923 h 10000"/>
              <a:gd name="connsiteX28-639" fmla="*/ 3150 w 10000"/>
              <a:gd name="connsiteY28-640" fmla="*/ 8821 h 10000"/>
              <a:gd name="connsiteX29-641" fmla="*/ 2600 w 10000"/>
              <a:gd name="connsiteY29-642" fmla="*/ 8699 h 10000"/>
              <a:gd name="connsiteX30-643" fmla="*/ 2100 w 10000"/>
              <a:gd name="connsiteY30-644" fmla="*/ 8496 h 10000"/>
              <a:gd name="connsiteX31-645" fmla="*/ 1550 w 10000"/>
              <a:gd name="connsiteY31-646" fmla="*/ 8374 h 10000"/>
              <a:gd name="connsiteX32-647" fmla="*/ 1300 w 10000"/>
              <a:gd name="connsiteY32-648" fmla="*/ 8272 h 10000"/>
              <a:gd name="connsiteX33-649" fmla="*/ 750 w 10000"/>
              <a:gd name="connsiteY33-650" fmla="*/ 8272 h 10000"/>
              <a:gd name="connsiteX34-651" fmla="*/ 500 w 10000"/>
              <a:gd name="connsiteY34-652" fmla="*/ 8171 h 10000"/>
              <a:gd name="connsiteX35-653" fmla="*/ 250 w 10000"/>
              <a:gd name="connsiteY35-654" fmla="*/ 8069 h 10000"/>
              <a:gd name="connsiteX36-655" fmla="*/ 250 w 10000"/>
              <a:gd name="connsiteY36-656" fmla="*/ 8069 h 10000"/>
              <a:gd name="connsiteX37-657" fmla="*/ 0 w 10000"/>
              <a:gd name="connsiteY37-658" fmla="*/ 7947 h 10000"/>
              <a:gd name="connsiteX38-659" fmla="*/ 0 w 10000"/>
              <a:gd name="connsiteY38-660" fmla="*/ 7947 h 10000"/>
              <a:gd name="connsiteX39-661" fmla="*/ 250 w 10000"/>
              <a:gd name="connsiteY39-662" fmla="*/ 7947 h 10000"/>
              <a:gd name="connsiteX40-663" fmla="*/ 250 w 10000"/>
              <a:gd name="connsiteY40-664" fmla="*/ 7947 h 10000"/>
              <a:gd name="connsiteX41-665" fmla="*/ 2350 w 10000"/>
              <a:gd name="connsiteY41-666" fmla="*/ 7947 h 10000"/>
              <a:gd name="connsiteX42-667" fmla="*/ 3400 w 10000"/>
              <a:gd name="connsiteY42-668" fmla="*/ 8069 h 10000"/>
              <a:gd name="connsiteX43-669" fmla="*/ 4200 w 10000"/>
              <a:gd name="connsiteY43-670" fmla="*/ 8069 h 10000"/>
              <a:gd name="connsiteX44-671" fmla="*/ 5000 w 10000"/>
              <a:gd name="connsiteY44-672" fmla="*/ 8069 h 10000"/>
              <a:gd name="connsiteX45-673" fmla="*/ 5500 w 10000"/>
              <a:gd name="connsiteY45-674" fmla="*/ 8069 h 10000"/>
              <a:gd name="connsiteX46-675" fmla="*/ 6050 w 10000"/>
              <a:gd name="connsiteY46-676" fmla="*/ 8069 h 10000"/>
              <a:gd name="connsiteX47-677" fmla="*/ 6300 w 10000"/>
              <a:gd name="connsiteY47-678" fmla="*/ 7947 h 10000"/>
              <a:gd name="connsiteX48-679" fmla="*/ 6550 w 10000"/>
              <a:gd name="connsiteY48-680" fmla="*/ 7744 h 10000"/>
              <a:gd name="connsiteX49-681" fmla="*/ 6850 w 10000"/>
              <a:gd name="connsiteY49-682" fmla="*/ 7520 h 10000"/>
              <a:gd name="connsiteX50-683" fmla="*/ 7100 w 10000"/>
              <a:gd name="connsiteY50-684" fmla="*/ 7317 h 10000"/>
              <a:gd name="connsiteX51-685" fmla="*/ 7100 w 10000"/>
              <a:gd name="connsiteY51-686" fmla="*/ 6992 h 10000"/>
              <a:gd name="connsiteX52-687" fmla="*/ 7100 w 10000"/>
              <a:gd name="connsiteY52-688" fmla="*/ 6565 h 10000"/>
              <a:gd name="connsiteX53-689" fmla="*/ 7100 w 10000"/>
              <a:gd name="connsiteY53-690" fmla="*/ 6016 h 10000"/>
              <a:gd name="connsiteX54-691" fmla="*/ 7100 w 10000"/>
              <a:gd name="connsiteY54-692" fmla="*/ 5691 h 10000"/>
              <a:gd name="connsiteX55-693" fmla="*/ 7100 w 10000"/>
              <a:gd name="connsiteY55-694" fmla="*/ 5488 h 10000"/>
              <a:gd name="connsiteX56-695" fmla="*/ 7100 w 10000"/>
              <a:gd name="connsiteY56-696" fmla="*/ 5041 h 10000"/>
              <a:gd name="connsiteX57-697" fmla="*/ 7100 w 10000"/>
              <a:gd name="connsiteY57-698" fmla="*/ 4736 h 10000"/>
              <a:gd name="connsiteX58-699" fmla="*/ 7100 w 10000"/>
              <a:gd name="connsiteY58-700" fmla="*/ 4411 h 10000"/>
              <a:gd name="connsiteX59-701" fmla="*/ 7100 w 10000"/>
              <a:gd name="connsiteY59-702" fmla="*/ 3984 h 10000"/>
              <a:gd name="connsiteX60-703" fmla="*/ 6850 w 10000"/>
              <a:gd name="connsiteY60-704" fmla="*/ 3537 h 10000"/>
              <a:gd name="connsiteX61-705" fmla="*/ 6850 w 10000"/>
              <a:gd name="connsiteY61-706" fmla="*/ 3110 h 10000"/>
              <a:gd name="connsiteX62-707" fmla="*/ 6850 w 10000"/>
              <a:gd name="connsiteY62-708" fmla="*/ 2683 h 10000"/>
              <a:gd name="connsiteX63-709" fmla="*/ 6550 w 10000"/>
              <a:gd name="connsiteY63-710" fmla="*/ 2256 h 10000"/>
              <a:gd name="connsiteX64-711" fmla="*/ 6550 w 10000"/>
              <a:gd name="connsiteY64-712" fmla="*/ 1931 h 10000"/>
              <a:gd name="connsiteX65-713" fmla="*/ 6300 w 10000"/>
              <a:gd name="connsiteY65-714" fmla="*/ 1606 h 10000"/>
              <a:gd name="connsiteX66-715" fmla="*/ 6050 w 10000"/>
              <a:gd name="connsiteY66-716" fmla="*/ 1402 h 10000"/>
              <a:gd name="connsiteX67-717" fmla="*/ 5800 w 10000"/>
              <a:gd name="connsiteY67-718" fmla="*/ 1179 h 10000"/>
              <a:gd name="connsiteX68-719" fmla="*/ 5500 w 10000"/>
              <a:gd name="connsiteY68-720" fmla="*/ 976 h 10000"/>
              <a:gd name="connsiteX69-721" fmla="*/ 5250 w 10000"/>
              <a:gd name="connsiteY69-722" fmla="*/ 854 h 10000"/>
              <a:gd name="connsiteX70-723" fmla="*/ 5000 w 10000"/>
              <a:gd name="connsiteY70-724" fmla="*/ 650 h 10000"/>
              <a:gd name="connsiteX71-725" fmla="*/ 4700 w 10000"/>
              <a:gd name="connsiteY71-726" fmla="*/ 427 h 10000"/>
              <a:gd name="connsiteX72-727" fmla="*/ 4700 w 10000"/>
              <a:gd name="connsiteY72-728" fmla="*/ 325 h 10000"/>
              <a:gd name="connsiteX73-729" fmla="*/ 4700 w 10000"/>
              <a:gd name="connsiteY73-730" fmla="*/ 224 h 10000"/>
              <a:gd name="connsiteX74-731" fmla="*/ 5000 w 10000"/>
              <a:gd name="connsiteY74-732" fmla="*/ 102 h 10000"/>
              <a:gd name="connsiteX75-733" fmla="*/ 5250 w 10000"/>
              <a:gd name="connsiteY75-734" fmla="*/ 0 h 10000"/>
              <a:gd name="connsiteX76-735" fmla="*/ 6050 w 10000"/>
              <a:gd name="connsiteY76-736" fmla="*/ 0 h 10000"/>
              <a:gd name="connsiteX77-737" fmla="*/ 6550 w 10000"/>
              <a:gd name="connsiteY77-738" fmla="*/ 0 h 10000"/>
              <a:gd name="connsiteX78-739" fmla="*/ 7350 w 10000"/>
              <a:gd name="connsiteY78-740" fmla="*/ 102 h 10000"/>
              <a:gd name="connsiteX79-741" fmla="*/ 7900 w 10000"/>
              <a:gd name="connsiteY79-742" fmla="*/ 224 h 10000"/>
              <a:gd name="connsiteX80-743" fmla="*/ 8400 w 10000"/>
              <a:gd name="connsiteY80-744" fmla="*/ 224 h 10000"/>
              <a:gd name="connsiteX81-745" fmla="*/ 8700 w 10000"/>
              <a:gd name="connsiteY81-746" fmla="*/ 325 h 10000"/>
              <a:gd name="connsiteX82-747" fmla="*/ 9200 w 10000"/>
              <a:gd name="connsiteY82-748" fmla="*/ 427 h 10000"/>
              <a:gd name="connsiteX83-749" fmla="*/ 9450 w 10000"/>
              <a:gd name="connsiteY83-750" fmla="*/ 528 h 10000"/>
              <a:gd name="connsiteX84-751" fmla="*/ 9450 w 10000"/>
              <a:gd name="connsiteY84-752" fmla="*/ 528 h 10000"/>
              <a:gd name="connsiteX85-753" fmla="*/ 9750 w 10000"/>
              <a:gd name="connsiteY85-754" fmla="*/ 650 h 10000"/>
              <a:gd name="connsiteX86-755" fmla="*/ 9750 w 10000"/>
              <a:gd name="connsiteY86-756" fmla="*/ 650 h 10000"/>
              <a:gd name="connsiteX87-757" fmla="*/ 9450 w 10000"/>
              <a:gd name="connsiteY87-758" fmla="*/ 752 h 10000"/>
              <a:gd name="connsiteX88-759" fmla="*/ 9450 w 10000"/>
              <a:gd name="connsiteY88-760" fmla="*/ 976 h 10000"/>
              <a:gd name="connsiteX89-761" fmla="*/ 9450 w 10000"/>
              <a:gd name="connsiteY89-762" fmla="*/ 1077 h 10000"/>
              <a:gd name="connsiteX90-763" fmla="*/ 9200 w 10000"/>
              <a:gd name="connsiteY90-764" fmla="*/ 1280 h 10000"/>
              <a:gd name="connsiteX91-765" fmla="*/ 9200 w 10000"/>
              <a:gd name="connsiteY91-766" fmla="*/ 1606 h 10000"/>
              <a:gd name="connsiteX92-767" fmla="*/ 9200 w 10000"/>
              <a:gd name="connsiteY92-768" fmla="*/ 1931 h 10000"/>
              <a:gd name="connsiteX93-769" fmla="*/ 9450 w 10000"/>
              <a:gd name="connsiteY93-770" fmla="*/ 2358 h 10000"/>
              <a:gd name="connsiteX94-771" fmla="*/ 9450 w 10000"/>
              <a:gd name="connsiteY94-772" fmla="*/ 2358 h 10000"/>
              <a:gd name="connsiteX0-773" fmla="*/ 9450 w 10000"/>
              <a:gd name="connsiteY0-774" fmla="*/ 2358 h 10000"/>
              <a:gd name="connsiteX1-775" fmla="*/ 9450 w 10000"/>
              <a:gd name="connsiteY1-776" fmla="*/ 2581 h 10000"/>
              <a:gd name="connsiteX2-777" fmla="*/ 9450 w 10000"/>
              <a:gd name="connsiteY2-778" fmla="*/ 2907 h 10000"/>
              <a:gd name="connsiteX3-779" fmla="*/ 9450 w 10000"/>
              <a:gd name="connsiteY3-780" fmla="*/ 3333 h 10000"/>
              <a:gd name="connsiteX4-781" fmla="*/ 9750 w 10000"/>
              <a:gd name="connsiteY4-782" fmla="*/ 3760 h 10000"/>
              <a:gd name="connsiteX5-783" fmla="*/ 9750 w 10000"/>
              <a:gd name="connsiteY5-784" fmla="*/ 4187 h 10000"/>
              <a:gd name="connsiteX6-785" fmla="*/ 9750 w 10000"/>
              <a:gd name="connsiteY6-786" fmla="*/ 4837 h 10000"/>
              <a:gd name="connsiteX7-787" fmla="*/ 9750 w 10000"/>
              <a:gd name="connsiteY7-788" fmla="*/ 5366 h 10000"/>
              <a:gd name="connsiteX8-789" fmla="*/ 9750 w 10000"/>
              <a:gd name="connsiteY8-790" fmla="*/ 6118 h 10000"/>
              <a:gd name="connsiteX9-791" fmla="*/ 10000 w 10000"/>
              <a:gd name="connsiteY9-792" fmla="*/ 6768 h 10000"/>
              <a:gd name="connsiteX10-793" fmla="*/ 10000 w 10000"/>
              <a:gd name="connsiteY10-794" fmla="*/ 7317 h 10000"/>
              <a:gd name="connsiteX11-795" fmla="*/ 9750 w 10000"/>
              <a:gd name="connsiteY11-796" fmla="*/ 7846 h 10000"/>
              <a:gd name="connsiteX12-797" fmla="*/ 9750 w 10000"/>
              <a:gd name="connsiteY12-798" fmla="*/ 8272 h 10000"/>
              <a:gd name="connsiteX13-799" fmla="*/ 9450 w 10000"/>
              <a:gd name="connsiteY13-800" fmla="*/ 8699 h 10000"/>
              <a:gd name="connsiteX14-801" fmla="*/ 9200 w 10000"/>
              <a:gd name="connsiteY14-802" fmla="*/ 9024 h 10000"/>
              <a:gd name="connsiteX15-803" fmla="*/ 9200 w 10000"/>
              <a:gd name="connsiteY15-804" fmla="*/ 9248 h 10000"/>
              <a:gd name="connsiteX16-805" fmla="*/ 8700 w 10000"/>
              <a:gd name="connsiteY16-806" fmla="*/ 9451 h 10000"/>
              <a:gd name="connsiteX17-807" fmla="*/ 8150 w 10000"/>
              <a:gd name="connsiteY17-808" fmla="*/ 9675 h 10000"/>
              <a:gd name="connsiteX18-809" fmla="*/ 7350 w 10000"/>
              <a:gd name="connsiteY18-810" fmla="*/ 9878 h 10000"/>
              <a:gd name="connsiteX19-811" fmla="*/ 7100 w 10000"/>
              <a:gd name="connsiteY19-812" fmla="*/ 10000 h 10000"/>
              <a:gd name="connsiteX20-813" fmla="*/ 6550 w 10000"/>
              <a:gd name="connsiteY20-814" fmla="*/ 10000 h 10000"/>
              <a:gd name="connsiteX21-815" fmla="*/ 6300 w 10000"/>
              <a:gd name="connsiteY21-816" fmla="*/ 10000 h 10000"/>
              <a:gd name="connsiteX22-817" fmla="*/ 6050 w 10000"/>
              <a:gd name="connsiteY22-818" fmla="*/ 9878 h 10000"/>
              <a:gd name="connsiteX23-819" fmla="*/ 5500 w 10000"/>
              <a:gd name="connsiteY23-820" fmla="*/ 9776 h 10000"/>
              <a:gd name="connsiteX24-821" fmla="*/ 5250 w 10000"/>
              <a:gd name="connsiteY24-822" fmla="*/ 9573 h 10000"/>
              <a:gd name="connsiteX25-823" fmla="*/ 4700 w 10000"/>
              <a:gd name="connsiteY25-824" fmla="*/ 9248 h 10000"/>
              <a:gd name="connsiteX26-825" fmla="*/ 3950 w 10000"/>
              <a:gd name="connsiteY26-826" fmla="*/ 9024 h 10000"/>
              <a:gd name="connsiteX27-827" fmla="*/ 3650 w 10000"/>
              <a:gd name="connsiteY27-828" fmla="*/ 8923 h 10000"/>
              <a:gd name="connsiteX28-829" fmla="*/ 3150 w 10000"/>
              <a:gd name="connsiteY28-830" fmla="*/ 8821 h 10000"/>
              <a:gd name="connsiteX29-831" fmla="*/ 2600 w 10000"/>
              <a:gd name="connsiteY29-832" fmla="*/ 8699 h 10000"/>
              <a:gd name="connsiteX30-833" fmla="*/ 2100 w 10000"/>
              <a:gd name="connsiteY30-834" fmla="*/ 8496 h 10000"/>
              <a:gd name="connsiteX31-835" fmla="*/ 1550 w 10000"/>
              <a:gd name="connsiteY31-836" fmla="*/ 8374 h 10000"/>
              <a:gd name="connsiteX32-837" fmla="*/ 1300 w 10000"/>
              <a:gd name="connsiteY32-838" fmla="*/ 8272 h 10000"/>
              <a:gd name="connsiteX33-839" fmla="*/ 750 w 10000"/>
              <a:gd name="connsiteY33-840" fmla="*/ 8272 h 10000"/>
              <a:gd name="connsiteX34-841" fmla="*/ 500 w 10000"/>
              <a:gd name="connsiteY34-842" fmla="*/ 8171 h 10000"/>
              <a:gd name="connsiteX35-843" fmla="*/ 250 w 10000"/>
              <a:gd name="connsiteY35-844" fmla="*/ 8069 h 10000"/>
              <a:gd name="connsiteX36-845" fmla="*/ 250 w 10000"/>
              <a:gd name="connsiteY36-846" fmla="*/ 8069 h 10000"/>
              <a:gd name="connsiteX37-847" fmla="*/ 0 w 10000"/>
              <a:gd name="connsiteY37-848" fmla="*/ 7947 h 10000"/>
              <a:gd name="connsiteX38-849" fmla="*/ 0 w 10000"/>
              <a:gd name="connsiteY38-850" fmla="*/ 7947 h 10000"/>
              <a:gd name="connsiteX39-851" fmla="*/ 250 w 10000"/>
              <a:gd name="connsiteY39-852" fmla="*/ 7947 h 10000"/>
              <a:gd name="connsiteX40-853" fmla="*/ 2350 w 10000"/>
              <a:gd name="connsiteY40-854" fmla="*/ 7947 h 10000"/>
              <a:gd name="connsiteX41-855" fmla="*/ 3400 w 10000"/>
              <a:gd name="connsiteY41-856" fmla="*/ 8069 h 10000"/>
              <a:gd name="connsiteX42-857" fmla="*/ 4200 w 10000"/>
              <a:gd name="connsiteY42-858" fmla="*/ 8069 h 10000"/>
              <a:gd name="connsiteX43-859" fmla="*/ 5000 w 10000"/>
              <a:gd name="connsiteY43-860" fmla="*/ 8069 h 10000"/>
              <a:gd name="connsiteX44-861" fmla="*/ 5500 w 10000"/>
              <a:gd name="connsiteY44-862" fmla="*/ 8069 h 10000"/>
              <a:gd name="connsiteX45-863" fmla="*/ 6050 w 10000"/>
              <a:gd name="connsiteY45-864" fmla="*/ 8069 h 10000"/>
              <a:gd name="connsiteX46-865" fmla="*/ 6300 w 10000"/>
              <a:gd name="connsiteY46-866" fmla="*/ 7947 h 10000"/>
              <a:gd name="connsiteX47-867" fmla="*/ 6550 w 10000"/>
              <a:gd name="connsiteY47-868" fmla="*/ 7744 h 10000"/>
              <a:gd name="connsiteX48-869" fmla="*/ 6850 w 10000"/>
              <a:gd name="connsiteY48-870" fmla="*/ 7520 h 10000"/>
              <a:gd name="connsiteX49-871" fmla="*/ 7100 w 10000"/>
              <a:gd name="connsiteY49-872" fmla="*/ 7317 h 10000"/>
              <a:gd name="connsiteX50-873" fmla="*/ 7100 w 10000"/>
              <a:gd name="connsiteY50-874" fmla="*/ 6992 h 10000"/>
              <a:gd name="connsiteX51-875" fmla="*/ 7100 w 10000"/>
              <a:gd name="connsiteY51-876" fmla="*/ 6565 h 10000"/>
              <a:gd name="connsiteX52-877" fmla="*/ 7100 w 10000"/>
              <a:gd name="connsiteY52-878" fmla="*/ 6016 h 10000"/>
              <a:gd name="connsiteX53-879" fmla="*/ 7100 w 10000"/>
              <a:gd name="connsiteY53-880" fmla="*/ 5691 h 10000"/>
              <a:gd name="connsiteX54-881" fmla="*/ 7100 w 10000"/>
              <a:gd name="connsiteY54-882" fmla="*/ 5488 h 10000"/>
              <a:gd name="connsiteX55-883" fmla="*/ 7100 w 10000"/>
              <a:gd name="connsiteY55-884" fmla="*/ 5041 h 10000"/>
              <a:gd name="connsiteX56-885" fmla="*/ 7100 w 10000"/>
              <a:gd name="connsiteY56-886" fmla="*/ 4736 h 10000"/>
              <a:gd name="connsiteX57-887" fmla="*/ 7100 w 10000"/>
              <a:gd name="connsiteY57-888" fmla="*/ 4411 h 10000"/>
              <a:gd name="connsiteX58-889" fmla="*/ 7100 w 10000"/>
              <a:gd name="connsiteY58-890" fmla="*/ 3984 h 10000"/>
              <a:gd name="connsiteX59-891" fmla="*/ 6850 w 10000"/>
              <a:gd name="connsiteY59-892" fmla="*/ 3537 h 10000"/>
              <a:gd name="connsiteX60-893" fmla="*/ 6850 w 10000"/>
              <a:gd name="connsiteY60-894" fmla="*/ 3110 h 10000"/>
              <a:gd name="connsiteX61-895" fmla="*/ 6850 w 10000"/>
              <a:gd name="connsiteY61-896" fmla="*/ 2683 h 10000"/>
              <a:gd name="connsiteX62-897" fmla="*/ 6550 w 10000"/>
              <a:gd name="connsiteY62-898" fmla="*/ 2256 h 10000"/>
              <a:gd name="connsiteX63-899" fmla="*/ 6550 w 10000"/>
              <a:gd name="connsiteY63-900" fmla="*/ 1931 h 10000"/>
              <a:gd name="connsiteX64-901" fmla="*/ 6300 w 10000"/>
              <a:gd name="connsiteY64-902" fmla="*/ 1606 h 10000"/>
              <a:gd name="connsiteX65-903" fmla="*/ 6050 w 10000"/>
              <a:gd name="connsiteY65-904" fmla="*/ 1402 h 10000"/>
              <a:gd name="connsiteX66-905" fmla="*/ 5800 w 10000"/>
              <a:gd name="connsiteY66-906" fmla="*/ 1179 h 10000"/>
              <a:gd name="connsiteX67-907" fmla="*/ 5500 w 10000"/>
              <a:gd name="connsiteY67-908" fmla="*/ 976 h 10000"/>
              <a:gd name="connsiteX68-909" fmla="*/ 5250 w 10000"/>
              <a:gd name="connsiteY68-910" fmla="*/ 854 h 10000"/>
              <a:gd name="connsiteX69-911" fmla="*/ 5000 w 10000"/>
              <a:gd name="connsiteY69-912" fmla="*/ 650 h 10000"/>
              <a:gd name="connsiteX70-913" fmla="*/ 4700 w 10000"/>
              <a:gd name="connsiteY70-914" fmla="*/ 427 h 10000"/>
              <a:gd name="connsiteX71-915" fmla="*/ 4700 w 10000"/>
              <a:gd name="connsiteY71-916" fmla="*/ 325 h 10000"/>
              <a:gd name="connsiteX72-917" fmla="*/ 4700 w 10000"/>
              <a:gd name="connsiteY72-918" fmla="*/ 224 h 10000"/>
              <a:gd name="connsiteX73-919" fmla="*/ 5000 w 10000"/>
              <a:gd name="connsiteY73-920" fmla="*/ 102 h 10000"/>
              <a:gd name="connsiteX74-921" fmla="*/ 5250 w 10000"/>
              <a:gd name="connsiteY74-922" fmla="*/ 0 h 10000"/>
              <a:gd name="connsiteX75-923" fmla="*/ 6050 w 10000"/>
              <a:gd name="connsiteY75-924" fmla="*/ 0 h 10000"/>
              <a:gd name="connsiteX76-925" fmla="*/ 6550 w 10000"/>
              <a:gd name="connsiteY76-926" fmla="*/ 0 h 10000"/>
              <a:gd name="connsiteX77-927" fmla="*/ 7350 w 10000"/>
              <a:gd name="connsiteY77-928" fmla="*/ 102 h 10000"/>
              <a:gd name="connsiteX78-929" fmla="*/ 7900 w 10000"/>
              <a:gd name="connsiteY78-930" fmla="*/ 224 h 10000"/>
              <a:gd name="connsiteX79-931" fmla="*/ 8400 w 10000"/>
              <a:gd name="connsiteY79-932" fmla="*/ 224 h 10000"/>
              <a:gd name="connsiteX80-933" fmla="*/ 8700 w 10000"/>
              <a:gd name="connsiteY80-934" fmla="*/ 325 h 10000"/>
              <a:gd name="connsiteX81-935" fmla="*/ 9200 w 10000"/>
              <a:gd name="connsiteY81-936" fmla="*/ 427 h 10000"/>
              <a:gd name="connsiteX82-937" fmla="*/ 9450 w 10000"/>
              <a:gd name="connsiteY82-938" fmla="*/ 528 h 10000"/>
              <a:gd name="connsiteX83-939" fmla="*/ 9450 w 10000"/>
              <a:gd name="connsiteY83-940" fmla="*/ 528 h 10000"/>
              <a:gd name="connsiteX84-941" fmla="*/ 9750 w 10000"/>
              <a:gd name="connsiteY84-942" fmla="*/ 650 h 10000"/>
              <a:gd name="connsiteX85-943" fmla="*/ 9750 w 10000"/>
              <a:gd name="connsiteY85-944" fmla="*/ 650 h 10000"/>
              <a:gd name="connsiteX86-945" fmla="*/ 9450 w 10000"/>
              <a:gd name="connsiteY86-946" fmla="*/ 752 h 10000"/>
              <a:gd name="connsiteX87-947" fmla="*/ 9450 w 10000"/>
              <a:gd name="connsiteY87-948" fmla="*/ 976 h 10000"/>
              <a:gd name="connsiteX88-949" fmla="*/ 9450 w 10000"/>
              <a:gd name="connsiteY88-950" fmla="*/ 1077 h 10000"/>
              <a:gd name="connsiteX89-951" fmla="*/ 9200 w 10000"/>
              <a:gd name="connsiteY89-952" fmla="*/ 1280 h 10000"/>
              <a:gd name="connsiteX90-953" fmla="*/ 9200 w 10000"/>
              <a:gd name="connsiteY90-954" fmla="*/ 1606 h 10000"/>
              <a:gd name="connsiteX91-955" fmla="*/ 9200 w 10000"/>
              <a:gd name="connsiteY91-956" fmla="*/ 1931 h 10000"/>
              <a:gd name="connsiteX92-957" fmla="*/ 9450 w 10000"/>
              <a:gd name="connsiteY92-958" fmla="*/ 2358 h 10000"/>
              <a:gd name="connsiteX93-959" fmla="*/ 9450 w 10000"/>
              <a:gd name="connsiteY93-960" fmla="*/ 2358 h 10000"/>
              <a:gd name="connsiteX0-961" fmla="*/ 9450 w 10000"/>
              <a:gd name="connsiteY0-962" fmla="*/ 2358 h 10000"/>
              <a:gd name="connsiteX1-963" fmla="*/ 9450 w 10000"/>
              <a:gd name="connsiteY1-964" fmla="*/ 2581 h 10000"/>
              <a:gd name="connsiteX2-965" fmla="*/ 9450 w 10000"/>
              <a:gd name="connsiteY2-966" fmla="*/ 2907 h 10000"/>
              <a:gd name="connsiteX3-967" fmla="*/ 9450 w 10000"/>
              <a:gd name="connsiteY3-968" fmla="*/ 3333 h 10000"/>
              <a:gd name="connsiteX4-969" fmla="*/ 9750 w 10000"/>
              <a:gd name="connsiteY4-970" fmla="*/ 3760 h 10000"/>
              <a:gd name="connsiteX5-971" fmla="*/ 9750 w 10000"/>
              <a:gd name="connsiteY5-972" fmla="*/ 4187 h 10000"/>
              <a:gd name="connsiteX6-973" fmla="*/ 9750 w 10000"/>
              <a:gd name="connsiteY6-974" fmla="*/ 4837 h 10000"/>
              <a:gd name="connsiteX7-975" fmla="*/ 9750 w 10000"/>
              <a:gd name="connsiteY7-976" fmla="*/ 5366 h 10000"/>
              <a:gd name="connsiteX8-977" fmla="*/ 9750 w 10000"/>
              <a:gd name="connsiteY8-978" fmla="*/ 6118 h 10000"/>
              <a:gd name="connsiteX9-979" fmla="*/ 10000 w 10000"/>
              <a:gd name="connsiteY9-980" fmla="*/ 6768 h 10000"/>
              <a:gd name="connsiteX10-981" fmla="*/ 10000 w 10000"/>
              <a:gd name="connsiteY10-982" fmla="*/ 7317 h 10000"/>
              <a:gd name="connsiteX11-983" fmla="*/ 9750 w 10000"/>
              <a:gd name="connsiteY11-984" fmla="*/ 7846 h 10000"/>
              <a:gd name="connsiteX12-985" fmla="*/ 9750 w 10000"/>
              <a:gd name="connsiteY12-986" fmla="*/ 8272 h 10000"/>
              <a:gd name="connsiteX13-987" fmla="*/ 9450 w 10000"/>
              <a:gd name="connsiteY13-988" fmla="*/ 8699 h 10000"/>
              <a:gd name="connsiteX14-989" fmla="*/ 9200 w 10000"/>
              <a:gd name="connsiteY14-990" fmla="*/ 9024 h 10000"/>
              <a:gd name="connsiteX15-991" fmla="*/ 9200 w 10000"/>
              <a:gd name="connsiteY15-992" fmla="*/ 9248 h 10000"/>
              <a:gd name="connsiteX16-993" fmla="*/ 8700 w 10000"/>
              <a:gd name="connsiteY16-994" fmla="*/ 9451 h 10000"/>
              <a:gd name="connsiteX17-995" fmla="*/ 8150 w 10000"/>
              <a:gd name="connsiteY17-996" fmla="*/ 9675 h 10000"/>
              <a:gd name="connsiteX18-997" fmla="*/ 7350 w 10000"/>
              <a:gd name="connsiteY18-998" fmla="*/ 9878 h 10000"/>
              <a:gd name="connsiteX19-999" fmla="*/ 7100 w 10000"/>
              <a:gd name="connsiteY19-1000" fmla="*/ 10000 h 10000"/>
              <a:gd name="connsiteX20-1001" fmla="*/ 6550 w 10000"/>
              <a:gd name="connsiteY20-1002" fmla="*/ 10000 h 10000"/>
              <a:gd name="connsiteX21-1003" fmla="*/ 6300 w 10000"/>
              <a:gd name="connsiteY21-1004" fmla="*/ 10000 h 10000"/>
              <a:gd name="connsiteX22-1005" fmla="*/ 6050 w 10000"/>
              <a:gd name="connsiteY22-1006" fmla="*/ 9878 h 10000"/>
              <a:gd name="connsiteX23-1007" fmla="*/ 5500 w 10000"/>
              <a:gd name="connsiteY23-1008" fmla="*/ 9776 h 10000"/>
              <a:gd name="connsiteX24-1009" fmla="*/ 5250 w 10000"/>
              <a:gd name="connsiteY24-1010" fmla="*/ 9573 h 10000"/>
              <a:gd name="connsiteX25-1011" fmla="*/ 4700 w 10000"/>
              <a:gd name="connsiteY25-1012" fmla="*/ 9248 h 10000"/>
              <a:gd name="connsiteX26-1013" fmla="*/ 3950 w 10000"/>
              <a:gd name="connsiteY26-1014" fmla="*/ 9024 h 10000"/>
              <a:gd name="connsiteX27-1015" fmla="*/ 3650 w 10000"/>
              <a:gd name="connsiteY27-1016" fmla="*/ 8923 h 10000"/>
              <a:gd name="connsiteX28-1017" fmla="*/ 3150 w 10000"/>
              <a:gd name="connsiteY28-1018" fmla="*/ 8821 h 10000"/>
              <a:gd name="connsiteX29-1019" fmla="*/ 2600 w 10000"/>
              <a:gd name="connsiteY29-1020" fmla="*/ 8699 h 10000"/>
              <a:gd name="connsiteX30-1021" fmla="*/ 2100 w 10000"/>
              <a:gd name="connsiteY30-1022" fmla="*/ 8496 h 10000"/>
              <a:gd name="connsiteX31-1023" fmla="*/ 1550 w 10000"/>
              <a:gd name="connsiteY31-1024" fmla="*/ 8374 h 10000"/>
              <a:gd name="connsiteX32-1025" fmla="*/ 1300 w 10000"/>
              <a:gd name="connsiteY32-1026" fmla="*/ 8272 h 10000"/>
              <a:gd name="connsiteX33-1027" fmla="*/ 750 w 10000"/>
              <a:gd name="connsiteY33-1028" fmla="*/ 8272 h 10000"/>
              <a:gd name="connsiteX34-1029" fmla="*/ 250 w 10000"/>
              <a:gd name="connsiteY34-1030" fmla="*/ 8069 h 10000"/>
              <a:gd name="connsiteX35-1031" fmla="*/ 250 w 10000"/>
              <a:gd name="connsiteY35-1032" fmla="*/ 8069 h 10000"/>
              <a:gd name="connsiteX36-1033" fmla="*/ 0 w 10000"/>
              <a:gd name="connsiteY36-1034" fmla="*/ 7947 h 10000"/>
              <a:gd name="connsiteX37-1035" fmla="*/ 0 w 10000"/>
              <a:gd name="connsiteY37-1036" fmla="*/ 7947 h 10000"/>
              <a:gd name="connsiteX38-1037" fmla="*/ 250 w 10000"/>
              <a:gd name="connsiteY38-1038" fmla="*/ 7947 h 10000"/>
              <a:gd name="connsiteX39-1039" fmla="*/ 2350 w 10000"/>
              <a:gd name="connsiteY39-1040" fmla="*/ 7947 h 10000"/>
              <a:gd name="connsiteX40-1041" fmla="*/ 3400 w 10000"/>
              <a:gd name="connsiteY40-1042" fmla="*/ 8069 h 10000"/>
              <a:gd name="connsiteX41-1043" fmla="*/ 4200 w 10000"/>
              <a:gd name="connsiteY41-1044" fmla="*/ 8069 h 10000"/>
              <a:gd name="connsiteX42-1045" fmla="*/ 5000 w 10000"/>
              <a:gd name="connsiteY42-1046" fmla="*/ 8069 h 10000"/>
              <a:gd name="connsiteX43-1047" fmla="*/ 5500 w 10000"/>
              <a:gd name="connsiteY43-1048" fmla="*/ 8069 h 10000"/>
              <a:gd name="connsiteX44-1049" fmla="*/ 6050 w 10000"/>
              <a:gd name="connsiteY44-1050" fmla="*/ 8069 h 10000"/>
              <a:gd name="connsiteX45-1051" fmla="*/ 6300 w 10000"/>
              <a:gd name="connsiteY45-1052" fmla="*/ 7947 h 10000"/>
              <a:gd name="connsiteX46-1053" fmla="*/ 6550 w 10000"/>
              <a:gd name="connsiteY46-1054" fmla="*/ 7744 h 10000"/>
              <a:gd name="connsiteX47-1055" fmla="*/ 6850 w 10000"/>
              <a:gd name="connsiteY47-1056" fmla="*/ 7520 h 10000"/>
              <a:gd name="connsiteX48-1057" fmla="*/ 7100 w 10000"/>
              <a:gd name="connsiteY48-1058" fmla="*/ 7317 h 10000"/>
              <a:gd name="connsiteX49-1059" fmla="*/ 7100 w 10000"/>
              <a:gd name="connsiteY49-1060" fmla="*/ 6992 h 10000"/>
              <a:gd name="connsiteX50-1061" fmla="*/ 7100 w 10000"/>
              <a:gd name="connsiteY50-1062" fmla="*/ 6565 h 10000"/>
              <a:gd name="connsiteX51-1063" fmla="*/ 7100 w 10000"/>
              <a:gd name="connsiteY51-1064" fmla="*/ 6016 h 10000"/>
              <a:gd name="connsiteX52-1065" fmla="*/ 7100 w 10000"/>
              <a:gd name="connsiteY52-1066" fmla="*/ 5691 h 10000"/>
              <a:gd name="connsiteX53-1067" fmla="*/ 7100 w 10000"/>
              <a:gd name="connsiteY53-1068" fmla="*/ 5488 h 10000"/>
              <a:gd name="connsiteX54-1069" fmla="*/ 7100 w 10000"/>
              <a:gd name="connsiteY54-1070" fmla="*/ 5041 h 10000"/>
              <a:gd name="connsiteX55-1071" fmla="*/ 7100 w 10000"/>
              <a:gd name="connsiteY55-1072" fmla="*/ 4736 h 10000"/>
              <a:gd name="connsiteX56-1073" fmla="*/ 7100 w 10000"/>
              <a:gd name="connsiteY56-1074" fmla="*/ 4411 h 10000"/>
              <a:gd name="connsiteX57-1075" fmla="*/ 7100 w 10000"/>
              <a:gd name="connsiteY57-1076" fmla="*/ 3984 h 10000"/>
              <a:gd name="connsiteX58-1077" fmla="*/ 6850 w 10000"/>
              <a:gd name="connsiteY58-1078" fmla="*/ 3537 h 10000"/>
              <a:gd name="connsiteX59-1079" fmla="*/ 6850 w 10000"/>
              <a:gd name="connsiteY59-1080" fmla="*/ 3110 h 10000"/>
              <a:gd name="connsiteX60-1081" fmla="*/ 6850 w 10000"/>
              <a:gd name="connsiteY60-1082" fmla="*/ 2683 h 10000"/>
              <a:gd name="connsiteX61-1083" fmla="*/ 6550 w 10000"/>
              <a:gd name="connsiteY61-1084" fmla="*/ 2256 h 10000"/>
              <a:gd name="connsiteX62-1085" fmla="*/ 6550 w 10000"/>
              <a:gd name="connsiteY62-1086" fmla="*/ 1931 h 10000"/>
              <a:gd name="connsiteX63-1087" fmla="*/ 6300 w 10000"/>
              <a:gd name="connsiteY63-1088" fmla="*/ 1606 h 10000"/>
              <a:gd name="connsiteX64-1089" fmla="*/ 6050 w 10000"/>
              <a:gd name="connsiteY64-1090" fmla="*/ 1402 h 10000"/>
              <a:gd name="connsiteX65-1091" fmla="*/ 5800 w 10000"/>
              <a:gd name="connsiteY65-1092" fmla="*/ 1179 h 10000"/>
              <a:gd name="connsiteX66-1093" fmla="*/ 5500 w 10000"/>
              <a:gd name="connsiteY66-1094" fmla="*/ 976 h 10000"/>
              <a:gd name="connsiteX67-1095" fmla="*/ 5250 w 10000"/>
              <a:gd name="connsiteY67-1096" fmla="*/ 854 h 10000"/>
              <a:gd name="connsiteX68-1097" fmla="*/ 5000 w 10000"/>
              <a:gd name="connsiteY68-1098" fmla="*/ 650 h 10000"/>
              <a:gd name="connsiteX69-1099" fmla="*/ 4700 w 10000"/>
              <a:gd name="connsiteY69-1100" fmla="*/ 427 h 10000"/>
              <a:gd name="connsiteX70-1101" fmla="*/ 4700 w 10000"/>
              <a:gd name="connsiteY70-1102" fmla="*/ 325 h 10000"/>
              <a:gd name="connsiteX71-1103" fmla="*/ 4700 w 10000"/>
              <a:gd name="connsiteY71-1104" fmla="*/ 224 h 10000"/>
              <a:gd name="connsiteX72-1105" fmla="*/ 5000 w 10000"/>
              <a:gd name="connsiteY72-1106" fmla="*/ 102 h 10000"/>
              <a:gd name="connsiteX73-1107" fmla="*/ 5250 w 10000"/>
              <a:gd name="connsiteY73-1108" fmla="*/ 0 h 10000"/>
              <a:gd name="connsiteX74-1109" fmla="*/ 6050 w 10000"/>
              <a:gd name="connsiteY74-1110" fmla="*/ 0 h 10000"/>
              <a:gd name="connsiteX75-1111" fmla="*/ 6550 w 10000"/>
              <a:gd name="connsiteY75-1112" fmla="*/ 0 h 10000"/>
              <a:gd name="connsiteX76-1113" fmla="*/ 7350 w 10000"/>
              <a:gd name="connsiteY76-1114" fmla="*/ 102 h 10000"/>
              <a:gd name="connsiteX77-1115" fmla="*/ 7900 w 10000"/>
              <a:gd name="connsiteY77-1116" fmla="*/ 224 h 10000"/>
              <a:gd name="connsiteX78-1117" fmla="*/ 8400 w 10000"/>
              <a:gd name="connsiteY78-1118" fmla="*/ 224 h 10000"/>
              <a:gd name="connsiteX79-1119" fmla="*/ 8700 w 10000"/>
              <a:gd name="connsiteY79-1120" fmla="*/ 325 h 10000"/>
              <a:gd name="connsiteX80-1121" fmla="*/ 9200 w 10000"/>
              <a:gd name="connsiteY80-1122" fmla="*/ 427 h 10000"/>
              <a:gd name="connsiteX81-1123" fmla="*/ 9450 w 10000"/>
              <a:gd name="connsiteY81-1124" fmla="*/ 528 h 10000"/>
              <a:gd name="connsiteX82-1125" fmla="*/ 9450 w 10000"/>
              <a:gd name="connsiteY82-1126" fmla="*/ 528 h 10000"/>
              <a:gd name="connsiteX83-1127" fmla="*/ 9750 w 10000"/>
              <a:gd name="connsiteY83-1128" fmla="*/ 650 h 10000"/>
              <a:gd name="connsiteX84-1129" fmla="*/ 9750 w 10000"/>
              <a:gd name="connsiteY84-1130" fmla="*/ 650 h 10000"/>
              <a:gd name="connsiteX85-1131" fmla="*/ 9450 w 10000"/>
              <a:gd name="connsiteY85-1132" fmla="*/ 752 h 10000"/>
              <a:gd name="connsiteX86-1133" fmla="*/ 9450 w 10000"/>
              <a:gd name="connsiteY86-1134" fmla="*/ 976 h 10000"/>
              <a:gd name="connsiteX87-1135" fmla="*/ 9450 w 10000"/>
              <a:gd name="connsiteY87-1136" fmla="*/ 1077 h 10000"/>
              <a:gd name="connsiteX88-1137" fmla="*/ 9200 w 10000"/>
              <a:gd name="connsiteY88-1138" fmla="*/ 1280 h 10000"/>
              <a:gd name="connsiteX89-1139" fmla="*/ 9200 w 10000"/>
              <a:gd name="connsiteY89-1140" fmla="*/ 1606 h 10000"/>
              <a:gd name="connsiteX90-1141" fmla="*/ 9200 w 10000"/>
              <a:gd name="connsiteY90-1142" fmla="*/ 1931 h 10000"/>
              <a:gd name="connsiteX91-1143" fmla="*/ 9450 w 10000"/>
              <a:gd name="connsiteY91-1144" fmla="*/ 2358 h 10000"/>
              <a:gd name="connsiteX92-1145" fmla="*/ 9450 w 10000"/>
              <a:gd name="connsiteY92-1146" fmla="*/ 2358 h 10000"/>
              <a:gd name="connsiteX0-1147" fmla="*/ 9450 w 10000"/>
              <a:gd name="connsiteY0-1148" fmla="*/ 2358 h 10000"/>
              <a:gd name="connsiteX1-1149" fmla="*/ 9450 w 10000"/>
              <a:gd name="connsiteY1-1150" fmla="*/ 2581 h 10000"/>
              <a:gd name="connsiteX2-1151" fmla="*/ 9450 w 10000"/>
              <a:gd name="connsiteY2-1152" fmla="*/ 2907 h 10000"/>
              <a:gd name="connsiteX3-1153" fmla="*/ 9450 w 10000"/>
              <a:gd name="connsiteY3-1154" fmla="*/ 3333 h 10000"/>
              <a:gd name="connsiteX4-1155" fmla="*/ 9750 w 10000"/>
              <a:gd name="connsiteY4-1156" fmla="*/ 3760 h 10000"/>
              <a:gd name="connsiteX5-1157" fmla="*/ 9750 w 10000"/>
              <a:gd name="connsiteY5-1158" fmla="*/ 4187 h 10000"/>
              <a:gd name="connsiteX6-1159" fmla="*/ 9750 w 10000"/>
              <a:gd name="connsiteY6-1160" fmla="*/ 4837 h 10000"/>
              <a:gd name="connsiteX7-1161" fmla="*/ 9750 w 10000"/>
              <a:gd name="connsiteY7-1162" fmla="*/ 5366 h 10000"/>
              <a:gd name="connsiteX8-1163" fmla="*/ 9750 w 10000"/>
              <a:gd name="connsiteY8-1164" fmla="*/ 6118 h 10000"/>
              <a:gd name="connsiteX9-1165" fmla="*/ 10000 w 10000"/>
              <a:gd name="connsiteY9-1166" fmla="*/ 6768 h 10000"/>
              <a:gd name="connsiteX10-1167" fmla="*/ 10000 w 10000"/>
              <a:gd name="connsiteY10-1168" fmla="*/ 7317 h 10000"/>
              <a:gd name="connsiteX11-1169" fmla="*/ 9750 w 10000"/>
              <a:gd name="connsiteY11-1170" fmla="*/ 7846 h 10000"/>
              <a:gd name="connsiteX12-1171" fmla="*/ 9750 w 10000"/>
              <a:gd name="connsiteY12-1172" fmla="*/ 8272 h 10000"/>
              <a:gd name="connsiteX13-1173" fmla="*/ 9450 w 10000"/>
              <a:gd name="connsiteY13-1174" fmla="*/ 8699 h 10000"/>
              <a:gd name="connsiteX14-1175" fmla="*/ 9200 w 10000"/>
              <a:gd name="connsiteY14-1176" fmla="*/ 9024 h 10000"/>
              <a:gd name="connsiteX15-1177" fmla="*/ 9200 w 10000"/>
              <a:gd name="connsiteY15-1178" fmla="*/ 9248 h 10000"/>
              <a:gd name="connsiteX16-1179" fmla="*/ 8700 w 10000"/>
              <a:gd name="connsiteY16-1180" fmla="*/ 9451 h 10000"/>
              <a:gd name="connsiteX17-1181" fmla="*/ 8150 w 10000"/>
              <a:gd name="connsiteY17-1182" fmla="*/ 9675 h 10000"/>
              <a:gd name="connsiteX18-1183" fmla="*/ 7350 w 10000"/>
              <a:gd name="connsiteY18-1184" fmla="*/ 9878 h 10000"/>
              <a:gd name="connsiteX19-1185" fmla="*/ 7100 w 10000"/>
              <a:gd name="connsiteY19-1186" fmla="*/ 10000 h 10000"/>
              <a:gd name="connsiteX20-1187" fmla="*/ 6550 w 10000"/>
              <a:gd name="connsiteY20-1188" fmla="*/ 10000 h 10000"/>
              <a:gd name="connsiteX21-1189" fmla="*/ 6300 w 10000"/>
              <a:gd name="connsiteY21-1190" fmla="*/ 10000 h 10000"/>
              <a:gd name="connsiteX22-1191" fmla="*/ 6050 w 10000"/>
              <a:gd name="connsiteY22-1192" fmla="*/ 9878 h 10000"/>
              <a:gd name="connsiteX23-1193" fmla="*/ 5500 w 10000"/>
              <a:gd name="connsiteY23-1194" fmla="*/ 9776 h 10000"/>
              <a:gd name="connsiteX24-1195" fmla="*/ 5250 w 10000"/>
              <a:gd name="connsiteY24-1196" fmla="*/ 9573 h 10000"/>
              <a:gd name="connsiteX25-1197" fmla="*/ 4700 w 10000"/>
              <a:gd name="connsiteY25-1198" fmla="*/ 9248 h 10000"/>
              <a:gd name="connsiteX26-1199" fmla="*/ 3950 w 10000"/>
              <a:gd name="connsiteY26-1200" fmla="*/ 9024 h 10000"/>
              <a:gd name="connsiteX27-1201" fmla="*/ 3650 w 10000"/>
              <a:gd name="connsiteY27-1202" fmla="*/ 8923 h 10000"/>
              <a:gd name="connsiteX28-1203" fmla="*/ 3150 w 10000"/>
              <a:gd name="connsiteY28-1204" fmla="*/ 8821 h 10000"/>
              <a:gd name="connsiteX29-1205" fmla="*/ 2600 w 10000"/>
              <a:gd name="connsiteY29-1206" fmla="*/ 8699 h 10000"/>
              <a:gd name="connsiteX30-1207" fmla="*/ 2100 w 10000"/>
              <a:gd name="connsiteY30-1208" fmla="*/ 8496 h 10000"/>
              <a:gd name="connsiteX31-1209" fmla="*/ 1550 w 10000"/>
              <a:gd name="connsiteY31-1210" fmla="*/ 8374 h 10000"/>
              <a:gd name="connsiteX32-1211" fmla="*/ 1300 w 10000"/>
              <a:gd name="connsiteY32-1212" fmla="*/ 8272 h 10000"/>
              <a:gd name="connsiteX33-1213" fmla="*/ 750 w 10000"/>
              <a:gd name="connsiteY33-1214" fmla="*/ 8272 h 10000"/>
              <a:gd name="connsiteX34-1215" fmla="*/ 250 w 10000"/>
              <a:gd name="connsiteY34-1216" fmla="*/ 8069 h 10000"/>
              <a:gd name="connsiteX35-1217" fmla="*/ 250 w 10000"/>
              <a:gd name="connsiteY35-1218" fmla="*/ 8069 h 10000"/>
              <a:gd name="connsiteX36-1219" fmla="*/ 0 w 10000"/>
              <a:gd name="connsiteY36-1220" fmla="*/ 7947 h 10000"/>
              <a:gd name="connsiteX37-1221" fmla="*/ 0 w 10000"/>
              <a:gd name="connsiteY37-1222" fmla="*/ 7947 h 10000"/>
              <a:gd name="connsiteX38-1223" fmla="*/ 2350 w 10000"/>
              <a:gd name="connsiteY38-1224" fmla="*/ 7947 h 10000"/>
              <a:gd name="connsiteX39-1225" fmla="*/ 3400 w 10000"/>
              <a:gd name="connsiteY39-1226" fmla="*/ 8069 h 10000"/>
              <a:gd name="connsiteX40-1227" fmla="*/ 4200 w 10000"/>
              <a:gd name="connsiteY40-1228" fmla="*/ 8069 h 10000"/>
              <a:gd name="connsiteX41-1229" fmla="*/ 5000 w 10000"/>
              <a:gd name="connsiteY41-1230" fmla="*/ 8069 h 10000"/>
              <a:gd name="connsiteX42-1231" fmla="*/ 5500 w 10000"/>
              <a:gd name="connsiteY42-1232" fmla="*/ 8069 h 10000"/>
              <a:gd name="connsiteX43-1233" fmla="*/ 6050 w 10000"/>
              <a:gd name="connsiteY43-1234" fmla="*/ 8069 h 10000"/>
              <a:gd name="connsiteX44-1235" fmla="*/ 6300 w 10000"/>
              <a:gd name="connsiteY44-1236" fmla="*/ 7947 h 10000"/>
              <a:gd name="connsiteX45-1237" fmla="*/ 6550 w 10000"/>
              <a:gd name="connsiteY45-1238" fmla="*/ 7744 h 10000"/>
              <a:gd name="connsiteX46-1239" fmla="*/ 6850 w 10000"/>
              <a:gd name="connsiteY46-1240" fmla="*/ 7520 h 10000"/>
              <a:gd name="connsiteX47-1241" fmla="*/ 7100 w 10000"/>
              <a:gd name="connsiteY47-1242" fmla="*/ 7317 h 10000"/>
              <a:gd name="connsiteX48-1243" fmla="*/ 7100 w 10000"/>
              <a:gd name="connsiteY48-1244" fmla="*/ 6992 h 10000"/>
              <a:gd name="connsiteX49-1245" fmla="*/ 7100 w 10000"/>
              <a:gd name="connsiteY49-1246" fmla="*/ 6565 h 10000"/>
              <a:gd name="connsiteX50-1247" fmla="*/ 7100 w 10000"/>
              <a:gd name="connsiteY50-1248" fmla="*/ 6016 h 10000"/>
              <a:gd name="connsiteX51-1249" fmla="*/ 7100 w 10000"/>
              <a:gd name="connsiteY51-1250" fmla="*/ 5691 h 10000"/>
              <a:gd name="connsiteX52-1251" fmla="*/ 7100 w 10000"/>
              <a:gd name="connsiteY52-1252" fmla="*/ 5488 h 10000"/>
              <a:gd name="connsiteX53-1253" fmla="*/ 7100 w 10000"/>
              <a:gd name="connsiteY53-1254" fmla="*/ 5041 h 10000"/>
              <a:gd name="connsiteX54-1255" fmla="*/ 7100 w 10000"/>
              <a:gd name="connsiteY54-1256" fmla="*/ 4736 h 10000"/>
              <a:gd name="connsiteX55-1257" fmla="*/ 7100 w 10000"/>
              <a:gd name="connsiteY55-1258" fmla="*/ 4411 h 10000"/>
              <a:gd name="connsiteX56-1259" fmla="*/ 7100 w 10000"/>
              <a:gd name="connsiteY56-1260" fmla="*/ 3984 h 10000"/>
              <a:gd name="connsiteX57-1261" fmla="*/ 6850 w 10000"/>
              <a:gd name="connsiteY57-1262" fmla="*/ 3537 h 10000"/>
              <a:gd name="connsiteX58-1263" fmla="*/ 6850 w 10000"/>
              <a:gd name="connsiteY58-1264" fmla="*/ 3110 h 10000"/>
              <a:gd name="connsiteX59-1265" fmla="*/ 6850 w 10000"/>
              <a:gd name="connsiteY59-1266" fmla="*/ 2683 h 10000"/>
              <a:gd name="connsiteX60-1267" fmla="*/ 6550 w 10000"/>
              <a:gd name="connsiteY60-1268" fmla="*/ 2256 h 10000"/>
              <a:gd name="connsiteX61-1269" fmla="*/ 6550 w 10000"/>
              <a:gd name="connsiteY61-1270" fmla="*/ 1931 h 10000"/>
              <a:gd name="connsiteX62-1271" fmla="*/ 6300 w 10000"/>
              <a:gd name="connsiteY62-1272" fmla="*/ 1606 h 10000"/>
              <a:gd name="connsiteX63-1273" fmla="*/ 6050 w 10000"/>
              <a:gd name="connsiteY63-1274" fmla="*/ 1402 h 10000"/>
              <a:gd name="connsiteX64-1275" fmla="*/ 5800 w 10000"/>
              <a:gd name="connsiteY64-1276" fmla="*/ 1179 h 10000"/>
              <a:gd name="connsiteX65-1277" fmla="*/ 5500 w 10000"/>
              <a:gd name="connsiteY65-1278" fmla="*/ 976 h 10000"/>
              <a:gd name="connsiteX66-1279" fmla="*/ 5250 w 10000"/>
              <a:gd name="connsiteY66-1280" fmla="*/ 854 h 10000"/>
              <a:gd name="connsiteX67-1281" fmla="*/ 5000 w 10000"/>
              <a:gd name="connsiteY67-1282" fmla="*/ 650 h 10000"/>
              <a:gd name="connsiteX68-1283" fmla="*/ 4700 w 10000"/>
              <a:gd name="connsiteY68-1284" fmla="*/ 427 h 10000"/>
              <a:gd name="connsiteX69-1285" fmla="*/ 4700 w 10000"/>
              <a:gd name="connsiteY69-1286" fmla="*/ 325 h 10000"/>
              <a:gd name="connsiteX70-1287" fmla="*/ 4700 w 10000"/>
              <a:gd name="connsiteY70-1288" fmla="*/ 224 h 10000"/>
              <a:gd name="connsiteX71-1289" fmla="*/ 5000 w 10000"/>
              <a:gd name="connsiteY71-1290" fmla="*/ 102 h 10000"/>
              <a:gd name="connsiteX72-1291" fmla="*/ 5250 w 10000"/>
              <a:gd name="connsiteY72-1292" fmla="*/ 0 h 10000"/>
              <a:gd name="connsiteX73-1293" fmla="*/ 6050 w 10000"/>
              <a:gd name="connsiteY73-1294" fmla="*/ 0 h 10000"/>
              <a:gd name="connsiteX74-1295" fmla="*/ 6550 w 10000"/>
              <a:gd name="connsiteY74-1296" fmla="*/ 0 h 10000"/>
              <a:gd name="connsiteX75-1297" fmla="*/ 7350 w 10000"/>
              <a:gd name="connsiteY75-1298" fmla="*/ 102 h 10000"/>
              <a:gd name="connsiteX76-1299" fmla="*/ 7900 w 10000"/>
              <a:gd name="connsiteY76-1300" fmla="*/ 224 h 10000"/>
              <a:gd name="connsiteX77-1301" fmla="*/ 8400 w 10000"/>
              <a:gd name="connsiteY77-1302" fmla="*/ 224 h 10000"/>
              <a:gd name="connsiteX78-1303" fmla="*/ 8700 w 10000"/>
              <a:gd name="connsiteY78-1304" fmla="*/ 325 h 10000"/>
              <a:gd name="connsiteX79-1305" fmla="*/ 9200 w 10000"/>
              <a:gd name="connsiteY79-1306" fmla="*/ 427 h 10000"/>
              <a:gd name="connsiteX80-1307" fmla="*/ 9450 w 10000"/>
              <a:gd name="connsiteY80-1308" fmla="*/ 528 h 10000"/>
              <a:gd name="connsiteX81-1309" fmla="*/ 9450 w 10000"/>
              <a:gd name="connsiteY81-1310" fmla="*/ 528 h 10000"/>
              <a:gd name="connsiteX82-1311" fmla="*/ 9750 w 10000"/>
              <a:gd name="connsiteY82-1312" fmla="*/ 650 h 10000"/>
              <a:gd name="connsiteX83-1313" fmla="*/ 9750 w 10000"/>
              <a:gd name="connsiteY83-1314" fmla="*/ 650 h 10000"/>
              <a:gd name="connsiteX84-1315" fmla="*/ 9450 w 10000"/>
              <a:gd name="connsiteY84-1316" fmla="*/ 752 h 10000"/>
              <a:gd name="connsiteX85-1317" fmla="*/ 9450 w 10000"/>
              <a:gd name="connsiteY85-1318" fmla="*/ 976 h 10000"/>
              <a:gd name="connsiteX86-1319" fmla="*/ 9450 w 10000"/>
              <a:gd name="connsiteY86-1320" fmla="*/ 1077 h 10000"/>
              <a:gd name="connsiteX87-1321" fmla="*/ 9200 w 10000"/>
              <a:gd name="connsiteY87-1322" fmla="*/ 1280 h 10000"/>
              <a:gd name="connsiteX88-1323" fmla="*/ 9200 w 10000"/>
              <a:gd name="connsiteY88-1324" fmla="*/ 1606 h 10000"/>
              <a:gd name="connsiteX89-1325" fmla="*/ 9200 w 10000"/>
              <a:gd name="connsiteY89-1326" fmla="*/ 1931 h 10000"/>
              <a:gd name="connsiteX90-1327" fmla="*/ 9450 w 10000"/>
              <a:gd name="connsiteY90-1328" fmla="*/ 2358 h 10000"/>
              <a:gd name="connsiteX91-1329" fmla="*/ 9450 w 10000"/>
              <a:gd name="connsiteY91-1330" fmla="*/ 2358 h 10000"/>
              <a:gd name="connsiteX0-1331" fmla="*/ 9450 w 10000"/>
              <a:gd name="connsiteY0-1332" fmla="*/ 2358 h 10000"/>
              <a:gd name="connsiteX1-1333" fmla="*/ 9450 w 10000"/>
              <a:gd name="connsiteY1-1334" fmla="*/ 2581 h 10000"/>
              <a:gd name="connsiteX2-1335" fmla="*/ 9450 w 10000"/>
              <a:gd name="connsiteY2-1336" fmla="*/ 2907 h 10000"/>
              <a:gd name="connsiteX3-1337" fmla="*/ 9450 w 10000"/>
              <a:gd name="connsiteY3-1338" fmla="*/ 3333 h 10000"/>
              <a:gd name="connsiteX4-1339" fmla="*/ 9750 w 10000"/>
              <a:gd name="connsiteY4-1340" fmla="*/ 3760 h 10000"/>
              <a:gd name="connsiteX5-1341" fmla="*/ 9750 w 10000"/>
              <a:gd name="connsiteY5-1342" fmla="*/ 4187 h 10000"/>
              <a:gd name="connsiteX6-1343" fmla="*/ 9750 w 10000"/>
              <a:gd name="connsiteY6-1344" fmla="*/ 4837 h 10000"/>
              <a:gd name="connsiteX7-1345" fmla="*/ 9750 w 10000"/>
              <a:gd name="connsiteY7-1346" fmla="*/ 5366 h 10000"/>
              <a:gd name="connsiteX8-1347" fmla="*/ 9750 w 10000"/>
              <a:gd name="connsiteY8-1348" fmla="*/ 6118 h 10000"/>
              <a:gd name="connsiteX9-1349" fmla="*/ 10000 w 10000"/>
              <a:gd name="connsiteY9-1350" fmla="*/ 6768 h 10000"/>
              <a:gd name="connsiteX10-1351" fmla="*/ 10000 w 10000"/>
              <a:gd name="connsiteY10-1352" fmla="*/ 7317 h 10000"/>
              <a:gd name="connsiteX11-1353" fmla="*/ 9750 w 10000"/>
              <a:gd name="connsiteY11-1354" fmla="*/ 7846 h 10000"/>
              <a:gd name="connsiteX12-1355" fmla="*/ 9750 w 10000"/>
              <a:gd name="connsiteY12-1356" fmla="*/ 8272 h 10000"/>
              <a:gd name="connsiteX13-1357" fmla="*/ 9450 w 10000"/>
              <a:gd name="connsiteY13-1358" fmla="*/ 8699 h 10000"/>
              <a:gd name="connsiteX14-1359" fmla="*/ 9200 w 10000"/>
              <a:gd name="connsiteY14-1360" fmla="*/ 9024 h 10000"/>
              <a:gd name="connsiteX15-1361" fmla="*/ 9200 w 10000"/>
              <a:gd name="connsiteY15-1362" fmla="*/ 9248 h 10000"/>
              <a:gd name="connsiteX16-1363" fmla="*/ 8700 w 10000"/>
              <a:gd name="connsiteY16-1364" fmla="*/ 9451 h 10000"/>
              <a:gd name="connsiteX17-1365" fmla="*/ 8150 w 10000"/>
              <a:gd name="connsiteY17-1366" fmla="*/ 9675 h 10000"/>
              <a:gd name="connsiteX18-1367" fmla="*/ 7350 w 10000"/>
              <a:gd name="connsiteY18-1368" fmla="*/ 9878 h 10000"/>
              <a:gd name="connsiteX19-1369" fmla="*/ 7100 w 10000"/>
              <a:gd name="connsiteY19-1370" fmla="*/ 10000 h 10000"/>
              <a:gd name="connsiteX20-1371" fmla="*/ 6550 w 10000"/>
              <a:gd name="connsiteY20-1372" fmla="*/ 10000 h 10000"/>
              <a:gd name="connsiteX21-1373" fmla="*/ 6300 w 10000"/>
              <a:gd name="connsiteY21-1374" fmla="*/ 10000 h 10000"/>
              <a:gd name="connsiteX22-1375" fmla="*/ 6050 w 10000"/>
              <a:gd name="connsiteY22-1376" fmla="*/ 9878 h 10000"/>
              <a:gd name="connsiteX23-1377" fmla="*/ 5500 w 10000"/>
              <a:gd name="connsiteY23-1378" fmla="*/ 9776 h 10000"/>
              <a:gd name="connsiteX24-1379" fmla="*/ 5250 w 10000"/>
              <a:gd name="connsiteY24-1380" fmla="*/ 9573 h 10000"/>
              <a:gd name="connsiteX25-1381" fmla="*/ 4700 w 10000"/>
              <a:gd name="connsiteY25-1382" fmla="*/ 9248 h 10000"/>
              <a:gd name="connsiteX26-1383" fmla="*/ 3950 w 10000"/>
              <a:gd name="connsiteY26-1384" fmla="*/ 9024 h 10000"/>
              <a:gd name="connsiteX27-1385" fmla="*/ 3650 w 10000"/>
              <a:gd name="connsiteY27-1386" fmla="*/ 8923 h 10000"/>
              <a:gd name="connsiteX28-1387" fmla="*/ 3150 w 10000"/>
              <a:gd name="connsiteY28-1388" fmla="*/ 8821 h 10000"/>
              <a:gd name="connsiteX29-1389" fmla="*/ 2600 w 10000"/>
              <a:gd name="connsiteY29-1390" fmla="*/ 8699 h 10000"/>
              <a:gd name="connsiteX30-1391" fmla="*/ 2100 w 10000"/>
              <a:gd name="connsiteY30-1392" fmla="*/ 8496 h 10000"/>
              <a:gd name="connsiteX31-1393" fmla="*/ 1550 w 10000"/>
              <a:gd name="connsiteY31-1394" fmla="*/ 8374 h 10000"/>
              <a:gd name="connsiteX32-1395" fmla="*/ 1300 w 10000"/>
              <a:gd name="connsiteY32-1396" fmla="*/ 8272 h 10000"/>
              <a:gd name="connsiteX33-1397" fmla="*/ 750 w 10000"/>
              <a:gd name="connsiteY33-1398" fmla="*/ 8272 h 10000"/>
              <a:gd name="connsiteX34-1399" fmla="*/ 250 w 10000"/>
              <a:gd name="connsiteY34-1400" fmla="*/ 8069 h 10000"/>
              <a:gd name="connsiteX35-1401" fmla="*/ 250 w 10000"/>
              <a:gd name="connsiteY35-1402" fmla="*/ 8069 h 10000"/>
              <a:gd name="connsiteX36-1403" fmla="*/ 0 w 10000"/>
              <a:gd name="connsiteY36-1404" fmla="*/ 7947 h 10000"/>
              <a:gd name="connsiteX37-1405" fmla="*/ 2350 w 10000"/>
              <a:gd name="connsiteY37-1406" fmla="*/ 7947 h 10000"/>
              <a:gd name="connsiteX38-1407" fmla="*/ 3400 w 10000"/>
              <a:gd name="connsiteY38-1408" fmla="*/ 8069 h 10000"/>
              <a:gd name="connsiteX39-1409" fmla="*/ 4200 w 10000"/>
              <a:gd name="connsiteY39-1410" fmla="*/ 8069 h 10000"/>
              <a:gd name="connsiteX40-1411" fmla="*/ 5000 w 10000"/>
              <a:gd name="connsiteY40-1412" fmla="*/ 8069 h 10000"/>
              <a:gd name="connsiteX41-1413" fmla="*/ 5500 w 10000"/>
              <a:gd name="connsiteY41-1414" fmla="*/ 8069 h 10000"/>
              <a:gd name="connsiteX42-1415" fmla="*/ 6050 w 10000"/>
              <a:gd name="connsiteY42-1416" fmla="*/ 8069 h 10000"/>
              <a:gd name="connsiteX43-1417" fmla="*/ 6300 w 10000"/>
              <a:gd name="connsiteY43-1418" fmla="*/ 7947 h 10000"/>
              <a:gd name="connsiteX44-1419" fmla="*/ 6550 w 10000"/>
              <a:gd name="connsiteY44-1420" fmla="*/ 7744 h 10000"/>
              <a:gd name="connsiteX45-1421" fmla="*/ 6850 w 10000"/>
              <a:gd name="connsiteY45-1422" fmla="*/ 7520 h 10000"/>
              <a:gd name="connsiteX46-1423" fmla="*/ 7100 w 10000"/>
              <a:gd name="connsiteY46-1424" fmla="*/ 7317 h 10000"/>
              <a:gd name="connsiteX47-1425" fmla="*/ 7100 w 10000"/>
              <a:gd name="connsiteY47-1426" fmla="*/ 6992 h 10000"/>
              <a:gd name="connsiteX48-1427" fmla="*/ 7100 w 10000"/>
              <a:gd name="connsiteY48-1428" fmla="*/ 6565 h 10000"/>
              <a:gd name="connsiteX49-1429" fmla="*/ 7100 w 10000"/>
              <a:gd name="connsiteY49-1430" fmla="*/ 6016 h 10000"/>
              <a:gd name="connsiteX50-1431" fmla="*/ 7100 w 10000"/>
              <a:gd name="connsiteY50-1432" fmla="*/ 5691 h 10000"/>
              <a:gd name="connsiteX51-1433" fmla="*/ 7100 w 10000"/>
              <a:gd name="connsiteY51-1434" fmla="*/ 5488 h 10000"/>
              <a:gd name="connsiteX52-1435" fmla="*/ 7100 w 10000"/>
              <a:gd name="connsiteY52-1436" fmla="*/ 5041 h 10000"/>
              <a:gd name="connsiteX53-1437" fmla="*/ 7100 w 10000"/>
              <a:gd name="connsiteY53-1438" fmla="*/ 4736 h 10000"/>
              <a:gd name="connsiteX54-1439" fmla="*/ 7100 w 10000"/>
              <a:gd name="connsiteY54-1440" fmla="*/ 4411 h 10000"/>
              <a:gd name="connsiteX55-1441" fmla="*/ 7100 w 10000"/>
              <a:gd name="connsiteY55-1442" fmla="*/ 3984 h 10000"/>
              <a:gd name="connsiteX56-1443" fmla="*/ 6850 w 10000"/>
              <a:gd name="connsiteY56-1444" fmla="*/ 3537 h 10000"/>
              <a:gd name="connsiteX57-1445" fmla="*/ 6850 w 10000"/>
              <a:gd name="connsiteY57-1446" fmla="*/ 3110 h 10000"/>
              <a:gd name="connsiteX58-1447" fmla="*/ 6850 w 10000"/>
              <a:gd name="connsiteY58-1448" fmla="*/ 2683 h 10000"/>
              <a:gd name="connsiteX59-1449" fmla="*/ 6550 w 10000"/>
              <a:gd name="connsiteY59-1450" fmla="*/ 2256 h 10000"/>
              <a:gd name="connsiteX60-1451" fmla="*/ 6550 w 10000"/>
              <a:gd name="connsiteY60-1452" fmla="*/ 1931 h 10000"/>
              <a:gd name="connsiteX61-1453" fmla="*/ 6300 w 10000"/>
              <a:gd name="connsiteY61-1454" fmla="*/ 1606 h 10000"/>
              <a:gd name="connsiteX62-1455" fmla="*/ 6050 w 10000"/>
              <a:gd name="connsiteY62-1456" fmla="*/ 1402 h 10000"/>
              <a:gd name="connsiteX63-1457" fmla="*/ 5800 w 10000"/>
              <a:gd name="connsiteY63-1458" fmla="*/ 1179 h 10000"/>
              <a:gd name="connsiteX64-1459" fmla="*/ 5500 w 10000"/>
              <a:gd name="connsiteY64-1460" fmla="*/ 976 h 10000"/>
              <a:gd name="connsiteX65-1461" fmla="*/ 5250 w 10000"/>
              <a:gd name="connsiteY65-1462" fmla="*/ 854 h 10000"/>
              <a:gd name="connsiteX66-1463" fmla="*/ 5000 w 10000"/>
              <a:gd name="connsiteY66-1464" fmla="*/ 650 h 10000"/>
              <a:gd name="connsiteX67-1465" fmla="*/ 4700 w 10000"/>
              <a:gd name="connsiteY67-1466" fmla="*/ 427 h 10000"/>
              <a:gd name="connsiteX68-1467" fmla="*/ 4700 w 10000"/>
              <a:gd name="connsiteY68-1468" fmla="*/ 325 h 10000"/>
              <a:gd name="connsiteX69-1469" fmla="*/ 4700 w 10000"/>
              <a:gd name="connsiteY69-1470" fmla="*/ 224 h 10000"/>
              <a:gd name="connsiteX70-1471" fmla="*/ 5000 w 10000"/>
              <a:gd name="connsiteY70-1472" fmla="*/ 102 h 10000"/>
              <a:gd name="connsiteX71-1473" fmla="*/ 5250 w 10000"/>
              <a:gd name="connsiteY71-1474" fmla="*/ 0 h 10000"/>
              <a:gd name="connsiteX72-1475" fmla="*/ 6050 w 10000"/>
              <a:gd name="connsiteY72-1476" fmla="*/ 0 h 10000"/>
              <a:gd name="connsiteX73-1477" fmla="*/ 6550 w 10000"/>
              <a:gd name="connsiteY73-1478" fmla="*/ 0 h 10000"/>
              <a:gd name="connsiteX74-1479" fmla="*/ 7350 w 10000"/>
              <a:gd name="connsiteY74-1480" fmla="*/ 102 h 10000"/>
              <a:gd name="connsiteX75-1481" fmla="*/ 7900 w 10000"/>
              <a:gd name="connsiteY75-1482" fmla="*/ 224 h 10000"/>
              <a:gd name="connsiteX76-1483" fmla="*/ 8400 w 10000"/>
              <a:gd name="connsiteY76-1484" fmla="*/ 224 h 10000"/>
              <a:gd name="connsiteX77-1485" fmla="*/ 8700 w 10000"/>
              <a:gd name="connsiteY77-1486" fmla="*/ 325 h 10000"/>
              <a:gd name="connsiteX78-1487" fmla="*/ 9200 w 10000"/>
              <a:gd name="connsiteY78-1488" fmla="*/ 427 h 10000"/>
              <a:gd name="connsiteX79-1489" fmla="*/ 9450 w 10000"/>
              <a:gd name="connsiteY79-1490" fmla="*/ 528 h 10000"/>
              <a:gd name="connsiteX80-1491" fmla="*/ 9450 w 10000"/>
              <a:gd name="connsiteY80-1492" fmla="*/ 528 h 10000"/>
              <a:gd name="connsiteX81-1493" fmla="*/ 9750 w 10000"/>
              <a:gd name="connsiteY81-1494" fmla="*/ 650 h 10000"/>
              <a:gd name="connsiteX82-1495" fmla="*/ 9750 w 10000"/>
              <a:gd name="connsiteY82-1496" fmla="*/ 650 h 10000"/>
              <a:gd name="connsiteX83-1497" fmla="*/ 9450 w 10000"/>
              <a:gd name="connsiteY83-1498" fmla="*/ 752 h 10000"/>
              <a:gd name="connsiteX84-1499" fmla="*/ 9450 w 10000"/>
              <a:gd name="connsiteY84-1500" fmla="*/ 976 h 10000"/>
              <a:gd name="connsiteX85-1501" fmla="*/ 9450 w 10000"/>
              <a:gd name="connsiteY85-1502" fmla="*/ 1077 h 10000"/>
              <a:gd name="connsiteX86-1503" fmla="*/ 9200 w 10000"/>
              <a:gd name="connsiteY86-1504" fmla="*/ 1280 h 10000"/>
              <a:gd name="connsiteX87-1505" fmla="*/ 9200 w 10000"/>
              <a:gd name="connsiteY87-1506" fmla="*/ 1606 h 10000"/>
              <a:gd name="connsiteX88-1507" fmla="*/ 9200 w 10000"/>
              <a:gd name="connsiteY88-1508" fmla="*/ 1931 h 10000"/>
              <a:gd name="connsiteX89-1509" fmla="*/ 9450 w 10000"/>
              <a:gd name="connsiteY89-1510" fmla="*/ 2358 h 10000"/>
              <a:gd name="connsiteX90-1511" fmla="*/ 9450 w 10000"/>
              <a:gd name="connsiteY90-1512" fmla="*/ 2358 h 10000"/>
              <a:gd name="connsiteX0-1513" fmla="*/ 9200 w 9750"/>
              <a:gd name="connsiteY0-1514" fmla="*/ 2358 h 10000"/>
              <a:gd name="connsiteX1-1515" fmla="*/ 9200 w 9750"/>
              <a:gd name="connsiteY1-1516" fmla="*/ 2581 h 10000"/>
              <a:gd name="connsiteX2-1517" fmla="*/ 9200 w 9750"/>
              <a:gd name="connsiteY2-1518" fmla="*/ 2907 h 10000"/>
              <a:gd name="connsiteX3-1519" fmla="*/ 9200 w 9750"/>
              <a:gd name="connsiteY3-1520" fmla="*/ 3333 h 10000"/>
              <a:gd name="connsiteX4-1521" fmla="*/ 9500 w 9750"/>
              <a:gd name="connsiteY4-1522" fmla="*/ 3760 h 10000"/>
              <a:gd name="connsiteX5-1523" fmla="*/ 9500 w 9750"/>
              <a:gd name="connsiteY5-1524" fmla="*/ 4187 h 10000"/>
              <a:gd name="connsiteX6-1525" fmla="*/ 9500 w 9750"/>
              <a:gd name="connsiteY6-1526" fmla="*/ 4837 h 10000"/>
              <a:gd name="connsiteX7-1527" fmla="*/ 9500 w 9750"/>
              <a:gd name="connsiteY7-1528" fmla="*/ 5366 h 10000"/>
              <a:gd name="connsiteX8-1529" fmla="*/ 9500 w 9750"/>
              <a:gd name="connsiteY8-1530" fmla="*/ 6118 h 10000"/>
              <a:gd name="connsiteX9-1531" fmla="*/ 9750 w 9750"/>
              <a:gd name="connsiteY9-1532" fmla="*/ 6768 h 10000"/>
              <a:gd name="connsiteX10-1533" fmla="*/ 9750 w 9750"/>
              <a:gd name="connsiteY10-1534" fmla="*/ 7317 h 10000"/>
              <a:gd name="connsiteX11-1535" fmla="*/ 9500 w 9750"/>
              <a:gd name="connsiteY11-1536" fmla="*/ 7846 h 10000"/>
              <a:gd name="connsiteX12-1537" fmla="*/ 9500 w 9750"/>
              <a:gd name="connsiteY12-1538" fmla="*/ 8272 h 10000"/>
              <a:gd name="connsiteX13-1539" fmla="*/ 9200 w 9750"/>
              <a:gd name="connsiteY13-1540" fmla="*/ 8699 h 10000"/>
              <a:gd name="connsiteX14-1541" fmla="*/ 8950 w 9750"/>
              <a:gd name="connsiteY14-1542" fmla="*/ 9024 h 10000"/>
              <a:gd name="connsiteX15-1543" fmla="*/ 8950 w 9750"/>
              <a:gd name="connsiteY15-1544" fmla="*/ 9248 h 10000"/>
              <a:gd name="connsiteX16-1545" fmla="*/ 8450 w 9750"/>
              <a:gd name="connsiteY16-1546" fmla="*/ 9451 h 10000"/>
              <a:gd name="connsiteX17-1547" fmla="*/ 7900 w 9750"/>
              <a:gd name="connsiteY17-1548" fmla="*/ 9675 h 10000"/>
              <a:gd name="connsiteX18-1549" fmla="*/ 7100 w 9750"/>
              <a:gd name="connsiteY18-1550" fmla="*/ 9878 h 10000"/>
              <a:gd name="connsiteX19-1551" fmla="*/ 6850 w 9750"/>
              <a:gd name="connsiteY19-1552" fmla="*/ 10000 h 10000"/>
              <a:gd name="connsiteX20-1553" fmla="*/ 6300 w 9750"/>
              <a:gd name="connsiteY20-1554" fmla="*/ 10000 h 10000"/>
              <a:gd name="connsiteX21-1555" fmla="*/ 6050 w 9750"/>
              <a:gd name="connsiteY21-1556" fmla="*/ 10000 h 10000"/>
              <a:gd name="connsiteX22-1557" fmla="*/ 5800 w 9750"/>
              <a:gd name="connsiteY22-1558" fmla="*/ 9878 h 10000"/>
              <a:gd name="connsiteX23-1559" fmla="*/ 5250 w 9750"/>
              <a:gd name="connsiteY23-1560" fmla="*/ 9776 h 10000"/>
              <a:gd name="connsiteX24-1561" fmla="*/ 5000 w 9750"/>
              <a:gd name="connsiteY24-1562" fmla="*/ 9573 h 10000"/>
              <a:gd name="connsiteX25-1563" fmla="*/ 4450 w 9750"/>
              <a:gd name="connsiteY25-1564" fmla="*/ 9248 h 10000"/>
              <a:gd name="connsiteX26-1565" fmla="*/ 3700 w 9750"/>
              <a:gd name="connsiteY26-1566" fmla="*/ 9024 h 10000"/>
              <a:gd name="connsiteX27-1567" fmla="*/ 3400 w 9750"/>
              <a:gd name="connsiteY27-1568" fmla="*/ 8923 h 10000"/>
              <a:gd name="connsiteX28-1569" fmla="*/ 2900 w 9750"/>
              <a:gd name="connsiteY28-1570" fmla="*/ 8821 h 10000"/>
              <a:gd name="connsiteX29-1571" fmla="*/ 2350 w 9750"/>
              <a:gd name="connsiteY29-1572" fmla="*/ 8699 h 10000"/>
              <a:gd name="connsiteX30-1573" fmla="*/ 1850 w 9750"/>
              <a:gd name="connsiteY30-1574" fmla="*/ 8496 h 10000"/>
              <a:gd name="connsiteX31-1575" fmla="*/ 1300 w 9750"/>
              <a:gd name="connsiteY31-1576" fmla="*/ 8374 h 10000"/>
              <a:gd name="connsiteX32-1577" fmla="*/ 1050 w 9750"/>
              <a:gd name="connsiteY32-1578" fmla="*/ 8272 h 10000"/>
              <a:gd name="connsiteX33-1579" fmla="*/ 500 w 9750"/>
              <a:gd name="connsiteY33-1580" fmla="*/ 8272 h 10000"/>
              <a:gd name="connsiteX34-1581" fmla="*/ 0 w 9750"/>
              <a:gd name="connsiteY34-1582" fmla="*/ 8069 h 10000"/>
              <a:gd name="connsiteX35-1583" fmla="*/ 0 w 9750"/>
              <a:gd name="connsiteY35-1584" fmla="*/ 8069 h 10000"/>
              <a:gd name="connsiteX36-1585" fmla="*/ 2100 w 9750"/>
              <a:gd name="connsiteY36-1586" fmla="*/ 7947 h 10000"/>
              <a:gd name="connsiteX37-1587" fmla="*/ 3150 w 9750"/>
              <a:gd name="connsiteY37-1588" fmla="*/ 8069 h 10000"/>
              <a:gd name="connsiteX38-1589" fmla="*/ 3950 w 9750"/>
              <a:gd name="connsiteY38-1590" fmla="*/ 8069 h 10000"/>
              <a:gd name="connsiteX39-1591" fmla="*/ 4750 w 9750"/>
              <a:gd name="connsiteY39-1592" fmla="*/ 8069 h 10000"/>
              <a:gd name="connsiteX40-1593" fmla="*/ 5250 w 9750"/>
              <a:gd name="connsiteY40-1594" fmla="*/ 8069 h 10000"/>
              <a:gd name="connsiteX41-1595" fmla="*/ 5800 w 9750"/>
              <a:gd name="connsiteY41-1596" fmla="*/ 8069 h 10000"/>
              <a:gd name="connsiteX42-1597" fmla="*/ 6050 w 9750"/>
              <a:gd name="connsiteY42-1598" fmla="*/ 7947 h 10000"/>
              <a:gd name="connsiteX43-1599" fmla="*/ 6300 w 9750"/>
              <a:gd name="connsiteY43-1600" fmla="*/ 7744 h 10000"/>
              <a:gd name="connsiteX44-1601" fmla="*/ 6600 w 9750"/>
              <a:gd name="connsiteY44-1602" fmla="*/ 7520 h 10000"/>
              <a:gd name="connsiteX45-1603" fmla="*/ 6850 w 9750"/>
              <a:gd name="connsiteY45-1604" fmla="*/ 7317 h 10000"/>
              <a:gd name="connsiteX46-1605" fmla="*/ 6850 w 9750"/>
              <a:gd name="connsiteY46-1606" fmla="*/ 6992 h 10000"/>
              <a:gd name="connsiteX47-1607" fmla="*/ 6850 w 9750"/>
              <a:gd name="connsiteY47-1608" fmla="*/ 6565 h 10000"/>
              <a:gd name="connsiteX48-1609" fmla="*/ 6850 w 9750"/>
              <a:gd name="connsiteY48-1610" fmla="*/ 6016 h 10000"/>
              <a:gd name="connsiteX49-1611" fmla="*/ 6850 w 9750"/>
              <a:gd name="connsiteY49-1612" fmla="*/ 5691 h 10000"/>
              <a:gd name="connsiteX50-1613" fmla="*/ 6850 w 9750"/>
              <a:gd name="connsiteY50-1614" fmla="*/ 5488 h 10000"/>
              <a:gd name="connsiteX51-1615" fmla="*/ 6850 w 9750"/>
              <a:gd name="connsiteY51-1616" fmla="*/ 5041 h 10000"/>
              <a:gd name="connsiteX52-1617" fmla="*/ 6850 w 9750"/>
              <a:gd name="connsiteY52-1618" fmla="*/ 4736 h 10000"/>
              <a:gd name="connsiteX53-1619" fmla="*/ 6850 w 9750"/>
              <a:gd name="connsiteY53-1620" fmla="*/ 4411 h 10000"/>
              <a:gd name="connsiteX54-1621" fmla="*/ 6850 w 9750"/>
              <a:gd name="connsiteY54-1622" fmla="*/ 3984 h 10000"/>
              <a:gd name="connsiteX55-1623" fmla="*/ 6600 w 9750"/>
              <a:gd name="connsiteY55-1624" fmla="*/ 3537 h 10000"/>
              <a:gd name="connsiteX56-1625" fmla="*/ 6600 w 9750"/>
              <a:gd name="connsiteY56-1626" fmla="*/ 3110 h 10000"/>
              <a:gd name="connsiteX57-1627" fmla="*/ 6600 w 9750"/>
              <a:gd name="connsiteY57-1628" fmla="*/ 2683 h 10000"/>
              <a:gd name="connsiteX58-1629" fmla="*/ 6300 w 9750"/>
              <a:gd name="connsiteY58-1630" fmla="*/ 2256 h 10000"/>
              <a:gd name="connsiteX59-1631" fmla="*/ 6300 w 9750"/>
              <a:gd name="connsiteY59-1632" fmla="*/ 1931 h 10000"/>
              <a:gd name="connsiteX60-1633" fmla="*/ 6050 w 9750"/>
              <a:gd name="connsiteY60-1634" fmla="*/ 1606 h 10000"/>
              <a:gd name="connsiteX61-1635" fmla="*/ 5800 w 9750"/>
              <a:gd name="connsiteY61-1636" fmla="*/ 1402 h 10000"/>
              <a:gd name="connsiteX62-1637" fmla="*/ 5550 w 9750"/>
              <a:gd name="connsiteY62-1638" fmla="*/ 1179 h 10000"/>
              <a:gd name="connsiteX63-1639" fmla="*/ 5250 w 9750"/>
              <a:gd name="connsiteY63-1640" fmla="*/ 976 h 10000"/>
              <a:gd name="connsiteX64-1641" fmla="*/ 5000 w 9750"/>
              <a:gd name="connsiteY64-1642" fmla="*/ 854 h 10000"/>
              <a:gd name="connsiteX65-1643" fmla="*/ 4750 w 9750"/>
              <a:gd name="connsiteY65-1644" fmla="*/ 650 h 10000"/>
              <a:gd name="connsiteX66-1645" fmla="*/ 4450 w 9750"/>
              <a:gd name="connsiteY66-1646" fmla="*/ 427 h 10000"/>
              <a:gd name="connsiteX67-1647" fmla="*/ 4450 w 9750"/>
              <a:gd name="connsiteY67-1648" fmla="*/ 325 h 10000"/>
              <a:gd name="connsiteX68-1649" fmla="*/ 4450 w 9750"/>
              <a:gd name="connsiteY68-1650" fmla="*/ 224 h 10000"/>
              <a:gd name="connsiteX69-1651" fmla="*/ 4750 w 9750"/>
              <a:gd name="connsiteY69-1652" fmla="*/ 102 h 10000"/>
              <a:gd name="connsiteX70-1653" fmla="*/ 5000 w 9750"/>
              <a:gd name="connsiteY70-1654" fmla="*/ 0 h 10000"/>
              <a:gd name="connsiteX71-1655" fmla="*/ 5800 w 9750"/>
              <a:gd name="connsiteY71-1656" fmla="*/ 0 h 10000"/>
              <a:gd name="connsiteX72-1657" fmla="*/ 6300 w 9750"/>
              <a:gd name="connsiteY72-1658" fmla="*/ 0 h 10000"/>
              <a:gd name="connsiteX73-1659" fmla="*/ 7100 w 9750"/>
              <a:gd name="connsiteY73-1660" fmla="*/ 102 h 10000"/>
              <a:gd name="connsiteX74-1661" fmla="*/ 7650 w 9750"/>
              <a:gd name="connsiteY74-1662" fmla="*/ 224 h 10000"/>
              <a:gd name="connsiteX75-1663" fmla="*/ 8150 w 9750"/>
              <a:gd name="connsiteY75-1664" fmla="*/ 224 h 10000"/>
              <a:gd name="connsiteX76-1665" fmla="*/ 8450 w 9750"/>
              <a:gd name="connsiteY76-1666" fmla="*/ 325 h 10000"/>
              <a:gd name="connsiteX77-1667" fmla="*/ 8950 w 9750"/>
              <a:gd name="connsiteY77-1668" fmla="*/ 427 h 10000"/>
              <a:gd name="connsiteX78-1669" fmla="*/ 9200 w 9750"/>
              <a:gd name="connsiteY78-1670" fmla="*/ 528 h 10000"/>
              <a:gd name="connsiteX79-1671" fmla="*/ 9200 w 9750"/>
              <a:gd name="connsiteY79-1672" fmla="*/ 528 h 10000"/>
              <a:gd name="connsiteX80-1673" fmla="*/ 9500 w 9750"/>
              <a:gd name="connsiteY80-1674" fmla="*/ 650 h 10000"/>
              <a:gd name="connsiteX81-1675" fmla="*/ 9500 w 9750"/>
              <a:gd name="connsiteY81-1676" fmla="*/ 650 h 10000"/>
              <a:gd name="connsiteX82-1677" fmla="*/ 9200 w 9750"/>
              <a:gd name="connsiteY82-1678" fmla="*/ 752 h 10000"/>
              <a:gd name="connsiteX83-1679" fmla="*/ 9200 w 9750"/>
              <a:gd name="connsiteY83-1680" fmla="*/ 976 h 10000"/>
              <a:gd name="connsiteX84-1681" fmla="*/ 9200 w 9750"/>
              <a:gd name="connsiteY84-1682" fmla="*/ 1077 h 10000"/>
              <a:gd name="connsiteX85-1683" fmla="*/ 8950 w 9750"/>
              <a:gd name="connsiteY85-1684" fmla="*/ 1280 h 10000"/>
              <a:gd name="connsiteX86-1685" fmla="*/ 8950 w 9750"/>
              <a:gd name="connsiteY86-1686" fmla="*/ 1606 h 10000"/>
              <a:gd name="connsiteX87-1687" fmla="*/ 8950 w 9750"/>
              <a:gd name="connsiteY87-1688" fmla="*/ 1931 h 10000"/>
              <a:gd name="connsiteX88-1689" fmla="*/ 9200 w 9750"/>
              <a:gd name="connsiteY88-1690" fmla="*/ 2358 h 10000"/>
              <a:gd name="connsiteX89-1691" fmla="*/ 9200 w 9750"/>
              <a:gd name="connsiteY89-1692" fmla="*/ 2358 h 10000"/>
              <a:gd name="connsiteX0-1693" fmla="*/ 9436 w 10000"/>
              <a:gd name="connsiteY0-1694" fmla="*/ 2358 h 10000"/>
              <a:gd name="connsiteX1-1695" fmla="*/ 9436 w 10000"/>
              <a:gd name="connsiteY1-1696" fmla="*/ 2581 h 10000"/>
              <a:gd name="connsiteX2-1697" fmla="*/ 9436 w 10000"/>
              <a:gd name="connsiteY2-1698" fmla="*/ 2907 h 10000"/>
              <a:gd name="connsiteX3-1699" fmla="*/ 9436 w 10000"/>
              <a:gd name="connsiteY3-1700" fmla="*/ 3333 h 10000"/>
              <a:gd name="connsiteX4-1701" fmla="*/ 9744 w 10000"/>
              <a:gd name="connsiteY4-1702" fmla="*/ 3760 h 10000"/>
              <a:gd name="connsiteX5-1703" fmla="*/ 9744 w 10000"/>
              <a:gd name="connsiteY5-1704" fmla="*/ 4187 h 10000"/>
              <a:gd name="connsiteX6-1705" fmla="*/ 9744 w 10000"/>
              <a:gd name="connsiteY6-1706" fmla="*/ 4837 h 10000"/>
              <a:gd name="connsiteX7-1707" fmla="*/ 9744 w 10000"/>
              <a:gd name="connsiteY7-1708" fmla="*/ 5366 h 10000"/>
              <a:gd name="connsiteX8-1709" fmla="*/ 9744 w 10000"/>
              <a:gd name="connsiteY8-1710" fmla="*/ 6118 h 10000"/>
              <a:gd name="connsiteX9-1711" fmla="*/ 10000 w 10000"/>
              <a:gd name="connsiteY9-1712" fmla="*/ 6768 h 10000"/>
              <a:gd name="connsiteX10-1713" fmla="*/ 10000 w 10000"/>
              <a:gd name="connsiteY10-1714" fmla="*/ 7317 h 10000"/>
              <a:gd name="connsiteX11-1715" fmla="*/ 9744 w 10000"/>
              <a:gd name="connsiteY11-1716" fmla="*/ 7846 h 10000"/>
              <a:gd name="connsiteX12-1717" fmla="*/ 9744 w 10000"/>
              <a:gd name="connsiteY12-1718" fmla="*/ 8272 h 10000"/>
              <a:gd name="connsiteX13-1719" fmla="*/ 9436 w 10000"/>
              <a:gd name="connsiteY13-1720" fmla="*/ 8699 h 10000"/>
              <a:gd name="connsiteX14-1721" fmla="*/ 9179 w 10000"/>
              <a:gd name="connsiteY14-1722" fmla="*/ 9024 h 10000"/>
              <a:gd name="connsiteX15-1723" fmla="*/ 9179 w 10000"/>
              <a:gd name="connsiteY15-1724" fmla="*/ 9248 h 10000"/>
              <a:gd name="connsiteX16-1725" fmla="*/ 8667 w 10000"/>
              <a:gd name="connsiteY16-1726" fmla="*/ 9451 h 10000"/>
              <a:gd name="connsiteX17-1727" fmla="*/ 8103 w 10000"/>
              <a:gd name="connsiteY17-1728" fmla="*/ 9675 h 10000"/>
              <a:gd name="connsiteX18-1729" fmla="*/ 7282 w 10000"/>
              <a:gd name="connsiteY18-1730" fmla="*/ 9878 h 10000"/>
              <a:gd name="connsiteX19-1731" fmla="*/ 7026 w 10000"/>
              <a:gd name="connsiteY19-1732" fmla="*/ 10000 h 10000"/>
              <a:gd name="connsiteX20-1733" fmla="*/ 6462 w 10000"/>
              <a:gd name="connsiteY20-1734" fmla="*/ 10000 h 10000"/>
              <a:gd name="connsiteX21-1735" fmla="*/ 6205 w 10000"/>
              <a:gd name="connsiteY21-1736" fmla="*/ 10000 h 10000"/>
              <a:gd name="connsiteX22-1737" fmla="*/ 5949 w 10000"/>
              <a:gd name="connsiteY22-1738" fmla="*/ 9878 h 10000"/>
              <a:gd name="connsiteX23-1739" fmla="*/ 5385 w 10000"/>
              <a:gd name="connsiteY23-1740" fmla="*/ 9776 h 10000"/>
              <a:gd name="connsiteX24-1741" fmla="*/ 5128 w 10000"/>
              <a:gd name="connsiteY24-1742" fmla="*/ 9573 h 10000"/>
              <a:gd name="connsiteX25-1743" fmla="*/ 4564 w 10000"/>
              <a:gd name="connsiteY25-1744" fmla="*/ 9248 h 10000"/>
              <a:gd name="connsiteX26-1745" fmla="*/ 3795 w 10000"/>
              <a:gd name="connsiteY26-1746" fmla="*/ 9024 h 10000"/>
              <a:gd name="connsiteX27-1747" fmla="*/ 3487 w 10000"/>
              <a:gd name="connsiteY27-1748" fmla="*/ 8923 h 10000"/>
              <a:gd name="connsiteX28-1749" fmla="*/ 2974 w 10000"/>
              <a:gd name="connsiteY28-1750" fmla="*/ 8821 h 10000"/>
              <a:gd name="connsiteX29-1751" fmla="*/ 2410 w 10000"/>
              <a:gd name="connsiteY29-1752" fmla="*/ 8699 h 10000"/>
              <a:gd name="connsiteX30-1753" fmla="*/ 1897 w 10000"/>
              <a:gd name="connsiteY30-1754" fmla="*/ 8496 h 10000"/>
              <a:gd name="connsiteX31-1755" fmla="*/ 1333 w 10000"/>
              <a:gd name="connsiteY31-1756" fmla="*/ 8374 h 10000"/>
              <a:gd name="connsiteX32-1757" fmla="*/ 1077 w 10000"/>
              <a:gd name="connsiteY32-1758" fmla="*/ 8272 h 10000"/>
              <a:gd name="connsiteX33-1759" fmla="*/ 0 w 10000"/>
              <a:gd name="connsiteY33-1760" fmla="*/ 8069 h 10000"/>
              <a:gd name="connsiteX34-1761" fmla="*/ 0 w 10000"/>
              <a:gd name="connsiteY34-1762" fmla="*/ 8069 h 10000"/>
              <a:gd name="connsiteX35-1763" fmla="*/ 2154 w 10000"/>
              <a:gd name="connsiteY35-1764" fmla="*/ 7947 h 10000"/>
              <a:gd name="connsiteX36-1765" fmla="*/ 3231 w 10000"/>
              <a:gd name="connsiteY36-1766" fmla="*/ 8069 h 10000"/>
              <a:gd name="connsiteX37-1767" fmla="*/ 4051 w 10000"/>
              <a:gd name="connsiteY37-1768" fmla="*/ 8069 h 10000"/>
              <a:gd name="connsiteX38-1769" fmla="*/ 4872 w 10000"/>
              <a:gd name="connsiteY38-1770" fmla="*/ 8069 h 10000"/>
              <a:gd name="connsiteX39-1771" fmla="*/ 5385 w 10000"/>
              <a:gd name="connsiteY39-1772" fmla="*/ 8069 h 10000"/>
              <a:gd name="connsiteX40-1773" fmla="*/ 5949 w 10000"/>
              <a:gd name="connsiteY40-1774" fmla="*/ 8069 h 10000"/>
              <a:gd name="connsiteX41-1775" fmla="*/ 6205 w 10000"/>
              <a:gd name="connsiteY41-1776" fmla="*/ 7947 h 10000"/>
              <a:gd name="connsiteX42-1777" fmla="*/ 6462 w 10000"/>
              <a:gd name="connsiteY42-1778" fmla="*/ 7744 h 10000"/>
              <a:gd name="connsiteX43-1779" fmla="*/ 6769 w 10000"/>
              <a:gd name="connsiteY43-1780" fmla="*/ 7520 h 10000"/>
              <a:gd name="connsiteX44-1781" fmla="*/ 7026 w 10000"/>
              <a:gd name="connsiteY44-1782" fmla="*/ 7317 h 10000"/>
              <a:gd name="connsiteX45-1783" fmla="*/ 7026 w 10000"/>
              <a:gd name="connsiteY45-1784" fmla="*/ 6992 h 10000"/>
              <a:gd name="connsiteX46-1785" fmla="*/ 7026 w 10000"/>
              <a:gd name="connsiteY46-1786" fmla="*/ 6565 h 10000"/>
              <a:gd name="connsiteX47-1787" fmla="*/ 7026 w 10000"/>
              <a:gd name="connsiteY47-1788" fmla="*/ 6016 h 10000"/>
              <a:gd name="connsiteX48-1789" fmla="*/ 7026 w 10000"/>
              <a:gd name="connsiteY48-1790" fmla="*/ 5691 h 10000"/>
              <a:gd name="connsiteX49-1791" fmla="*/ 7026 w 10000"/>
              <a:gd name="connsiteY49-1792" fmla="*/ 5488 h 10000"/>
              <a:gd name="connsiteX50-1793" fmla="*/ 7026 w 10000"/>
              <a:gd name="connsiteY50-1794" fmla="*/ 5041 h 10000"/>
              <a:gd name="connsiteX51-1795" fmla="*/ 7026 w 10000"/>
              <a:gd name="connsiteY51-1796" fmla="*/ 4736 h 10000"/>
              <a:gd name="connsiteX52-1797" fmla="*/ 7026 w 10000"/>
              <a:gd name="connsiteY52-1798" fmla="*/ 4411 h 10000"/>
              <a:gd name="connsiteX53-1799" fmla="*/ 7026 w 10000"/>
              <a:gd name="connsiteY53-1800" fmla="*/ 3984 h 10000"/>
              <a:gd name="connsiteX54-1801" fmla="*/ 6769 w 10000"/>
              <a:gd name="connsiteY54-1802" fmla="*/ 3537 h 10000"/>
              <a:gd name="connsiteX55-1803" fmla="*/ 6769 w 10000"/>
              <a:gd name="connsiteY55-1804" fmla="*/ 3110 h 10000"/>
              <a:gd name="connsiteX56-1805" fmla="*/ 6769 w 10000"/>
              <a:gd name="connsiteY56-1806" fmla="*/ 2683 h 10000"/>
              <a:gd name="connsiteX57-1807" fmla="*/ 6462 w 10000"/>
              <a:gd name="connsiteY57-1808" fmla="*/ 2256 h 10000"/>
              <a:gd name="connsiteX58-1809" fmla="*/ 6462 w 10000"/>
              <a:gd name="connsiteY58-1810" fmla="*/ 1931 h 10000"/>
              <a:gd name="connsiteX59-1811" fmla="*/ 6205 w 10000"/>
              <a:gd name="connsiteY59-1812" fmla="*/ 1606 h 10000"/>
              <a:gd name="connsiteX60-1813" fmla="*/ 5949 w 10000"/>
              <a:gd name="connsiteY60-1814" fmla="*/ 1402 h 10000"/>
              <a:gd name="connsiteX61-1815" fmla="*/ 5692 w 10000"/>
              <a:gd name="connsiteY61-1816" fmla="*/ 1179 h 10000"/>
              <a:gd name="connsiteX62-1817" fmla="*/ 5385 w 10000"/>
              <a:gd name="connsiteY62-1818" fmla="*/ 976 h 10000"/>
              <a:gd name="connsiteX63-1819" fmla="*/ 5128 w 10000"/>
              <a:gd name="connsiteY63-1820" fmla="*/ 854 h 10000"/>
              <a:gd name="connsiteX64-1821" fmla="*/ 4872 w 10000"/>
              <a:gd name="connsiteY64-1822" fmla="*/ 650 h 10000"/>
              <a:gd name="connsiteX65-1823" fmla="*/ 4564 w 10000"/>
              <a:gd name="connsiteY65-1824" fmla="*/ 427 h 10000"/>
              <a:gd name="connsiteX66-1825" fmla="*/ 4564 w 10000"/>
              <a:gd name="connsiteY66-1826" fmla="*/ 325 h 10000"/>
              <a:gd name="connsiteX67-1827" fmla="*/ 4564 w 10000"/>
              <a:gd name="connsiteY67-1828" fmla="*/ 224 h 10000"/>
              <a:gd name="connsiteX68-1829" fmla="*/ 4872 w 10000"/>
              <a:gd name="connsiteY68-1830" fmla="*/ 102 h 10000"/>
              <a:gd name="connsiteX69-1831" fmla="*/ 5128 w 10000"/>
              <a:gd name="connsiteY69-1832" fmla="*/ 0 h 10000"/>
              <a:gd name="connsiteX70-1833" fmla="*/ 5949 w 10000"/>
              <a:gd name="connsiteY70-1834" fmla="*/ 0 h 10000"/>
              <a:gd name="connsiteX71-1835" fmla="*/ 6462 w 10000"/>
              <a:gd name="connsiteY71-1836" fmla="*/ 0 h 10000"/>
              <a:gd name="connsiteX72-1837" fmla="*/ 7282 w 10000"/>
              <a:gd name="connsiteY72-1838" fmla="*/ 102 h 10000"/>
              <a:gd name="connsiteX73-1839" fmla="*/ 7846 w 10000"/>
              <a:gd name="connsiteY73-1840" fmla="*/ 224 h 10000"/>
              <a:gd name="connsiteX74-1841" fmla="*/ 8359 w 10000"/>
              <a:gd name="connsiteY74-1842" fmla="*/ 224 h 10000"/>
              <a:gd name="connsiteX75-1843" fmla="*/ 8667 w 10000"/>
              <a:gd name="connsiteY75-1844" fmla="*/ 325 h 10000"/>
              <a:gd name="connsiteX76-1845" fmla="*/ 9179 w 10000"/>
              <a:gd name="connsiteY76-1846" fmla="*/ 427 h 10000"/>
              <a:gd name="connsiteX77-1847" fmla="*/ 9436 w 10000"/>
              <a:gd name="connsiteY77-1848" fmla="*/ 528 h 10000"/>
              <a:gd name="connsiteX78-1849" fmla="*/ 9436 w 10000"/>
              <a:gd name="connsiteY78-1850" fmla="*/ 528 h 10000"/>
              <a:gd name="connsiteX79-1851" fmla="*/ 9744 w 10000"/>
              <a:gd name="connsiteY79-1852" fmla="*/ 650 h 10000"/>
              <a:gd name="connsiteX80-1853" fmla="*/ 9744 w 10000"/>
              <a:gd name="connsiteY80-1854" fmla="*/ 650 h 10000"/>
              <a:gd name="connsiteX81-1855" fmla="*/ 9436 w 10000"/>
              <a:gd name="connsiteY81-1856" fmla="*/ 752 h 10000"/>
              <a:gd name="connsiteX82-1857" fmla="*/ 9436 w 10000"/>
              <a:gd name="connsiteY82-1858" fmla="*/ 976 h 10000"/>
              <a:gd name="connsiteX83-1859" fmla="*/ 9436 w 10000"/>
              <a:gd name="connsiteY83-1860" fmla="*/ 1077 h 10000"/>
              <a:gd name="connsiteX84-1861" fmla="*/ 9179 w 10000"/>
              <a:gd name="connsiteY84-1862" fmla="*/ 1280 h 10000"/>
              <a:gd name="connsiteX85-1863" fmla="*/ 9179 w 10000"/>
              <a:gd name="connsiteY85-1864" fmla="*/ 1606 h 10000"/>
              <a:gd name="connsiteX86-1865" fmla="*/ 9179 w 10000"/>
              <a:gd name="connsiteY86-1866" fmla="*/ 1931 h 10000"/>
              <a:gd name="connsiteX87-1867" fmla="*/ 9436 w 10000"/>
              <a:gd name="connsiteY87-1868" fmla="*/ 2358 h 10000"/>
              <a:gd name="connsiteX88-1869" fmla="*/ 9436 w 10000"/>
              <a:gd name="connsiteY88-1870" fmla="*/ 2358 h 10000"/>
              <a:gd name="connsiteX0-1871" fmla="*/ 9436 w 10000"/>
              <a:gd name="connsiteY0-1872" fmla="*/ 2358 h 10000"/>
              <a:gd name="connsiteX1-1873" fmla="*/ 9436 w 10000"/>
              <a:gd name="connsiteY1-1874" fmla="*/ 2581 h 10000"/>
              <a:gd name="connsiteX2-1875" fmla="*/ 9436 w 10000"/>
              <a:gd name="connsiteY2-1876" fmla="*/ 2907 h 10000"/>
              <a:gd name="connsiteX3-1877" fmla="*/ 9436 w 10000"/>
              <a:gd name="connsiteY3-1878" fmla="*/ 3333 h 10000"/>
              <a:gd name="connsiteX4-1879" fmla="*/ 9744 w 10000"/>
              <a:gd name="connsiteY4-1880" fmla="*/ 3760 h 10000"/>
              <a:gd name="connsiteX5-1881" fmla="*/ 9744 w 10000"/>
              <a:gd name="connsiteY5-1882" fmla="*/ 4187 h 10000"/>
              <a:gd name="connsiteX6-1883" fmla="*/ 9744 w 10000"/>
              <a:gd name="connsiteY6-1884" fmla="*/ 4837 h 10000"/>
              <a:gd name="connsiteX7-1885" fmla="*/ 9744 w 10000"/>
              <a:gd name="connsiteY7-1886" fmla="*/ 5366 h 10000"/>
              <a:gd name="connsiteX8-1887" fmla="*/ 9744 w 10000"/>
              <a:gd name="connsiteY8-1888" fmla="*/ 6118 h 10000"/>
              <a:gd name="connsiteX9-1889" fmla="*/ 10000 w 10000"/>
              <a:gd name="connsiteY9-1890" fmla="*/ 6768 h 10000"/>
              <a:gd name="connsiteX10-1891" fmla="*/ 10000 w 10000"/>
              <a:gd name="connsiteY10-1892" fmla="*/ 7317 h 10000"/>
              <a:gd name="connsiteX11-1893" fmla="*/ 9744 w 10000"/>
              <a:gd name="connsiteY11-1894" fmla="*/ 7846 h 10000"/>
              <a:gd name="connsiteX12-1895" fmla="*/ 9744 w 10000"/>
              <a:gd name="connsiteY12-1896" fmla="*/ 8272 h 10000"/>
              <a:gd name="connsiteX13-1897" fmla="*/ 9436 w 10000"/>
              <a:gd name="connsiteY13-1898" fmla="*/ 8699 h 10000"/>
              <a:gd name="connsiteX14-1899" fmla="*/ 9179 w 10000"/>
              <a:gd name="connsiteY14-1900" fmla="*/ 9024 h 10000"/>
              <a:gd name="connsiteX15-1901" fmla="*/ 9179 w 10000"/>
              <a:gd name="connsiteY15-1902" fmla="*/ 9248 h 10000"/>
              <a:gd name="connsiteX16-1903" fmla="*/ 8667 w 10000"/>
              <a:gd name="connsiteY16-1904" fmla="*/ 9451 h 10000"/>
              <a:gd name="connsiteX17-1905" fmla="*/ 8103 w 10000"/>
              <a:gd name="connsiteY17-1906" fmla="*/ 9675 h 10000"/>
              <a:gd name="connsiteX18-1907" fmla="*/ 7282 w 10000"/>
              <a:gd name="connsiteY18-1908" fmla="*/ 9878 h 10000"/>
              <a:gd name="connsiteX19-1909" fmla="*/ 7026 w 10000"/>
              <a:gd name="connsiteY19-1910" fmla="*/ 10000 h 10000"/>
              <a:gd name="connsiteX20-1911" fmla="*/ 6462 w 10000"/>
              <a:gd name="connsiteY20-1912" fmla="*/ 10000 h 10000"/>
              <a:gd name="connsiteX21-1913" fmla="*/ 6205 w 10000"/>
              <a:gd name="connsiteY21-1914" fmla="*/ 10000 h 10000"/>
              <a:gd name="connsiteX22-1915" fmla="*/ 5949 w 10000"/>
              <a:gd name="connsiteY22-1916" fmla="*/ 9878 h 10000"/>
              <a:gd name="connsiteX23-1917" fmla="*/ 5385 w 10000"/>
              <a:gd name="connsiteY23-1918" fmla="*/ 9776 h 10000"/>
              <a:gd name="connsiteX24-1919" fmla="*/ 5128 w 10000"/>
              <a:gd name="connsiteY24-1920" fmla="*/ 9573 h 10000"/>
              <a:gd name="connsiteX25-1921" fmla="*/ 4564 w 10000"/>
              <a:gd name="connsiteY25-1922" fmla="*/ 9248 h 10000"/>
              <a:gd name="connsiteX26-1923" fmla="*/ 3795 w 10000"/>
              <a:gd name="connsiteY26-1924" fmla="*/ 9024 h 10000"/>
              <a:gd name="connsiteX27-1925" fmla="*/ 3487 w 10000"/>
              <a:gd name="connsiteY27-1926" fmla="*/ 8923 h 10000"/>
              <a:gd name="connsiteX28-1927" fmla="*/ 2974 w 10000"/>
              <a:gd name="connsiteY28-1928" fmla="*/ 8821 h 10000"/>
              <a:gd name="connsiteX29-1929" fmla="*/ 2410 w 10000"/>
              <a:gd name="connsiteY29-1930" fmla="*/ 8699 h 10000"/>
              <a:gd name="connsiteX30-1931" fmla="*/ 1897 w 10000"/>
              <a:gd name="connsiteY30-1932" fmla="*/ 8496 h 10000"/>
              <a:gd name="connsiteX31-1933" fmla="*/ 1333 w 10000"/>
              <a:gd name="connsiteY31-1934" fmla="*/ 8374 h 10000"/>
              <a:gd name="connsiteX32-1935" fmla="*/ 0 w 10000"/>
              <a:gd name="connsiteY32-1936" fmla="*/ 8069 h 10000"/>
              <a:gd name="connsiteX33-1937" fmla="*/ 0 w 10000"/>
              <a:gd name="connsiteY33-1938" fmla="*/ 8069 h 10000"/>
              <a:gd name="connsiteX34-1939" fmla="*/ 2154 w 10000"/>
              <a:gd name="connsiteY34-1940" fmla="*/ 7947 h 10000"/>
              <a:gd name="connsiteX35-1941" fmla="*/ 3231 w 10000"/>
              <a:gd name="connsiteY35-1942" fmla="*/ 8069 h 10000"/>
              <a:gd name="connsiteX36-1943" fmla="*/ 4051 w 10000"/>
              <a:gd name="connsiteY36-1944" fmla="*/ 8069 h 10000"/>
              <a:gd name="connsiteX37-1945" fmla="*/ 4872 w 10000"/>
              <a:gd name="connsiteY37-1946" fmla="*/ 8069 h 10000"/>
              <a:gd name="connsiteX38-1947" fmla="*/ 5385 w 10000"/>
              <a:gd name="connsiteY38-1948" fmla="*/ 8069 h 10000"/>
              <a:gd name="connsiteX39-1949" fmla="*/ 5949 w 10000"/>
              <a:gd name="connsiteY39-1950" fmla="*/ 8069 h 10000"/>
              <a:gd name="connsiteX40-1951" fmla="*/ 6205 w 10000"/>
              <a:gd name="connsiteY40-1952" fmla="*/ 7947 h 10000"/>
              <a:gd name="connsiteX41-1953" fmla="*/ 6462 w 10000"/>
              <a:gd name="connsiteY41-1954" fmla="*/ 7744 h 10000"/>
              <a:gd name="connsiteX42-1955" fmla="*/ 6769 w 10000"/>
              <a:gd name="connsiteY42-1956" fmla="*/ 7520 h 10000"/>
              <a:gd name="connsiteX43-1957" fmla="*/ 7026 w 10000"/>
              <a:gd name="connsiteY43-1958" fmla="*/ 7317 h 10000"/>
              <a:gd name="connsiteX44-1959" fmla="*/ 7026 w 10000"/>
              <a:gd name="connsiteY44-1960" fmla="*/ 6992 h 10000"/>
              <a:gd name="connsiteX45-1961" fmla="*/ 7026 w 10000"/>
              <a:gd name="connsiteY45-1962" fmla="*/ 6565 h 10000"/>
              <a:gd name="connsiteX46-1963" fmla="*/ 7026 w 10000"/>
              <a:gd name="connsiteY46-1964" fmla="*/ 6016 h 10000"/>
              <a:gd name="connsiteX47-1965" fmla="*/ 7026 w 10000"/>
              <a:gd name="connsiteY47-1966" fmla="*/ 5691 h 10000"/>
              <a:gd name="connsiteX48-1967" fmla="*/ 7026 w 10000"/>
              <a:gd name="connsiteY48-1968" fmla="*/ 5488 h 10000"/>
              <a:gd name="connsiteX49-1969" fmla="*/ 7026 w 10000"/>
              <a:gd name="connsiteY49-1970" fmla="*/ 5041 h 10000"/>
              <a:gd name="connsiteX50-1971" fmla="*/ 7026 w 10000"/>
              <a:gd name="connsiteY50-1972" fmla="*/ 4736 h 10000"/>
              <a:gd name="connsiteX51-1973" fmla="*/ 7026 w 10000"/>
              <a:gd name="connsiteY51-1974" fmla="*/ 4411 h 10000"/>
              <a:gd name="connsiteX52-1975" fmla="*/ 7026 w 10000"/>
              <a:gd name="connsiteY52-1976" fmla="*/ 3984 h 10000"/>
              <a:gd name="connsiteX53-1977" fmla="*/ 6769 w 10000"/>
              <a:gd name="connsiteY53-1978" fmla="*/ 3537 h 10000"/>
              <a:gd name="connsiteX54-1979" fmla="*/ 6769 w 10000"/>
              <a:gd name="connsiteY54-1980" fmla="*/ 3110 h 10000"/>
              <a:gd name="connsiteX55-1981" fmla="*/ 6769 w 10000"/>
              <a:gd name="connsiteY55-1982" fmla="*/ 2683 h 10000"/>
              <a:gd name="connsiteX56-1983" fmla="*/ 6462 w 10000"/>
              <a:gd name="connsiteY56-1984" fmla="*/ 2256 h 10000"/>
              <a:gd name="connsiteX57-1985" fmla="*/ 6462 w 10000"/>
              <a:gd name="connsiteY57-1986" fmla="*/ 1931 h 10000"/>
              <a:gd name="connsiteX58-1987" fmla="*/ 6205 w 10000"/>
              <a:gd name="connsiteY58-1988" fmla="*/ 1606 h 10000"/>
              <a:gd name="connsiteX59-1989" fmla="*/ 5949 w 10000"/>
              <a:gd name="connsiteY59-1990" fmla="*/ 1402 h 10000"/>
              <a:gd name="connsiteX60-1991" fmla="*/ 5692 w 10000"/>
              <a:gd name="connsiteY60-1992" fmla="*/ 1179 h 10000"/>
              <a:gd name="connsiteX61-1993" fmla="*/ 5385 w 10000"/>
              <a:gd name="connsiteY61-1994" fmla="*/ 976 h 10000"/>
              <a:gd name="connsiteX62-1995" fmla="*/ 5128 w 10000"/>
              <a:gd name="connsiteY62-1996" fmla="*/ 854 h 10000"/>
              <a:gd name="connsiteX63-1997" fmla="*/ 4872 w 10000"/>
              <a:gd name="connsiteY63-1998" fmla="*/ 650 h 10000"/>
              <a:gd name="connsiteX64-1999" fmla="*/ 4564 w 10000"/>
              <a:gd name="connsiteY64-2000" fmla="*/ 427 h 10000"/>
              <a:gd name="connsiteX65-2001" fmla="*/ 4564 w 10000"/>
              <a:gd name="connsiteY65-2002" fmla="*/ 325 h 10000"/>
              <a:gd name="connsiteX66-2003" fmla="*/ 4564 w 10000"/>
              <a:gd name="connsiteY66-2004" fmla="*/ 224 h 10000"/>
              <a:gd name="connsiteX67-2005" fmla="*/ 4872 w 10000"/>
              <a:gd name="connsiteY67-2006" fmla="*/ 102 h 10000"/>
              <a:gd name="connsiteX68-2007" fmla="*/ 5128 w 10000"/>
              <a:gd name="connsiteY68-2008" fmla="*/ 0 h 10000"/>
              <a:gd name="connsiteX69-2009" fmla="*/ 5949 w 10000"/>
              <a:gd name="connsiteY69-2010" fmla="*/ 0 h 10000"/>
              <a:gd name="connsiteX70-2011" fmla="*/ 6462 w 10000"/>
              <a:gd name="connsiteY70-2012" fmla="*/ 0 h 10000"/>
              <a:gd name="connsiteX71-2013" fmla="*/ 7282 w 10000"/>
              <a:gd name="connsiteY71-2014" fmla="*/ 102 h 10000"/>
              <a:gd name="connsiteX72-2015" fmla="*/ 7846 w 10000"/>
              <a:gd name="connsiteY72-2016" fmla="*/ 224 h 10000"/>
              <a:gd name="connsiteX73-2017" fmla="*/ 8359 w 10000"/>
              <a:gd name="connsiteY73-2018" fmla="*/ 224 h 10000"/>
              <a:gd name="connsiteX74-2019" fmla="*/ 8667 w 10000"/>
              <a:gd name="connsiteY74-2020" fmla="*/ 325 h 10000"/>
              <a:gd name="connsiteX75-2021" fmla="*/ 9179 w 10000"/>
              <a:gd name="connsiteY75-2022" fmla="*/ 427 h 10000"/>
              <a:gd name="connsiteX76-2023" fmla="*/ 9436 w 10000"/>
              <a:gd name="connsiteY76-2024" fmla="*/ 528 h 10000"/>
              <a:gd name="connsiteX77-2025" fmla="*/ 9436 w 10000"/>
              <a:gd name="connsiteY77-2026" fmla="*/ 528 h 10000"/>
              <a:gd name="connsiteX78-2027" fmla="*/ 9744 w 10000"/>
              <a:gd name="connsiteY78-2028" fmla="*/ 650 h 10000"/>
              <a:gd name="connsiteX79-2029" fmla="*/ 9744 w 10000"/>
              <a:gd name="connsiteY79-2030" fmla="*/ 650 h 10000"/>
              <a:gd name="connsiteX80-2031" fmla="*/ 9436 w 10000"/>
              <a:gd name="connsiteY80-2032" fmla="*/ 752 h 10000"/>
              <a:gd name="connsiteX81-2033" fmla="*/ 9436 w 10000"/>
              <a:gd name="connsiteY81-2034" fmla="*/ 976 h 10000"/>
              <a:gd name="connsiteX82-2035" fmla="*/ 9436 w 10000"/>
              <a:gd name="connsiteY82-2036" fmla="*/ 1077 h 10000"/>
              <a:gd name="connsiteX83-2037" fmla="*/ 9179 w 10000"/>
              <a:gd name="connsiteY83-2038" fmla="*/ 1280 h 10000"/>
              <a:gd name="connsiteX84-2039" fmla="*/ 9179 w 10000"/>
              <a:gd name="connsiteY84-2040" fmla="*/ 1606 h 10000"/>
              <a:gd name="connsiteX85-2041" fmla="*/ 9179 w 10000"/>
              <a:gd name="connsiteY85-2042" fmla="*/ 1931 h 10000"/>
              <a:gd name="connsiteX86-2043" fmla="*/ 9436 w 10000"/>
              <a:gd name="connsiteY86-2044" fmla="*/ 2358 h 10000"/>
              <a:gd name="connsiteX87-2045" fmla="*/ 9436 w 10000"/>
              <a:gd name="connsiteY87-2046" fmla="*/ 2358 h 10000"/>
              <a:gd name="connsiteX0-2047" fmla="*/ 9436 w 10000"/>
              <a:gd name="connsiteY0-2048" fmla="*/ 2358 h 10000"/>
              <a:gd name="connsiteX1-2049" fmla="*/ 9436 w 10000"/>
              <a:gd name="connsiteY1-2050" fmla="*/ 2581 h 10000"/>
              <a:gd name="connsiteX2-2051" fmla="*/ 9436 w 10000"/>
              <a:gd name="connsiteY2-2052" fmla="*/ 2907 h 10000"/>
              <a:gd name="connsiteX3-2053" fmla="*/ 9436 w 10000"/>
              <a:gd name="connsiteY3-2054" fmla="*/ 3333 h 10000"/>
              <a:gd name="connsiteX4-2055" fmla="*/ 9744 w 10000"/>
              <a:gd name="connsiteY4-2056" fmla="*/ 3760 h 10000"/>
              <a:gd name="connsiteX5-2057" fmla="*/ 9744 w 10000"/>
              <a:gd name="connsiteY5-2058" fmla="*/ 4187 h 10000"/>
              <a:gd name="connsiteX6-2059" fmla="*/ 9744 w 10000"/>
              <a:gd name="connsiteY6-2060" fmla="*/ 4837 h 10000"/>
              <a:gd name="connsiteX7-2061" fmla="*/ 9744 w 10000"/>
              <a:gd name="connsiteY7-2062" fmla="*/ 5366 h 10000"/>
              <a:gd name="connsiteX8-2063" fmla="*/ 9744 w 10000"/>
              <a:gd name="connsiteY8-2064" fmla="*/ 6118 h 10000"/>
              <a:gd name="connsiteX9-2065" fmla="*/ 10000 w 10000"/>
              <a:gd name="connsiteY9-2066" fmla="*/ 6768 h 10000"/>
              <a:gd name="connsiteX10-2067" fmla="*/ 10000 w 10000"/>
              <a:gd name="connsiteY10-2068" fmla="*/ 7317 h 10000"/>
              <a:gd name="connsiteX11-2069" fmla="*/ 9744 w 10000"/>
              <a:gd name="connsiteY11-2070" fmla="*/ 7846 h 10000"/>
              <a:gd name="connsiteX12-2071" fmla="*/ 9744 w 10000"/>
              <a:gd name="connsiteY12-2072" fmla="*/ 8272 h 10000"/>
              <a:gd name="connsiteX13-2073" fmla="*/ 9436 w 10000"/>
              <a:gd name="connsiteY13-2074" fmla="*/ 8699 h 10000"/>
              <a:gd name="connsiteX14-2075" fmla="*/ 9179 w 10000"/>
              <a:gd name="connsiteY14-2076" fmla="*/ 9024 h 10000"/>
              <a:gd name="connsiteX15-2077" fmla="*/ 9179 w 10000"/>
              <a:gd name="connsiteY15-2078" fmla="*/ 9248 h 10000"/>
              <a:gd name="connsiteX16-2079" fmla="*/ 8667 w 10000"/>
              <a:gd name="connsiteY16-2080" fmla="*/ 9451 h 10000"/>
              <a:gd name="connsiteX17-2081" fmla="*/ 8103 w 10000"/>
              <a:gd name="connsiteY17-2082" fmla="*/ 9675 h 10000"/>
              <a:gd name="connsiteX18-2083" fmla="*/ 7282 w 10000"/>
              <a:gd name="connsiteY18-2084" fmla="*/ 9878 h 10000"/>
              <a:gd name="connsiteX19-2085" fmla="*/ 7026 w 10000"/>
              <a:gd name="connsiteY19-2086" fmla="*/ 10000 h 10000"/>
              <a:gd name="connsiteX20-2087" fmla="*/ 6462 w 10000"/>
              <a:gd name="connsiteY20-2088" fmla="*/ 10000 h 10000"/>
              <a:gd name="connsiteX21-2089" fmla="*/ 6205 w 10000"/>
              <a:gd name="connsiteY21-2090" fmla="*/ 10000 h 10000"/>
              <a:gd name="connsiteX22-2091" fmla="*/ 5949 w 10000"/>
              <a:gd name="connsiteY22-2092" fmla="*/ 9878 h 10000"/>
              <a:gd name="connsiteX23-2093" fmla="*/ 5385 w 10000"/>
              <a:gd name="connsiteY23-2094" fmla="*/ 9776 h 10000"/>
              <a:gd name="connsiteX24-2095" fmla="*/ 5128 w 10000"/>
              <a:gd name="connsiteY24-2096" fmla="*/ 9573 h 10000"/>
              <a:gd name="connsiteX25-2097" fmla="*/ 4564 w 10000"/>
              <a:gd name="connsiteY25-2098" fmla="*/ 9248 h 10000"/>
              <a:gd name="connsiteX26-2099" fmla="*/ 3795 w 10000"/>
              <a:gd name="connsiteY26-2100" fmla="*/ 9024 h 10000"/>
              <a:gd name="connsiteX27-2101" fmla="*/ 3487 w 10000"/>
              <a:gd name="connsiteY27-2102" fmla="*/ 8923 h 10000"/>
              <a:gd name="connsiteX28-2103" fmla="*/ 2974 w 10000"/>
              <a:gd name="connsiteY28-2104" fmla="*/ 8821 h 10000"/>
              <a:gd name="connsiteX29-2105" fmla="*/ 2410 w 10000"/>
              <a:gd name="connsiteY29-2106" fmla="*/ 8699 h 10000"/>
              <a:gd name="connsiteX30-2107" fmla="*/ 1897 w 10000"/>
              <a:gd name="connsiteY30-2108" fmla="*/ 8496 h 10000"/>
              <a:gd name="connsiteX31-2109" fmla="*/ 1333 w 10000"/>
              <a:gd name="connsiteY31-2110" fmla="*/ 8374 h 10000"/>
              <a:gd name="connsiteX32-2111" fmla="*/ 0 w 10000"/>
              <a:gd name="connsiteY32-2112" fmla="*/ 8069 h 10000"/>
              <a:gd name="connsiteX33-2113" fmla="*/ 2154 w 10000"/>
              <a:gd name="connsiteY33-2114" fmla="*/ 7947 h 10000"/>
              <a:gd name="connsiteX34-2115" fmla="*/ 3231 w 10000"/>
              <a:gd name="connsiteY34-2116" fmla="*/ 8069 h 10000"/>
              <a:gd name="connsiteX35-2117" fmla="*/ 4051 w 10000"/>
              <a:gd name="connsiteY35-2118" fmla="*/ 8069 h 10000"/>
              <a:gd name="connsiteX36-2119" fmla="*/ 4872 w 10000"/>
              <a:gd name="connsiteY36-2120" fmla="*/ 8069 h 10000"/>
              <a:gd name="connsiteX37-2121" fmla="*/ 5385 w 10000"/>
              <a:gd name="connsiteY37-2122" fmla="*/ 8069 h 10000"/>
              <a:gd name="connsiteX38-2123" fmla="*/ 5949 w 10000"/>
              <a:gd name="connsiteY38-2124" fmla="*/ 8069 h 10000"/>
              <a:gd name="connsiteX39-2125" fmla="*/ 6205 w 10000"/>
              <a:gd name="connsiteY39-2126" fmla="*/ 7947 h 10000"/>
              <a:gd name="connsiteX40-2127" fmla="*/ 6462 w 10000"/>
              <a:gd name="connsiteY40-2128" fmla="*/ 7744 h 10000"/>
              <a:gd name="connsiteX41-2129" fmla="*/ 6769 w 10000"/>
              <a:gd name="connsiteY41-2130" fmla="*/ 7520 h 10000"/>
              <a:gd name="connsiteX42-2131" fmla="*/ 7026 w 10000"/>
              <a:gd name="connsiteY42-2132" fmla="*/ 7317 h 10000"/>
              <a:gd name="connsiteX43-2133" fmla="*/ 7026 w 10000"/>
              <a:gd name="connsiteY43-2134" fmla="*/ 6992 h 10000"/>
              <a:gd name="connsiteX44-2135" fmla="*/ 7026 w 10000"/>
              <a:gd name="connsiteY44-2136" fmla="*/ 6565 h 10000"/>
              <a:gd name="connsiteX45-2137" fmla="*/ 7026 w 10000"/>
              <a:gd name="connsiteY45-2138" fmla="*/ 6016 h 10000"/>
              <a:gd name="connsiteX46-2139" fmla="*/ 7026 w 10000"/>
              <a:gd name="connsiteY46-2140" fmla="*/ 5691 h 10000"/>
              <a:gd name="connsiteX47-2141" fmla="*/ 7026 w 10000"/>
              <a:gd name="connsiteY47-2142" fmla="*/ 5488 h 10000"/>
              <a:gd name="connsiteX48-2143" fmla="*/ 7026 w 10000"/>
              <a:gd name="connsiteY48-2144" fmla="*/ 5041 h 10000"/>
              <a:gd name="connsiteX49-2145" fmla="*/ 7026 w 10000"/>
              <a:gd name="connsiteY49-2146" fmla="*/ 4736 h 10000"/>
              <a:gd name="connsiteX50-2147" fmla="*/ 7026 w 10000"/>
              <a:gd name="connsiteY50-2148" fmla="*/ 4411 h 10000"/>
              <a:gd name="connsiteX51-2149" fmla="*/ 7026 w 10000"/>
              <a:gd name="connsiteY51-2150" fmla="*/ 3984 h 10000"/>
              <a:gd name="connsiteX52-2151" fmla="*/ 6769 w 10000"/>
              <a:gd name="connsiteY52-2152" fmla="*/ 3537 h 10000"/>
              <a:gd name="connsiteX53-2153" fmla="*/ 6769 w 10000"/>
              <a:gd name="connsiteY53-2154" fmla="*/ 3110 h 10000"/>
              <a:gd name="connsiteX54-2155" fmla="*/ 6769 w 10000"/>
              <a:gd name="connsiteY54-2156" fmla="*/ 2683 h 10000"/>
              <a:gd name="connsiteX55-2157" fmla="*/ 6462 w 10000"/>
              <a:gd name="connsiteY55-2158" fmla="*/ 2256 h 10000"/>
              <a:gd name="connsiteX56-2159" fmla="*/ 6462 w 10000"/>
              <a:gd name="connsiteY56-2160" fmla="*/ 1931 h 10000"/>
              <a:gd name="connsiteX57-2161" fmla="*/ 6205 w 10000"/>
              <a:gd name="connsiteY57-2162" fmla="*/ 1606 h 10000"/>
              <a:gd name="connsiteX58-2163" fmla="*/ 5949 w 10000"/>
              <a:gd name="connsiteY58-2164" fmla="*/ 1402 h 10000"/>
              <a:gd name="connsiteX59-2165" fmla="*/ 5692 w 10000"/>
              <a:gd name="connsiteY59-2166" fmla="*/ 1179 h 10000"/>
              <a:gd name="connsiteX60-2167" fmla="*/ 5385 w 10000"/>
              <a:gd name="connsiteY60-2168" fmla="*/ 976 h 10000"/>
              <a:gd name="connsiteX61-2169" fmla="*/ 5128 w 10000"/>
              <a:gd name="connsiteY61-2170" fmla="*/ 854 h 10000"/>
              <a:gd name="connsiteX62-2171" fmla="*/ 4872 w 10000"/>
              <a:gd name="connsiteY62-2172" fmla="*/ 650 h 10000"/>
              <a:gd name="connsiteX63-2173" fmla="*/ 4564 w 10000"/>
              <a:gd name="connsiteY63-2174" fmla="*/ 427 h 10000"/>
              <a:gd name="connsiteX64-2175" fmla="*/ 4564 w 10000"/>
              <a:gd name="connsiteY64-2176" fmla="*/ 325 h 10000"/>
              <a:gd name="connsiteX65-2177" fmla="*/ 4564 w 10000"/>
              <a:gd name="connsiteY65-2178" fmla="*/ 224 h 10000"/>
              <a:gd name="connsiteX66-2179" fmla="*/ 4872 w 10000"/>
              <a:gd name="connsiteY66-2180" fmla="*/ 102 h 10000"/>
              <a:gd name="connsiteX67-2181" fmla="*/ 5128 w 10000"/>
              <a:gd name="connsiteY67-2182" fmla="*/ 0 h 10000"/>
              <a:gd name="connsiteX68-2183" fmla="*/ 5949 w 10000"/>
              <a:gd name="connsiteY68-2184" fmla="*/ 0 h 10000"/>
              <a:gd name="connsiteX69-2185" fmla="*/ 6462 w 10000"/>
              <a:gd name="connsiteY69-2186" fmla="*/ 0 h 10000"/>
              <a:gd name="connsiteX70-2187" fmla="*/ 7282 w 10000"/>
              <a:gd name="connsiteY70-2188" fmla="*/ 102 h 10000"/>
              <a:gd name="connsiteX71-2189" fmla="*/ 7846 w 10000"/>
              <a:gd name="connsiteY71-2190" fmla="*/ 224 h 10000"/>
              <a:gd name="connsiteX72-2191" fmla="*/ 8359 w 10000"/>
              <a:gd name="connsiteY72-2192" fmla="*/ 224 h 10000"/>
              <a:gd name="connsiteX73-2193" fmla="*/ 8667 w 10000"/>
              <a:gd name="connsiteY73-2194" fmla="*/ 325 h 10000"/>
              <a:gd name="connsiteX74-2195" fmla="*/ 9179 w 10000"/>
              <a:gd name="connsiteY74-2196" fmla="*/ 427 h 10000"/>
              <a:gd name="connsiteX75-2197" fmla="*/ 9436 w 10000"/>
              <a:gd name="connsiteY75-2198" fmla="*/ 528 h 10000"/>
              <a:gd name="connsiteX76-2199" fmla="*/ 9436 w 10000"/>
              <a:gd name="connsiteY76-2200" fmla="*/ 528 h 10000"/>
              <a:gd name="connsiteX77-2201" fmla="*/ 9744 w 10000"/>
              <a:gd name="connsiteY77-2202" fmla="*/ 650 h 10000"/>
              <a:gd name="connsiteX78-2203" fmla="*/ 9744 w 10000"/>
              <a:gd name="connsiteY78-2204" fmla="*/ 650 h 10000"/>
              <a:gd name="connsiteX79-2205" fmla="*/ 9436 w 10000"/>
              <a:gd name="connsiteY79-2206" fmla="*/ 752 h 10000"/>
              <a:gd name="connsiteX80-2207" fmla="*/ 9436 w 10000"/>
              <a:gd name="connsiteY80-2208" fmla="*/ 976 h 10000"/>
              <a:gd name="connsiteX81-2209" fmla="*/ 9436 w 10000"/>
              <a:gd name="connsiteY81-2210" fmla="*/ 1077 h 10000"/>
              <a:gd name="connsiteX82-2211" fmla="*/ 9179 w 10000"/>
              <a:gd name="connsiteY82-2212" fmla="*/ 1280 h 10000"/>
              <a:gd name="connsiteX83-2213" fmla="*/ 9179 w 10000"/>
              <a:gd name="connsiteY83-2214" fmla="*/ 1606 h 10000"/>
              <a:gd name="connsiteX84-2215" fmla="*/ 9179 w 10000"/>
              <a:gd name="connsiteY84-2216" fmla="*/ 1931 h 10000"/>
              <a:gd name="connsiteX85-2217" fmla="*/ 9436 w 10000"/>
              <a:gd name="connsiteY85-2218" fmla="*/ 2358 h 10000"/>
              <a:gd name="connsiteX86-2219" fmla="*/ 9436 w 10000"/>
              <a:gd name="connsiteY86-2220" fmla="*/ 2358 h 10000"/>
              <a:gd name="connsiteX0-2221" fmla="*/ 8103 w 8667"/>
              <a:gd name="connsiteY0-2222" fmla="*/ 2358 h 10000"/>
              <a:gd name="connsiteX1-2223" fmla="*/ 8103 w 8667"/>
              <a:gd name="connsiteY1-2224" fmla="*/ 2581 h 10000"/>
              <a:gd name="connsiteX2-2225" fmla="*/ 8103 w 8667"/>
              <a:gd name="connsiteY2-2226" fmla="*/ 2907 h 10000"/>
              <a:gd name="connsiteX3-2227" fmla="*/ 8103 w 8667"/>
              <a:gd name="connsiteY3-2228" fmla="*/ 3333 h 10000"/>
              <a:gd name="connsiteX4-2229" fmla="*/ 8411 w 8667"/>
              <a:gd name="connsiteY4-2230" fmla="*/ 3760 h 10000"/>
              <a:gd name="connsiteX5-2231" fmla="*/ 8411 w 8667"/>
              <a:gd name="connsiteY5-2232" fmla="*/ 4187 h 10000"/>
              <a:gd name="connsiteX6-2233" fmla="*/ 8411 w 8667"/>
              <a:gd name="connsiteY6-2234" fmla="*/ 4837 h 10000"/>
              <a:gd name="connsiteX7-2235" fmla="*/ 8411 w 8667"/>
              <a:gd name="connsiteY7-2236" fmla="*/ 5366 h 10000"/>
              <a:gd name="connsiteX8-2237" fmla="*/ 8411 w 8667"/>
              <a:gd name="connsiteY8-2238" fmla="*/ 6118 h 10000"/>
              <a:gd name="connsiteX9-2239" fmla="*/ 8667 w 8667"/>
              <a:gd name="connsiteY9-2240" fmla="*/ 6768 h 10000"/>
              <a:gd name="connsiteX10-2241" fmla="*/ 8667 w 8667"/>
              <a:gd name="connsiteY10-2242" fmla="*/ 7317 h 10000"/>
              <a:gd name="connsiteX11-2243" fmla="*/ 8411 w 8667"/>
              <a:gd name="connsiteY11-2244" fmla="*/ 7846 h 10000"/>
              <a:gd name="connsiteX12-2245" fmla="*/ 8411 w 8667"/>
              <a:gd name="connsiteY12-2246" fmla="*/ 8272 h 10000"/>
              <a:gd name="connsiteX13-2247" fmla="*/ 8103 w 8667"/>
              <a:gd name="connsiteY13-2248" fmla="*/ 8699 h 10000"/>
              <a:gd name="connsiteX14-2249" fmla="*/ 7846 w 8667"/>
              <a:gd name="connsiteY14-2250" fmla="*/ 9024 h 10000"/>
              <a:gd name="connsiteX15-2251" fmla="*/ 7846 w 8667"/>
              <a:gd name="connsiteY15-2252" fmla="*/ 9248 h 10000"/>
              <a:gd name="connsiteX16-2253" fmla="*/ 7334 w 8667"/>
              <a:gd name="connsiteY16-2254" fmla="*/ 9451 h 10000"/>
              <a:gd name="connsiteX17-2255" fmla="*/ 6770 w 8667"/>
              <a:gd name="connsiteY17-2256" fmla="*/ 9675 h 10000"/>
              <a:gd name="connsiteX18-2257" fmla="*/ 5949 w 8667"/>
              <a:gd name="connsiteY18-2258" fmla="*/ 9878 h 10000"/>
              <a:gd name="connsiteX19-2259" fmla="*/ 5693 w 8667"/>
              <a:gd name="connsiteY19-2260" fmla="*/ 10000 h 10000"/>
              <a:gd name="connsiteX20-2261" fmla="*/ 5129 w 8667"/>
              <a:gd name="connsiteY20-2262" fmla="*/ 10000 h 10000"/>
              <a:gd name="connsiteX21-2263" fmla="*/ 4872 w 8667"/>
              <a:gd name="connsiteY21-2264" fmla="*/ 10000 h 10000"/>
              <a:gd name="connsiteX22-2265" fmla="*/ 4616 w 8667"/>
              <a:gd name="connsiteY22-2266" fmla="*/ 9878 h 10000"/>
              <a:gd name="connsiteX23-2267" fmla="*/ 4052 w 8667"/>
              <a:gd name="connsiteY23-2268" fmla="*/ 9776 h 10000"/>
              <a:gd name="connsiteX24-2269" fmla="*/ 3795 w 8667"/>
              <a:gd name="connsiteY24-2270" fmla="*/ 9573 h 10000"/>
              <a:gd name="connsiteX25-2271" fmla="*/ 3231 w 8667"/>
              <a:gd name="connsiteY25-2272" fmla="*/ 9248 h 10000"/>
              <a:gd name="connsiteX26-2273" fmla="*/ 2462 w 8667"/>
              <a:gd name="connsiteY26-2274" fmla="*/ 9024 h 10000"/>
              <a:gd name="connsiteX27-2275" fmla="*/ 2154 w 8667"/>
              <a:gd name="connsiteY27-2276" fmla="*/ 8923 h 10000"/>
              <a:gd name="connsiteX28-2277" fmla="*/ 1641 w 8667"/>
              <a:gd name="connsiteY28-2278" fmla="*/ 8821 h 10000"/>
              <a:gd name="connsiteX29-2279" fmla="*/ 1077 w 8667"/>
              <a:gd name="connsiteY29-2280" fmla="*/ 8699 h 10000"/>
              <a:gd name="connsiteX30-2281" fmla="*/ 564 w 8667"/>
              <a:gd name="connsiteY30-2282" fmla="*/ 8496 h 10000"/>
              <a:gd name="connsiteX31-2283" fmla="*/ 0 w 8667"/>
              <a:gd name="connsiteY31-2284" fmla="*/ 8374 h 10000"/>
              <a:gd name="connsiteX32-2285" fmla="*/ 821 w 8667"/>
              <a:gd name="connsiteY32-2286" fmla="*/ 7947 h 10000"/>
              <a:gd name="connsiteX33-2287" fmla="*/ 1898 w 8667"/>
              <a:gd name="connsiteY33-2288" fmla="*/ 8069 h 10000"/>
              <a:gd name="connsiteX34-2289" fmla="*/ 2718 w 8667"/>
              <a:gd name="connsiteY34-2290" fmla="*/ 8069 h 10000"/>
              <a:gd name="connsiteX35-2291" fmla="*/ 3539 w 8667"/>
              <a:gd name="connsiteY35-2292" fmla="*/ 8069 h 10000"/>
              <a:gd name="connsiteX36-2293" fmla="*/ 4052 w 8667"/>
              <a:gd name="connsiteY36-2294" fmla="*/ 8069 h 10000"/>
              <a:gd name="connsiteX37-2295" fmla="*/ 4616 w 8667"/>
              <a:gd name="connsiteY37-2296" fmla="*/ 8069 h 10000"/>
              <a:gd name="connsiteX38-2297" fmla="*/ 4872 w 8667"/>
              <a:gd name="connsiteY38-2298" fmla="*/ 7947 h 10000"/>
              <a:gd name="connsiteX39-2299" fmla="*/ 5129 w 8667"/>
              <a:gd name="connsiteY39-2300" fmla="*/ 7744 h 10000"/>
              <a:gd name="connsiteX40-2301" fmla="*/ 5436 w 8667"/>
              <a:gd name="connsiteY40-2302" fmla="*/ 7520 h 10000"/>
              <a:gd name="connsiteX41-2303" fmla="*/ 5693 w 8667"/>
              <a:gd name="connsiteY41-2304" fmla="*/ 7317 h 10000"/>
              <a:gd name="connsiteX42-2305" fmla="*/ 5693 w 8667"/>
              <a:gd name="connsiteY42-2306" fmla="*/ 6992 h 10000"/>
              <a:gd name="connsiteX43-2307" fmla="*/ 5693 w 8667"/>
              <a:gd name="connsiteY43-2308" fmla="*/ 6565 h 10000"/>
              <a:gd name="connsiteX44-2309" fmla="*/ 5693 w 8667"/>
              <a:gd name="connsiteY44-2310" fmla="*/ 6016 h 10000"/>
              <a:gd name="connsiteX45-2311" fmla="*/ 5693 w 8667"/>
              <a:gd name="connsiteY45-2312" fmla="*/ 5691 h 10000"/>
              <a:gd name="connsiteX46-2313" fmla="*/ 5693 w 8667"/>
              <a:gd name="connsiteY46-2314" fmla="*/ 5488 h 10000"/>
              <a:gd name="connsiteX47-2315" fmla="*/ 5693 w 8667"/>
              <a:gd name="connsiteY47-2316" fmla="*/ 5041 h 10000"/>
              <a:gd name="connsiteX48-2317" fmla="*/ 5693 w 8667"/>
              <a:gd name="connsiteY48-2318" fmla="*/ 4736 h 10000"/>
              <a:gd name="connsiteX49-2319" fmla="*/ 5693 w 8667"/>
              <a:gd name="connsiteY49-2320" fmla="*/ 4411 h 10000"/>
              <a:gd name="connsiteX50-2321" fmla="*/ 5693 w 8667"/>
              <a:gd name="connsiteY50-2322" fmla="*/ 3984 h 10000"/>
              <a:gd name="connsiteX51-2323" fmla="*/ 5436 w 8667"/>
              <a:gd name="connsiteY51-2324" fmla="*/ 3537 h 10000"/>
              <a:gd name="connsiteX52-2325" fmla="*/ 5436 w 8667"/>
              <a:gd name="connsiteY52-2326" fmla="*/ 3110 h 10000"/>
              <a:gd name="connsiteX53-2327" fmla="*/ 5436 w 8667"/>
              <a:gd name="connsiteY53-2328" fmla="*/ 2683 h 10000"/>
              <a:gd name="connsiteX54-2329" fmla="*/ 5129 w 8667"/>
              <a:gd name="connsiteY54-2330" fmla="*/ 2256 h 10000"/>
              <a:gd name="connsiteX55-2331" fmla="*/ 5129 w 8667"/>
              <a:gd name="connsiteY55-2332" fmla="*/ 1931 h 10000"/>
              <a:gd name="connsiteX56-2333" fmla="*/ 4872 w 8667"/>
              <a:gd name="connsiteY56-2334" fmla="*/ 1606 h 10000"/>
              <a:gd name="connsiteX57-2335" fmla="*/ 4616 w 8667"/>
              <a:gd name="connsiteY57-2336" fmla="*/ 1402 h 10000"/>
              <a:gd name="connsiteX58-2337" fmla="*/ 4359 w 8667"/>
              <a:gd name="connsiteY58-2338" fmla="*/ 1179 h 10000"/>
              <a:gd name="connsiteX59-2339" fmla="*/ 4052 w 8667"/>
              <a:gd name="connsiteY59-2340" fmla="*/ 976 h 10000"/>
              <a:gd name="connsiteX60-2341" fmla="*/ 3795 w 8667"/>
              <a:gd name="connsiteY60-2342" fmla="*/ 854 h 10000"/>
              <a:gd name="connsiteX61-2343" fmla="*/ 3539 w 8667"/>
              <a:gd name="connsiteY61-2344" fmla="*/ 650 h 10000"/>
              <a:gd name="connsiteX62-2345" fmla="*/ 3231 w 8667"/>
              <a:gd name="connsiteY62-2346" fmla="*/ 427 h 10000"/>
              <a:gd name="connsiteX63-2347" fmla="*/ 3231 w 8667"/>
              <a:gd name="connsiteY63-2348" fmla="*/ 325 h 10000"/>
              <a:gd name="connsiteX64-2349" fmla="*/ 3231 w 8667"/>
              <a:gd name="connsiteY64-2350" fmla="*/ 224 h 10000"/>
              <a:gd name="connsiteX65-2351" fmla="*/ 3539 w 8667"/>
              <a:gd name="connsiteY65-2352" fmla="*/ 102 h 10000"/>
              <a:gd name="connsiteX66-2353" fmla="*/ 3795 w 8667"/>
              <a:gd name="connsiteY66-2354" fmla="*/ 0 h 10000"/>
              <a:gd name="connsiteX67-2355" fmla="*/ 4616 w 8667"/>
              <a:gd name="connsiteY67-2356" fmla="*/ 0 h 10000"/>
              <a:gd name="connsiteX68-2357" fmla="*/ 5129 w 8667"/>
              <a:gd name="connsiteY68-2358" fmla="*/ 0 h 10000"/>
              <a:gd name="connsiteX69-2359" fmla="*/ 5949 w 8667"/>
              <a:gd name="connsiteY69-2360" fmla="*/ 102 h 10000"/>
              <a:gd name="connsiteX70-2361" fmla="*/ 6513 w 8667"/>
              <a:gd name="connsiteY70-2362" fmla="*/ 224 h 10000"/>
              <a:gd name="connsiteX71-2363" fmla="*/ 7026 w 8667"/>
              <a:gd name="connsiteY71-2364" fmla="*/ 224 h 10000"/>
              <a:gd name="connsiteX72-2365" fmla="*/ 7334 w 8667"/>
              <a:gd name="connsiteY72-2366" fmla="*/ 325 h 10000"/>
              <a:gd name="connsiteX73-2367" fmla="*/ 7846 w 8667"/>
              <a:gd name="connsiteY73-2368" fmla="*/ 427 h 10000"/>
              <a:gd name="connsiteX74-2369" fmla="*/ 8103 w 8667"/>
              <a:gd name="connsiteY74-2370" fmla="*/ 528 h 10000"/>
              <a:gd name="connsiteX75-2371" fmla="*/ 8103 w 8667"/>
              <a:gd name="connsiteY75-2372" fmla="*/ 528 h 10000"/>
              <a:gd name="connsiteX76-2373" fmla="*/ 8411 w 8667"/>
              <a:gd name="connsiteY76-2374" fmla="*/ 650 h 10000"/>
              <a:gd name="connsiteX77-2375" fmla="*/ 8411 w 8667"/>
              <a:gd name="connsiteY77-2376" fmla="*/ 650 h 10000"/>
              <a:gd name="connsiteX78-2377" fmla="*/ 8103 w 8667"/>
              <a:gd name="connsiteY78-2378" fmla="*/ 752 h 10000"/>
              <a:gd name="connsiteX79-2379" fmla="*/ 8103 w 8667"/>
              <a:gd name="connsiteY79-2380" fmla="*/ 976 h 10000"/>
              <a:gd name="connsiteX80-2381" fmla="*/ 8103 w 8667"/>
              <a:gd name="connsiteY80-2382" fmla="*/ 1077 h 10000"/>
              <a:gd name="connsiteX81-2383" fmla="*/ 7846 w 8667"/>
              <a:gd name="connsiteY81-2384" fmla="*/ 1280 h 10000"/>
              <a:gd name="connsiteX82-2385" fmla="*/ 7846 w 8667"/>
              <a:gd name="connsiteY82-2386" fmla="*/ 1606 h 10000"/>
              <a:gd name="connsiteX83-2387" fmla="*/ 7846 w 8667"/>
              <a:gd name="connsiteY83-2388" fmla="*/ 1931 h 10000"/>
              <a:gd name="connsiteX84-2389" fmla="*/ 8103 w 8667"/>
              <a:gd name="connsiteY84-2390" fmla="*/ 2358 h 10000"/>
              <a:gd name="connsiteX85-2391" fmla="*/ 8103 w 8667"/>
              <a:gd name="connsiteY85-2392" fmla="*/ 2358 h 10000"/>
              <a:gd name="connsiteX0-2393" fmla="*/ 8698 w 9349"/>
              <a:gd name="connsiteY0-2394" fmla="*/ 2358 h 10000"/>
              <a:gd name="connsiteX1-2395" fmla="*/ 8698 w 9349"/>
              <a:gd name="connsiteY1-2396" fmla="*/ 2581 h 10000"/>
              <a:gd name="connsiteX2-2397" fmla="*/ 8698 w 9349"/>
              <a:gd name="connsiteY2-2398" fmla="*/ 2907 h 10000"/>
              <a:gd name="connsiteX3-2399" fmla="*/ 8698 w 9349"/>
              <a:gd name="connsiteY3-2400" fmla="*/ 3333 h 10000"/>
              <a:gd name="connsiteX4-2401" fmla="*/ 9054 w 9349"/>
              <a:gd name="connsiteY4-2402" fmla="*/ 3760 h 10000"/>
              <a:gd name="connsiteX5-2403" fmla="*/ 9054 w 9349"/>
              <a:gd name="connsiteY5-2404" fmla="*/ 4187 h 10000"/>
              <a:gd name="connsiteX6-2405" fmla="*/ 9054 w 9349"/>
              <a:gd name="connsiteY6-2406" fmla="*/ 4837 h 10000"/>
              <a:gd name="connsiteX7-2407" fmla="*/ 9054 w 9349"/>
              <a:gd name="connsiteY7-2408" fmla="*/ 5366 h 10000"/>
              <a:gd name="connsiteX8-2409" fmla="*/ 9054 w 9349"/>
              <a:gd name="connsiteY8-2410" fmla="*/ 6118 h 10000"/>
              <a:gd name="connsiteX9-2411" fmla="*/ 9349 w 9349"/>
              <a:gd name="connsiteY9-2412" fmla="*/ 6768 h 10000"/>
              <a:gd name="connsiteX10-2413" fmla="*/ 9349 w 9349"/>
              <a:gd name="connsiteY10-2414" fmla="*/ 7317 h 10000"/>
              <a:gd name="connsiteX11-2415" fmla="*/ 9054 w 9349"/>
              <a:gd name="connsiteY11-2416" fmla="*/ 7846 h 10000"/>
              <a:gd name="connsiteX12-2417" fmla="*/ 9054 w 9349"/>
              <a:gd name="connsiteY12-2418" fmla="*/ 8272 h 10000"/>
              <a:gd name="connsiteX13-2419" fmla="*/ 8698 w 9349"/>
              <a:gd name="connsiteY13-2420" fmla="*/ 8699 h 10000"/>
              <a:gd name="connsiteX14-2421" fmla="*/ 8402 w 9349"/>
              <a:gd name="connsiteY14-2422" fmla="*/ 9024 h 10000"/>
              <a:gd name="connsiteX15-2423" fmla="*/ 8402 w 9349"/>
              <a:gd name="connsiteY15-2424" fmla="*/ 9248 h 10000"/>
              <a:gd name="connsiteX16-2425" fmla="*/ 7811 w 9349"/>
              <a:gd name="connsiteY16-2426" fmla="*/ 9451 h 10000"/>
              <a:gd name="connsiteX17-2427" fmla="*/ 7160 w 9349"/>
              <a:gd name="connsiteY17-2428" fmla="*/ 9675 h 10000"/>
              <a:gd name="connsiteX18-2429" fmla="*/ 6213 w 9349"/>
              <a:gd name="connsiteY18-2430" fmla="*/ 9878 h 10000"/>
              <a:gd name="connsiteX19-2431" fmla="*/ 5918 w 9349"/>
              <a:gd name="connsiteY19-2432" fmla="*/ 10000 h 10000"/>
              <a:gd name="connsiteX20-2433" fmla="*/ 5267 w 9349"/>
              <a:gd name="connsiteY20-2434" fmla="*/ 10000 h 10000"/>
              <a:gd name="connsiteX21-2435" fmla="*/ 4970 w 9349"/>
              <a:gd name="connsiteY21-2436" fmla="*/ 10000 h 10000"/>
              <a:gd name="connsiteX22-2437" fmla="*/ 4675 w 9349"/>
              <a:gd name="connsiteY22-2438" fmla="*/ 9878 h 10000"/>
              <a:gd name="connsiteX23-2439" fmla="*/ 4024 w 9349"/>
              <a:gd name="connsiteY23-2440" fmla="*/ 9776 h 10000"/>
              <a:gd name="connsiteX24-2441" fmla="*/ 3728 w 9349"/>
              <a:gd name="connsiteY24-2442" fmla="*/ 9573 h 10000"/>
              <a:gd name="connsiteX25-2443" fmla="*/ 3077 w 9349"/>
              <a:gd name="connsiteY25-2444" fmla="*/ 9248 h 10000"/>
              <a:gd name="connsiteX26-2445" fmla="*/ 2190 w 9349"/>
              <a:gd name="connsiteY26-2446" fmla="*/ 9024 h 10000"/>
              <a:gd name="connsiteX27-2447" fmla="*/ 1834 w 9349"/>
              <a:gd name="connsiteY27-2448" fmla="*/ 8923 h 10000"/>
              <a:gd name="connsiteX28-2449" fmla="*/ 1242 w 9349"/>
              <a:gd name="connsiteY28-2450" fmla="*/ 8821 h 10000"/>
              <a:gd name="connsiteX29-2451" fmla="*/ 592 w 9349"/>
              <a:gd name="connsiteY29-2452" fmla="*/ 8699 h 10000"/>
              <a:gd name="connsiteX30-2453" fmla="*/ 0 w 9349"/>
              <a:gd name="connsiteY30-2454" fmla="*/ 8496 h 10000"/>
              <a:gd name="connsiteX31-2455" fmla="*/ 296 w 9349"/>
              <a:gd name="connsiteY31-2456" fmla="*/ 7947 h 10000"/>
              <a:gd name="connsiteX32-2457" fmla="*/ 1539 w 9349"/>
              <a:gd name="connsiteY32-2458" fmla="*/ 8069 h 10000"/>
              <a:gd name="connsiteX33-2459" fmla="*/ 2485 w 9349"/>
              <a:gd name="connsiteY33-2460" fmla="*/ 8069 h 10000"/>
              <a:gd name="connsiteX34-2461" fmla="*/ 3432 w 9349"/>
              <a:gd name="connsiteY34-2462" fmla="*/ 8069 h 10000"/>
              <a:gd name="connsiteX35-2463" fmla="*/ 4024 w 9349"/>
              <a:gd name="connsiteY35-2464" fmla="*/ 8069 h 10000"/>
              <a:gd name="connsiteX36-2465" fmla="*/ 4675 w 9349"/>
              <a:gd name="connsiteY36-2466" fmla="*/ 8069 h 10000"/>
              <a:gd name="connsiteX37-2467" fmla="*/ 4970 w 9349"/>
              <a:gd name="connsiteY37-2468" fmla="*/ 7947 h 10000"/>
              <a:gd name="connsiteX38-2469" fmla="*/ 5267 w 9349"/>
              <a:gd name="connsiteY38-2470" fmla="*/ 7744 h 10000"/>
              <a:gd name="connsiteX39-2471" fmla="*/ 5621 w 9349"/>
              <a:gd name="connsiteY39-2472" fmla="*/ 7520 h 10000"/>
              <a:gd name="connsiteX40-2473" fmla="*/ 5918 w 9349"/>
              <a:gd name="connsiteY40-2474" fmla="*/ 7317 h 10000"/>
              <a:gd name="connsiteX41-2475" fmla="*/ 5918 w 9349"/>
              <a:gd name="connsiteY41-2476" fmla="*/ 6992 h 10000"/>
              <a:gd name="connsiteX42-2477" fmla="*/ 5918 w 9349"/>
              <a:gd name="connsiteY42-2478" fmla="*/ 6565 h 10000"/>
              <a:gd name="connsiteX43-2479" fmla="*/ 5918 w 9349"/>
              <a:gd name="connsiteY43-2480" fmla="*/ 6016 h 10000"/>
              <a:gd name="connsiteX44-2481" fmla="*/ 5918 w 9349"/>
              <a:gd name="connsiteY44-2482" fmla="*/ 5691 h 10000"/>
              <a:gd name="connsiteX45-2483" fmla="*/ 5918 w 9349"/>
              <a:gd name="connsiteY45-2484" fmla="*/ 5488 h 10000"/>
              <a:gd name="connsiteX46-2485" fmla="*/ 5918 w 9349"/>
              <a:gd name="connsiteY46-2486" fmla="*/ 5041 h 10000"/>
              <a:gd name="connsiteX47-2487" fmla="*/ 5918 w 9349"/>
              <a:gd name="connsiteY47-2488" fmla="*/ 4736 h 10000"/>
              <a:gd name="connsiteX48-2489" fmla="*/ 5918 w 9349"/>
              <a:gd name="connsiteY48-2490" fmla="*/ 4411 h 10000"/>
              <a:gd name="connsiteX49-2491" fmla="*/ 5918 w 9349"/>
              <a:gd name="connsiteY49-2492" fmla="*/ 3984 h 10000"/>
              <a:gd name="connsiteX50-2493" fmla="*/ 5621 w 9349"/>
              <a:gd name="connsiteY50-2494" fmla="*/ 3537 h 10000"/>
              <a:gd name="connsiteX51-2495" fmla="*/ 5621 w 9349"/>
              <a:gd name="connsiteY51-2496" fmla="*/ 3110 h 10000"/>
              <a:gd name="connsiteX52-2497" fmla="*/ 5621 w 9349"/>
              <a:gd name="connsiteY52-2498" fmla="*/ 2683 h 10000"/>
              <a:gd name="connsiteX53-2499" fmla="*/ 5267 w 9349"/>
              <a:gd name="connsiteY53-2500" fmla="*/ 2256 h 10000"/>
              <a:gd name="connsiteX54-2501" fmla="*/ 5267 w 9349"/>
              <a:gd name="connsiteY54-2502" fmla="*/ 1931 h 10000"/>
              <a:gd name="connsiteX55-2503" fmla="*/ 4970 w 9349"/>
              <a:gd name="connsiteY55-2504" fmla="*/ 1606 h 10000"/>
              <a:gd name="connsiteX56-2505" fmla="*/ 4675 w 9349"/>
              <a:gd name="connsiteY56-2506" fmla="*/ 1402 h 10000"/>
              <a:gd name="connsiteX57-2507" fmla="*/ 4378 w 9349"/>
              <a:gd name="connsiteY57-2508" fmla="*/ 1179 h 10000"/>
              <a:gd name="connsiteX58-2509" fmla="*/ 4024 w 9349"/>
              <a:gd name="connsiteY58-2510" fmla="*/ 976 h 10000"/>
              <a:gd name="connsiteX59-2511" fmla="*/ 3728 w 9349"/>
              <a:gd name="connsiteY59-2512" fmla="*/ 854 h 10000"/>
              <a:gd name="connsiteX60-2513" fmla="*/ 3432 w 9349"/>
              <a:gd name="connsiteY60-2514" fmla="*/ 650 h 10000"/>
              <a:gd name="connsiteX61-2515" fmla="*/ 3077 w 9349"/>
              <a:gd name="connsiteY61-2516" fmla="*/ 427 h 10000"/>
              <a:gd name="connsiteX62-2517" fmla="*/ 3077 w 9349"/>
              <a:gd name="connsiteY62-2518" fmla="*/ 325 h 10000"/>
              <a:gd name="connsiteX63-2519" fmla="*/ 3077 w 9349"/>
              <a:gd name="connsiteY63-2520" fmla="*/ 224 h 10000"/>
              <a:gd name="connsiteX64-2521" fmla="*/ 3432 w 9349"/>
              <a:gd name="connsiteY64-2522" fmla="*/ 102 h 10000"/>
              <a:gd name="connsiteX65-2523" fmla="*/ 3728 w 9349"/>
              <a:gd name="connsiteY65-2524" fmla="*/ 0 h 10000"/>
              <a:gd name="connsiteX66-2525" fmla="*/ 4675 w 9349"/>
              <a:gd name="connsiteY66-2526" fmla="*/ 0 h 10000"/>
              <a:gd name="connsiteX67-2527" fmla="*/ 5267 w 9349"/>
              <a:gd name="connsiteY67-2528" fmla="*/ 0 h 10000"/>
              <a:gd name="connsiteX68-2529" fmla="*/ 6213 w 9349"/>
              <a:gd name="connsiteY68-2530" fmla="*/ 102 h 10000"/>
              <a:gd name="connsiteX69-2531" fmla="*/ 6864 w 9349"/>
              <a:gd name="connsiteY69-2532" fmla="*/ 224 h 10000"/>
              <a:gd name="connsiteX70-2533" fmla="*/ 7456 w 9349"/>
              <a:gd name="connsiteY70-2534" fmla="*/ 224 h 10000"/>
              <a:gd name="connsiteX71-2535" fmla="*/ 7811 w 9349"/>
              <a:gd name="connsiteY71-2536" fmla="*/ 325 h 10000"/>
              <a:gd name="connsiteX72-2537" fmla="*/ 8402 w 9349"/>
              <a:gd name="connsiteY72-2538" fmla="*/ 427 h 10000"/>
              <a:gd name="connsiteX73-2539" fmla="*/ 8698 w 9349"/>
              <a:gd name="connsiteY73-2540" fmla="*/ 528 h 10000"/>
              <a:gd name="connsiteX74-2541" fmla="*/ 8698 w 9349"/>
              <a:gd name="connsiteY74-2542" fmla="*/ 528 h 10000"/>
              <a:gd name="connsiteX75-2543" fmla="*/ 9054 w 9349"/>
              <a:gd name="connsiteY75-2544" fmla="*/ 650 h 10000"/>
              <a:gd name="connsiteX76-2545" fmla="*/ 9054 w 9349"/>
              <a:gd name="connsiteY76-2546" fmla="*/ 650 h 10000"/>
              <a:gd name="connsiteX77-2547" fmla="*/ 8698 w 9349"/>
              <a:gd name="connsiteY77-2548" fmla="*/ 752 h 10000"/>
              <a:gd name="connsiteX78-2549" fmla="*/ 8698 w 9349"/>
              <a:gd name="connsiteY78-2550" fmla="*/ 976 h 10000"/>
              <a:gd name="connsiteX79-2551" fmla="*/ 8698 w 9349"/>
              <a:gd name="connsiteY79-2552" fmla="*/ 1077 h 10000"/>
              <a:gd name="connsiteX80-2553" fmla="*/ 8402 w 9349"/>
              <a:gd name="connsiteY80-2554" fmla="*/ 1280 h 10000"/>
              <a:gd name="connsiteX81-2555" fmla="*/ 8402 w 9349"/>
              <a:gd name="connsiteY81-2556" fmla="*/ 1606 h 10000"/>
              <a:gd name="connsiteX82-2557" fmla="*/ 8402 w 9349"/>
              <a:gd name="connsiteY82-2558" fmla="*/ 1931 h 10000"/>
              <a:gd name="connsiteX83-2559" fmla="*/ 8698 w 9349"/>
              <a:gd name="connsiteY83-2560" fmla="*/ 2358 h 10000"/>
              <a:gd name="connsiteX84-2561" fmla="*/ 8698 w 9349"/>
              <a:gd name="connsiteY84-2562" fmla="*/ 2358 h 10000"/>
              <a:gd name="connsiteX0-2563" fmla="*/ 8987 w 9683"/>
              <a:gd name="connsiteY0-2564" fmla="*/ 2358 h 10000"/>
              <a:gd name="connsiteX1-2565" fmla="*/ 8987 w 9683"/>
              <a:gd name="connsiteY1-2566" fmla="*/ 2581 h 10000"/>
              <a:gd name="connsiteX2-2567" fmla="*/ 8987 w 9683"/>
              <a:gd name="connsiteY2-2568" fmla="*/ 2907 h 10000"/>
              <a:gd name="connsiteX3-2569" fmla="*/ 8987 w 9683"/>
              <a:gd name="connsiteY3-2570" fmla="*/ 3333 h 10000"/>
              <a:gd name="connsiteX4-2571" fmla="*/ 9367 w 9683"/>
              <a:gd name="connsiteY4-2572" fmla="*/ 3760 h 10000"/>
              <a:gd name="connsiteX5-2573" fmla="*/ 9367 w 9683"/>
              <a:gd name="connsiteY5-2574" fmla="*/ 4187 h 10000"/>
              <a:gd name="connsiteX6-2575" fmla="*/ 9367 w 9683"/>
              <a:gd name="connsiteY6-2576" fmla="*/ 4837 h 10000"/>
              <a:gd name="connsiteX7-2577" fmla="*/ 9367 w 9683"/>
              <a:gd name="connsiteY7-2578" fmla="*/ 5366 h 10000"/>
              <a:gd name="connsiteX8-2579" fmla="*/ 9367 w 9683"/>
              <a:gd name="connsiteY8-2580" fmla="*/ 6118 h 10000"/>
              <a:gd name="connsiteX9-2581" fmla="*/ 9683 w 9683"/>
              <a:gd name="connsiteY9-2582" fmla="*/ 6768 h 10000"/>
              <a:gd name="connsiteX10-2583" fmla="*/ 9683 w 9683"/>
              <a:gd name="connsiteY10-2584" fmla="*/ 7317 h 10000"/>
              <a:gd name="connsiteX11-2585" fmla="*/ 9367 w 9683"/>
              <a:gd name="connsiteY11-2586" fmla="*/ 7846 h 10000"/>
              <a:gd name="connsiteX12-2587" fmla="*/ 9367 w 9683"/>
              <a:gd name="connsiteY12-2588" fmla="*/ 8272 h 10000"/>
              <a:gd name="connsiteX13-2589" fmla="*/ 8987 w 9683"/>
              <a:gd name="connsiteY13-2590" fmla="*/ 8699 h 10000"/>
              <a:gd name="connsiteX14-2591" fmla="*/ 8670 w 9683"/>
              <a:gd name="connsiteY14-2592" fmla="*/ 9024 h 10000"/>
              <a:gd name="connsiteX15-2593" fmla="*/ 8670 w 9683"/>
              <a:gd name="connsiteY15-2594" fmla="*/ 9248 h 10000"/>
              <a:gd name="connsiteX16-2595" fmla="*/ 8038 w 9683"/>
              <a:gd name="connsiteY16-2596" fmla="*/ 9451 h 10000"/>
              <a:gd name="connsiteX17-2597" fmla="*/ 7342 w 9683"/>
              <a:gd name="connsiteY17-2598" fmla="*/ 9675 h 10000"/>
              <a:gd name="connsiteX18-2599" fmla="*/ 6329 w 9683"/>
              <a:gd name="connsiteY18-2600" fmla="*/ 9878 h 10000"/>
              <a:gd name="connsiteX19-2601" fmla="*/ 6013 w 9683"/>
              <a:gd name="connsiteY19-2602" fmla="*/ 10000 h 10000"/>
              <a:gd name="connsiteX20-2603" fmla="*/ 5317 w 9683"/>
              <a:gd name="connsiteY20-2604" fmla="*/ 10000 h 10000"/>
              <a:gd name="connsiteX21-2605" fmla="*/ 4999 w 9683"/>
              <a:gd name="connsiteY21-2606" fmla="*/ 10000 h 10000"/>
              <a:gd name="connsiteX22-2607" fmla="*/ 4684 w 9683"/>
              <a:gd name="connsiteY22-2608" fmla="*/ 9878 h 10000"/>
              <a:gd name="connsiteX23-2609" fmla="*/ 3987 w 9683"/>
              <a:gd name="connsiteY23-2610" fmla="*/ 9776 h 10000"/>
              <a:gd name="connsiteX24-2611" fmla="*/ 3671 w 9683"/>
              <a:gd name="connsiteY24-2612" fmla="*/ 9573 h 10000"/>
              <a:gd name="connsiteX25-2613" fmla="*/ 2974 w 9683"/>
              <a:gd name="connsiteY25-2614" fmla="*/ 9248 h 10000"/>
              <a:gd name="connsiteX26-2615" fmla="*/ 2025 w 9683"/>
              <a:gd name="connsiteY26-2616" fmla="*/ 9024 h 10000"/>
              <a:gd name="connsiteX27-2617" fmla="*/ 1645 w 9683"/>
              <a:gd name="connsiteY27-2618" fmla="*/ 8923 h 10000"/>
              <a:gd name="connsiteX28-2619" fmla="*/ 1011 w 9683"/>
              <a:gd name="connsiteY28-2620" fmla="*/ 8821 h 10000"/>
              <a:gd name="connsiteX29-2621" fmla="*/ 316 w 9683"/>
              <a:gd name="connsiteY29-2622" fmla="*/ 8699 h 10000"/>
              <a:gd name="connsiteX30-2623" fmla="*/ 0 w 9683"/>
              <a:gd name="connsiteY30-2624" fmla="*/ 7947 h 10000"/>
              <a:gd name="connsiteX31-2625" fmla="*/ 1329 w 9683"/>
              <a:gd name="connsiteY31-2626" fmla="*/ 8069 h 10000"/>
              <a:gd name="connsiteX32-2627" fmla="*/ 2341 w 9683"/>
              <a:gd name="connsiteY32-2628" fmla="*/ 8069 h 10000"/>
              <a:gd name="connsiteX33-2629" fmla="*/ 3354 w 9683"/>
              <a:gd name="connsiteY33-2630" fmla="*/ 8069 h 10000"/>
              <a:gd name="connsiteX34-2631" fmla="*/ 3987 w 9683"/>
              <a:gd name="connsiteY34-2632" fmla="*/ 8069 h 10000"/>
              <a:gd name="connsiteX35-2633" fmla="*/ 4684 w 9683"/>
              <a:gd name="connsiteY35-2634" fmla="*/ 8069 h 10000"/>
              <a:gd name="connsiteX36-2635" fmla="*/ 4999 w 9683"/>
              <a:gd name="connsiteY36-2636" fmla="*/ 7947 h 10000"/>
              <a:gd name="connsiteX37-2637" fmla="*/ 5317 w 9683"/>
              <a:gd name="connsiteY37-2638" fmla="*/ 7744 h 10000"/>
              <a:gd name="connsiteX38-2639" fmla="*/ 5695 w 9683"/>
              <a:gd name="connsiteY38-2640" fmla="*/ 7520 h 10000"/>
              <a:gd name="connsiteX39-2641" fmla="*/ 6013 w 9683"/>
              <a:gd name="connsiteY39-2642" fmla="*/ 7317 h 10000"/>
              <a:gd name="connsiteX40-2643" fmla="*/ 6013 w 9683"/>
              <a:gd name="connsiteY40-2644" fmla="*/ 6992 h 10000"/>
              <a:gd name="connsiteX41-2645" fmla="*/ 6013 w 9683"/>
              <a:gd name="connsiteY41-2646" fmla="*/ 6565 h 10000"/>
              <a:gd name="connsiteX42-2647" fmla="*/ 6013 w 9683"/>
              <a:gd name="connsiteY42-2648" fmla="*/ 6016 h 10000"/>
              <a:gd name="connsiteX43-2649" fmla="*/ 6013 w 9683"/>
              <a:gd name="connsiteY43-2650" fmla="*/ 5691 h 10000"/>
              <a:gd name="connsiteX44-2651" fmla="*/ 6013 w 9683"/>
              <a:gd name="connsiteY44-2652" fmla="*/ 5488 h 10000"/>
              <a:gd name="connsiteX45-2653" fmla="*/ 6013 w 9683"/>
              <a:gd name="connsiteY45-2654" fmla="*/ 5041 h 10000"/>
              <a:gd name="connsiteX46-2655" fmla="*/ 6013 w 9683"/>
              <a:gd name="connsiteY46-2656" fmla="*/ 4736 h 10000"/>
              <a:gd name="connsiteX47-2657" fmla="*/ 6013 w 9683"/>
              <a:gd name="connsiteY47-2658" fmla="*/ 4411 h 10000"/>
              <a:gd name="connsiteX48-2659" fmla="*/ 6013 w 9683"/>
              <a:gd name="connsiteY48-2660" fmla="*/ 3984 h 10000"/>
              <a:gd name="connsiteX49-2661" fmla="*/ 5695 w 9683"/>
              <a:gd name="connsiteY49-2662" fmla="*/ 3537 h 10000"/>
              <a:gd name="connsiteX50-2663" fmla="*/ 5695 w 9683"/>
              <a:gd name="connsiteY50-2664" fmla="*/ 3110 h 10000"/>
              <a:gd name="connsiteX51-2665" fmla="*/ 5695 w 9683"/>
              <a:gd name="connsiteY51-2666" fmla="*/ 2683 h 10000"/>
              <a:gd name="connsiteX52-2667" fmla="*/ 5317 w 9683"/>
              <a:gd name="connsiteY52-2668" fmla="*/ 2256 h 10000"/>
              <a:gd name="connsiteX53-2669" fmla="*/ 5317 w 9683"/>
              <a:gd name="connsiteY53-2670" fmla="*/ 1931 h 10000"/>
              <a:gd name="connsiteX54-2671" fmla="*/ 4999 w 9683"/>
              <a:gd name="connsiteY54-2672" fmla="*/ 1606 h 10000"/>
              <a:gd name="connsiteX55-2673" fmla="*/ 4684 w 9683"/>
              <a:gd name="connsiteY55-2674" fmla="*/ 1402 h 10000"/>
              <a:gd name="connsiteX56-2675" fmla="*/ 4366 w 9683"/>
              <a:gd name="connsiteY56-2676" fmla="*/ 1179 h 10000"/>
              <a:gd name="connsiteX57-2677" fmla="*/ 3987 w 9683"/>
              <a:gd name="connsiteY57-2678" fmla="*/ 976 h 10000"/>
              <a:gd name="connsiteX58-2679" fmla="*/ 3671 w 9683"/>
              <a:gd name="connsiteY58-2680" fmla="*/ 854 h 10000"/>
              <a:gd name="connsiteX59-2681" fmla="*/ 3354 w 9683"/>
              <a:gd name="connsiteY59-2682" fmla="*/ 650 h 10000"/>
              <a:gd name="connsiteX60-2683" fmla="*/ 2974 w 9683"/>
              <a:gd name="connsiteY60-2684" fmla="*/ 427 h 10000"/>
              <a:gd name="connsiteX61-2685" fmla="*/ 2974 w 9683"/>
              <a:gd name="connsiteY61-2686" fmla="*/ 325 h 10000"/>
              <a:gd name="connsiteX62-2687" fmla="*/ 2974 w 9683"/>
              <a:gd name="connsiteY62-2688" fmla="*/ 224 h 10000"/>
              <a:gd name="connsiteX63-2689" fmla="*/ 3354 w 9683"/>
              <a:gd name="connsiteY63-2690" fmla="*/ 102 h 10000"/>
              <a:gd name="connsiteX64-2691" fmla="*/ 3671 w 9683"/>
              <a:gd name="connsiteY64-2692" fmla="*/ 0 h 10000"/>
              <a:gd name="connsiteX65-2693" fmla="*/ 4684 w 9683"/>
              <a:gd name="connsiteY65-2694" fmla="*/ 0 h 10000"/>
              <a:gd name="connsiteX66-2695" fmla="*/ 5317 w 9683"/>
              <a:gd name="connsiteY66-2696" fmla="*/ 0 h 10000"/>
              <a:gd name="connsiteX67-2697" fmla="*/ 6329 w 9683"/>
              <a:gd name="connsiteY67-2698" fmla="*/ 102 h 10000"/>
              <a:gd name="connsiteX68-2699" fmla="*/ 7025 w 9683"/>
              <a:gd name="connsiteY68-2700" fmla="*/ 224 h 10000"/>
              <a:gd name="connsiteX69-2701" fmla="*/ 7658 w 9683"/>
              <a:gd name="connsiteY69-2702" fmla="*/ 224 h 10000"/>
              <a:gd name="connsiteX70-2703" fmla="*/ 8038 w 9683"/>
              <a:gd name="connsiteY70-2704" fmla="*/ 325 h 10000"/>
              <a:gd name="connsiteX71-2705" fmla="*/ 8670 w 9683"/>
              <a:gd name="connsiteY71-2706" fmla="*/ 427 h 10000"/>
              <a:gd name="connsiteX72-2707" fmla="*/ 8987 w 9683"/>
              <a:gd name="connsiteY72-2708" fmla="*/ 528 h 10000"/>
              <a:gd name="connsiteX73-2709" fmla="*/ 8987 w 9683"/>
              <a:gd name="connsiteY73-2710" fmla="*/ 528 h 10000"/>
              <a:gd name="connsiteX74-2711" fmla="*/ 9367 w 9683"/>
              <a:gd name="connsiteY74-2712" fmla="*/ 650 h 10000"/>
              <a:gd name="connsiteX75-2713" fmla="*/ 9367 w 9683"/>
              <a:gd name="connsiteY75-2714" fmla="*/ 650 h 10000"/>
              <a:gd name="connsiteX76-2715" fmla="*/ 8987 w 9683"/>
              <a:gd name="connsiteY76-2716" fmla="*/ 752 h 10000"/>
              <a:gd name="connsiteX77-2717" fmla="*/ 8987 w 9683"/>
              <a:gd name="connsiteY77-2718" fmla="*/ 976 h 10000"/>
              <a:gd name="connsiteX78-2719" fmla="*/ 8987 w 9683"/>
              <a:gd name="connsiteY78-2720" fmla="*/ 1077 h 10000"/>
              <a:gd name="connsiteX79-2721" fmla="*/ 8670 w 9683"/>
              <a:gd name="connsiteY79-2722" fmla="*/ 1280 h 10000"/>
              <a:gd name="connsiteX80-2723" fmla="*/ 8670 w 9683"/>
              <a:gd name="connsiteY80-2724" fmla="*/ 1606 h 10000"/>
              <a:gd name="connsiteX81-2725" fmla="*/ 8670 w 9683"/>
              <a:gd name="connsiteY81-2726" fmla="*/ 1931 h 10000"/>
              <a:gd name="connsiteX82-2727" fmla="*/ 8987 w 9683"/>
              <a:gd name="connsiteY82-2728" fmla="*/ 2358 h 10000"/>
              <a:gd name="connsiteX83-2729" fmla="*/ 8987 w 9683"/>
              <a:gd name="connsiteY83-2730" fmla="*/ 2358 h 10000"/>
              <a:gd name="connsiteX0-2731" fmla="*/ 9281 w 10000"/>
              <a:gd name="connsiteY0-2732" fmla="*/ 2358 h 10000"/>
              <a:gd name="connsiteX1-2733" fmla="*/ 9281 w 10000"/>
              <a:gd name="connsiteY1-2734" fmla="*/ 2581 h 10000"/>
              <a:gd name="connsiteX2-2735" fmla="*/ 9281 w 10000"/>
              <a:gd name="connsiteY2-2736" fmla="*/ 2907 h 10000"/>
              <a:gd name="connsiteX3-2737" fmla="*/ 9281 w 10000"/>
              <a:gd name="connsiteY3-2738" fmla="*/ 3333 h 10000"/>
              <a:gd name="connsiteX4-2739" fmla="*/ 9674 w 10000"/>
              <a:gd name="connsiteY4-2740" fmla="*/ 3760 h 10000"/>
              <a:gd name="connsiteX5-2741" fmla="*/ 9674 w 10000"/>
              <a:gd name="connsiteY5-2742" fmla="*/ 4187 h 10000"/>
              <a:gd name="connsiteX6-2743" fmla="*/ 9674 w 10000"/>
              <a:gd name="connsiteY6-2744" fmla="*/ 4837 h 10000"/>
              <a:gd name="connsiteX7-2745" fmla="*/ 9674 w 10000"/>
              <a:gd name="connsiteY7-2746" fmla="*/ 5366 h 10000"/>
              <a:gd name="connsiteX8-2747" fmla="*/ 9674 w 10000"/>
              <a:gd name="connsiteY8-2748" fmla="*/ 6118 h 10000"/>
              <a:gd name="connsiteX9-2749" fmla="*/ 10000 w 10000"/>
              <a:gd name="connsiteY9-2750" fmla="*/ 6768 h 10000"/>
              <a:gd name="connsiteX10-2751" fmla="*/ 10000 w 10000"/>
              <a:gd name="connsiteY10-2752" fmla="*/ 7317 h 10000"/>
              <a:gd name="connsiteX11-2753" fmla="*/ 9674 w 10000"/>
              <a:gd name="connsiteY11-2754" fmla="*/ 7846 h 10000"/>
              <a:gd name="connsiteX12-2755" fmla="*/ 9674 w 10000"/>
              <a:gd name="connsiteY12-2756" fmla="*/ 8272 h 10000"/>
              <a:gd name="connsiteX13-2757" fmla="*/ 9281 w 10000"/>
              <a:gd name="connsiteY13-2758" fmla="*/ 8699 h 10000"/>
              <a:gd name="connsiteX14-2759" fmla="*/ 8954 w 10000"/>
              <a:gd name="connsiteY14-2760" fmla="*/ 9024 h 10000"/>
              <a:gd name="connsiteX15-2761" fmla="*/ 8954 w 10000"/>
              <a:gd name="connsiteY15-2762" fmla="*/ 9248 h 10000"/>
              <a:gd name="connsiteX16-2763" fmla="*/ 8301 w 10000"/>
              <a:gd name="connsiteY16-2764" fmla="*/ 9451 h 10000"/>
              <a:gd name="connsiteX17-2765" fmla="*/ 7582 w 10000"/>
              <a:gd name="connsiteY17-2766" fmla="*/ 9675 h 10000"/>
              <a:gd name="connsiteX18-2767" fmla="*/ 6536 w 10000"/>
              <a:gd name="connsiteY18-2768" fmla="*/ 9878 h 10000"/>
              <a:gd name="connsiteX19-2769" fmla="*/ 6210 w 10000"/>
              <a:gd name="connsiteY19-2770" fmla="*/ 10000 h 10000"/>
              <a:gd name="connsiteX20-2771" fmla="*/ 5491 w 10000"/>
              <a:gd name="connsiteY20-2772" fmla="*/ 10000 h 10000"/>
              <a:gd name="connsiteX21-2773" fmla="*/ 5163 w 10000"/>
              <a:gd name="connsiteY21-2774" fmla="*/ 10000 h 10000"/>
              <a:gd name="connsiteX22-2775" fmla="*/ 4837 w 10000"/>
              <a:gd name="connsiteY22-2776" fmla="*/ 9878 h 10000"/>
              <a:gd name="connsiteX23-2777" fmla="*/ 4118 w 10000"/>
              <a:gd name="connsiteY23-2778" fmla="*/ 9776 h 10000"/>
              <a:gd name="connsiteX24-2779" fmla="*/ 3791 w 10000"/>
              <a:gd name="connsiteY24-2780" fmla="*/ 9573 h 10000"/>
              <a:gd name="connsiteX25-2781" fmla="*/ 3071 w 10000"/>
              <a:gd name="connsiteY25-2782" fmla="*/ 9248 h 10000"/>
              <a:gd name="connsiteX26-2783" fmla="*/ 2091 w 10000"/>
              <a:gd name="connsiteY26-2784" fmla="*/ 9024 h 10000"/>
              <a:gd name="connsiteX27-2785" fmla="*/ 1699 w 10000"/>
              <a:gd name="connsiteY27-2786" fmla="*/ 8923 h 10000"/>
              <a:gd name="connsiteX28-2787" fmla="*/ 326 w 10000"/>
              <a:gd name="connsiteY28-2788" fmla="*/ 8699 h 10000"/>
              <a:gd name="connsiteX29-2789" fmla="*/ 0 w 10000"/>
              <a:gd name="connsiteY29-2790" fmla="*/ 7947 h 10000"/>
              <a:gd name="connsiteX30-2791" fmla="*/ 1373 w 10000"/>
              <a:gd name="connsiteY30-2792" fmla="*/ 8069 h 10000"/>
              <a:gd name="connsiteX31-2793" fmla="*/ 2418 w 10000"/>
              <a:gd name="connsiteY31-2794" fmla="*/ 8069 h 10000"/>
              <a:gd name="connsiteX32-2795" fmla="*/ 3464 w 10000"/>
              <a:gd name="connsiteY32-2796" fmla="*/ 8069 h 10000"/>
              <a:gd name="connsiteX33-2797" fmla="*/ 4118 w 10000"/>
              <a:gd name="connsiteY33-2798" fmla="*/ 8069 h 10000"/>
              <a:gd name="connsiteX34-2799" fmla="*/ 4837 w 10000"/>
              <a:gd name="connsiteY34-2800" fmla="*/ 8069 h 10000"/>
              <a:gd name="connsiteX35-2801" fmla="*/ 5163 w 10000"/>
              <a:gd name="connsiteY35-2802" fmla="*/ 7947 h 10000"/>
              <a:gd name="connsiteX36-2803" fmla="*/ 5491 w 10000"/>
              <a:gd name="connsiteY36-2804" fmla="*/ 7744 h 10000"/>
              <a:gd name="connsiteX37-2805" fmla="*/ 5881 w 10000"/>
              <a:gd name="connsiteY37-2806" fmla="*/ 7520 h 10000"/>
              <a:gd name="connsiteX38-2807" fmla="*/ 6210 w 10000"/>
              <a:gd name="connsiteY38-2808" fmla="*/ 7317 h 10000"/>
              <a:gd name="connsiteX39-2809" fmla="*/ 6210 w 10000"/>
              <a:gd name="connsiteY39-2810" fmla="*/ 6992 h 10000"/>
              <a:gd name="connsiteX40-2811" fmla="*/ 6210 w 10000"/>
              <a:gd name="connsiteY40-2812" fmla="*/ 6565 h 10000"/>
              <a:gd name="connsiteX41-2813" fmla="*/ 6210 w 10000"/>
              <a:gd name="connsiteY41-2814" fmla="*/ 6016 h 10000"/>
              <a:gd name="connsiteX42-2815" fmla="*/ 6210 w 10000"/>
              <a:gd name="connsiteY42-2816" fmla="*/ 5691 h 10000"/>
              <a:gd name="connsiteX43-2817" fmla="*/ 6210 w 10000"/>
              <a:gd name="connsiteY43-2818" fmla="*/ 5488 h 10000"/>
              <a:gd name="connsiteX44-2819" fmla="*/ 6210 w 10000"/>
              <a:gd name="connsiteY44-2820" fmla="*/ 5041 h 10000"/>
              <a:gd name="connsiteX45-2821" fmla="*/ 6210 w 10000"/>
              <a:gd name="connsiteY45-2822" fmla="*/ 4736 h 10000"/>
              <a:gd name="connsiteX46-2823" fmla="*/ 6210 w 10000"/>
              <a:gd name="connsiteY46-2824" fmla="*/ 4411 h 10000"/>
              <a:gd name="connsiteX47-2825" fmla="*/ 6210 w 10000"/>
              <a:gd name="connsiteY47-2826" fmla="*/ 3984 h 10000"/>
              <a:gd name="connsiteX48-2827" fmla="*/ 5881 w 10000"/>
              <a:gd name="connsiteY48-2828" fmla="*/ 3537 h 10000"/>
              <a:gd name="connsiteX49-2829" fmla="*/ 5881 w 10000"/>
              <a:gd name="connsiteY49-2830" fmla="*/ 3110 h 10000"/>
              <a:gd name="connsiteX50-2831" fmla="*/ 5881 w 10000"/>
              <a:gd name="connsiteY50-2832" fmla="*/ 2683 h 10000"/>
              <a:gd name="connsiteX51-2833" fmla="*/ 5491 w 10000"/>
              <a:gd name="connsiteY51-2834" fmla="*/ 2256 h 10000"/>
              <a:gd name="connsiteX52-2835" fmla="*/ 5491 w 10000"/>
              <a:gd name="connsiteY52-2836" fmla="*/ 1931 h 10000"/>
              <a:gd name="connsiteX53-2837" fmla="*/ 5163 w 10000"/>
              <a:gd name="connsiteY53-2838" fmla="*/ 1606 h 10000"/>
              <a:gd name="connsiteX54-2839" fmla="*/ 4837 w 10000"/>
              <a:gd name="connsiteY54-2840" fmla="*/ 1402 h 10000"/>
              <a:gd name="connsiteX55-2841" fmla="*/ 4509 w 10000"/>
              <a:gd name="connsiteY55-2842" fmla="*/ 1179 h 10000"/>
              <a:gd name="connsiteX56-2843" fmla="*/ 4118 w 10000"/>
              <a:gd name="connsiteY56-2844" fmla="*/ 976 h 10000"/>
              <a:gd name="connsiteX57-2845" fmla="*/ 3791 w 10000"/>
              <a:gd name="connsiteY57-2846" fmla="*/ 854 h 10000"/>
              <a:gd name="connsiteX58-2847" fmla="*/ 3464 w 10000"/>
              <a:gd name="connsiteY58-2848" fmla="*/ 650 h 10000"/>
              <a:gd name="connsiteX59-2849" fmla="*/ 3071 w 10000"/>
              <a:gd name="connsiteY59-2850" fmla="*/ 427 h 10000"/>
              <a:gd name="connsiteX60-2851" fmla="*/ 3071 w 10000"/>
              <a:gd name="connsiteY60-2852" fmla="*/ 325 h 10000"/>
              <a:gd name="connsiteX61-2853" fmla="*/ 3071 w 10000"/>
              <a:gd name="connsiteY61-2854" fmla="*/ 224 h 10000"/>
              <a:gd name="connsiteX62-2855" fmla="*/ 3464 w 10000"/>
              <a:gd name="connsiteY62-2856" fmla="*/ 102 h 10000"/>
              <a:gd name="connsiteX63-2857" fmla="*/ 3791 w 10000"/>
              <a:gd name="connsiteY63-2858" fmla="*/ 0 h 10000"/>
              <a:gd name="connsiteX64-2859" fmla="*/ 4837 w 10000"/>
              <a:gd name="connsiteY64-2860" fmla="*/ 0 h 10000"/>
              <a:gd name="connsiteX65-2861" fmla="*/ 5491 w 10000"/>
              <a:gd name="connsiteY65-2862" fmla="*/ 0 h 10000"/>
              <a:gd name="connsiteX66-2863" fmla="*/ 6536 w 10000"/>
              <a:gd name="connsiteY66-2864" fmla="*/ 102 h 10000"/>
              <a:gd name="connsiteX67-2865" fmla="*/ 7255 w 10000"/>
              <a:gd name="connsiteY67-2866" fmla="*/ 224 h 10000"/>
              <a:gd name="connsiteX68-2867" fmla="*/ 7909 w 10000"/>
              <a:gd name="connsiteY68-2868" fmla="*/ 224 h 10000"/>
              <a:gd name="connsiteX69-2869" fmla="*/ 8301 w 10000"/>
              <a:gd name="connsiteY69-2870" fmla="*/ 325 h 10000"/>
              <a:gd name="connsiteX70-2871" fmla="*/ 8954 w 10000"/>
              <a:gd name="connsiteY70-2872" fmla="*/ 427 h 10000"/>
              <a:gd name="connsiteX71-2873" fmla="*/ 9281 w 10000"/>
              <a:gd name="connsiteY71-2874" fmla="*/ 528 h 10000"/>
              <a:gd name="connsiteX72-2875" fmla="*/ 9281 w 10000"/>
              <a:gd name="connsiteY72-2876" fmla="*/ 528 h 10000"/>
              <a:gd name="connsiteX73-2877" fmla="*/ 9674 w 10000"/>
              <a:gd name="connsiteY73-2878" fmla="*/ 650 h 10000"/>
              <a:gd name="connsiteX74-2879" fmla="*/ 9674 w 10000"/>
              <a:gd name="connsiteY74-2880" fmla="*/ 650 h 10000"/>
              <a:gd name="connsiteX75-2881" fmla="*/ 9281 w 10000"/>
              <a:gd name="connsiteY75-2882" fmla="*/ 752 h 10000"/>
              <a:gd name="connsiteX76-2883" fmla="*/ 9281 w 10000"/>
              <a:gd name="connsiteY76-2884" fmla="*/ 976 h 10000"/>
              <a:gd name="connsiteX77-2885" fmla="*/ 9281 w 10000"/>
              <a:gd name="connsiteY77-2886" fmla="*/ 1077 h 10000"/>
              <a:gd name="connsiteX78-2887" fmla="*/ 8954 w 10000"/>
              <a:gd name="connsiteY78-2888" fmla="*/ 1280 h 10000"/>
              <a:gd name="connsiteX79-2889" fmla="*/ 8954 w 10000"/>
              <a:gd name="connsiteY79-2890" fmla="*/ 1606 h 10000"/>
              <a:gd name="connsiteX80-2891" fmla="*/ 8954 w 10000"/>
              <a:gd name="connsiteY80-2892" fmla="*/ 1931 h 10000"/>
              <a:gd name="connsiteX81-2893" fmla="*/ 9281 w 10000"/>
              <a:gd name="connsiteY81-2894" fmla="*/ 2358 h 10000"/>
              <a:gd name="connsiteX82-2895" fmla="*/ 9281 w 10000"/>
              <a:gd name="connsiteY82-2896" fmla="*/ 2358 h 10000"/>
              <a:gd name="connsiteX0-2897" fmla="*/ 9281 w 10000"/>
              <a:gd name="connsiteY0-2898" fmla="*/ 2358 h 10000"/>
              <a:gd name="connsiteX1-2899" fmla="*/ 9281 w 10000"/>
              <a:gd name="connsiteY1-2900" fmla="*/ 2581 h 10000"/>
              <a:gd name="connsiteX2-2901" fmla="*/ 9281 w 10000"/>
              <a:gd name="connsiteY2-2902" fmla="*/ 2907 h 10000"/>
              <a:gd name="connsiteX3-2903" fmla="*/ 9281 w 10000"/>
              <a:gd name="connsiteY3-2904" fmla="*/ 3333 h 10000"/>
              <a:gd name="connsiteX4-2905" fmla="*/ 9674 w 10000"/>
              <a:gd name="connsiteY4-2906" fmla="*/ 3760 h 10000"/>
              <a:gd name="connsiteX5-2907" fmla="*/ 9674 w 10000"/>
              <a:gd name="connsiteY5-2908" fmla="*/ 4187 h 10000"/>
              <a:gd name="connsiteX6-2909" fmla="*/ 9674 w 10000"/>
              <a:gd name="connsiteY6-2910" fmla="*/ 4837 h 10000"/>
              <a:gd name="connsiteX7-2911" fmla="*/ 9674 w 10000"/>
              <a:gd name="connsiteY7-2912" fmla="*/ 5366 h 10000"/>
              <a:gd name="connsiteX8-2913" fmla="*/ 9674 w 10000"/>
              <a:gd name="connsiteY8-2914" fmla="*/ 6118 h 10000"/>
              <a:gd name="connsiteX9-2915" fmla="*/ 10000 w 10000"/>
              <a:gd name="connsiteY9-2916" fmla="*/ 6768 h 10000"/>
              <a:gd name="connsiteX10-2917" fmla="*/ 10000 w 10000"/>
              <a:gd name="connsiteY10-2918" fmla="*/ 7317 h 10000"/>
              <a:gd name="connsiteX11-2919" fmla="*/ 9674 w 10000"/>
              <a:gd name="connsiteY11-2920" fmla="*/ 7846 h 10000"/>
              <a:gd name="connsiteX12-2921" fmla="*/ 9674 w 10000"/>
              <a:gd name="connsiteY12-2922" fmla="*/ 8272 h 10000"/>
              <a:gd name="connsiteX13-2923" fmla="*/ 9281 w 10000"/>
              <a:gd name="connsiteY13-2924" fmla="*/ 8699 h 10000"/>
              <a:gd name="connsiteX14-2925" fmla="*/ 8954 w 10000"/>
              <a:gd name="connsiteY14-2926" fmla="*/ 9024 h 10000"/>
              <a:gd name="connsiteX15-2927" fmla="*/ 8954 w 10000"/>
              <a:gd name="connsiteY15-2928" fmla="*/ 9248 h 10000"/>
              <a:gd name="connsiteX16-2929" fmla="*/ 8301 w 10000"/>
              <a:gd name="connsiteY16-2930" fmla="*/ 9451 h 10000"/>
              <a:gd name="connsiteX17-2931" fmla="*/ 7582 w 10000"/>
              <a:gd name="connsiteY17-2932" fmla="*/ 9675 h 10000"/>
              <a:gd name="connsiteX18-2933" fmla="*/ 6536 w 10000"/>
              <a:gd name="connsiteY18-2934" fmla="*/ 9878 h 10000"/>
              <a:gd name="connsiteX19-2935" fmla="*/ 6210 w 10000"/>
              <a:gd name="connsiteY19-2936" fmla="*/ 10000 h 10000"/>
              <a:gd name="connsiteX20-2937" fmla="*/ 5491 w 10000"/>
              <a:gd name="connsiteY20-2938" fmla="*/ 10000 h 10000"/>
              <a:gd name="connsiteX21-2939" fmla="*/ 5163 w 10000"/>
              <a:gd name="connsiteY21-2940" fmla="*/ 10000 h 10000"/>
              <a:gd name="connsiteX22-2941" fmla="*/ 4837 w 10000"/>
              <a:gd name="connsiteY22-2942" fmla="*/ 9878 h 10000"/>
              <a:gd name="connsiteX23-2943" fmla="*/ 4118 w 10000"/>
              <a:gd name="connsiteY23-2944" fmla="*/ 9776 h 10000"/>
              <a:gd name="connsiteX24-2945" fmla="*/ 3791 w 10000"/>
              <a:gd name="connsiteY24-2946" fmla="*/ 9573 h 10000"/>
              <a:gd name="connsiteX25-2947" fmla="*/ 3071 w 10000"/>
              <a:gd name="connsiteY25-2948" fmla="*/ 9248 h 10000"/>
              <a:gd name="connsiteX26-2949" fmla="*/ 2091 w 10000"/>
              <a:gd name="connsiteY26-2950" fmla="*/ 9024 h 10000"/>
              <a:gd name="connsiteX27-2951" fmla="*/ 1699 w 10000"/>
              <a:gd name="connsiteY27-2952" fmla="*/ 8923 h 10000"/>
              <a:gd name="connsiteX28-2953" fmla="*/ 0 w 10000"/>
              <a:gd name="connsiteY28-2954" fmla="*/ 7947 h 10000"/>
              <a:gd name="connsiteX29-2955" fmla="*/ 1373 w 10000"/>
              <a:gd name="connsiteY29-2956" fmla="*/ 8069 h 10000"/>
              <a:gd name="connsiteX30-2957" fmla="*/ 2418 w 10000"/>
              <a:gd name="connsiteY30-2958" fmla="*/ 8069 h 10000"/>
              <a:gd name="connsiteX31-2959" fmla="*/ 3464 w 10000"/>
              <a:gd name="connsiteY31-2960" fmla="*/ 8069 h 10000"/>
              <a:gd name="connsiteX32-2961" fmla="*/ 4118 w 10000"/>
              <a:gd name="connsiteY32-2962" fmla="*/ 8069 h 10000"/>
              <a:gd name="connsiteX33-2963" fmla="*/ 4837 w 10000"/>
              <a:gd name="connsiteY33-2964" fmla="*/ 8069 h 10000"/>
              <a:gd name="connsiteX34-2965" fmla="*/ 5163 w 10000"/>
              <a:gd name="connsiteY34-2966" fmla="*/ 7947 h 10000"/>
              <a:gd name="connsiteX35-2967" fmla="*/ 5491 w 10000"/>
              <a:gd name="connsiteY35-2968" fmla="*/ 7744 h 10000"/>
              <a:gd name="connsiteX36-2969" fmla="*/ 5881 w 10000"/>
              <a:gd name="connsiteY36-2970" fmla="*/ 7520 h 10000"/>
              <a:gd name="connsiteX37-2971" fmla="*/ 6210 w 10000"/>
              <a:gd name="connsiteY37-2972" fmla="*/ 7317 h 10000"/>
              <a:gd name="connsiteX38-2973" fmla="*/ 6210 w 10000"/>
              <a:gd name="connsiteY38-2974" fmla="*/ 6992 h 10000"/>
              <a:gd name="connsiteX39-2975" fmla="*/ 6210 w 10000"/>
              <a:gd name="connsiteY39-2976" fmla="*/ 6565 h 10000"/>
              <a:gd name="connsiteX40-2977" fmla="*/ 6210 w 10000"/>
              <a:gd name="connsiteY40-2978" fmla="*/ 6016 h 10000"/>
              <a:gd name="connsiteX41-2979" fmla="*/ 6210 w 10000"/>
              <a:gd name="connsiteY41-2980" fmla="*/ 5691 h 10000"/>
              <a:gd name="connsiteX42-2981" fmla="*/ 6210 w 10000"/>
              <a:gd name="connsiteY42-2982" fmla="*/ 5488 h 10000"/>
              <a:gd name="connsiteX43-2983" fmla="*/ 6210 w 10000"/>
              <a:gd name="connsiteY43-2984" fmla="*/ 5041 h 10000"/>
              <a:gd name="connsiteX44-2985" fmla="*/ 6210 w 10000"/>
              <a:gd name="connsiteY44-2986" fmla="*/ 4736 h 10000"/>
              <a:gd name="connsiteX45-2987" fmla="*/ 6210 w 10000"/>
              <a:gd name="connsiteY45-2988" fmla="*/ 4411 h 10000"/>
              <a:gd name="connsiteX46-2989" fmla="*/ 6210 w 10000"/>
              <a:gd name="connsiteY46-2990" fmla="*/ 3984 h 10000"/>
              <a:gd name="connsiteX47-2991" fmla="*/ 5881 w 10000"/>
              <a:gd name="connsiteY47-2992" fmla="*/ 3537 h 10000"/>
              <a:gd name="connsiteX48-2993" fmla="*/ 5881 w 10000"/>
              <a:gd name="connsiteY48-2994" fmla="*/ 3110 h 10000"/>
              <a:gd name="connsiteX49-2995" fmla="*/ 5881 w 10000"/>
              <a:gd name="connsiteY49-2996" fmla="*/ 2683 h 10000"/>
              <a:gd name="connsiteX50-2997" fmla="*/ 5491 w 10000"/>
              <a:gd name="connsiteY50-2998" fmla="*/ 2256 h 10000"/>
              <a:gd name="connsiteX51-2999" fmla="*/ 5491 w 10000"/>
              <a:gd name="connsiteY51-3000" fmla="*/ 1931 h 10000"/>
              <a:gd name="connsiteX52-3001" fmla="*/ 5163 w 10000"/>
              <a:gd name="connsiteY52-3002" fmla="*/ 1606 h 10000"/>
              <a:gd name="connsiteX53-3003" fmla="*/ 4837 w 10000"/>
              <a:gd name="connsiteY53-3004" fmla="*/ 1402 h 10000"/>
              <a:gd name="connsiteX54-3005" fmla="*/ 4509 w 10000"/>
              <a:gd name="connsiteY54-3006" fmla="*/ 1179 h 10000"/>
              <a:gd name="connsiteX55-3007" fmla="*/ 4118 w 10000"/>
              <a:gd name="connsiteY55-3008" fmla="*/ 976 h 10000"/>
              <a:gd name="connsiteX56-3009" fmla="*/ 3791 w 10000"/>
              <a:gd name="connsiteY56-3010" fmla="*/ 854 h 10000"/>
              <a:gd name="connsiteX57-3011" fmla="*/ 3464 w 10000"/>
              <a:gd name="connsiteY57-3012" fmla="*/ 650 h 10000"/>
              <a:gd name="connsiteX58-3013" fmla="*/ 3071 w 10000"/>
              <a:gd name="connsiteY58-3014" fmla="*/ 427 h 10000"/>
              <a:gd name="connsiteX59-3015" fmla="*/ 3071 w 10000"/>
              <a:gd name="connsiteY59-3016" fmla="*/ 325 h 10000"/>
              <a:gd name="connsiteX60-3017" fmla="*/ 3071 w 10000"/>
              <a:gd name="connsiteY60-3018" fmla="*/ 224 h 10000"/>
              <a:gd name="connsiteX61-3019" fmla="*/ 3464 w 10000"/>
              <a:gd name="connsiteY61-3020" fmla="*/ 102 h 10000"/>
              <a:gd name="connsiteX62-3021" fmla="*/ 3791 w 10000"/>
              <a:gd name="connsiteY62-3022" fmla="*/ 0 h 10000"/>
              <a:gd name="connsiteX63-3023" fmla="*/ 4837 w 10000"/>
              <a:gd name="connsiteY63-3024" fmla="*/ 0 h 10000"/>
              <a:gd name="connsiteX64-3025" fmla="*/ 5491 w 10000"/>
              <a:gd name="connsiteY64-3026" fmla="*/ 0 h 10000"/>
              <a:gd name="connsiteX65-3027" fmla="*/ 6536 w 10000"/>
              <a:gd name="connsiteY65-3028" fmla="*/ 102 h 10000"/>
              <a:gd name="connsiteX66-3029" fmla="*/ 7255 w 10000"/>
              <a:gd name="connsiteY66-3030" fmla="*/ 224 h 10000"/>
              <a:gd name="connsiteX67-3031" fmla="*/ 7909 w 10000"/>
              <a:gd name="connsiteY67-3032" fmla="*/ 224 h 10000"/>
              <a:gd name="connsiteX68-3033" fmla="*/ 8301 w 10000"/>
              <a:gd name="connsiteY68-3034" fmla="*/ 325 h 10000"/>
              <a:gd name="connsiteX69-3035" fmla="*/ 8954 w 10000"/>
              <a:gd name="connsiteY69-3036" fmla="*/ 427 h 10000"/>
              <a:gd name="connsiteX70-3037" fmla="*/ 9281 w 10000"/>
              <a:gd name="connsiteY70-3038" fmla="*/ 528 h 10000"/>
              <a:gd name="connsiteX71-3039" fmla="*/ 9281 w 10000"/>
              <a:gd name="connsiteY71-3040" fmla="*/ 528 h 10000"/>
              <a:gd name="connsiteX72-3041" fmla="*/ 9674 w 10000"/>
              <a:gd name="connsiteY72-3042" fmla="*/ 650 h 10000"/>
              <a:gd name="connsiteX73-3043" fmla="*/ 9674 w 10000"/>
              <a:gd name="connsiteY73-3044" fmla="*/ 650 h 10000"/>
              <a:gd name="connsiteX74-3045" fmla="*/ 9281 w 10000"/>
              <a:gd name="connsiteY74-3046" fmla="*/ 752 h 10000"/>
              <a:gd name="connsiteX75-3047" fmla="*/ 9281 w 10000"/>
              <a:gd name="connsiteY75-3048" fmla="*/ 976 h 10000"/>
              <a:gd name="connsiteX76-3049" fmla="*/ 9281 w 10000"/>
              <a:gd name="connsiteY76-3050" fmla="*/ 1077 h 10000"/>
              <a:gd name="connsiteX77-3051" fmla="*/ 8954 w 10000"/>
              <a:gd name="connsiteY77-3052" fmla="*/ 1280 h 10000"/>
              <a:gd name="connsiteX78-3053" fmla="*/ 8954 w 10000"/>
              <a:gd name="connsiteY78-3054" fmla="*/ 1606 h 10000"/>
              <a:gd name="connsiteX79-3055" fmla="*/ 8954 w 10000"/>
              <a:gd name="connsiteY79-3056" fmla="*/ 1931 h 10000"/>
              <a:gd name="connsiteX80-3057" fmla="*/ 9281 w 10000"/>
              <a:gd name="connsiteY80-3058" fmla="*/ 2358 h 10000"/>
              <a:gd name="connsiteX81-3059" fmla="*/ 9281 w 10000"/>
              <a:gd name="connsiteY81-3060" fmla="*/ 2358 h 10000"/>
              <a:gd name="connsiteX0-3061" fmla="*/ 7908 w 8627"/>
              <a:gd name="connsiteY0-3062" fmla="*/ 2358 h 10000"/>
              <a:gd name="connsiteX1-3063" fmla="*/ 7908 w 8627"/>
              <a:gd name="connsiteY1-3064" fmla="*/ 2581 h 10000"/>
              <a:gd name="connsiteX2-3065" fmla="*/ 7908 w 8627"/>
              <a:gd name="connsiteY2-3066" fmla="*/ 2907 h 10000"/>
              <a:gd name="connsiteX3-3067" fmla="*/ 7908 w 8627"/>
              <a:gd name="connsiteY3-3068" fmla="*/ 3333 h 10000"/>
              <a:gd name="connsiteX4-3069" fmla="*/ 8301 w 8627"/>
              <a:gd name="connsiteY4-3070" fmla="*/ 3760 h 10000"/>
              <a:gd name="connsiteX5-3071" fmla="*/ 8301 w 8627"/>
              <a:gd name="connsiteY5-3072" fmla="*/ 4187 h 10000"/>
              <a:gd name="connsiteX6-3073" fmla="*/ 8301 w 8627"/>
              <a:gd name="connsiteY6-3074" fmla="*/ 4837 h 10000"/>
              <a:gd name="connsiteX7-3075" fmla="*/ 8301 w 8627"/>
              <a:gd name="connsiteY7-3076" fmla="*/ 5366 h 10000"/>
              <a:gd name="connsiteX8-3077" fmla="*/ 8301 w 8627"/>
              <a:gd name="connsiteY8-3078" fmla="*/ 6118 h 10000"/>
              <a:gd name="connsiteX9-3079" fmla="*/ 8627 w 8627"/>
              <a:gd name="connsiteY9-3080" fmla="*/ 6768 h 10000"/>
              <a:gd name="connsiteX10-3081" fmla="*/ 8627 w 8627"/>
              <a:gd name="connsiteY10-3082" fmla="*/ 7317 h 10000"/>
              <a:gd name="connsiteX11-3083" fmla="*/ 8301 w 8627"/>
              <a:gd name="connsiteY11-3084" fmla="*/ 7846 h 10000"/>
              <a:gd name="connsiteX12-3085" fmla="*/ 8301 w 8627"/>
              <a:gd name="connsiteY12-3086" fmla="*/ 8272 h 10000"/>
              <a:gd name="connsiteX13-3087" fmla="*/ 7908 w 8627"/>
              <a:gd name="connsiteY13-3088" fmla="*/ 8699 h 10000"/>
              <a:gd name="connsiteX14-3089" fmla="*/ 7581 w 8627"/>
              <a:gd name="connsiteY14-3090" fmla="*/ 9024 h 10000"/>
              <a:gd name="connsiteX15-3091" fmla="*/ 7581 w 8627"/>
              <a:gd name="connsiteY15-3092" fmla="*/ 9248 h 10000"/>
              <a:gd name="connsiteX16-3093" fmla="*/ 6928 w 8627"/>
              <a:gd name="connsiteY16-3094" fmla="*/ 9451 h 10000"/>
              <a:gd name="connsiteX17-3095" fmla="*/ 6209 w 8627"/>
              <a:gd name="connsiteY17-3096" fmla="*/ 9675 h 10000"/>
              <a:gd name="connsiteX18-3097" fmla="*/ 5163 w 8627"/>
              <a:gd name="connsiteY18-3098" fmla="*/ 9878 h 10000"/>
              <a:gd name="connsiteX19-3099" fmla="*/ 4837 w 8627"/>
              <a:gd name="connsiteY19-3100" fmla="*/ 10000 h 10000"/>
              <a:gd name="connsiteX20-3101" fmla="*/ 4118 w 8627"/>
              <a:gd name="connsiteY20-3102" fmla="*/ 10000 h 10000"/>
              <a:gd name="connsiteX21-3103" fmla="*/ 3790 w 8627"/>
              <a:gd name="connsiteY21-3104" fmla="*/ 10000 h 10000"/>
              <a:gd name="connsiteX22-3105" fmla="*/ 3464 w 8627"/>
              <a:gd name="connsiteY22-3106" fmla="*/ 9878 h 10000"/>
              <a:gd name="connsiteX23-3107" fmla="*/ 2745 w 8627"/>
              <a:gd name="connsiteY23-3108" fmla="*/ 9776 h 10000"/>
              <a:gd name="connsiteX24-3109" fmla="*/ 2418 w 8627"/>
              <a:gd name="connsiteY24-3110" fmla="*/ 9573 h 10000"/>
              <a:gd name="connsiteX25-3111" fmla="*/ 1698 w 8627"/>
              <a:gd name="connsiteY25-3112" fmla="*/ 9248 h 10000"/>
              <a:gd name="connsiteX26-3113" fmla="*/ 718 w 8627"/>
              <a:gd name="connsiteY26-3114" fmla="*/ 9024 h 10000"/>
              <a:gd name="connsiteX27-3115" fmla="*/ 326 w 8627"/>
              <a:gd name="connsiteY27-3116" fmla="*/ 8923 h 10000"/>
              <a:gd name="connsiteX28-3117" fmla="*/ 0 w 8627"/>
              <a:gd name="connsiteY28-3118" fmla="*/ 8069 h 10000"/>
              <a:gd name="connsiteX29-3119" fmla="*/ 1045 w 8627"/>
              <a:gd name="connsiteY29-3120" fmla="*/ 8069 h 10000"/>
              <a:gd name="connsiteX30-3121" fmla="*/ 2091 w 8627"/>
              <a:gd name="connsiteY30-3122" fmla="*/ 8069 h 10000"/>
              <a:gd name="connsiteX31-3123" fmla="*/ 2745 w 8627"/>
              <a:gd name="connsiteY31-3124" fmla="*/ 8069 h 10000"/>
              <a:gd name="connsiteX32-3125" fmla="*/ 3464 w 8627"/>
              <a:gd name="connsiteY32-3126" fmla="*/ 8069 h 10000"/>
              <a:gd name="connsiteX33-3127" fmla="*/ 3790 w 8627"/>
              <a:gd name="connsiteY33-3128" fmla="*/ 7947 h 10000"/>
              <a:gd name="connsiteX34-3129" fmla="*/ 4118 w 8627"/>
              <a:gd name="connsiteY34-3130" fmla="*/ 7744 h 10000"/>
              <a:gd name="connsiteX35-3131" fmla="*/ 4508 w 8627"/>
              <a:gd name="connsiteY35-3132" fmla="*/ 7520 h 10000"/>
              <a:gd name="connsiteX36-3133" fmla="*/ 4837 w 8627"/>
              <a:gd name="connsiteY36-3134" fmla="*/ 7317 h 10000"/>
              <a:gd name="connsiteX37-3135" fmla="*/ 4837 w 8627"/>
              <a:gd name="connsiteY37-3136" fmla="*/ 6992 h 10000"/>
              <a:gd name="connsiteX38-3137" fmla="*/ 4837 w 8627"/>
              <a:gd name="connsiteY38-3138" fmla="*/ 6565 h 10000"/>
              <a:gd name="connsiteX39-3139" fmla="*/ 4837 w 8627"/>
              <a:gd name="connsiteY39-3140" fmla="*/ 6016 h 10000"/>
              <a:gd name="connsiteX40-3141" fmla="*/ 4837 w 8627"/>
              <a:gd name="connsiteY40-3142" fmla="*/ 5691 h 10000"/>
              <a:gd name="connsiteX41-3143" fmla="*/ 4837 w 8627"/>
              <a:gd name="connsiteY41-3144" fmla="*/ 5488 h 10000"/>
              <a:gd name="connsiteX42-3145" fmla="*/ 4837 w 8627"/>
              <a:gd name="connsiteY42-3146" fmla="*/ 5041 h 10000"/>
              <a:gd name="connsiteX43-3147" fmla="*/ 4837 w 8627"/>
              <a:gd name="connsiteY43-3148" fmla="*/ 4736 h 10000"/>
              <a:gd name="connsiteX44-3149" fmla="*/ 4837 w 8627"/>
              <a:gd name="connsiteY44-3150" fmla="*/ 4411 h 10000"/>
              <a:gd name="connsiteX45-3151" fmla="*/ 4837 w 8627"/>
              <a:gd name="connsiteY45-3152" fmla="*/ 3984 h 10000"/>
              <a:gd name="connsiteX46-3153" fmla="*/ 4508 w 8627"/>
              <a:gd name="connsiteY46-3154" fmla="*/ 3537 h 10000"/>
              <a:gd name="connsiteX47-3155" fmla="*/ 4508 w 8627"/>
              <a:gd name="connsiteY47-3156" fmla="*/ 3110 h 10000"/>
              <a:gd name="connsiteX48-3157" fmla="*/ 4508 w 8627"/>
              <a:gd name="connsiteY48-3158" fmla="*/ 2683 h 10000"/>
              <a:gd name="connsiteX49-3159" fmla="*/ 4118 w 8627"/>
              <a:gd name="connsiteY49-3160" fmla="*/ 2256 h 10000"/>
              <a:gd name="connsiteX50-3161" fmla="*/ 4118 w 8627"/>
              <a:gd name="connsiteY50-3162" fmla="*/ 1931 h 10000"/>
              <a:gd name="connsiteX51-3163" fmla="*/ 3790 w 8627"/>
              <a:gd name="connsiteY51-3164" fmla="*/ 1606 h 10000"/>
              <a:gd name="connsiteX52-3165" fmla="*/ 3464 w 8627"/>
              <a:gd name="connsiteY52-3166" fmla="*/ 1402 h 10000"/>
              <a:gd name="connsiteX53-3167" fmla="*/ 3136 w 8627"/>
              <a:gd name="connsiteY53-3168" fmla="*/ 1179 h 10000"/>
              <a:gd name="connsiteX54-3169" fmla="*/ 2745 w 8627"/>
              <a:gd name="connsiteY54-3170" fmla="*/ 976 h 10000"/>
              <a:gd name="connsiteX55-3171" fmla="*/ 2418 w 8627"/>
              <a:gd name="connsiteY55-3172" fmla="*/ 854 h 10000"/>
              <a:gd name="connsiteX56-3173" fmla="*/ 2091 w 8627"/>
              <a:gd name="connsiteY56-3174" fmla="*/ 650 h 10000"/>
              <a:gd name="connsiteX57-3175" fmla="*/ 1698 w 8627"/>
              <a:gd name="connsiteY57-3176" fmla="*/ 427 h 10000"/>
              <a:gd name="connsiteX58-3177" fmla="*/ 1698 w 8627"/>
              <a:gd name="connsiteY58-3178" fmla="*/ 325 h 10000"/>
              <a:gd name="connsiteX59-3179" fmla="*/ 1698 w 8627"/>
              <a:gd name="connsiteY59-3180" fmla="*/ 224 h 10000"/>
              <a:gd name="connsiteX60-3181" fmla="*/ 2091 w 8627"/>
              <a:gd name="connsiteY60-3182" fmla="*/ 102 h 10000"/>
              <a:gd name="connsiteX61-3183" fmla="*/ 2418 w 8627"/>
              <a:gd name="connsiteY61-3184" fmla="*/ 0 h 10000"/>
              <a:gd name="connsiteX62-3185" fmla="*/ 3464 w 8627"/>
              <a:gd name="connsiteY62-3186" fmla="*/ 0 h 10000"/>
              <a:gd name="connsiteX63-3187" fmla="*/ 4118 w 8627"/>
              <a:gd name="connsiteY63-3188" fmla="*/ 0 h 10000"/>
              <a:gd name="connsiteX64-3189" fmla="*/ 5163 w 8627"/>
              <a:gd name="connsiteY64-3190" fmla="*/ 102 h 10000"/>
              <a:gd name="connsiteX65-3191" fmla="*/ 5882 w 8627"/>
              <a:gd name="connsiteY65-3192" fmla="*/ 224 h 10000"/>
              <a:gd name="connsiteX66-3193" fmla="*/ 6536 w 8627"/>
              <a:gd name="connsiteY66-3194" fmla="*/ 224 h 10000"/>
              <a:gd name="connsiteX67-3195" fmla="*/ 6928 w 8627"/>
              <a:gd name="connsiteY67-3196" fmla="*/ 325 h 10000"/>
              <a:gd name="connsiteX68-3197" fmla="*/ 7581 w 8627"/>
              <a:gd name="connsiteY68-3198" fmla="*/ 427 h 10000"/>
              <a:gd name="connsiteX69-3199" fmla="*/ 7908 w 8627"/>
              <a:gd name="connsiteY69-3200" fmla="*/ 528 h 10000"/>
              <a:gd name="connsiteX70-3201" fmla="*/ 7908 w 8627"/>
              <a:gd name="connsiteY70-3202" fmla="*/ 528 h 10000"/>
              <a:gd name="connsiteX71-3203" fmla="*/ 8301 w 8627"/>
              <a:gd name="connsiteY71-3204" fmla="*/ 650 h 10000"/>
              <a:gd name="connsiteX72-3205" fmla="*/ 8301 w 8627"/>
              <a:gd name="connsiteY72-3206" fmla="*/ 650 h 10000"/>
              <a:gd name="connsiteX73-3207" fmla="*/ 7908 w 8627"/>
              <a:gd name="connsiteY73-3208" fmla="*/ 752 h 10000"/>
              <a:gd name="connsiteX74-3209" fmla="*/ 7908 w 8627"/>
              <a:gd name="connsiteY74-3210" fmla="*/ 976 h 10000"/>
              <a:gd name="connsiteX75-3211" fmla="*/ 7908 w 8627"/>
              <a:gd name="connsiteY75-3212" fmla="*/ 1077 h 10000"/>
              <a:gd name="connsiteX76-3213" fmla="*/ 7581 w 8627"/>
              <a:gd name="connsiteY76-3214" fmla="*/ 1280 h 10000"/>
              <a:gd name="connsiteX77-3215" fmla="*/ 7581 w 8627"/>
              <a:gd name="connsiteY77-3216" fmla="*/ 1606 h 10000"/>
              <a:gd name="connsiteX78-3217" fmla="*/ 7581 w 8627"/>
              <a:gd name="connsiteY78-3218" fmla="*/ 1931 h 10000"/>
              <a:gd name="connsiteX79-3219" fmla="*/ 7908 w 8627"/>
              <a:gd name="connsiteY79-3220" fmla="*/ 2358 h 10000"/>
              <a:gd name="connsiteX80-3221" fmla="*/ 7908 w 8627"/>
              <a:gd name="connsiteY80-3222" fmla="*/ 2358 h 10000"/>
              <a:gd name="connsiteX0-3223" fmla="*/ 8789 w 9622"/>
              <a:gd name="connsiteY0-3224" fmla="*/ 2358 h 10000"/>
              <a:gd name="connsiteX1-3225" fmla="*/ 8789 w 9622"/>
              <a:gd name="connsiteY1-3226" fmla="*/ 2581 h 10000"/>
              <a:gd name="connsiteX2-3227" fmla="*/ 8789 w 9622"/>
              <a:gd name="connsiteY2-3228" fmla="*/ 2907 h 10000"/>
              <a:gd name="connsiteX3-3229" fmla="*/ 8789 w 9622"/>
              <a:gd name="connsiteY3-3230" fmla="*/ 3333 h 10000"/>
              <a:gd name="connsiteX4-3231" fmla="*/ 9244 w 9622"/>
              <a:gd name="connsiteY4-3232" fmla="*/ 3760 h 10000"/>
              <a:gd name="connsiteX5-3233" fmla="*/ 9244 w 9622"/>
              <a:gd name="connsiteY5-3234" fmla="*/ 4187 h 10000"/>
              <a:gd name="connsiteX6-3235" fmla="*/ 9244 w 9622"/>
              <a:gd name="connsiteY6-3236" fmla="*/ 4837 h 10000"/>
              <a:gd name="connsiteX7-3237" fmla="*/ 9244 w 9622"/>
              <a:gd name="connsiteY7-3238" fmla="*/ 5366 h 10000"/>
              <a:gd name="connsiteX8-3239" fmla="*/ 9244 w 9622"/>
              <a:gd name="connsiteY8-3240" fmla="*/ 6118 h 10000"/>
              <a:gd name="connsiteX9-3241" fmla="*/ 9622 w 9622"/>
              <a:gd name="connsiteY9-3242" fmla="*/ 6768 h 10000"/>
              <a:gd name="connsiteX10-3243" fmla="*/ 9622 w 9622"/>
              <a:gd name="connsiteY10-3244" fmla="*/ 7317 h 10000"/>
              <a:gd name="connsiteX11-3245" fmla="*/ 9244 w 9622"/>
              <a:gd name="connsiteY11-3246" fmla="*/ 7846 h 10000"/>
              <a:gd name="connsiteX12-3247" fmla="*/ 9244 w 9622"/>
              <a:gd name="connsiteY12-3248" fmla="*/ 8272 h 10000"/>
              <a:gd name="connsiteX13-3249" fmla="*/ 8789 w 9622"/>
              <a:gd name="connsiteY13-3250" fmla="*/ 8699 h 10000"/>
              <a:gd name="connsiteX14-3251" fmla="*/ 8410 w 9622"/>
              <a:gd name="connsiteY14-3252" fmla="*/ 9024 h 10000"/>
              <a:gd name="connsiteX15-3253" fmla="*/ 8410 w 9622"/>
              <a:gd name="connsiteY15-3254" fmla="*/ 9248 h 10000"/>
              <a:gd name="connsiteX16-3255" fmla="*/ 7653 w 9622"/>
              <a:gd name="connsiteY16-3256" fmla="*/ 9451 h 10000"/>
              <a:gd name="connsiteX17-3257" fmla="*/ 6819 w 9622"/>
              <a:gd name="connsiteY17-3258" fmla="*/ 9675 h 10000"/>
              <a:gd name="connsiteX18-3259" fmla="*/ 5607 w 9622"/>
              <a:gd name="connsiteY18-3260" fmla="*/ 9878 h 10000"/>
              <a:gd name="connsiteX19-3261" fmla="*/ 5229 w 9622"/>
              <a:gd name="connsiteY19-3262" fmla="*/ 10000 h 10000"/>
              <a:gd name="connsiteX20-3263" fmla="*/ 4395 w 9622"/>
              <a:gd name="connsiteY20-3264" fmla="*/ 10000 h 10000"/>
              <a:gd name="connsiteX21-3265" fmla="*/ 4015 w 9622"/>
              <a:gd name="connsiteY21-3266" fmla="*/ 10000 h 10000"/>
              <a:gd name="connsiteX22-3267" fmla="*/ 3637 w 9622"/>
              <a:gd name="connsiteY22-3268" fmla="*/ 9878 h 10000"/>
              <a:gd name="connsiteX23-3269" fmla="*/ 2804 w 9622"/>
              <a:gd name="connsiteY23-3270" fmla="*/ 9776 h 10000"/>
              <a:gd name="connsiteX24-3271" fmla="*/ 2425 w 9622"/>
              <a:gd name="connsiteY24-3272" fmla="*/ 9573 h 10000"/>
              <a:gd name="connsiteX25-3273" fmla="*/ 1590 w 9622"/>
              <a:gd name="connsiteY25-3274" fmla="*/ 9248 h 10000"/>
              <a:gd name="connsiteX26-3275" fmla="*/ 454 w 9622"/>
              <a:gd name="connsiteY26-3276" fmla="*/ 9024 h 10000"/>
              <a:gd name="connsiteX27-3277" fmla="*/ 0 w 9622"/>
              <a:gd name="connsiteY27-3278" fmla="*/ 8923 h 10000"/>
              <a:gd name="connsiteX28-3279" fmla="*/ 833 w 9622"/>
              <a:gd name="connsiteY28-3280" fmla="*/ 8069 h 10000"/>
              <a:gd name="connsiteX29-3281" fmla="*/ 2046 w 9622"/>
              <a:gd name="connsiteY29-3282" fmla="*/ 8069 h 10000"/>
              <a:gd name="connsiteX30-3283" fmla="*/ 2804 w 9622"/>
              <a:gd name="connsiteY30-3284" fmla="*/ 8069 h 10000"/>
              <a:gd name="connsiteX31-3285" fmla="*/ 3637 w 9622"/>
              <a:gd name="connsiteY31-3286" fmla="*/ 8069 h 10000"/>
              <a:gd name="connsiteX32-3287" fmla="*/ 4015 w 9622"/>
              <a:gd name="connsiteY32-3288" fmla="*/ 7947 h 10000"/>
              <a:gd name="connsiteX33-3289" fmla="*/ 4395 w 9622"/>
              <a:gd name="connsiteY33-3290" fmla="*/ 7744 h 10000"/>
              <a:gd name="connsiteX34-3291" fmla="*/ 4847 w 9622"/>
              <a:gd name="connsiteY34-3292" fmla="*/ 7520 h 10000"/>
              <a:gd name="connsiteX35-3293" fmla="*/ 5229 w 9622"/>
              <a:gd name="connsiteY35-3294" fmla="*/ 7317 h 10000"/>
              <a:gd name="connsiteX36-3295" fmla="*/ 5229 w 9622"/>
              <a:gd name="connsiteY36-3296" fmla="*/ 6992 h 10000"/>
              <a:gd name="connsiteX37-3297" fmla="*/ 5229 w 9622"/>
              <a:gd name="connsiteY37-3298" fmla="*/ 6565 h 10000"/>
              <a:gd name="connsiteX38-3299" fmla="*/ 5229 w 9622"/>
              <a:gd name="connsiteY38-3300" fmla="*/ 6016 h 10000"/>
              <a:gd name="connsiteX39-3301" fmla="*/ 5229 w 9622"/>
              <a:gd name="connsiteY39-3302" fmla="*/ 5691 h 10000"/>
              <a:gd name="connsiteX40-3303" fmla="*/ 5229 w 9622"/>
              <a:gd name="connsiteY40-3304" fmla="*/ 5488 h 10000"/>
              <a:gd name="connsiteX41-3305" fmla="*/ 5229 w 9622"/>
              <a:gd name="connsiteY41-3306" fmla="*/ 5041 h 10000"/>
              <a:gd name="connsiteX42-3307" fmla="*/ 5229 w 9622"/>
              <a:gd name="connsiteY42-3308" fmla="*/ 4736 h 10000"/>
              <a:gd name="connsiteX43-3309" fmla="*/ 5229 w 9622"/>
              <a:gd name="connsiteY43-3310" fmla="*/ 4411 h 10000"/>
              <a:gd name="connsiteX44-3311" fmla="*/ 5229 w 9622"/>
              <a:gd name="connsiteY44-3312" fmla="*/ 3984 h 10000"/>
              <a:gd name="connsiteX45-3313" fmla="*/ 4847 w 9622"/>
              <a:gd name="connsiteY45-3314" fmla="*/ 3537 h 10000"/>
              <a:gd name="connsiteX46-3315" fmla="*/ 4847 w 9622"/>
              <a:gd name="connsiteY46-3316" fmla="*/ 3110 h 10000"/>
              <a:gd name="connsiteX47-3317" fmla="*/ 4847 w 9622"/>
              <a:gd name="connsiteY47-3318" fmla="*/ 2683 h 10000"/>
              <a:gd name="connsiteX48-3319" fmla="*/ 4395 w 9622"/>
              <a:gd name="connsiteY48-3320" fmla="*/ 2256 h 10000"/>
              <a:gd name="connsiteX49-3321" fmla="*/ 4395 w 9622"/>
              <a:gd name="connsiteY49-3322" fmla="*/ 1931 h 10000"/>
              <a:gd name="connsiteX50-3323" fmla="*/ 4015 w 9622"/>
              <a:gd name="connsiteY50-3324" fmla="*/ 1606 h 10000"/>
              <a:gd name="connsiteX51-3325" fmla="*/ 3637 w 9622"/>
              <a:gd name="connsiteY51-3326" fmla="*/ 1402 h 10000"/>
              <a:gd name="connsiteX52-3327" fmla="*/ 3257 w 9622"/>
              <a:gd name="connsiteY52-3328" fmla="*/ 1179 h 10000"/>
              <a:gd name="connsiteX53-3329" fmla="*/ 2804 w 9622"/>
              <a:gd name="connsiteY53-3330" fmla="*/ 976 h 10000"/>
              <a:gd name="connsiteX54-3331" fmla="*/ 2425 w 9622"/>
              <a:gd name="connsiteY54-3332" fmla="*/ 854 h 10000"/>
              <a:gd name="connsiteX55-3333" fmla="*/ 2046 w 9622"/>
              <a:gd name="connsiteY55-3334" fmla="*/ 650 h 10000"/>
              <a:gd name="connsiteX56-3335" fmla="*/ 1590 w 9622"/>
              <a:gd name="connsiteY56-3336" fmla="*/ 427 h 10000"/>
              <a:gd name="connsiteX57-3337" fmla="*/ 1590 w 9622"/>
              <a:gd name="connsiteY57-3338" fmla="*/ 325 h 10000"/>
              <a:gd name="connsiteX58-3339" fmla="*/ 1590 w 9622"/>
              <a:gd name="connsiteY58-3340" fmla="*/ 224 h 10000"/>
              <a:gd name="connsiteX59-3341" fmla="*/ 2046 w 9622"/>
              <a:gd name="connsiteY59-3342" fmla="*/ 102 h 10000"/>
              <a:gd name="connsiteX60-3343" fmla="*/ 2425 w 9622"/>
              <a:gd name="connsiteY60-3344" fmla="*/ 0 h 10000"/>
              <a:gd name="connsiteX61-3345" fmla="*/ 3637 w 9622"/>
              <a:gd name="connsiteY61-3346" fmla="*/ 0 h 10000"/>
              <a:gd name="connsiteX62-3347" fmla="*/ 4395 w 9622"/>
              <a:gd name="connsiteY62-3348" fmla="*/ 0 h 10000"/>
              <a:gd name="connsiteX63-3349" fmla="*/ 5607 w 9622"/>
              <a:gd name="connsiteY63-3350" fmla="*/ 102 h 10000"/>
              <a:gd name="connsiteX64-3351" fmla="*/ 6440 w 9622"/>
              <a:gd name="connsiteY64-3352" fmla="*/ 224 h 10000"/>
              <a:gd name="connsiteX65-3353" fmla="*/ 7198 w 9622"/>
              <a:gd name="connsiteY65-3354" fmla="*/ 224 h 10000"/>
              <a:gd name="connsiteX66-3355" fmla="*/ 7653 w 9622"/>
              <a:gd name="connsiteY66-3356" fmla="*/ 325 h 10000"/>
              <a:gd name="connsiteX67-3357" fmla="*/ 8410 w 9622"/>
              <a:gd name="connsiteY67-3358" fmla="*/ 427 h 10000"/>
              <a:gd name="connsiteX68-3359" fmla="*/ 8789 w 9622"/>
              <a:gd name="connsiteY68-3360" fmla="*/ 528 h 10000"/>
              <a:gd name="connsiteX69-3361" fmla="*/ 8789 w 9622"/>
              <a:gd name="connsiteY69-3362" fmla="*/ 528 h 10000"/>
              <a:gd name="connsiteX70-3363" fmla="*/ 9244 w 9622"/>
              <a:gd name="connsiteY70-3364" fmla="*/ 650 h 10000"/>
              <a:gd name="connsiteX71-3365" fmla="*/ 9244 w 9622"/>
              <a:gd name="connsiteY71-3366" fmla="*/ 650 h 10000"/>
              <a:gd name="connsiteX72-3367" fmla="*/ 8789 w 9622"/>
              <a:gd name="connsiteY72-3368" fmla="*/ 752 h 10000"/>
              <a:gd name="connsiteX73-3369" fmla="*/ 8789 w 9622"/>
              <a:gd name="connsiteY73-3370" fmla="*/ 976 h 10000"/>
              <a:gd name="connsiteX74-3371" fmla="*/ 8789 w 9622"/>
              <a:gd name="connsiteY74-3372" fmla="*/ 1077 h 10000"/>
              <a:gd name="connsiteX75-3373" fmla="*/ 8410 w 9622"/>
              <a:gd name="connsiteY75-3374" fmla="*/ 1280 h 10000"/>
              <a:gd name="connsiteX76-3375" fmla="*/ 8410 w 9622"/>
              <a:gd name="connsiteY76-3376" fmla="*/ 1606 h 10000"/>
              <a:gd name="connsiteX77-3377" fmla="*/ 8410 w 9622"/>
              <a:gd name="connsiteY77-3378" fmla="*/ 1931 h 10000"/>
              <a:gd name="connsiteX78-3379" fmla="*/ 8789 w 9622"/>
              <a:gd name="connsiteY78-3380" fmla="*/ 2358 h 10000"/>
              <a:gd name="connsiteX79-3381" fmla="*/ 8789 w 9622"/>
              <a:gd name="connsiteY79-3382" fmla="*/ 2358 h 10000"/>
              <a:gd name="connsiteX0-3383" fmla="*/ 9134 w 10000"/>
              <a:gd name="connsiteY0-3384" fmla="*/ 2358 h 10000"/>
              <a:gd name="connsiteX1-3385" fmla="*/ 9134 w 10000"/>
              <a:gd name="connsiteY1-3386" fmla="*/ 2581 h 10000"/>
              <a:gd name="connsiteX2-3387" fmla="*/ 9134 w 10000"/>
              <a:gd name="connsiteY2-3388" fmla="*/ 2907 h 10000"/>
              <a:gd name="connsiteX3-3389" fmla="*/ 9134 w 10000"/>
              <a:gd name="connsiteY3-3390" fmla="*/ 3333 h 10000"/>
              <a:gd name="connsiteX4-3391" fmla="*/ 9607 w 10000"/>
              <a:gd name="connsiteY4-3392" fmla="*/ 3760 h 10000"/>
              <a:gd name="connsiteX5-3393" fmla="*/ 9607 w 10000"/>
              <a:gd name="connsiteY5-3394" fmla="*/ 4187 h 10000"/>
              <a:gd name="connsiteX6-3395" fmla="*/ 9607 w 10000"/>
              <a:gd name="connsiteY6-3396" fmla="*/ 4837 h 10000"/>
              <a:gd name="connsiteX7-3397" fmla="*/ 9607 w 10000"/>
              <a:gd name="connsiteY7-3398" fmla="*/ 5366 h 10000"/>
              <a:gd name="connsiteX8-3399" fmla="*/ 9607 w 10000"/>
              <a:gd name="connsiteY8-3400" fmla="*/ 6118 h 10000"/>
              <a:gd name="connsiteX9-3401" fmla="*/ 10000 w 10000"/>
              <a:gd name="connsiteY9-3402" fmla="*/ 6768 h 10000"/>
              <a:gd name="connsiteX10-3403" fmla="*/ 10000 w 10000"/>
              <a:gd name="connsiteY10-3404" fmla="*/ 7317 h 10000"/>
              <a:gd name="connsiteX11-3405" fmla="*/ 9607 w 10000"/>
              <a:gd name="connsiteY11-3406" fmla="*/ 7846 h 10000"/>
              <a:gd name="connsiteX12-3407" fmla="*/ 9607 w 10000"/>
              <a:gd name="connsiteY12-3408" fmla="*/ 8272 h 10000"/>
              <a:gd name="connsiteX13-3409" fmla="*/ 9134 w 10000"/>
              <a:gd name="connsiteY13-3410" fmla="*/ 8699 h 10000"/>
              <a:gd name="connsiteX14-3411" fmla="*/ 8740 w 10000"/>
              <a:gd name="connsiteY14-3412" fmla="*/ 9024 h 10000"/>
              <a:gd name="connsiteX15-3413" fmla="*/ 8740 w 10000"/>
              <a:gd name="connsiteY15-3414" fmla="*/ 9248 h 10000"/>
              <a:gd name="connsiteX16-3415" fmla="*/ 7954 w 10000"/>
              <a:gd name="connsiteY16-3416" fmla="*/ 9451 h 10000"/>
              <a:gd name="connsiteX17-3417" fmla="*/ 7087 w 10000"/>
              <a:gd name="connsiteY17-3418" fmla="*/ 9675 h 10000"/>
              <a:gd name="connsiteX18-3419" fmla="*/ 5827 w 10000"/>
              <a:gd name="connsiteY18-3420" fmla="*/ 9878 h 10000"/>
              <a:gd name="connsiteX19-3421" fmla="*/ 5434 w 10000"/>
              <a:gd name="connsiteY19-3422" fmla="*/ 10000 h 10000"/>
              <a:gd name="connsiteX20-3423" fmla="*/ 4568 w 10000"/>
              <a:gd name="connsiteY20-3424" fmla="*/ 10000 h 10000"/>
              <a:gd name="connsiteX21-3425" fmla="*/ 4173 w 10000"/>
              <a:gd name="connsiteY21-3426" fmla="*/ 10000 h 10000"/>
              <a:gd name="connsiteX22-3427" fmla="*/ 3780 w 10000"/>
              <a:gd name="connsiteY22-3428" fmla="*/ 9878 h 10000"/>
              <a:gd name="connsiteX23-3429" fmla="*/ 2914 w 10000"/>
              <a:gd name="connsiteY23-3430" fmla="*/ 9776 h 10000"/>
              <a:gd name="connsiteX24-3431" fmla="*/ 2520 w 10000"/>
              <a:gd name="connsiteY24-3432" fmla="*/ 9573 h 10000"/>
              <a:gd name="connsiteX25-3433" fmla="*/ 1652 w 10000"/>
              <a:gd name="connsiteY25-3434" fmla="*/ 9248 h 10000"/>
              <a:gd name="connsiteX26-3435" fmla="*/ 472 w 10000"/>
              <a:gd name="connsiteY26-3436" fmla="*/ 9024 h 10000"/>
              <a:gd name="connsiteX27-3437" fmla="*/ 0 w 10000"/>
              <a:gd name="connsiteY27-3438" fmla="*/ 8923 h 10000"/>
              <a:gd name="connsiteX28-3439" fmla="*/ 866 w 10000"/>
              <a:gd name="connsiteY28-3440" fmla="*/ 8069 h 10000"/>
              <a:gd name="connsiteX29-3441" fmla="*/ 2914 w 10000"/>
              <a:gd name="connsiteY29-3442" fmla="*/ 8069 h 10000"/>
              <a:gd name="connsiteX30-3443" fmla="*/ 3780 w 10000"/>
              <a:gd name="connsiteY30-3444" fmla="*/ 8069 h 10000"/>
              <a:gd name="connsiteX31-3445" fmla="*/ 4173 w 10000"/>
              <a:gd name="connsiteY31-3446" fmla="*/ 7947 h 10000"/>
              <a:gd name="connsiteX32-3447" fmla="*/ 4568 w 10000"/>
              <a:gd name="connsiteY32-3448" fmla="*/ 7744 h 10000"/>
              <a:gd name="connsiteX33-3449" fmla="*/ 5037 w 10000"/>
              <a:gd name="connsiteY33-3450" fmla="*/ 7520 h 10000"/>
              <a:gd name="connsiteX34-3451" fmla="*/ 5434 w 10000"/>
              <a:gd name="connsiteY34-3452" fmla="*/ 7317 h 10000"/>
              <a:gd name="connsiteX35-3453" fmla="*/ 5434 w 10000"/>
              <a:gd name="connsiteY35-3454" fmla="*/ 6992 h 10000"/>
              <a:gd name="connsiteX36-3455" fmla="*/ 5434 w 10000"/>
              <a:gd name="connsiteY36-3456" fmla="*/ 6565 h 10000"/>
              <a:gd name="connsiteX37-3457" fmla="*/ 5434 w 10000"/>
              <a:gd name="connsiteY37-3458" fmla="*/ 6016 h 10000"/>
              <a:gd name="connsiteX38-3459" fmla="*/ 5434 w 10000"/>
              <a:gd name="connsiteY38-3460" fmla="*/ 5691 h 10000"/>
              <a:gd name="connsiteX39-3461" fmla="*/ 5434 w 10000"/>
              <a:gd name="connsiteY39-3462" fmla="*/ 5488 h 10000"/>
              <a:gd name="connsiteX40-3463" fmla="*/ 5434 w 10000"/>
              <a:gd name="connsiteY40-3464" fmla="*/ 5041 h 10000"/>
              <a:gd name="connsiteX41-3465" fmla="*/ 5434 w 10000"/>
              <a:gd name="connsiteY41-3466" fmla="*/ 4736 h 10000"/>
              <a:gd name="connsiteX42-3467" fmla="*/ 5434 w 10000"/>
              <a:gd name="connsiteY42-3468" fmla="*/ 4411 h 10000"/>
              <a:gd name="connsiteX43-3469" fmla="*/ 5434 w 10000"/>
              <a:gd name="connsiteY43-3470" fmla="*/ 3984 h 10000"/>
              <a:gd name="connsiteX44-3471" fmla="*/ 5037 w 10000"/>
              <a:gd name="connsiteY44-3472" fmla="*/ 3537 h 10000"/>
              <a:gd name="connsiteX45-3473" fmla="*/ 5037 w 10000"/>
              <a:gd name="connsiteY45-3474" fmla="*/ 3110 h 10000"/>
              <a:gd name="connsiteX46-3475" fmla="*/ 5037 w 10000"/>
              <a:gd name="connsiteY46-3476" fmla="*/ 2683 h 10000"/>
              <a:gd name="connsiteX47-3477" fmla="*/ 4568 w 10000"/>
              <a:gd name="connsiteY47-3478" fmla="*/ 2256 h 10000"/>
              <a:gd name="connsiteX48-3479" fmla="*/ 4568 w 10000"/>
              <a:gd name="connsiteY48-3480" fmla="*/ 1931 h 10000"/>
              <a:gd name="connsiteX49-3481" fmla="*/ 4173 w 10000"/>
              <a:gd name="connsiteY49-3482" fmla="*/ 1606 h 10000"/>
              <a:gd name="connsiteX50-3483" fmla="*/ 3780 w 10000"/>
              <a:gd name="connsiteY50-3484" fmla="*/ 1402 h 10000"/>
              <a:gd name="connsiteX51-3485" fmla="*/ 3385 w 10000"/>
              <a:gd name="connsiteY51-3486" fmla="*/ 1179 h 10000"/>
              <a:gd name="connsiteX52-3487" fmla="*/ 2914 w 10000"/>
              <a:gd name="connsiteY52-3488" fmla="*/ 976 h 10000"/>
              <a:gd name="connsiteX53-3489" fmla="*/ 2520 w 10000"/>
              <a:gd name="connsiteY53-3490" fmla="*/ 854 h 10000"/>
              <a:gd name="connsiteX54-3491" fmla="*/ 2126 w 10000"/>
              <a:gd name="connsiteY54-3492" fmla="*/ 650 h 10000"/>
              <a:gd name="connsiteX55-3493" fmla="*/ 1652 w 10000"/>
              <a:gd name="connsiteY55-3494" fmla="*/ 427 h 10000"/>
              <a:gd name="connsiteX56-3495" fmla="*/ 1652 w 10000"/>
              <a:gd name="connsiteY56-3496" fmla="*/ 325 h 10000"/>
              <a:gd name="connsiteX57-3497" fmla="*/ 1652 w 10000"/>
              <a:gd name="connsiteY57-3498" fmla="*/ 224 h 10000"/>
              <a:gd name="connsiteX58-3499" fmla="*/ 2126 w 10000"/>
              <a:gd name="connsiteY58-3500" fmla="*/ 102 h 10000"/>
              <a:gd name="connsiteX59-3501" fmla="*/ 2520 w 10000"/>
              <a:gd name="connsiteY59-3502" fmla="*/ 0 h 10000"/>
              <a:gd name="connsiteX60-3503" fmla="*/ 3780 w 10000"/>
              <a:gd name="connsiteY60-3504" fmla="*/ 0 h 10000"/>
              <a:gd name="connsiteX61-3505" fmla="*/ 4568 w 10000"/>
              <a:gd name="connsiteY61-3506" fmla="*/ 0 h 10000"/>
              <a:gd name="connsiteX62-3507" fmla="*/ 5827 w 10000"/>
              <a:gd name="connsiteY62-3508" fmla="*/ 102 h 10000"/>
              <a:gd name="connsiteX63-3509" fmla="*/ 6693 w 10000"/>
              <a:gd name="connsiteY63-3510" fmla="*/ 224 h 10000"/>
              <a:gd name="connsiteX64-3511" fmla="*/ 7481 w 10000"/>
              <a:gd name="connsiteY64-3512" fmla="*/ 224 h 10000"/>
              <a:gd name="connsiteX65-3513" fmla="*/ 7954 w 10000"/>
              <a:gd name="connsiteY65-3514" fmla="*/ 325 h 10000"/>
              <a:gd name="connsiteX66-3515" fmla="*/ 8740 w 10000"/>
              <a:gd name="connsiteY66-3516" fmla="*/ 427 h 10000"/>
              <a:gd name="connsiteX67-3517" fmla="*/ 9134 w 10000"/>
              <a:gd name="connsiteY67-3518" fmla="*/ 528 h 10000"/>
              <a:gd name="connsiteX68-3519" fmla="*/ 9134 w 10000"/>
              <a:gd name="connsiteY68-3520" fmla="*/ 528 h 10000"/>
              <a:gd name="connsiteX69-3521" fmla="*/ 9607 w 10000"/>
              <a:gd name="connsiteY69-3522" fmla="*/ 650 h 10000"/>
              <a:gd name="connsiteX70-3523" fmla="*/ 9607 w 10000"/>
              <a:gd name="connsiteY70-3524" fmla="*/ 650 h 10000"/>
              <a:gd name="connsiteX71-3525" fmla="*/ 9134 w 10000"/>
              <a:gd name="connsiteY71-3526" fmla="*/ 752 h 10000"/>
              <a:gd name="connsiteX72-3527" fmla="*/ 9134 w 10000"/>
              <a:gd name="connsiteY72-3528" fmla="*/ 976 h 10000"/>
              <a:gd name="connsiteX73-3529" fmla="*/ 9134 w 10000"/>
              <a:gd name="connsiteY73-3530" fmla="*/ 1077 h 10000"/>
              <a:gd name="connsiteX74-3531" fmla="*/ 8740 w 10000"/>
              <a:gd name="connsiteY74-3532" fmla="*/ 1280 h 10000"/>
              <a:gd name="connsiteX75-3533" fmla="*/ 8740 w 10000"/>
              <a:gd name="connsiteY75-3534" fmla="*/ 1606 h 10000"/>
              <a:gd name="connsiteX76-3535" fmla="*/ 8740 w 10000"/>
              <a:gd name="connsiteY76-3536" fmla="*/ 1931 h 10000"/>
              <a:gd name="connsiteX77-3537" fmla="*/ 9134 w 10000"/>
              <a:gd name="connsiteY77-3538" fmla="*/ 2358 h 10000"/>
              <a:gd name="connsiteX78-3539" fmla="*/ 9134 w 10000"/>
              <a:gd name="connsiteY78-3540" fmla="*/ 2358 h 10000"/>
              <a:gd name="connsiteX0-3541" fmla="*/ 9134 w 10000"/>
              <a:gd name="connsiteY0-3542" fmla="*/ 2358 h 10000"/>
              <a:gd name="connsiteX1-3543" fmla="*/ 9134 w 10000"/>
              <a:gd name="connsiteY1-3544" fmla="*/ 2581 h 10000"/>
              <a:gd name="connsiteX2-3545" fmla="*/ 9134 w 10000"/>
              <a:gd name="connsiteY2-3546" fmla="*/ 2907 h 10000"/>
              <a:gd name="connsiteX3-3547" fmla="*/ 9134 w 10000"/>
              <a:gd name="connsiteY3-3548" fmla="*/ 3333 h 10000"/>
              <a:gd name="connsiteX4-3549" fmla="*/ 9607 w 10000"/>
              <a:gd name="connsiteY4-3550" fmla="*/ 3760 h 10000"/>
              <a:gd name="connsiteX5-3551" fmla="*/ 9607 w 10000"/>
              <a:gd name="connsiteY5-3552" fmla="*/ 4187 h 10000"/>
              <a:gd name="connsiteX6-3553" fmla="*/ 9607 w 10000"/>
              <a:gd name="connsiteY6-3554" fmla="*/ 4837 h 10000"/>
              <a:gd name="connsiteX7-3555" fmla="*/ 9607 w 10000"/>
              <a:gd name="connsiteY7-3556" fmla="*/ 5366 h 10000"/>
              <a:gd name="connsiteX8-3557" fmla="*/ 9607 w 10000"/>
              <a:gd name="connsiteY8-3558" fmla="*/ 6118 h 10000"/>
              <a:gd name="connsiteX9-3559" fmla="*/ 10000 w 10000"/>
              <a:gd name="connsiteY9-3560" fmla="*/ 6768 h 10000"/>
              <a:gd name="connsiteX10-3561" fmla="*/ 10000 w 10000"/>
              <a:gd name="connsiteY10-3562" fmla="*/ 7317 h 10000"/>
              <a:gd name="connsiteX11-3563" fmla="*/ 9607 w 10000"/>
              <a:gd name="connsiteY11-3564" fmla="*/ 7846 h 10000"/>
              <a:gd name="connsiteX12-3565" fmla="*/ 9607 w 10000"/>
              <a:gd name="connsiteY12-3566" fmla="*/ 8272 h 10000"/>
              <a:gd name="connsiteX13-3567" fmla="*/ 9134 w 10000"/>
              <a:gd name="connsiteY13-3568" fmla="*/ 8699 h 10000"/>
              <a:gd name="connsiteX14-3569" fmla="*/ 8740 w 10000"/>
              <a:gd name="connsiteY14-3570" fmla="*/ 9024 h 10000"/>
              <a:gd name="connsiteX15-3571" fmla="*/ 8740 w 10000"/>
              <a:gd name="connsiteY15-3572" fmla="*/ 9248 h 10000"/>
              <a:gd name="connsiteX16-3573" fmla="*/ 7954 w 10000"/>
              <a:gd name="connsiteY16-3574" fmla="*/ 9451 h 10000"/>
              <a:gd name="connsiteX17-3575" fmla="*/ 7087 w 10000"/>
              <a:gd name="connsiteY17-3576" fmla="*/ 9675 h 10000"/>
              <a:gd name="connsiteX18-3577" fmla="*/ 5827 w 10000"/>
              <a:gd name="connsiteY18-3578" fmla="*/ 9878 h 10000"/>
              <a:gd name="connsiteX19-3579" fmla="*/ 5434 w 10000"/>
              <a:gd name="connsiteY19-3580" fmla="*/ 10000 h 10000"/>
              <a:gd name="connsiteX20-3581" fmla="*/ 4568 w 10000"/>
              <a:gd name="connsiteY20-3582" fmla="*/ 10000 h 10000"/>
              <a:gd name="connsiteX21-3583" fmla="*/ 4173 w 10000"/>
              <a:gd name="connsiteY21-3584" fmla="*/ 10000 h 10000"/>
              <a:gd name="connsiteX22-3585" fmla="*/ 3780 w 10000"/>
              <a:gd name="connsiteY22-3586" fmla="*/ 9878 h 10000"/>
              <a:gd name="connsiteX23-3587" fmla="*/ 2914 w 10000"/>
              <a:gd name="connsiteY23-3588" fmla="*/ 9776 h 10000"/>
              <a:gd name="connsiteX24-3589" fmla="*/ 2520 w 10000"/>
              <a:gd name="connsiteY24-3590" fmla="*/ 9573 h 10000"/>
              <a:gd name="connsiteX25-3591" fmla="*/ 1652 w 10000"/>
              <a:gd name="connsiteY25-3592" fmla="*/ 9248 h 10000"/>
              <a:gd name="connsiteX26-3593" fmla="*/ 472 w 10000"/>
              <a:gd name="connsiteY26-3594" fmla="*/ 9024 h 10000"/>
              <a:gd name="connsiteX27-3595" fmla="*/ 0 w 10000"/>
              <a:gd name="connsiteY27-3596" fmla="*/ 8923 h 10000"/>
              <a:gd name="connsiteX28-3597" fmla="*/ 2914 w 10000"/>
              <a:gd name="connsiteY28-3598" fmla="*/ 8069 h 10000"/>
              <a:gd name="connsiteX29-3599" fmla="*/ 3780 w 10000"/>
              <a:gd name="connsiteY29-3600" fmla="*/ 8069 h 10000"/>
              <a:gd name="connsiteX30-3601" fmla="*/ 4173 w 10000"/>
              <a:gd name="connsiteY30-3602" fmla="*/ 7947 h 10000"/>
              <a:gd name="connsiteX31-3603" fmla="*/ 4568 w 10000"/>
              <a:gd name="connsiteY31-3604" fmla="*/ 7744 h 10000"/>
              <a:gd name="connsiteX32-3605" fmla="*/ 5037 w 10000"/>
              <a:gd name="connsiteY32-3606" fmla="*/ 7520 h 10000"/>
              <a:gd name="connsiteX33-3607" fmla="*/ 5434 w 10000"/>
              <a:gd name="connsiteY33-3608" fmla="*/ 7317 h 10000"/>
              <a:gd name="connsiteX34-3609" fmla="*/ 5434 w 10000"/>
              <a:gd name="connsiteY34-3610" fmla="*/ 6992 h 10000"/>
              <a:gd name="connsiteX35-3611" fmla="*/ 5434 w 10000"/>
              <a:gd name="connsiteY35-3612" fmla="*/ 6565 h 10000"/>
              <a:gd name="connsiteX36-3613" fmla="*/ 5434 w 10000"/>
              <a:gd name="connsiteY36-3614" fmla="*/ 6016 h 10000"/>
              <a:gd name="connsiteX37-3615" fmla="*/ 5434 w 10000"/>
              <a:gd name="connsiteY37-3616" fmla="*/ 5691 h 10000"/>
              <a:gd name="connsiteX38-3617" fmla="*/ 5434 w 10000"/>
              <a:gd name="connsiteY38-3618" fmla="*/ 5488 h 10000"/>
              <a:gd name="connsiteX39-3619" fmla="*/ 5434 w 10000"/>
              <a:gd name="connsiteY39-3620" fmla="*/ 5041 h 10000"/>
              <a:gd name="connsiteX40-3621" fmla="*/ 5434 w 10000"/>
              <a:gd name="connsiteY40-3622" fmla="*/ 4736 h 10000"/>
              <a:gd name="connsiteX41-3623" fmla="*/ 5434 w 10000"/>
              <a:gd name="connsiteY41-3624" fmla="*/ 4411 h 10000"/>
              <a:gd name="connsiteX42-3625" fmla="*/ 5434 w 10000"/>
              <a:gd name="connsiteY42-3626" fmla="*/ 3984 h 10000"/>
              <a:gd name="connsiteX43-3627" fmla="*/ 5037 w 10000"/>
              <a:gd name="connsiteY43-3628" fmla="*/ 3537 h 10000"/>
              <a:gd name="connsiteX44-3629" fmla="*/ 5037 w 10000"/>
              <a:gd name="connsiteY44-3630" fmla="*/ 3110 h 10000"/>
              <a:gd name="connsiteX45-3631" fmla="*/ 5037 w 10000"/>
              <a:gd name="connsiteY45-3632" fmla="*/ 2683 h 10000"/>
              <a:gd name="connsiteX46-3633" fmla="*/ 4568 w 10000"/>
              <a:gd name="connsiteY46-3634" fmla="*/ 2256 h 10000"/>
              <a:gd name="connsiteX47-3635" fmla="*/ 4568 w 10000"/>
              <a:gd name="connsiteY47-3636" fmla="*/ 1931 h 10000"/>
              <a:gd name="connsiteX48-3637" fmla="*/ 4173 w 10000"/>
              <a:gd name="connsiteY48-3638" fmla="*/ 1606 h 10000"/>
              <a:gd name="connsiteX49-3639" fmla="*/ 3780 w 10000"/>
              <a:gd name="connsiteY49-3640" fmla="*/ 1402 h 10000"/>
              <a:gd name="connsiteX50-3641" fmla="*/ 3385 w 10000"/>
              <a:gd name="connsiteY50-3642" fmla="*/ 1179 h 10000"/>
              <a:gd name="connsiteX51-3643" fmla="*/ 2914 w 10000"/>
              <a:gd name="connsiteY51-3644" fmla="*/ 976 h 10000"/>
              <a:gd name="connsiteX52-3645" fmla="*/ 2520 w 10000"/>
              <a:gd name="connsiteY52-3646" fmla="*/ 854 h 10000"/>
              <a:gd name="connsiteX53-3647" fmla="*/ 2126 w 10000"/>
              <a:gd name="connsiteY53-3648" fmla="*/ 650 h 10000"/>
              <a:gd name="connsiteX54-3649" fmla="*/ 1652 w 10000"/>
              <a:gd name="connsiteY54-3650" fmla="*/ 427 h 10000"/>
              <a:gd name="connsiteX55-3651" fmla="*/ 1652 w 10000"/>
              <a:gd name="connsiteY55-3652" fmla="*/ 325 h 10000"/>
              <a:gd name="connsiteX56-3653" fmla="*/ 1652 w 10000"/>
              <a:gd name="connsiteY56-3654" fmla="*/ 224 h 10000"/>
              <a:gd name="connsiteX57-3655" fmla="*/ 2126 w 10000"/>
              <a:gd name="connsiteY57-3656" fmla="*/ 102 h 10000"/>
              <a:gd name="connsiteX58-3657" fmla="*/ 2520 w 10000"/>
              <a:gd name="connsiteY58-3658" fmla="*/ 0 h 10000"/>
              <a:gd name="connsiteX59-3659" fmla="*/ 3780 w 10000"/>
              <a:gd name="connsiteY59-3660" fmla="*/ 0 h 10000"/>
              <a:gd name="connsiteX60-3661" fmla="*/ 4568 w 10000"/>
              <a:gd name="connsiteY60-3662" fmla="*/ 0 h 10000"/>
              <a:gd name="connsiteX61-3663" fmla="*/ 5827 w 10000"/>
              <a:gd name="connsiteY61-3664" fmla="*/ 102 h 10000"/>
              <a:gd name="connsiteX62-3665" fmla="*/ 6693 w 10000"/>
              <a:gd name="connsiteY62-3666" fmla="*/ 224 h 10000"/>
              <a:gd name="connsiteX63-3667" fmla="*/ 7481 w 10000"/>
              <a:gd name="connsiteY63-3668" fmla="*/ 224 h 10000"/>
              <a:gd name="connsiteX64-3669" fmla="*/ 7954 w 10000"/>
              <a:gd name="connsiteY64-3670" fmla="*/ 325 h 10000"/>
              <a:gd name="connsiteX65-3671" fmla="*/ 8740 w 10000"/>
              <a:gd name="connsiteY65-3672" fmla="*/ 427 h 10000"/>
              <a:gd name="connsiteX66-3673" fmla="*/ 9134 w 10000"/>
              <a:gd name="connsiteY66-3674" fmla="*/ 528 h 10000"/>
              <a:gd name="connsiteX67-3675" fmla="*/ 9134 w 10000"/>
              <a:gd name="connsiteY67-3676" fmla="*/ 528 h 10000"/>
              <a:gd name="connsiteX68-3677" fmla="*/ 9607 w 10000"/>
              <a:gd name="connsiteY68-3678" fmla="*/ 650 h 10000"/>
              <a:gd name="connsiteX69-3679" fmla="*/ 9607 w 10000"/>
              <a:gd name="connsiteY69-3680" fmla="*/ 650 h 10000"/>
              <a:gd name="connsiteX70-3681" fmla="*/ 9134 w 10000"/>
              <a:gd name="connsiteY70-3682" fmla="*/ 752 h 10000"/>
              <a:gd name="connsiteX71-3683" fmla="*/ 9134 w 10000"/>
              <a:gd name="connsiteY71-3684" fmla="*/ 976 h 10000"/>
              <a:gd name="connsiteX72-3685" fmla="*/ 9134 w 10000"/>
              <a:gd name="connsiteY72-3686" fmla="*/ 1077 h 10000"/>
              <a:gd name="connsiteX73-3687" fmla="*/ 8740 w 10000"/>
              <a:gd name="connsiteY73-3688" fmla="*/ 1280 h 10000"/>
              <a:gd name="connsiteX74-3689" fmla="*/ 8740 w 10000"/>
              <a:gd name="connsiteY74-3690" fmla="*/ 1606 h 10000"/>
              <a:gd name="connsiteX75-3691" fmla="*/ 8740 w 10000"/>
              <a:gd name="connsiteY75-3692" fmla="*/ 1931 h 10000"/>
              <a:gd name="connsiteX76-3693" fmla="*/ 9134 w 10000"/>
              <a:gd name="connsiteY76-3694" fmla="*/ 2358 h 10000"/>
              <a:gd name="connsiteX77-3695" fmla="*/ 9134 w 10000"/>
              <a:gd name="connsiteY77-3696" fmla="*/ 2358 h 10000"/>
              <a:gd name="connsiteX0-3697" fmla="*/ 9134 w 10000"/>
              <a:gd name="connsiteY0-3698" fmla="*/ 2358 h 10000"/>
              <a:gd name="connsiteX1-3699" fmla="*/ 9134 w 10000"/>
              <a:gd name="connsiteY1-3700" fmla="*/ 2581 h 10000"/>
              <a:gd name="connsiteX2-3701" fmla="*/ 9134 w 10000"/>
              <a:gd name="connsiteY2-3702" fmla="*/ 2907 h 10000"/>
              <a:gd name="connsiteX3-3703" fmla="*/ 9134 w 10000"/>
              <a:gd name="connsiteY3-3704" fmla="*/ 3333 h 10000"/>
              <a:gd name="connsiteX4-3705" fmla="*/ 9607 w 10000"/>
              <a:gd name="connsiteY4-3706" fmla="*/ 3760 h 10000"/>
              <a:gd name="connsiteX5-3707" fmla="*/ 9607 w 10000"/>
              <a:gd name="connsiteY5-3708" fmla="*/ 4187 h 10000"/>
              <a:gd name="connsiteX6-3709" fmla="*/ 9607 w 10000"/>
              <a:gd name="connsiteY6-3710" fmla="*/ 4837 h 10000"/>
              <a:gd name="connsiteX7-3711" fmla="*/ 9607 w 10000"/>
              <a:gd name="connsiteY7-3712" fmla="*/ 5366 h 10000"/>
              <a:gd name="connsiteX8-3713" fmla="*/ 9607 w 10000"/>
              <a:gd name="connsiteY8-3714" fmla="*/ 6118 h 10000"/>
              <a:gd name="connsiteX9-3715" fmla="*/ 10000 w 10000"/>
              <a:gd name="connsiteY9-3716" fmla="*/ 6768 h 10000"/>
              <a:gd name="connsiteX10-3717" fmla="*/ 10000 w 10000"/>
              <a:gd name="connsiteY10-3718" fmla="*/ 7317 h 10000"/>
              <a:gd name="connsiteX11-3719" fmla="*/ 9607 w 10000"/>
              <a:gd name="connsiteY11-3720" fmla="*/ 7846 h 10000"/>
              <a:gd name="connsiteX12-3721" fmla="*/ 9607 w 10000"/>
              <a:gd name="connsiteY12-3722" fmla="*/ 8272 h 10000"/>
              <a:gd name="connsiteX13-3723" fmla="*/ 9134 w 10000"/>
              <a:gd name="connsiteY13-3724" fmla="*/ 8699 h 10000"/>
              <a:gd name="connsiteX14-3725" fmla="*/ 8740 w 10000"/>
              <a:gd name="connsiteY14-3726" fmla="*/ 9024 h 10000"/>
              <a:gd name="connsiteX15-3727" fmla="*/ 8740 w 10000"/>
              <a:gd name="connsiteY15-3728" fmla="*/ 9248 h 10000"/>
              <a:gd name="connsiteX16-3729" fmla="*/ 7954 w 10000"/>
              <a:gd name="connsiteY16-3730" fmla="*/ 9451 h 10000"/>
              <a:gd name="connsiteX17-3731" fmla="*/ 7087 w 10000"/>
              <a:gd name="connsiteY17-3732" fmla="*/ 9675 h 10000"/>
              <a:gd name="connsiteX18-3733" fmla="*/ 5827 w 10000"/>
              <a:gd name="connsiteY18-3734" fmla="*/ 9878 h 10000"/>
              <a:gd name="connsiteX19-3735" fmla="*/ 5434 w 10000"/>
              <a:gd name="connsiteY19-3736" fmla="*/ 10000 h 10000"/>
              <a:gd name="connsiteX20-3737" fmla="*/ 4568 w 10000"/>
              <a:gd name="connsiteY20-3738" fmla="*/ 10000 h 10000"/>
              <a:gd name="connsiteX21-3739" fmla="*/ 4173 w 10000"/>
              <a:gd name="connsiteY21-3740" fmla="*/ 10000 h 10000"/>
              <a:gd name="connsiteX22-3741" fmla="*/ 3780 w 10000"/>
              <a:gd name="connsiteY22-3742" fmla="*/ 9878 h 10000"/>
              <a:gd name="connsiteX23-3743" fmla="*/ 2914 w 10000"/>
              <a:gd name="connsiteY23-3744" fmla="*/ 9776 h 10000"/>
              <a:gd name="connsiteX24-3745" fmla="*/ 2520 w 10000"/>
              <a:gd name="connsiteY24-3746" fmla="*/ 9573 h 10000"/>
              <a:gd name="connsiteX25-3747" fmla="*/ 1652 w 10000"/>
              <a:gd name="connsiteY25-3748" fmla="*/ 9248 h 10000"/>
              <a:gd name="connsiteX26-3749" fmla="*/ 472 w 10000"/>
              <a:gd name="connsiteY26-3750" fmla="*/ 9024 h 10000"/>
              <a:gd name="connsiteX27-3751" fmla="*/ 0 w 10000"/>
              <a:gd name="connsiteY27-3752" fmla="*/ 8923 h 10000"/>
              <a:gd name="connsiteX28-3753" fmla="*/ 3780 w 10000"/>
              <a:gd name="connsiteY28-3754" fmla="*/ 8069 h 10000"/>
              <a:gd name="connsiteX29-3755" fmla="*/ 4173 w 10000"/>
              <a:gd name="connsiteY29-3756" fmla="*/ 7947 h 10000"/>
              <a:gd name="connsiteX30-3757" fmla="*/ 4568 w 10000"/>
              <a:gd name="connsiteY30-3758" fmla="*/ 7744 h 10000"/>
              <a:gd name="connsiteX31-3759" fmla="*/ 5037 w 10000"/>
              <a:gd name="connsiteY31-3760" fmla="*/ 7520 h 10000"/>
              <a:gd name="connsiteX32-3761" fmla="*/ 5434 w 10000"/>
              <a:gd name="connsiteY32-3762" fmla="*/ 7317 h 10000"/>
              <a:gd name="connsiteX33-3763" fmla="*/ 5434 w 10000"/>
              <a:gd name="connsiteY33-3764" fmla="*/ 6992 h 10000"/>
              <a:gd name="connsiteX34-3765" fmla="*/ 5434 w 10000"/>
              <a:gd name="connsiteY34-3766" fmla="*/ 6565 h 10000"/>
              <a:gd name="connsiteX35-3767" fmla="*/ 5434 w 10000"/>
              <a:gd name="connsiteY35-3768" fmla="*/ 6016 h 10000"/>
              <a:gd name="connsiteX36-3769" fmla="*/ 5434 w 10000"/>
              <a:gd name="connsiteY36-3770" fmla="*/ 5691 h 10000"/>
              <a:gd name="connsiteX37-3771" fmla="*/ 5434 w 10000"/>
              <a:gd name="connsiteY37-3772" fmla="*/ 5488 h 10000"/>
              <a:gd name="connsiteX38-3773" fmla="*/ 5434 w 10000"/>
              <a:gd name="connsiteY38-3774" fmla="*/ 5041 h 10000"/>
              <a:gd name="connsiteX39-3775" fmla="*/ 5434 w 10000"/>
              <a:gd name="connsiteY39-3776" fmla="*/ 4736 h 10000"/>
              <a:gd name="connsiteX40-3777" fmla="*/ 5434 w 10000"/>
              <a:gd name="connsiteY40-3778" fmla="*/ 4411 h 10000"/>
              <a:gd name="connsiteX41-3779" fmla="*/ 5434 w 10000"/>
              <a:gd name="connsiteY41-3780" fmla="*/ 3984 h 10000"/>
              <a:gd name="connsiteX42-3781" fmla="*/ 5037 w 10000"/>
              <a:gd name="connsiteY42-3782" fmla="*/ 3537 h 10000"/>
              <a:gd name="connsiteX43-3783" fmla="*/ 5037 w 10000"/>
              <a:gd name="connsiteY43-3784" fmla="*/ 3110 h 10000"/>
              <a:gd name="connsiteX44-3785" fmla="*/ 5037 w 10000"/>
              <a:gd name="connsiteY44-3786" fmla="*/ 2683 h 10000"/>
              <a:gd name="connsiteX45-3787" fmla="*/ 4568 w 10000"/>
              <a:gd name="connsiteY45-3788" fmla="*/ 2256 h 10000"/>
              <a:gd name="connsiteX46-3789" fmla="*/ 4568 w 10000"/>
              <a:gd name="connsiteY46-3790" fmla="*/ 1931 h 10000"/>
              <a:gd name="connsiteX47-3791" fmla="*/ 4173 w 10000"/>
              <a:gd name="connsiteY47-3792" fmla="*/ 1606 h 10000"/>
              <a:gd name="connsiteX48-3793" fmla="*/ 3780 w 10000"/>
              <a:gd name="connsiteY48-3794" fmla="*/ 1402 h 10000"/>
              <a:gd name="connsiteX49-3795" fmla="*/ 3385 w 10000"/>
              <a:gd name="connsiteY49-3796" fmla="*/ 1179 h 10000"/>
              <a:gd name="connsiteX50-3797" fmla="*/ 2914 w 10000"/>
              <a:gd name="connsiteY50-3798" fmla="*/ 976 h 10000"/>
              <a:gd name="connsiteX51-3799" fmla="*/ 2520 w 10000"/>
              <a:gd name="connsiteY51-3800" fmla="*/ 854 h 10000"/>
              <a:gd name="connsiteX52-3801" fmla="*/ 2126 w 10000"/>
              <a:gd name="connsiteY52-3802" fmla="*/ 650 h 10000"/>
              <a:gd name="connsiteX53-3803" fmla="*/ 1652 w 10000"/>
              <a:gd name="connsiteY53-3804" fmla="*/ 427 h 10000"/>
              <a:gd name="connsiteX54-3805" fmla="*/ 1652 w 10000"/>
              <a:gd name="connsiteY54-3806" fmla="*/ 325 h 10000"/>
              <a:gd name="connsiteX55-3807" fmla="*/ 1652 w 10000"/>
              <a:gd name="connsiteY55-3808" fmla="*/ 224 h 10000"/>
              <a:gd name="connsiteX56-3809" fmla="*/ 2126 w 10000"/>
              <a:gd name="connsiteY56-3810" fmla="*/ 102 h 10000"/>
              <a:gd name="connsiteX57-3811" fmla="*/ 2520 w 10000"/>
              <a:gd name="connsiteY57-3812" fmla="*/ 0 h 10000"/>
              <a:gd name="connsiteX58-3813" fmla="*/ 3780 w 10000"/>
              <a:gd name="connsiteY58-3814" fmla="*/ 0 h 10000"/>
              <a:gd name="connsiteX59-3815" fmla="*/ 4568 w 10000"/>
              <a:gd name="connsiteY59-3816" fmla="*/ 0 h 10000"/>
              <a:gd name="connsiteX60-3817" fmla="*/ 5827 w 10000"/>
              <a:gd name="connsiteY60-3818" fmla="*/ 102 h 10000"/>
              <a:gd name="connsiteX61-3819" fmla="*/ 6693 w 10000"/>
              <a:gd name="connsiteY61-3820" fmla="*/ 224 h 10000"/>
              <a:gd name="connsiteX62-3821" fmla="*/ 7481 w 10000"/>
              <a:gd name="connsiteY62-3822" fmla="*/ 224 h 10000"/>
              <a:gd name="connsiteX63-3823" fmla="*/ 7954 w 10000"/>
              <a:gd name="connsiteY63-3824" fmla="*/ 325 h 10000"/>
              <a:gd name="connsiteX64-3825" fmla="*/ 8740 w 10000"/>
              <a:gd name="connsiteY64-3826" fmla="*/ 427 h 10000"/>
              <a:gd name="connsiteX65-3827" fmla="*/ 9134 w 10000"/>
              <a:gd name="connsiteY65-3828" fmla="*/ 528 h 10000"/>
              <a:gd name="connsiteX66-3829" fmla="*/ 9134 w 10000"/>
              <a:gd name="connsiteY66-3830" fmla="*/ 528 h 10000"/>
              <a:gd name="connsiteX67-3831" fmla="*/ 9607 w 10000"/>
              <a:gd name="connsiteY67-3832" fmla="*/ 650 h 10000"/>
              <a:gd name="connsiteX68-3833" fmla="*/ 9607 w 10000"/>
              <a:gd name="connsiteY68-3834" fmla="*/ 650 h 10000"/>
              <a:gd name="connsiteX69-3835" fmla="*/ 9134 w 10000"/>
              <a:gd name="connsiteY69-3836" fmla="*/ 752 h 10000"/>
              <a:gd name="connsiteX70-3837" fmla="*/ 9134 w 10000"/>
              <a:gd name="connsiteY70-3838" fmla="*/ 976 h 10000"/>
              <a:gd name="connsiteX71-3839" fmla="*/ 9134 w 10000"/>
              <a:gd name="connsiteY71-3840" fmla="*/ 1077 h 10000"/>
              <a:gd name="connsiteX72-3841" fmla="*/ 8740 w 10000"/>
              <a:gd name="connsiteY72-3842" fmla="*/ 1280 h 10000"/>
              <a:gd name="connsiteX73-3843" fmla="*/ 8740 w 10000"/>
              <a:gd name="connsiteY73-3844" fmla="*/ 1606 h 10000"/>
              <a:gd name="connsiteX74-3845" fmla="*/ 8740 w 10000"/>
              <a:gd name="connsiteY74-3846" fmla="*/ 1931 h 10000"/>
              <a:gd name="connsiteX75-3847" fmla="*/ 9134 w 10000"/>
              <a:gd name="connsiteY75-3848" fmla="*/ 2358 h 10000"/>
              <a:gd name="connsiteX76-3849" fmla="*/ 9134 w 10000"/>
              <a:gd name="connsiteY76-3850" fmla="*/ 2358 h 10000"/>
              <a:gd name="connsiteX0-3851" fmla="*/ 8662 w 9528"/>
              <a:gd name="connsiteY0-3852" fmla="*/ 2358 h 10000"/>
              <a:gd name="connsiteX1-3853" fmla="*/ 8662 w 9528"/>
              <a:gd name="connsiteY1-3854" fmla="*/ 2581 h 10000"/>
              <a:gd name="connsiteX2-3855" fmla="*/ 8662 w 9528"/>
              <a:gd name="connsiteY2-3856" fmla="*/ 2907 h 10000"/>
              <a:gd name="connsiteX3-3857" fmla="*/ 8662 w 9528"/>
              <a:gd name="connsiteY3-3858" fmla="*/ 3333 h 10000"/>
              <a:gd name="connsiteX4-3859" fmla="*/ 9135 w 9528"/>
              <a:gd name="connsiteY4-3860" fmla="*/ 3760 h 10000"/>
              <a:gd name="connsiteX5-3861" fmla="*/ 9135 w 9528"/>
              <a:gd name="connsiteY5-3862" fmla="*/ 4187 h 10000"/>
              <a:gd name="connsiteX6-3863" fmla="*/ 9135 w 9528"/>
              <a:gd name="connsiteY6-3864" fmla="*/ 4837 h 10000"/>
              <a:gd name="connsiteX7-3865" fmla="*/ 9135 w 9528"/>
              <a:gd name="connsiteY7-3866" fmla="*/ 5366 h 10000"/>
              <a:gd name="connsiteX8-3867" fmla="*/ 9135 w 9528"/>
              <a:gd name="connsiteY8-3868" fmla="*/ 6118 h 10000"/>
              <a:gd name="connsiteX9-3869" fmla="*/ 9528 w 9528"/>
              <a:gd name="connsiteY9-3870" fmla="*/ 6768 h 10000"/>
              <a:gd name="connsiteX10-3871" fmla="*/ 9528 w 9528"/>
              <a:gd name="connsiteY10-3872" fmla="*/ 7317 h 10000"/>
              <a:gd name="connsiteX11-3873" fmla="*/ 9135 w 9528"/>
              <a:gd name="connsiteY11-3874" fmla="*/ 7846 h 10000"/>
              <a:gd name="connsiteX12-3875" fmla="*/ 9135 w 9528"/>
              <a:gd name="connsiteY12-3876" fmla="*/ 8272 h 10000"/>
              <a:gd name="connsiteX13-3877" fmla="*/ 8662 w 9528"/>
              <a:gd name="connsiteY13-3878" fmla="*/ 8699 h 10000"/>
              <a:gd name="connsiteX14-3879" fmla="*/ 8268 w 9528"/>
              <a:gd name="connsiteY14-3880" fmla="*/ 9024 h 10000"/>
              <a:gd name="connsiteX15-3881" fmla="*/ 8268 w 9528"/>
              <a:gd name="connsiteY15-3882" fmla="*/ 9248 h 10000"/>
              <a:gd name="connsiteX16-3883" fmla="*/ 7482 w 9528"/>
              <a:gd name="connsiteY16-3884" fmla="*/ 9451 h 10000"/>
              <a:gd name="connsiteX17-3885" fmla="*/ 6615 w 9528"/>
              <a:gd name="connsiteY17-3886" fmla="*/ 9675 h 10000"/>
              <a:gd name="connsiteX18-3887" fmla="*/ 5355 w 9528"/>
              <a:gd name="connsiteY18-3888" fmla="*/ 9878 h 10000"/>
              <a:gd name="connsiteX19-3889" fmla="*/ 4962 w 9528"/>
              <a:gd name="connsiteY19-3890" fmla="*/ 10000 h 10000"/>
              <a:gd name="connsiteX20-3891" fmla="*/ 4096 w 9528"/>
              <a:gd name="connsiteY20-3892" fmla="*/ 10000 h 10000"/>
              <a:gd name="connsiteX21-3893" fmla="*/ 3701 w 9528"/>
              <a:gd name="connsiteY21-3894" fmla="*/ 10000 h 10000"/>
              <a:gd name="connsiteX22-3895" fmla="*/ 3308 w 9528"/>
              <a:gd name="connsiteY22-3896" fmla="*/ 9878 h 10000"/>
              <a:gd name="connsiteX23-3897" fmla="*/ 2442 w 9528"/>
              <a:gd name="connsiteY23-3898" fmla="*/ 9776 h 10000"/>
              <a:gd name="connsiteX24-3899" fmla="*/ 2048 w 9528"/>
              <a:gd name="connsiteY24-3900" fmla="*/ 9573 h 10000"/>
              <a:gd name="connsiteX25-3901" fmla="*/ 1180 w 9528"/>
              <a:gd name="connsiteY25-3902" fmla="*/ 9248 h 10000"/>
              <a:gd name="connsiteX26-3903" fmla="*/ 0 w 9528"/>
              <a:gd name="connsiteY26-3904" fmla="*/ 9024 h 10000"/>
              <a:gd name="connsiteX27-3905" fmla="*/ 3308 w 9528"/>
              <a:gd name="connsiteY27-3906" fmla="*/ 8069 h 10000"/>
              <a:gd name="connsiteX28-3907" fmla="*/ 3701 w 9528"/>
              <a:gd name="connsiteY28-3908" fmla="*/ 7947 h 10000"/>
              <a:gd name="connsiteX29-3909" fmla="*/ 4096 w 9528"/>
              <a:gd name="connsiteY29-3910" fmla="*/ 7744 h 10000"/>
              <a:gd name="connsiteX30-3911" fmla="*/ 4565 w 9528"/>
              <a:gd name="connsiteY30-3912" fmla="*/ 7520 h 10000"/>
              <a:gd name="connsiteX31-3913" fmla="*/ 4962 w 9528"/>
              <a:gd name="connsiteY31-3914" fmla="*/ 7317 h 10000"/>
              <a:gd name="connsiteX32-3915" fmla="*/ 4962 w 9528"/>
              <a:gd name="connsiteY32-3916" fmla="*/ 6992 h 10000"/>
              <a:gd name="connsiteX33-3917" fmla="*/ 4962 w 9528"/>
              <a:gd name="connsiteY33-3918" fmla="*/ 6565 h 10000"/>
              <a:gd name="connsiteX34-3919" fmla="*/ 4962 w 9528"/>
              <a:gd name="connsiteY34-3920" fmla="*/ 6016 h 10000"/>
              <a:gd name="connsiteX35-3921" fmla="*/ 4962 w 9528"/>
              <a:gd name="connsiteY35-3922" fmla="*/ 5691 h 10000"/>
              <a:gd name="connsiteX36-3923" fmla="*/ 4962 w 9528"/>
              <a:gd name="connsiteY36-3924" fmla="*/ 5488 h 10000"/>
              <a:gd name="connsiteX37-3925" fmla="*/ 4962 w 9528"/>
              <a:gd name="connsiteY37-3926" fmla="*/ 5041 h 10000"/>
              <a:gd name="connsiteX38-3927" fmla="*/ 4962 w 9528"/>
              <a:gd name="connsiteY38-3928" fmla="*/ 4736 h 10000"/>
              <a:gd name="connsiteX39-3929" fmla="*/ 4962 w 9528"/>
              <a:gd name="connsiteY39-3930" fmla="*/ 4411 h 10000"/>
              <a:gd name="connsiteX40-3931" fmla="*/ 4962 w 9528"/>
              <a:gd name="connsiteY40-3932" fmla="*/ 3984 h 10000"/>
              <a:gd name="connsiteX41-3933" fmla="*/ 4565 w 9528"/>
              <a:gd name="connsiteY41-3934" fmla="*/ 3537 h 10000"/>
              <a:gd name="connsiteX42-3935" fmla="*/ 4565 w 9528"/>
              <a:gd name="connsiteY42-3936" fmla="*/ 3110 h 10000"/>
              <a:gd name="connsiteX43-3937" fmla="*/ 4565 w 9528"/>
              <a:gd name="connsiteY43-3938" fmla="*/ 2683 h 10000"/>
              <a:gd name="connsiteX44-3939" fmla="*/ 4096 w 9528"/>
              <a:gd name="connsiteY44-3940" fmla="*/ 2256 h 10000"/>
              <a:gd name="connsiteX45-3941" fmla="*/ 4096 w 9528"/>
              <a:gd name="connsiteY45-3942" fmla="*/ 1931 h 10000"/>
              <a:gd name="connsiteX46-3943" fmla="*/ 3701 w 9528"/>
              <a:gd name="connsiteY46-3944" fmla="*/ 1606 h 10000"/>
              <a:gd name="connsiteX47-3945" fmla="*/ 3308 w 9528"/>
              <a:gd name="connsiteY47-3946" fmla="*/ 1402 h 10000"/>
              <a:gd name="connsiteX48-3947" fmla="*/ 2913 w 9528"/>
              <a:gd name="connsiteY48-3948" fmla="*/ 1179 h 10000"/>
              <a:gd name="connsiteX49-3949" fmla="*/ 2442 w 9528"/>
              <a:gd name="connsiteY49-3950" fmla="*/ 976 h 10000"/>
              <a:gd name="connsiteX50-3951" fmla="*/ 2048 w 9528"/>
              <a:gd name="connsiteY50-3952" fmla="*/ 854 h 10000"/>
              <a:gd name="connsiteX51-3953" fmla="*/ 1654 w 9528"/>
              <a:gd name="connsiteY51-3954" fmla="*/ 650 h 10000"/>
              <a:gd name="connsiteX52-3955" fmla="*/ 1180 w 9528"/>
              <a:gd name="connsiteY52-3956" fmla="*/ 427 h 10000"/>
              <a:gd name="connsiteX53-3957" fmla="*/ 1180 w 9528"/>
              <a:gd name="connsiteY53-3958" fmla="*/ 325 h 10000"/>
              <a:gd name="connsiteX54-3959" fmla="*/ 1180 w 9528"/>
              <a:gd name="connsiteY54-3960" fmla="*/ 224 h 10000"/>
              <a:gd name="connsiteX55-3961" fmla="*/ 1654 w 9528"/>
              <a:gd name="connsiteY55-3962" fmla="*/ 102 h 10000"/>
              <a:gd name="connsiteX56-3963" fmla="*/ 2048 w 9528"/>
              <a:gd name="connsiteY56-3964" fmla="*/ 0 h 10000"/>
              <a:gd name="connsiteX57-3965" fmla="*/ 3308 w 9528"/>
              <a:gd name="connsiteY57-3966" fmla="*/ 0 h 10000"/>
              <a:gd name="connsiteX58-3967" fmla="*/ 4096 w 9528"/>
              <a:gd name="connsiteY58-3968" fmla="*/ 0 h 10000"/>
              <a:gd name="connsiteX59-3969" fmla="*/ 5355 w 9528"/>
              <a:gd name="connsiteY59-3970" fmla="*/ 102 h 10000"/>
              <a:gd name="connsiteX60-3971" fmla="*/ 6221 w 9528"/>
              <a:gd name="connsiteY60-3972" fmla="*/ 224 h 10000"/>
              <a:gd name="connsiteX61-3973" fmla="*/ 7009 w 9528"/>
              <a:gd name="connsiteY61-3974" fmla="*/ 224 h 10000"/>
              <a:gd name="connsiteX62-3975" fmla="*/ 7482 w 9528"/>
              <a:gd name="connsiteY62-3976" fmla="*/ 325 h 10000"/>
              <a:gd name="connsiteX63-3977" fmla="*/ 8268 w 9528"/>
              <a:gd name="connsiteY63-3978" fmla="*/ 427 h 10000"/>
              <a:gd name="connsiteX64-3979" fmla="*/ 8662 w 9528"/>
              <a:gd name="connsiteY64-3980" fmla="*/ 528 h 10000"/>
              <a:gd name="connsiteX65-3981" fmla="*/ 8662 w 9528"/>
              <a:gd name="connsiteY65-3982" fmla="*/ 528 h 10000"/>
              <a:gd name="connsiteX66-3983" fmla="*/ 9135 w 9528"/>
              <a:gd name="connsiteY66-3984" fmla="*/ 650 h 10000"/>
              <a:gd name="connsiteX67-3985" fmla="*/ 9135 w 9528"/>
              <a:gd name="connsiteY67-3986" fmla="*/ 650 h 10000"/>
              <a:gd name="connsiteX68-3987" fmla="*/ 8662 w 9528"/>
              <a:gd name="connsiteY68-3988" fmla="*/ 752 h 10000"/>
              <a:gd name="connsiteX69-3989" fmla="*/ 8662 w 9528"/>
              <a:gd name="connsiteY69-3990" fmla="*/ 976 h 10000"/>
              <a:gd name="connsiteX70-3991" fmla="*/ 8662 w 9528"/>
              <a:gd name="connsiteY70-3992" fmla="*/ 1077 h 10000"/>
              <a:gd name="connsiteX71-3993" fmla="*/ 8268 w 9528"/>
              <a:gd name="connsiteY71-3994" fmla="*/ 1280 h 10000"/>
              <a:gd name="connsiteX72-3995" fmla="*/ 8268 w 9528"/>
              <a:gd name="connsiteY72-3996" fmla="*/ 1606 h 10000"/>
              <a:gd name="connsiteX73-3997" fmla="*/ 8268 w 9528"/>
              <a:gd name="connsiteY73-3998" fmla="*/ 1931 h 10000"/>
              <a:gd name="connsiteX74-3999" fmla="*/ 8662 w 9528"/>
              <a:gd name="connsiteY74-4000" fmla="*/ 2358 h 10000"/>
              <a:gd name="connsiteX75-4001" fmla="*/ 8662 w 9528"/>
              <a:gd name="connsiteY75-4002" fmla="*/ 2358 h 10000"/>
              <a:gd name="connsiteX0-4003" fmla="*/ 7853 w 8762"/>
              <a:gd name="connsiteY0-4004" fmla="*/ 2358 h 10000"/>
              <a:gd name="connsiteX1-4005" fmla="*/ 7853 w 8762"/>
              <a:gd name="connsiteY1-4006" fmla="*/ 2581 h 10000"/>
              <a:gd name="connsiteX2-4007" fmla="*/ 7853 w 8762"/>
              <a:gd name="connsiteY2-4008" fmla="*/ 2907 h 10000"/>
              <a:gd name="connsiteX3-4009" fmla="*/ 7853 w 8762"/>
              <a:gd name="connsiteY3-4010" fmla="*/ 3333 h 10000"/>
              <a:gd name="connsiteX4-4011" fmla="*/ 8350 w 8762"/>
              <a:gd name="connsiteY4-4012" fmla="*/ 3760 h 10000"/>
              <a:gd name="connsiteX5-4013" fmla="*/ 8350 w 8762"/>
              <a:gd name="connsiteY5-4014" fmla="*/ 4187 h 10000"/>
              <a:gd name="connsiteX6-4015" fmla="*/ 8350 w 8762"/>
              <a:gd name="connsiteY6-4016" fmla="*/ 4837 h 10000"/>
              <a:gd name="connsiteX7-4017" fmla="*/ 8350 w 8762"/>
              <a:gd name="connsiteY7-4018" fmla="*/ 5366 h 10000"/>
              <a:gd name="connsiteX8-4019" fmla="*/ 8350 w 8762"/>
              <a:gd name="connsiteY8-4020" fmla="*/ 6118 h 10000"/>
              <a:gd name="connsiteX9-4021" fmla="*/ 8762 w 8762"/>
              <a:gd name="connsiteY9-4022" fmla="*/ 6768 h 10000"/>
              <a:gd name="connsiteX10-4023" fmla="*/ 8762 w 8762"/>
              <a:gd name="connsiteY10-4024" fmla="*/ 7317 h 10000"/>
              <a:gd name="connsiteX11-4025" fmla="*/ 8350 w 8762"/>
              <a:gd name="connsiteY11-4026" fmla="*/ 7846 h 10000"/>
              <a:gd name="connsiteX12-4027" fmla="*/ 8350 w 8762"/>
              <a:gd name="connsiteY12-4028" fmla="*/ 8272 h 10000"/>
              <a:gd name="connsiteX13-4029" fmla="*/ 7853 w 8762"/>
              <a:gd name="connsiteY13-4030" fmla="*/ 8699 h 10000"/>
              <a:gd name="connsiteX14-4031" fmla="*/ 7440 w 8762"/>
              <a:gd name="connsiteY14-4032" fmla="*/ 9024 h 10000"/>
              <a:gd name="connsiteX15-4033" fmla="*/ 7440 w 8762"/>
              <a:gd name="connsiteY15-4034" fmla="*/ 9248 h 10000"/>
              <a:gd name="connsiteX16-4035" fmla="*/ 6615 w 8762"/>
              <a:gd name="connsiteY16-4036" fmla="*/ 9451 h 10000"/>
              <a:gd name="connsiteX17-4037" fmla="*/ 5705 w 8762"/>
              <a:gd name="connsiteY17-4038" fmla="*/ 9675 h 10000"/>
              <a:gd name="connsiteX18-4039" fmla="*/ 4382 w 8762"/>
              <a:gd name="connsiteY18-4040" fmla="*/ 9878 h 10000"/>
              <a:gd name="connsiteX19-4041" fmla="*/ 3970 w 8762"/>
              <a:gd name="connsiteY19-4042" fmla="*/ 10000 h 10000"/>
              <a:gd name="connsiteX20-4043" fmla="*/ 3061 w 8762"/>
              <a:gd name="connsiteY20-4044" fmla="*/ 10000 h 10000"/>
              <a:gd name="connsiteX21-4045" fmla="*/ 2646 w 8762"/>
              <a:gd name="connsiteY21-4046" fmla="*/ 10000 h 10000"/>
              <a:gd name="connsiteX22-4047" fmla="*/ 2234 w 8762"/>
              <a:gd name="connsiteY22-4048" fmla="*/ 9878 h 10000"/>
              <a:gd name="connsiteX23-4049" fmla="*/ 1325 w 8762"/>
              <a:gd name="connsiteY23-4050" fmla="*/ 9776 h 10000"/>
              <a:gd name="connsiteX24-4051" fmla="*/ 911 w 8762"/>
              <a:gd name="connsiteY24-4052" fmla="*/ 9573 h 10000"/>
              <a:gd name="connsiteX25-4053" fmla="*/ 0 w 8762"/>
              <a:gd name="connsiteY25-4054" fmla="*/ 9248 h 10000"/>
              <a:gd name="connsiteX26-4055" fmla="*/ 2234 w 8762"/>
              <a:gd name="connsiteY26-4056" fmla="*/ 8069 h 10000"/>
              <a:gd name="connsiteX27-4057" fmla="*/ 2646 w 8762"/>
              <a:gd name="connsiteY27-4058" fmla="*/ 7947 h 10000"/>
              <a:gd name="connsiteX28-4059" fmla="*/ 3061 w 8762"/>
              <a:gd name="connsiteY28-4060" fmla="*/ 7744 h 10000"/>
              <a:gd name="connsiteX29-4061" fmla="*/ 3553 w 8762"/>
              <a:gd name="connsiteY29-4062" fmla="*/ 7520 h 10000"/>
              <a:gd name="connsiteX30-4063" fmla="*/ 3970 w 8762"/>
              <a:gd name="connsiteY30-4064" fmla="*/ 7317 h 10000"/>
              <a:gd name="connsiteX31-4065" fmla="*/ 3970 w 8762"/>
              <a:gd name="connsiteY31-4066" fmla="*/ 6992 h 10000"/>
              <a:gd name="connsiteX32-4067" fmla="*/ 3970 w 8762"/>
              <a:gd name="connsiteY32-4068" fmla="*/ 6565 h 10000"/>
              <a:gd name="connsiteX33-4069" fmla="*/ 3970 w 8762"/>
              <a:gd name="connsiteY33-4070" fmla="*/ 6016 h 10000"/>
              <a:gd name="connsiteX34-4071" fmla="*/ 3970 w 8762"/>
              <a:gd name="connsiteY34-4072" fmla="*/ 5691 h 10000"/>
              <a:gd name="connsiteX35-4073" fmla="*/ 3970 w 8762"/>
              <a:gd name="connsiteY35-4074" fmla="*/ 5488 h 10000"/>
              <a:gd name="connsiteX36-4075" fmla="*/ 3970 w 8762"/>
              <a:gd name="connsiteY36-4076" fmla="*/ 5041 h 10000"/>
              <a:gd name="connsiteX37-4077" fmla="*/ 3970 w 8762"/>
              <a:gd name="connsiteY37-4078" fmla="*/ 4736 h 10000"/>
              <a:gd name="connsiteX38-4079" fmla="*/ 3970 w 8762"/>
              <a:gd name="connsiteY38-4080" fmla="*/ 4411 h 10000"/>
              <a:gd name="connsiteX39-4081" fmla="*/ 3970 w 8762"/>
              <a:gd name="connsiteY39-4082" fmla="*/ 3984 h 10000"/>
              <a:gd name="connsiteX40-4083" fmla="*/ 3553 w 8762"/>
              <a:gd name="connsiteY40-4084" fmla="*/ 3537 h 10000"/>
              <a:gd name="connsiteX41-4085" fmla="*/ 3553 w 8762"/>
              <a:gd name="connsiteY41-4086" fmla="*/ 3110 h 10000"/>
              <a:gd name="connsiteX42-4087" fmla="*/ 3553 w 8762"/>
              <a:gd name="connsiteY42-4088" fmla="*/ 2683 h 10000"/>
              <a:gd name="connsiteX43-4089" fmla="*/ 3061 w 8762"/>
              <a:gd name="connsiteY43-4090" fmla="*/ 2256 h 10000"/>
              <a:gd name="connsiteX44-4091" fmla="*/ 3061 w 8762"/>
              <a:gd name="connsiteY44-4092" fmla="*/ 1931 h 10000"/>
              <a:gd name="connsiteX45-4093" fmla="*/ 2646 w 8762"/>
              <a:gd name="connsiteY45-4094" fmla="*/ 1606 h 10000"/>
              <a:gd name="connsiteX46-4095" fmla="*/ 2234 w 8762"/>
              <a:gd name="connsiteY46-4096" fmla="*/ 1402 h 10000"/>
              <a:gd name="connsiteX47-4097" fmla="*/ 1819 w 8762"/>
              <a:gd name="connsiteY47-4098" fmla="*/ 1179 h 10000"/>
              <a:gd name="connsiteX48-4099" fmla="*/ 1325 w 8762"/>
              <a:gd name="connsiteY48-4100" fmla="*/ 976 h 10000"/>
              <a:gd name="connsiteX49-4101" fmla="*/ 911 w 8762"/>
              <a:gd name="connsiteY49-4102" fmla="*/ 854 h 10000"/>
              <a:gd name="connsiteX50-4103" fmla="*/ 498 w 8762"/>
              <a:gd name="connsiteY50-4104" fmla="*/ 650 h 10000"/>
              <a:gd name="connsiteX51-4105" fmla="*/ 0 w 8762"/>
              <a:gd name="connsiteY51-4106" fmla="*/ 427 h 10000"/>
              <a:gd name="connsiteX52-4107" fmla="*/ 0 w 8762"/>
              <a:gd name="connsiteY52-4108" fmla="*/ 325 h 10000"/>
              <a:gd name="connsiteX53-4109" fmla="*/ 0 w 8762"/>
              <a:gd name="connsiteY53-4110" fmla="*/ 224 h 10000"/>
              <a:gd name="connsiteX54-4111" fmla="*/ 498 w 8762"/>
              <a:gd name="connsiteY54-4112" fmla="*/ 102 h 10000"/>
              <a:gd name="connsiteX55-4113" fmla="*/ 911 w 8762"/>
              <a:gd name="connsiteY55-4114" fmla="*/ 0 h 10000"/>
              <a:gd name="connsiteX56-4115" fmla="*/ 2234 w 8762"/>
              <a:gd name="connsiteY56-4116" fmla="*/ 0 h 10000"/>
              <a:gd name="connsiteX57-4117" fmla="*/ 3061 w 8762"/>
              <a:gd name="connsiteY57-4118" fmla="*/ 0 h 10000"/>
              <a:gd name="connsiteX58-4119" fmla="*/ 4382 w 8762"/>
              <a:gd name="connsiteY58-4120" fmla="*/ 102 h 10000"/>
              <a:gd name="connsiteX59-4121" fmla="*/ 5291 w 8762"/>
              <a:gd name="connsiteY59-4122" fmla="*/ 224 h 10000"/>
              <a:gd name="connsiteX60-4123" fmla="*/ 6118 w 8762"/>
              <a:gd name="connsiteY60-4124" fmla="*/ 224 h 10000"/>
              <a:gd name="connsiteX61-4125" fmla="*/ 6615 w 8762"/>
              <a:gd name="connsiteY61-4126" fmla="*/ 325 h 10000"/>
              <a:gd name="connsiteX62-4127" fmla="*/ 7440 w 8762"/>
              <a:gd name="connsiteY62-4128" fmla="*/ 427 h 10000"/>
              <a:gd name="connsiteX63-4129" fmla="*/ 7853 w 8762"/>
              <a:gd name="connsiteY63-4130" fmla="*/ 528 h 10000"/>
              <a:gd name="connsiteX64-4131" fmla="*/ 7853 w 8762"/>
              <a:gd name="connsiteY64-4132" fmla="*/ 528 h 10000"/>
              <a:gd name="connsiteX65-4133" fmla="*/ 8350 w 8762"/>
              <a:gd name="connsiteY65-4134" fmla="*/ 650 h 10000"/>
              <a:gd name="connsiteX66-4135" fmla="*/ 8350 w 8762"/>
              <a:gd name="connsiteY66-4136" fmla="*/ 650 h 10000"/>
              <a:gd name="connsiteX67-4137" fmla="*/ 7853 w 8762"/>
              <a:gd name="connsiteY67-4138" fmla="*/ 752 h 10000"/>
              <a:gd name="connsiteX68-4139" fmla="*/ 7853 w 8762"/>
              <a:gd name="connsiteY68-4140" fmla="*/ 976 h 10000"/>
              <a:gd name="connsiteX69-4141" fmla="*/ 7853 w 8762"/>
              <a:gd name="connsiteY69-4142" fmla="*/ 1077 h 10000"/>
              <a:gd name="connsiteX70-4143" fmla="*/ 7440 w 8762"/>
              <a:gd name="connsiteY70-4144" fmla="*/ 1280 h 10000"/>
              <a:gd name="connsiteX71-4145" fmla="*/ 7440 w 8762"/>
              <a:gd name="connsiteY71-4146" fmla="*/ 1606 h 10000"/>
              <a:gd name="connsiteX72-4147" fmla="*/ 7440 w 8762"/>
              <a:gd name="connsiteY72-4148" fmla="*/ 1931 h 10000"/>
              <a:gd name="connsiteX73-4149" fmla="*/ 7853 w 8762"/>
              <a:gd name="connsiteY73-4150" fmla="*/ 2358 h 10000"/>
              <a:gd name="connsiteX74-4151" fmla="*/ 7853 w 8762"/>
              <a:gd name="connsiteY74-4152" fmla="*/ 2358 h 10000"/>
              <a:gd name="connsiteX0-4153" fmla="*/ 8963 w 10000"/>
              <a:gd name="connsiteY0-4154" fmla="*/ 2358 h 10000"/>
              <a:gd name="connsiteX1-4155" fmla="*/ 8963 w 10000"/>
              <a:gd name="connsiteY1-4156" fmla="*/ 2581 h 10000"/>
              <a:gd name="connsiteX2-4157" fmla="*/ 8963 w 10000"/>
              <a:gd name="connsiteY2-4158" fmla="*/ 2907 h 10000"/>
              <a:gd name="connsiteX3-4159" fmla="*/ 8963 w 10000"/>
              <a:gd name="connsiteY3-4160" fmla="*/ 3333 h 10000"/>
              <a:gd name="connsiteX4-4161" fmla="*/ 9530 w 10000"/>
              <a:gd name="connsiteY4-4162" fmla="*/ 3760 h 10000"/>
              <a:gd name="connsiteX5-4163" fmla="*/ 9530 w 10000"/>
              <a:gd name="connsiteY5-4164" fmla="*/ 4187 h 10000"/>
              <a:gd name="connsiteX6-4165" fmla="*/ 9530 w 10000"/>
              <a:gd name="connsiteY6-4166" fmla="*/ 4837 h 10000"/>
              <a:gd name="connsiteX7-4167" fmla="*/ 9530 w 10000"/>
              <a:gd name="connsiteY7-4168" fmla="*/ 5366 h 10000"/>
              <a:gd name="connsiteX8-4169" fmla="*/ 9530 w 10000"/>
              <a:gd name="connsiteY8-4170" fmla="*/ 6118 h 10000"/>
              <a:gd name="connsiteX9-4171" fmla="*/ 10000 w 10000"/>
              <a:gd name="connsiteY9-4172" fmla="*/ 6768 h 10000"/>
              <a:gd name="connsiteX10-4173" fmla="*/ 10000 w 10000"/>
              <a:gd name="connsiteY10-4174" fmla="*/ 7317 h 10000"/>
              <a:gd name="connsiteX11-4175" fmla="*/ 9530 w 10000"/>
              <a:gd name="connsiteY11-4176" fmla="*/ 7846 h 10000"/>
              <a:gd name="connsiteX12-4177" fmla="*/ 9530 w 10000"/>
              <a:gd name="connsiteY12-4178" fmla="*/ 8272 h 10000"/>
              <a:gd name="connsiteX13-4179" fmla="*/ 8963 w 10000"/>
              <a:gd name="connsiteY13-4180" fmla="*/ 8699 h 10000"/>
              <a:gd name="connsiteX14-4181" fmla="*/ 8491 w 10000"/>
              <a:gd name="connsiteY14-4182" fmla="*/ 9024 h 10000"/>
              <a:gd name="connsiteX15-4183" fmla="*/ 8491 w 10000"/>
              <a:gd name="connsiteY15-4184" fmla="*/ 9248 h 10000"/>
              <a:gd name="connsiteX16-4185" fmla="*/ 7550 w 10000"/>
              <a:gd name="connsiteY16-4186" fmla="*/ 9451 h 10000"/>
              <a:gd name="connsiteX17-4187" fmla="*/ 6511 w 10000"/>
              <a:gd name="connsiteY17-4188" fmla="*/ 9675 h 10000"/>
              <a:gd name="connsiteX18-4189" fmla="*/ 5001 w 10000"/>
              <a:gd name="connsiteY18-4190" fmla="*/ 9878 h 10000"/>
              <a:gd name="connsiteX19-4191" fmla="*/ 4531 w 10000"/>
              <a:gd name="connsiteY19-4192" fmla="*/ 10000 h 10000"/>
              <a:gd name="connsiteX20-4193" fmla="*/ 3493 w 10000"/>
              <a:gd name="connsiteY20-4194" fmla="*/ 10000 h 10000"/>
              <a:gd name="connsiteX21-4195" fmla="*/ 3020 w 10000"/>
              <a:gd name="connsiteY21-4196" fmla="*/ 10000 h 10000"/>
              <a:gd name="connsiteX22-4197" fmla="*/ 2550 w 10000"/>
              <a:gd name="connsiteY22-4198" fmla="*/ 9878 h 10000"/>
              <a:gd name="connsiteX23-4199" fmla="*/ 1512 w 10000"/>
              <a:gd name="connsiteY23-4200" fmla="*/ 9776 h 10000"/>
              <a:gd name="connsiteX24-4201" fmla="*/ 1040 w 10000"/>
              <a:gd name="connsiteY24-4202" fmla="*/ 9573 h 10000"/>
              <a:gd name="connsiteX25-4203" fmla="*/ 2550 w 10000"/>
              <a:gd name="connsiteY25-4204" fmla="*/ 8069 h 10000"/>
              <a:gd name="connsiteX26-4205" fmla="*/ 3020 w 10000"/>
              <a:gd name="connsiteY26-4206" fmla="*/ 7947 h 10000"/>
              <a:gd name="connsiteX27-4207" fmla="*/ 3493 w 10000"/>
              <a:gd name="connsiteY27-4208" fmla="*/ 7744 h 10000"/>
              <a:gd name="connsiteX28-4209" fmla="*/ 4055 w 10000"/>
              <a:gd name="connsiteY28-4210" fmla="*/ 7520 h 10000"/>
              <a:gd name="connsiteX29-4211" fmla="*/ 4531 w 10000"/>
              <a:gd name="connsiteY29-4212" fmla="*/ 7317 h 10000"/>
              <a:gd name="connsiteX30-4213" fmla="*/ 4531 w 10000"/>
              <a:gd name="connsiteY30-4214" fmla="*/ 6992 h 10000"/>
              <a:gd name="connsiteX31-4215" fmla="*/ 4531 w 10000"/>
              <a:gd name="connsiteY31-4216" fmla="*/ 6565 h 10000"/>
              <a:gd name="connsiteX32-4217" fmla="*/ 4531 w 10000"/>
              <a:gd name="connsiteY32-4218" fmla="*/ 6016 h 10000"/>
              <a:gd name="connsiteX33-4219" fmla="*/ 4531 w 10000"/>
              <a:gd name="connsiteY33-4220" fmla="*/ 5691 h 10000"/>
              <a:gd name="connsiteX34-4221" fmla="*/ 4531 w 10000"/>
              <a:gd name="connsiteY34-4222" fmla="*/ 5488 h 10000"/>
              <a:gd name="connsiteX35-4223" fmla="*/ 4531 w 10000"/>
              <a:gd name="connsiteY35-4224" fmla="*/ 5041 h 10000"/>
              <a:gd name="connsiteX36-4225" fmla="*/ 4531 w 10000"/>
              <a:gd name="connsiteY36-4226" fmla="*/ 4736 h 10000"/>
              <a:gd name="connsiteX37-4227" fmla="*/ 4531 w 10000"/>
              <a:gd name="connsiteY37-4228" fmla="*/ 4411 h 10000"/>
              <a:gd name="connsiteX38-4229" fmla="*/ 4531 w 10000"/>
              <a:gd name="connsiteY38-4230" fmla="*/ 3984 h 10000"/>
              <a:gd name="connsiteX39-4231" fmla="*/ 4055 w 10000"/>
              <a:gd name="connsiteY39-4232" fmla="*/ 3537 h 10000"/>
              <a:gd name="connsiteX40-4233" fmla="*/ 4055 w 10000"/>
              <a:gd name="connsiteY40-4234" fmla="*/ 3110 h 10000"/>
              <a:gd name="connsiteX41-4235" fmla="*/ 4055 w 10000"/>
              <a:gd name="connsiteY41-4236" fmla="*/ 2683 h 10000"/>
              <a:gd name="connsiteX42-4237" fmla="*/ 3493 w 10000"/>
              <a:gd name="connsiteY42-4238" fmla="*/ 2256 h 10000"/>
              <a:gd name="connsiteX43-4239" fmla="*/ 3493 w 10000"/>
              <a:gd name="connsiteY43-4240" fmla="*/ 1931 h 10000"/>
              <a:gd name="connsiteX44-4241" fmla="*/ 3020 w 10000"/>
              <a:gd name="connsiteY44-4242" fmla="*/ 1606 h 10000"/>
              <a:gd name="connsiteX45-4243" fmla="*/ 2550 w 10000"/>
              <a:gd name="connsiteY45-4244" fmla="*/ 1402 h 10000"/>
              <a:gd name="connsiteX46-4245" fmla="*/ 2076 w 10000"/>
              <a:gd name="connsiteY46-4246" fmla="*/ 1179 h 10000"/>
              <a:gd name="connsiteX47-4247" fmla="*/ 1512 w 10000"/>
              <a:gd name="connsiteY47-4248" fmla="*/ 976 h 10000"/>
              <a:gd name="connsiteX48-4249" fmla="*/ 1040 w 10000"/>
              <a:gd name="connsiteY48-4250" fmla="*/ 854 h 10000"/>
              <a:gd name="connsiteX49-4251" fmla="*/ 568 w 10000"/>
              <a:gd name="connsiteY49-4252" fmla="*/ 650 h 10000"/>
              <a:gd name="connsiteX50-4253" fmla="*/ 0 w 10000"/>
              <a:gd name="connsiteY50-4254" fmla="*/ 427 h 10000"/>
              <a:gd name="connsiteX51-4255" fmla="*/ 0 w 10000"/>
              <a:gd name="connsiteY51-4256" fmla="*/ 325 h 10000"/>
              <a:gd name="connsiteX52-4257" fmla="*/ 0 w 10000"/>
              <a:gd name="connsiteY52-4258" fmla="*/ 224 h 10000"/>
              <a:gd name="connsiteX53-4259" fmla="*/ 568 w 10000"/>
              <a:gd name="connsiteY53-4260" fmla="*/ 102 h 10000"/>
              <a:gd name="connsiteX54-4261" fmla="*/ 1040 w 10000"/>
              <a:gd name="connsiteY54-4262" fmla="*/ 0 h 10000"/>
              <a:gd name="connsiteX55-4263" fmla="*/ 2550 w 10000"/>
              <a:gd name="connsiteY55-4264" fmla="*/ 0 h 10000"/>
              <a:gd name="connsiteX56-4265" fmla="*/ 3493 w 10000"/>
              <a:gd name="connsiteY56-4266" fmla="*/ 0 h 10000"/>
              <a:gd name="connsiteX57-4267" fmla="*/ 5001 w 10000"/>
              <a:gd name="connsiteY57-4268" fmla="*/ 102 h 10000"/>
              <a:gd name="connsiteX58-4269" fmla="*/ 6039 w 10000"/>
              <a:gd name="connsiteY58-4270" fmla="*/ 224 h 10000"/>
              <a:gd name="connsiteX59-4271" fmla="*/ 6982 w 10000"/>
              <a:gd name="connsiteY59-4272" fmla="*/ 224 h 10000"/>
              <a:gd name="connsiteX60-4273" fmla="*/ 7550 w 10000"/>
              <a:gd name="connsiteY60-4274" fmla="*/ 325 h 10000"/>
              <a:gd name="connsiteX61-4275" fmla="*/ 8491 w 10000"/>
              <a:gd name="connsiteY61-4276" fmla="*/ 427 h 10000"/>
              <a:gd name="connsiteX62-4277" fmla="*/ 8963 w 10000"/>
              <a:gd name="connsiteY62-4278" fmla="*/ 528 h 10000"/>
              <a:gd name="connsiteX63-4279" fmla="*/ 8963 w 10000"/>
              <a:gd name="connsiteY63-4280" fmla="*/ 528 h 10000"/>
              <a:gd name="connsiteX64-4281" fmla="*/ 9530 w 10000"/>
              <a:gd name="connsiteY64-4282" fmla="*/ 650 h 10000"/>
              <a:gd name="connsiteX65-4283" fmla="*/ 9530 w 10000"/>
              <a:gd name="connsiteY65-4284" fmla="*/ 650 h 10000"/>
              <a:gd name="connsiteX66-4285" fmla="*/ 8963 w 10000"/>
              <a:gd name="connsiteY66-4286" fmla="*/ 752 h 10000"/>
              <a:gd name="connsiteX67-4287" fmla="*/ 8963 w 10000"/>
              <a:gd name="connsiteY67-4288" fmla="*/ 976 h 10000"/>
              <a:gd name="connsiteX68-4289" fmla="*/ 8963 w 10000"/>
              <a:gd name="connsiteY68-4290" fmla="*/ 1077 h 10000"/>
              <a:gd name="connsiteX69-4291" fmla="*/ 8491 w 10000"/>
              <a:gd name="connsiteY69-4292" fmla="*/ 1280 h 10000"/>
              <a:gd name="connsiteX70-4293" fmla="*/ 8491 w 10000"/>
              <a:gd name="connsiteY70-4294" fmla="*/ 1606 h 10000"/>
              <a:gd name="connsiteX71-4295" fmla="*/ 8491 w 10000"/>
              <a:gd name="connsiteY71-4296" fmla="*/ 1931 h 10000"/>
              <a:gd name="connsiteX72-4297" fmla="*/ 8963 w 10000"/>
              <a:gd name="connsiteY72-4298" fmla="*/ 2358 h 10000"/>
              <a:gd name="connsiteX73-4299" fmla="*/ 8963 w 10000"/>
              <a:gd name="connsiteY73-4300" fmla="*/ 2358 h 10000"/>
              <a:gd name="connsiteX0-4301" fmla="*/ 8963 w 10000"/>
              <a:gd name="connsiteY0-4302" fmla="*/ 2358 h 10000"/>
              <a:gd name="connsiteX1-4303" fmla="*/ 8963 w 10000"/>
              <a:gd name="connsiteY1-4304" fmla="*/ 2581 h 10000"/>
              <a:gd name="connsiteX2-4305" fmla="*/ 8963 w 10000"/>
              <a:gd name="connsiteY2-4306" fmla="*/ 2907 h 10000"/>
              <a:gd name="connsiteX3-4307" fmla="*/ 8963 w 10000"/>
              <a:gd name="connsiteY3-4308" fmla="*/ 3333 h 10000"/>
              <a:gd name="connsiteX4-4309" fmla="*/ 9530 w 10000"/>
              <a:gd name="connsiteY4-4310" fmla="*/ 3760 h 10000"/>
              <a:gd name="connsiteX5-4311" fmla="*/ 9530 w 10000"/>
              <a:gd name="connsiteY5-4312" fmla="*/ 4187 h 10000"/>
              <a:gd name="connsiteX6-4313" fmla="*/ 9530 w 10000"/>
              <a:gd name="connsiteY6-4314" fmla="*/ 4837 h 10000"/>
              <a:gd name="connsiteX7-4315" fmla="*/ 9530 w 10000"/>
              <a:gd name="connsiteY7-4316" fmla="*/ 5366 h 10000"/>
              <a:gd name="connsiteX8-4317" fmla="*/ 9530 w 10000"/>
              <a:gd name="connsiteY8-4318" fmla="*/ 6118 h 10000"/>
              <a:gd name="connsiteX9-4319" fmla="*/ 10000 w 10000"/>
              <a:gd name="connsiteY9-4320" fmla="*/ 6768 h 10000"/>
              <a:gd name="connsiteX10-4321" fmla="*/ 10000 w 10000"/>
              <a:gd name="connsiteY10-4322" fmla="*/ 7317 h 10000"/>
              <a:gd name="connsiteX11-4323" fmla="*/ 9530 w 10000"/>
              <a:gd name="connsiteY11-4324" fmla="*/ 7846 h 10000"/>
              <a:gd name="connsiteX12-4325" fmla="*/ 9530 w 10000"/>
              <a:gd name="connsiteY12-4326" fmla="*/ 8272 h 10000"/>
              <a:gd name="connsiteX13-4327" fmla="*/ 8963 w 10000"/>
              <a:gd name="connsiteY13-4328" fmla="*/ 8699 h 10000"/>
              <a:gd name="connsiteX14-4329" fmla="*/ 8491 w 10000"/>
              <a:gd name="connsiteY14-4330" fmla="*/ 9024 h 10000"/>
              <a:gd name="connsiteX15-4331" fmla="*/ 8491 w 10000"/>
              <a:gd name="connsiteY15-4332" fmla="*/ 9248 h 10000"/>
              <a:gd name="connsiteX16-4333" fmla="*/ 7550 w 10000"/>
              <a:gd name="connsiteY16-4334" fmla="*/ 9451 h 10000"/>
              <a:gd name="connsiteX17-4335" fmla="*/ 6511 w 10000"/>
              <a:gd name="connsiteY17-4336" fmla="*/ 9675 h 10000"/>
              <a:gd name="connsiteX18-4337" fmla="*/ 5001 w 10000"/>
              <a:gd name="connsiteY18-4338" fmla="*/ 9878 h 10000"/>
              <a:gd name="connsiteX19-4339" fmla="*/ 4531 w 10000"/>
              <a:gd name="connsiteY19-4340" fmla="*/ 10000 h 10000"/>
              <a:gd name="connsiteX20-4341" fmla="*/ 3493 w 10000"/>
              <a:gd name="connsiteY20-4342" fmla="*/ 10000 h 10000"/>
              <a:gd name="connsiteX21-4343" fmla="*/ 3020 w 10000"/>
              <a:gd name="connsiteY21-4344" fmla="*/ 10000 h 10000"/>
              <a:gd name="connsiteX22-4345" fmla="*/ 2550 w 10000"/>
              <a:gd name="connsiteY22-4346" fmla="*/ 9878 h 10000"/>
              <a:gd name="connsiteX23-4347" fmla="*/ 1512 w 10000"/>
              <a:gd name="connsiteY23-4348" fmla="*/ 9776 h 10000"/>
              <a:gd name="connsiteX24-4349" fmla="*/ 2550 w 10000"/>
              <a:gd name="connsiteY24-4350" fmla="*/ 8069 h 10000"/>
              <a:gd name="connsiteX25-4351" fmla="*/ 3020 w 10000"/>
              <a:gd name="connsiteY25-4352" fmla="*/ 7947 h 10000"/>
              <a:gd name="connsiteX26-4353" fmla="*/ 3493 w 10000"/>
              <a:gd name="connsiteY26-4354" fmla="*/ 7744 h 10000"/>
              <a:gd name="connsiteX27-4355" fmla="*/ 4055 w 10000"/>
              <a:gd name="connsiteY27-4356" fmla="*/ 7520 h 10000"/>
              <a:gd name="connsiteX28-4357" fmla="*/ 4531 w 10000"/>
              <a:gd name="connsiteY28-4358" fmla="*/ 7317 h 10000"/>
              <a:gd name="connsiteX29-4359" fmla="*/ 4531 w 10000"/>
              <a:gd name="connsiteY29-4360" fmla="*/ 6992 h 10000"/>
              <a:gd name="connsiteX30-4361" fmla="*/ 4531 w 10000"/>
              <a:gd name="connsiteY30-4362" fmla="*/ 6565 h 10000"/>
              <a:gd name="connsiteX31-4363" fmla="*/ 4531 w 10000"/>
              <a:gd name="connsiteY31-4364" fmla="*/ 6016 h 10000"/>
              <a:gd name="connsiteX32-4365" fmla="*/ 4531 w 10000"/>
              <a:gd name="connsiteY32-4366" fmla="*/ 5691 h 10000"/>
              <a:gd name="connsiteX33-4367" fmla="*/ 4531 w 10000"/>
              <a:gd name="connsiteY33-4368" fmla="*/ 5488 h 10000"/>
              <a:gd name="connsiteX34-4369" fmla="*/ 4531 w 10000"/>
              <a:gd name="connsiteY34-4370" fmla="*/ 5041 h 10000"/>
              <a:gd name="connsiteX35-4371" fmla="*/ 4531 w 10000"/>
              <a:gd name="connsiteY35-4372" fmla="*/ 4736 h 10000"/>
              <a:gd name="connsiteX36-4373" fmla="*/ 4531 w 10000"/>
              <a:gd name="connsiteY36-4374" fmla="*/ 4411 h 10000"/>
              <a:gd name="connsiteX37-4375" fmla="*/ 4531 w 10000"/>
              <a:gd name="connsiteY37-4376" fmla="*/ 3984 h 10000"/>
              <a:gd name="connsiteX38-4377" fmla="*/ 4055 w 10000"/>
              <a:gd name="connsiteY38-4378" fmla="*/ 3537 h 10000"/>
              <a:gd name="connsiteX39-4379" fmla="*/ 4055 w 10000"/>
              <a:gd name="connsiteY39-4380" fmla="*/ 3110 h 10000"/>
              <a:gd name="connsiteX40-4381" fmla="*/ 4055 w 10000"/>
              <a:gd name="connsiteY40-4382" fmla="*/ 2683 h 10000"/>
              <a:gd name="connsiteX41-4383" fmla="*/ 3493 w 10000"/>
              <a:gd name="connsiteY41-4384" fmla="*/ 2256 h 10000"/>
              <a:gd name="connsiteX42-4385" fmla="*/ 3493 w 10000"/>
              <a:gd name="connsiteY42-4386" fmla="*/ 1931 h 10000"/>
              <a:gd name="connsiteX43-4387" fmla="*/ 3020 w 10000"/>
              <a:gd name="connsiteY43-4388" fmla="*/ 1606 h 10000"/>
              <a:gd name="connsiteX44-4389" fmla="*/ 2550 w 10000"/>
              <a:gd name="connsiteY44-4390" fmla="*/ 1402 h 10000"/>
              <a:gd name="connsiteX45-4391" fmla="*/ 2076 w 10000"/>
              <a:gd name="connsiteY45-4392" fmla="*/ 1179 h 10000"/>
              <a:gd name="connsiteX46-4393" fmla="*/ 1512 w 10000"/>
              <a:gd name="connsiteY46-4394" fmla="*/ 976 h 10000"/>
              <a:gd name="connsiteX47-4395" fmla="*/ 1040 w 10000"/>
              <a:gd name="connsiteY47-4396" fmla="*/ 854 h 10000"/>
              <a:gd name="connsiteX48-4397" fmla="*/ 568 w 10000"/>
              <a:gd name="connsiteY48-4398" fmla="*/ 650 h 10000"/>
              <a:gd name="connsiteX49-4399" fmla="*/ 0 w 10000"/>
              <a:gd name="connsiteY49-4400" fmla="*/ 427 h 10000"/>
              <a:gd name="connsiteX50-4401" fmla="*/ 0 w 10000"/>
              <a:gd name="connsiteY50-4402" fmla="*/ 325 h 10000"/>
              <a:gd name="connsiteX51-4403" fmla="*/ 0 w 10000"/>
              <a:gd name="connsiteY51-4404" fmla="*/ 224 h 10000"/>
              <a:gd name="connsiteX52-4405" fmla="*/ 568 w 10000"/>
              <a:gd name="connsiteY52-4406" fmla="*/ 102 h 10000"/>
              <a:gd name="connsiteX53-4407" fmla="*/ 1040 w 10000"/>
              <a:gd name="connsiteY53-4408" fmla="*/ 0 h 10000"/>
              <a:gd name="connsiteX54-4409" fmla="*/ 2550 w 10000"/>
              <a:gd name="connsiteY54-4410" fmla="*/ 0 h 10000"/>
              <a:gd name="connsiteX55-4411" fmla="*/ 3493 w 10000"/>
              <a:gd name="connsiteY55-4412" fmla="*/ 0 h 10000"/>
              <a:gd name="connsiteX56-4413" fmla="*/ 5001 w 10000"/>
              <a:gd name="connsiteY56-4414" fmla="*/ 102 h 10000"/>
              <a:gd name="connsiteX57-4415" fmla="*/ 6039 w 10000"/>
              <a:gd name="connsiteY57-4416" fmla="*/ 224 h 10000"/>
              <a:gd name="connsiteX58-4417" fmla="*/ 6982 w 10000"/>
              <a:gd name="connsiteY58-4418" fmla="*/ 224 h 10000"/>
              <a:gd name="connsiteX59-4419" fmla="*/ 7550 w 10000"/>
              <a:gd name="connsiteY59-4420" fmla="*/ 325 h 10000"/>
              <a:gd name="connsiteX60-4421" fmla="*/ 8491 w 10000"/>
              <a:gd name="connsiteY60-4422" fmla="*/ 427 h 10000"/>
              <a:gd name="connsiteX61-4423" fmla="*/ 8963 w 10000"/>
              <a:gd name="connsiteY61-4424" fmla="*/ 528 h 10000"/>
              <a:gd name="connsiteX62-4425" fmla="*/ 8963 w 10000"/>
              <a:gd name="connsiteY62-4426" fmla="*/ 528 h 10000"/>
              <a:gd name="connsiteX63-4427" fmla="*/ 9530 w 10000"/>
              <a:gd name="connsiteY63-4428" fmla="*/ 650 h 10000"/>
              <a:gd name="connsiteX64-4429" fmla="*/ 9530 w 10000"/>
              <a:gd name="connsiteY64-4430" fmla="*/ 650 h 10000"/>
              <a:gd name="connsiteX65-4431" fmla="*/ 8963 w 10000"/>
              <a:gd name="connsiteY65-4432" fmla="*/ 752 h 10000"/>
              <a:gd name="connsiteX66-4433" fmla="*/ 8963 w 10000"/>
              <a:gd name="connsiteY66-4434" fmla="*/ 976 h 10000"/>
              <a:gd name="connsiteX67-4435" fmla="*/ 8963 w 10000"/>
              <a:gd name="connsiteY67-4436" fmla="*/ 1077 h 10000"/>
              <a:gd name="connsiteX68-4437" fmla="*/ 8491 w 10000"/>
              <a:gd name="connsiteY68-4438" fmla="*/ 1280 h 10000"/>
              <a:gd name="connsiteX69-4439" fmla="*/ 8491 w 10000"/>
              <a:gd name="connsiteY69-4440" fmla="*/ 1606 h 10000"/>
              <a:gd name="connsiteX70-4441" fmla="*/ 8491 w 10000"/>
              <a:gd name="connsiteY70-4442" fmla="*/ 1931 h 10000"/>
              <a:gd name="connsiteX71-4443" fmla="*/ 8963 w 10000"/>
              <a:gd name="connsiteY71-4444" fmla="*/ 2358 h 10000"/>
              <a:gd name="connsiteX72-4445" fmla="*/ 8963 w 10000"/>
              <a:gd name="connsiteY72-4446" fmla="*/ 2358 h 10000"/>
              <a:gd name="connsiteX0-4447" fmla="*/ 8963 w 10000"/>
              <a:gd name="connsiteY0-4448" fmla="*/ 2358 h 10000"/>
              <a:gd name="connsiteX1-4449" fmla="*/ 8963 w 10000"/>
              <a:gd name="connsiteY1-4450" fmla="*/ 2581 h 10000"/>
              <a:gd name="connsiteX2-4451" fmla="*/ 8963 w 10000"/>
              <a:gd name="connsiteY2-4452" fmla="*/ 2907 h 10000"/>
              <a:gd name="connsiteX3-4453" fmla="*/ 8963 w 10000"/>
              <a:gd name="connsiteY3-4454" fmla="*/ 3333 h 10000"/>
              <a:gd name="connsiteX4-4455" fmla="*/ 9530 w 10000"/>
              <a:gd name="connsiteY4-4456" fmla="*/ 3760 h 10000"/>
              <a:gd name="connsiteX5-4457" fmla="*/ 9530 w 10000"/>
              <a:gd name="connsiteY5-4458" fmla="*/ 4187 h 10000"/>
              <a:gd name="connsiteX6-4459" fmla="*/ 9530 w 10000"/>
              <a:gd name="connsiteY6-4460" fmla="*/ 4837 h 10000"/>
              <a:gd name="connsiteX7-4461" fmla="*/ 9530 w 10000"/>
              <a:gd name="connsiteY7-4462" fmla="*/ 5366 h 10000"/>
              <a:gd name="connsiteX8-4463" fmla="*/ 9530 w 10000"/>
              <a:gd name="connsiteY8-4464" fmla="*/ 6118 h 10000"/>
              <a:gd name="connsiteX9-4465" fmla="*/ 10000 w 10000"/>
              <a:gd name="connsiteY9-4466" fmla="*/ 6768 h 10000"/>
              <a:gd name="connsiteX10-4467" fmla="*/ 10000 w 10000"/>
              <a:gd name="connsiteY10-4468" fmla="*/ 7317 h 10000"/>
              <a:gd name="connsiteX11-4469" fmla="*/ 9530 w 10000"/>
              <a:gd name="connsiteY11-4470" fmla="*/ 7846 h 10000"/>
              <a:gd name="connsiteX12-4471" fmla="*/ 9530 w 10000"/>
              <a:gd name="connsiteY12-4472" fmla="*/ 8272 h 10000"/>
              <a:gd name="connsiteX13-4473" fmla="*/ 8963 w 10000"/>
              <a:gd name="connsiteY13-4474" fmla="*/ 8699 h 10000"/>
              <a:gd name="connsiteX14-4475" fmla="*/ 8491 w 10000"/>
              <a:gd name="connsiteY14-4476" fmla="*/ 9024 h 10000"/>
              <a:gd name="connsiteX15-4477" fmla="*/ 8491 w 10000"/>
              <a:gd name="connsiteY15-4478" fmla="*/ 9248 h 10000"/>
              <a:gd name="connsiteX16-4479" fmla="*/ 7550 w 10000"/>
              <a:gd name="connsiteY16-4480" fmla="*/ 9451 h 10000"/>
              <a:gd name="connsiteX17-4481" fmla="*/ 6511 w 10000"/>
              <a:gd name="connsiteY17-4482" fmla="*/ 9675 h 10000"/>
              <a:gd name="connsiteX18-4483" fmla="*/ 5001 w 10000"/>
              <a:gd name="connsiteY18-4484" fmla="*/ 9878 h 10000"/>
              <a:gd name="connsiteX19-4485" fmla="*/ 4531 w 10000"/>
              <a:gd name="connsiteY19-4486" fmla="*/ 10000 h 10000"/>
              <a:gd name="connsiteX20-4487" fmla="*/ 3493 w 10000"/>
              <a:gd name="connsiteY20-4488" fmla="*/ 10000 h 10000"/>
              <a:gd name="connsiteX21-4489" fmla="*/ 3020 w 10000"/>
              <a:gd name="connsiteY21-4490" fmla="*/ 10000 h 10000"/>
              <a:gd name="connsiteX22-4491" fmla="*/ 2550 w 10000"/>
              <a:gd name="connsiteY22-4492" fmla="*/ 9878 h 10000"/>
              <a:gd name="connsiteX23-4493" fmla="*/ 2550 w 10000"/>
              <a:gd name="connsiteY23-4494" fmla="*/ 8069 h 10000"/>
              <a:gd name="connsiteX24-4495" fmla="*/ 3020 w 10000"/>
              <a:gd name="connsiteY24-4496" fmla="*/ 7947 h 10000"/>
              <a:gd name="connsiteX25-4497" fmla="*/ 3493 w 10000"/>
              <a:gd name="connsiteY25-4498" fmla="*/ 7744 h 10000"/>
              <a:gd name="connsiteX26-4499" fmla="*/ 4055 w 10000"/>
              <a:gd name="connsiteY26-4500" fmla="*/ 7520 h 10000"/>
              <a:gd name="connsiteX27-4501" fmla="*/ 4531 w 10000"/>
              <a:gd name="connsiteY27-4502" fmla="*/ 7317 h 10000"/>
              <a:gd name="connsiteX28-4503" fmla="*/ 4531 w 10000"/>
              <a:gd name="connsiteY28-4504" fmla="*/ 6992 h 10000"/>
              <a:gd name="connsiteX29-4505" fmla="*/ 4531 w 10000"/>
              <a:gd name="connsiteY29-4506" fmla="*/ 6565 h 10000"/>
              <a:gd name="connsiteX30-4507" fmla="*/ 4531 w 10000"/>
              <a:gd name="connsiteY30-4508" fmla="*/ 6016 h 10000"/>
              <a:gd name="connsiteX31-4509" fmla="*/ 4531 w 10000"/>
              <a:gd name="connsiteY31-4510" fmla="*/ 5691 h 10000"/>
              <a:gd name="connsiteX32-4511" fmla="*/ 4531 w 10000"/>
              <a:gd name="connsiteY32-4512" fmla="*/ 5488 h 10000"/>
              <a:gd name="connsiteX33-4513" fmla="*/ 4531 w 10000"/>
              <a:gd name="connsiteY33-4514" fmla="*/ 5041 h 10000"/>
              <a:gd name="connsiteX34-4515" fmla="*/ 4531 w 10000"/>
              <a:gd name="connsiteY34-4516" fmla="*/ 4736 h 10000"/>
              <a:gd name="connsiteX35-4517" fmla="*/ 4531 w 10000"/>
              <a:gd name="connsiteY35-4518" fmla="*/ 4411 h 10000"/>
              <a:gd name="connsiteX36-4519" fmla="*/ 4531 w 10000"/>
              <a:gd name="connsiteY36-4520" fmla="*/ 3984 h 10000"/>
              <a:gd name="connsiteX37-4521" fmla="*/ 4055 w 10000"/>
              <a:gd name="connsiteY37-4522" fmla="*/ 3537 h 10000"/>
              <a:gd name="connsiteX38-4523" fmla="*/ 4055 w 10000"/>
              <a:gd name="connsiteY38-4524" fmla="*/ 3110 h 10000"/>
              <a:gd name="connsiteX39-4525" fmla="*/ 4055 w 10000"/>
              <a:gd name="connsiteY39-4526" fmla="*/ 2683 h 10000"/>
              <a:gd name="connsiteX40-4527" fmla="*/ 3493 w 10000"/>
              <a:gd name="connsiteY40-4528" fmla="*/ 2256 h 10000"/>
              <a:gd name="connsiteX41-4529" fmla="*/ 3493 w 10000"/>
              <a:gd name="connsiteY41-4530" fmla="*/ 1931 h 10000"/>
              <a:gd name="connsiteX42-4531" fmla="*/ 3020 w 10000"/>
              <a:gd name="connsiteY42-4532" fmla="*/ 1606 h 10000"/>
              <a:gd name="connsiteX43-4533" fmla="*/ 2550 w 10000"/>
              <a:gd name="connsiteY43-4534" fmla="*/ 1402 h 10000"/>
              <a:gd name="connsiteX44-4535" fmla="*/ 2076 w 10000"/>
              <a:gd name="connsiteY44-4536" fmla="*/ 1179 h 10000"/>
              <a:gd name="connsiteX45-4537" fmla="*/ 1512 w 10000"/>
              <a:gd name="connsiteY45-4538" fmla="*/ 976 h 10000"/>
              <a:gd name="connsiteX46-4539" fmla="*/ 1040 w 10000"/>
              <a:gd name="connsiteY46-4540" fmla="*/ 854 h 10000"/>
              <a:gd name="connsiteX47-4541" fmla="*/ 568 w 10000"/>
              <a:gd name="connsiteY47-4542" fmla="*/ 650 h 10000"/>
              <a:gd name="connsiteX48-4543" fmla="*/ 0 w 10000"/>
              <a:gd name="connsiteY48-4544" fmla="*/ 427 h 10000"/>
              <a:gd name="connsiteX49-4545" fmla="*/ 0 w 10000"/>
              <a:gd name="connsiteY49-4546" fmla="*/ 325 h 10000"/>
              <a:gd name="connsiteX50-4547" fmla="*/ 0 w 10000"/>
              <a:gd name="connsiteY50-4548" fmla="*/ 224 h 10000"/>
              <a:gd name="connsiteX51-4549" fmla="*/ 568 w 10000"/>
              <a:gd name="connsiteY51-4550" fmla="*/ 102 h 10000"/>
              <a:gd name="connsiteX52-4551" fmla="*/ 1040 w 10000"/>
              <a:gd name="connsiteY52-4552" fmla="*/ 0 h 10000"/>
              <a:gd name="connsiteX53-4553" fmla="*/ 2550 w 10000"/>
              <a:gd name="connsiteY53-4554" fmla="*/ 0 h 10000"/>
              <a:gd name="connsiteX54-4555" fmla="*/ 3493 w 10000"/>
              <a:gd name="connsiteY54-4556" fmla="*/ 0 h 10000"/>
              <a:gd name="connsiteX55-4557" fmla="*/ 5001 w 10000"/>
              <a:gd name="connsiteY55-4558" fmla="*/ 102 h 10000"/>
              <a:gd name="connsiteX56-4559" fmla="*/ 6039 w 10000"/>
              <a:gd name="connsiteY56-4560" fmla="*/ 224 h 10000"/>
              <a:gd name="connsiteX57-4561" fmla="*/ 6982 w 10000"/>
              <a:gd name="connsiteY57-4562" fmla="*/ 224 h 10000"/>
              <a:gd name="connsiteX58-4563" fmla="*/ 7550 w 10000"/>
              <a:gd name="connsiteY58-4564" fmla="*/ 325 h 10000"/>
              <a:gd name="connsiteX59-4565" fmla="*/ 8491 w 10000"/>
              <a:gd name="connsiteY59-4566" fmla="*/ 427 h 10000"/>
              <a:gd name="connsiteX60-4567" fmla="*/ 8963 w 10000"/>
              <a:gd name="connsiteY60-4568" fmla="*/ 528 h 10000"/>
              <a:gd name="connsiteX61-4569" fmla="*/ 8963 w 10000"/>
              <a:gd name="connsiteY61-4570" fmla="*/ 528 h 10000"/>
              <a:gd name="connsiteX62-4571" fmla="*/ 9530 w 10000"/>
              <a:gd name="connsiteY62-4572" fmla="*/ 650 h 10000"/>
              <a:gd name="connsiteX63-4573" fmla="*/ 9530 w 10000"/>
              <a:gd name="connsiteY63-4574" fmla="*/ 650 h 10000"/>
              <a:gd name="connsiteX64-4575" fmla="*/ 8963 w 10000"/>
              <a:gd name="connsiteY64-4576" fmla="*/ 752 h 10000"/>
              <a:gd name="connsiteX65-4577" fmla="*/ 8963 w 10000"/>
              <a:gd name="connsiteY65-4578" fmla="*/ 976 h 10000"/>
              <a:gd name="connsiteX66-4579" fmla="*/ 8963 w 10000"/>
              <a:gd name="connsiteY66-4580" fmla="*/ 1077 h 10000"/>
              <a:gd name="connsiteX67-4581" fmla="*/ 8491 w 10000"/>
              <a:gd name="connsiteY67-4582" fmla="*/ 1280 h 10000"/>
              <a:gd name="connsiteX68-4583" fmla="*/ 8491 w 10000"/>
              <a:gd name="connsiteY68-4584" fmla="*/ 1606 h 10000"/>
              <a:gd name="connsiteX69-4585" fmla="*/ 8491 w 10000"/>
              <a:gd name="connsiteY69-4586" fmla="*/ 1931 h 10000"/>
              <a:gd name="connsiteX70-4587" fmla="*/ 8963 w 10000"/>
              <a:gd name="connsiteY70-4588" fmla="*/ 2358 h 10000"/>
              <a:gd name="connsiteX71-4589" fmla="*/ 8963 w 10000"/>
              <a:gd name="connsiteY71-4590" fmla="*/ 2358 h 10000"/>
              <a:gd name="connsiteX0-4591" fmla="*/ 8963 w 10000"/>
              <a:gd name="connsiteY0-4592" fmla="*/ 2358 h 10000"/>
              <a:gd name="connsiteX1-4593" fmla="*/ 8963 w 10000"/>
              <a:gd name="connsiteY1-4594" fmla="*/ 2581 h 10000"/>
              <a:gd name="connsiteX2-4595" fmla="*/ 8963 w 10000"/>
              <a:gd name="connsiteY2-4596" fmla="*/ 2907 h 10000"/>
              <a:gd name="connsiteX3-4597" fmla="*/ 8963 w 10000"/>
              <a:gd name="connsiteY3-4598" fmla="*/ 3333 h 10000"/>
              <a:gd name="connsiteX4-4599" fmla="*/ 9530 w 10000"/>
              <a:gd name="connsiteY4-4600" fmla="*/ 3760 h 10000"/>
              <a:gd name="connsiteX5-4601" fmla="*/ 9530 w 10000"/>
              <a:gd name="connsiteY5-4602" fmla="*/ 4187 h 10000"/>
              <a:gd name="connsiteX6-4603" fmla="*/ 9530 w 10000"/>
              <a:gd name="connsiteY6-4604" fmla="*/ 4837 h 10000"/>
              <a:gd name="connsiteX7-4605" fmla="*/ 9530 w 10000"/>
              <a:gd name="connsiteY7-4606" fmla="*/ 5366 h 10000"/>
              <a:gd name="connsiteX8-4607" fmla="*/ 9530 w 10000"/>
              <a:gd name="connsiteY8-4608" fmla="*/ 6118 h 10000"/>
              <a:gd name="connsiteX9-4609" fmla="*/ 10000 w 10000"/>
              <a:gd name="connsiteY9-4610" fmla="*/ 6768 h 10000"/>
              <a:gd name="connsiteX10-4611" fmla="*/ 10000 w 10000"/>
              <a:gd name="connsiteY10-4612" fmla="*/ 7317 h 10000"/>
              <a:gd name="connsiteX11-4613" fmla="*/ 9530 w 10000"/>
              <a:gd name="connsiteY11-4614" fmla="*/ 7846 h 10000"/>
              <a:gd name="connsiteX12-4615" fmla="*/ 9530 w 10000"/>
              <a:gd name="connsiteY12-4616" fmla="*/ 8272 h 10000"/>
              <a:gd name="connsiteX13-4617" fmla="*/ 8963 w 10000"/>
              <a:gd name="connsiteY13-4618" fmla="*/ 8699 h 10000"/>
              <a:gd name="connsiteX14-4619" fmla="*/ 8491 w 10000"/>
              <a:gd name="connsiteY14-4620" fmla="*/ 9024 h 10000"/>
              <a:gd name="connsiteX15-4621" fmla="*/ 8491 w 10000"/>
              <a:gd name="connsiteY15-4622" fmla="*/ 9248 h 10000"/>
              <a:gd name="connsiteX16-4623" fmla="*/ 7550 w 10000"/>
              <a:gd name="connsiteY16-4624" fmla="*/ 9451 h 10000"/>
              <a:gd name="connsiteX17-4625" fmla="*/ 6511 w 10000"/>
              <a:gd name="connsiteY17-4626" fmla="*/ 9675 h 10000"/>
              <a:gd name="connsiteX18-4627" fmla="*/ 5001 w 10000"/>
              <a:gd name="connsiteY18-4628" fmla="*/ 9878 h 10000"/>
              <a:gd name="connsiteX19-4629" fmla="*/ 4531 w 10000"/>
              <a:gd name="connsiteY19-4630" fmla="*/ 10000 h 10000"/>
              <a:gd name="connsiteX20-4631" fmla="*/ 3493 w 10000"/>
              <a:gd name="connsiteY20-4632" fmla="*/ 10000 h 10000"/>
              <a:gd name="connsiteX21-4633" fmla="*/ 3020 w 10000"/>
              <a:gd name="connsiteY21-4634" fmla="*/ 10000 h 10000"/>
              <a:gd name="connsiteX22-4635" fmla="*/ 2550 w 10000"/>
              <a:gd name="connsiteY22-4636" fmla="*/ 9878 h 10000"/>
              <a:gd name="connsiteX23-4637" fmla="*/ 2550 w 10000"/>
              <a:gd name="connsiteY23-4638" fmla="*/ 8069 h 10000"/>
              <a:gd name="connsiteX24-4639" fmla="*/ 3493 w 10000"/>
              <a:gd name="connsiteY24-4640" fmla="*/ 7744 h 10000"/>
              <a:gd name="connsiteX25-4641" fmla="*/ 4055 w 10000"/>
              <a:gd name="connsiteY25-4642" fmla="*/ 7520 h 10000"/>
              <a:gd name="connsiteX26-4643" fmla="*/ 4531 w 10000"/>
              <a:gd name="connsiteY26-4644" fmla="*/ 7317 h 10000"/>
              <a:gd name="connsiteX27-4645" fmla="*/ 4531 w 10000"/>
              <a:gd name="connsiteY27-4646" fmla="*/ 6992 h 10000"/>
              <a:gd name="connsiteX28-4647" fmla="*/ 4531 w 10000"/>
              <a:gd name="connsiteY28-4648" fmla="*/ 6565 h 10000"/>
              <a:gd name="connsiteX29-4649" fmla="*/ 4531 w 10000"/>
              <a:gd name="connsiteY29-4650" fmla="*/ 6016 h 10000"/>
              <a:gd name="connsiteX30-4651" fmla="*/ 4531 w 10000"/>
              <a:gd name="connsiteY30-4652" fmla="*/ 5691 h 10000"/>
              <a:gd name="connsiteX31-4653" fmla="*/ 4531 w 10000"/>
              <a:gd name="connsiteY31-4654" fmla="*/ 5488 h 10000"/>
              <a:gd name="connsiteX32-4655" fmla="*/ 4531 w 10000"/>
              <a:gd name="connsiteY32-4656" fmla="*/ 5041 h 10000"/>
              <a:gd name="connsiteX33-4657" fmla="*/ 4531 w 10000"/>
              <a:gd name="connsiteY33-4658" fmla="*/ 4736 h 10000"/>
              <a:gd name="connsiteX34-4659" fmla="*/ 4531 w 10000"/>
              <a:gd name="connsiteY34-4660" fmla="*/ 4411 h 10000"/>
              <a:gd name="connsiteX35-4661" fmla="*/ 4531 w 10000"/>
              <a:gd name="connsiteY35-4662" fmla="*/ 3984 h 10000"/>
              <a:gd name="connsiteX36-4663" fmla="*/ 4055 w 10000"/>
              <a:gd name="connsiteY36-4664" fmla="*/ 3537 h 10000"/>
              <a:gd name="connsiteX37-4665" fmla="*/ 4055 w 10000"/>
              <a:gd name="connsiteY37-4666" fmla="*/ 3110 h 10000"/>
              <a:gd name="connsiteX38-4667" fmla="*/ 4055 w 10000"/>
              <a:gd name="connsiteY38-4668" fmla="*/ 2683 h 10000"/>
              <a:gd name="connsiteX39-4669" fmla="*/ 3493 w 10000"/>
              <a:gd name="connsiteY39-4670" fmla="*/ 2256 h 10000"/>
              <a:gd name="connsiteX40-4671" fmla="*/ 3493 w 10000"/>
              <a:gd name="connsiteY40-4672" fmla="*/ 1931 h 10000"/>
              <a:gd name="connsiteX41-4673" fmla="*/ 3020 w 10000"/>
              <a:gd name="connsiteY41-4674" fmla="*/ 1606 h 10000"/>
              <a:gd name="connsiteX42-4675" fmla="*/ 2550 w 10000"/>
              <a:gd name="connsiteY42-4676" fmla="*/ 1402 h 10000"/>
              <a:gd name="connsiteX43-4677" fmla="*/ 2076 w 10000"/>
              <a:gd name="connsiteY43-4678" fmla="*/ 1179 h 10000"/>
              <a:gd name="connsiteX44-4679" fmla="*/ 1512 w 10000"/>
              <a:gd name="connsiteY44-4680" fmla="*/ 976 h 10000"/>
              <a:gd name="connsiteX45-4681" fmla="*/ 1040 w 10000"/>
              <a:gd name="connsiteY45-4682" fmla="*/ 854 h 10000"/>
              <a:gd name="connsiteX46-4683" fmla="*/ 568 w 10000"/>
              <a:gd name="connsiteY46-4684" fmla="*/ 650 h 10000"/>
              <a:gd name="connsiteX47-4685" fmla="*/ 0 w 10000"/>
              <a:gd name="connsiteY47-4686" fmla="*/ 427 h 10000"/>
              <a:gd name="connsiteX48-4687" fmla="*/ 0 w 10000"/>
              <a:gd name="connsiteY48-4688" fmla="*/ 325 h 10000"/>
              <a:gd name="connsiteX49-4689" fmla="*/ 0 w 10000"/>
              <a:gd name="connsiteY49-4690" fmla="*/ 224 h 10000"/>
              <a:gd name="connsiteX50-4691" fmla="*/ 568 w 10000"/>
              <a:gd name="connsiteY50-4692" fmla="*/ 102 h 10000"/>
              <a:gd name="connsiteX51-4693" fmla="*/ 1040 w 10000"/>
              <a:gd name="connsiteY51-4694" fmla="*/ 0 h 10000"/>
              <a:gd name="connsiteX52-4695" fmla="*/ 2550 w 10000"/>
              <a:gd name="connsiteY52-4696" fmla="*/ 0 h 10000"/>
              <a:gd name="connsiteX53-4697" fmla="*/ 3493 w 10000"/>
              <a:gd name="connsiteY53-4698" fmla="*/ 0 h 10000"/>
              <a:gd name="connsiteX54-4699" fmla="*/ 5001 w 10000"/>
              <a:gd name="connsiteY54-4700" fmla="*/ 102 h 10000"/>
              <a:gd name="connsiteX55-4701" fmla="*/ 6039 w 10000"/>
              <a:gd name="connsiteY55-4702" fmla="*/ 224 h 10000"/>
              <a:gd name="connsiteX56-4703" fmla="*/ 6982 w 10000"/>
              <a:gd name="connsiteY56-4704" fmla="*/ 224 h 10000"/>
              <a:gd name="connsiteX57-4705" fmla="*/ 7550 w 10000"/>
              <a:gd name="connsiteY57-4706" fmla="*/ 325 h 10000"/>
              <a:gd name="connsiteX58-4707" fmla="*/ 8491 w 10000"/>
              <a:gd name="connsiteY58-4708" fmla="*/ 427 h 10000"/>
              <a:gd name="connsiteX59-4709" fmla="*/ 8963 w 10000"/>
              <a:gd name="connsiteY59-4710" fmla="*/ 528 h 10000"/>
              <a:gd name="connsiteX60-4711" fmla="*/ 8963 w 10000"/>
              <a:gd name="connsiteY60-4712" fmla="*/ 528 h 10000"/>
              <a:gd name="connsiteX61-4713" fmla="*/ 9530 w 10000"/>
              <a:gd name="connsiteY61-4714" fmla="*/ 650 h 10000"/>
              <a:gd name="connsiteX62-4715" fmla="*/ 9530 w 10000"/>
              <a:gd name="connsiteY62-4716" fmla="*/ 650 h 10000"/>
              <a:gd name="connsiteX63-4717" fmla="*/ 8963 w 10000"/>
              <a:gd name="connsiteY63-4718" fmla="*/ 752 h 10000"/>
              <a:gd name="connsiteX64-4719" fmla="*/ 8963 w 10000"/>
              <a:gd name="connsiteY64-4720" fmla="*/ 976 h 10000"/>
              <a:gd name="connsiteX65-4721" fmla="*/ 8963 w 10000"/>
              <a:gd name="connsiteY65-4722" fmla="*/ 1077 h 10000"/>
              <a:gd name="connsiteX66-4723" fmla="*/ 8491 w 10000"/>
              <a:gd name="connsiteY66-4724" fmla="*/ 1280 h 10000"/>
              <a:gd name="connsiteX67-4725" fmla="*/ 8491 w 10000"/>
              <a:gd name="connsiteY67-4726" fmla="*/ 1606 h 10000"/>
              <a:gd name="connsiteX68-4727" fmla="*/ 8491 w 10000"/>
              <a:gd name="connsiteY68-4728" fmla="*/ 1931 h 10000"/>
              <a:gd name="connsiteX69-4729" fmla="*/ 8963 w 10000"/>
              <a:gd name="connsiteY69-4730" fmla="*/ 2358 h 10000"/>
              <a:gd name="connsiteX70-4731" fmla="*/ 8963 w 10000"/>
              <a:gd name="connsiteY70-4732" fmla="*/ 2358 h 10000"/>
              <a:gd name="connsiteX0-4733" fmla="*/ 8963 w 10000"/>
              <a:gd name="connsiteY0-4734" fmla="*/ 2358 h 10000"/>
              <a:gd name="connsiteX1-4735" fmla="*/ 8963 w 10000"/>
              <a:gd name="connsiteY1-4736" fmla="*/ 2581 h 10000"/>
              <a:gd name="connsiteX2-4737" fmla="*/ 8963 w 10000"/>
              <a:gd name="connsiteY2-4738" fmla="*/ 2907 h 10000"/>
              <a:gd name="connsiteX3-4739" fmla="*/ 8963 w 10000"/>
              <a:gd name="connsiteY3-4740" fmla="*/ 3333 h 10000"/>
              <a:gd name="connsiteX4-4741" fmla="*/ 9530 w 10000"/>
              <a:gd name="connsiteY4-4742" fmla="*/ 3760 h 10000"/>
              <a:gd name="connsiteX5-4743" fmla="*/ 9530 w 10000"/>
              <a:gd name="connsiteY5-4744" fmla="*/ 4187 h 10000"/>
              <a:gd name="connsiteX6-4745" fmla="*/ 9530 w 10000"/>
              <a:gd name="connsiteY6-4746" fmla="*/ 4837 h 10000"/>
              <a:gd name="connsiteX7-4747" fmla="*/ 9530 w 10000"/>
              <a:gd name="connsiteY7-4748" fmla="*/ 5366 h 10000"/>
              <a:gd name="connsiteX8-4749" fmla="*/ 9530 w 10000"/>
              <a:gd name="connsiteY8-4750" fmla="*/ 6118 h 10000"/>
              <a:gd name="connsiteX9-4751" fmla="*/ 10000 w 10000"/>
              <a:gd name="connsiteY9-4752" fmla="*/ 6768 h 10000"/>
              <a:gd name="connsiteX10-4753" fmla="*/ 10000 w 10000"/>
              <a:gd name="connsiteY10-4754" fmla="*/ 7317 h 10000"/>
              <a:gd name="connsiteX11-4755" fmla="*/ 9530 w 10000"/>
              <a:gd name="connsiteY11-4756" fmla="*/ 7846 h 10000"/>
              <a:gd name="connsiteX12-4757" fmla="*/ 9530 w 10000"/>
              <a:gd name="connsiteY12-4758" fmla="*/ 8272 h 10000"/>
              <a:gd name="connsiteX13-4759" fmla="*/ 8963 w 10000"/>
              <a:gd name="connsiteY13-4760" fmla="*/ 8699 h 10000"/>
              <a:gd name="connsiteX14-4761" fmla="*/ 8491 w 10000"/>
              <a:gd name="connsiteY14-4762" fmla="*/ 9024 h 10000"/>
              <a:gd name="connsiteX15-4763" fmla="*/ 8491 w 10000"/>
              <a:gd name="connsiteY15-4764" fmla="*/ 9248 h 10000"/>
              <a:gd name="connsiteX16-4765" fmla="*/ 7550 w 10000"/>
              <a:gd name="connsiteY16-4766" fmla="*/ 9451 h 10000"/>
              <a:gd name="connsiteX17-4767" fmla="*/ 6511 w 10000"/>
              <a:gd name="connsiteY17-4768" fmla="*/ 9675 h 10000"/>
              <a:gd name="connsiteX18-4769" fmla="*/ 5001 w 10000"/>
              <a:gd name="connsiteY18-4770" fmla="*/ 9878 h 10000"/>
              <a:gd name="connsiteX19-4771" fmla="*/ 4531 w 10000"/>
              <a:gd name="connsiteY19-4772" fmla="*/ 10000 h 10000"/>
              <a:gd name="connsiteX20-4773" fmla="*/ 3493 w 10000"/>
              <a:gd name="connsiteY20-4774" fmla="*/ 10000 h 10000"/>
              <a:gd name="connsiteX21-4775" fmla="*/ 3020 w 10000"/>
              <a:gd name="connsiteY21-4776" fmla="*/ 10000 h 10000"/>
              <a:gd name="connsiteX22-4777" fmla="*/ 2550 w 10000"/>
              <a:gd name="connsiteY22-4778" fmla="*/ 9878 h 10000"/>
              <a:gd name="connsiteX23-4779" fmla="*/ 3493 w 10000"/>
              <a:gd name="connsiteY23-4780" fmla="*/ 7744 h 10000"/>
              <a:gd name="connsiteX24-4781" fmla="*/ 4055 w 10000"/>
              <a:gd name="connsiteY24-4782" fmla="*/ 7520 h 10000"/>
              <a:gd name="connsiteX25-4783" fmla="*/ 4531 w 10000"/>
              <a:gd name="connsiteY25-4784" fmla="*/ 7317 h 10000"/>
              <a:gd name="connsiteX26-4785" fmla="*/ 4531 w 10000"/>
              <a:gd name="connsiteY26-4786" fmla="*/ 6992 h 10000"/>
              <a:gd name="connsiteX27-4787" fmla="*/ 4531 w 10000"/>
              <a:gd name="connsiteY27-4788" fmla="*/ 6565 h 10000"/>
              <a:gd name="connsiteX28-4789" fmla="*/ 4531 w 10000"/>
              <a:gd name="connsiteY28-4790" fmla="*/ 6016 h 10000"/>
              <a:gd name="connsiteX29-4791" fmla="*/ 4531 w 10000"/>
              <a:gd name="connsiteY29-4792" fmla="*/ 5691 h 10000"/>
              <a:gd name="connsiteX30-4793" fmla="*/ 4531 w 10000"/>
              <a:gd name="connsiteY30-4794" fmla="*/ 5488 h 10000"/>
              <a:gd name="connsiteX31-4795" fmla="*/ 4531 w 10000"/>
              <a:gd name="connsiteY31-4796" fmla="*/ 5041 h 10000"/>
              <a:gd name="connsiteX32-4797" fmla="*/ 4531 w 10000"/>
              <a:gd name="connsiteY32-4798" fmla="*/ 4736 h 10000"/>
              <a:gd name="connsiteX33-4799" fmla="*/ 4531 w 10000"/>
              <a:gd name="connsiteY33-4800" fmla="*/ 4411 h 10000"/>
              <a:gd name="connsiteX34-4801" fmla="*/ 4531 w 10000"/>
              <a:gd name="connsiteY34-4802" fmla="*/ 3984 h 10000"/>
              <a:gd name="connsiteX35-4803" fmla="*/ 4055 w 10000"/>
              <a:gd name="connsiteY35-4804" fmla="*/ 3537 h 10000"/>
              <a:gd name="connsiteX36-4805" fmla="*/ 4055 w 10000"/>
              <a:gd name="connsiteY36-4806" fmla="*/ 3110 h 10000"/>
              <a:gd name="connsiteX37-4807" fmla="*/ 4055 w 10000"/>
              <a:gd name="connsiteY37-4808" fmla="*/ 2683 h 10000"/>
              <a:gd name="connsiteX38-4809" fmla="*/ 3493 w 10000"/>
              <a:gd name="connsiteY38-4810" fmla="*/ 2256 h 10000"/>
              <a:gd name="connsiteX39-4811" fmla="*/ 3493 w 10000"/>
              <a:gd name="connsiteY39-4812" fmla="*/ 1931 h 10000"/>
              <a:gd name="connsiteX40-4813" fmla="*/ 3020 w 10000"/>
              <a:gd name="connsiteY40-4814" fmla="*/ 1606 h 10000"/>
              <a:gd name="connsiteX41-4815" fmla="*/ 2550 w 10000"/>
              <a:gd name="connsiteY41-4816" fmla="*/ 1402 h 10000"/>
              <a:gd name="connsiteX42-4817" fmla="*/ 2076 w 10000"/>
              <a:gd name="connsiteY42-4818" fmla="*/ 1179 h 10000"/>
              <a:gd name="connsiteX43-4819" fmla="*/ 1512 w 10000"/>
              <a:gd name="connsiteY43-4820" fmla="*/ 976 h 10000"/>
              <a:gd name="connsiteX44-4821" fmla="*/ 1040 w 10000"/>
              <a:gd name="connsiteY44-4822" fmla="*/ 854 h 10000"/>
              <a:gd name="connsiteX45-4823" fmla="*/ 568 w 10000"/>
              <a:gd name="connsiteY45-4824" fmla="*/ 650 h 10000"/>
              <a:gd name="connsiteX46-4825" fmla="*/ 0 w 10000"/>
              <a:gd name="connsiteY46-4826" fmla="*/ 427 h 10000"/>
              <a:gd name="connsiteX47-4827" fmla="*/ 0 w 10000"/>
              <a:gd name="connsiteY47-4828" fmla="*/ 325 h 10000"/>
              <a:gd name="connsiteX48-4829" fmla="*/ 0 w 10000"/>
              <a:gd name="connsiteY48-4830" fmla="*/ 224 h 10000"/>
              <a:gd name="connsiteX49-4831" fmla="*/ 568 w 10000"/>
              <a:gd name="connsiteY49-4832" fmla="*/ 102 h 10000"/>
              <a:gd name="connsiteX50-4833" fmla="*/ 1040 w 10000"/>
              <a:gd name="connsiteY50-4834" fmla="*/ 0 h 10000"/>
              <a:gd name="connsiteX51-4835" fmla="*/ 2550 w 10000"/>
              <a:gd name="connsiteY51-4836" fmla="*/ 0 h 10000"/>
              <a:gd name="connsiteX52-4837" fmla="*/ 3493 w 10000"/>
              <a:gd name="connsiteY52-4838" fmla="*/ 0 h 10000"/>
              <a:gd name="connsiteX53-4839" fmla="*/ 5001 w 10000"/>
              <a:gd name="connsiteY53-4840" fmla="*/ 102 h 10000"/>
              <a:gd name="connsiteX54-4841" fmla="*/ 6039 w 10000"/>
              <a:gd name="connsiteY54-4842" fmla="*/ 224 h 10000"/>
              <a:gd name="connsiteX55-4843" fmla="*/ 6982 w 10000"/>
              <a:gd name="connsiteY55-4844" fmla="*/ 224 h 10000"/>
              <a:gd name="connsiteX56-4845" fmla="*/ 7550 w 10000"/>
              <a:gd name="connsiteY56-4846" fmla="*/ 325 h 10000"/>
              <a:gd name="connsiteX57-4847" fmla="*/ 8491 w 10000"/>
              <a:gd name="connsiteY57-4848" fmla="*/ 427 h 10000"/>
              <a:gd name="connsiteX58-4849" fmla="*/ 8963 w 10000"/>
              <a:gd name="connsiteY58-4850" fmla="*/ 528 h 10000"/>
              <a:gd name="connsiteX59-4851" fmla="*/ 8963 w 10000"/>
              <a:gd name="connsiteY59-4852" fmla="*/ 528 h 10000"/>
              <a:gd name="connsiteX60-4853" fmla="*/ 9530 w 10000"/>
              <a:gd name="connsiteY60-4854" fmla="*/ 650 h 10000"/>
              <a:gd name="connsiteX61-4855" fmla="*/ 9530 w 10000"/>
              <a:gd name="connsiteY61-4856" fmla="*/ 650 h 10000"/>
              <a:gd name="connsiteX62-4857" fmla="*/ 8963 w 10000"/>
              <a:gd name="connsiteY62-4858" fmla="*/ 752 h 10000"/>
              <a:gd name="connsiteX63-4859" fmla="*/ 8963 w 10000"/>
              <a:gd name="connsiteY63-4860" fmla="*/ 976 h 10000"/>
              <a:gd name="connsiteX64-4861" fmla="*/ 8963 w 10000"/>
              <a:gd name="connsiteY64-4862" fmla="*/ 1077 h 10000"/>
              <a:gd name="connsiteX65-4863" fmla="*/ 8491 w 10000"/>
              <a:gd name="connsiteY65-4864" fmla="*/ 1280 h 10000"/>
              <a:gd name="connsiteX66-4865" fmla="*/ 8491 w 10000"/>
              <a:gd name="connsiteY66-4866" fmla="*/ 1606 h 10000"/>
              <a:gd name="connsiteX67-4867" fmla="*/ 8491 w 10000"/>
              <a:gd name="connsiteY67-4868" fmla="*/ 1931 h 10000"/>
              <a:gd name="connsiteX68-4869" fmla="*/ 8963 w 10000"/>
              <a:gd name="connsiteY68-4870" fmla="*/ 2358 h 10000"/>
              <a:gd name="connsiteX69-4871" fmla="*/ 8963 w 10000"/>
              <a:gd name="connsiteY69-4872" fmla="*/ 2358 h 10000"/>
              <a:gd name="connsiteX0-4873" fmla="*/ 8963 w 10000"/>
              <a:gd name="connsiteY0-4874" fmla="*/ 2358 h 10000"/>
              <a:gd name="connsiteX1-4875" fmla="*/ 8963 w 10000"/>
              <a:gd name="connsiteY1-4876" fmla="*/ 2581 h 10000"/>
              <a:gd name="connsiteX2-4877" fmla="*/ 8963 w 10000"/>
              <a:gd name="connsiteY2-4878" fmla="*/ 2907 h 10000"/>
              <a:gd name="connsiteX3-4879" fmla="*/ 8963 w 10000"/>
              <a:gd name="connsiteY3-4880" fmla="*/ 3333 h 10000"/>
              <a:gd name="connsiteX4-4881" fmla="*/ 9530 w 10000"/>
              <a:gd name="connsiteY4-4882" fmla="*/ 3760 h 10000"/>
              <a:gd name="connsiteX5-4883" fmla="*/ 9530 w 10000"/>
              <a:gd name="connsiteY5-4884" fmla="*/ 4187 h 10000"/>
              <a:gd name="connsiteX6-4885" fmla="*/ 9530 w 10000"/>
              <a:gd name="connsiteY6-4886" fmla="*/ 4837 h 10000"/>
              <a:gd name="connsiteX7-4887" fmla="*/ 9530 w 10000"/>
              <a:gd name="connsiteY7-4888" fmla="*/ 5366 h 10000"/>
              <a:gd name="connsiteX8-4889" fmla="*/ 9530 w 10000"/>
              <a:gd name="connsiteY8-4890" fmla="*/ 6118 h 10000"/>
              <a:gd name="connsiteX9-4891" fmla="*/ 10000 w 10000"/>
              <a:gd name="connsiteY9-4892" fmla="*/ 6768 h 10000"/>
              <a:gd name="connsiteX10-4893" fmla="*/ 10000 w 10000"/>
              <a:gd name="connsiteY10-4894" fmla="*/ 7317 h 10000"/>
              <a:gd name="connsiteX11-4895" fmla="*/ 9530 w 10000"/>
              <a:gd name="connsiteY11-4896" fmla="*/ 7846 h 10000"/>
              <a:gd name="connsiteX12-4897" fmla="*/ 9530 w 10000"/>
              <a:gd name="connsiteY12-4898" fmla="*/ 8272 h 10000"/>
              <a:gd name="connsiteX13-4899" fmla="*/ 8963 w 10000"/>
              <a:gd name="connsiteY13-4900" fmla="*/ 8699 h 10000"/>
              <a:gd name="connsiteX14-4901" fmla="*/ 8491 w 10000"/>
              <a:gd name="connsiteY14-4902" fmla="*/ 9024 h 10000"/>
              <a:gd name="connsiteX15-4903" fmla="*/ 8491 w 10000"/>
              <a:gd name="connsiteY15-4904" fmla="*/ 9248 h 10000"/>
              <a:gd name="connsiteX16-4905" fmla="*/ 7550 w 10000"/>
              <a:gd name="connsiteY16-4906" fmla="*/ 9451 h 10000"/>
              <a:gd name="connsiteX17-4907" fmla="*/ 6511 w 10000"/>
              <a:gd name="connsiteY17-4908" fmla="*/ 9675 h 10000"/>
              <a:gd name="connsiteX18-4909" fmla="*/ 5001 w 10000"/>
              <a:gd name="connsiteY18-4910" fmla="*/ 9878 h 10000"/>
              <a:gd name="connsiteX19-4911" fmla="*/ 4531 w 10000"/>
              <a:gd name="connsiteY19-4912" fmla="*/ 10000 h 10000"/>
              <a:gd name="connsiteX20-4913" fmla="*/ 3493 w 10000"/>
              <a:gd name="connsiteY20-4914" fmla="*/ 10000 h 10000"/>
              <a:gd name="connsiteX21-4915" fmla="*/ 3020 w 10000"/>
              <a:gd name="connsiteY21-4916" fmla="*/ 10000 h 10000"/>
              <a:gd name="connsiteX22-4917" fmla="*/ 3493 w 10000"/>
              <a:gd name="connsiteY22-4918" fmla="*/ 7744 h 10000"/>
              <a:gd name="connsiteX23-4919" fmla="*/ 4055 w 10000"/>
              <a:gd name="connsiteY23-4920" fmla="*/ 7520 h 10000"/>
              <a:gd name="connsiteX24-4921" fmla="*/ 4531 w 10000"/>
              <a:gd name="connsiteY24-4922" fmla="*/ 7317 h 10000"/>
              <a:gd name="connsiteX25-4923" fmla="*/ 4531 w 10000"/>
              <a:gd name="connsiteY25-4924" fmla="*/ 6992 h 10000"/>
              <a:gd name="connsiteX26-4925" fmla="*/ 4531 w 10000"/>
              <a:gd name="connsiteY26-4926" fmla="*/ 6565 h 10000"/>
              <a:gd name="connsiteX27-4927" fmla="*/ 4531 w 10000"/>
              <a:gd name="connsiteY27-4928" fmla="*/ 6016 h 10000"/>
              <a:gd name="connsiteX28-4929" fmla="*/ 4531 w 10000"/>
              <a:gd name="connsiteY28-4930" fmla="*/ 5691 h 10000"/>
              <a:gd name="connsiteX29-4931" fmla="*/ 4531 w 10000"/>
              <a:gd name="connsiteY29-4932" fmla="*/ 5488 h 10000"/>
              <a:gd name="connsiteX30-4933" fmla="*/ 4531 w 10000"/>
              <a:gd name="connsiteY30-4934" fmla="*/ 5041 h 10000"/>
              <a:gd name="connsiteX31-4935" fmla="*/ 4531 w 10000"/>
              <a:gd name="connsiteY31-4936" fmla="*/ 4736 h 10000"/>
              <a:gd name="connsiteX32-4937" fmla="*/ 4531 w 10000"/>
              <a:gd name="connsiteY32-4938" fmla="*/ 4411 h 10000"/>
              <a:gd name="connsiteX33-4939" fmla="*/ 4531 w 10000"/>
              <a:gd name="connsiteY33-4940" fmla="*/ 3984 h 10000"/>
              <a:gd name="connsiteX34-4941" fmla="*/ 4055 w 10000"/>
              <a:gd name="connsiteY34-4942" fmla="*/ 3537 h 10000"/>
              <a:gd name="connsiteX35-4943" fmla="*/ 4055 w 10000"/>
              <a:gd name="connsiteY35-4944" fmla="*/ 3110 h 10000"/>
              <a:gd name="connsiteX36-4945" fmla="*/ 4055 w 10000"/>
              <a:gd name="connsiteY36-4946" fmla="*/ 2683 h 10000"/>
              <a:gd name="connsiteX37-4947" fmla="*/ 3493 w 10000"/>
              <a:gd name="connsiteY37-4948" fmla="*/ 2256 h 10000"/>
              <a:gd name="connsiteX38-4949" fmla="*/ 3493 w 10000"/>
              <a:gd name="connsiteY38-4950" fmla="*/ 1931 h 10000"/>
              <a:gd name="connsiteX39-4951" fmla="*/ 3020 w 10000"/>
              <a:gd name="connsiteY39-4952" fmla="*/ 1606 h 10000"/>
              <a:gd name="connsiteX40-4953" fmla="*/ 2550 w 10000"/>
              <a:gd name="connsiteY40-4954" fmla="*/ 1402 h 10000"/>
              <a:gd name="connsiteX41-4955" fmla="*/ 2076 w 10000"/>
              <a:gd name="connsiteY41-4956" fmla="*/ 1179 h 10000"/>
              <a:gd name="connsiteX42-4957" fmla="*/ 1512 w 10000"/>
              <a:gd name="connsiteY42-4958" fmla="*/ 976 h 10000"/>
              <a:gd name="connsiteX43-4959" fmla="*/ 1040 w 10000"/>
              <a:gd name="connsiteY43-4960" fmla="*/ 854 h 10000"/>
              <a:gd name="connsiteX44-4961" fmla="*/ 568 w 10000"/>
              <a:gd name="connsiteY44-4962" fmla="*/ 650 h 10000"/>
              <a:gd name="connsiteX45-4963" fmla="*/ 0 w 10000"/>
              <a:gd name="connsiteY45-4964" fmla="*/ 427 h 10000"/>
              <a:gd name="connsiteX46-4965" fmla="*/ 0 w 10000"/>
              <a:gd name="connsiteY46-4966" fmla="*/ 325 h 10000"/>
              <a:gd name="connsiteX47-4967" fmla="*/ 0 w 10000"/>
              <a:gd name="connsiteY47-4968" fmla="*/ 224 h 10000"/>
              <a:gd name="connsiteX48-4969" fmla="*/ 568 w 10000"/>
              <a:gd name="connsiteY48-4970" fmla="*/ 102 h 10000"/>
              <a:gd name="connsiteX49-4971" fmla="*/ 1040 w 10000"/>
              <a:gd name="connsiteY49-4972" fmla="*/ 0 h 10000"/>
              <a:gd name="connsiteX50-4973" fmla="*/ 2550 w 10000"/>
              <a:gd name="connsiteY50-4974" fmla="*/ 0 h 10000"/>
              <a:gd name="connsiteX51-4975" fmla="*/ 3493 w 10000"/>
              <a:gd name="connsiteY51-4976" fmla="*/ 0 h 10000"/>
              <a:gd name="connsiteX52-4977" fmla="*/ 5001 w 10000"/>
              <a:gd name="connsiteY52-4978" fmla="*/ 102 h 10000"/>
              <a:gd name="connsiteX53-4979" fmla="*/ 6039 w 10000"/>
              <a:gd name="connsiteY53-4980" fmla="*/ 224 h 10000"/>
              <a:gd name="connsiteX54-4981" fmla="*/ 6982 w 10000"/>
              <a:gd name="connsiteY54-4982" fmla="*/ 224 h 10000"/>
              <a:gd name="connsiteX55-4983" fmla="*/ 7550 w 10000"/>
              <a:gd name="connsiteY55-4984" fmla="*/ 325 h 10000"/>
              <a:gd name="connsiteX56-4985" fmla="*/ 8491 w 10000"/>
              <a:gd name="connsiteY56-4986" fmla="*/ 427 h 10000"/>
              <a:gd name="connsiteX57-4987" fmla="*/ 8963 w 10000"/>
              <a:gd name="connsiteY57-4988" fmla="*/ 528 h 10000"/>
              <a:gd name="connsiteX58-4989" fmla="*/ 8963 w 10000"/>
              <a:gd name="connsiteY58-4990" fmla="*/ 528 h 10000"/>
              <a:gd name="connsiteX59-4991" fmla="*/ 9530 w 10000"/>
              <a:gd name="connsiteY59-4992" fmla="*/ 650 h 10000"/>
              <a:gd name="connsiteX60-4993" fmla="*/ 9530 w 10000"/>
              <a:gd name="connsiteY60-4994" fmla="*/ 650 h 10000"/>
              <a:gd name="connsiteX61-4995" fmla="*/ 8963 w 10000"/>
              <a:gd name="connsiteY61-4996" fmla="*/ 752 h 10000"/>
              <a:gd name="connsiteX62-4997" fmla="*/ 8963 w 10000"/>
              <a:gd name="connsiteY62-4998" fmla="*/ 976 h 10000"/>
              <a:gd name="connsiteX63-4999" fmla="*/ 8963 w 10000"/>
              <a:gd name="connsiteY63-5000" fmla="*/ 1077 h 10000"/>
              <a:gd name="connsiteX64-5001" fmla="*/ 8491 w 10000"/>
              <a:gd name="connsiteY64-5002" fmla="*/ 1280 h 10000"/>
              <a:gd name="connsiteX65-5003" fmla="*/ 8491 w 10000"/>
              <a:gd name="connsiteY65-5004" fmla="*/ 1606 h 10000"/>
              <a:gd name="connsiteX66-5005" fmla="*/ 8491 w 10000"/>
              <a:gd name="connsiteY66-5006" fmla="*/ 1931 h 10000"/>
              <a:gd name="connsiteX67-5007" fmla="*/ 8963 w 10000"/>
              <a:gd name="connsiteY67-5008" fmla="*/ 2358 h 10000"/>
              <a:gd name="connsiteX68-5009" fmla="*/ 8963 w 10000"/>
              <a:gd name="connsiteY68-5010" fmla="*/ 2358 h 10000"/>
              <a:gd name="connsiteX0-5011" fmla="*/ 8963 w 10000"/>
              <a:gd name="connsiteY0-5012" fmla="*/ 2358 h 10000"/>
              <a:gd name="connsiteX1-5013" fmla="*/ 8963 w 10000"/>
              <a:gd name="connsiteY1-5014" fmla="*/ 2581 h 10000"/>
              <a:gd name="connsiteX2-5015" fmla="*/ 8963 w 10000"/>
              <a:gd name="connsiteY2-5016" fmla="*/ 2907 h 10000"/>
              <a:gd name="connsiteX3-5017" fmla="*/ 8963 w 10000"/>
              <a:gd name="connsiteY3-5018" fmla="*/ 3333 h 10000"/>
              <a:gd name="connsiteX4-5019" fmla="*/ 9530 w 10000"/>
              <a:gd name="connsiteY4-5020" fmla="*/ 3760 h 10000"/>
              <a:gd name="connsiteX5-5021" fmla="*/ 9530 w 10000"/>
              <a:gd name="connsiteY5-5022" fmla="*/ 4187 h 10000"/>
              <a:gd name="connsiteX6-5023" fmla="*/ 9530 w 10000"/>
              <a:gd name="connsiteY6-5024" fmla="*/ 4837 h 10000"/>
              <a:gd name="connsiteX7-5025" fmla="*/ 9530 w 10000"/>
              <a:gd name="connsiteY7-5026" fmla="*/ 5366 h 10000"/>
              <a:gd name="connsiteX8-5027" fmla="*/ 9530 w 10000"/>
              <a:gd name="connsiteY8-5028" fmla="*/ 6118 h 10000"/>
              <a:gd name="connsiteX9-5029" fmla="*/ 10000 w 10000"/>
              <a:gd name="connsiteY9-5030" fmla="*/ 6768 h 10000"/>
              <a:gd name="connsiteX10-5031" fmla="*/ 10000 w 10000"/>
              <a:gd name="connsiteY10-5032" fmla="*/ 7317 h 10000"/>
              <a:gd name="connsiteX11-5033" fmla="*/ 9530 w 10000"/>
              <a:gd name="connsiteY11-5034" fmla="*/ 7846 h 10000"/>
              <a:gd name="connsiteX12-5035" fmla="*/ 9530 w 10000"/>
              <a:gd name="connsiteY12-5036" fmla="*/ 8272 h 10000"/>
              <a:gd name="connsiteX13-5037" fmla="*/ 8963 w 10000"/>
              <a:gd name="connsiteY13-5038" fmla="*/ 8699 h 10000"/>
              <a:gd name="connsiteX14-5039" fmla="*/ 8491 w 10000"/>
              <a:gd name="connsiteY14-5040" fmla="*/ 9024 h 10000"/>
              <a:gd name="connsiteX15-5041" fmla="*/ 8491 w 10000"/>
              <a:gd name="connsiteY15-5042" fmla="*/ 9248 h 10000"/>
              <a:gd name="connsiteX16-5043" fmla="*/ 7550 w 10000"/>
              <a:gd name="connsiteY16-5044" fmla="*/ 9451 h 10000"/>
              <a:gd name="connsiteX17-5045" fmla="*/ 6511 w 10000"/>
              <a:gd name="connsiteY17-5046" fmla="*/ 9675 h 10000"/>
              <a:gd name="connsiteX18-5047" fmla="*/ 5001 w 10000"/>
              <a:gd name="connsiteY18-5048" fmla="*/ 9878 h 10000"/>
              <a:gd name="connsiteX19-5049" fmla="*/ 4531 w 10000"/>
              <a:gd name="connsiteY19-5050" fmla="*/ 10000 h 10000"/>
              <a:gd name="connsiteX20-5051" fmla="*/ 3493 w 10000"/>
              <a:gd name="connsiteY20-5052" fmla="*/ 10000 h 10000"/>
              <a:gd name="connsiteX21-5053" fmla="*/ 3493 w 10000"/>
              <a:gd name="connsiteY21-5054" fmla="*/ 7744 h 10000"/>
              <a:gd name="connsiteX22-5055" fmla="*/ 4055 w 10000"/>
              <a:gd name="connsiteY22-5056" fmla="*/ 7520 h 10000"/>
              <a:gd name="connsiteX23-5057" fmla="*/ 4531 w 10000"/>
              <a:gd name="connsiteY23-5058" fmla="*/ 7317 h 10000"/>
              <a:gd name="connsiteX24-5059" fmla="*/ 4531 w 10000"/>
              <a:gd name="connsiteY24-5060" fmla="*/ 6992 h 10000"/>
              <a:gd name="connsiteX25-5061" fmla="*/ 4531 w 10000"/>
              <a:gd name="connsiteY25-5062" fmla="*/ 6565 h 10000"/>
              <a:gd name="connsiteX26-5063" fmla="*/ 4531 w 10000"/>
              <a:gd name="connsiteY26-5064" fmla="*/ 6016 h 10000"/>
              <a:gd name="connsiteX27-5065" fmla="*/ 4531 w 10000"/>
              <a:gd name="connsiteY27-5066" fmla="*/ 5691 h 10000"/>
              <a:gd name="connsiteX28-5067" fmla="*/ 4531 w 10000"/>
              <a:gd name="connsiteY28-5068" fmla="*/ 5488 h 10000"/>
              <a:gd name="connsiteX29-5069" fmla="*/ 4531 w 10000"/>
              <a:gd name="connsiteY29-5070" fmla="*/ 5041 h 10000"/>
              <a:gd name="connsiteX30-5071" fmla="*/ 4531 w 10000"/>
              <a:gd name="connsiteY30-5072" fmla="*/ 4736 h 10000"/>
              <a:gd name="connsiteX31-5073" fmla="*/ 4531 w 10000"/>
              <a:gd name="connsiteY31-5074" fmla="*/ 4411 h 10000"/>
              <a:gd name="connsiteX32-5075" fmla="*/ 4531 w 10000"/>
              <a:gd name="connsiteY32-5076" fmla="*/ 3984 h 10000"/>
              <a:gd name="connsiteX33-5077" fmla="*/ 4055 w 10000"/>
              <a:gd name="connsiteY33-5078" fmla="*/ 3537 h 10000"/>
              <a:gd name="connsiteX34-5079" fmla="*/ 4055 w 10000"/>
              <a:gd name="connsiteY34-5080" fmla="*/ 3110 h 10000"/>
              <a:gd name="connsiteX35-5081" fmla="*/ 4055 w 10000"/>
              <a:gd name="connsiteY35-5082" fmla="*/ 2683 h 10000"/>
              <a:gd name="connsiteX36-5083" fmla="*/ 3493 w 10000"/>
              <a:gd name="connsiteY36-5084" fmla="*/ 2256 h 10000"/>
              <a:gd name="connsiteX37-5085" fmla="*/ 3493 w 10000"/>
              <a:gd name="connsiteY37-5086" fmla="*/ 1931 h 10000"/>
              <a:gd name="connsiteX38-5087" fmla="*/ 3020 w 10000"/>
              <a:gd name="connsiteY38-5088" fmla="*/ 1606 h 10000"/>
              <a:gd name="connsiteX39-5089" fmla="*/ 2550 w 10000"/>
              <a:gd name="connsiteY39-5090" fmla="*/ 1402 h 10000"/>
              <a:gd name="connsiteX40-5091" fmla="*/ 2076 w 10000"/>
              <a:gd name="connsiteY40-5092" fmla="*/ 1179 h 10000"/>
              <a:gd name="connsiteX41-5093" fmla="*/ 1512 w 10000"/>
              <a:gd name="connsiteY41-5094" fmla="*/ 976 h 10000"/>
              <a:gd name="connsiteX42-5095" fmla="*/ 1040 w 10000"/>
              <a:gd name="connsiteY42-5096" fmla="*/ 854 h 10000"/>
              <a:gd name="connsiteX43-5097" fmla="*/ 568 w 10000"/>
              <a:gd name="connsiteY43-5098" fmla="*/ 650 h 10000"/>
              <a:gd name="connsiteX44-5099" fmla="*/ 0 w 10000"/>
              <a:gd name="connsiteY44-5100" fmla="*/ 427 h 10000"/>
              <a:gd name="connsiteX45-5101" fmla="*/ 0 w 10000"/>
              <a:gd name="connsiteY45-5102" fmla="*/ 325 h 10000"/>
              <a:gd name="connsiteX46-5103" fmla="*/ 0 w 10000"/>
              <a:gd name="connsiteY46-5104" fmla="*/ 224 h 10000"/>
              <a:gd name="connsiteX47-5105" fmla="*/ 568 w 10000"/>
              <a:gd name="connsiteY47-5106" fmla="*/ 102 h 10000"/>
              <a:gd name="connsiteX48-5107" fmla="*/ 1040 w 10000"/>
              <a:gd name="connsiteY48-5108" fmla="*/ 0 h 10000"/>
              <a:gd name="connsiteX49-5109" fmla="*/ 2550 w 10000"/>
              <a:gd name="connsiteY49-5110" fmla="*/ 0 h 10000"/>
              <a:gd name="connsiteX50-5111" fmla="*/ 3493 w 10000"/>
              <a:gd name="connsiteY50-5112" fmla="*/ 0 h 10000"/>
              <a:gd name="connsiteX51-5113" fmla="*/ 5001 w 10000"/>
              <a:gd name="connsiteY51-5114" fmla="*/ 102 h 10000"/>
              <a:gd name="connsiteX52-5115" fmla="*/ 6039 w 10000"/>
              <a:gd name="connsiteY52-5116" fmla="*/ 224 h 10000"/>
              <a:gd name="connsiteX53-5117" fmla="*/ 6982 w 10000"/>
              <a:gd name="connsiteY53-5118" fmla="*/ 224 h 10000"/>
              <a:gd name="connsiteX54-5119" fmla="*/ 7550 w 10000"/>
              <a:gd name="connsiteY54-5120" fmla="*/ 325 h 10000"/>
              <a:gd name="connsiteX55-5121" fmla="*/ 8491 w 10000"/>
              <a:gd name="connsiteY55-5122" fmla="*/ 427 h 10000"/>
              <a:gd name="connsiteX56-5123" fmla="*/ 8963 w 10000"/>
              <a:gd name="connsiteY56-5124" fmla="*/ 528 h 10000"/>
              <a:gd name="connsiteX57-5125" fmla="*/ 8963 w 10000"/>
              <a:gd name="connsiteY57-5126" fmla="*/ 528 h 10000"/>
              <a:gd name="connsiteX58-5127" fmla="*/ 9530 w 10000"/>
              <a:gd name="connsiteY58-5128" fmla="*/ 650 h 10000"/>
              <a:gd name="connsiteX59-5129" fmla="*/ 9530 w 10000"/>
              <a:gd name="connsiteY59-5130" fmla="*/ 650 h 10000"/>
              <a:gd name="connsiteX60-5131" fmla="*/ 8963 w 10000"/>
              <a:gd name="connsiteY60-5132" fmla="*/ 752 h 10000"/>
              <a:gd name="connsiteX61-5133" fmla="*/ 8963 w 10000"/>
              <a:gd name="connsiteY61-5134" fmla="*/ 976 h 10000"/>
              <a:gd name="connsiteX62-5135" fmla="*/ 8963 w 10000"/>
              <a:gd name="connsiteY62-5136" fmla="*/ 1077 h 10000"/>
              <a:gd name="connsiteX63-5137" fmla="*/ 8491 w 10000"/>
              <a:gd name="connsiteY63-5138" fmla="*/ 1280 h 10000"/>
              <a:gd name="connsiteX64-5139" fmla="*/ 8491 w 10000"/>
              <a:gd name="connsiteY64-5140" fmla="*/ 1606 h 10000"/>
              <a:gd name="connsiteX65-5141" fmla="*/ 8491 w 10000"/>
              <a:gd name="connsiteY65-5142" fmla="*/ 1931 h 10000"/>
              <a:gd name="connsiteX66-5143" fmla="*/ 8963 w 10000"/>
              <a:gd name="connsiteY66-5144" fmla="*/ 2358 h 10000"/>
              <a:gd name="connsiteX67-5145" fmla="*/ 8963 w 10000"/>
              <a:gd name="connsiteY67-5146" fmla="*/ 2358 h 10000"/>
              <a:gd name="connsiteX0-5147" fmla="*/ 8963 w 10000"/>
              <a:gd name="connsiteY0-5148" fmla="*/ 2358 h 10000"/>
              <a:gd name="connsiteX1-5149" fmla="*/ 8963 w 10000"/>
              <a:gd name="connsiteY1-5150" fmla="*/ 2581 h 10000"/>
              <a:gd name="connsiteX2-5151" fmla="*/ 8963 w 10000"/>
              <a:gd name="connsiteY2-5152" fmla="*/ 2907 h 10000"/>
              <a:gd name="connsiteX3-5153" fmla="*/ 8963 w 10000"/>
              <a:gd name="connsiteY3-5154" fmla="*/ 3333 h 10000"/>
              <a:gd name="connsiteX4-5155" fmla="*/ 9530 w 10000"/>
              <a:gd name="connsiteY4-5156" fmla="*/ 3760 h 10000"/>
              <a:gd name="connsiteX5-5157" fmla="*/ 9530 w 10000"/>
              <a:gd name="connsiteY5-5158" fmla="*/ 4187 h 10000"/>
              <a:gd name="connsiteX6-5159" fmla="*/ 9530 w 10000"/>
              <a:gd name="connsiteY6-5160" fmla="*/ 4837 h 10000"/>
              <a:gd name="connsiteX7-5161" fmla="*/ 9530 w 10000"/>
              <a:gd name="connsiteY7-5162" fmla="*/ 5366 h 10000"/>
              <a:gd name="connsiteX8-5163" fmla="*/ 9530 w 10000"/>
              <a:gd name="connsiteY8-5164" fmla="*/ 6118 h 10000"/>
              <a:gd name="connsiteX9-5165" fmla="*/ 10000 w 10000"/>
              <a:gd name="connsiteY9-5166" fmla="*/ 6768 h 10000"/>
              <a:gd name="connsiteX10-5167" fmla="*/ 10000 w 10000"/>
              <a:gd name="connsiteY10-5168" fmla="*/ 7317 h 10000"/>
              <a:gd name="connsiteX11-5169" fmla="*/ 9530 w 10000"/>
              <a:gd name="connsiteY11-5170" fmla="*/ 7846 h 10000"/>
              <a:gd name="connsiteX12-5171" fmla="*/ 9530 w 10000"/>
              <a:gd name="connsiteY12-5172" fmla="*/ 8272 h 10000"/>
              <a:gd name="connsiteX13-5173" fmla="*/ 8963 w 10000"/>
              <a:gd name="connsiteY13-5174" fmla="*/ 8699 h 10000"/>
              <a:gd name="connsiteX14-5175" fmla="*/ 8491 w 10000"/>
              <a:gd name="connsiteY14-5176" fmla="*/ 9024 h 10000"/>
              <a:gd name="connsiteX15-5177" fmla="*/ 8491 w 10000"/>
              <a:gd name="connsiteY15-5178" fmla="*/ 9248 h 10000"/>
              <a:gd name="connsiteX16-5179" fmla="*/ 7550 w 10000"/>
              <a:gd name="connsiteY16-5180" fmla="*/ 9451 h 10000"/>
              <a:gd name="connsiteX17-5181" fmla="*/ 6511 w 10000"/>
              <a:gd name="connsiteY17-5182" fmla="*/ 9675 h 10000"/>
              <a:gd name="connsiteX18-5183" fmla="*/ 5001 w 10000"/>
              <a:gd name="connsiteY18-5184" fmla="*/ 9878 h 10000"/>
              <a:gd name="connsiteX19-5185" fmla="*/ 4531 w 10000"/>
              <a:gd name="connsiteY19-5186" fmla="*/ 10000 h 10000"/>
              <a:gd name="connsiteX20-5187" fmla="*/ 3493 w 10000"/>
              <a:gd name="connsiteY20-5188" fmla="*/ 7744 h 10000"/>
              <a:gd name="connsiteX21-5189" fmla="*/ 4055 w 10000"/>
              <a:gd name="connsiteY21-5190" fmla="*/ 7520 h 10000"/>
              <a:gd name="connsiteX22-5191" fmla="*/ 4531 w 10000"/>
              <a:gd name="connsiteY22-5192" fmla="*/ 7317 h 10000"/>
              <a:gd name="connsiteX23-5193" fmla="*/ 4531 w 10000"/>
              <a:gd name="connsiteY23-5194" fmla="*/ 6992 h 10000"/>
              <a:gd name="connsiteX24-5195" fmla="*/ 4531 w 10000"/>
              <a:gd name="connsiteY24-5196" fmla="*/ 6565 h 10000"/>
              <a:gd name="connsiteX25-5197" fmla="*/ 4531 w 10000"/>
              <a:gd name="connsiteY25-5198" fmla="*/ 6016 h 10000"/>
              <a:gd name="connsiteX26-5199" fmla="*/ 4531 w 10000"/>
              <a:gd name="connsiteY26-5200" fmla="*/ 5691 h 10000"/>
              <a:gd name="connsiteX27-5201" fmla="*/ 4531 w 10000"/>
              <a:gd name="connsiteY27-5202" fmla="*/ 5488 h 10000"/>
              <a:gd name="connsiteX28-5203" fmla="*/ 4531 w 10000"/>
              <a:gd name="connsiteY28-5204" fmla="*/ 5041 h 10000"/>
              <a:gd name="connsiteX29-5205" fmla="*/ 4531 w 10000"/>
              <a:gd name="connsiteY29-5206" fmla="*/ 4736 h 10000"/>
              <a:gd name="connsiteX30-5207" fmla="*/ 4531 w 10000"/>
              <a:gd name="connsiteY30-5208" fmla="*/ 4411 h 10000"/>
              <a:gd name="connsiteX31-5209" fmla="*/ 4531 w 10000"/>
              <a:gd name="connsiteY31-5210" fmla="*/ 3984 h 10000"/>
              <a:gd name="connsiteX32-5211" fmla="*/ 4055 w 10000"/>
              <a:gd name="connsiteY32-5212" fmla="*/ 3537 h 10000"/>
              <a:gd name="connsiteX33-5213" fmla="*/ 4055 w 10000"/>
              <a:gd name="connsiteY33-5214" fmla="*/ 3110 h 10000"/>
              <a:gd name="connsiteX34-5215" fmla="*/ 4055 w 10000"/>
              <a:gd name="connsiteY34-5216" fmla="*/ 2683 h 10000"/>
              <a:gd name="connsiteX35-5217" fmla="*/ 3493 w 10000"/>
              <a:gd name="connsiteY35-5218" fmla="*/ 2256 h 10000"/>
              <a:gd name="connsiteX36-5219" fmla="*/ 3493 w 10000"/>
              <a:gd name="connsiteY36-5220" fmla="*/ 1931 h 10000"/>
              <a:gd name="connsiteX37-5221" fmla="*/ 3020 w 10000"/>
              <a:gd name="connsiteY37-5222" fmla="*/ 1606 h 10000"/>
              <a:gd name="connsiteX38-5223" fmla="*/ 2550 w 10000"/>
              <a:gd name="connsiteY38-5224" fmla="*/ 1402 h 10000"/>
              <a:gd name="connsiteX39-5225" fmla="*/ 2076 w 10000"/>
              <a:gd name="connsiteY39-5226" fmla="*/ 1179 h 10000"/>
              <a:gd name="connsiteX40-5227" fmla="*/ 1512 w 10000"/>
              <a:gd name="connsiteY40-5228" fmla="*/ 976 h 10000"/>
              <a:gd name="connsiteX41-5229" fmla="*/ 1040 w 10000"/>
              <a:gd name="connsiteY41-5230" fmla="*/ 854 h 10000"/>
              <a:gd name="connsiteX42-5231" fmla="*/ 568 w 10000"/>
              <a:gd name="connsiteY42-5232" fmla="*/ 650 h 10000"/>
              <a:gd name="connsiteX43-5233" fmla="*/ 0 w 10000"/>
              <a:gd name="connsiteY43-5234" fmla="*/ 427 h 10000"/>
              <a:gd name="connsiteX44-5235" fmla="*/ 0 w 10000"/>
              <a:gd name="connsiteY44-5236" fmla="*/ 325 h 10000"/>
              <a:gd name="connsiteX45-5237" fmla="*/ 0 w 10000"/>
              <a:gd name="connsiteY45-5238" fmla="*/ 224 h 10000"/>
              <a:gd name="connsiteX46-5239" fmla="*/ 568 w 10000"/>
              <a:gd name="connsiteY46-5240" fmla="*/ 102 h 10000"/>
              <a:gd name="connsiteX47-5241" fmla="*/ 1040 w 10000"/>
              <a:gd name="connsiteY47-5242" fmla="*/ 0 h 10000"/>
              <a:gd name="connsiteX48-5243" fmla="*/ 2550 w 10000"/>
              <a:gd name="connsiteY48-5244" fmla="*/ 0 h 10000"/>
              <a:gd name="connsiteX49-5245" fmla="*/ 3493 w 10000"/>
              <a:gd name="connsiteY49-5246" fmla="*/ 0 h 10000"/>
              <a:gd name="connsiteX50-5247" fmla="*/ 5001 w 10000"/>
              <a:gd name="connsiteY50-5248" fmla="*/ 102 h 10000"/>
              <a:gd name="connsiteX51-5249" fmla="*/ 6039 w 10000"/>
              <a:gd name="connsiteY51-5250" fmla="*/ 224 h 10000"/>
              <a:gd name="connsiteX52-5251" fmla="*/ 6982 w 10000"/>
              <a:gd name="connsiteY52-5252" fmla="*/ 224 h 10000"/>
              <a:gd name="connsiteX53-5253" fmla="*/ 7550 w 10000"/>
              <a:gd name="connsiteY53-5254" fmla="*/ 325 h 10000"/>
              <a:gd name="connsiteX54-5255" fmla="*/ 8491 w 10000"/>
              <a:gd name="connsiteY54-5256" fmla="*/ 427 h 10000"/>
              <a:gd name="connsiteX55-5257" fmla="*/ 8963 w 10000"/>
              <a:gd name="connsiteY55-5258" fmla="*/ 528 h 10000"/>
              <a:gd name="connsiteX56-5259" fmla="*/ 8963 w 10000"/>
              <a:gd name="connsiteY56-5260" fmla="*/ 528 h 10000"/>
              <a:gd name="connsiteX57-5261" fmla="*/ 9530 w 10000"/>
              <a:gd name="connsiteY57-5262" fmla="*/ 650 h 10000"/>
              <a:gd name="connsiteX58-5263" fmla="*/ 9530 w 10000"/>
              <a:gd name="connsiteY58-5264" fmla="*/ 650 h 10000"/>
              <a:gd name="connsiteX59-5265" fmla="*/ 8963 w 10000"/>
              <a:gd name="connsiteY59-5266" fmla="*/ 752 h 10000"/>
              <a:gd name="connsiteX60-5267" fmla="*/ 8963 w 10000"/>
              <a:gd name="connsiteY60-5268" fmla="*/ 976 h 10000"/>
              <a:gd name="connsiteX61-5269" fmla="*/ 8963 w 10000"/>
              <a:gd name="connsiteY61-5270" fmla="*/ 1077 h 10000"/>
              <a:gd name="connsiteX62-5271" fmla="*/ 8491 w 10000"/>
              <a:gd name="connsiteY62-5272" fmla="*/ 1280 h 10000"/>
              <a:gd name="connsiteX63-5273" fmla="*/ 8491 w 10000"/>
              <a:gd name="connsiteY63-5274" fmla="*/ 1606 h 10000"/>
              <a:gd name="connsiteX64-5275" fmla="*/ 8491 w 10000"/>
              <a:gd name="connsiteY64-5276" fmla="*/ 1931 h 10000"/>
              <a:gd name="connsiteX65-5277" fmla="*/ 8963 w 10000"/>
              <a:gd name="connsiteY65-5278" fmla="*/ 2358 h 10000"/>
              <a:gd name="connsiteX66-5279" fmla="*/ 8963 w 10000"/>
              <a:gd name="connsiteY66-5280" fmla="*/ 2358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</a:cxnLst>
            <a:rect l="l" t="t" r="r" b="b"/>
            <a:pathLst>
              <a:path w="10000" h="10000">
                <a:moveTo>
                  <a:pt x="8963" y="2358"/>
                </a:moveTo>
                <a:lnTo>
                  <a:pt x="8963" y="2581"/>
                </a:lnTo>
                <a:lnTo>
                  <a:pt x="8963" y="2907"/>
                </a:lnTo>
                <a:lnTo>
                  <a:pt x="8963" y="3333"/>
                </a:lnTo>
                <a:lnTo>
                  <a:pt x="9530" y="3760"/>
                </a:lnTo>
                <a:lnTo>
                  <a:pt x="9530" y="4187"/>
                </a:lnTo>
                <a:lnTo>
                  <a:pt x="9530" y="4837"/>
                </a:lnTo>
                <a:lnTo>
                  <a:pt x="9530" y="5366"/>
                </a:lnTo>
                <a:lnTo>
                  <a:pt x="9530" y="6118"/>
                </a:lnTo>
                <a:lnTo>
                  <a:pt x="10000" y="6768"/>
                </a:lnTo>
                <a:lnTo>
                  <a:pt x="10000" y="7317"/>
                </a:lnTo>
                <a:lnTo>
                  <a:pt x="9530" y="7846"/>
                </a:lnTo>
                <a:lnTo>
                  <a:pt x="9530" y="8272"/>
                </a:lnTo>
                <a:lnTo>
                  <a:pt x="8963" y="8699"/>
                </a:lnTo>
                <a:lnTo>
                  <a:pt x="8491" y="9024"/>
                </a:lnTo>
                <a:lnTo>
                  <a:pt x="8491" y="9248"/>
                </a:lnTo>
                <a:lnTo>
                  <a:pt x="7550" y="9451"/>
                </a:lnTo>
                <a:lnTo>
                  <a:pt x="6511" y="9675"/>
                </a:lnTo>
                <a:lnTo>
                  <a:pt x="5001" y="9878"/>
                </a:lnTo>
                <a:lnTo>
                  <a:pt x="4531" y="10000"/>
                </a:lnTo>
                <a:lnTo>
                  <a:pt x="3493" y="7744"/>
                </a:lnTo>
                <a:lnTo>
                  <a:pt x="4055" y="7520"/>
                </a:lnTo>
                <a:lnTo>
                  <a:pt x="4531" y="7317"/>
                </a:lnTo>
                <a:lnTo>
                  <a:pt x="4531" y="6992"/>
                </a:lnTo>
                <a:lnTo>
                  <a:pt x="4531" y="6565"/>
                </a:lnTo>
                <a:lnTo>
                  <a:pt x="4531" y="6016"/>
                </a:lnTo>
                <a:lnTo>
                  <a:pt x="4531" y="5691"/>
                </a:lnTo>
                <a:lnTo>
                  <a:pt x="4531" y="5488"/>
                </a:lnTo>
                <a:lnTo>
                  <a:pt x="4531" y="5041"/>
                </a:lnTo>
                <a:lnTo>
                  <a:pt x="4531" y="4736"/>
                </a:lnTo>
                <a:lnTo>
                  <a:pt x="4531" y="4411"/>
                </a:lnTo>
                <a:lnTo>
                  <a:pt x="4531" y="3984"/>
                </a:lnTo>
                <a:lnTo>
                  <a:pt x="4055" y="3537"/>
                </a:lnTo>
                <a:lnTo>
                  <a:pt x="4055" y="3110"/>
                </a:lnTo>
                <a:lnTo>
                  <a:pt x="4055" y="2683"/>
                </a:lnTo>
                <a:lnTo>
                  <a:pt x="3493" y="2256"/>
                </a:lnTo>
                <a:lnTo>
                  <a:pt x="3493" y="1931"/>
                </a:lnTo>
                <a:lnTo>
                  <a:pt x="3020" y="1606"/>
                </a:lnTo>
                <a:lnTo>
                  <a:pt x="2550" y="1402"/>
                </a:lnTo>
                <a:lnTo>
                  <a:pt x="2076" y="1179"/>
                </a:lnTo>
                <a:lnTo>
                  <a:pt x="1512" y="976"/>
                </a:lnTo>
                <a:lnTo>
                  <a:pt x="1040" y="854"/>
                </a:lnTo>
                <a:lnTo>
                  <a:pt x="568" y="650"/>
                </a:lnTo>
                <a:lnTo>
                  <a:pt x="0" y="427"/>
                </a:lnTo>
                <a:lnTo>
                  <a:pt x="0" y="325"/>
                </a:lnTo>
                <a:lnTo>
                  <a:pt x="0" y="224"/>
                </a:lnTo>
                <a:lnTo>
                  <a:pt x="568" y="102"/>
                </a:lnTo>
                <a:lnTo>
                  <a:pt x="1040" y="0"/>
                </a:lnTo>
                <a:lnTo>
                  <a:pt x="2550" y="0"/>
                </a:lnTo>
                <a:lnTo>
                  <a:pt x="3493" y="0"/>
                </a:lnTo>
                <a:lnTo>
                  <a:pt x="5001" y="102"/>
                </a:lnTo>
                <a:lnTo>
                  <a:pt x="6039" y="224"/>
                </a:lnTo>
                <a:lnTo>
                  <a:pt x="6982" y="224"/>
                </a:lnTo>
                <a:lnTo>
                  <a:pt x="7550" y="325"/>
                </a:lnTo>
                <a:lnTo>
                  <a:pt x="8491" y="427"/>
                </a:lnTo>
                <a:lnTo>
                  <a:pt x="8963" y="528"/>
                </a:lnTo>
                <a:lnTo>
                  <a:pt x="8963" y="528"/>
                </a:lnTo>
                <a:lnTo>
                  <a:pt x="9530" y="650"/>
                </a:lnTo>
                <a:lnTo>
                  <a:pt x="9530" y="650"/>
                </a:lnTo>
                <a:lnTo>
                  <a:pt x="8963" y="752"/>
                </a:lnTo>
                <a:lnTo>
                  <a:pt x="8963" y="976"/>
                </a:lnTo>
                <a:lnTo>
                  <a:pt x="8963" y="1077"/>
                </a:lnTo>
                <a:lnTo>
                  <a:pt x="8491" y="1280"/>
                </a:lnTo>
                <a:lnTo>
                  <a:pt x="8491" y="1606"/>
                </a:lnTo>
                <a:lnTo>
                  <a:pt x="8491" y="1931"/>
                </a:lnTo>
                <a:lnTo>
                  <a:pt x="8963" y="2358"/>
                </a:lnTo>
                <a:lnTo>
                  <a:pt x="8963" y="2358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1" name="Freeform 17"/>
          <p:cNvSpPr/>
          <p:nvPr/>
        </p:nvSpPr>
        <p:spPr bwMode="auto">
          <a:xfrm>
            <a:off x="2219325" y="4033838"/>
            <a:ext cx="225425" cy="176213"/>
          </a:xfrm>
          <a:custGeom>
            <a:avLst/>
            <a:gdLst>
              <a:gd name="connsiteX0" fmla="*/ 9450 w 10000"/>
              <a:gd name="connsiteY0" fmla="*/ 2358 h 10000"/>
              <a:gd name="connsiteX1" fmla="*/ 9450 w 10000"/>
              <a:gd name="connsiteY1" fmla="*/ 2581 h 10000"/>
              <a:gd name="connsiteX2" fmla="*/ 9450 w 10000"/>
              <a:gd name="connsiteY2" fmla="*/ 2907 h 10000"/>
              <a:gd name="connsiteX3" fmla="*/ 9450 w 10000"/>
              <a:gd name="connsiteY3" fmla="*/ 3333 h 10000"/>
              <a:gd name="connsiteX4" fmla="*/ 9750 w 10000"/>
              <a:gd name="connsiteY4" fmla="*/ 3760 h 10000"/>
              <a:gd name="connsiteX5" fmla="*/ 9750 w 10000"/>
              <a:gd name="connsiteY5" fmla="*/ 4187 h 10000"/>
              <a:gd name="connsiteX6" fmla="*/ 9750 w 10000"/>
              <a:gd name="connsiteY6" fmla="*/ 4837 h 10000"/>
              <a:gd name="connsiteX7" fmla="*/ 9750 w 10000"/>
              <a:gd name="connsiteY7" fmla="*/ 5366 h 10000"/>
              <a:gd name="connsiteX8" fmla="*/ 9750 w 10000"/>
              <a:gd name="connsiteY8" fmla="*/ 6118 h 10000"/>
              <a:gd name="connsiteX9" fmla="*/ 10000 w 10000"/>
              <a:gd name="connsiteY9" fmla="*/ 6768 h 10000"/>
              <a:gd name="connsiteX10" fmla="*/ 10000 w 10000"/>
              <a:gd name="connsiteY10" fmla="*/ 7317 h 10000"/>
              <a:gd name="connsiteX11" fmla="*/ 9750 w 10000"/>
              <a:gd name="connsiteY11" fmla="*/ 7846 h 10000"/>
              <a:gd name="connsiteX12" fmla="*/ 9750 w 10000"/>
              <a:gd name="connsiteY12" fmla="*/ 8272 h 10000"/>
              <a:gd name="connsiteX13" fmla="*/ 9450 w 10000"/>
              <a:gd name="connsiteY13" fmla="*/ 8699 h 10000"/>
              <a:gd name="connsiteX14" fmla="*/ 9200 w 10000"/>
              <a:gd name="connsiteY14" fmla="*/ 9024 h 10000"/>
              <a:gd name="connsiteX15" fmla="*/ 9200 w 10000"/>
              <a:gd name="connsiteY15" fmla="*/ 9248 h 10000"/>
              <a:gd name="connsiteX16" fmla="*/ 8700 w 10000"/>
              <a:gd name="connsiteY16" fmla="*/ 9451 h 10000"/>
              <a:gd name="connsiteX17" fmla="*/ 8150 w 10000"/>
              <a:gd name="connsiteY17" fmla="*/ 9675 h 10000"/>
              <a:gd name="connsiteX18" fmla="*/ 7350 w 10000"/>
              <a:gd name="connsiteY18" fmla="*/ 9878 h 10000"/>
              <a:gd name="connsiteX19" fmla="*/ 7100 w 10000"/>
              <a:gd name="connsiteY19" fmla="*/ 10000 h 10000"/>
              <a:gd name="connsiteX20" fmla="*/ 6550 w 10000"/>
              <a:gd name="connsiteY20" fmla="*/ 10000 h 10000"/>
              <a:gd name="connsiteX21" fmla="*/ 6300 w 10000"/>
              <a:gd name="connsiteY21" fmla="*/ 10000 h 10000"/>
              <a:gd name="connsiteX22" fmla="*/ 6050 w 10000"/>
              <a:gd name="connsiteY22" fmla="*/ 9878 h 10000"/>
              <a:gd name="connsiteX23" fmla="*/ 5500 w 10000"/>
              <a:gd name="connsiteY23" fmla="*/ 9776 h 10000"/>
              <a:gd name="connsiteX24" fmla="*/ 5250 w 10000"/>
              <a:gd name="connsiteY24" fmla="*/ 9573 h 10000"/>
              <a:gd name="connsiteX25" fmla="*/ 4700 w 10000"/>
              <a:gd name="connsiteY25" fmla="*/ 9248 h 10000"/>
              <a:gd name="connsiteX26" fmla="*/ 3950 w 10000"/>
              <a:gd name="connsiteY26" fmla="*/ 9024 h 10000"/>
              <a:gd name="connsiteX27" fmla="*/ 3650 w 10000"/>
              <a:gd name="connsiteY27" fmla="*/ 8923 h 10000"/>
              <a:gd name="connsiteX28" fmla="*/ 3150 w 10000"/>
              <a:gd name="connsiteY28" fmla="*/ 8821 h 10000"/>
              <a:gd name="connsiteX29" fmla="*/ 2600 w 10000"/>
              <a:gd name="connsiteY29" fmla="*/ 8699 h 10000"/>
              <a:gd name="connsiteX30" fmla="*/ 2100 w 10000"/>
              <a:gd name="connsiteY30" fmla="*/ 8496 h 10000"/>
              <a:gd name="connsiteX31" fmla="*/ 1550 w 10000"/>
              <a:gd name="connsiteY31" fmla="*/ 8374 h 10000"/>
              <a:gd name="connsiteX32" fmla="*/ 1300 w 10000"/>
              <a:gd name="connsiteY32" fmla="*/ 8272 h 10000"/>
              <a:gd name="connsiteX33" fmla="*/ 750 w 10000"/>
              <a:gd name="connsiteY33" fmla="*/ 8272 h 10000"/>
              <a:gd name="connsiteX34" fmla="*/ 500 w 10000"/>
              <a:gd name="connsiteY34" fmla="*/ 8171 h 10000"/>
              <a:gd name="connsiteX35" fmla="*/ 250 w 10000"/>
              <a:gd name="connsiteY35" fmla="*/ 8069 h 10000"/>
              <a:gd name="connsiteX36" fmla="*/ 250 w 10000"/>
              <a:gd name="connsiteY36" fmla="*/ 8069 h 10000"/>
              <a:gd name="connsiteX37" fmla="*/ 0 w 10000"/>
              <a:gd name="connsiteY37" fmla="*/ 7947 h 10000"/>
              <a:gd name="connsiteX38" fmla="*/ 0 w 10000"/>
              <a:gd name="connsiteY38" fmla="*/ 7947 h 10000"/>
              <a:gd name="connsiteX39" fmla="*/ 250 w 10000"/>
              <a:gd name="connsiteY39" fmla="*/ 7947 h 10000"/>
              <a:gd name="connsiteX40" fmla="*/ 250 w 10000"/>
              <a:gd name="connsiteY40" fmla="*/ 7947 h 10000"/>
              <a:gd name="connsiteX41" fmla="*/ 500 w 10000"/>
              <a:gd name="connsiteY41" fmla="*/ 7947 h 10000"/>
              <a:gd name="connsiteX42" fmla="*/ 750 w 10000"/>
              <a:gd name="connsiteY42" fmla="*/ 7947 h 10000"/>
              <a:gd name="connsiteX43" fmla="*/ 1050 w 10000"/>
              <a:gd name="connsiteY43" fmla="*/ 7947 h 10000"/>
              <a:gd name="connsiteX44" fmla="*/ 1300 w 10000"/>
              <a:gd name="connsiteY44" fmla="*/ 7947 h 10000"/>
              <a:gd name="connsiteX45" fmla="*/ 1800 w 10000"/>
              <a:gd name="connsiteY45" fmla="*/ 7947 h 10000"/>
              <a:gd name="connsiteX46" fmla="*/ 2350 w 10000"/>
              <a:gd name="connsiteY46" fmla="*/ 7947 h 10000"/>
              <a:gd name="connsiteX47" fmla="*/ 3400 w 10000"/>
              <a:gd name="connsiteY47" fmla="*/ 8069 h 10000"/>
              <a:gd name="connsiteX48" fmla="*/ 4200 w 10000"/>
              <a:gd name="connsiteY48" fmla="*/ 8069 h 10000"/>
              <a:gd name="connsiteX49" fmla="*/ 5000 w 10000"/>
              <a:gd name="connsiteY49" fmla="*/ 8069 h 10000"/>
              <a:gd name="connsiteX50" fmla="*/ 5500 w 10000"/>
              <a:gd name="connsiteY50" fmla="*/ 8069 h 10000"/>
              <a:gd name="connsiteX51" fmla="*/ 6050 w 10000"/>
              <a:gd name="connsiteY51" fmla="*/ 8069 h 10000"/>
              <a:gd name="connsiteX52" fmla="*/ 6300 w 10000"/>
              <a:gd name="connsiteY52" fmla="*/ 7947 h 10000"/>
              <a:gd name="connsiteX53" fmla="*/ 6550 w 10000"/>
              <a:gd name="connsiteY53" fmla="*/ 7744 h 10000"/>
              <a:gd name="connsiteX54" fmla="*/ 6850 w 10000"/>
              <a:gd name="connsiteY54" fmla="*/ 7520 h 10000"/>
              <a:gd name="connsiteX55" fmla="*/ 7100 w 10000"/>
              <a:gd name="connsiteY55" fmla="*/ 7317 h 10000"/>
              <a:gd name="connsiteX56" fmla="*/ 7100 w 10000"/>
              <a:gd name="connsiteY56" fmla="*/ 6992 h 10000"/>
              <a:gd name="connsiteX57" fmla="*/ 7100 w 10000"/>
              <a:gd name="connsiteY57" fmla="*/ 6565 h 10000"/>
              <a:gd name="connsiteX58" fmla="*/ 7100 w 10000"/>
              <a:gd name="connsiteY58" fmla="*/ 6016 h 10000"/>
              <a:gd name="connsiteX59" fmla="*/ 7100 w 10000"/>
              <a:gd name="connsiteY59" fmla="*/ 5691 h 10000"/>
              <a:gd name="connsiteX60" fmla="*/ 7100 w 10000"/>
              <a:gd name="connsiteY60" fmla="*/ 5488 h 10000"/>
              <a:gd name="connsiteX61" fmla="*/ 7100 w 10000"/>
              <a:gd name="connsiteY61" fmla="*/ 5041 h 10000"/>
              <a:gd name="connsiteX62" fmla="*/ 7100 w 10000"/>
              <a:gd name="connsiteY62" fmla="*/ 4736 h 10000"/>
              <a:gd name="connsiteX63" fmla="*/ 7100 w 10000"/>
              <a:gd name="connsiteY63" fmla="*/ 4411 h 10000"/>
              <a:gd name="connsiteX64" fmla="*/ 7100 w 10000"/>
              <a:gd name="connsiteY64" fmla="*/ 3984 h 10000"/>
              <a:gd name="connsiteX65" fmla="*/ 6850 w 10000"/>
              <a:gd name="connsiteY65" fmla="*/ 3537 h 10000"/>
              <a:gd name="connsiteX66" fmla="*/ 6850 w 10000"/>
              <a:gd name="connsiteY66" fmla="*/ 3110 h 10000"/>
              <a:gd name="connsiteX67" fmla="*/ 6550 w 10000"/>
              <a:gd name="connsiteY67" fmla="*/ 2256 h 10000"/>
              <a:gd name="connsiteX68" fmla="*/ 6550 w 10000"/>
              <a:gd name="connsiteY68" fmla="*/ 1931 h 10000"/>
              <a:gd name="connsiteX69" fmla="*/ 6300 w 10000"/>
              <a:gd name="connsiteY69" fmla="*/ 1606 h 10000"/>
              <a:gd name="connsiteX70" fmla="*/ 6050 w 10000"/>
              <a:gd name="connsiteY70" fmla="*/ 1402 h 10000"/>
              <a:gd name="connsiteX71" fmla="*/ 5800 w 10000"/>
              <a:gd name="connsiteY71" fmla="*/ 1179 h 10000"/>
              <a:gd name="connsiteX72" fmla="*/ 5500 w 10000"/>
              <a:gd name="connsiteY72" fmla="*/ 976 h 10000"/>
              <a:gd name="connsiteX73" fmla="*/ 5250 w 10000"/>
              <a:gd name="connsiteY73" fmla="*/ 854 h 10000"/>
              <a:gd name="connsiteX74" fmla="*/ 5000 w 10000"/>
              <a:gd name="connsiteY74" fmla="*/ 650 h 10000"/>
              <a:gd name="connsiteX75" fmla="*/ 4700 w 10000"/>
              <a:gd name="connsiteY75" fmla="*/ 427 h 10000"/>
              <a:gd name="connsiteX76" fmla="*/ 4700 w 10000"/>
              <a:gd name="connsiteY76" fmla="*/ 325 h 10000"/>
              <a:gd name="connsiteX77" fmla="*/ 4700 w 10000"/>
              <a:gd name="connsiteY77" fmla="*/ 224 h 10000"/>
              <a:gd name="connsiteX78" fmla="*/ 5000 w 10000"/>
              <a:gd name="connsiteY78" fmla="*/ 102 h 10000"/>
              <a:gd name="connsiteX79" fmla="*/ 5250 w 10000"/>
              <a:gd name="connsiteY79" fmla="*/ 0 h 10000"/>
              <a:gd name="connsiteX80" fmla="*/ 6050 w 10000"/>
              <a:gd name="connsiteY80" fmla="*/ 0 h 10000"/>
              <a:gd name="connsiteX81" fmla="*/ 6550 w 10000"/>
              <a:gd name="connsiteY81" fmla="*/ 0 h 10000"/>
              <a:gd name="connsiteX82" fmla="*/ 7350 w 10000"/>
              <a:gd name="connsiteY82" fmla="*/ 102 h 10000"/>
              <a:gd name="connsiteX83" fmla="*/ 7900 w 10000"/>
              <a:gd name="connsiteY83" fmla="*/ 224 h 10000"/>
              <a:gd name="connsiteX84" fmla="*/ 8400 w 10000"/>
              <a:gd name="connsiteY84" fmla="*/ 224 h 10000"/>
              <a:gd name="connsiteX85" fmla="*/ 8700 w 10000"/>
              <a:gd name="connsiteY85" fmla="*/ 325 h 10000"/>
              <a:gd name="connsiteX86" fmla="*/ 9200 w 10000"/>
              <a:gd name="connsiteY86" fmla="*/ 427 h 10000"/>
              <a:gd name="connsiteX87" fmla="*/ 9450 w 10000"/>
              <a:gd name="connsiteY87" fmla="*/ 528 h 10000"/>
              <a:gd name="connsiteX88" fmla="*/ 9450 w 10000"/>
              <a:gd name="connsiteY88" fmla="*/ 528 h 10000"/>
              <a:gd name="connsiteX89" fmla="*/ 9750 w 10000"/>
              <a:gd name="connsiteY89" fmla="*/ 650 h 10000"/>
              <a:gd name="connsiteX90" fmla="*/ 9750 w 10000"/>
              <a:gd name="connsiteY90" fmla="*/ 650 h 10000"/>
              <a:gd name="connsiteX91" fmla="*/ 9450 w 10000"/>
              <a:gd name="connsiteY91" fmla="*/ 752 h 10000"/>
              <a:gd name="connsiteX92" fmla="*/ 9450 w 10000"/>
              <a:gd name="connsiteY92" fmla="*/ 976 h 10000"/>
              <a:gd name="connsiteX93" fmla="*/ 9450 w 10000"/>
              <a:gd name="connsiteY93" fmla="*/ 1077 h 10000"/>
              <a:gd name="connsiteX94" fmla="*/ 9200 w 10000"/>
              <a:gd name="connsiteY94" fmla="*/ 1280 h 10000"/>
              <a:gd name="connsiteX95" fmla="*/ 9200 w 10000"/>
              <a:gd name="connsiteY95" fmla="*/ 1606 h 10000"/>
              <a:gd name="connsiteX96" fmla="*/ 9200 w 10000"/>
              <a:gd name="connsiteY96" fmla="*/ 1931 h 10000"/>
              <a:gd name="connsiteX97" fmla="*/ 9450 w 10000"/>
              <a:gd name="connsiteY97" fmla="*/ 2358 h 10000"/>
              <a:gd name="connsiteX98" fmla="*/ 9450 w 10000"/>
              <a:gd name="connsiteY98" fmla="*/ 2358 h 10000"/>
              <a:gd name="connsiteX0-1" fmla="*/ 9450 w 10000"/>
              <a:gd name="connsiteY0-2" fmla="*/ 2358 h 10000"/>
              <a:gd name="connsiteX1-3" fmla="*/ 9450 w 10000"/>
              <a:gd name="connsiteY1-4" fmla="*/ 2581 h 10000"/>
              <a:gd name="connsiteX2-5" fmla="*/ 9450 w 10000"/>
              <a:gd name="connsiteY2-6" fmla="*/ 2907 h 10000"/>
              <a:gd name="connsiteX3-7" fmla="*/ 9450 w 10000"/>
              <a:gd name="connsiteY3-8" fmla="*/ 3333 h 10000"/>
              <a:gd name="connsiteX4-9" fmla="*/ 9750 w 10000"/>
              <a:gd name="connsiteY4-10" fmla="*/ 3760 h 10000"/>
              <a:gd name="connsiteX5-11" fmla="*/ 9750 w 10000"/>
              <a:gd name="connsiteY5-12" fmla="*/ 4187 h 10000"/>
              <a:gd name="connsiteX6-13" fmla="*/ 9750 w 10000"/>
              <a:gd name="connsiteY6-14" fmla="*/ 4837 h 10000"/>
              <a:gd name="connsiteX7-15" fmla="*/ 9750 w 10000"/>
              <a:gd name="connsiteY7-16" fmla="*/ 5366 h 10000"/>
              <a:gd name="connsiteX8-17" fmla="*/ 9750 w 10000"/>
              <a:gd name="connsiteY8-18" fmla="*/ 6118 h 10000"/>
              <a:gd name="connsiteX9-19" fmla="*/ 10000 w 10000"/>
              <a:gd name="connsiteY9-20" fmla="*/ 6768 h 10000"/>
              <a:gd name="connsiteX10-21" fmla="*/ 10000 w 10000"/>
              <a:gd name="connsiteY10-22" fmla="*/ 7317 h 10000"/>
              <a:gd name="connsiteX11-23" fmla="*/ 9750 w 10000"/>
              <a:gd name="connsiteY11-24" fmla="*/ 7846 h 10000"/>
              <a:gd name="connsiteX12-25" fmla="*/ 9750 w 10000"/>
              <a:gd name="connsiteY12-26" fmla="*/ 8272 h 10000"/>
              <a:gd name="connsiteX13-27" fmla="*/ 9450 w 10000"/>
              <a:gd name="connsiteY13-28" fmla="*/ 8699 h 10000"/>
              <a:gd name="connsiteX14-29" fmla="*/ 9200 w 10000"/>
              <a:gd name="connsiteY14-30" fmla="*/ 9024 h 10000"/>
              <a:gd name="connsiteX15-31" fmla="*/ 9200 w 10000"/>
              <a:gd name="connsiteY15-32" fmla="*/ 9248 h 10000"/>
              <a:gd name="connsiteX16-33" fmla="*/ 8700 w 10000"/>
              <a:gd name="connsiteY16-34" fmla="*/ 9451 h 10000"/>
              <a:gd name="connsiteX17-35" fmla="*/ 8150 w 10000"/>
              <a:gd name="connsiteY17-36" fmla="*/ 9675 h 10000"/>
              <a:gd name="connsiteX18-37" fmla="*/ 7350 w 10000"/>
              <a:gd name="connsiteY18-38" fmla="*/ 9878 h 10000"/>
              <a:gd name="connsiteX19-39" fmla="*/ 7100 w 10000"/>
              <a:gd name="connsiteY19-40" fmla="*/ 10000 h 10000"/>
              <a:gd name="connsiteX20-41" fmla="*/ 6550 w 10000"/>
              <a:gd name="connsiteY20-42" fmla="*/ 10000 h 10000"/>
              <a:gd name="connsiteX21-43" fmla="*/ 6300 w 10000"/>
              <a:gd name="connsiteY21-44" fmla="*/ 10000 h 10000"/>
              <a:gd name="connsiteX22-45" fmla="*/ 6050 w 10000"/>
              <a:gd name="connsiteY22-46" fmla="*/ 9878 h 10000"/>
              <a:gd name="connsiteX23-47" fmla="*/ 5500 w 10000"/>
              <a:gd name="connsiteY23-48" fmla="*/ 9776 h 10000"/>
              <a:gd name="connsiteX24-49" fmla="*/ 5250 w 10000"/>
              <a:gd name="connsiteY24-50" fmla="*/ 9573 h 10000"/>
              <a:gd name="connsiteX25-51" fmla="*/ 4700 w 10000"/>
              <a:gd name="connsiteY25-52" fmla="*/ 9248 h 10000"/>
              <a:gd name="connsiteX26-53" fmla="*/ 3950 w 10000"/>
              <a:gd name="connsiteY26-54" fmla="*/ 9024 h 10000"/>
              <a:gd name="connsiteX27-55" fmla="*/ 3650 w 10000"/>
              <a:gd name="connsiteY27-56" fmla="*/ 8923 h 10000"/>
              <a:gd name="connsiteX28-57" fmla="*/ 3150 w 10000"/>
              <a:gd name="connsiteY28-58" fmla="*/ 8821 h 10000"/>
              <a:gd name="connsiteX29-59" fmla="*/ 2600 w 10000"/>
              <a:gd name="connsiteY29-60" fmla="*/ 8699 h 10000"/>
              <a:gd name="connsiteX30-61" fmla="*/ 2100 w 10000"/>
              <a:gd name="connsiteY30-62" fmla="*/ 8496 h 10000"/>
              <a:gd name="connsiteX31-63" fmla="*/ 1550 w 10000"/>
              <a:gd name="connsiteY31-64" fmla="*/ 8374 h 10000"/>
              <a:gd name="connsiteX32-65" fmla="*/ 1300 w 10000"/>
              <a:gd name="connsiteY32-66" fmla="*/ 8272 h 10000"/>
              <a:gd name="connsiteX33-67" fmla="*/ 750 w 10000"/>
              <a:gd name="connsiteY33-68" fmla="*/ 8272 h 10000"/>
              <a:gd name="connsiteX34-69" fmla="*/ 500 w 10000"/>
              <a:gd name="connsiteY34-70" fmla="*/ 8171 h 10000"/>
              <a:gd name="connsiteX35-71" fmla="*/ 250 w 10000"/>
              <a:gd name="connsiteY35-72" fmla="*/ 8069 h 10000"/>
              <a:gd name="connsiteX36-73" fmla="*/ 250 w 10000"/>
              <a:gd name="connsiteY36-74" fmla="*/ 8069 h 10000"/>
              <a:gd name="connsiteX37-75" fmla="*/ 0 w 10000"/>
              <a:gd name="connsiteY37-76" fmla="*/ 7947 h 10000"/>
              <a:gd name="connsiteX38-77" fmla="*/ 0 w 10000"/>
              <a:gd name="connsiteY38-78" fmla="*/ 7947 h 10000"/>
              <a:gd name="connsiteX39-79" fmla="*/ 250 w 10000"/>
              <a:gd name="connsiteY39-80" fmla="*/ 7947 h 10000"/>
              <a:gd name="connsiteX40-81" fmla="*/ 250 w 10000"/>
              <a:gd name="connsiteY40-82" fmla="*/ 7947 h 10000"/>
              <a:gd name="connsiteX41-83" fmla="*/ 500 w 10000"/>
              <a:gd name="connsiteY41-84" fmla="*/ 7947 h 10000"/>
              <a:gd name="connsiteX42-85" fmla="*/ 750 w 10000"/>
              <a:gd name="connsiteY42-86" fmla="*/ 7947 h 10000"/>
              <a:gd name="connsiteX43-87" fmla="*/ 1050 w 10000"/>
              <a:gd name="connsiteY43-88" fmla="*/ 7947 h 10000"/>
              <a:gd name="connsiteX44-89" fmla="*/ 1300 w 10000"/>
              <a:gd name="connsiteY44-90" fmla="*/ 7947 h 10000"/>
              <a:gd name="connsiteX45-91" fmla="*/ 1800 w 10000"/>
              <a:gd name="connsiteY45-92" fmla="*/ 7947 h 10000"/>
              <a:gd name="connsiteX46-93" fmla="*/ 2350 w 10000"/>
              <a:gd name="connsiteY46-94" fmla="*/ 7947 h 10000"/>
              <a:gd name="connsiteX47-95" fmla="*/ 3400 w 10000"/>
              <a:gd name="connsiteY47-96" fmla="*/ 8069 h 10000"/>
              <a:gd name="connsiteX48-97" fmla="*/ 4200 w 10000"/>
              <a:gd name="connsiteY48-98" fmla="*/ 8069 h 10000"/>
              <a:gd name="connsiteX49-99" fmla="*/ 5000 w 10000"/>
              <a:gd name="connsiteY49-100" fmla="*/ 8069 h 10000"/>
              <a:gd name="connsiteX50-101" fmla="*/ 5500 w 10000"/>
              <a:gd name="connsiteY50-102" fmla="*/ 8069 h 10000"/>
              <a:gd name="connsiteX51-103" fmla="*/ 6050 w 10000"/>
              <a:gd name="connsiteY51-104" fmla="*/ 8069 h 10000"/>
              <a:gd name="connsiteX52-105" fmla="*/ 6300 w 10000"/>
              <a:gd name="connsiteY52-106" fmla="*/ 7947 h 10000"/>
              <a:gd name="connsiteX53-107" fmla="*/ 6550 w 10000"/>
              <a:gd name="connsiteY53-108" fmla="*/ 7744 h 10000"/>
              <a:gd name="connsiteX54-109" fmla="*/ 6850 w 10000"/>
              <a:gd name="connsiteY54-110" fmla="*/ 7520 h 10000"/>
              <a:gd name="connsiteX55-111" fmla="*/ 7100 w 10000"/>
              <a:gd name="connsiteY55-112" fmla="*/ 7317 h 10000"/>
              <a:gd name="connsiteX56-113" fmla="*/ 7100 w 10000"/>
              <a:gd name="connsiteY56-114" fmla="*/ 6992 h 10000"/>
              <a:gd name="connsiteX57-115" fmla="*/ 7100 w 10000"/>
              <a:gd name="connsiteY57-116" fmla="*/ 6565 h 10000"/>
              <a:gd name="connsiteX58-117" fmla="*/ 7100 w 10000"/>
              <a:gd name="connsiteY58-118" fmla="*/ 6016 h 10000"/>
              <a:gd name="connsiteX59-119" fmla="*/ 7100 w 10000"/>
              <a:gd name="connsiteY59-120" fmla="*/ 5691 h 10000"/>
              <a:gd name="connsiteX60-121" fmla="*/ 7100 w 10000"/>
              <a:gd name="connsiteY60-122" fmla="*/ 5488 h 10000"/>
              <a:gd name="connsiteX61-123" fmla="*/ 7100 w 10000"/>
              <a:gd name="connsiteY61-124" fmla="*/ 5041 h 10000"/>
              <a:gd name="connsiteX62-125" fmla="*/ 7100 w 10000"/>
              <a:gd name="connsiteY62-126" fmla="*/ 4736 h 10000"/>
              <a:gd name="connsiteX63-127" fmla="*/ 7100 w 10000"/>
              <a:gd name="connsiteY63-128" fmla="*/ 4411 h 10000"/>
              <a:gd name="connsiteX64-129" fmla="*/ 7100 w 10000"/>
              <a:gd name="connsiteY64-130" fmla="*/ 3984 h 10000"/>
              <a:gd name="connsiteX65-131" fmla="*/ 6850 w 10000"/>
              <a:gd name="connsiteY65-132" fmla="*/ 3110 h 10000"/>
              <a:gd name="connsiteX66-133" fmla="*/ 6550 w 10000"/>
              <a:gd name="connsiteY66-134" fmla="*/ 2256 h 10000"/>
              <a:gd name="connsiteX67-135" fmla="*/ 6550 w 10000"/>
              <a:gd name="connsiteY67-136" fmla="*/ 1931 h 10000"/>
              <a:gd name="connsiteX68-137" fmla="*/ 6300 w 10000"/>
              <a:gd name="connsiteY68-138" fmla="*/ 1606 h 10000"/>
              <a:gd name="connsiteX69-139" fmla="*/ 6050 w 10000"/>
              <a:gd name="connsiteY69-140" fmla="*/ 1402 h 10000"/>
              <a:gd name="connsiteX70-141" fmla="*/ 5800 w 10000"/>
              <a:gd name="connsiteY70-142" fmla="*/ 1179 h 10000"/>
              <a:gd name="connsiteX71-143" fmla="*/ 5500 w 10000"/>
              <a:gd name="connsiteY71-144" fmla="*/ 976 h 10000"/>
              <a:gd name="connsiteX72-145" fmla="*/ 5250 w 10000"/>
              <a:gd name="connsiteY72-146" fmla="*/ 854 h 10000"/>
              <a:gd name="connsiteX73-147" fmla="*/ 5000 w 10000"/>
              <a:gd name="connsiteY73-148" fmla="*/ 650 h 10000"/>
              <a:gd name="connsiteX74-149" fmla="*/ 4700 w 10000"/>
              <a:gd name="connsiteY74-150" fmla="*/ 427 h 10000"/>
              <a:gd name="connsiteX75-151" fmla="*/ 4700 w 10000"/>
              <a:gd name="connsiteY75-152" fmla="*/ 325 h 10000"/>
              <a:gd name="connsiteX76-153" fmla="*/ 4700 w 10000"/>
              <a:gd name="connsiteY76-154" fmla="*/ 224 h 10000"/>
              <a:gd name="connsiteX77-155" fmla="*/ 5000 w 10000"/>
              <a:gd name="connsiteY77-156" fmla="*/ 102 h 10000"/>
              <a:gd name="connsiteX78-157" fmla="*/ 5250 w 10000"/>
              <a:gd name="connsiteY78-158" fmla="*/ 0 h 10000"/>
              <a:gd name="connsiteX79-159" fmla="*/ 6050 w 10000"/>
              <a:gd name="connsiteY79-160" fmla="*/ 0 h 10000"/>
              <a:gd name="connsiteX80-161" fmla="*/ 6550 w 10000"/>
              <a:gd name="connsiteY80-162" fmla="*/ 0 h 10000"/>
              <a:gd name="connsiteX81-163" fmla="*/ 7350 w 10000"/>
              <a:gd name="connsiteY81-164" fmla="*/ 102 h 10000"/>
              <a:gd name="connsiteX82-165" fmla="*/ 7900 w 10000"/>
              <a:gd name="connsiteY82-166" fmla="*/ 224 h 10000"/>
              <a:gd name="connsiteX83-167" fmla="*/ 8400 w 10000"/>
              <a:gd name="connsiteY83-168" fmla="*/ 224 h 10000"/>
              <a:gd name="connsiteX84-169" fmla="*/ 8700 w 10000"/>
              <a:gd name="connsiteY84-170" fmla="*/ 325 h 10000"/>
              <a:gd name="connsiteX85-171" fmla="*/ 9200 w 10000"/>
              <a:gd name="connsiteY85-172" fmla="*/ 427 h 10000"/>
              <a:gd name="connsiteX86-173" fmla="*/ 9450 w 10000"/>
              <a:gd name="connsiteY86-174" fmla="*/ 528 h 10000"/>
              <a:gd name="connsiteX87-175" fmla="*/ 9450 w 10000"/>
              <a:gd name="connsiteY87-176" fmla="*/ 528 h 10000"/>
              <a:gd name="connsiteX88-177" fmla="*/ 9750 w 10000"/>
              <a:gd name="connsiteY88-178" fmla="*/ 650 h 10000"/>
              <a:gd name="connsiteX89-179" fmla="*/ 9750 w 10000"/>
              <a:gd name="connsiteY89-180" fmla="*/ 650 h 10000"/>
              <a:gd name="connsiteX90-181" fmla="*/ 9450 w 10000"/>
              <a:gd name="connsiteY90-182" fmla="*/ 752 h 10000"/>
              <a:gd name="connsiteX91-183" fmla="*/ 9450 w 10000"/>
              <a:gd name="connsiteY91-184" fmla="*/ 976 h 10000"/>
              <a:gd name="connsiteX92-185" fmla="*/ 9450 w 10000"/>
              <a:gd name="connsiteY92-186" fmla="*/ 1077 h 10000"/>
              <a:gd name="connsiteX93-187" fmla="*/ 9200 w 10000"/>
              <a:gd name="connsiteY93-188" fmla="*/ 1280 h 10000"/>
              <a:gd name="connsiteX94-189" fmla="*/ 9200 w 10000"/>
              <a:gd name="connsiteY94-190" fmla="*/ 1606 h 10000"/>
              <a:gd name="connsiteX95-191" fmla="*/ 9200 w 10000"/>
              <a:gd name="connsiteY95-192" fmla="*/ 1931 h 10000"/>
              <a:gd name="connsiteX96-193" fmla="*/ 9450 w 10000"/>
              <a:gd name="connsiteY96-194" fmla="*/ 2358 h 10000"/>
              <a:gd name="connsiteX97-195" fmla="*/ 9450 w 10000"/>
              <a:gd name="connsiteY97-196" fmla="*/ 2358 h 10000"/>
              <a:gd name="connsiteX0-197" fmla="*/ 9450 w 10000"/>
              <a:gd name="connsiteY0-198" fmla="*/ 2358 h 10000"/>
              <a:gd name="connsiteX1-199" fmla="*/ 9450 w 10000"/>
              <a:gd name="connsiteY1-200" fmla="*/ 2581 h 10000"/>
              <a:gd name="connsiteX2-201" fmla="*/ 9450 w 10000"/>
              <a:gd name="connsiteY2-202" fmla="*/ 2907 h 10000"/>
              <a:gd name="connsiteX3-203" fmla="*/ 9450 w 10000"/>
              <a:gd name="connsiteY3-204" fmla="*/ 3333 h 10000"/>
              <a:gd name="connsiteX4-205" fmla="*/ 9750 w 10000"/>
              <a:gd name="connsiteY4-206" fmla="*/ 3760 h 10000"/>
              <a:gd name="connsiteX5-207" fmla="*/ 9750 w 10000"/>
              <a:gd name="connsiteY5-208" fmla="*/ 4187 h 10000"/>
              <a:gd name="connsiteX6-209" fmla="*/ 9750 w 10000"/>
              <a:gd name="connsiteY6-210" fmla="*/ 4837 h 10000"/>
              <a:gd name="connsiteX7-211" fmla="*/ 9750 w 10000"/>
              <a:gd name="connsiteY7-212" fmla="*/ 5366 h 10000"/>
              <a:gd name="connsiteX8-213" fmla="*/ 9750 w 10000"/>
              <a:gd name="connsiteY8-214" fmla="*/ 6118 h 10000"/>
              <a:gd name="connsiteX9-215" fmla="*/ 10000 w 10000"/>
              <a:gd name="connsiteY9-216" fmla="*/ 6768 h 10000"/>
              <a:gd name="connsiteX10-217" fmla="*/ 10000 w 10000"/>
              <a:gd name="connsiteY10-218" fmla="*/ 7317 h 10000"/>
              <a:gd name="connsiteX11-219" fmla="*/ 9750 w 10000"/>
              <a:gd name="connsiteY11-220" fmla="*/ 7846 h 10000"/>
              <a:gd name="connsiteX12-221" fmla="*/ 9750 w 10000"/>
              <a:gd name="connsiteY12-222" fmla="*/ 8272 h 10000"/>
              <a:gd name="connsiteX13-223" fmla="*/ 9450 w 10000"/>
              <a:gd name="connsiteY13-224" fmla="*/ 8699 h 10000"/>
              <a:gd name="connsiteX14-225" fmla="*/ 9200 w 10000"/>
              <a:gd name="connsiteY14-226" fmla="*/ 9024 h 10000"/>
              <a:gd name="connsiteX15-227" fmla="*/ 9200 w 10000"/>
              <a:gd name="connsiteY15-228" fmla="*/ 9248 h 10000"/>
              <a:gd name="connsiteX16-229" fmla="*/ 8700 w 10000"/>
              <a:gd name="connsiteY16-230" fmla="*/ 9451 h 10000"/>
              <a:gd name="connsiteX17-231" fmla="*/ 8150 w 10000"/>
              <a:gd name="connsiteY17-232" fmla="*/ 9675 h 10000"/>
              <a:gd name="connsiteX18-233" fmla="*/ 7350 w 10000"/>
              <a:gd name="connsiteY18-234" fmla="*/ 9878 h 10000"/>
              <a:gd name="connsiteX19-235" fmla="*/ 7100 w 10000"/>
              <a:gd name="connsiteY19-236" fmla="*/ 10000 h 10000"/>
              <a:gd name="connsiteX20-237" fmla="*/ 6550 w 10000"/>
              <a:gd name="connsiteY20-238" fmla="*/ 10000 h 10000"/>
              <a:gd name="connsiteX21-239" fmla="*/ 6300 w 10000"/>
              <a:gd name="connsiteY21-240" fmla="*/ 10000 h 10000"/>
              <a:gd name="connsiteX22-241" fmla="*/ 6050 w 10000"/>
              <a:gd name="connsiteY22-242" fmla="*/ 9878 h 10000"/>
              <a:gd name="connsiteX23-243" fmla="*/ 5500 w 10000"/>
              <a:gd name="connsiteY23-244" fmla="*/ 9776 h 10000"/>
              <a:gd name="connsiteX24-245" fmla="*/ 5250 w 10000"/>
              <a:gd name="connsiteY24-246" fmla="*/ 9573 h 10000"/>
              <a:gd name="connsiteX25-247" fmla="*/ 4700 w 10000"/>
              <a:gd name="connsiteY25-248" fmla="*/ 9248 h 10000"/>
              <a:gd name="connsiteX26-249" fmla="*/ 3950 w 10000"/>
              <a:gd name="connsiteY26-250" fmla="*/ 9024 h 10000"/>
              <a:gd name="connsiteX27-251" fmla="*/ 3650 w 10000"/>
              <a:gd name="connsiteY27-252" fmla="*/ 8923 h 10000"/>
              <a:gd name="connsiteX28-253" fmla="*/ 3150 w 10000"/>
              <a:gd name="connsiteY28-254" fmla="*/ 8821 h 10000"/>
              <a:gd name="connsiteX29-255" fmla="*/ 2600 w 10000"/>
              <a:gd name="connsiteY29-256" fmla="*/ 8699 h 10000"/>
              <a:gd name="connsiteX30-257" fmla="*/ 2100 w 10000"/>
              <a:gd name="connsiteY30-258" fmla="*/ 8496 h 10000"/>
              <a:gd name="connsiteX31-259" fmla="*/ 1550 w 10000"/>
              <a:gd name="connsiteY31-260" fmla="*/ 8374 h 10000"/>
              <a:gd name="connsiteX32-261" fmla="*/ 1300 w 10000"/>
              <a:gd name="connsiteY32-262" fmla="*/ 8272 h 10000"/>
              <a:gd name="connsiteX33-263" fmla="*/ 750 w 10000"/>
              <a:gd name="connsiteY33-264" fmla="*/ 8272 h 10000"/>
              <a:gd name="connsiteX34-265" fmla="*/ 500 w 10000"/>
              <a:gd name="connsiteY34-266" fmla="*/ 8171 h 10000"/>
              <a:gd name="connsiteX35-267" fmla="*/ 250 w 10000"/>
              <a:gd name="connsiteY35-268" fmla="*/ 8069 h 10000"/>
              <a:gd name="connsiteX36-269" fmla="*/ 250 w 10000"/>
              <a:gd name="connsiteY36-270" fmla="*/ 8069 h 10000"/>
              <a:gd name="connsiteX37-271" fmla="*/ 0 w 10000"/>
              <a:gd name="connsiteY37-272" fmla="*/ 7947 h 10000"/>
              <a:gd name="connsiteX38-273" fmla="*/ 0 w 10000"/>
              <a:gd name="connsiteY38-274" fmla="*/ 7947 h 10000"/>
              <a:gd name="connsiteX39-275" fmla="*/ 250 w 10000"/>
              <a:gd name="connsiteY39-276" fmla="*/ 7947 h 10000"/>
              <a:gd name="connsiteX40-277" fmla="*/ 250 w 10000"/>
              <a:gd name="connsiteY40-278" fmla="*/ 7947 h 10000"/>
              <a:gd name="connsiteX41-279" fmla="*/ 500 w 10000"/>
              <a:gd name="connsiteY41-280" fmla="*/ 7947 h 10000"/>
              <a:gd name="connsiteX42-281" fmla="*/ 750 w 10000"/>
              <a:gd name="connsiteY42-282" fmla="*/ 7947 h 10000"/>
              <a:gd name="connsiteX43-283" fmla="*/ 1050 w 10000"/>
              <a:gd name="connsiteY43-284" fmla="*/ 7947 h 10000"/>
              <a:gd name="connsiteX44-285" fmla="*/ 1300 w 10000"/>
              <a:gd name="connsiteY44-286" fmla="*/ 7947 h 10000"/>
              <a:gd name="connsiteX45-287" fmla="*/ 1800 w 10000"/>
              <a:gd name="connsiteY45-288" fmla="*/ 7947 h 10000"/>
              <a:gd name="connsiteX46-289" fmla="*/ 2350 w 10000"/>
              <a:gd name="connsiteY46-290" fmla="*/ 7947 h 10000"/>
              <a:gd name="connsiteX47-291" fmla="*/ 3400 w 10000"/>
              <a:gd name="connsiteY47-292" fmla="*/ 8069 h 10000"/>
              <a:gd name="connsiteX48-293" fmla="*/ 4200 w 10000"/>
              <a:gd name="connsiteY48-294" fmla="*/ 8069 h 10000"/>
              <a:gd name="connsiteX49-295" fmla="*/ 5000 w 10000"/>
              <a:gd name="connsiteY49-296" fmla="*/ 8069 h 10000"/>
              <a:gd name="connsiteX50-297" fmla="*/ 5500 w 10000"/>
              <a:gd name="connsiteY50-298" fmla="*/ 8069 h 10000"/>
              <a:gd name="connsiteX51-299" fmla="*/ 6050 w 10000"/>
              <a:gd name="connsiteY51-300" fmla="*/ 8069 h 10000"/>
              <a:gd name="connsiteX52-301" fmla="*/ 6300 w 10000"/>
              <a:gd name="connsiteY52-302" fmla="*/ 7947 h 10000"/>
              <a:gd name="connsiteX53-303" fmla="*/ 6550 w 10000"/>
              <a:gd name="connsiteY53-304" fmla="*/ 7744 h 10000"/>
              <a:gd name="connsiteX54-305" fmla="*/ 6850 w 10000"/>
              <a:gd name="connsiteY54-306" fmla="*/ 7520 h 10000"/>
              <a:gd name="connsiteX55-307" fmla="*/ 7100 w 10000"/>
              <a:gd name="connsiteY55-308" fmla="*/ 7317 h 10000"/>
              <a:gd name="connsiteX56-309" fmla="*/ 7100 w 10000"/>
              <a:gd name="connsiteY56-310" fmla="*/ 6992 h 10000"/>
              <a:gd name="connsiteX57-311" fmla="*/ 7100 w 10000"/>
              <a:gd name="connsiteY57-312" fmla="*/ 6565 h 10000"/>
              <a:gd name="connsiteX58-313" fmla="*/ 7100 w 10000"/>
              <a:gd name="connsiteY58-314" fmla="*/ 6016 h 10000"/>
              <a:gd name="connsiteX59-315" fmla="*/ 7100 w 10000"/>
              <a:gd name="connsiteY59-316" fmla="*/ 5691 h 10000"/>
              <a:gd name="connsiteX60-317" fmla="*/ 7100 w 10000"/>
              <a:gd name="connsiteY60-318" fmla="*/ 5488 h 10000"/>
              <a:gd name="connsiteX61-319" fmla="*/ 7100 w 10000"/>
              <a:gd name="connsiteY61-320" fmla="*/ 5041 h 10000"/>
              <a:gd name="connsiteX62-321" fmla="*/ 7100 w 10000"/>
              <a:gd name="connsiteY62-322" fmla="*/ 4736 h 10000"/>
              <a:gd name="connsiteX63-323" fmla="*/ 7100 w 10000"/>
              <a:gd name="connsiteY63-324" fmla="*/ 4411 h 10000"/>
              <a:gd name="connsiteX64-325" fmla="*/ 7100 w 10000"/>
              <a:gd name="connsiteY64-326" fmla="*/ 3984 h 10000"/>
              <a:gd name="connsiteX65-327" fmla="*/ 6550 w 10000"/>
              <a:gd name="connsiteY65-328" fmla="*/ 2256 h 10000"/>
              <a:gd name="connsiteX66-329" fmla="*/ 6550 w 10000"/>
              <a:gd name="connsiteY66-330" fmla="*/ 1931 h 10000"/>
              <a:gd name="connsiteX67-331" fmla="*/ 6300 w 10000"/>
              <a:gd name="connsiteY67-332" fmla="*/ 1606 h 10000"/>
              <a:gd name="connsiteX68-333" fmla="*/ 6050 w 10000"/>
              <a:gd name="connsiteY68-334" fmla="*/ 1402 h 10000"/>
              <a:gd name="connsiteX69-335" fmla="*/ 5800 w 10000"/>
              <a:gd name="connsiteY69-336" fmla="*/ 1179 h 10000"/>
              <a:gd name="connsiteX70-337" fmla="*/ 5500 w 10000"/>
              <a:gd name="connsiteY70-338" fmla="*/ 976 h 10000"/>
              <a:gd name="connsiteX71-339" fmla="*/ 5250 w 10000"/>
              <a:gd name="connsiteY71-340" fmla="*/ 854 h 10000"/>
              <a:gd name="connsiteX72-341" fmla="*/ 5000 w 10000"/>
              <a:gd name="connsiteY72-342" fmla="*/ 650 h 10000"/>
              <a:gd name="connsiteX73-343" fmla="*/ 4700 w 10000"/>
              <a:gd name="connsiteY73-344" fmla="*/ 427 h 10000"/>
              <a:gd name="connsiteX74-345" fmla="*/ 4700 w 10000"/>
              <a:gd name="connsiteY74-346" fmla="*/ 325 h 10000"/>
              <a:gd name="connsiteX75-347" fmla="*/ 4700 w 10000"/>
              <a:gd name="connsiteY75-348" fmla="*/ 224 h 10000"/>
              <a:gd name="connsiteX76-349" fmla="*/ 5000 w 10000"/>
              <a:gd name="connsiteY76-350" fmla="*/ 102 h 10000"/>
              <a:gd name="connsiteX77-351" fmla="*/ 5250 w 10000"/>
              <a:gd name="connsiteY77-352" fmla="*/ 0 h 10000"/>
              <a:gd name="connsiteX78-353" fmla="*/ 6050 w 10000"/>
              <a:gd name="connsiteY78-354" fmla="*/ 0 h 10000"/>
              <a:gd name="connsiteX79-355" fmla="*/ 6550 w 10000"/>
              <a:gd name="connsiteY79-356" fmla="*/ 0 h 10000"/>
              <a:gd name="connsiteX80-357" fmla="*/ 7350 w 10000"/>
              <a:gd name="connsiteY80-358" fmla="*/ 102 h 10000"/>
              <a:gd name="connsiteX81-359" fmla="*/ 7900 w 10000"/>
              <a:gd name="connsiteY81-360" fmla="*/ 224 h 10000"/>
              <a:gd name="connsiteX82-361" fmla="*/ 8400 w 10000"/>
              <a:gd name="connsiteY82-362" fmla="*/ 224 h 10000"/>
              <a:gd name="connsiteX83-363" fmla="*/ 8700 w 10000"/>
              <a:gd name="connsiteY83-364" fmla="*/ 325 h 10000"/>
              <a:gd name="connsiteX84-365" fmla="*/ 9200 w 10000"/>
              <a:gd name="connsiteY84-366" fmla="*/ 427 h 10000"/>
              <a:gd name="connsiteX85-367" fmla="*/ 9450 w 10000"/>
              <a:gd name="connsiteY85-368" fmla="*/ 528 h 10000"/>
              <a:gd name="connsiteX86-369" fmla="*/ 9450 w 10000"/>
              <a:gd name="connsiteY86-370" fmla="*/ 528 h 10000"/>
              <a:gd name="connsiteX87-371" fmla="*/ 9750 w 10000"/>
              <a:gd name="connsiteY87-372" fmla="*/ 650 h 10000"/>
              <a:gd name="connsiteX88-373" fmla="*/ 9750 w 10000"/>
              <a:gd name="connsiteY88-374" fmla="*/ 650 h 10000"/>
              <a:gd name="connsiteX89-375" fmla="*/ 9450 w 10000"/>
              <a:gd name="connsiteY89-376" fmla="*/ 752 h 10000"/>
              <a:gd name="connsiteX90-377" fmla="*/ 9450 w 10000"/>
              <a:gd name="connsiteY90-378" fmla="*/ 976 h 10000"/>
              <a:gd name="connsiteX91-379" fmla="*/ 9450 w 10000"/>
              <a:gd name="connsiteY91-380" fmla="*/ 1077 h 10000"/>
              <a:gd name="connsiteX92-381" fmla="*/ 9200 w 10000"/>
              <a:gd name="connsiteY92-382" fmla="*/ 1280 h 10000"/>
              <a:gd name="connsiteX93-383" fmla="*/ 9200 w 10000"/>
              <a:gd name="connsiteY93-384" fmla="*/ 1606 h 10000"/>
              <a:gd name="connsiteX94-385" fmla="*/ 9200 w 10000"/>
              <a:gd name="connsiteY94-386" fmla="*/ 1931 h 10000"/>
              <a:gd name="connsiteX95-387" fmla="*/ 9450 w 10000"/>
              <a:gd name="connsiteY95-388" fmla="*/ 2358 h 10000"/>
              <a:gd name="connsiteX96-389" fmla="*/ 9450 w 10000"/>
              <a:gd name="connsiteY96-390" fmla="*/ 2358 h 10000"/>
              <a:gd name="connsiteX0-391" fmla="*/ 9450 w 10000"/>
              <a:gd name="connsiteY0-392" fmla="*/ 2358 h 10000"/>
              <a:gd name="connsiteX1-393" fmla="*/ 9450 w 10000"/>
              <a:gd name="connsiteY1-394" fmla="*/ 2581 h 10000"/>
              <a:gd name="connsiteX2-395" fmla="*/ 9450 w 10000"/>
              <a:gd name="connsiteY2-396" fmla="*/ 2907 h 10000"/>
              <a:gd name="connsiteX3-397" fmla="*/ 9450 w 10000"/>
              <a:gd name="connsiteY3-398" fmla="*/ 3333 h 10000"/>
              <a:gd name="connsiteX4-399" fmla="*/ 9750 w 10000"/>
              <a:gd name="connsiteY4-400" fmla="*/ 3760 h 10000"/>
              <a:gd name="connsiteX5-401" fmla="*/ 9750 w 10000"/>
              <a:gd name="connsiteY5-402" fmla="*/ 4187 h 10000"/>
              <a:gd name="connsiteX6-403" fmla="*/ 9750 w 10000"/>
              <a:gd name="connsiteY6-404" fmla="*/ 4837 h 10000"/>
              <a:gd name="connsiteX7-405" fmla="*/ 9750 w 10000"/>
              <a:gd name="connsiteY7-406" fmla="*/ 5366 h 10000"/>
              <a:gd name="connsiteX8-407" fmla="*/ 9750 w 10000"/>
              <a:gd name="connsiteY8-408" fmla="*/ 6118 h 10000"/>
              <a:gd name="connsiteX9-409" fmla="*/ 10000 w 10000"/>
              <a:gd name="connsiteY9-410" fmla="*/ 6768 h 10000"/>
              <a:gd name="connsiteX10-411" fmla="*/ 10000 w 10000"/>
              <a:gd name="connsiteY10-412" fmla="*/ 7317 h 10000"/>
              <a:gd name="connsiteX11-413" fmla="*/ 9750 w 10000"/>
              <a:gd name="connsiteY11-414" fmla="*/ 7846 h 10000"/>
              <a:gd name="connsiteX12-415" fmla="*/ 9750 w 10000"/>
              <a:gd name="connsiteY12-416" fmla="*/ 8272 h 10000"/>
              <a:gd name="connsiteX13-417" fmla="*/ 9450 w 10000"/>
              <a:gd name="connsiteY13-418" fmla="*/ 8699 h 10000"/>
              <a:gd name="connsiteX14-419" fmla="*/ 9200 w 10000"/>
              <a:gd name="connsiteY14-420" fmla="*/ 9024 h 10000"/>
              <a:gd name="connsiteX15-421" fmla="*/ 9200 w 10000"/>
              <a:gd name="connsiteY15-422" fmla="*/ 9248 h 10000"/>
              <a:gd name="connsiteX16-423" fmla="*/ 8700 w 10000"/>
              <a:gd name="connsiteY16-424" fmla="*/ 9451 h 10000"/>
              <a:gd name="connsiteX17-425" fmla="*/ 8150 w 10000"/>
              <a:gd name="connsiteY17-426" fmla="*/ 9675 h 10000"/>
              <a:gd name="connsiteX18-427" fmla="*/ 7350 w 10000"/>
              <a:gd name="connsiteY18-428" fmla="*/ 9878 h 10000"/>
              <a:gd name="connsiteX19-429" fmla="*/ 7100 w 10000"/>
              <a:gd name="connsiteY19-430" fmla="*/ 10000 h 10000"/>
              <a:gd name="connsiteX20-431" fmla="*/ 6550 w 10000"/>
              <a:gd name="connsiteY20-432" fmla="*/ 10000 h 10000"/>
              <a:gd name="connsiteX21-433" fmla="*/ 6300 w 10000"/>
              <a:gd name="connsiteY21-434" fmla="*/ 10000 h 10000"/>
              <a:gd name="connsiteX22-435" fmla="*/ 6050 w 10000"/>
              <a:gd name="connsiteY22-436" fmla="*/ 9878 h 10000"/>
              <a:gd name="connsiteX23-437" fmla="*/ 5500 w 10000"/>
              <a:gd name="connsiteY23-438" fmla="*/ 9776 h 10000"/>
              <a:gd name="connsiteX24-439" fmla="*/ 5250 w 10000"/>
              <a:gd name="connsiteY24-440" fmla="*/ 9573 h 10000"/>
              <a:gd name="connsiteX25-441" fmla="*/ 4700 w 10000"/>
              <a:gd name="connsiteY25-442" fmla="*/ 9248 h 10000"/>
              <a:gd name="connsiteX26-443" fmla="*/ 3950 w 10000"/>
              <a:gd name="connsiteY26-444" fmla="*/ 9024 h 10000"/>
              <a:gd name="connsiteX27-445" fmla="*/ 3650 w 10000"/>
              <a:gd name="connsiteY27-446" fmla="*/ 8923 h 10000"/>
              <a:gd name="connsiteX28-447" fmla="*/ 3150 w 10000"/>
              <a:gd name="connsiteY28-448" fmla="*/ 8821 h 10000"/>
              <a:gd name="connsiteX29-449" fmla="*/ 2600 w 10000"/>
              <a:gd name="connsiteY29-450" fmla="*/ 8699 h 10000"/>
              <a:gd name="connsiteX30-451" fmla="*/ 2100 w 10000"/>
              <a:gd name="connsiteY30-452" fmla="*/ 8496 h 10000"/>
              <a:gd name="connsiteX31-453" fmla="*/ 1550 w 10000"/>
              <a:gd name="connsiteY31-454" fmla="*/ 8374 h 10000"/>
              <a:gd name="connsiteX32-455" fmla="*/ 1300 w 10000"/>
              <a:gd name="connsiteY32-456" fmla="*/ 8272 h 10000"/>
              <a:gd name="connsiteX33-457" fmla="*/ 750 w 10000"/>
              <a:gd name="connsiteY33-458" fmla="*/ 8272 h 10000"/>
              <a:gd name="connsiteX34-459" fmla="*/ 500 w 10000"/>
              <a:gd name="connsiteY34-460" fmla="*/ 8171 h 10000"/>
              <a:gd name="connsiteX35-461" fmla="*/ 250 w 10000"/>
              <a:gd name="connsiteY35-462" fmla="*/ 8069 h 10000"/>
              <a:gd name="connsiteX36-463" fmla="*/ 250 w 10000"/>
              <a:gd name="connsiteY36-464" fmla="*/ 8069 h 10000"/>
              <a:gd name="connsiteX37-465" fmla="*/ 0 w 10000"/>
              <a:gd name="connsiteY37-466" fmla="*/ 7947 h 10000"/>
              <a:gd name="connsiteX38-467" fmla="*/ 0 w 10000"/>
              <a:gd name="connsiteY38-468" fmla="*/ 7947 h 10000"/>
              <a:gd name="connsiteX39-469" fmla="*/ 250 w 10000"/>
              <a:gd name="connsiteY39-470" fmla="*/ 7947 h 10000"/>
              <a:gd name="connsiteX40-471" fmla="*/ 250 w 10000"/>
              <a:gd name="connsiteY40-472" fmla="*/ 7947 h 10000"/>
              <a:gd name="connsiteX41-473" fmla="*/ 500 w 10000"/>
              <a:gd name="connsiteY41-474" fmla="*/ 7947 h 10000"/>
              <a:gd name="connsiteX42-475" fmla="*/ 750 w 10000"/>
              <a:gd name="connsiteY42-476" fmla="*/ 7947 h 10000"/>
              <a:gd name="connsiteX43-477" fmla="*/ 1050 w 10000"/>
              <a:gd name="connsiteY43-478" fmla="*/ 7947 h 10000"/>
              <a:gd name="connsiteX44-479" fmla="*/ 1300 w 10000"/>
              <a:gd name="connsiteY44-480" fmla="*/ 7947 h 10000"/>
              <a:gd name="connsiteX45-481" fmla="*/ 1800 w 10000"/>
              <a:gd name="connsiteY45-482" fmla="*/ 7947 h 10000"/>
              <a:gd name="connsiteX46-483" fmla="*/ 2350 w 10000"/>
              <a:gd name="connsiteY46-484" fmla="*/ 7947 h 10000"/>
              <a:gd name="connsiteX47-485" fmla="*/ 3400 w 10000"/>
              <a:gd name="connsiteY47-486" fmla="*/ 8069 h 10000"/>
              <a:gd name="connsiteX48-487" fmla="*/ 4200 w 10000"/>
              <a:gd name="connsiteY48-488" fmla="*/ 8069 h 10000"/>
              <a:gd name="connsiteX49-489" fmla="*/ 5000 w 10000"/>
              <a:gd name="connsiteY49-490" fmla="*/ 8069 h 10000"/>
              <a:gd name="connsiteX50-491" fmla="*/ 5500 w 10000"/>
              <a:gd name="connsiteY50-492" fmla="*/ 8069 h 10000"/>
              <a:gd name="connsiteX51-493" fmla="*/ 6050 w 10000"/>
              <a:gd name="connsiteY51-494" fmla="*/ 8069 h 10000"/>
              <a:gd name="connsiteX52-495" fmla="*/ 6300 w 10000"/>
              <a:gd name="connsiteY52-496" fmla="*/ 7947 h 10000"/>
              <a:gd name="connsiteX53-497" fmla="*/ 6550 w 10000"/>
              <a:gd name="connsiteY53-498" fmla="*/ 7744 h 10000"/>
              <a:gd name="connsiteX54-499" fmla="*/ 6850 w 10000"/>
              <a:gd name="connsiteY54-500" fmla="*/ 7520 h 10000"/>
              <a:gd name="connsiteX55-501" fmla="*/ 7100 w 10000"/>
              <a:gd name="connsiteY55-502" fmla="*/ 7317 h 10000"/>
              <a:gd name="connsiteX56-503" fmla="*/ 7100 w 10000"/>
              <a:gd name="connsiteY56-504" fmla="*/ 6992 h 10000"/>
              <a:gd name="connsiteX57-505" fmla="*/ 7100 w 10000"/>
              <a:gd name="connsiteY57-506" fmla="*/ 6565 h 10000"/>
              <a:gd name="connsiteX58-507" fmla="*/ 7100 w 10000"/>
              <a:gd name="connsiteY58-508" fmla="*/ 6016 h 10000"/>
              <a:gd name="connsiteX59-509" fmla="*/ 7100 w 10000"/>
              <a:gd name="connsiteY59-510" fmla="*/ 5691 h 10000"/>
              <a:gd name="connsiteX60-511" fmla="*/ 7100 w 10000"/>
              <a:gd name="connsiteY60-512" fmla="*/ 5488 h 10000"/>
              <a:gd name="connsiteX61-513" fmla="*/ 7100 w 10000"/>
              <a:gd name="connsiteY61-514" fmla="*/ 5041 h 10000"/>
              <a:gd name="connsiteX62-515" fmla="*/ 7100 w 10000"/>
              <a:gd name="connsiteY62-516" fmla="*/ 4736 h 10000"/>
              <a:gd name="connsiteX63-517" fmla="*/ 7100 w 10000"/>
              <a:gd name="connsiteY63-518" fmla="*/ 4411 h 10000"/>
              <a:gd name="connsiteX64-519" fmla="*/ 7100 w 10000"/>
              <a:gd name="connsiteY64-520" fmla="*/ 3984 h 10000"/>
              <a:gd name="connsiteX65-521" fmla="*/ 6550 w 10000"/>
              <a:gd name="connsiteY65-522" fmla="*/ 2256 h 10000"/>
              <a:gd name="connsiteX66-523" fmla="*/ 6550 w 10000"/>
              <a:gd name="connsiteY66-524" fmla="*/ 1931 h 10000"/>
              <a:gd name="connsiteX67-525" fmla="*/ 6300 w 10000"/>
              <a:gd name="connsiteY67-526" fmla="*/ 1606 h 10000"/>
              <a:gd name="connsiteX68-527" fmla="*/ 6050 w 10000"/>
              <a:gd name="connsiteY68-528" fmla="*/ 1402 h 10000"/>
              <a:gd name="connsiteX69-529" fmla="*/ 5800 w 10000"/>
              <a:gd name="connsiteY69-530" fmla="*/ 1179 h 10000"/>
              <a:gd name="connsiteX70-531" fmla="*/ 5500 w 10000"/>
              <a:gd name="connsiteY70-532" fmla="*/ 976 h 10000"/>
              <a:gd name="connsiteX71-533" fmla="*/ 5250 w 10000"/>
              <a:gd name="connsiteY71-534" fmla="*/ 854 h 10000"/>
              <a:gd name="connsiteX72-535" fmla="*/ 5000 w 10000"/>
              <a:gd name="connsiteY72-536" fmla="*/ 650 h 10000"/>
              <a:gd name="connsiteX73-537" fmla="*/ 4700 w 10000"/>
              <a:gd name="connsiteY73-538" fmla="*/ 427 h 10000"/>
              <a:gd name="connsiteX74-539" fmla="*/ 4700 w 10000"/>
              <a:gd name="connsiteY74-540" fmla="*/ 325 h 10000"/>
              <a:gd name="connsiteX75-541" fmla="*/ 4700 w 10000"/>
              <a:gd name="connsiteY75-542" fmla="*/ 224 h 10000"/>
              <a:gd name="connsiteX76-543" fmla="*/ 5000 w 10000"/>
              <a:gd name="connsiteY76-544" fmla="*/ 102 h 10000"/>
              <a:gd name="connsiteX77-545" fmla="*/ 5250 w 10000"/>
              <a:gd name="connsiteY77-546" fmla="*/ 0 h 10000"/>
              <a:gd name="connsiteX78-547" fmla="*/ 6050 w 10000"/>
              <a:gd name="connsiteY78-548" fmla="*/ 0 h 10000"/>
              <a:gd name="connsiteX79-549" fmla="*/ 6550 w 10000"/>
              <a:gd name="connsiteY79-550" fmla="*/ 0 h 10000"/>
              <a:gd name="connsiteX80-551" fmla="*/ 7350 w 10000"/>
              <a:gd name="connsiteY80-552" fmla="*/ 102 h 10000"/>
              <a:gd name="connsiteX81-553" fmla="*/ 7900 w 10000"/>
              <a:gd name="connsiteY81-554" fmla="*/ 224 h 10000"/>
              <a:gd name="connsiteX82-555" fmla="*/ 8400 w 10000"/>
              <a:gd name="connsiteY82-556" fmla="*/ 224 h 10000"/>
              <a:gd name="connsiteX83-557" fmla="*/ 8700 w 10000"/>
              <a:gd name="connsiteY83-558" fmla="*/ 325 h 10000"/>
              <a:gd name="connsiteX84-559" fmla="*/ 9200 w 10000"/>
              <a:gd name="connsiteY84-560" fmla="*/ 427 h 10000"/>
              <a:gd name="connsiteX85-561" fmla="*/ 9450 w 10000"/>
              <a:gd name="connsiteY85-562" fmla="*/ 528 h 10000"/>
              <a:gd name="connsiteX86-563" fmla="*/ 9750 w 10000"/>
              <a:gd name="connsiteY86-564" fmla="*/ 650 h 10000"/>
              <a:gd name="connsiteX87-565" fmla="*/ 9750 w 10000"/>
              <a:gd name="connsiteY87-566" fmla="*/ 650 h 10000"/>
              <a:gd name="connsiteX88-567" fmla="*/ 9450 w 10000"/>
              <a:gd name="connsiteY88-568" fmla="*/ 752 h 10000"/>
              <a:gd name="connsiteX89-569" fmla="*/ 9450 w 10000"/>
              <a:gd name="connsiteY89-570" fmla="*/ 976 h 10000"/>
              <a:gd name="connsiteX90-571" fmla="*/ 9450 w 10000"/>
              <a:gd name="connsiteY90-572" fmla="*/ 1077 h 10000"/>
              <a:gd name="connsiteX91-573" fmla="*/ 9200 w 10000"/>
              <a:gd name="connsiteY91-574" fmla="*/ 1280 h 10000"/>
              <a:gd name="connsiteX92-575" fmla="*/ 9200 w 10000"/>
              <a:gd name="connsiteY92-576" fmla="*/ 1606 h 10000"/>
              <a:gd name="connsiteX93-577" fmla="*/ 9200 w 10000"/>
              <a:gd name="connsiteY93-578" fmla="*/ 1931 h 10000"/>
              <a:gd name="connsiteX94-579" fmla="*/ 9450 w 10000"/>
              <a:gd name="connsiteY94-580" fmla="*/ 2358 h 10000"/>
              <a:gd name="connsiteX95-581" fmla="*/ 9450 w 10000"/>
              <a:gd name="connsiteY95-582" fmla="*/ 2358 h 10000"/>
              <a:gd name="connsiteX0-583" fmla="*/ 9450 w 10000"/>
              <a:gd name="connsiteY0-584" fmla="*/ 2358 h 10000"/>
              <a:gd name="connsiteX1-585" fmla="*/ 9450 w 10000"/>
              <a:gd name="connsiteY1-586" fmla="*/ 2581 h 10000"/>
              <a:gd name="connsiteX2-587" fmla="*/ 9450 w 10000"/>
              <a:gd name="connsiteY2-588" fmla="*/ 2907 h 10000"/>
              <a:gd name="connsiteX3-589" fmla="*/ 9450 w 10000"/>
              <a:gd name="connsiteY3-590" fmla="*/ 3333 h 10000"/>
              <a:gd name="connsiteX4-591" fmla="*/ 9750 w 10000"/>
              <a:gd name="connsiteY4-592" fmla="*/ 3760 h 10000"/>
              <a:gd name="connsiteX5-593" fmla="*/ 9750 w 10000"/>
              <a:gd name="connsiteY5-594" fmla="*/ 4187 h 10000"/>
              <a:gd name="connsiteX6-595" fmla="*/ 9750 w 10000"/>
              <a:gd name="connsiteY6-596" fmla="*/ 4837 h 10000"/>
              <a:gd name="connsiteX7-597" fmla="*/ 9750 w 10000"/>
              <a:gd name="connsiteY7-598" fmla="*/ 5366 h 10000"/>
              <a:gd name="connsiteX8-599" fmla="*/ 9750 w 10000"/>
              <a:gd name="connsiteY8-600" fmla="*/ 6118 h 10000"/>
              <a:gd name="connsiteX9-601" fmla="*/ 10000 w 10000"/>
              <a:gd name="connsiteY9-602" fmla="*/ 6768 h 10000"/>
              <a:gd name="connsiteX10-603" fmla="*/ 10000 w 10000"/>
              <a:gd name="connsiteY10-604" fmla="*/ 7317 h 10000"/>
              <a:gd name="connsiteX11-605" fmla="*/ 9750 w 10000"/>
              <a:gd name="connsiteY11-606" fmla="*/ 7846 h 10000"/>
              <a:gd name="connsiteX12-607" fmla="*/ 9750 w 10000"/>
              <a:gd name="connsiteY12-608" fmla="*/ 8272 h 10000"/>
              <a:gd name="connsiteX13-609" fmla="*/ 9450 w 10000"/>
              <a:gd name="connsiteY13-610" fmla="*/ 8699 h 10000"/>
              <a:gd name="connsiteX14-611" fmla="*/ 9200 w 10000"/>
              <a:gd name="connsiteY14-612" fmla="*/ 9024 h 10000"/>
              <a:gd name="connsiteX15-613" fmla="*/ 9200 w 10000"/>
              <a:gd name="connsiteY15-614" fmla="*/ 9248 h 10000"/>
              <a:gd name="connsiteX16-615" fmla="*/ 8700 w 10000"/>
              <a:gd name="connsiteY16-616" fmla="*/ 9451 h 10000"/>
              <a:gd name="connsiteX17-617" fmla="*/ 8150 w 10000"/>
              <a:gd name="connsiteY17-618" fmla="*/ 9675 h 10000"/>
              <a:gd name="connsiteX18-619" fmla="*/ 7350 w 10000"/>
              <a:gd name="connsiteY18-620" fmla="*/ 9878 h 10000"/>
              <a:gd name="connsiteX19-621" fmla="*/ 7100 w 10000"/>
              <a:gd name="connsiteY19-622" fmla="*/ 10000 h 10000"/>
              <a:gd name="connsiteX20-623" fmla="*/ 6550 w 10000"/>
              <a:gd name="connsiteY20-624" fmla="*/ 10000 h 10000"/>
              <a:gd name="connsiteX21-625" fmla="*/ 6300 w 10000"/>
              <a:gd name="connsiteY21-626" fmla="*/ 10000 h 10000"/>
              <a:gd name="connsiteX22-627" fmla="*/ 6050 w 10000"/>
              <a:gd name="connsiteY22-628" fmla="*/ 9878 h 10000"/>
              <a:gd name="connsiteX23-629" fmla="*/ 5500 w 10000"/>
              <a:gd name="connsiteY23-630" fmla="*/ 9776 h 10000"/>
              <a:gd name="connsiteX24-631" fmla="*/ 5250 w 10000"/>
              <a:gd name="connsiteY24-632" fmla="*/ 9573 h 10000"/>
              <a:gd name="connsiteX25-633" fmla="*/ 4700 w 10000"/>
              <a:gd name="connsiteY25-634" fmla="*/ 9248 h 10000"/>
              <a:gd name="connsiteX26-635" fmla="*/ 3950 w 10000"/>
              <a:gd name="connsiteY26-636" fmla="*/ 9024 h 10000"/>
              <a:gd name="connsiteX27-637" fmla="*/ 3650 w 10000"/>
              <a:gd name="connsiteY27-638" fmla="*/ 8923 h 10000"/>
              <a:gd name="connsiteX28-639" fmla="*/ 3150 w 10000"/>
              <a:gd name="connsiteY28-640" fmla="*/ 8821 h 10000"/>
              <a:gd name="connsiteX29-641" fmla="*/ 2600 w 10000"/>
              <a:gd name="connsiteY29-642" fmla="*/ 8699 h 10000"/>
              <a:gd name="connsiteX30-643" fmla="*/ 2100 w 10000"/>
              <a:gd name="connsiteY30-644" fmla="*/ 8496 h 10000"/>
              <a:gd name="connsiteX31-645" fmla="*/ 1550 w 10000"/>
              <a:gd name="connsiteY31-646" fmla="*/ 8374 h 10000"/>
              <a:gd name="connsiteX32-647" fmla="*/ 1300 w 10000"/>
              <a:gd name="connsiteY32-648" fmla="*/ 8272 h 10000"/>
              <a:gd name="connsiteX33-649" fmla="*/ 750 w 10000"/>
              <a:gd name="connsiteY33-650" fmla="*/ 8272 h 10000"/>
              <a:gd name="connsiteX34-651" fmla="*/ 500 w 10000"/>
              <a:gd name="connsiteY34-652" fmla="*/ 8171 h 10000"/>
              <a:gd name="connsiteX35-653" fmla="*/ 250 w 10000"/>
              <a:gd name="connsiteY35-654" fmla="*/ 8069 h 10000"/>
              <a:gd name="connsiteX36-655" fmla="*/ 250 w 10000"/>
              <a:gd name="connsiteY36-656" fmla="*/ 8069 h 10000"/>
              <a:gd name="connsiteX37-657" fmla="*/ 0 w 10000"/>
              <a:gd name="connsiteY37-658" fmla="*/ 7947 h 10000"/>
              <a:gd name="connsiteX38-659" fmla="*/ 0 w 10000"/>
              <a:gd name="connsiteY38-660" fmla="*/ 7947 h 10000"/>
              <a:gd name="connsiteX39-661" fmla="*/ 250 w 10000"/>
              <a:gd name="connsiteY39-662" fmla="*/ 7947 h 10000"/>
              <a:gd name="connsiteX40-663" fmla="*/ 250 w 10000"/>
              <a:gd name="connsiteY40-664" fmla="*/ 7947 h 10000"/>
              <a:gd name="connsiteX41-665" fmla="*/ 500 w 10000"/>
              <a:gd name="connsiteY41-666" fmla="*/ 7947 h 10000"/>
              <a:gd name="connsiteX42-667" fmla="*/ 750 w 10000"/>
              <a:gd name="connsiteY42-668" fmla="*/ 7947 h 10000"/>
              <a:gd name="connsiteX43-669" fmla="*/ 1050 w 10000"/>
              <a:gd name="connsiteY43-670" fmla="*/ 7947 h 10000"/>
              <a:gd name="connsiteX44-671" fmla="*/ 1300 w 10000"/>
              <a:gd name="connsiteY44-672" fmla="*/ 7947 h 10000"/>
              <a:gd name="connsiteX45-673" fmla="*/ 1800 w 10000"/>
              <a:gd name="connsiteY45-674" fmla="*/ 7947 h 10000"/>
              <a:gd name="connsiteX46-675" fmla="*/ 2350 w 10000"/>
              <a:gd name="connsiteY46-676" fmla="*/ 7947 h 10000"/>
              <a:gd name="connsiteX47-677" fmla="*/ 3400 w 10000"/>
              <a:gd name="connsiteY47-678" fmla="*/ 8069 h 10000"/>
              <a:gd name="connsiteX48-679" fmla="*/ 4200 w 10000"/>
              <a:gd name="connsiteY48-680" fmla="*/ 8069 h 10000"/>
              <a:gd name="connsiteX49-681" fmla="*/ 5000 w 10000"/>
              <a:gd name="connsiteY49-682" fmla="*/ 8069 h 10000"/>
              <a:gd name="connsiteX50-683" fmla="*/ 5500 w 10000"/>
              <a:gd name="connsiteY50-684" fmla="*/ 8069 h 10000"/>
              <a:gd name="connsiteX51-685" fmla="*/ 6050 w 10000"/>
              <a:gd name="connsiteY51-686" fmla="*/ 8069 h 10000"/>
              <a:gd name="connsiteX52-687" fmla="*/ 6300 w 10000"/>
              <a:gd name="connsiteY52-688" fmla="*/ 7947 h 10000"/>
              <a:gd name="connsiteX53-689" fmla="*/ 6550 w 10000"/>
              <a:gd name="connsiteY53-690" fmla="*/ 7744 h 10000"/>
              <a:gd name="connsiteX54-691" fmla="*/ 6850 w 10000"/>
              <a:gd name="connsiteY54-692" fmla="*/ 7520 h 10000"/>
              <a:gd name="connsiteX55-693" fmla="*/ 7100 w 10000"/>
              <a:gd name="connsiteY55-694" fmla="*/ 7317 h 10000"/>
              <a:gd name="connsiteX56-695" fmla="*/ 7100 w 10000"/>
              <a:gd name="connsiteY56-696" fmla="*/ 6992 h 10000"/>
              <a:gd name="connsiteX57-697" fmla="*/ 7100 w 10000"/>
              <a:gd name="connsiteY57-698" fmla="*/ 6565 h 10000"/>
              <a:gd name="connsiteX58-699" fmla="*/ 7100 w 10000"/>
              <a:gd name="connsiteY58-700" fmla="*/ 6016 h 10000"/>
              <a:gd name="connsiteX59-701" fmla="*/ 7100 w 10000"/>
              <a:gd name="connsiteY59-702" fmla="*/ 5691 h 10000"/>
              <a:gd name="connsiteX60-703" fmla="*/ 7100 w 10000"/>
              <a:gd name="connsiteY60-704" fmla="*/ 5488 h 10000"/>
              <a:gd name="connsiteX61-705" fmla="*/ 7100 w 10000"/>
              <a:gd name="connsiteY61-706" fmla="*/ 5041 h 10000"/>
              <a:gd name="connsiteX62-707" fmla="*/ 7100 w 10000"/>
              <a:gd name="connsiteY62-708" fmla="*/ 4736 h 10000"/>
              <a:gd name="connsiteX63-709" fmla="*/ 7100 w 10000"/>
              <a:gd name="connsiteY63-710" fmla="*/ 4411 h 10000"/>
              <a:gd name="connsiteX64-711" fmla="*/ 7100 w 10000"/>
              <a:gd name="connsiteY64-712" fmla="*/ 3984 h 10000"/>
              <a:gd name="connsiteX65-713" fmla="*/ 6550 w 10000"/>
              <a:gd name="connsiteY65-714" fmla="*/ 2256 h 10000"/>
              <a:gd name="connsiteX66-715" fmla="*/ 6550 w 10000"/>
              <a:gd name="connsiteY66-716" fmla="*/ 1931 h 10000"/>
              <a:gd name="connsiteX67-717" fmla="*/ 6300 w 10000"/>
              <a:gd name="connsiteY67-718" fmla="*/ 1606 h 10000"/>
              <a:gd name="connsiteX68-719" fmla="*/ 6050 w 10000"/>
              <a:gd name="connsiteY68-720" fmla="*/ 1402 h 10000"/>
              <a:gd name="connsiteX69-721" fmla="*/ 5800 w 10000"/>
              <a:gd name="connsiteY69-722" fmla="*/ 1179 h 10000"/>
              <a:gd name="connsiteX70-723" fmla="*/ 5500 w 10000"/>
              <a:gd name="connsiteY70-724" fmla="*/ 976 h 10000"/>
              <a:gd name="connsiteX71-725" fmla="*/ 5250 w 10000"/>
              <a:gd name="connsiteY71-726" fmla="*/ 854 h 10000"/>
              <a:gd name="connsiteX72-727" fmla="*/ 5000 w 10000"/>
              <a:gd name="connsiteY72-728" fmla="*/ 650 h 10000"/>
              <a:gd name="connsiteX73-729" fmla="*/ 4700 w 10000"/>
              <a:gd name="connsiteY73-730" fmla="*/ 427 h 10000"/>
              <a:gd name="connsiteX74-731" fmla="*/ 4700 w 10000"/>
              <a:gd name="connsiteY74-732" fmla="*/ 325 h 10000"/>
              <a:gd name="connsiteX75-733" fmla="*/ 4700 w 10000"/>
              <a:gd name="connsiteY75-734" fmla="*/ 224 h 10000"/>
              <a:gd name="connsiteX76-735" fmla="*/ 5000 w 10000"/>
              <a:gd name="connsiteY76-736" fmla="*/ 102 h 10000"/>
              <a:gd name="connsiteX77-737" fmla="*/ 5250 w 10000"/>
              <a:gd name="connsiteY77-738" fmla="*/ 0 h 10000"/>
              <a:gd name="connsiteX78-739" fmla="*/ 6050 w 10000"/>
              <a:gd name="connsiteY78-740" fmla="*/ 0 h 10000"/>
              <a:gd name="connsiteX79-741" fmla="*/ 6550 w 10000"/>
              <a:gd name="connsiteY79-742" fmla="*/ 0 h 10000"/>
              <a:gd name="connsiteX80-743" fmla="*/ 7350 w 10000"/>
              <a:gd name="connsiteY80-744" fmla="*/ 102 h 10000"/>
              <a:gd name="connsiteX81-745" fmla="*/ 7900 w 10000"/>
              <a:gd name="connsiteY81-746" fmla="*/ 224 h 10000"/>
              <a:gd name="connsiteX82-747" fmla="*/ 8700 w 10000"/>
              <a:gd name="connsiteY82-748" fmla="*/ 325 h 10000"/>
              <a:gd name="connsiteX83-749" fmla="*/ 9200 w 10000"/>
              <a:gd name="connsiteY83-750" fmla="*/ 427 h 10000"/>
              <a:gd name="connsiteX84-751" fmla="*/ 9450 w 10000"/>
              <a:gd name="connsiteY84-752" fmla="*/ 528 h 10000"/>
              <a:gd name="connsiteX85-753" fmla="*/ 9750 w 10000"/>
              <a:gd name="connsiteY85-754" fmla="*/ 650 h 10000"/>
              <a:gd name="connsiteX86-755" fmla="*/ 9750 w 10000"/>
              <a:gd name="connsiteY86-756" fmla="*/ 650 h 10000"/>
              <a:gd name="connsiteX87-757" fmla="*/ 9450 w 10000"/>
              <a:gd name="connsiteY87-758" fmla="*/ 752 h 10000"/>
              <a:gd name="connsiteX88-759" fmla="*/ 9450 w 10000"/>
              <a:gd name="connsiteY88-760" fmla="*/ 976 h 10000"/>
              <a:gd name="connsiteX89-761" fmla="*/ 9450 w 10000"/>
              <a:gd name="connsiteY89-762" fmla="*/ 1077 h 10000"/>
              <a:gd name="connsiteX90-763" fmla="*/ 9200 w 10000"/>
              <a:gd name="connsiteY90-764" fmla="*/ 1280 h 10000"/>
              <a:gd name="connsiteX91-765" fmla="*/ 9200 w 10000"/>
              <a:gd name="connsiteY91-766" fmla="*/ 1606 h 10000"/>
              <a:gd name="connsiteX92-767" fmla="*/ 9200 w 10000"/>
              <a:gd name="connsiteY92-768" fmla="*/ 1931 h 10000"/>
              <a:gd name="connsiteX93-769" fmla="*/ 9450 w 10000"/>
              <a:gd name="connsiteY93-770" fmla="*/ 2358 h 10000"/>
              <a:gd name="connsiteX94-771" fmla="*/ 9450 w 10000"/>
              <a:gd name="connsiteY94-772" fmla="*/ 2358 h 10000"/>
              <a:gd name="connsiteX0-773" fmla="*/ 9450 w 10000"/>
              <a:gd name="connsiteY0-774" fmla="*/ 2358 h 10000"/>
              <a:gd name="connsiteX1-775" fmla="*/ 9450 w 10000"/>
              <a:gd name="connsiteY1-776" fmla="*/ 2581 h 10000"/>
              <a:gd name="connsiteX2-777" fmla="*/ 9450 w 10000"/>
              <a:gd name="connsiteY2-778" fmla="*/ 2907 h 10000"/>
              <a:gd name="connsiteX3-779" fmla="*/ 9450 w 10000"/>
              <a:gd name="connsiteY3-780" fmla="*/ 3333 h 10000"/>
              <a:gd name="connsiteX4-781" fmla="*/ 9750 w 10000"/>
              <a:gd name="connsiteY4-782" fmla="*/ 3760 h 10000"/>
              <a:gd name="connsiteX5-783" fmla="*/ 9750 w 10000"/>
              <a:gd name="connsiteY5-784" fmla="*/ 4187 h 10000"/>
              <a:gd name="connsiteX6-785" fmla="*/ 9750 w 10000"/>
              <a:gd name="connsiteY6-786" fmla="*/ 4837 h 10000"/>
              <a:gd name="connsiteX7-787" fmla="*/ 9750 w 10000"/>
              <a:gd name="connsiteY7-788" fmla="*/ 5366 h 10000"/>
              <a:gd name="connsiteX8-789" fmla="*/ 9750 w 10000"/>
              <a:gd name="connsiteY8-790" fmla="*/ 6118 h 10000"/>
              <a:gd name="connsiteX9-791" fmla="*/ 10000 w 10000"/>
              <a:gd name="connsiteY9-792" fmla="*/ 6768 h 10000"/>
              <a:gd name="connsiteX10-793" fmla="*/ 10000 w 10000"/>
              <a:gd name="connsiteY10-794" fmla="*/ 7317 h 10000"/>
              <a:gd name="connsiteX11-795" fmla="*/ 9750 w 10000"/>
              <a:gd name="connsiteY11-796" fmla="*/ 7846 h 10000"/>
              <a:gd name="connsiteX12-797" fmla="*/ 9750 w 10000"/>
              <a:gd name="connsiteY12-798" fmla="*/ 8272 h 10000"/>
              <a:gd name="connsiteX13-799" fmla="*/ 9450 w 10000"/>
              <a:gd name="connsiteY13-800" fmla="*/ 8699 h 10000"/>
              <a:gd name="connsiteX14-801" fmla="*/ 9200 w 10000"/>
              <a:gd name="connsiteY14-802" fmla="*/ 9024 h 10000"/>
              <a:gd name="connsiteX15-803" fmla="*/ 9200 w 10000"/>
              <a:gd name="connsiteY15-804" fmla="*/ 9248 h 10000"/>
              <a:gd name="connsiteX16-805" fmla="*/ 8700 w 10000"/>
              <a:gd name="connsiteY16-806" fmla="*/ 9451 h 10000"/>
              <a:gd name="connsiteX17-807" fmla="*/ 8150 w 10000"/>
              <a:gd name="connsiteY17-808" fmla="*/ 9675 h 10000"/>
              <a:gd name="connsiteX18-809" fmla="*/ 7350 w 10000"/>
              <a:gd name="connsiteY18-810" fmla="*/ 9878 h 10000"/>
              <a:gd name="connsiteX19-811" fmla="*/ 7100 w 10000"/>
              <a:gd name="connsiteY19-812" fmla="*/ 10000 h 10000"/>
              <a:gd name="connsiteX20-813" fmla="*/ 6550 w 10000"/>
              <a:gd name="connsiteY20-814" fmla="*/ 10000 h 10000"/>
              <a:gd name="connsiteX21-815" fmla="*/ 6300 w 10000"/>
              <a:gd name="connsiteY21-816" fmla="*/ 10000 h 10000"/>
              <a:gd name="connsiteX22-817" fmla="*/ 6050 w 10000"/>
              <a:gd name="connsiteY22-818" fmla="*/ 9878 h 10000"/>
              <a:gd name="connsiteX23-819" fmla="*/ 5500 w 10000"/>
              <a:gd name="connsiteY23-820" fmla="*/ 9776 h 10000"/>
              <a:gd name="connsiteX24-821" fmla="*/ 5250 w 10000"/>
              <a:gd name="connsiteY24-822" fmla="*/ 9573 h 10000"/>
              <a:gd name="connsiteX25-823" fmla="*/ 4700 w 10000"/>
              <a:gd name="connsiteY25-824" fmla="*/ 9248 h 10000"/>
              <a:gd name="connsiteX26-825" fmla="*/ 3950 w 10000"/>
              <a:gd name="connsiteY26-826" fmla="*/ 9024 h 10000"/>
              <a:gd name="connsiteX27-827" fmla="*/ 3650 w 10000"/>
              <a:gd name="connsiteY27-828" fmla="*/ 8923 h 10000"/>
              <a:gd name="connsiteX28-829" fmla="*/ 3150 w 10000"/>
              <a:gd name="connsiteY28-830" fmla="*/ 8821 h 10000"/>
              <a:gd name="connsiteX29-831" fmla="*/ 2600 w 10000"/>
              <a:gd name="connsiteY29-832" fmla="*/ 8699 h 10000"/>
              <a:gd name="connsiteX30-833" fmla="*/ 2100 w 10000"/>
              <a:gd name="connsiteY30-834" fmla="*/ 8496 h 10000"/>
              <a:gd name="connsiteX31-835" fmla="*/ 1550 w 10000"/>
              <a:gd name="connsiteY31-836" fmla="*/ 8374 h 10000"/>
              <a:gd name="connsiteX32-837" fmla="*/ 1300 w 10000"/>
              <a:gd name="connsiteY32-838" fmla="*/ 8272 h 10000"/>
              <a:gd name="connsiteX33-839" fmla="*/ 750 w 10000"/>
              <a:gd name="connsiteY33-840" fmla="*/ 8272 h 10000"/>
              <a:gd name="connsiteX34-841" fmla="*/ 500 w 10000"/>
              <a:gd name="connsiteY34-842" fmla="*/ 8171 h 10000"/>
              <a:gd name="connsiteX35-843" fmla="*/ 250 w 10000"/>
              <a:gd name="connsiteY35-844" fmla="*/ 8069 h 10000"/>
              <a:gd name="connsiteX36-845" fmla="*/ 250 w 10000"/>
              <a:gd name="connsiteY36-846" fmla="*/ 8069 h 10000"/>
              <a:gd name="connsiteX37-847" fmla="*/ 0 w 10000"/>
              <a:gd name="connsiteY37-848" fmla="*/ 7947 h 10000"/>
              <a:gd name="connsiteX38-849" fmla="*/ 0 w 10000"/>
              <a:gd name="connsiteY38-850" fmla="*/ 7947 h 10000"/>
              <a:gd name="connsiteX39-851" fmla="*/ 250 w 10000"/>
              <a:gd name="connsiteY39-852" fmla="*/ 7947 h 10000"/>
              <a:gd name="connsiteX40-853" fmla="*/ 250 w 10000"/>
              <a:gd name="connsiteY40-854" fmla="*/ 7947 h 10000"/>
              <a:gd name="connsiteX41-855" fmla="*/ 500 w 10000"/>
              <a:gd name="connsiteY41-856" fmla="*/ 7947 h 10000"/>
              <a:gd name="connsiteX42-857" fmla="*/ 750 w 10000"/>
              <a:gd name="connsiteY42-858" fmla="*/ 7947 h 10000"/>
              <a:gd name="connsiteX43-859" fmla="*/ 1050 w 10000"/>
              <a:gd name="connsiteY43-860" fmla="*/ 7947 h 10000"/>
              <a:gd name="connsiteX44-861" fmla="*/ 1300 w 10000"/>
              <a:gd name="connsiteY44-862" fmla="*/ 7947 h 10000"/>
              <a:gd name="connsiteX45-863" fmla="*/ 1800 w 10000"/>
              <a:gd name="connsiteY45-864" fmla="*/ 7947 h 10000"/>
              <a:gd name="connsiteX46-865" fmla="*/ 2350 w 10000"/>
              <a:gd name="connsiteY46-866" fmla="*/ 7947 h 10000"/>
              <a:gd name="connsiteX47-867" fmla="*/ 3400 w 10000"/>
              <a:gd name="connsiteY47-868" fmla="*/ 8069 h 10000"/>
              <a:gd name="connsiteX48-869" fmla="*/ 4200 w 10000"/>
              <a:gd name="connsiteY48-870" fmla="*/ 8069 h 10000"/>
              <a:gd name="connsiteX49-871" fmla="*/ 5000 w 10000"/>
              <a:gd name="connsiteY49-872" fmla="*/ 8069 h 10000"/>
              <a:gd name="connsiteX50-873" fmla="*/ 5500 w 10000"/>
              <a:gd name="connsiteY50-874" fmla="*/ 8069 h 10000"/>
              <a:gd name="connsiteX51-875" fmla="*/ 6050 w 10000"/>
              <a:gd name="connsiteY51-876" fmla="*/ 8069 h 10000"/>
              <a:gd name="connsiteX52-877" fmla="*/ 6300 w 10000"/>
              <a:gd name="connsiteY52-878" fmla="*/ 7947 h 10000"/>
              <a:gd name="connsiteX53-879" fmla="*/ 6550 w 10000"/>
              <a:gd name="connsiteY53-880" fmla="*/ 7744 h 10000"/>
              <a:gd name="connsiteX54-881" fmla="*/ 6850 w 10000"/>
              <a:gd name="connsiteY54-882" fmla="*/ 7520 h 10000"/>
              <a:gd name="connsiteX55-883" fmla="*/ 7100 w 10000"/>
              <a:gd name="connsiteY55-884" fmla="*/ 7317 h 10000"/>
              <a:gd name="connsiteX56-885" fmla="*/ 7100 w 10000"/>
              <a:gd name="connsiteY56-886" fmla="*/ 6992 h 10000"/>
              <a:gd name="connsiteX57-887" fmla="*/ 7100 w 10000"/>
              <a:gd name="connsiteY57-888" fmla="*/ 6565 h 10000"/>
              <a:gd name="connsiteX58-889" fmla="*/ 7100 w 10000"/>
              <a:gd name="connsiteY58-890" fmla="*/ 6016 h 10000"/>
              <a:gd name="connsiteX59-891" fmla="*/ 7100 w 10000"/>
              <a:gd name="connsiteY59-892" fmla="*/ 5691 h 10000"/>
              <a:gd name="connsiteX60-893" fmla="*/ 7100 w 10000"/>
              <a:gd name="connsiteY60-894" fmla="*/ 5488 h 10000"/>
              <a:gd name="connsiteX61-895" fmla="*/ 7100 w 10000"/>
              <a:gd name="connsiteY61-896" fmla="*/ 5041 h 10000"/>
              <a:gd name="connsiteX62-897" fmla="*/ 7100 w 10000"/>
              <a:gd name="connsiteY62-898" fmla="*/ 4736 h 10000"/>
              <a:gd name="connsiteX63-899" fmla="*/ 7100 w 10000"/>
              <a:gd name="connsiteY63-900" fmla="*/ 4411 h 10000"/>
              <a:gd name="connsiteX64-901" fmla="*/ 7100 w 10000"/>
              <a:gd name="connsiteY64-902" fmla="*/ 3984 h 10000"/>
              <a:gd name="connsiteX65-903" fmla="*/ 6550 w 10000"/>
              <a:gd name="connsiteY65-904" fmla="*/ 2256 h 10000"/>
              <a:gd name="connsiteX66-905" fmla="*/ 6550 w 10000"/>
              <a:gd name="connsiteY66-906" fmla="*/ 1931 h 10000"/>
              <a:gd name="connsiteX67-907" fmla="*/ 6300 w 10000"/>
              <a:gd name="connsiteY67-908" fmla="*/ 1606 h 10000"/>
              <a:gd name="connsiteX68-909" fmla="*/ 6050 w 10000"/>
              <a:gd name="connsiteY68-910" fmla="*/ 1402 h 10000"/>
              <a:gd name="connsiteX69-911" fmla="*/ 5800 w 10000"/>
              <a:gd name="connsiteY69-912" fmla="*/ 1179 h 10000"/>
              <a:gd name="connsiteX70-913" fmla="*/ 5500 w 10000"/>
              <a:gd name="connsiteY70-914" fmla="*/ 976 h 10000"/>
              <a:gd name="connsiteX71-915" fmla="*/ 5250 w 10000"/>
              <a:gd name="connsiteY71-916" fmla="*/ 854 h 10000"/>
              <a:gd name="connsiteX72-917" fmla="*/ 5000 w 10000"/>
              <a:gd name="connsiteY72-918" fmla="*/ 650 h 10000"/>
              <a:gd name="connsiteX73-919" fmla="*/ 4700 w 10000"/>
              <a:gd name="connsiteY73-920" fmla="*/ 427 h 10000"/>
              <a:gd name="connsiteX74-921" fmla="*/ 4700 w 10000"/>
              <a:gd name="connsiteY74-922" fmla="*/ 325 h 10000"/>
              <a:gd name="connsiteX75-923" fmla="*/ 4700 w 10000"/>
              <a:gd name="connsiteY75-924" fmla="*/ 224 h 10000"/>
              <a:gd name="connsiteX76-925" fmla="*/ 5000 w 10000"/>
              <a:gd name="connsiteY76-926" fmla="*/ 102 h 10000"/>
              <a:gd name="connsiteX77-927" fmla="*/ 5250 w 10000"/>
              <a:gd name="connsiteY77-928" fmla="*/ 0 h 10000"/>
              <a:gd name="connsiteX78-929" fmla="*/ 6050 w 10000"/>
              <a:gd name="connsiteY78-930" fmla="*/ 0 h 10000"/>
              <a:gd name="connsiteX79-931" fmla="*/ 6550 w 10000"/>
              <a:gd name="connsiteY79-932" fmla="*/ 0 h 10000"/>
              <a:gd name="connsiteX80-933" fmla="*/ 7350 w 10000"/>
              <a:gd name="connsiteY80-934" fmla="*/ 102 h 10000"/>
              <a:gd name="connsiteX81-935" fmla="*/ 7900 w 10000"/>
              <a:gd name="connsiteY81-936" fmla="*/ 224 h 10000"/>
              <a:gd name="connsiteX82-937" fmla="*/ 8700 w 10000"/>
              <a:gd name="connsiteY82-938" fmla="*/ 325 h 10000"/>
              <a:gd name="connsiteX83-939" fmla="*/ 9450 w 10000"/>
              <a:gd name="connsiteY83-940" fmla="*/ 528 h 10000"/>
              <a:gd name="connsiteX84-941" fmla="*/ 9750 w 10000"/>
              <a:gd name="connsiteY84-942" fmla="*/ 650 h 10000"/>
              <a:gd name="connsiteX85-943" fmla="*/ 9750 w 10000"/>
              <a:gd name="connsiteY85-944" fmla="*/ 650 h 10000"/>
              <a:gd name="connsiteX86-945" fmla="*/ 9450 w 10000"/>
              <a:gd name="connsiteY86-946" fmla="*/ 752 h 10000"/>
              <a:gd name="connsiteX87-947" fmla="*/ 9450 w 10000"/>
              <a:gd name="connsiteY87-948" fmla="*/ 976 h 10000"/>
              <a:gd name="connsiteX88-949" fmla="*/ 9450 w 10000"/>
              <a:gd name="connsiteY88-950" fmla="*/ 1077 h 10000"/>
              <a:gd name="connsiteX89-951" fmla="*/ 9200 w 10000"/>
              <a:gd name="connsiteY89-952" fmla="*/ 1280 h 10000"/>
              <a:gd name="connsiteX90-953" fmla="*/ 9200 w 10000"/>
              <a:gd name="connsiteY90-954" fmla="*/ 1606 h 10000"/>
              <a:gd name="connsiteX91-955" fmla="*/ 9200 w 10000"/>
              <a:gd name="connsiteY91-956" fmla="*/ 1931 h 10000"/>
              <a:gd name="connsiteX92-957" fmla="*/ 9450 w 10000"/>
              <a:gd name="connsiteY92-958" fmla="*/ 2358 h 10000"/>
              <a:gd name="connsiteX93-959" fmla="*/ 9450 w 10000"/>
              <a:gd name="connsiteY93-960" fmla="*/ 2358 h 10000"/>
              <a:gd name="connsiteX0-961" fmla="*/ 9450 w 10000"/>
              <a:gd name="connsiteY0-962" fmla="*/ 2358 h 10000"/>
              <a:gd name="connsiteX1-963" fmla="*/ 9450 w 10000"/>
              <a:gd name="connsiteY1-964" fmla="*/ 2581 h 10000"/>
              <a:gd name="connsiteX2-965" fmla="*/ 9450 w 10000"/>
              <a:gd name="connsiteY2-966" fmla="*/ 2907 h 10000"/>
              <a:gd name="connsiteX3-967" fmla="*/ 9450 w 10000"/>
              <a:gd name="connsiteY3-968" fmla="*/ 3333 h 10000"/>
              <a:gd name="connsiteX4-969" fmla="*/ 9750 w 10000"/>
              <a:gd name="connsiteY4-970" fmla="*/ 3760 h 10000"/>
              <a:gd name="connsiteX5-971" fmla="*/ 9750 w 10000"/>
              <a:gd name="connsiteY5-972" fmla="*/ 4187 h 10000"/>
              <a:gd name="connsiteX6-973" fmla="*/ 9750 w 10000"/>
              <a:gd name="connsiteY6-974" fmla="*/ 4837 h 10000"/>
              <a:gd name="connsiteX7-975" fmla="*/ 9750 w 10000"/>
              <a:gd name="connsiteY7-976" fmla="*/ 5366 h 10000"/>
              <a:gd name="connsiteX8-977" fmla="*/ 9750 w 10000"/>
              <a:gd name="connsiteY8-978" fmla="*/ 6118 h 10000"/>
              <a:gd name="connsiteX9-979" fmla="*/ 10000 w 10000"/>
              <a:gd name="connsiteY9-980" fmla="*/ 6768 h 10000"/>
              <a:gd name="connsiteX10-981" fmla="*/ 10000 w 10000"/>
              <a:gd name="connsiteY10-982" fmla="*/ 7317 h 10000"/>
              <a:gd name="connsiteX11-983" fmla="*/ 9750 w 10000"/>
              <a:gd name="connsiteY11-984" fmla="*/ 7846 h 10000"/>
              <a:gd name="connsiteX12-985" fmla="*/ 9750 w 10000"/>
              <a:gd name="connsiteY12-986" fmla="*/ 8272 h 10000"/>
              <a:gd name="connsiteX13-987" fmla="*/ 9450 w 10000"/>
              <a:gd name="connsiteY13-988" fmla="*/ 8699 h 10000"/>
              <a:gd name="connsiteX14-989" fmla="*/ 9200 w 10000"/>
              <a:gd name="connsiteY14-990" fmla="*/ 9024 h 10000"/>
              <a:gd name="connsiteX15-991" fmla="*/ 9200 w 10000"/>
              <a:gd name="connsiteY15-992" fmla="*/ 9248 h 10000"/>
              <a:gd name="connsiteX16-993" fmla="*/ 8700 w 10000"/>
              <a:gd name="connsiteY16-994" fmla="*/ 9451 h 10000"/>
              <a:gd name="connsiteX17-995" fmla="*/ 8150 w 10000"/>
              <a:gd name="connsiteY17-996" fmla="*/ 9675 h 10000"/>
              <a:gd name="connsiteX18-997" fmla="*/ 7350 w 10000"/>
              <a:gd name="connsiteY18-998" fmla="*/ 9878 h 10000"/>
              <a:gd name="connsiteX19-999" fmla="*/ 7100 w 10000"/>
              <a:gd name="connsiteY19-1000" fmla="*/ 10000 h 10000"/>
              <a:gd name="connsiteX20-1001" fmla="*/ 6550 w 10000"/>
              <a:gd name="connsiteY20-1002" fmla="*/ 10000 h 10000"/>
              <a:gd name="connsiteX21-1003" fmla="*/ 6300 w 10000"/>
              <a:gd name="connsiteY21-1004" fmla="*/ 10000 h 10000"/>
              <a:gd name="connsiteX22-1005" fmla="*/ 6050 w 10000"/>
              <a:gd name="connsiteY22-1006" fmla="*/ 9878 h 10000"/>
              <a:gd name="connsiteX23-1007" fmla="*/ 5500 w 10000"/>
              <a:gd name="connsiteY23-1008" fmla="*/ 9776 h 10000"/>
              <a:gd name="connsiteX24-1009" fmla="*/ 5250 w 10000"/>
              <a:gd name="connsiteY24-1010" fmla="*/ 9573 h 10000"/>
              <a:gd name="connsiteX25-1011" fmla="*/ 4700 w 10000"/>
              <a:gd name="connsiteY25-1012" fmla="*/ 9248 h 10000"/>
              <a:gd name="connsiteX26-1013" fmla="*/ 3950 w 10000"/>
              <a:gd name="connsiteY26-1014" fmla="*/ 9024 h 10000"/>
              <a:gd name="connsiteX27-1015" fmla="*/ 3650 w 10000"/>
              <a:gd name="connsiteY27-1016" fmla="*/ 8923 h 10000"/>
              <a:gd name="connsiteX28-1017" fmla="*/ 3150 w 10000"/>
              <a:gd name="connsiteY28-1018" fmla="*/ 8821 h 10000"/>
              <a:gd name="connsiteX29-1019" fmla="*/ 2600 w 10000"/>
              <a:gd name="connsiteY29-1020" fmla="*/ 8699 h 10000"/>
              <a:gd name="connsiteX30-1021" fmla="*/ 2100 w 10000"/>
              <a:gd name="connsiteY30-1022" fmla="*/ 8496 h 10000"/>
              <a:gd name="connsiteX31-1023" fmla="*/ 1550 w 10000"/>
              <a:gd name="connsiteY31-1024" fmla="*/ 8374 h 10000"/>
              <a:gd name="connsiteX32-1025" fmla="*/ 1300 w 10000"/>
              <a:gd name="connsiteY32-1026" fmla="*/ 8272 h 10000"/>
              <a:gd name="connsiteX33-1027" fmla="*/ 750 w 10000"/>
              <a:gd name="connsiteY33-1028" fmla="*/ 8272 h 10000"/>
              <a:gd name="connsiteX34-1029" fmla="*/ 500 w 10000"/>
              <a:gd name="connsiteY34-1030" fmla="*/ 8171 h 10000"/>
              <a:gd name="connsiteX35-1031" fmla="*/ 250 w 10000"/>
              <a:gd name="connsiteY35-1032" fmla="*/ 8069 h 10000"/>
              <a:gd name="connsiteX36-1033" fmla="*/ 250 w 10000"/>
              <a:gd name="connsiteY36-1034" fmla="*/ 8069 h 10000"/>
              <a:gd name="connsiteX37-1035" fmla="*/ 0 w 10000"/>
              <a:gd name="connsiteY37-1036" fmla="*/ 7947 h 10000"/>
              <a:gd name="connsiteX38-1037" fmla="*/ 0 w 10000"/>
              <a:gd name="connsiteY38-1038" fmla="*/ 7947 h 10000"/>
              <a:gd name="connsiteX39-1039" fmla="*/ 250 w 10000"/>
              <a:gd name="connsiteY39-1040" fmla="*/ 7947 h 10000"/>
              <a:gd name="connsiteX40-1041" fmla="*/ 250 w 10000"/>
              <a:gd name="connsiteY40-1042" fmla="*/ 7947 h 10000"/>
              <a:gd name="connsiteX41-1043" fmla="*/ 500 w 10000"/>
              <a:gd name="connsiteY41-1044" fmla="*/ 7947 h 10000"/>
              <a:gd name="connsiteX42-1045" fmla="*/ 750 w 10000"/>
              <a:gd name="connsiteY42-1046" fmla="*/ 7947 h 10000"/>
              <a:gd name="connsiteX43-1047" fmla="*/ 1050 w 10000"/>
              <a:gd name="connsiteY43-1048" fmla="*/ 7947 h 10000"/>
              <a:gd name="connsiteX44-1049" fmla="*/ 1300 w 10000"/>
              <a:gd name="connsiteY44-1050" fmla="*/ 7947 h 10000"/>
              <a:gd name="connsiteX45-1051" fmla="*/ 1800 w 10000"/>
              <a:gd name="connsiteY45-1052" fmla="*/ 7947 h 10000"/>
              <a:gd name="connsiteX46-1053" fmla="*/ 2350 w 10000"/>
              <a:gd name="connsiteY46-1054" fmla="*/ 7947 h 10000"/>
              <a:gd name="connsiteX47-1055" fmla="*/ 3400 w 10000"/>
              <a:gd name="connsiteY47-1056" fmla="*/ 8069 h 10000"/>
              <a:gd name="connsiteX48-1057" fmla="*/ 4200 w 10000"/>
              <a:gd name="connsiteY48-1058" fmla="*/ 8069 h 10000"/>
              <a:gd name="connsiteX49-1059" fmla="*/ 5000 w 10000"/>
              <a:gd name="connsiteY49-1060" fmla="*/ 8069 h 10000"/>
              <a:gd name="connsiteX50-1061" fmla="*/ 5500 w 10000"/>
              <a:gd name="connsiteY50-1062" fmla="*/ 8069 h 10000"/>
              <a:gd name="connsiteX51-1063" fmla="*/ 6050 w 10000"/>
              <a:gd name="connsiteY51-1064" fmla="*/ 8069 h 10000"/>
              <a:gd name="connsiteX52-1065" fmla="*/ 6300 w 10000"/>
              <a:gd name="connsiteY52-1066" fmla="*/ 7947 h 10000"/>
              <a:gd name="connsiteX53-1067" fmla="*/ 6550 w 10000"/>
              <a:gd name="connsiteY53-1068" fmla="*/ 7744 h 10000"/>
              <a:gd name="connsiteX54-1069" fmla="*/ 6850 w 10000"/>
              <a:gd name="connsiteY54-1070" fmla="*/ 7520 h 10000"/>
              <a:gd name="connsiteX55-1071" fmla="*/ 7100 w 10000"/>
              <a:gd name="connsiteY55-1072" fmla="*/ 7317 h 10000"/>
              <a:gd name="connsiteX56-1073" fmla="*/ 7100 w 10000"/>
              <a:gd name="connsiteY56-1074" fmla="*/ 6992 h 10000"/>
              <a:gd name="connsiteX57-1075" fmla="*/ 7100 w 10000"/>
              <a:gd name="connsiteY57-1076" fmla="*/ 6565 h 10000"/>
              <a:gd name="connsiteX58-1077" fmla="*/ 7100 w 10000"/>
              <a:gd name="connsiteY58-1078" fmla="*/ 6016 h 10000"/>
              <a:gd name="connsiteX59-1079" fmla="*/ 7100 w 10000"/>
              <a:gd name="connsiteY59-1080" fmla="*/ 5691 h 10000"/>
              <a:gd name="connsiteX60-1081" fmla="*/ 7100 w 10000"/>
              <a:gd name="connsiteY60-1082" fmla="*/ 5488 h 10000"/>
              <a:gd name="connsiteX61-1083" fmla="*/ 7100 w 10000"/>
              <a:gd name="connsiteY61-1084" fmla="*/ 5041 h 10000"/>
              <a:gd name="connsiteX62-1085" fmla="*/ 7100 w 10000"/>
              <a:gd name="connsiteY62-1086" fmla="*/ 4736 h 10000"/>
              <a:gd name="connsiteX63-1087" fmla="*/ 7100 w 10000"/>
              <a:gd name="connsiteY63-1088" fmla="*/ 4411 h 10000"/>
              <a:gd name="connsiteX64-1089" fmla="*/ 7100 w 10000"/>
              <a:gd name="connsiteY64-1090" fmla="*/ 3984 h 10000"/>
              <a:gd name="connsiteX65-1091" fmla="*/ 6550 w 10000"/>
              <a:gd name="connsiteY65-1092" fmla="*/ 2256 h 10000"/>
              <a:gd name="connsiteX66-1093" fmla="*/ 6550 w 10000"/>
              <a:gd name="connsiteY66-1094" fmla="*/ 1931 h 10000"/>
              <a:gd name="connsiteX67-1095" fmla="*/ 6300 w 10000"/>
              <a:gd name="connsiteY67-1096" fmla="*/ 1606 h 10000"/>
              <a:gd name="connsiteX68-1097" fmla="*/ 6050 w 10000"/>
              <a:gd name="connsiteY68-1098" fmla="*/ 1402 h 10000"/>
              <a:gd name="connsiteX69-1099" fmla="*/ 5800 w 10000"/>
              <a:gd name="connsiteY69-1100" fmla="*/ 1179 h 10000"/>
              <a:gd name="connsiteX70-1101" fmla="*/ 5500 w 10000"/>
              <a:gd name="connsiteY70-1102" fmla="*/ 976 h 10000"/>
              <a:gd name="connsiteX71-1103" fmla="*/ 5250 w 10000"/>
              <a:gd name="connsiteY71-1104" fmla="*/ 854 h 10000"/>
              <a:gd name="connsiteX72-1105" fmla="*/ 5000 w 10000"/>
              <a:gd name="connsiteY72-1106" fmla="*/ 650 h 10000"/>
              <a:gd name="connsiteX73-1107" fmla="*/ 4700 w 10000"/>
              <a:gd name="connsiteY73-1108" fmla="*/ 427 h 10000"/>
              <a:gd name="connsiteX74-1109" fmla="*/ 4700 w 10000"/>
              <a:gd name="connsiteY74-1110" fmla="*/ 325 h 10000"/>
              <a:gd name="connsiteX75-1111" fmla="*/ 4700 w 10000"/>
              <a:gd name="connsiteY75-1112" fmla="*/ 224 h 10000"/>
              <a:gd name="connsiteX76-1113" fmla="*/ 5000 w 10000"/>
              <a:gd name="connsiteY76-1114" fmla="*/ 102 h 10000"/>
              <a:gd name="connsiteX77-1115" fmla="*/ 5250 w 10000"/>
              <a:gd name="connsiteY77-1116" fmla="*/ 0 h 10000"/>
              <a:gd name="connsiteX78-1117" fmla="*/ 6050 w 10000"/>
              <a:gd name="connsiteY78-1118" fmla="*/ 0 h 10000"/>
              <a:gd name="connsiteX79-1119" fmla="*/ 6550 w 10000"/>
              <a:gd name="connsiteY79-1120" fmla="*/ 0 h 10000"/>
              <a:gd name="connsiteX80-1121" fmla="*/ 7350 w 10000"/>
              <a:gd name="connsiteY80-1122" fmla="*/ 102 h 10000"/>
              <a:gd name="connsiteX81-1123" fmla="*/ 8700 w 10000"/>
              <a:gd name="connsiteY81-1124" fmla="*/ 325 h 10000"/>
              <a:gd name="connsiteX82-1125" fmla="*/ 9450 w 10000"/>
              <a:gd name="connsiteY82-1126" fmla="*/ 528 h 10000"/>
              <a:gd name="connsiteX83-1127" fmla="*/ 9750 w 10000"/>
              <a:gd name="connsiteY83-1128" fmla="*/ 650 h 10000"/>
              <a:gd name="connsiteX84-1129" fmla="*/ 9750 w 10000"/>
              <a:gd name="connsiteY84-1130" fmla="*/ 650 h 10000"/>
              <a:gd name="connsiteX85-1131" fmla="*/ 9450 w 10000"/>
              <a:gd name="connsiteY85-1132" fmla="*/ 752 h 10000"/>
              <a:gd name="connsiteX86-1133" fmla="*/ 9450 w 10000"/>
              <a:gd name="connsiteY86-1134" fmla="*/ 976 h 10000"/>
              <a:gd name="connsiteX87-1135" fmla="*/ 9450 w 10000"/>
              <a:gd name="connsiteY87-1136" fmla="*/ 1077 h 10000"/>
              <a:gd name="connsiteX88-1137" fmla="*/ 9200 w 10000"/>
              <a:gd name="connsiteY88-1138" fmla="*/ 1280 h 10000"/>
              <a:gd name="connsiteX89-1139" fmla="*/ 9200 w 10000"/>
              <a:gd name="connsiteY89-1140" fmla="*/ 1606 h 10000"/>
              <a:gd name="connsiteX90-1141" fmla="*/ 9200 w 10000"/>
              <a:gd name="connsiteY90-1142" fmla="*/ 1931 h 10000"/>
              <a:gd name="connsiteX91-1143" fmla="*/ 9450 w 10000"/>
              <a:gd name="connsiteY91-1144" fmla="*/ 2358 h 10000"/>
              <a:gd name="connsiteX92-1145" fmla="*/ 9450 w 10000"/>
              <a:gd name="connsiteY92-1146" fmla="*/ 2358 h 10000"/>
              <a:gd name="connsiteX0-1147" fmla="*/ 9450 w 10000"/>
              <a:gd name="connsiteY0-1148" fmla="*/ 2358 h 10000"/>
              <a:gd name="connsiteX1-1149" fmla="*/ 9450 w 10000"/>
              <a:gd name="connsiteY1-1150" fmla="*/ 2581 h 10000"/>
              <a:gd name="connsiteX2-1151" fmla="*/ 9450 w 10000"/>
              <a:gd name="connsiteY2-1152" fmla="*/ 2907 h 10000"/>
              <a:gd name="connsiteX3-1153" fmla="*/ 9450 w 10000"/>
              <a:gd name="connsiteY3-1154" fmla="*/ 3333 h 10000"/>
              <a:gd name="connsiteX4-1155" fmla="*/ 9750 w 10000"/>
              <a:gd name="connsiteY4-1156" fmla="*/ 3760 h 10000"/>
              <a:gd name="connsiteX5-1157" fmla="*/ 9750 w 10000"/>
              <a:gd name="connsiteY5-1158" fmla="*/ 4187 h 10000"/>
              <a:gd name="connsiteX6-1159" fmla="*/ 9750 w 10000"/>
              <a:gd name="connsiteY6-1160" fmla="*/ 4837 h 10000"/>
              <a:gd name="connsiteX7-1161" fmla="*/ 9750 w 10000"/>
              <a:gd name="connsiteY7-1162" fmla="*/ 5366 h 10000"/>
              <a:gd name="connsiteX8-1163" fmla="*/ 9750 w 10000"/>
              <a:gd name="connsiteY8-1164" fmla="*/ 6118 h 10000"/>
              <a:gd name="connsiteX9-1165" fmla="*/ 10000 w 10000"/>
              <a:gd name="connsiteY9-1166" fmla="*/ 6768 h 10000"/>
              <a:gd name="connsiteX10-1167" fmla="*/ 10000 w 10000"/>
              <a:gd name="connsiteY10-1168" fmla="*/ 7317 h 10000"/>
              <a:gd name="connsiteX11-1169" fmla="*/ 9750 w 10000"/>
              <a:gd name="connsiteY11-1170" fmla="*/ 7846 h 10000"/>
              <a:gd name="connsiteX12-1171" fmla="*/ 9750 w 10000"/>
              <a:gd name="connsiteY12-1172" fmla="*/ 8272 h 10000"/>
              <a:gd name="connsiteX13-1173" fmla="*/ 9450 w 10000"/>
              <a:gd name="connsiteY13-1174" fmla="*/ 8699 h 10000"/>
              <a:gd name="connsiteX14-1175" fmla="*/ 9200 w 10000"/>
              <a:gd name="connsiteY14-1176" fmla="*/ 9024 h 10000"/>
              <a:gd name="connsiteX15-1177" fmla="*/ 9200 w 10000"/>
              <a:gd name="connsiteY15-1178" fmla="*/ 9248 h 10000"/>
              <a:gd name="connsiteX16-1179" fmla="*/ 8700 w 10000"/>
              <a:gd name="connsiteY16-1180" fmla="*/ 9451 h 10000"/>
              <a:gd name="connsiteX17-1181" fmla="*/ 8150 w 10000"/>
              <a:gd name="connsiteY17-1182" fmla="*/ 9675 h 10000"/>
              <a:gd name="connsiteX18-1183" fmla="*/ 7350 w 10000"/>
              <a:gd name="connsiteY18-1184" fmla="*/ 9878 h 10000"/>
              <a:gd name="connsiteX19-1185" fmla="*/ 7100 w 10000"/>
              <a:gd name="connsiteY19-1186" fmla="*/ 10000 h 10000"/>
              <a:gd name="connsiteX20-1187" fmla="*/ 6550 w 10000"/>
              <a:gd name="connsiteY20-1188" fmla="*/ 10000 h 10000"/>
              <a:gd name="connsiteX21-1189" fmla="*/ 6300 w 10000"/>
              <a:gd name="connsiteY21-1190" fmla="*/ 10000 h 10000"/>
              <a:gd name="connsiteX22-1191" fmla="*/ 6050 w 10000"/>
              <a:gd name="connsiteY22-1192" fmla="*/ 9878 h 10000"/>
              <a:gd name="connsiteX23-1193" fmla="*/ 5500 w 10000"/>
              <a:gd name="connsiteY23-1194" fmla="*/ 9776 h 10000"/>
              <a:gd name="connsiteX24-1195" fmla="*/ 5250 w 10000"/>
              <a:gd name="connsiteY24-1196" fmla="*/ 9573 h 10000"/>
              <a:gd name="connsiteX25-1197" fmla="*/ 4700 w 10000"/>
              <a:gd name="connsiteY25-1198" fmla="*/ 9248 h 10000"/>
              <a:gd name="connsiteX26-1199" fmla="*/ 3950 w 10000"/>
              <a:gd name="connsiteY26-1200" fmla="*/ 9024 h 10000"/>
              <a:gd name="connsiteX27-1201" fmla="*/ 3650 w 10000"/>
              <a:gd name="connsiteY27-1202" fmla="*/ 8923 h 10000"/>
              <a:gd name="connsiteX28-1203" fmla="*/ 3150 w 10000"/>
              <a:gd name="connsiteY28-1204" fmla="*/ 8821 h 10000"/>
              <a:gd name="connsiteX29-1205" fmla="*/ 2600 w 10000"/>
              <a:gd name="connsiteY29-1206" fmla="*/ 8699 h 10000"/>
              <a:gd name="connsiteX30-1207" fmla="*/ 2100 w 10000"/>
              <a:gd name="connsiteY30-1208" fmla="*/ 8496 h 10000"/>
              <a:gd name="connsiteX31-1209" fmla="*/ 1550 w 10000"/>
              <a:gd name="connsiteY31-1210" fmla="*/ 8374 h 10000"/>
              <a:gd name="connsiteX32-1211" fmla="*/ 1300 w 10000"/>
              <a:gd name="connsiteY32-1212" fmla="*/ 8272 h 10000"/>
              <a:gd name="connsiteX33-1213" fmla="*/ 750 w 10000"/>
              <a:gd name="connsiteY33-1214" fmla="*/ 8272 h 10000"/>
              <a:gd name="connsiteX34-1215" fmla="*/ 500 w 10000"/>
              <a:gd name="connsiteY34-1216" fmla="*/ 8171 h 10000"/>
              <a:gd name="connsiteX35-1217" fmla="*/ 250 w 10000"/>
              <a:gd name="connsiteY35-1218" fmla="*/ 8069 h 10000"/>
              <a:gd name="connsiteX36-1219" fmla="*/ 250 w 10000"/>
              <a:gd name="connsiteY36-1220" fmla="*/ 8069 h 10000"/>
              <a:gd name="connsiteX37-1221" fmla="*/ 0 w 10000"/>
              <a:gd name="connsiteY37-1222" fmla="*/ 7947 h 10000"/>
              <a:gd name="connsiteX38-1223" fmla="*/ 0 w 10000"/>
              <a:gd name="connsiteY38-1224" fmla="*/ 7947 h 10000"/>
              <a:gd name="connsiteX39-1225" fmla="*/ 250 w 10000"/>
              <a:gd name="connsiteY39-1226" fmla="*/ 7947 h 10000"/>
              <a:gd name="connsiteX40-1227" fmla="*/ 250 w 10000"/>
              <a:gd name="connsiteY40-1228" fmla="*/ 7947 h 10000"/>
              <a:gd name="connsiteX41-1229" fmla="*/ 500 w 10000"/>
              <a:gd name="connsiteY41-1230" fmla="*/ 7947 h 10000"/>
              <a:gd name="connsiteX42-1231" fmla="*/ 750 w 10000"/>
              <a:gd name="connsiteY42-1232" fmla="*/ 7947 h 10000"/>
              <a:gd name="connsiteX43-1233" fmla="*/ 1050 w 10000"/>
              <a:gd name="connsiteY43-1234" fmla="*/ 7947 h 10000"/>
              <a:gd name="connsiteX44-1235" fmla="*/ 1300 w 10000"/>
              <a:gd name="connsiteY44-1236" fmla="*/ 7947 h 10000"/>
              <a:gd name="connsiteX45-1237" fmla="*/ 1800 w 10000"/>
              <a:gd name="connsiteY45-1238" fmla="*/ 7947 h 10000"/>
              <a:gd name="connsiteX46-1239" fmla="*/ 2350 w 10000"/>
              <a:gd name="connsiteY46-1240" fmla="*/ 7947 h 10000"/>
              <a:gd name="connsiteX47-1241" fmla="*/ 3400 w 10000"/>
              <a:gd name="connsiteY47-1242" fmla="*/ 8069 h 10000"/>
              <a:gd name="connsiteX48-1243" fmla="*/ 4200 w 10000"/>
              <a:gd name="connsiteY48-1244" fmla="*/ 8069 h 10000"/>
              <a:gd name="connsiteX49-1245" fmla="*/ 5000 w 10000"/>
              <a:gd name="connsiteY49-1246" fmla="*/ 8069 h 10000"/>
              <a:gd name="connsiteX50-1247" fmla="*/ 5500 w 10000"/>
              <a:gd name="connsiteY50-1248" fmla="*/ 8069 h 10000"/>
              <a:gd name="connsiteX51-1249" fmla="*/ 6050 w 10000"/>
              <a:gd name="connsiteY51-1250" fmla="*/ 8069 h 10000"/>
              <a:gd name="connsiteX52-1251" fmla="*/ 6300 w 10000"/>
              <a:gd name="connsiteY52-1252" fmla="*/ 7947 h 10000"/>
              <a:gd name="connsiteX53-1253" fmla="*/ 6550 w 10000"/>
              <a:gd name="connsiteY53-1254" fmla="*/ 7744 h 10000"/>
              <a:gd name="connsiteX54-1255" fmla="*/ 6850 w 10000"/>
              <a:gd name="connsiteY54-1256" fmla="*/ 7520 h 10000"/>
              <a:gd name="connsiteX55-1257" fmla="*/ 7100 w 10000"/>
              <a:gd name="connsiteY55-1258" fmla="*/ 7317 h 10000"/>
              <a:gd name="connsiteX56-1259" fmla="*/ 7100 w 10000"/>
              <a:gd name="connsiteY56-1260" fmla="*/ 6992 h 10000"/>
              <a:gd name="connsiteX57-1261" fmla="*/ 7100 w 10000"/>
              <a:gd name="connsiteY57-1262" fmla="*/ 6565 h 10000"/>
              <a:gd name="connsiteX58-1263" fmla="*/ 7100 w 10000"/>
              <a:gd name="connsiteY58-1264" fmla="*/ 6016 h 10000"/>
              <a:gd name="connsiteX59-1265" fmla="*/ 7100 w 10000"/>
              <a:gd name="connsiteY59-1266" fmla="*/ 5691 h 10000"/>
              <a:gd name="connsiteX60-1267" fmla="*/ 7100 w 10000"/>
              <a:gd name="connsiteY60-1268" fmla="*/ 5488 h 10000"/>
              <a:gd name="connsiteX61-1269" fmla="*/ 7100 w 10000"/>
              <a:gd name="connsiteY61-1270" fmla="*/ 5041 h 10000"/>
              <a:gd name="connsiteX62-1271" fmla="*/ 7100 w 10000"/>
              <a:gd name="connsiteY62-1272" fmla="*/ 4736 h 10000"/>
              <a:gd name="connsiteX63-1273" fmla="*/ 7100 w 10000"/>
              <a:gd name="connsiteY63-1274" fmla="*/ 4411 h 10000"/>
              <a:gd name="connsiteX64-1275" fmla="*/ 7100 w 10000"/>
              <a:gd name="connsiteY64-1276" fmla="*/ 3984 h 10000"/>
              <a:gd name="connsiteX65-1277" fmla="*/ 6550 w 10000"/>
              <a:gd name="connsiteY65-1278" fmla="*/ 2256 h 10000"/>
              <a:gd name="connsiteX66-1279" fmla="*/ 6550 w 10000"/>
              <a:gd name="connsiteY66-1280" fmla="*/ 1931 h 10000"/>
              <a:gd name="connsiteX67-1281" fmla="*/ 6300 w 10000"/>
              <a:gd name="connsiteY67-1282" fmla="*/ 1606 h 10000"/>
              <a:gd name="connsiteX68-1283" fmla="*/ 6050 w 10000"/>
              <a:gd name="connsiteY68-1284" fmla="*/ 1402 h 10000"/>
              <a:gd name="connsiteX69-1285" fmla="*/ 5800 w 10000"/>
              <a:gd name="connsiteY69-1286" fmla="*/ 1179 h 10000"/>
              <a:gd name="connsiteX70-1287" fmla="*/ 5500 w 10000"/>
              <a:gd name="connsiteY70-1288" fmla="*/ 976 h 10000"/>
              <a:gd name="connsiteX71-1289" fmla="*/ 5250 w 10000"/>
              <a:gd name="connsiteY71-1290" fmla="*/ 854 h 10000"/>
              <a:gd name="connsiteX72-1291" fmla="*/ 5000 w 10000"/>
              <a:gd name="connsiteY72-1292" fmla="*/ 650 h 10000"/>
              <a:gd name="connsiteX73-1293" fmla="*/ 4700 w 10000"/>
              <a:gd name="connsiteY73-1294" fmla="*/ 427 h 10000"/>
              <a:gd name="connsiteX74-1295" fmla="*/ 4700 w 10000"/>
              <a:gd name="connsiteY74-1296" fmla="*/ 325 h 10000"/>
              <a:gd name="connsiteX75-1297" fmla="*/ 4700 w 10000"/>
              <a:gd name="connsiteY75-1298" fmla="*/ 224 h 10000"/>
              <a:gd name="connsiteX76-1299" fmla="*/ 5000 w 10000"/>
              <a:gd name="connsiteY76-1300" fmla="*/ 102 h 10000"/>
              <a:gd name="connsiteX77-1301" fmla="*/ 5250 w 10000"/>
              <a:gd name="connsiteY77-1302" fmla="*/ 0 h 10000"/>
              <a:gd name="connsiteX78-1303" fmla="*/ 6050 w 10000"/>
              <a:gd name="connsiteY78-1304" fmla="*/ 0 h 10000"/>
              <a:gd name="connsiteX79-1305" fmla="*/ 6550 w 10000"/>
              <a:gd name="connsiteY79-1306" fmla="*/ 0 h 10000"/>
              <a:gd name="connsiteX80-1307" fmla="*/ 8700 w 10000"/>
              <a:gd name="connsiteY80-1308" fmla="*/ 325 h 10000"/>
              <a:gd name="connsiteX81-1309" fmla="*/ 9450 w 10000"/>
              <a:gd name="connsiteY81-1310" fmla="*/ 528 h 10000"/>
              <a:gd name="connsiteX82-1311" fmla="*/ 9750 w 10000"/>
              <a:gd name="connsiteY82-1312" fmla="*/ 650 h 10000"/>
              <a:gd name="connsiteX83-1313" fmla="*/ 9750 w 10000"/>
              <a:gd name="connsiteY83-1314" fmla="*/ 650 h 10000"/>
              <a:gd name="connsiteX84-1315" fmla="*/ 9450 w 10000"/>
              <a:gd name="connsiteY84-1316" fmla="*/ 752 h 10000"/>
              <a:gd name="connsiteX85-1317" fmla="*/ 9450 w 10000"/>
              <a:gd name="connsiteY85-1318" fmla="*/ 976 h 10000"/>
              <a:gd name="connsiteX86-1319" fmla="*/ 9450 w 10000"/>
              <a:gd name="connsiteY86-1320" fmla="*/ 1077 h 10000"/>
              <a:gd name="connsiteX87-1321" fmla="*/ 9200 w 10000"/>
              <a:gd name="connsiteY87-1322" fmla="*/ 1280 h 10000"/>
              <a:gd name="connsiteX88-1323" fmla="*/ 9200 w 10000"/>
              <a:gd name="connsiteY88-1324" fmla="*/ 1606 h 10000"/>
              <a:gd name="connsiteX89-1325" fmla="*/ 9200 w 10000"/>
              <a:gd name="connsiteY89-1326" fmla="*/ 1931 h 10000"/>
              <a:gd name="connsiteX90-1327" fmla="*/ 9450 w 10000"/>
              <a:gd name="connsiteY90-1328" fmla="*/ 2358 h 10000"/>
              <a:gd name="connsiteX91-1329" fmla="*/ 9450 w 10000"/>
              <a:gd name="connsiteY91-1330" fmla="*/ 2358 h 10000"/>
              <a:gd name="connsiteX0-1331" fmla="*/ 9450 w 10000"/>
              <a:gd name="connsiteY0-1332" fmla="*/ 2358 h 10000"/>
              <a:gd name="connsiteX1-1333" fmla="*/ 9450 w 10000"/>
              <a:gd name="connsiteY1-1334" fmla="*/ 2581 h 10000"/>
              <a:gd name="connsiteX2-1335" fmla="*/ 9450 w 10000"/>
              <a:gd name="connsiteY2-1336" fmla="*/ 2907 h 10000"/>
              <a:gd name="connsiteX3-1337" fmla="*/ 9450 w 10000"/>
              <a:gd name="connsiteY3-1338" fmla="*/ 3333 h 10000"/>
              <a:gd name="connsiteX4-1339" fmla="*/ 9750 w 10000"/>
              <a:gd name="connsiteY4-1340" fmla="*/ 3760 h 10000"/>
              <a:gd name="connsiteX5-1341" fmla="*/ 9750 w 10000"/>
              <a:gd name="connsiteY5-1342" fmla="*/ 4187 h 10000"/>
              <a:gd name="connsiteX6-1343" fmla="*/ 9750 w 10000"/>
              <a:gd name="connsiteY6-1344" fmla="*/ 4837 h 10000"/>
              <a:gd name="connsiteX7-1345" fmla="*/ 9750 w 10000"/>
              <a:gd name="connsiteY7-1346" fmla="*/ 5366 h 10000"/>
              <a:gd name="connsiteX8-1347" fmla="*/ 9750 w 10000"/>
              <a:gd name="connsiteY8-1348" fmla="*/ 6118 h 10000"/>
              <a:gd name="connsiteX9-1349" fmla="*/ 10000 w 10000"/>
              <a:gd name="connsiteY9-1350" fmla="*/ 6768 h 10000"/>
              <a:gd name="connsiteX10-1351" fmla="*/ 10000 w 10000"/>
              <a:gd name="connsiteY10-1352" fmla="*/ 7317 h 10000"/>
              <a:gd name="connsiteX11-1353" fmla="*/ 9750 w 10000"/>
              <a:gd name="connsiteY11-1354" fmla="*/ 7846 h 10000"/>
              <a:gd name="connsiteX12-1355" fmla="*/ 9750 w 10000"/>
              <a:gd name="connsiteY12-1356" fmla="*/ 8272 h 10000"/>
              <a:gd name="connsiteX13-1357" fmla="*/ 9450 w 10000"/>
              <a:gd name="connsiteY13-1358" fmla="*/ 8699 h 10000"/>
              <a:gd name="connsiteX14-1359" fmla="*/ 9200 w 10000"/>
              <a:gd name="connsiteY14-1360" fmla="*/ 9024 h 10000"/>
              <a:gd name="connsiteX15-1361" fmla="*/ 9200 w 10000"/>
              <a:gd name="connsiteY15-1362" fmla="*/ 9248 h 10000"/>
              <a:gd name="connsiteX16-1363" fmla="*/ 8700 w 10000"/>
              <a:gd name="connsiteY16-1364" fmla="*/ 9451 h 10000"/>
              <a:gd name="connsiteX17-1365" fmla="*/ 8150 w 10000"/>
              <a:gd name="connsiteY17-1366" fmla="*/ 9675 h 10000"/>
              <a:gd name="connsiteX18-1367" fmla="*/ 7350 w 10000"/>
              <a:gd name="connsiteY18-1368" fmla="*/ 9878 h 10000"/>
              <a:gd name="connsiteX19-1369" fmla="*/ 7100 w 10000"/>
              <a:gd name="connsiteY19-1370" fmla="*/ 10000 h 10000"/>
              <a:gd name="connsiteX20-1371" fmla="*/ 6550 w 10000"/>
              <a:gd name="connsiteY20-1372" fmla="*/ 10000 h 10000"/>
              <a:gd name="connsiteX21-1373" fmla="*/ 6300 w 10000"/>
              <a:gd name="connsiteY21-1374" fmla="*/ 10000 h 10000"/>
              <a:gd name="connsiteX22-1375" fmla="*/ 6050 w 10000"/>
              <a:gd name="connsiteY22-1376" fmla="*/ 9878 h 10000"/>
              <a:gd name="connsiteX23-1377" fmla="*/ 5500 w 10000"/>
              <a:gd name="connsiteY23-1378" fmla="*/ 9776 h 10000"/>
              <a:gd name="connsiteX24-1379" fmla="*/ 5250 w 10000"/>
              <a:gd name="connsiteY24-1380" fmla="*/ 9573 h 10000"/>
              <a:gd name="connsiteX25-1381" fmla="*/ 4700 w 10000"/>
              <a:gd name="connsiteY25-1382" fmla="*/ 9248 h 10000"/>
              <a:gd name="connsiteX26-1383" fmla="*/ 3950 w 10000"/>
              <a:gd name="connsiteY26-1384" fmla="*/ 9024 h 10000"/>
              <a:gd name="connsiteX27-1385" fmla="*/ 3650 w 10000"/>
              <a:gd name="connsiteY27-1386" fmla="*/ 8923 h 10000"/>
              <a:gd name="connsiteX28-1387" fmla="*/ 3150 w 10000"/>
              <a:gd name="connsiteY28-1388" fmla="*/ 8821 h 10000"/>
              <a:gd name="connsiteX29-1389" fmla="*/ 2600 w 10000"/>
              <a:gd name="connsiteY29-1390" fmla="*/ 8699 h 10000"/>
              <a:gd name="connsiteX30-1391" fmla="*/ 2100 w 10000"/>
              <a:gd name="connsiteY30-1392" fmla="*/ 8496 h 10000"/>
              <a:gd name="connsiteX31-1393" fmla="*/ 1550 w 10000"/>
              <a:gd name="connsiteY31-1394" fmla="*/ 8374 h 10000"/>
              <a:gd name="connsiteX32-1395" fmla="*/ 1300 w 10000"/>
              <a:gd name="connsiteY32-1396" fmla="*/ 8272 h 10000"/>
              <a:gd name="connsiteX33-1397" fmla="*/ 750 w 10000"/>
              <a:gd name="connsiteY33-1398" fmla="*/ 8272 h 10000"/>
              <a:gd name="connsiteX34-1399" fmla="*/ 500 w 10000"/>
              <a:gd name="connsiteY34-1400" fmla="*/ 8171 h 10000"/>
              <a:gd name="connsiteX35-1401" fmla="*/ 250 w 10000"/>
              <a:gd name="connsiteY35-1402" fmla="*/ 8069 h 10000"/>
              <a:gd name="connsiteX36-1403" fmla="*/ 250 w 10000"/>
              <a:gd name="connsiteY36-1404" fmla="*/ 8069 h 10000"/>
              <a:gd name="connsiteX37-1405" fmla="*/ 0 w 10000"/>
              <a:gd name="connsiteY37-1406" fmla="*/ 7947 h 10000"/>
              <a:gd name="connsiteX38-1407" fmla="*/ 0 w 10000"/>
              <a:gd name="connsiteY38-1408" fmla="*/ 7947 h 10000"/>
              <a:gd name="connsiteX39-1409" fmla="*/ 250 w 10000"/>
              <a:gd name="connsiteY39-1410" fmla="*/ 7947 h 10000"/>
              <a:gd name="connsiteX40-1411" fmla="*/ 250 w 10000"/>
              <a:gd name="connsiteY40-1412" fmla="*/ 7947 h 10000"/>
              <a:gd name="connsiteX41-1413" fmla="*/ 500 w 10000"/>
              <a:gd name="connsiteY41-1414" fmla="*/ 7947 h 10000"/>
              <a:gd name="connsiteX42-1415" fmla="*/ 750 w 10000"/>
              <a:gd name="connsiteY42-1416" fmla="*/ 7947 h 10000"/>
              <a:gd name="connsiteX43-1417" fmla="*/ 1050 w 10000"/>
              <a:gd name="connsiteY43-1418" fmla="*/ 7947 h 10000"/>
              <a:gd name="connsiteX44-1419" fmla="*/ 1300 w 10000"/>
              <a:gd name="connsiteY44-1420" fmla="*/ 7947 h 10000"/>
              <a:gd name="connsiteX45-1421" fmla="*/ 1800 w 10000"/>
              <a:gd name="connsiteY45-1422" fmla="*/ 7947 h 10000"/>
              <a:gd name="connsiteX46-1423" fmla="*/ 2350 w 10000"/>
              <a:gd name="connsiteY46-1424" fmla="*/ 7947 h 10000"/>
              <a:gd name="connsiteX47-1425" fmla="*/ 3400 w 10000"/>
              <a:gd name="connsiteY47-1426" fmla="*/ 8069 h 10000"/>
              <a:gd name="connsiteX48-1427" fmla="*/ 4200 w 10000"/>
              <a:gd name="connsiteY48-1428" fmla="*/ 8069 h 10000"/>
              <a:gd name="connsiteX49-1429" fmla="*/ 5000 w 10000"/>
              <a:gd name="connsiteY49-1430" fmla="*/ 8069 h 10000"/>
              <a:gd name="connsiteX50-1431" fmla="*/ 5500 w 10000"/>
              <a:gd name="connsiteY50-1432" fmla="*/ 8069 h 10000"/>
              <a:gd name="connsiteX51-1433" fmla="*/ 6050 w 10000"/>
              <a:gd name="connsiteY51-1434" fmla="*/ 8069 h 10000"/>
              <a:gd name="connsiteX52-1435" fmla="*/ 6300 w 10000"/>
              <a:gd name="connsiteY52-1436" fmla="*/ 7947 h 10000"/>
              <a:gd name="connsiteX53-1437" fmla="*/ 6550 w 10000"/>
              <a:gd name="connsiteY53-1438" fmla="*/ 7744 h 10000"/>
              <a:gd name="connsiteX54-1439" fmla="*/ 6850 w 10000"/>
              <a:gd name="connsiteY54-1440" fmla="*/ 7520 h 10000"/>
              <a:gd name="connsiteX55-1441" fmla="*/ 7100 w 10000"/>
              <a:gd name="connsiteY55-1442" fmla="*/ 7317 h 10000"/>
              <a:gd name="connsiteX56-1443" fmla="*/ 7100 w 10000"/>
              <a:gd name="connsiteY56-1444" fmla="*/ 6992 h 10000"/>
              <a:gd name="connsiteX57-1445" fmla="*/ 7100 w 10000"/>
              <a:gd name="connsiteY57-1446" fmla="*/ 6565 h 10000"/>
              <a:gd name="connsiteX58-1447" fmla="*/ 7100 w 10000"/>
              <a:gd name="connsiteY58-1448" fmla="*/ 6016 h 10000"/>
              <a:gd name="connsiteX59-1449" fmla="*/ 7100 w 10000"/>
              <a:gd name="connsiteY59-1450" fmla="*/ 5691 h 10000"/>
              <a:gd name="connsiteX60-1451" fmla="*/ 7100 w 10000"/>
              <a:gd name="connsiteY60-1452" fmla="*/ 5488 h 10000"/>
              <a:gd name="connsiteX61-1453" fmla="*/ 7100 w 10000"/>
              <a:gd name="connsiteY61-1454" fmla="*/ 5041 h 10000"/>
              <a:gd name="connsiteX62-1455" fmla="*/ 7100 w 10000"/>
              <a:gd name="connsiteY62-1456" fmla="*/ 4736 h 10000"/>
              <a:gd name="connsiteX63-1457" fmla="*/ 7100 w 10000"/>
              <a:gd name="connsiteY63-1458" fmla="*/ 4411 h 10000"/>
              <a:gd name="connsiteX64-1459" fmla="*/ 7100 w 10000"/>
              <a:gd name="connsiteY64-1460" fmla="*/ 3984 h 10000"/>
              <a:gd name="connsiteX65-1461" fmla="*/ 6550 w 10000"/>
              <a:gd name="connsiteY65-1462" fmla="*/ 2256 h 10000"/>
              <a:gd name="connsiteX66-1463" fmla="*/ 6550 w 10000"/>
              <a:gd name="connsiteY66-1464" fmla="*/ 1931 h 10000"/>
              <a:gd name="connsiteX67-1465" fmla="*/ 6300 w 10000"/>
              <a:gd name="connsiteY67-1466" fmla="*/ 1606 h 10000"/>
              <a:gd name="connsiteX68-1467" fmla="*/ 6050 w 10000"/>
              <a:gd name="connsiteY68-1468" fmla="*/ 1402 h 10000"/>
              <a:gd name="connsiteX69-1469" fmla="*/ 5800 w 10000"/>
              <a:gd name="connsiteY69-1470" fmla="*/ 1179 h 10000"/>
              <a:gd name="connsiteX70-1471" fmla="*/ 5500 w 10000"/>
              <a:gd name="connsiteY70-1472" fmla="*/ 976 h 10000"/>
              <a:gd name="connsiteX71-1473" fmla="*/ 5250 w 10000"/>
              <a:gd name="connsiteY71-1474" fmla="*/ 854 h 10000"/>
              <a:gd name="connsiteX72-1475" fmla="*/ 5000 w 10000"/>
              <a:gd name="connsiteY72-1476" fmla="*/ 650 h 10000"/>
              <a:gd name="connsiteX73-1477" fmla="*/ 4700 w 10000"/>
              <a:gd name="connsiteY73-1478" fmla="*/ 427 h 10000"/>
              <a:gd name="connsiteX74-1479" fmla="*/ 4700 w 10000"/>
              <a:gd name="connsiteY74-1480" fmla="*/ 325 h 10000"/>
              <a:gd name="connsiteX75-1481" fmla="*/ 4700 w 10000"/>
              <a:gd name="connsiteY75-1482" fmla="*/ 224 h 10000"/>
              <a:gd name="connsiteX76-1483" fmla="*/ 5000 w 10000"/>
              <a:gd name="connsiteY76-1484" fmla="*/ 102 h 10000"/>
              <a:gd name="connsiteX77-1485" fmla="*/ 5250 w 10000"/>
              <a:gd name="connsiteY77-1486" fmla="*/ 0 h 10000"/>
              <a:gd name="connsiteX78-1487" fmla="*/ 6050 w 10000"/>
              <a:gd name="connsiteY78-1488" fmla="*/ 0 h 10000"/>
              <a:gd name="connsiteX79-1489" fmla="*/ 8700 w 10000"/>
              <a:gd name="connsiteY79-1490" fmla="*/ 325 h 10000"/>
              <a:gd name="connsiteX80-1491" fmla="*/ 9450 w 10000"/>
              <a:gd name="connsiteY80-1492" fmla="*/ 528 h 10000"/>
              <a:gd name="connsiteX81-1493" fmla="*/ 9750 w 10000"/>
              <a:gd name="connsiteY81-1494" fmla="*/ 650 h 10000"/>
              <a:gd name="connsiteX82-1495" fmla="*/ 9750 w 10000"/>
              <a:gd name="connsiteY82-1496" fmla="*/ 650 h 10000"/>
              <a:gd name="connsiteX83-1497" fmla="*/ 9450 w 10000"/>
              <a:gd name="connsiteY83-1498" fmla="*/ 752 h 10000"/>
              <a:gd name="connsiteX84-1499" fmla="*/ 9450 w 10000"/>
              <a:gd name="connsiteY84-1500" fmla="*/ 976 h 10000"/>
              <a:gd name="connsiteX85-1501" fmla="*/ 9450 w 10000"/>
              <a:gd name="connsiteY85-1502" fmla="*/ 1077 h 10000"/>
              <a:gd name="connsiteX86-1503" fmla="*/ 9200 w 10000"/>
              <a:gd name="connsiteY86-1504" fmla="*/ 1280 h 10000"/>
              <a:gd name="connsiteX87-1505" fmla="*/ 9200 w 10000"/>
              <a:gd name="connsiteY87-1506" fmla="*/ 1606 h 10000"/>
              <a:gd name="connsiteX88-1507" fmla="*/ 9200 w 10000"/>
              <a:gd name="connsiteY88-1508" fmla="*/ 1931 h 10000"/>
              <a:gd name="connsiteX89-1509" fmla="*/ 9450 w 10000"/>
              <a:gd name="connsiteY89-1510" fmla="*/ 2358 h 10000"/>
              <a:gd name="connsiteX90-1511" fmla="*/ 9450 w 10000"/>
              <a:gd name="connsiteY90-1512" fmla="*/ 2358 h 10000"/>
              <a:gd name="connsiteX0-1513" fmla="*/ 9450 w 10000"/>
              <a:gd name="connsiteY0-1514" fmla="*/ 2358 h 10000"/>
              <a:gd name="connsiteX1-1515" fmla="*/ 9450 w 10000"/>
              <a:gd name="connsiteY1-1516" fmla="*/ 2581 h 10000"/>
              <a:gd name="connsiteX2-1517" fmla="*/ 9450 w 10000"/>
              <a:gd name="connsiteY2-1518" fmla="*/ 2907 h 10000"/>
              <a:gd name="connsiteX3-1519" fmla="*/ 9450 w 10000"/>
              <a:gd name="connsiteY3-1520" fmla="*/ 3333 h 10000"/>
              <a:gd name="connsiteX4-1521" fmla="*/ 9750 w 10000"/>
              <a:gd name="connsiteY4-1522" fmla="*/ 3760 h 10000"/>
              <a:gd name="connsiteX5-1523" fmla="*/ 9750 w 10000"/>
              <a:gd name="connsiteY5-1524" fmla="*/ 4187 h 10000"/>
              <a:gd name="connsiteX6-1525" fmla="*/ 9750 w 10000"/>
              <a:gd name="connsiteY6-1526" fmla="*/ 4837 h 10000"/>
              <a:gd name="connsiteX7-1527" fmla="*/ 9750 w 10000"/>
              <a:gd name="connsiteY7-1528" fmla="*/ 5366 h 10000"/>
              <a:gd name="connsiteX8-1529" fmla="*/ 9750 w 10000"/>
              <a:gd name="connsiteY8-1530" fmla="*/ 6118 h 10000"/>
              <a:gd name="connsiteX9-1531" fmla="*/ 10000 w 10000"/>
              <a:gd name="connsiteY9-1532" fmla="*/ 6768 h 10000"/>
              <a:gd name="connsiteX10-1533" fmla="*/ 10000 w 10000"/>
              <a:gd name="connsiteY10-1534" fmla="*/ 7317 h 10000"/>
              <a:gd name="connsiteX11-1535" fmla="*/ 9750 w 10000"/>
              <a:gd name="connsiteY11-1536" fmla="*/ 7846 h 10000"/>
              <a:gd name="connsiteX12-1537" fmla="*/ 9750 w 10000"/>
              <a:gd name="connsiteY12-1538" fmla="*/ 8272 h 10000"/>
              <a:gd name="connsiteX13-1539" fmla="*/ 9450 w 10000"/>
              <a:gd name="connsiteY13-1540" fmla="*/ 8699 h 10000"/>
              <a:gd name="connsiteX14-1541" fmla="*/ 9200 w 10000"/>
              <a:gd name="connsiteY14-1542" fmla="*/ 9024 h 10000"/>
              <a:gd name="connsiteX15-1543" fmla="*/ 9200 w 10000"/>
              <a:gd name="connsiteY15-1544" fmla="*/ 9248 h 10000"/>
              <a:gd name="connsiteX16-1545" fmla="*/ 8700 w 10000"/>
              <a:gd name="connsiteY16-1546" fmla="*/ 9451 h 10000"/>
              <a:gd name="connsiteX17-1547" fmla="*/ 8150 w 10000"/>
              <a:gd name="connsiteY17-1548" fmla="*/ 9675 h 10000"/>
              <a:gd name="connsiteX18-1549" fmla="*/ 7350 w 10000"/>
              <a:gd name="connsiteY18-1550" fmla="*/ 9878 h 10000"/>
              <a:gd name="connsiteX19-1551" fmla="*/ 7100 w 10000"/>
              <a:gd name="connsiteY19-1552" fmla="*/ 10000 h 10000"/>
              <a:gd name="connsiteX20-1553" fmla="*/ 6550 w 10000"/>
              <a:gd name="connsiteY20-1554" fmla="*/ 10000 h 10000"/>
              <a:gd name="connsiteX21-1555" fmla="*/ 6300 w 10000"/>
              <a:gd name="connsiteY21-1556" fmla="*/ 10000 h 10000"/>
              <a:gd name="connsiteX22-1557" fmla="*/ 6050 w 10000"/>
              <a:gd name="connsiteY22-1558" fmla="*/ 9878 h 10000"/>
              <a:gd name="connsiteX23-1559" fmla="*/ 5500 w 10000"/>
              <a:gd name="connsiteY23-1560" fmla="*/ 9776 h 10000"/>
              <a:gd name="connsiteX24-1561" fmla="*/ 5250 w 10000"/>
              <a:gd name="connsiteY24-1562" fmla="*/ 9573 h 10000"/>
              <a:gd name="connsiteX25-1563" fmla="*/ 4700 w 10000"/>
              <a:gd name="connsiteY25-1564" fmla="*/ 9248 h 10000"/>
              <a:gd name="connsiteX26-1565" fmla="*/ 3950 w 10000"/>
              <a:gd name="connsiteY26-1566" fmla="*/ 9024 h 10000"/>
              <a:gd name="connsiteX27-1567" fmla="*/ 3650 w 10000"/>
              <a:gd name="connsiteY27-1568" fmla="*/ 8923 h 10000"/>
              <a:gd name="connsiteX28-1569" fmla="*/ 3150 w 10000"/>
              <a:gd name="connsiteY28-1570" fmla="*/ 8821 h 10000"/>
              <a:gd name="connsiteX29-1571" fmla="*/ 2600 w 10000"/>
              <a:gd name="connsiteY29-1572" fmla="*/ 8699 h 10000"/>
              <a:gd name="connsiteX30-1573" fmla="*/ 2100 w 10000"/>
              <a:gd name="connsiteY30-1574" fmla="*/ 8496 h 10000"/>
              <a:gd name="connsiteX31-1575" fmla="*/ 1550 w 10000"/>
              <a:gd name="connsiteY31-1576" fmla="*/ 8374 h 10000"/>
              <a:gd name="connsiteX32-1577" fmla="*/ 1300 w 10000"/>
              <a:gd name="connsiteY32-1578" fmla="*/ 8272 h 10000"/>
              <a:gd name="connsiteX33-1579" fmla="*/ 750 w 10000"/>
              <a:gd name="connsiteY33-1580" fmla="*/ 8272 h 10000"/>
              <a:gd name="connsiteX34-1581" fmla="*/ 500 w 10000"/>
              <a:gd name="connsiteY34-1582" fmla="*/ 8171 h 10000"/>
              <a:gd name="connsiteX35-1583" fmla="*/ 250 w 10000"/>
              <a:gd name="connsiteY35-1584" fmla="*/ 8069 h 10000"/>
              <a:gd name="connsiteX36-1585" fmla="*/ 250 w 10000"/>
              <a:gd name="connsiteY36-1586" fmla="*/ 8069 h 10000"/>
              <a:gd name="connsiteX37-1587" fmla="*/ 0 w 10000"/>
              <a:gd name="connsiteY37-1588" fmla="*/ 7947 h 10000"/>
              <a:gd name="connsiteX38-1589" fmla="*/ 0 w 10000"/>
              <a:gd name="connsiteY38-1590" fmla="*/ 7947 h 10000"/>
              <a:gd name="connsiteX39-1591" fmla="*/ 250 w 10000"/>
              <a:gd name="connsiteY39-1592" fmla="*/ 7947 h 10000"/>
              <a:gd name="connsiteX40-1593" fmla="*/ 250 w 10000"/>
              <a:gd name="connsiteY40-1594" fmla="*/ 7947 h 10000"/>
              <a:gd name="connsiteX41-1595" fmla="*/ 500 w 10000"/>
              <a:gd name="connsiteY41-1596" fmla="*/ 7947 h 10000"/>
              <a:gd name="connsiteX42-1597" fmla="*/ 750 w 10000"/>
              <a:gd name="connsiteY42-1598" fmla="*/ 7947 h 10000"/>
              <a:gd name="connsiteX43-1599" fmla="*/ 1050 w 10000"/>
              <a:gd name="connsiteY43-1600" fmla="*/ 7947 h 10000"/>
              <a:gd name="connsiteX44-1601" fmla="*/ 1300 w 10000"/>
              <a:gd name="connsiteY44-1602" fmla="*/ 7947 h 10000"/>
              <a:gd name="connsiteX45-1603" fmla="*/ 1800 w 10000"/>
              <a:gd name="connsiteY45-1604" fmla="*/ 7947 h 10000"/>
              <a:gd name="connsiteX46-1605" fmla="*/ 2350 w 10000"/>
              <a:gd name="connsiteY46-1606" fmla="*/ 7947 h 10000"/>
              <a:gd name="connsiteX47-1607" fmla="*/ 3400 w 10000"/>
              <a:gd name="connsiteY47-1608" fmla="*/ 8069 h 10000"/>
              <a:gd name="connsiteX48-1609" fmla="*/ 4200 w 10000"/>
              <a:gd name="connsiteY48-1610" fmla="*/ 8069 h 10000"/>
              <a:gd name="connsiteX49-1611" fmla="*/ 5000 w 10000"/>
              <a:gd name="connsiteY49-1612" fmla="*/ 8069 h 10000"/>
              <a:gd name="connsiteX50-1613" fmla="*/ 5500 w 10000"/>
              <a:gd name="connsiteY50-1614" fmla="*/ 8069 h 10000"/>
              <a:gd name="connsiteX51-1615" fmla="*/ 6050 w 10000"/>
              <a:gd name="connsiteY51-1616" fmla="*/ 8069 h 10000"/>
              <a:gd name="connsiteX52-1617" fmla="*/ 6300 w 10000"/>
              <a:gd name="connsiteY52-1618" fmla="*/ 7947 h 10000"/>
              <a:gd name="connsiteX53-1619" fmla="*/ 6550 w 10000"/>
              <a:gd name="connsiteY53-1620" fmla="*/ 7744 h 10000"/>
              <a:gd name="connsiteX54-1621" fmla="*/ 6850 w 10000"/>
              <a:gd name="connsiteY54-1622" fmla="*/ 7520 h 10000"/>
              <a:gd name="connsiteX55-1623" fmla="*/ 7100 w 10000"/>
              <a:gd name="connsiteY55-1624" fmla="*/ 7317 h 10000"/>
              <a:gd name="connsiteX56-1625" fmla="*/ 7100 w 10000"/>
              <a:gd name="connsiteY56-1626" fmla="*/ 6992 h 10000"/>
              <a:gd name="connsiteX57-1627" fmla="*/ 7100 w 10000"/>
              <a:gd name="connsiteY57-1628" fmla="*/ 6565 h 10000"/>
              <a:gd name="connsiteX58-1629" fmla="*/ 7100 w 10000"/>
              <a:gd name="connsiteY58-1630" fmla="*/ 6016 h 10000"/>
              <a:gd name="connsiteX59-1631" fmla="*/ 7100 w 10000"/>
              <a:gd name="connsiteY59-1632" fmla="*/ 5691 h 10000"/>
              <a:gd name="connsiteX60-1633" fmla="*/ 7100 w 10000"/>
              <a:gd name="connsiteY60-1634" fmla="*/ 5488 h 10000"/>
              <a:gd name="connsiteX61-1635" fmla="*/ 7100 w 10000"/>
              <a:gd name="connsiteY61-1636" fmla="*/ 5041 h 10000"/>
              <a:gd name="connsiteX62-1637" fmla="*/ 7100 w 10000"/>
              <a:gd name="connsiteY62-1638" fmla="*/ 4736 h 10000"/>
              <a:gd name="connsiteX63-1639" fmla="*/ 7100 w 10000"/>
              <a:gd name="connsiteY63-1640" fmla="*/ 4411 h 10000"/>
              <a:gd name="connsiteX64-1641" fmla="*/ 7100 w 10000"/>
              <a:gd name="connsiteY64-1642" fmla="*/ 3984 h 10000"/>
              <a:gd name="connsiteX65-1643" fmla="*/ 6550 w 10000"/>
              <a:gd name="connsiteY65-1644" fmla="*/ 2256 h 10000"/>
              <a:gd name="connsiteX66-1645" fmla="*/ 6550 w 10000"/>
              <a:gd name="connsiteY66-1646" fmla="*/ 1931 h 10000"/>
              <a:gd name="connsiteX67-1647" fmla="*/ 6300 w 10000"/>
              <a:gd name="connsiteY67-1648" fmla="*/ 1606 h 10000"/>
              <a:gd name="connsiteX68-1649" fmla="*/ 6050 w 10000"/>
              <a:gd name="connsiteY68-1650" fmla="*/ 1402 h 10000"/>
              <a:gd name="connsiteX69-1651" fmla="*/ 5800 w 10000"/>
              <a:gd name="connsiteY69-1652" fmla="*/ 1179 h 10000"/>
              <a:gd name="connsiteX70-1653" fmla="*/ 5500 w 10000"/>
              <a:gd name="connsiteY70-1654" fmla="*/ 976 h 10000"/>
              <a:gd name="connsiteX71-1655" fmla="*/ 5250 w 10000"/>
              <a:gd name="connsiteY71-1656" fmla="*/ 854 h 10000"/>
              <a:gd name="connsiteX72-1657" fmla="*/ 5000 w 10000"/>
              <a:gd name="connsiteY72-1658" fmla="*/ 650 h 10000"/>
              <a:gd name="connsiteX73-1659" fmla="*/ 4700 w 10000"/>
              <a:gd name="connsiteY73-1660" fmla="*/ 427 h 10000"/>
              <a:gd name="connsiteX74-1661" fmla="*/ 4700 w 10000"/>
              <a:gd name="connsiteY74-1662" fmla="*/ 325 h 10000"/>
              <a:gd name="connsiteX75-1663" fmla="*/ 4700 w 10000"/>
              <a:gd name="connsiteY75-1664" fmla="*/ 224 h 10000"/>
              <a:gd name="connsiteX76-1665" fmla="*/ 5000 w 10000"/>
              <a:gd name="connsiteY76-1666" fmla="*/ 102 h 10000"/>
              <a:gd name="connsiteX77-1667" fmla="*/ 5250 w 10000"/>
              <a:gd name="connsiteY77-1668" fmla="*/ 0 h 10000"/>
              <a:gd name="connsiteX78-1669" fmla="*/ 8700 w 10000"/>
              <a:gd name="connsiteY78-1670" fmla="*/ 325 h 10000"/>
              <a:gd name="connsiteX79-1671" fmla="*/ 9450 w 10000"/>
              <a:gd name="connsiteY79-1672" fmla="*/ 528 h 10000"/>
              <a:gd name="connsiteX80-1673" fmla="*/ 9750 w 10000"/>
              <a:gd name="connsiteY80-1674" fmla="*/ 650 h 10000"/>
              <a:gd name="connsiteX81-1675" fmla="*/ 9750 w 10000"/>
              <a:gd name="connsiteY81-1676" fmla="*/ 650 h 10000"/>
              <a:gd name="connsiteX82-1677" fmla="*/ 9450 w 10000"/>
              <a:gd name="connsiteY82-1678" fmla="*/ 752 h 10000"/>
              <a:gd name="connsiteX83-1679" fmla="*/ 9450 w 10000"/>
              <a:gd name="connsiteY83-1680" fmla="*/ 976 h 10000"/>
              <a:gd name="connsiteX84-1681" fmla="*/ 9450 w 10000"/>
              <a:gd name="connsiteY84-1682" fmla="*/ 1077 h 10000"/>
              <a:gd name="connsiteX85-1683" fmla="*/ 9200 w 10000"/>
              <a:gd name="connsiteY85-1684" fmla="*/ 1280 h 10000"/>
              <a:gd name="connsiteX86-1685" fmla="*/ 9200 w 10000"/>
              <a:gd name="connsiteY86-1686" fmla="*/ 1606 h 10000"/>
              <a:gd name="connsiteX87-1687" fmla="*/ 9200 w 10000"/>
              <a:gd name="connsiteY87-1688" fmla="*/ 1931 h 10000"/>
              <a:gd name="connsiteX88-1689" fmla="*/ 9450 w 10000"/>
              <a:gd name="connsiteY88-1690" fmla="*/ 2358 h 10000"/>
              <a:gd name="connsiteX89-1691" fmla="*/ 9450 w 10000"/>
              <a:gd name="connsiteY89-1692" fmla="*/ 2358 h 10000"/>
              <a:gd name="connsiteX0-1693" fmla="*/ 9450 w 10000"/>
              <a:gd name="connsiteY0-1694" fmla="*/ 2256 h 9898"/>
              <a:gd name="connsiteX1-1695" fmla="*/ 9450 w 10000"/>
              <a:gd name="connsiteY1-1696" fmla="*/ 2479 h 9898"/>
              <a:gd name="connsiteX2-1697" fmla="*/ 9450 w 10000"/>
              <a:gd name="connsiteY2-1698" fmla="*/ 2805 h 9898"/>
              <a:gd name="connsiteX3-1699" fmla="*/ 9450 w 10000"/>
              <a:gd name="connsiteY3-1700" fmla="*/ 3231 h 9898"/>
              <a:gd name="connsiteX4-1701" fmla="*/ 9750 w 10000"/>
              <a:gd name="connsiteY4-1702" fmla="*/ 3658 h 9898"/>
              <a:gd name="connsiteX5-1703" fmla="*/ 9750 w 10000"/>
              <a:gd name="connsiteY5-1704" fmla="*/ 4085 h 9898"/>
              <a:gd name="connsiteX6-1705" fmla="*/ 9750 w 10000"/>
              <a:gd name="connsiteY6-1706" fmla="*/ 4735 h 9898"/>
              <a:gd name="connsiteX7-1707" fmla="*/ 9750 w 10000"/>
              <a:gd name="connsiteY7-1708" fmla="*/ 5264 h 9898"/>
              <a:gd name="connsiteX8-1709" fmla="*/ 9750 w 10000"/>
              <a:gd name="connsiteY8-1710" fmla="*/ 6016 h 9898"/>
              <a:gd name="connsiteX9-1711" fmla="*/ 10000 w 10000"/>
              <a:gd name="connsiteY9-1712" fmla="*/ 6666 h 9898"/>
              <a:gd name="connsiteX10-1713" fmla="*/ 10000 w 10000"/>
              <a:gd name="connsiteY10-1714" fmla="*/ 7215 h 9898"/>
              <a:gd name="connsiteX11-1715" fmla="*/ 9750 w 10000"/>
              <a:gd name="connsiteY11-1716" fmla="*/ 7744 h 9898"/>
              <a:gd name="connsiteX12-1717" fmla="*/ 9750 w 10000"/>
              <a:gd name="connsiteY12-1718" fmla="*/ 8170 h 9898"/>
              <a:gd name="connsiteX13-1719" fmla="*/ 9450 w 10000"/>
              <a:gd name="connsiteY13-1720" fmla="*/ 8597 h 9898"/>
              <a:gd name="connsiteX14-1721" fmla="*/ 9200 w 10000"/>
              <a:gd name="connsiteY14-1722" fmla="*/ 8922 h 9898"/>
              <a:gd name="connsiteX15-1723" fmla="*/ 9200 w 10000"/>
              <a:gd name="connsiteY15-1724" fmla="*/ 9146 h 9898"/>
              <a:gd name="connsiteX16-1725" fmla="*/ 8700 w 10000"/>
              <a:gd name="connsiteY16-1726" fmla="*/ 9349 h 9898"/>
              <a:gd name="connsiteX17-1727" fmla="*/ 8150 w 10000"/>
              <a:gd name="connsiteY17-1728" fmla="*/ 9573 h 9898"/>
              <a:gd name="connsiteX18-1729" fmla="*/ 7350 w 10000"/>
              <a:gd name="connsiteY18-1730" fmla="*/ 9776 h 9898"/>
              <a:gd name="connsiteX19-1731" fmla="*/ 7100 w 10000"/>
              <a:gd name="connsiteY19-1732" fmla="*/ 9898 h 9898"/>
              <a:gd name="connsiteX20-1733" fmla="*/ 6550 w 10000"/>
              <a:gd name="connsiteY20-1734" fmla="*/ 9898 h 9898"/>
              <a:gd name="connsiteX21-1735" fmla="*/ 6300 w 10000"/>
              <a:gd name="connsiteY21-1736" fmla="*/ 9898 h 9898"/>
              <a:gd name="connsiteX22-1737" fmla="*/ 6050 w 10000"/>
              <a:gd name="connsiteY22-1738" fmla="*/ 9776 h 9898"/>
              <a:gd name="connsiteX23-1739" fmla="*/ 5500 w 10000"/>
              <a:gd name="connsiteY23-1740" fmla="*/ 9674 h 9898"/>
              <a:gd name="connsiteX24-1741" fmla="*/ 5250 w 10000"/>
              <a:gd name="connsiteY24-1742" fmla="*/ 9471 h 9898"/>
              <a:gd name="connsiteX25-1743" fmla="*/ 4700 w 10000"/>
              <a:gd name="connsiteY25-1744" fmla="*/ 9146 h 9898"/>
              <a:gd name="connsiteX26-1745" fmla="*/ 3950 w 10000"/>
              <a:gd name="connsiteY26-1746" fmla="*/ 8922 h 9898"/>
              <a:gd name="connsiteX27-1747" fmla="*/ 3650 w 10000"/>
              <a:gd name="connsiteY27-1748" fmla="*/ 8821 h 9898"/>
              <a:gd name="connsiteX28-1749" fmla="*/ 3150 w 10000"/>
              <a:gd name="connsiteY28-1750" fmla="*/ 8719 h 9898"/>
              <a:gd name="connsiteX29-1751" fmla="*/ 2600 w 10000"/>
              <a:gd name="connsiteY29-1752" fmla="*/ 8597 h 9898"/>
              <a:gd name="connsiteX30-1753" fmla="*/ 2100 w 10000"/>
              <a:gd name="connsiteY30-1754" fmla="*/ 8394 h 9898"/>
              <a:gd name="connsiteX31-1755" fmla="*/ 1550 w 10000"/>
              <a:gd name="connsiteY31-1756" fmla="*/ 8272 h 9898"/>
              <a:gd name="connsiteX32-1757" fmla="*/ 1300 w 10000"/>
              <a:gd name="connsiteY32-1758" fmla="*/ 8170 h 9898"/>
              <a:gd name="connsiteX33-1759" fmla="*/ 750 w 10000"/>
              <a:gd name="connsiteY33-1760" fmla="*/ 8170 h 9898"/>
              <a:gd name="connsiteX34-1761" fmla="*/ 500 w 10000"/>
              <a:gd name="connsiteY34-1762" fmla="*/ 8069 h 9898"/>
              <a:gd name="connsiteX35-1763" fmla="*/ 250 w 10000"/>
              <a:gd name="connsiteY35-1764" fmla="*/ 7967 h 9898"/>
              <a:gd name="connsiteX36-1765" fmla="*/ 250 w 10000"/>
              <a:gd name="connsiteY36-1766" fmla="*/ 7967 h 9898"/>
              <a:gd name="connsiteX37-1767" fmla="*/ 0 w 10000"/>
              <a:gd name="connsiteY37-1768" fmla="*/ 7845 h 9898"/>
              <a:gd name="connsiteX38-1769" fmla="*/ 0 w 10000"/>
              <a:gd name="connsiteY38-1770" fmla="*/ 7845 h 9898"/>
              <a:gd name="connsiteX39-1771" fmla="*/ 250 w 10000"/>
              <a:gd name="connsiteY39-1772" fmla="*/ 7845 h 9898"/>
              <a:gd name="connsiteX40-1773" fmla="*/ 250 w 10000"/>
              <a:gd name="connsiteY40-1774" fmla="*/ 7845 h 9898"/>
              <a:gd name="connsiteX41-1775" fmla="*/ 500 w 10000"/>
              <a:gd name="connsiteY41-1776" fmla="*/ 7845 h 9898"/>
              <a:gd name="connsiteX42-1777" fmla="*/ 750 w 10000"/>
              <a:gd name="connsiteY42-1778" fmla="*/ 7845 h 9898"/>
              <a:gd name="connsiteX43-1779" fmla="*/ 1050 w 10000"/>
              <a:gd name="connsiteY43-1780" fmla="*/ 7845 h 9898"/>
              <a:gd name="connsiteX44-1781" fmla="*/ 1300 w 10000"/>
              <a:gd name="connsiteY44-1782" fmla="*/ 7845 h 9898"/>
              <a:gd name="connsiteX45-1783" fmla="*/ 1800 w 10000"/>
              <a:gd name="connsiteY45-1784" fmla="*/ 7845 h 9898"/>
              <a:gd name="connsiteX46-1785" fmla="*/ 2350 w 10000"/>
              <a:gd name="connsiteY46-1786" fmla="*/ 7845 h 9898"/>
              <a:gd name="connsiteX47-1787" fmla="*/ 3400 w 10000"/>
              <a:gd name="connsiteY47-1788" fmla="*/ 7967 h 9898"/>
              <a:gd name="connsiteX48-1789" fmla="*/ 4200 w 10000"/>
              <a:gd name="connsiteY48-1790" fmla="*/ 7967 h 9898"/>
              <a:gd name="connsiteX49-1791" fmla="*/ 5000 w 10000"/>
              <a:gd name="connsiteY49-1792" fmla="*/ 7967 h 9898"/>
              <a:gd name="connsiteX50-1793" fmla="*/ 5500 w 10000"/>
              <a:gd name="connsiteY50-1794" fmla="*/ 7967 h 9898"/>
              <a:gd name="connsiteX51-1795" fmla="*/ 6050 w 10000"/>
              <a:gd name="connsiteY51-1796" fmla="*/ 7967 h 9898"/>
              <a:gd name="connsiteX52-1797" fmla="*/ 6300 w 10000"/>
              <a:gd name="connsiteY52-1798" fmla="*/ 7845 h 9898"/>
              <a:gd name="connsiteX53-1799" fmla="*/ 6550 w 10000"/>
              <a:gd name="connsiteY53-1800" fmla="*/ 7642 h 9898"/>
              <a:gd name="connsiteX54-1801" fmla="*/ 6850 w 10000"/>
              <a:gd name="connsiteY54-1802" fmla="*/ 7418 h 9898"/>
              <a:gd name="connsiteX55-1803" fmla="*/ 7100 w 10000"/>
              <a:gd name="connsiteY55-1804" fmla="*/ 7215 h 9898"/>
              <a:gd name="connsiteX56-1805" fmla="*/ 7100 w 10000"/>
              <a:gd name="connsiteY56-1806" fmla="*/ 6890 h 9898"/>
              <a:gd name="connsiteX57-1807" fmla="*/ 7100 w 10000"/>
              <a:gd name="connsiteY57-1808" fmla="*/ 6463 h 9898"/>
              <a:gd name="connsiteX58-1809" fmla="*/ 7100 w 10000"/>
              <a:gd name="connsiteY58-1810" fmla="*/ 5914 h 9898"/>
              <a:gd name="connsiteX59-1811" fmla="*/ 7100 w 10000"/>
              <a:gd name="connsiteY59-1812" fmla="*/ 5589 h 9898"/>
              <a:gd name="connsiteX60-1813" fmla="*/ 7100 w 10000"/>
              <a:gd name="connsiteY60-1814" fmla="*/ 5386 h 9898"/>
              <a:gd name="connsiteX61-1815" fmla="*/ 7100 w 10000"/>
              <a:gd name="connsiteY61-1816" fmla="*/ 4939 h 9898"/>
              <a:gd name="connsiteX62-1817" fmla="*/ 7100 w 10000"/>
              <a:gd name="connsiteY62-1818" fmla="*/ 4634 h 9898"/>
              <a:gd name="connsiteX63-1819" fmla="*/ 7100 w 10000"/>
              <a:gd name="connsiteY63-1820" fmla="*/ 4309 h 9898"/>
              <a:gd name="connsiteX64-1821" fmla="*/ 7100 w 10000"/>
              <a:gd name="connsiteY64-1822" fmla="*/ 3882 h 9898"/>
              <a:gd name="connsiteX65-1823" fmla="*/ 6550 w 10000"/>
              <a:gd name="connsiteY65-1824" fmla="*/ 2154 h 9898"/>
              <a:gd name="connsiteX66-1825" fmla="*/ 6550 w 10000"/>
              <a:gd name="connsiteY66-1826" fmla="*/ 1829 h 9898"/>
              <a:gd name="connsiteX67-1827" fmla="*/ 6300 w 10000"/>
              <a:gd name="connsiteY67-1828" fmla="*/ 1504 h 9898"/>
              <a:gd name="connsiteX68-1829" fmla="*/ 6050 w 10000"/>
              <a:gd name="connsiteY68-1830" fmla="*/ 1300 h 9898"/>
              <a:gd name="connsiteX69-1831" fmla="*/ 5800 w 10000"/>
              <a:gd name="connsiteY69-1832" fmla="*/ 1077 h 9898"/>
              <a:gd name="connsiteX70-1833" fmla="*/ 5500 w 10000"/>
              <a:gd name="connsiteY70-1834" fmla="*/ 874 h 9898"/>
              <a:gd name="connsiteX71-1835" fmla="*/ 5250 w 10000"/>
              <a:gd name="connsiteY71-1836" fmla="*/ 752 h 9898"/>
              <a:gd name="connsiteX72-1837" fmla="*/ 5000 w 10000"/>
              <a:gd name="connsiteY72-1838" fmla="*/ 548 h 9898"/>
              <a:gd name="connsiteX73-1839" fmla="*/ 4700 w 10000"/>
              <a:gd name="connsiteY73-1840" fmla="*/ 325 h 9898"/>
              <a:gd name="connsiteX74-1841" fmla="*/ 4700 w 10000"/>
              <a:gd name="connsiteY74-1842" fmla="*/ 223 h 9898"/>
              <a:gd name="connsiteX75-1843" fmla="*/ 4700 w 10000"/>
              <a:gd name="connsiteY75-1844" fmla="*/ 122 h 9898"/>
              <a:gd name="connsiteX76-1845" fmla="*/ 5000 w 10000"/>
              <a:gd name="connsiteY76-1846" fmla="*/ 0 h 9898"/>
              <a:gd name="connsiteX77-1847" fmla="*/ 8700 w 10000"/>
              <a:gd name="connsiteY77-1848" fmla="*/ 223 h 9898"/>
              <a:gd name="connsiteX78-1849" fmla="*/ 9450 w 10000"/>
              <a:gd name="connsiteY78-1850" fmla="*/ 426 h 9898"/>
              <a:gd name="connsiteX79-1851" fmla="*/ 9750 w 10000"/>
              <a:gd name="connsiteY79-1852" fmla="*/ 548 h 9898"/>
              <a:gd name="connsiteX80-1853" fmla="*/ 9750 w 10000"/>
              <a:gd name="connsiteY80-1854" fmla="*/ 548 h 9898"/>
              <a:gd name="connsiteX81-1855" fmla="*/ 9450 w 10000"/>
              <a:gd name="connsiteY81-1856" fmla="*/ 650 h 9898"/>
              <a:gd name="connsiteX82-1857" fmla="*/ 9450 w 10000"/>
              <a:gd name="connsiteY82-1858" fmla="*/ 874 h 9898"/>
              <a:gd name="connsiteX83-1859" fmla="*/ 9450 w 10000"/>
              <a:gd name="connsiteY83-1860" fmla="*/ 975 h 9898"/>
              <a:gd name="connsiteX84-1861" fmla="*/ 9200 w 10000"/>
              <a:gd name="connsiteY84-1862" fmla="*/ 1178 h 9898"/>
              <a:gd name="connsiteX85-1863" fmla="*/ 9200 w 10000"/>
              <a:gd name="connsiteY85-1864" fmla="*/ 1504 h 9898"/>
              <a:gd name="connsiteX86-1865" fmla="*/ 9200 w 10000"/>
              <a:gd name="connsiteY86-1866" fmla="*/ 1829 h 9898"/>
              <a:gd name="connsiteX87-1867" fmla="*/ 9450 w 10000"/>
              <a:gd name="connsiteY87-1868" fmla="*/ 2256 h 9898"/>
              <a:gd name="connsiteX88-1869" fmla="*/ 9450 w 10000"/>
              <a:gd name="connsiteY88-1870" fmla="*/ 2256 h 9898"/>
              <a:gd name="connsiteX0-1871" fmla="*/ 9450 w 10000"/>
              <a:gd name="connsiteY0-1872" fmla="*/ 2156 h 9877"/>
              <a:gd name="connsiteX1-1873" fmla="*/ 9450 w 10000"/>
              <a:gd name="connsiteY1-1874" fmla="*/ 2382 h 9877"/>
              <a:gd name="connsiteX2-1875" fmla="*/ 9450 w 10000"/>
              <a:gd name="connsiteY2-1876" fmla="*/ 2711 h 9877"/>
              <a:gd name="connsiteX3-1877" fmla="*/ 9450 w 10000"/>
              <a:gd name="connsiteY3-1878" fmla="*/ 3141 h 9877"/>
              <a:gd name="connsiteX4-1879" fmla="*/ 9750 w 10000"/>
              <a:gd name="connsiteY4-1880" fmla="*/ 3573 h 9877"/>
              <a:gd name="connsiteX5-1881" fmla="*/ 9750 w 10000"/>
              <a:gd name="connsiteY5-1882" fmla="*/ 4004 h 9877"/>
              <a:gd name="connsiteX6-1883" fmla="*/ 9750 w 10000"/>
              <a:gd name="connsiteY6-1884" fmla="*/ 4661 h 9877"/>
              <a:gd name="connsiteX7-1885" fmla="*/ 9750 w 10000"/>
              <a:gd name="connsiteY7-1886" fmla="*/ 5195 h 9877"/>
              <a:gd name="connsiteX8-1887" fmla="*/ 9750 w 10000"/>
              <a:gd name="connsiteY8-1888" fmla="*/ 5955 h 9877"/>
              <a:gd name="connsiteX9-1889" fmla="*/ 10000 w 10000"/>
              <a:gd name="connsiteY9-1890" fmla="*/ 6612 h 9877"/>
              <a:gd name="connsiteX10-1891" fmla="*/ 10000 w 10000"/>
              <a:gd name="connsiteY10-1892" fmla="*/ 7166 h 9877"/>
              <a:gd name="connsiteX11-1893" fmla="*/ 9750 w 10000"/>
              <a:gd name="connsiteY11-1894" fmla="*/ 7701 h 9877"/>
              <a:gd name="connsiteX12-1895" fmla="*/ 9750 w 10000"/>
              <a:gd name="connsiteY12-1896" fmla="*/ 8131 h 9877"/>
              <a:gd name="connsiteX13-1897" fmla="*/ 9450 w 10000"/>
              <a:gd name="connsiteY13-1898" fmla="*/ 8563 h 9877"/>
              <a:gd name="connsiteX14-1899" fmla="*/ 9200 w 10000"/>
              <a:gd name="connsiteY14-1900" fmla="*/ 8891 h 9877"/>
              <a:gd name="connsiteX15-1901" fmla="*/ 9200 w 10000"/>
              <a:gd name="connsiteY15-1902" fmla="*/ 9117 h 9877"/>
              <a:gd name="connsiteX16-1903" fmla="*/ 8700 w 10000"/>
              <a:gd name="connsiteY16-1904" fmla="*/ 9322 h 9877"/>
              <a:gd name="connsiteX17-1905" fmla="*/ 8150 w 10000"/>
              <a:gd name="connsiteY17-1906" fmla="*/ 9549 h 9877"/>
              <a:gd name="connsiteX18-1907" fmla="*/ 7350 w 10000"/>
              <a:gd name="connsiteY18-1908" fmla="*/ 9754 h 9877"/>
              <a:gd name="connsiteX19-1909" fmla="*/ 7100 w 10000"/>
              <a:gd name="connsiteY19-1910" fmla="*/ 9877 h 9877"/>
              <a:gd name="connsiteX20-1911" fmla="*/ 6550 w 10000"/>
              <a:gd name="connsiteY20-1912" fmla="*/ 9877 h 9877"/>
              <a:gd name="connsiteX21-1913" fmla="*/ 6300 w 10000"/>
              <a:gd name="connsiteY21-1914" fmla="*/ 9877 h 9877"/>
              <a:gd name="connsiteX22-1915" fmla="*/ 6050 w 10000"/>
              <a:gd name="connsiteY22-1916" fmla="*/ 9754 h 9877"/>
              <a:gd name="connsiteX23-1917" fmla="*/ 5500 w 10000"/>
              <a:gd name="connsiteY23-1918" fmla="*/ 9651 h 9877"/>
              <a:gd name="connsiteX24-1919" fmla="*/ 5250 w 10000"/>
              <a:gd name="connsiteY24-1920" fmla="*/ 9446 h 9877"/>
              <a:gd name="connsiteX25-1921" fmla="*/ 4700 w 10000"/>
              <a:gd name="connsiteY25-1922" fmla="*/ 9117 h 9877"/>
              <a:gd name="connsiteX26-1923" fmla="*/ 3950 w 10000"/>
              <a:gd name="connsiteY26-1924" fmla="*/ 8891 h 9877"/>
              <a:gd name="connsiteX27-1925" fmla="*/ 3650 w 10000"/>
              <a:gd name="connsiteY27-1926" fmla="*/ 8789 h 9877"/>
              <a:gd name="connsiteX28-1927" fmla="*/ 3150 w 10000"/>
              <a:gd name="connsiteY28-1928" fmla="*/ 8686 h 9877"/>
              <a:gd name="connsiteX29-1929" fmla="*/ 2600 w 10000"/>
              <a:gd name="connsiteY29-1930" fmla="*/ 8563 h 9877"/>
              <a:gd name="connsiteX30-1931" fmla="*/ 2100 w 10000"/>
              <a:gd name="connsiteY30-1932" fmla="*/ 8358 h 9877"/>
              <a:gd name="connsiteX31-1933" fmla="*/ 1550 w 10000"/>
              <a:gd name="connsiteY31-1934" fmla="*/ 8234 h 9877"/>
              <a:gd name="connsiteX32-1935" fmla="*/ 1300 w 10000"/>
              <a:gd name="connsiteY32-1936" fmla="*/ 8131 h 9877"/>
              <a:gd name="connsiteX33-1937" fmla="*/ 750 w 10000"/>
              <a:gd name="connsiteY33-1938" fmla="*/ 8131 h 9877"/>
              <a:gd name="connsiteX34-1939" fmla="*/ 500 w 10000"/>
              <a:gd name="connsiteY34-1940" fmla="*/ 8029 h 9877"/>
              <a:gd name="connsiteX35-1941" fmla="*/ 250 w 10000"/>
              <a:gd name="connsiteY35-1942" fmla="*/ 7926 h 9877"/>
              <a:gd name="connsiteX36-1943" fmla="*/ 250 w 10000"/>
              <a:gd name="connsiteY36-1944" fmla="*/ 7926 h 9877"/>
              <a:gd name="connsiteX37-1945" fmla="*/ 0 w 10000"/>
              <a:gd name="connsiteY37-1946" fmla="*/ 7803 h 9877"/>
              <a:gd name="connsiteX38-1947" fmla="*/ 0 w 10000"/>
              <a:gd name="connsiteY38-1948" fmla="*/ 7803 h 9877"/>
              <a:gd name="connsiteX39-1949" fmla="*/ 250 w 10000"/>
              <a:gd name="connsiteY39-1950" fmla="*/ 7803 h 9877"/>
              <a:gd name="connsiteX40-1951" fmla="*/ 250 w 10000"/>
              <a:gd name="connsiteY40-1952" fmla="*/ 7803 h 9877"/>
              <a:gd name="connsiteX41-1953" fmla="*/ 500 w 10000"/>
              <a:gd name="connsiteY41-1954" fmla="*/ 7803 h 9877"/>
              <a:gd name="connsiteX42-1955" fmla="*/ 750 w 10000"/>
              <a:gd name="connsiteY42-1956" fmla="*/ 7803 h 9877"/>
              <a:gd name="connsiteX43-1957" fmla="*/ 1050 w 10000"/>
              <a:gd name="connsiteY43-1958" fmla="*/ 7803 h 9877"/>
              <a:gd name="connsiteX44-1959" fmla="*/ 1300 w 10000"/>
              <a:gd name="connsiteY44-1960" fmla="*/ 7803 h 9877"/>
              <a:gd name="connsiteX45-1961" fmla="*/ 1800 w 10000"/>
              <a:gd name="connsiteY45-1962" fmla="*/ 7803 h 9877"/>
              <a:gd name="connsiteX46-1963" fmla="*/ 2350 w 10000"/>
              <a:gd name="connsiteY46-1964" fmla="*/ 7803 h 9877"/>
              <a:gd name="connsiteX47-1965" fmla="*/ 3400 w 10000"/>
              <a:gd name="connsiteY47-1966" fmla="*/ 7926 h 9877"/>
              <a:gd name="connsiteX48-1967" fmla="*/ 4200 w 10000"/>
              <a:gd name="connsiteY48-1968" fmla="*/ 7926 h 9877"/>
              <a:gd name="connsiteX49-1969" fmla="*/ 5000 w 10000"/>
              <a:gd name="connsiteY49-1970" fmla="*/ 7926 h 9877"/>
              <a:gd name="connsiteX50-1971" fmla="*/ 5500 w 10000"/>
              <a:gd name="connsiteY50-1972" fmla="*/ 7926 h 9877"/>
              <a:gd name="connsiteX51-1973" fmla="*/ 6050 w 10000"/>
              <a:gd name="connsiteY51-1974" fmla="*/ 7926 h 9877"/>
              <a:gd name="connsiteX52-1975" fmla="*/ 6300 w 10000"/>
              <a:gd name="connsiteY52-1976" fmla="*/ 7803 h 9877"/>
              <a:gd name="connsiteX53-1977" fmla="*/ 6550 w 10000"/>
              <a:gd name="connsiteY53-1978" fmla="*/ 7598 h 9877"/>
              <a:gd name="connsiteX54-1979" fmla="*/ 6850 w 10000"/>
              <a:gd name="connsiteY54-1980" fmla="*/ 7371 h 9877"/>
              <a:gd name="connsiteX55-1981" fmla="*/ 7100 w 10000"/>
              <a:gd name="connsiteY55-1982" fmla="*/ 7166 h 9877"/>
              <a:gd name="connsiteX56-1983" fmla="*/ 7100 w 10000"/>
              <a:gd name="connsiteY56-1984" fmla="*/ 6838 h 9877"/>
              <a:gd name="connsiteX57-1985" fmla="*/ 7100 w 10000"/>
              <a:gd name="connsiteY57-1986" fmla="*/ 6407 h 9877"/>
              <a:gd name="connsiteX58-1987" fmla="*/ 7100 w 10000"/>
              <a:gd name="connsiteY58-1988" fmla="*/ 5852 h 9877"/>
              <a:gd name="connsiteX59-1989" fmla="*/ 7100 w 10000"/>
              <a:gd name="connsiteY59-1990" fmla="*/ 5524 h 9877"/>
              <a:gd name="connsiteX60-1991" fmla="*/ 7100 w 10000"/>
              <a:gd name="connsiteY60-1992" fmla="*/ 5319 h 9877"/>
              <a:gd name="connsiteX61-1993" fmla="*/ 7100 w 10000"/>
              <a:gd name="connsiteY61-1994" fmla="*/ 4867 h 9877"/>
              <a:gd name="connsiteX62-1995" fmla="*/ 7100 w 10000"/>
              <a:gd name="connsiteY62-1996" fmla="*/ 4559 h 9877"/>
              <a:gd name="connsiteX63-1997" fmla="*/ 7100 w 10000"/>
              <a:gd name="connsiteY63-1998" fmla="*/ 4230 h 9877"/>
              <a:gd name="connsiteX64-1999" fmla="*/ 7100 w 10000"/>
              <a:gd name="connsiteY64-2000" fmla="*/ 3799 h 9877"/>
              <a:gd name="connsiteX65-2001" fmla="*/ 6550 w 10000"/>
              <a:gd name="connsiteY65-2002" fmla="*/ 2053 h 9877"/>
              <a:gd name="connsiteX66-2003" fmla="*/ 6550 w 10000"/>
              <a:gd name="connsiteY66-2004" fmla="*/ 1725 h 9877"/>
              <a:gd name="connsiteX67-2005" fmla="*/ 6300 w 10000"/>
              <a:gd name="connsiteY67-2006" fmla="*/ 1396 h 9877"/>
              <a:gd name="connsiteX68-2007" fmla="*/ 6050 w 10000"/>
              <a:gd name="connsiteY68-2008" fmla="*/ 1190 h 9877"/>
              <a:gd name="connsiteX69-2009" fmla="*/ 5800 w 10000"/>
              <a:gd name="connsiteY69-2010" fmla="*/ 965 h 9877"/>
              <a:gd name="connsiteX70-2011" fmla="*/ 5500 w 10000"/>
              <a:gd name="connsiteY70-2012" fmla="*/ 760 h 9877"/>
              <a:gd name="connsiteX71-2013" fmla="*/ 5250 w 10000"/>
              <a:gd name="connsiteY71-2014" fmla="*/ 637 h 9877"/>
              <a:gd name="connsiteX72-2015" fmla="*/ 5000 w 10000"/>
              <a:gd name="connsiteY72-2016" fmla="*/ 431 h 9877"/>
              <a:gd name="connsiteX73-2017" fmla="*/ 4700 w 10000"/>
              <a:gd name="connsiteY73-2018" fmla="*/ 205 h 9877"/>
              <a:gd name="connsiteX74-2019" fmla="*/ 4700 w 10000"/>
              <a:gd name="connsiteY74-2020" fmla="*/ 102 h 9877"/>
              <a:gd name="connsiteX75-2021" fmla="*/ 4700 w 10000"/>
              <a:gd name="connsiteY75-2022" fmla="*/ 0 h 9877"/>
              <a:gd name="connsiteX76-2023" fmla="*/ 8700 w 10000"/>
              <a:gd name="connsiteY76-2024" fmla="*/ 102 h 9877"/>
              <a:gd name="connsiteX77-2025" fmla="*/ 9450 w 10000"/>
              <a:gd name="connsiteY77-2026" fmla="*/ 307 h 9877"/>
              <a:gd name="connsiteX78-2027" fmla="*/ 9750 w 10000"/>
              <a:gd name="connsiteY78-2028" fmla="*/ 431 h 9877"/>
              <a:gd name="connsiteX79-2029" fmla="*/ 9750 w 10000"/>
              <a:gd name="connsiteY79-2030" fmla="*/ 431 h 9877"/>
              <a:gd name="connsiteX80-2031" fmla="*/ 9450 w 10000"/>
              <a:gd name="connsiteY80-2032" fmla="*/ 534 h 9877"/>
              <a:gd name="connsiteX81-2033" fmla="*/ 9450 w 10000"/>
              <a:gd name="connsiteY81-2034" fmla="*/ 760 h 9877"/>
              <a:gd name="connsiteX82-2035" fmla="*/ 9450 w 10000"/>
              <a:gd name="connsiteY82-2036" fmla="*/ 862 h 9877"/>
              <a:gd name="connsiteX83-2037" fmla="*/ 9200 w 10000"/>
              <a:gd name="connsiteY83-2038" fmla="*/ 1067 h 9877"/>
              <a:gd name="connsiteX84-2039" fmla="*/ 9200 w 10000"/>
              <a:gd name="connsiteY84-2040" fmla="*/ 1396 h 9877"/>
              <a:gd name="connsiteX85-2041" fmla="*/ 9200 w 10000"/>
              <a:gd name="connsiteY85-2042" fmla="*/ 1725 h 9877"/>
              <a:gd name="connsiteX86-2043" fmla="*/ 9450 w 10000"/>
              <a:gd name="connsiteY86-2044" fmla="*/ 2156 h 9877"/>
              <a:gd name="connsiteX87-2045" fmla="*/ 9450 w 10000"/>
              <a:gd name="connsiteY87-2046" fmla="*/ 2156 h 9877"/>
              <a:gd name="connsiteX0-2047" fmla="*/ 9450 w 10000"/>
              <a:gd name="connsiteY0-2048" fmla="*/ 2080 h 9897"/>
              <a:gd name="connsiteX1-2049" fmla="*/ 9450 w 10000"/>
              <a:gd name="connsiteY1-2050" fmla="*/ 2309 h 9897"/>
              <a:gd name="connsiteX2-2051" fmla="*/ 9450 w 10000"/>
              <a:gd name="connsiteY2-2052" fmla="*/ 2642 h 9897"/>
              <a:gd name="connsiteX3-2053" fmla="*/ 9450 w 10000"/>
              <a:gd name="connsiteY3-2054" fmla="*/ 3077 h 9897"/>
              <a:gd name="connsiteX4-2055" fmla="*/ 9750 w 10000"/>
              <a:gd name="connsiteY4-2056" fmla="*/ 3514 h 9897"/>
              <a:gd name="connsiteX5-2057" fmla="*/ 9750 w 10000"/>
              <a:gd name="connsiteY5-2058" fmla="*/ 3951 h 9897"/>
              <a:gd name="connsiteX6-2059" fmla="*/ 9750 w 10000"/>
              <a:gd name="connsiteY6-2060" fmla="*/ 4616 h 9897"/>
              <a:gd name="connsiteX7-2061" fmla="*/ 9750 w 10000"/>
              <a:gd name="connsiteY7-2062" fmla="*/ 5157 h 9897"/>
              <a:gd name="connsiteX8-2063" fmla="*/ 9750 w 10000"/>
              <a:gd name="connsiteY8-2064" fmla="*/ 5926 h 9897"/>
              <a:gd name="connsiteX9-2065" fmla="*/ 10000 w 10000"/>
              <a:gd name="connsiteY9-2066" fmla="*/ 6591 h 9897"/>
              <a:gd name="connsiteX10-2067" fmla="*/ 10000 w 10000"/>
              <a:gd name="connsiteY10-2068" fmla="*/ 7152 h 9897"/>
              <a:gd name="connsiteX11-2069" fmla="*/ 9750 w 10000"/>
              <a:gd name="connsiteY11-2070" fmla="*/ 7694 h 9897"/>
              <a:gd name="connsiteX12-2071" fmla="*/ 9750 w 10000"/>
              <a:gd name="connsiteY12-2072" fmla="*/ 8129 h 9897"/>
              <a:gd name="connsiteX13-2073" fmla="*/ 9450 w 10000"/>
              <a:gd name="connsiteY13-2074" fmla="*/ 8567 h 9897"/>
              <a:gd name="connsiteX14-2075" fmla="*/ 9200 w 10000"/>
              <a:gd name="connsiteY14-2076" fmla="*/ 8899 h 9897"/>
              <a:gd name="connsiteX15-2077" fmla="*/ 9200 w 10000"/>
              <a:gd name="connsiteY15-2078" fmla="*/ 9128 h 9897"/>
              <a:gd name="connsiteX16-2079" fmla="*/ 8700 w 10000"/>
              <a:gd name="connsiteY16-2080" fmla="*/ 9335 h 9897"/>
              <a:gd name="connsiteX17-2081" fmla="*/ 8150 w 10000"/>
              <a:gd name="connsiteY17-2082" fmla="*/ 9565 h 9897"/>
              <a:gd name="connsiteX18-2083" fmla="*/ 7350 w 10000"/>
              <a:gd name="connsiteY18-2084" fmla="*/ 9772 h 9897"/>
              <a:gd name="connsiteX19-2085" fmla="*/ 7100 w 10000"/>
              <a:gd name="connsiteY19-2086" fmla="*/ 9897 h 9897"/>
              <a:gd name="connsiteX20-2087" fmla="*/ 6550 w 10000"/>
              <a:gd name="connsiteY20-2088" fmla="*/ 9897 h 9897"/>
              <a:gd name="connsiteX21-2089" fmla="*/ 6300 w 10000"/>
              <a:gd name="connsiteY21-2090" fmla="*/ 9897 h 9897"/>
              <a:gd name="connsiteX22-2091" fmla="*/ 6050 w 10000"/>
              <a:gd name="connsiteY22-2092" fmla="*/ 9772 h 9897"/>
              <a:gd name="connsiteX23-2093" fmla="*/ 5500 w 10000"/>
              <a:gd name="connsiteY23-2094" fmla="*/ 9668 h 9897"/>
              <a:gd name="connsiteX24-2095" fmla="*/ 5250 w 10000"/>
              <a:gd name="connsiteY24-2096" fmla="*/ 9461 h 9897"/>
              <a:gd name="connsiteX25-2097" fmla="*/ 4700 w 10000"/>
              <a:gd name="connsiteY25-2098" fmla="*/ 9128 h 9897"/>
              <a:gd name="connsiteX26-2099" fmla="*/ 3950 w 10000"/>
              <a:gd name="connsiteY26-2100" fmla="*/ 8899 h 9897"/>
              <a:gd name="connsiteX27-2101" fmla="*/ 3650 w 10000"/>
              <a:gd name="connsiteY27-2102" fmla="*/ 8795 h 9897"/>
              <a:gd name="connsiteX28-2103" fmla="*/ 3150 w 10000"/>
              <a:gd name="connsiteY28-2104" fmla="*/ 8691 h 9897"/>
              <a:gd name="connsiteX29-2105" fmla="*/ 2600 w 10000"/>
              <a:gd name="connsiteY29-2106" fmla="*/ 8567 h 9897"/>
              <a:gd name="connsiteX30-2107" fmla="*/ 2100 w 10000"/>
              <a:gd name="connsiteY30-2108" fmla="*/ 8359 h 9897"/>
              <a:gd name="connsiteX31-2109" fmla="*/ 1550 w 10000"/>
              <a:gd name="connsiteY31-2110" fmla="*/ 8234 h 9897"/>
              <a:gd name="connsiteX32-2111" fmla="*/ 1300 w 10000"/>
              <a:gd name="connsiteY32-2112" fmla="*/ 8129 h 9897"/>
              <a:gd name="connsiteX33-2113" fmla="*/ 750 w 10000"/>
              <a:gd name="connsiteY33-2114" fmla="*/ 8129 h 9897"/>
              <a:gd name="connsiteX34-2115" fmla="*/ 500 w 10000"/>
              <a:gd name="connsiteY34-2116" fmla="*/ 8026 h 9897"/>
              <a:gd name="connsiteX35-2117" fmla="*/ 250 w 10000"/>
              <a:gd name="connsiteY35-2118" fmla="*/ 7922 h 9897"/>
              <a:gd name="connsiteX36-2119" fmla="*/ 250 w 10000"/>
              <a:gd name="connsiteY36-2120" fmla="*/ 7922 h 9897"/>
              <a:gd name="connsiteX37-2121" fmla="*/ 0 w 10000"/>
              <a:gd name="connsiteY37-2122" fmla="*/ 7797 h 9897"/>
              <a:gd name="connsiteX38-2123" fmla="*/ 0 w 10000"/>
              <a:gd name="connsiteY38-2124" fmla="*/ 7797 h 9897"/>
              <a:gd name="connsiteX39-2125" fmla="*/ 250 w 10000"/>
              <a:gd name="connsiteY39-2126" fmla="*/ 7797 h 9897"/>
              <a:gd name="connsiteX40-2127" fmla="*/ 250 w 10000"/>
              <a:gd name="connsiteY40-2128" fmla="*/ 7797 h 9897"/>
              <a:gd name="connsiteX41-2129" fmla="*/ 500 w 10000"/>
              <a:gd name="connsiteY41-2130" fmla="*/ 7797 h 9897"/>
              <a:gd name="connsiteX42-2131" fmla="*/ 750 w 10000"/>
              <a:gd name="connsiteY42-2132" fmla="*/ 7797 h 9897"/>
              <a:gd name="connsiteX43-2133" fmla="*/ 1050 w 10000"/>
              <a:gd name="connsiteY43-2134" fmla="*/ 7797 h 9897"/>
              <a:gd name="connsiteX44-2135" fmla="*/ 1300 w 10000"/>
              <a:gd name="connsiteY44-2136" fmla="*/ 7797 h 9897"/>
              <a:gd name="connsiteX45-2137" fmla="*/ 1800 w 10000"/>
              <a:gd name="connsiteY45-2138" fmla="*/ 7797 h 9897"/>
              <a:gd name="connsiteX46-2139" fmla="*/ 2350 w 10000"/>
              <a:gd name="connsiteY46-2140" fmla="*/ 7797 h 9897"/>
              <a:gd name="connsiteX47-2141" fmla="*/ 3400 w 10000"/>
              <a:gd name="connsiteY47-2142" fmla="*/ 7922 h 9897"/>
              <a:gd name="connsiteX48-2143" fmla="*/ 4200 w 10000"/>
              <a:gd name="connsiteY48-2144" fmla="*/ 7922 h 9897"/>
              <a:gd name="connsiteX49-2145" fmla="*/ 5000 w 10000"/>
              <a:gd name="connsiteY49-2146" fmla="*/ 7922 h 9897"/>
              <a:gd name="connsiteX50-2147" fmla="*/ 5500 w 10000"/>
              <a:gd name="connsiteY50-2148" fmla="*/ 7922 h 9897"/>
              <a:gd name="connsiteX51-2149" fmla="*/ 6050 w 10000"/>
              <a:gd name="connsiteY51-2150" fmla="*/ 7922 h 9897"/>
              <a:gd name="connsiteX52-2151" fmla="*/ 6300 w 10000"/>
              <a:gd name="connsiteY52-2152" fmla="*/ 7797 h 9897"/>
              <a:gd name="connsiteX53-2153" fmla="*/ 6550 w 10000"/>
              <a:gd name="connsiteY53-2154" fmla="*/ 7590 h 9897"/>
              <a:gd name="connsiteX54-2155" fmla="*/ 6850 w 10000"/>
              <a:gd name="connsiteY54-2156" fmla="*/ 7360 h 9897"/>
              <a:gd name="connsiteX55-2157" fmla="*/ 7100 w 10000"/>
              <a:gd name="connsiteY55-2158" fmla="*/ 7152 h 9897"/>
              <a:gd name="connsiteX56-2159" fmla="*/ 7100 w 10000"/>
              <a:gd name="connsiteY56-2160" fmla="*/ 6820 h 9897"/>
              <a:gd name="connsiteX57-2161" fmla="*/ 7100 w 10000"/>
              <a:gd name="connsiteY57-2162" fmla="*/ 6384 h 9897"/>
              <a:gd name="connsiteX58-2163" fmla="*/ 7100 w 10000"/>
              <a:gd name="connsiteY58-2164" fmla="*/ 5822 h 9897"/>
              <a:gd name="connsiteX59-2165" fmla="*/ 7100 w 10000"/>
              <a:gd name="connsiteY59-2166" fmla="*/ 5490 h 9897"/>
              <a:gd name="connsiteX60-2167" fmla="*/ 7100 w 10000"/>
              <a:gd name="connsiteY60-2168" fmla="*/ 5282 h 9897"/>
              <a:gd name="connsiteX61-2169" fmla="*/ 7100 w 10000"/>
              <a:gd name="connsiteY61-2170" fmla="*/ 4825 h 9897"/>
              <a:gd name="connsiteX62-2171" fmla="*/ 7100 w 10000"/>
              <a:gd name="connsiteY62-2172" fmla="*/ 4513 h 9897"/>
              <a:gd name="connsiteX63-2173" fmla="*/ 7100 w 10000"/>
              <a:gd name="connsiteY63-2174" fmla="*/ 4180 h 9897"/>
              <a:gd name="connsiteX64-2175" fmla="*/ 7100 w 10000"/>
              <a:gd name="connsiteY64-2176" fmla="*/ 3743 h 9897"/>
              <a:gd name="connsiteX65-2177" fmla="*/ 6550 w 10000"/>
              <a:gd name="connsiteY65-2178" fmla="*/ 1976 h 9897"/>
              <a:gd name="connsiteX66-2179" fmla="*/ 6550 w 10000"/>
              <a:gd name="connsiteY66-2180" fmla="*/ 1643 h 9897"/>
              <a:gd name="connsiteX67-2181" fmla="*/ 6300 w 10000"/>
              <a:gd name="connsiteY67-2182" fmla="*/ 1310 h 9897"/>
              <a:gd name="connsiteX68-2183" fmla="*/ 6050 w 10000"/>
              <a:gd name="connsiteY68-2184" fmla="*/ 1102 h 9897"/>
              <a:gd name="connsiteX69-2185" fmla="*/ 5800 w 10000"/>
              <a:gd name="connsiteY69-2186" fmla="*/ 874 h 9897"/>
              <a:gd name="connsiteX70-2187" fmla="*/ 5500 w 10000"/>
              <a:gd name="connsiteY70-2188" fmla="*/ 666 h 9897"/>
              <a:gd name="connsiteX71-2189" fmla="*/ 5250 w 10000"/>
              <a:gd name="connsiteY71-2190" fmla="*/ 542 h 9897"/>
              <a:gd name="connsiteX72-2191" fmla="*/ 5000 w 10000"/>
              <a:gd name="connsiteY72-2192" fmla="*/ 333 h 9897"/>
              <a:gd name="connsiteX73-2193" fmla="*/ 4700 w 10000"/>
              <a:gd name="connsiteY73-2194" fmla="*/ 105 h 9897"/>
              <a:gd name="connsiteX74-2195" fmla="*/ 4700 w 10000"/>
              <a:gd name="connsiteY74-2196" fmla="*/ 0 h 9897"/>
              <a:gd name="connsiteX75-2197" fmla="*/ 8700 w 10000"/>
              <a:gd name="connsiteY75-2198" fmla="*/ 0 h 9897"/>
              <a:gd name="connsiteX76-2199" fmla="*/ 9450 w 10000"/>
              <a:gd name="connsiteY76-2200" fmla="*/ 208 h 9897"/>
              <a:gd name="connsiteX77-2201" fmla="*/ 9750 w 10000"/>
              <a:gd name="connsiteY77-2202" fmla="*/ 333 h 9897"/>
              <a:gd name="connsiteX78-2203" fmla="*/ 9750 w 10000"/>
              <a:gd name="connsiteY78-2204" fmla="*/ 333 h 9897"/>
              <a:gd name="connsiteX79-2205" fmla="*/ 9450 w 10000"/>
              <a:gd name="connsiteY79-2206" fmla="*/ 438 h 9897"/>
              <a:gd name="connsiteX80-2207" fmla="*/ 9450 w 10000"/>
              <a:gd name="connsiteY80-2208" fmla="*/ 666 h 9897"/>
              <a:gd name="connsiteX81-2209" fmla="*/ 9450 w 10000"/>
              <a:gd name="connsiteY81-2210" fmla="*/ 770 h 9897"/>
              <a:gd name="connsiteX82-2211" fmla="*/ 9200 w 10000"/>
              <a:gd name="connsiteY82-2212" fmla="*/ 977 h 9897"/>
              <a:gd name="connsiteX83-2213" fmla="*/ 9200 w 10000"/>
              <a:gd name="connsiteY83-2214" fmla="*/ 1310 h 9897"/>
              <a:gd name="connsiteX84-2215" fmla="*/ 9200 w 10000"/>
              <a:gd name="connsiteY84-2216" fmla="*/ 1643 h 9897"/>
              <a:gd name="connsiteX85-2217" fmla="*/ 9450 w 10000"/>
              <a:gd name="connsiteY85-2218" fmla="*/ 2080 h 9897"/>
              <a:gd name="connsiteX86-2219" fmla="*/ 9450 w 10000"/>
              <a:gd name="connsiteY86-2220" fmla="*/ 2080 h 9897"/>
              <a:gd name="connsiteX0-2221" fmla="*/ 9450 w 10000"/>
              <a:gd name="connsiteY0-2222" fmla="*/ 2102 h 10000"/>
              <a:gd name="connsiteX1-2223" fmla="*/ 9450 w 10000"/>
              <a:gd name="connsiteY1-2224" fmla="*/ 2333 h 10000"/>
              <a:gd name="connsiteX2-2225" fmla="*/ 9450 w 10000"/>
              <a:gd name="connsiteY2-2226" fmla="*/ 2669 h 10000"/>
              <a:gd name="connsiteX3-2227" fmla="*/ 9450 w 10000"/>
              <a:gd name="connsiteY3-2228" fmla="*/ 3109 h 10000"/>
              <a:gd name="connsiteX4-2229" fmla="*/ 9750 w 10000"/>
              <a:gd name="connsiteY4-2230" fmla="*/ 3551 h 10000"/>
              <a:gd name="connsiteX5-2231" fmla="*/ 9750 w 10000"/>
              <a:gd name="connsiteY5-2232" fmla="*/ 3992 h 10000"/>
              <a:gd name="connsiteX6-2233" fmla="*/ 9750 w 10000"/>
              <a:gd name="connsiteY6-2234" fmla="*/ 4664 h 10000"/>
              <a:gd name="connsiteX7-2235" fmla="*/ 9750 w 10000"/>
              <a:gd name="connsiteY7-2236" fmla="*/ 5211 h 10000"/>
              <a:gd name="connsiteX8-2237" fmla="*/ 9750 w 10000"/>
              <a:gd name="connsiteY8-2238" fmla="*/ 5988 h 10000"/>
              <a:gd name="connsiteX9-2239" fmla="*/ 10000 w 10000"/>
              <a:gd name="connsiteY9-2240" fmla="*/ 6660 h 10000"/>
              <a:gd name="connsiteX10-2241" fmla="*/ 10000 w 10000"/>
              <a:gd name="connsiteY10-2242" fmla="*/ 7226 h 10000"/>
              <a:gd name="connsiteX11-2243" fmla="*/ 9750 w 10000"/>
              <a:gd name="connsiteY11-2244" fmla="*/ 7774 h 10000"/>
              <a:gd name="connsiteX12-2245" fmla="*/ 9750 w 10000"/>
              <a:gd name="connsiteY12-2246" fmla="*/ 8214 h 10000"/>
              <a:gd name="connsiteX13-2247" fmla="*/ 9450 w 10000"/>
              <a:gd name="connsiteY13-2248" fmla="*/ 8656 h 10000"/>
              <a:gd name="connsiteX14-2249" fmla="*/ 9200 w 10000"/>
              <a:gd name="connsiteY14-2250" fmla="*/ 8992 h 10000"/>
              <a:gd name="connsiteX15-2251" fmla="*/ 9200 w 10000"/>
              <a:gd name="connsiteY15-2252" fmla="*/ 9223 h 10000"/>
              <a:gd name="connsiteX16-2253" fmla="*/ 8700 w 10000"/>
              <a:gd name="connsiteY16-2254" fmla="*/ 9432 h 10000"/>
              <a:gd name="connsiteX17-2255" fmla="*/ 8150 w 10000"/>
              <a:gd name="connsiteY17-2256" fmla="*/ 9665 h 10000"/>
              <a:gd name="connsiteX18-2257" fmla="*/ 7350 w 10000"/>
              <a:gd name="connsiteY18-2258" fmla="*/ 9874 h 10000"/>
              <a:gd name="connsiteX19-2259" fmla="*/ 7100 w 10000"/>
              <a:gd name="connsiteY19-2260" fmla="*/ 10000 h 10000"/>
              <a:gd name="connsiteX20-2261" fmla="*/ 6550 w 10000"/>
              <a:gd name="connsiteY20-2262" fmla="*/ 10000 h 10000"/>
              <a:gd name="connsiteX21-2263" fmla="*/ 6300 w 10000"/>
              <a:gd name="connsiteY21-2264" fmla="*/ 10000 h 10000"/>
              <a:gd name="connsiteX22-2265" fmla="*/ 6050 w 10000"/>
              <a:gd name="connsiteY22-2266" fmla="*/ 9874 h 10000"/>
              <a:gd name="connsiteX23-2267" fmla="*/ 5500 w 10000"/>
              <a:gd name="connsiteY23-2268" fmla="*/ 9769 h 10000"/>
              <a:gd name="connsiteX24-2269" fmla="*/ 5250 w 10000"/>
              <a:gd name="connsiteY24-2270" fmla="*/ 9559 h 10000"/>
              <a:gd name="connsiteX25-2271" fmla="*/ 4700 w 10000"/>
              <a:gd name="connsiteY25-2272" fmla="*/ 9223 h 10000"/>
              <a:gd name="connsiteX26-2273" fmla="*/ 3950 w 10000"/>
              <a:gd name="connsiteY26-2274" fmla="*/ 8992 h 10000"/>
              <a:gd name="connsiteX27-2275" fmla="*/ 3650 w 10000"/>
              <a:gd name="connsiteY27-2276" fmla="*/ 8887 h 10000"/>
              <a:gd name="connsiteX28-2277" fmla="*/ 3150 w 10000"/>
              <a:gd name="connsiteY28-2278" fmla="*/ 8781 h 10000"/>
              <a:gd name="connsiteX29-2279" fmla="*/ 2600 w 10000"/>
              <a:gd name="connsiteY29-2280" fmla="*/ 8656 h 10000"/>
              <a:gd name="connsiteX30-2281" fmla="*/ 2100 w 10000"/>
              <a:gd name="connsiteY30-2282" fmla="*/ 8446 h 10000"/>
              <a:gd name="connsiteX31-2283" fmla="*/ 1550 w 10000"/>
              <a:gd name="connsiteY31-2284" fmla="*/ 8320 h 10000"/>
              <a:gd name="connsiteX32-2285" fmla="*/ 1300 w 10000"/>
              <a:gd name="connsiteY32-2286" fmla="*/ 8214 h 10000"/>
              <a:gd name="connsiteX33-2287" fmla="*/ 750 w 10000"/>
              <a:gd name="connsiteY33-2288" fmla="*/ 8214 h 10000"/>
              <a:gd name="connsiteX34-2289" fmla="*/ 500 w 10000"/>
              <a:gd name="connsiteY34-2290" fmla="*/ 8110 h 10000"/>
              <a:gd name="connsiteX35-2291" fmla="*/ 250 w 10000"/>
              <a:gd name="connsiteY35-2292" fmla="*/ 8004 h 10000"/>
              <a:gd name="connsiteX36-2293" fmla="*/ 250 w 10000"/>
              <a:gd name="connsiteY36-2294" fmla="*/ 8004 h 10000"/>
              <a:gd name="connsiteX37-2295" fmla="*/ 0 w 10000"/>
              <a:gd name="connsiteY37-2296" fmla="*/ 7878 h 10000"/>
              <a:gd name="connsiteX38-2297" fmla="*/ 0 w 10000"/>
              <a:gd name="connsiteY38-2298" fmla="*/ 7878 h 10000"/>
              <a:gd name="connsiteX39-2299" fmla="*/ 250 w 10000"/>
              <a:gd name="connsiteY39-2300" fmla="*/ 7878 h 10000"/>
              <a:gd name="connsiteX40-2301" fmla="*/ 250 w 10000"/>
              <a:gd name="connsiteY40-2302" fmla="*/ 7878 h 10000"/>
              <a:gd name="connsiteX41-2303" fmla="*/ 500 w 10000"/>
              <a:gd name="connsiteY41-2304" fmla="*/ 7878 h 10000"/>
              <a:gd name="connsiteX42-2305" fmla="*/ 750 w 10000"/>
              <a:gd name="connsiteY42-2306" fmla="*/ 7878 h 10000"/>
              <a:gd name="connsiteX43-2307" fmla="*/ 1050 w 10000"/>
              <a:gd name="connsiteY43-2308" fmla="*/ 7878 h 10000"/>
              <a:gd name="connsiteX44-2309" fmla="*/ 1300 w 10000"/>
              <a:gd name="connsiteY44-2310" fmla="*/ 7878 h 10000"/>
              <a:gd name="connsiteX45-2311" fmla="*/ 1800 w 10000"/>
              <a:gd name="connsiteY45-2312" fmla="*/ 7878 h 10000"/>
              <a:gd name="connsiteX46-2313" fmla="*/ 2350 w 10000"/>
              <a:gd name="connsiteY46-2314" fmla="*/ 7878 h 10000"/>
              <a:gd name="connsiteX47-2315" fmla="*/ 3400 w 10000"/>
              <a:gd name="connsiteY47-2316" fmla="*/ 8004 h 10000"/>
              <a:gd name="connsiteX48-2317" fmla="*/ 4200 w 10000"/>
              <a:gd name="connsiteY48-2318" fmla="*/ 8004 h 10000"/>
              <a:gd name="connsiteX49-2319" fmla="*/ 5000 w 10000"/>
              <a:gd name="connsiteY49-2320" fmla="*/ 8004 h 10000"/>
              <a:gd name="connsiteX50-2321" fmla="*/ 5500 w 10000"/>
              <a:gd name="connsiteY50-2322" fmla="*/ 8004 h 10000"/>
              <a:gd name="connsiteX51-2323" fmla="*/ 6050 w 10000"/>
              <a:gd name="connsiteY51-2324" fmla="*/ 8004 h 10000"/>
              <a:gd name="connsiteX52-2325" fmla="*/ 6300 w 10000"/>
              <a:gd name="connsiteY52-2326" fmla="*/ 7878 h 10000"/>
              <a:gd name="connsiteX53-2327" fmla="*/ 6550 w 10000"/>
              <a:gd name="connsiteY53-2328" fmla="*/ 7669 h 10000"/>
              <a:gd name="connsiteX54-2329" fmla="*/ 6850 w 10000"/>
              <a:gd name="connsiteY54-2330" fmla="*/ 7437 h 10000"/>
              <a:gd name="connsiteX55-2331" fmla="*/ 7100 w 10000"/>
              <a:gd name="connsiteY55-2332" fmla="*/ 7226 h 10000"/>
              <a:gd name="connsiteX56-2333" fmla="*/ 7100 w 10000"/>
              <a:gd name="connsiteY56-2334" fmla="*/ 6891 h 10000"/>
              <a:gd name="connsiteX57-2335" fmla="*/ 7100 w 10000"/>
              <a:gd name="connsiteY57-2336" fmla="*/ 6450 h 10000"/>
              <a:gd name="connsiteX58-2337" fmla="*/ 7100 w 10000"/>
              <a:gd name="connsiteY58-2338" fmla="*/ 5883 h 10000"/>
              <a:gd name="connsiteX59-2339" fmla="*/ 7100 w 10000"/>
              <a:gd name="connsiteY59-2340" fmla="*/ 5547 h 10000"/>
              <a:gd name="connsiteX60-2341" fmla="*/ 7100 w 10000"/>
              <a:gd name="connsiteY60-2342" fmla="*/ 5337 h 10000"/>
              <a:gd name="connsiteX61-2343" fmla="*/ 7100 w 10000"/>
              <a:gd name="connsiteY61-2344" fmla="*/ 4875 h 10000"/>
              <a:gd name="connsiteX62-2345" fmla="*/ 7100 w 10000"/>
              <a:gd name="connsiteY62-2346" fmla="*/ 4560 h 10000"/>
              <a:gd name="connsiteX63-2347" fmla="*/ 7100 w 10000"/>
              <a:gd name="connsiteY63-2348" fmla="*/ 4224 h 10000"/>
              <a:gd name="connsiteX64-2349" fmla="*/ 7100 w 10000"/>
              <a:gd name="connsiteY64-2350" fmla="*/ 3782 h 10000"/>
              <a:gd name="connsiteX65-2351" fmla="*/ 6550 w 10000"/>
              <a:gd name="connsiteY65-2352" fmla="*/ 1997 h 10000"/>
              <a:gd name="connsiteX66-2353" fmla="*/ 6550 w 10000"/>
              <a:gd name="connsiteY66-2354" fmla="*/ 1660 h 10000"/>
              <a:gd name="connsiteX67-2355" fmla="*/ 6300 w 10000"/>
              <a:gd name="connsiteY67-2356" fmla="*/ 1324 h 10000"/>
              <a:gd name="connsiteX68-2357" fmla="*/ 6050 w 10000"/>
              <a:gd name="connsiteY68-2358" fmla="*/ 1113 h 10000"/>
              <a:gd name="connsiteX69-2359" fmla="*/ 5800 w 10000"/>
              <a:gd name="connsiteY69-2360" fmla="*/ 883 h 10000"/>
              <a:gd name="connsiteX70-2361" fmla="*/ 5500 w 10000"/>
              <a:gd name="connsiteY70-2362" fmla="*/ 673 h 10000"/>
              <a:gd name="connsiteX71-2363" fmla="*/ 5250 w 10000"/>
              <a:gd name="connsiteY71-2364" fmla="*/ 548 h 10000"/>
              <a:gd name="connsiteX72-2365" fmla="*/ 5000 w 10000"/>
              <a:gd name="connsiteY72-2366" fmla="*/ 336 h 10000"/>
              <a:gd name="connsiteX73-2367" fmla="*/ 4700 w 10000"/>
              <a:gd name="connsiteY73-2368" fmla="*/ 106 h 10000"/>
              <a:gd name="connsiteX74-2369" fmla="*/ 8700 w 10000"/>
              <a:gd name="connsiteY74-2370" fmla="*/ 0 h 10000"/>
              <a:gd name="connsiteX75-2371" fmla="*/ 9450 w 10000"/>
              <a:gd name="connsiteY75-2372" fmla="*/ 210 h 10000"/>
              <a:gd name="connsiteX76-2373" fmla="*/ 9750 w 10000"/>
              <a:gd name="connsiteY76-2374" fmla="*/ 336 h 10000"/>
              <a:gd name="connsiteX77-2375" fmla="*/ 9750 w 10000"/>
              <a:gd name="connsiteY77-2376" fmla="*/ 336 h 10000"/>
              <a:gd name="connsiteX78-2377" fmla="*/ 9450 w 10000"/>
              <a:gd name="connsiteY78-2378" fmla="*/ 443 h 10000"/>
              <a:gd name="connsiteX79-2379" fmla="*/ 9450 w 10000"/>
              <a:gd name="connsiteY79-2380" fmla="*/ 673 h 10000"/>
              <a:gd name="connsiteX80-2381" fmla="*/ 9450 w 10000"/>
              <a:gd name="connsiteY80-2382" fmla="*/ 778 h 10000"/>
              <a:gd name="connsiteX81-2383" fmla="*/ 9200 w 10000"/>
              <a:gd name="connsiteY81-2384" fmla="*/ 987 h 10000"/>
              <a:gd name="connsiteX82-2385" fmla="*/ 9200 w 10000"/>
              <a:gd name="connsiteY82-2386" fmla="*/ 1324 h 10000"/>
              <a:gd name="connsiteX83-2387" fmla="*/ 9200 w 10000"/>
              <a:gd name="connsiteY83-2388" fmla="*/ 1660 h 10000"/>
              <a:gd name="connsiteX84-2389" fmla="*/ 9450 w 10000"/>
              <a:gd name="connsiteY84-2390" fmla="*/ 2102 h 10000"/>
              <a:gd name="connsiteX85-2391" fmla="*/ 9450 w 10000"/>
              <a:gd name="connsiteY85-2392" fmla="*/ 2102 h 10000"/>
              <a:gd name="connsiteX0-2393" fmla="*/ 9450 w 10000"/>
              <a:gd name="connsiteY0-2394" fmla="*/ 2102 h 10000"/>
              <a:gd name="connsiteX1-2395" fmla="*/ 9450 w 10000"/>
              <a:gd name="connsiteY1-2396" fmla="*/ 2333 h 10000"/>
              <a:gd name="connsiteX2-2397" fmla="*/ 9450 w 10000"/>
              <a:gd name="connsiteY2-2398" fmla="*/ 2669 h 10000"/>
              <a:gd name="connsiteX3-2399" fmla="*/ 9450 w 10000"/>
              <a:gd name="connsiteY3-2400" fmla="*/ 3109 h 10000"/>
              <a:gd name="connsiteX4-2401" fmla="*/ 9750 w 10000"/>
              <a:gd name="connsiteY4-2402" fmla="*/ 3551 h 10000"/>
              <a:gd name="connsiteX5-2403" fmla="*/ 9750 w 10000"/>
              <a:gd name="connsiteY5-2404" fmla="*/ 3992 h 10000"/>
              <a:gd name="connsiteX6-2405" fmla="*/ 9750 w 10000"/>
              <a:gd name="connsiteY6-2406" fmla="*/ 4664 h 10000"/>
              <a:gd name="connsiteX7-2407" fmla="*/ 9750 w 10000"/>
              <a:gd name="connsiteY7-2408" fmla="*/ 5211 h 10000"/>
              <a:gd name="connsiteX8-2409" fmla="*/ 9750 w 10000"/>
              <a:gd name="connsiteY8-2410" fmla="*/ 5988 h 10000"/>
              <a:gd name="connsiteX9-2411" fmla="*/ 10000 w 10000"/>
              <a:gd name="connsiteY9-2412" fmla="*/ 6660 h 10000"/>
              <a:gd name="connsiteX10-2413" fmla="*/ 10000 w 10000"/>
              <a:gd name="connsiteY10-2414" fmla="*/ 7226 h 10000"/>
              <a:gd name="connsiteX11-2415" fmla="*/ 9750 w 10000"/>
              <a:gd name="connsiteY11-2416" fmla="*/ 7774 h 10000"/>
              <a:gd name="connsiteX12-2417" fmla="*/ 9750 w 10000"/>
              <a:gd name="connsiteY12-2418" fmla="*/ 8214 h 10000"/>
              <a:gd name="connsiteX13-2419" fmla="*/ 9450 w 10000"/>
              <a:gd name="connsiteY13-2420" fmla="*/ 8656 h 10000"/>
              <a:gd name="connsiteX14-2421" fmla="*/ 9200 w 10000"/>
              <a:gd name="connsiteY14-2422" fmla="*/ 8992 h 10000"/>
              <a:gd name="connsiteX15-2423" fmla="*/ 9200 w 10000"/>
              <a:gd name="connsiteY15-2424" fmla="*/ 9223 h 10000"/>
              <a:gd name="connsiteX16-2425" fmla="*/ 8700 w 10000"/>
              <a:gd name="connsiteY16-2426" fmla="*/ 9432 h 10000"/>
              <a:gd name="connsiteX17-2427" fmla="*/ 8150 w 10000"/>
              <a:gd name="connsiteY17-2428" fmla="*/ 9665 h 10000"/>
              <a:gd name="connsiteX18-2429" fmla="*/ 7350 w 10000"/>
              <a:gd name="connsiteY18-2430" fmla="*/ 9874 h 10000"/>
              <a:gd name="connsiteX19-2431" fmla="*/ 7100 w 10000"/>
              <a:gd name="connsiteY19-2432" fmla="*/ 10000 h 10000"/>
              <a:gd name="connsiteX20-2433" fmla="*/ 6550 w 10000"/>
              <a:gd name="connsiteY20-2434" fmla="*/ 10000 h 10000"/>
              <a:gd name="connsiteX21-2435" fmla="*/ 6300 w 10000"/>
              <a:gd name="connsiteY21-2436" fmla="*/ 10000 h 10000"/>
              <a:gd name="connsiteX22-2437" fmla="*/ 6050 w 10000"/>
              <a:gd name="connsiteY22-2438" fmla="*/ 9874 h 10000"/>
              <a:gd name="connsiteX23-2439" fmla="*/ 5500 w 10000"/>
              <a:gd name="connsiteY23-2440" fmla="*/ 9769 h 10000"/>
              <a:gd name="connsiteX24-2441" fmla="*/ 5250 w 10000"/>
              <a:gd name="connsiteY24-2442" fmla="*/ 9559 h 10000"/>
              <a:gd name="connsiteX25-2443" fmla="*/ 4700 w 10000"/>
              <a:gd name="connsiteY25-2444" fmla="*/ 9223 h 10000"/>
              <a:gd name="connsiteX26-2445" fmla="*/ 3950 w 10000"/>
              <a:gd name="connsiteY26-2446" fmla="*/ 8992 h 10000"/>
              <a:gd name="connsiteX27-2447" fmla="*/ 3650 w 10000"/>
              <a:gd name="connsiteY27-2448" fmla="*/ 8887 h 10000"/>
              <a:gd name="connsiteX28-2449" fmla="*/ 3150 w 10000"/>
              <a:gd name="connsiteY28-2450" fmla="*/ 8781 h 10000"/>
              <a:gd name="connsiteX29-2451" fmla="*/ 2600 w 10000"/>
              <a:gd name="connsiteY29-2452" fmla="*/ 8656 h 10000"/>
              <a:gd name="connsiteX30-2453" fmla="*/ 2100 w 10000"/>
              <a:gd name="connsiteY30-2454" fmla="*/ 8446 h 10000"/>
              <a:gd name="connsiteX31-2455" fmla="*/ 1550 w 10000"/>
              <a:gd name="connsiteY31-2456" fmla="*/ 8320 h 10000"/>
              <a:gd name="connsiteX32-2457" fmla="*/ 1300 w 10000"/>
              <a:gd name="connsiteY32-2458" fmla="*/ 8214 h 10000"/>
              <a:gd name="connsiteX33-2459" fmla="*/ 750 w 10000"/>
              <a:gd name="connsiteY33-2460" fmla="*/ 8214 h 10000"/>
              <a:gd name="connsiteX34-2461" fmla="*/ 500 w 10000"/>
              <a:gd name="connsiteY34-2462" fmla="*/ 8110 h 10000"/>
              <a:gd name="connsiteX35-2463" fmla="*/ 250 w 10000"/>
              <a:gd name="connsiteY35-2464" fmla="*/ 8004 h 10000"/>
              <a:gd name="connsiteX36-2465" fmla="*/ 250 w 10000"/>
              <a:gd name="connsiteY36-2466" fmla="*/ 8004 h 10000"/>
              <a:gd name="connsiteX37-2467" fmla="*/ 0 w 10000"/>
              <a:gd name="connsiteY37-2468" fmla="*/ 7878 h 10000"/>
              <a:gd name="connsiteX38-2469" fmla="*/ 0 w 10000"/>
              <a:gd name="connsiteY38-2470" fmla="*/ 7878 h 10000"/>
              <a:gd name="connsiteX39-2471" fmla="*/ 250 w 10000"/>
              <a:gd name="connsiteY39-2472" fmla="*/ 7878 h 10000"/>
              <a:gd name="connsiteX40-2473" fmla="*/ 250 w 10000"/>
              <a:gd name="connsiteY40-2474" fmla="*/ 7878 h 10000"/>
              <a:gd name="connsiteX41-2475" fmla="*/ 500 w 10000"/>
              <a:gd name="connsiteY41-2476" fmla="*/ 7878 h 10000"/>
              <a:gd name="connsiteX42-2477" fmla="*/ 750 w 10000"/>
              <a:gd name="connsiteY42-2478" fmla="*/ 7878 h 10000"/>
              <a:gd name="connsiteX43-2479" fmla="*/ 1050 w 10000"/>
              <a:gd name="connsiteY43-2480" fmla="*/ 7878 h 10000"/>
              <a:gd name="connsiteX44-2481" fmla="*/ 1300 w 10000"/>
              <a:gd name="connsiteY44-2482" fmla="*/ 7878 h 10000"/>
              <a:gd name="connsiteX45-2483" fmla="*/ 1800 w 10000"/>
              <a:gd name="connsiteY45-2484" fmla="*/ 7878 h 10000"/>
              <a:gd name="connsiteX46-2485" fmla="*/ 2350 w 10000"/>
              <a:gd name="connsiteY46-2486" fmla="*/ 7878 h 10000"/>
              <a:gd name="connsiteX47-2487" fmla="*/ 3400 w 10000"/>
              <a:gd name="connsiteY47-2488" fmla="*/ 8004 h 10000"/>
              <a:gd name="connsiteX48-2489" fmla="*/ 4200 w 10000"/>
              <a:gd name="connsiteY48-2490" fmla="*/ 8004 h 10000"/>
              <a:gd name="connsiteX49-2491" fmla="*/ 5000 w 10000"/>
              <a:gd name="connsiteY49-2492" fmla="*/ 8004 h 10000"/>
              <a:gd name="connsiteX50-2493" fmla="*/ 5500 w 10000"/>
              <a:gd name="connsiteY50-2494" fmla="*/ 8004 h 10000"/>
              <a:gd name="connsiteX51-2495" fmla="*/ 6050 w 10000"/>
              <a:gd name="connsiteY51-2496" fmla="*/ 8004 h 10000"/>
              <a:gd name="connsiteX52-2497" fmla="*/ 6300 w 10000"/>
              <a:gd name="connsiteY52-2498" fmla="*/ 7878 h 10000"/>
              <a:gd name="connsiteX53-2499" fmla="*/ 6550 w 10000"/>
              <a:gd name="connsiteY53-2500" fmla="*/ 7669 h 10000"/>
              <a:gd name="connsiteX54-2501" fmla="*/ 6850 w 10000"/>
              <a:gd name="connsiteY54-2502" fmla="*/ 7437 h 10000"/>
              <a:gd name="connsiteX55-2503" fmla="*/ 7100 w 10000"/>
              <a:gd name="connsiteY55-2504" fmla="*/ 7226 h 10000"/>
              <a:gd name="connsiteX56-2505" fmla="*/ 7100 w 10000"/>
              <a:gd name="connsiteY56-2506" fmla="*/ 6891 h 10000"/>
              <a:gd name="connsiteX57-2507" fmla="*/ 7100 w 10000"/>
              <a:gd name="connsiteY57-2508" fmla="*/ 6450 h 10000"/>
              <a:gd name="connsiteX58-2509" fmla="*/ 7100 w 10000"/>
              <a:gd name="connsiteY58-2510" fmla="*/ 5883 h 10000"/>
              <a:gd name="connsiteX59-2511" fmla="*/ 7100 w 10000"/>
              <a:gd name="connsiteY59-2512" fmla="*/ 5547 h 10000"/>
              <a:gd name="connsiteX60-2513" fmla="*/ 7100 w 10000"/>
              <a:gd name="connsiteY60-2514" fmla="*/ 5337 h 10000"/>
              <a:gd name="connsiteX61-2515" fmla="*/ 7100 w 10000"/>
              <a:gd name="connsiteY61-2516" fmla="*/ 4875 h 10000"/>
              <a:gd name="connsiteX62-2517" fmla="*/ 7100 w 10000"/>
              <a:gd name="connsiteY62-2518" fmla="*/ 4560 h 10000"/>
              <a:gd name="connsiteX63-2519" fmla="*/ 7100 w 10000"/>
              <a:gd name="connsiteY63-2520" fmla="*/ 4224 h 10000"/>
              <a:gd name="connsiteX64-2521" fmla="*/ 7100 w 10000"/>
              <a:gd name="connsiteY64-2522" fmla="*/ 3782 h 10000"/>
              <a:gd name="connsiteX65-2523" fmla="*/ 6550 w 10000"/>
              <a:gd name="connsiteY65-2524" fmla="*/ 1997 h 10000"/>
              <a:gd name="connsiteX66-2525" fmla="*/ 6550 w 10000"/>
              <a:gd name="connsiteY66-2526" fmla="*/ 1660 h 10000"/>
              <a:gd name="connsiteX67-2527" fmla="*/ 6300 w 10000"/>
              <a:gd name="connsiteY67-2528" fmla="*/ 1324 h 10000"/>
              <a:gd name="connsiteX68-2529" fmla="*/ 6050 w 10000"/>
              <a:gd name="connsiteY68-2530" fmla="*/ 1113 h 10000"/>
              <a:gd name="connsiteX69-2531" fmla="*/ 5800 w 10000"/>
              <a:gd name="connsiteY69-2532" fmla="*/ 883 h 10000"/>
              <a:gd name="connsiteX70-2533" fmla="*/ 5500 w 10000"/>
              <a:gd name="connsiteY70-2534" fmla="*/ 673 h 10000"/>
              <a:gd name="connsiteX71-2535" fmla="*/ 5250 w 10000"/>
              <a:gd name="connsiteY71-2536" fmla="*/ 548 h 10000"/>
              <a:gd name="connsiteX72-2537" fmla="*/ 5000 w 10000"/>
              <a:gd name="connsiteY72-2538" fmla="*/ 336 h 10000"/>
              <a:gd name="connsiteX73-2539" fmla="*/ 8700 w 10000"/>
              <a:gd name="connsiteY73-2540" fmla="*/ 0 h 10000"/>
              <a:gd name="connsiteX74-2541" fmla="*/ 9450 w 10000"/>
              <a:gd name="connsiteY74-2542" fmla="*/ 210 h 10000"/>
              <a:gd name="connsiteX75-2543" fmla="*/ 9750 w 10000"/>
              <a:gd name="connsiteY75-2544" fmla="*/ 336 h 10000"/>
              <a:gd name="connsiteX76-2545" fmla="*/ 9750 w 10000"/>
              <a:gd name="connsiteY76-2546" fmla="*/ 336 h 10000"/>
              <a:gd name="connsiteX77-2547" fmla="*/ 9450 w 10000"/>
              <a:gd name="connsiteY77-2548" fmla="*/ 443 h 10000"/>
              <a:gd name="connsiteX78-2549" fmla="*/ 9450 w 10000"/>
              <a:gd name="connsiteY78-2550" fmla="*/ 673 h 10000"/>
              <a:gd name="connsiteX79-2551" fmla="*/ 9450 w 10000"/>
              <a:gd name="connsiteY79-2552" fmla="*/ 778 h 10000"/>
              <a:gd name="connsiteX80-2553" fmla="*/ 9200 w 10000"/>
              <a:gd name="connsiteY80-2554" fmla="*/ 987 h 10000"/>
              <a:gd name="connsiteX81-2555" fmla="*/ 9200 w 10000"/>
              <a:gd name="connsiteY81-2556" fmla="*/ 1324 h 10000"/>
              <a:gd name="connsiteX82-2557" fmla="*/ 9200 w 10000"/>
              <a:gd name="connsiteY82-2558" fmla="*/ 1660 h 10000"/>
              <a:gd name="connsiteX83-2559" fmla="*/ 9450 w 10000"/>
              <a:gd name="connsiteY83-2560" fmla="*/ 2102 h 10000"/>
              <a:gd name="connsiteX84-2561" fmla="*/ 9450 w 10000"/>
              <a:gd name="connsiteY84-2562" fmla="*/ 2102 h 10000"/>
              <a:gd name="connsiteX0-2563" fmla="*/ 9450 w 10000"/>
              <a:gd name="connsiteY0-2564" fmla="*/ 2102 h 10000"/>
              <a:gd name="connsiteX1-2565" fmla="*/ 9450 w 10000"/>
              <a:gd name="connsiteY1-2566" fmla="*/ 2333 h 10000"/>
              <a:gd name="connsiteX2-2567" fmla="*/ 9450 w 10000"/>
              <a:gd name="connsiteY2-2568" fmla="*/ 2669 h 10000"/>
              <a:gd name="connsiteX3-2569" fmla="*/ 9450 w 10000"/>
              <a:gd name="connsiteY3-2570" fmla="*/ 3109 h 10000"/>
              <a:gd name="connsiteX4-2571" fmla="*/ 9750 w 10000"/>
              <a:gd name="connsiteY4-2572" fmla="*/ 3551 h 10000"/>
              <a:gd name="connsiteX5-2573" fmla="*/ 9750 w 10000"/>
              <a:gd name="connsiteY5-2574" fmla="*/ 3992 h 10000"/>
              <a:gd name="connsiteX6-2575" fmla="*/ 9750 w 10000"/>
              <a:gd name="connsiteY6-2576" fmla="*/ 4664 h 10000"/>
              <a:gd name="connsiteX7-2577" fmla="*/ 9750 w 10000"/>
              <a:gd name="connsiteY7-2578" fmla="*/ 5211 h 10000"/>
              <a:gd name="connsiteX8-2579" fmla="*/ 9750 w 10000"/>
              <a:gd name="connsiteY8-2580" fmla="*/ 5988 h 10000"/>
              <a:gd name="connsiteX9-2581" fmla="*/ 10000 w 10000"/>
              <a:gd name="connsiteY9-2582" fmla="*/ 6660 h 10000"/>
              <a:gd name="connsiteX10-2583" fmla="*/ 10000 w 10000"/>
              <a:gd name="connsiteY10-2584" fmla="*/ 7226 h 10000"/>
              <a:gd name="connsiteX11-2585" fmla="*/ 9750 w 10000"/>
              <a:gd name="connsiteY11-2586" fmla="*/ 7774 h 10000"/>
              <a:gd name="connsiteX12-2587" fmla="*/ 9750 w 10000"/>
              <a:gd name="connsiteY12-2588" fmla="*/ 8214 h 10000"/>
              <a:gd name="connsiteX13-2589" fmla="*/ 9450 w 10000"/>
              <a:gd name="connsiteY13-2590" fmla="*/ 8656 h 10000"/>
              <a:gd name="connsiteX14-2591" fmla="*/ 9200 w 10000"/>
              <a:gd name="connsiteY14-2592" fmla="*/ 8992 h 10000"/>
              <a:gd name="connsiteX15-2593" fmla="*/ 9200 w 10000"/>
              <a:gd name="connsiteY15-2594" fmla="*/ 9223 h 10000"/>
              <a:gd name="connsiteX16-2595" fmla="*/ 8700 w 10000"/>
              <a:gd name="connsiteY16-2596" fmla="*/ 9432 h 10000"/>
              <a:gd name="connsiteX17-2597" fmla="*/ 8150 w 10000"/>
              <a:gd name="connsiteY17-2598" fmla="*/ 9665 h 10000"/>
              <a:gd name="connsiteX18-2599" fmla="*/ 7350 w 10000"/>
              <a:gd name="connsiteY18-2600" fmla="*/ 9874 h 10000"/>
              <a:gd name="connsiteX19-2601" fmla="*/ 7100 w 10000"/>
              <a:gd name="connsiteY19-2602" fmla="*/ 10000 h 10000"/>
              <a:gd name="connsiteX20-2603" fmla="*/ 6550 w 10000"/>
              <a:gd name="connsiteY20-2604" fmla="*/ 10000 h 10000"/>
              <a:gd name="connsiteX21-2605" fmla="*/ 6300 w 10000"/>
              <a:gd name="connsiteY21-2606" fmla="*/ 10000 h 10000"/>
              <a:gd name="connsiteX22-2607" fmla="*/ 6050 w 10000"/>
              <a:gd name="connsiteY22-2608" fmla="*/ 9874 h 10000"/>
              <a:gd name="connsiteX23-2609" fmla="*/ 5500 w 10000"/>
              <a:gd name="connsiteY23-2610" fmla="*/ 9769 h 10000"/>
              <a:gd name="connsiteX24-2611" fmla="*/ 5250 w 10000"/>
              <a:gd name="connsiteY24-2612" fmla="*/ 9559 h 10000"/>
              <a:gd name="connsiteX25-2613" fmla="*/ 4700 w 10000"/>
              <a:gd name="connsiteY25-2614" fmla="*/ 9223 h 10000"/>
              <a:gd name="connsiteX26-2615" fmla="*/ 3950 w 10000"/>
              <a:gd name="connsiteY26-2616" fmla="*/ 8992 h 10000"/>
              <a:gd name="connsiteX27-2617" fmla="*/ 3650 w 10000"/>
              <a:gd name="connsiteY27-2618" fmla="*/ 8887 h 10000"/>
              <a:gd name="connsiteX28-2619" fmla="*/ 3150 w 10000"/>
              <a:gd name="connsiteY28-2620" fmla="*/ 8781 h 10000"/>
              <a:gd name="connsiteX29-2621" fmla="*/ 2600 w 10000"/>
              <a:gd name="connsiteY29-2622" fmla="*/ 8656 h 10000"/>
              <a:gd name="connsiteX30-2623" fmla="*/ 2100 w 10000"/>
              <a:gd name="connsiteY30-2624" fmla="*/ 8446 h 10000"/>
              <a:gd name="connsiteX31-2625" fmla="*/ 1550 w 10000"/>
              <a:gd name="connsiteY31-2626" fmla="*/ 8320 h 10000"/>
              <a:gd name="connsiteX32-2627" fmla="*/ 1300 w 10000"/>
              <a:gd name="connsiteY32-2628" fmla="*/ 8214 h 10000"/>
              <a:gd name="connsiteX33-2629" fmla="*/ 750 w 10000"/>
              <a:gd name="connsiteY33-2630" fmla="*/ 8214 h 10000"/>
              <a:gd name="connsiteX34-2631" fmla="*/ 500 w 10000"/>
              <a:gd name="connsiteY34-2632" fmla="*/ 8110 h 10000"/>
              <a:gd name="connsiteX35-2633" fmla="*/ 250 w 10000"/>
              <a:gd name="connsiteY35-2634" fmla="*/ 8004 h 10000"/>
              <a:gd name="connsiteX36-2635" fmla="*/ 250 w 10000"/>
              <a:gd name="connsiteY36-2636" fmla="*/ 8004 h 10000"/>
              <a:gd name="connsiteX37-2637" fmla="*/ 0 w 10000"/>
              <a:gd name="connsiteY37-2638" fmla="*/ 7878 h 10000"/>
              <a:gd name="connsiteX38-2639" fmla="*/ 0 w 10000"/>
              <a:gd name="connsiteY38-2640" fmla="*/ 7878 h 10000"/>
              <a:gd name="connsiteX39-2641" fmla="*/ 250 w 10000"/>
              <a:gd name="connsiteY39-2642" fmla="*/ 7878 h 10000"/>
              <a:gd name="connsiteX40-2643" fmla="*/ 250 w 10000"/>
              <a:gd name="connsiteY40-2644" fmla="*/ 7878 h 10000"/>
              <a:gd name="connsiteX41-2645" fmla="*/ 500 w 10000"/>
              <a:gd name="connsiteY41-2646" fmla="*/ 7878 h 10000"/>
              <a:gd name="connsiteX42-2647" fmla="*/ 750 w 10000"/>
              <a:gd name="connsiteY42-2648" fmla="*/ 7878 h 10000"/>
              <a:gd name="connsiteX43-2649" fmla="*/ 1050 w 10000"/>
              <a:gd name="connsiteY43-2650" fmla="*/ 7878 h 10000"/>
              <a:gd name="connsiteX44-2651" fmla="*/ 1300 w 10000"/>
              <a:gd name="connsiteY44-2652" fmla="*/ 7878 h 10000"/>
              <a:gd name="connsiteX45-2653" fmla="*/ 1800 w 10000"/>
              <a:gd name="connsiteY45-2654" fmla="*/ 7878 h 10000"/>
              <a:gd name="connsiteX46-2655" fmla="*/ 2350 w 10000"/>
              <a:gd name="connsiteY46-2656" fmla="*/ 7878 h 10000"/>
              <a:gd name="connsiteX47-2657" fmla="*/ 3400 w 10000"/>
              <a:gd name="connsiteY47-2658" fmla="*/ 8004 h 10000"/>
              <a:gd name="connsiteX48-2659" fmla="*/ 4200 w 10000"/>
              <a:gd name="connsiteY48-2660" fmla="*/ 8004 h 10000"/>
              <a:gd name="connsiteX49-2661" fmla="*/ 5000 w 10000"/>
              <a:gd name="connsiteY49-2662" fmla="*/ 8004 h 10000"/>
              <a:gd name="connsiteX50-2663" fmla="*/ 5500 w 10000"/>
              <a:gd name="connsiteY50-2664" fmla="*/ 8004 h 10000"/>
              <a:gd name="connsiteX51-2665" fmla="*/ 6050 w 10000"/>
              <a:gd name="connsiteY51-2666" fmla="*/ 8004 h 10000"/>
              <a:gd name="connsiteX52-2667" fmla="*/ 6300 w 10000"/>
              <a:gd name="connsiteY52-2668" fmla="*/ 7878 h 10000"/>
              <a:gd name="connsiteX53-2669" fmla="*/ 6550 w 10000"/>
              <a:gd name="connsiteY53-2670" fmla="*/ 7669 h 10000"/>
              <a:gd name="connsiteX54-2671" fmla="*/ 6850 w 10000"/>
              <a:gd name="connsiteY54-2672" fmla="*/ 7437 h 10000"/>
              <a:gd name="connsiteX55-2673" fmla="*/ 7100 w 10000"/>
              <a:gd name="connsiteY55-2674" fmla="*/ 7226 h 10000"/>
              <a:gd name="connsiteX56-2675" fmla="*/ 7100 w 10000"/>
              <a:gd name="connsiteY56-2676" fmla="*/ 6891 h 10000"/>
              <a:gd name="connsiteX57-2677" fmla="*/ 7100 w 10000"/>
              <a:gd name="connsiteY57-2678" fmla="*/ 6450 h 10000"/>
              <a:gd name="connsiteX58-2679" fmla="*/ 7100 w 10000"/>
              <a:gd name="connsiteY58-2680" fmla="*/ 5883 h 10000"/>
              <a:gd name="connsiteX59-2681" fmla="*/ 7100 w 10000"/>
              <a:gd name="connsiteY59-2682" fmla="*/ 5547 h 10000"/>
              <a:gd name="connsiteX60-2683" fmla="*/ 7100 w 10000"/>
              <a:gd name="connsiteY60-2684" fmla="*/ 5337 h 10000"/>
              <a:gd name="connsiteX61-2685" fmla="*/ 7100 w 10000"/>
              <a:gd name="connsiteY61-2686" fmla="*/ 4875 h 10000"/>
              <a:gd name="connsiteX62-2687" fmla="*/ 7100 w 10000"/>
              <a:gd name="connsiteY62-2688" fmla="*/ 4560 h 10000"/>
              <a:gd name="connsiteX63-2689" fmla="*/ 7100 w 10000"/>
              <a:gd name="connsiteY63-2690" fmla="*/ 4224 h 10000"/>
              <a:gd name="connsiteX64-2691" fmla="*/ 7100 w 10000"/>
              <a:gd name="connsiteY64-2692" fmla="*/ 3782 h 10000"/>
              <a:gd name="connsiteX65-2693" fmla="*/ 6550 w 10000"/>
              <a:gd name="connsiteY65-2694" fmla="*/ 1997 h 10000"/>
              <a:gd name="connsiteX66-2695" fmla="*/ 6550 w 10000"/>
              <a:gd name="connsiteY66-2696" fmla="*/ 1660 h 10000"/>
              <a:gd name="connsiteX67-2697" fmla="*/ 6300 w 10000"/>
              <a:gd name="connsiteY67-2698" fmla="*/ 1324 h 10000"/>
              <a:gd name="connsiteX68-2699" fmla="*/ 6050 w 10000"/>
              <a:gd name="connsiteY68-2700" fmla="*/ 1113 h 10000"/>
              <a:gd name="connsiteX69-2701" fmla="*/ 5800 w 10000"/>
              <a:gd name="connsiteY69-2702" fmla="*/ 883 h 10000"/>
              <a:gd name="connsiteX70-2703" fmla="*/ 5500 w 10000"/>
              <a:gd name="connsiteY70-2704" fmla="*/ 673 h 10000"/>
              <a:gd name="connsiteX71-2705" fmla="*/ 5250 w 10000"/>
              <a:gd name="connsiteY71-2706" fmla="*/ 548 h 10000"/>
              <a:gd name="connsiteX72-2707" fmla="*/ 8700 w 10000"/>
              <a:gd name="connsiteY72-2708" fmla="*/ 0 h 10000"/>
              <a:gd name="connsiteX73-2709" fmla="*/ 9450 w 10000"/>
              <a:gd name="connsiteY73-2710" fmla="*/ 210 h 10000"/>
              <a:gd name="connsiteX74-2711" fmla="*/ 9750 w 10000"/>
              <a:gd name="connsiteY74-2712" fmla="*/ 336 h 10000"/>
              <a:gd name="connsiteX75-2713" fmla="*/ 9750 w 10000"/>
              <a:gd name="connsiteY75-2714" fmla="*/ 336 h 10000"/>
              <a:gd name="connsiteX76-2715" fmla="*/ 9450 w 10000"/>
              <a:gd name="connsiteY76-2716" fmla="*/ 443 h 10000"/>
              <a:gd name="connsiteX77-2717" fmla="*/ 9450 w 10000"/>
              <a:gd name="connsiteY77-2718" fmla="*/ 673 h 10000"/>
              <a:gd name="connsiteX78-2719" fmla="*/ 9450 w 10000"/>
              <a:gd name="connsiteY78-2720" fmla="*/ 778 h 10000"/>
              <a:gd name="connsiteX79-2721" fmla="*/ 9200 w 10000"/>
              <a:gd name="connsiteY79-2722" fmla="*/ 987 h 10000"/>
              <a:gd name="connsiteX80-2723" fmla="*/ 9200 w 10000"/>
              <a:gd name="connsiteY80-2724" fmla="*/ 1324 h 10000"/>
              <a:gd name="connsiteX81-2725" fmla="*/ 9200 w 10000"/>
              <a:gd name="connsiteY81-2726" fmla="*/ 1660 h 10000"/>
              <a:gd name="connsiteX82-2727" fmla="*/ 9450 w 10000"/>
              <a:gd name="connsiteY82-2728" fmla="*/ 2102 h 10000"/>
              <a:gd name="connsiteX83-2729" fmla="*/ 9450 w 10000"/>
              <a:gd name="connsiteY83-2730" fmla="*/ 2102 h 10000"/>
              <a:gd name="connsiteX0-2731" fmla="*/ 9450 w 10000"/>
              <a:gd name="connsiteY0-2732" fmla="*/ 2102 h 10000"/>
              <a:gd name="connsiteX1-2733" fmla="*/ 9450 w 10000"/>
              <a:gd name="connsiteY1-2734" fmla="*/ 2333 h 10000"/>
              <a:gd name="connsiteX2-2735" fmla="*/ 9450 w 10000"/>
              <a:gd name="connsiteY2-2736" fmla="*/ 2669 h 10000"/>
              <a:gd name="connsiteX3-2737" fmla="*/ 9450 w 10000"/>
              <a:gd name="connsiteY3-2738" fmla="*/ 3109 h 10000"/>
              <a:gd name="connsiteX4-2739" fmla="*/ 9750 w 10000"/>
              <a:gd name="connsiteY4-2740" fmla="*/ 3551 h 10000"/>
              <a:gd name="connsiteX5-2741" fmla="*/ 9750 w 10000"/>
              <a:gd name="connsiteY5-2742" fmla="*/ 3992 h 10000"/>
              <a:gd name="connsiteX6-2743" fmla="*/ 9750 w 10000"/>
              <a:gd name="connsiteY6-2744" fmla="*/ 4664 h 10000"/>
              <a:gd name="connsiteX7-2745" fmla="*/ 9750 w 10000"/>
              <a:gd name="connsiteY7-2746" fmla="*/ 5211 h 10000"/>
              <a:gd name="connsiteX8-2747" fmla="*/ 9750 w 10000"/>
              <a:gd name="connsiteY8-2748" fmla="*/ 5988 h 10000"/>
              <a:gd name="connsiteX9-2749" fmla="*/ 10000 w 10000"/>
              <a:gd name="connsiteY9-2750" fmla="*/ 6660 h 10000"/>
              <a:gd name="connsiteX10-2751" fmla="*/ 10000 w 10000"/>
              <a:gd name="connsiteY10-2752" fmla="*/ 7226 h 10000"/>
              <a:gd name="connsiteX11-2753" fmla="*/ 9750 w 10000"/>
              <a:gd name="connsiteY11-2754" fmla="*/ 7774 h 10000"/>
              <a:gd name="connsiteX12-2755" fmla="*/ 9750 w 10000"/>
              <a:gd name="connsiteY12-2756" fmla="*/ 8214 h 10000"/>
              <a:gd name="connsiteX13-2757" fmla="*/ 9450 w 10000"/>
              <a:gd name="connsiteY13-2758" fmla="*/ 8656 h 10000"/>
              <a:gd name="connsiteX14-2759" fmla="*/ 9200 w 10000"/>
              <a:gd name="connsiteY14-2760" fmla="*/ 8992 h 10000"/>
              <a:gd name="connsiteX15-2761" fmla="*/ 9200 w 10000"/>
              <a:gd name="connsiteY15-2762" fmla="*/ 9223 h 10000"/>
              <a:gd name="connsiteX16-2763" fmla="*/ 8700 w 10000"/>
              <a:gd name="connsiteY16-2764" fmla="*/ 9432 h 10000"/>
              <a:gd name="connsiteX17-2765" fmla="*/ 8150 w 10000"/>
              <a:gd name="connsiteY17-2766" fmla="*/ 9665 h 10000"/>
              <a:gd name="connsiteX18-2767" fmla="*/ 7350 w 10000"/>
              <a:gd name="connsiteY18-2768" fmla="*/ 9874 h 10000"/>
              <a:gd name="connsiteX19-2769" fmla="*/ 7100 w 10000"/>
              <a:gd name="connsiteY19-2770" fmla="*/ 10000 h 10000"/>
              <a:gd name="connsiteX20-2771" fmla="*/ 6550 w 10000"/>
              <a:gd name="connsiteY20-2772" fmla="*/ 10000 h 10000"/>
              <a:gd name="connsiteX21-2773" fmla="*/ 6300 w 10000"/>
              <a:gd name="connsiteY21-2774" fmla="*/ 10000 h 10000"/>
              <a:gd name="connsiteX22-2775" fmla="*/ 6050 w 10000"/>
              <a:gd name="connsiteY22-2776" fmla="*/ 9874 h 10000"/>
              <a:gd name="connsiteX23-2777" fmla="*/ 5500 w 10000"/>
              <a:gd name="connsiteY23-2778" fmla="*/ 9769 h 10000"/>
              <a:gd name="connsiteX24-2779" fmla="*/ 5250 w 10000"/>
              <a:gd name="connsiteY24-2780" fmla="*/ 9559 h 10000"/>
              <a:gd name="connsiteX25-2781" fmla="*/ 4700 w 10000"/>
              <a:gd name="connsiteY25-2782" fmla="*/ 9223 h 10000"/>
              <a:gd name="connsiteX26-2783" fmla="*/ 3950 w 10000"/>
              <a:gd name="connsiteY26-2784" fmla="*/ 8992 h 10000"/>
              <a:gd name="connsiteX27-2785" fmla="*/ 3650 w 10000"/>
              <a:gd name="connsiteY27-2786" fmla="*/ 8887 h 10000"/>
              <a:gd name="connsiteX28-2787" fmla="*/ 3150 w 10000"/>
              <a:gd name="connsiteY28-2788" fmla="*/ 8781 h 10000"/>
              <a:gd name="connsiteX29-2789" fmla="*/ 2600 w 10000"/>
              <a:gd name="connsiteY29-2790" fmla="*/ 8656 h 10000"/>
              <a:gd name="connsiteX30-2791" fmla="*/ 2100 w 10000"/>
              <a:gd name="connsiteY30-2792" fmla="*/ 8446 h 10000"/>
              <a:gd name="connsiteX31-2793" fmla="*/ 1550 w 10000"/>
              <a:gd name="connsiteY31-2794" fmla="*/ 8320 h 10000"/>
              <a:gd name="connsiteX32-2795" fmla="*/ 1300 w 10000"/>
              <a:gd name="connsiteY32-2796" fmla="*/ 8214 h 10000"/>
              <a:gd name="connsiteX33-2797" fmla="*/ 750 w 10000"/>
              <a:gd name="connsiteY33-2798" fmla="*/ 8214 h 10000"/>
              <a:gd name="connsiteX34-2799" fmla="*/ 500 w 10000"/>
              <a:gd name="connsiteY34-2800" fmla="*/ 8110 h 10000"/>
              <a:gd name="connsiteX35-2801" fmla="*/ 250 w 10000"/>
              <a:gd name="connsiteY35-2802" fmla="*/ 8004 h 10000"/>
              <a:gd name="connsiteX36-2803" fmla="*/ 250 w 10000"/>
              <a:gd name="connsiteY36-2804" fmla="*/ 8004 h 10000"/>
              <a:gd name="connsiteX37-2805" fmla="*/ 0 w 10000"/>
              <a:gd name="connsiteY37-2806" fmla="*/ 7878 h 10000"/>
              <a:gd name="connsiteX38-2807" fmla="*/ 0 w 10000"/>
              <a:gd name="connsiteY38-2808" fmla="*/ 7878 h 10000"/>
              <a:gd name="connsiteX39-2809" fmla="*/ 250 w 10000"/>
              <a:gd name="connsiteY39-2810" fmla="*/ 7878 h 10000"/>
              <a:gd name="connsiteX40-2811" fmla="*/ 250 w 10000"/>
              <a:gd name="connsiteY40-2812" fmla="*/ 7878 h 10000"/>
              <a:gd name="connsiteX41-2813" fmla="*/ 500 w 10000"/>
              <a:gd name="connsiteY41-2814" fmla="*/ 7878 h 10000"/>
              <a:gd name="connsiteX42-2815" fmla="*/ 750 w 10000"/>
              <a:gd name="connsiteY42-2816" fmla="*/ 7878 h 10000"/>
              <a:gd name="connsiteX43-2817" fmla="*/ 1050 w 10000"/>
              <a:gd name="connsiteY43-2818" fmla="*/ 7878 h 10000"/>
              <a:gd name="connsiteX44-2819" fmla="*/ 1300 w 10000"/>
              <a:gd name="connsiteY44-2820" fmla="*/ 7878 h 10000"/>
              <a:gd name="connsiteX45-2821" fmla="*/ 1800 w 10000"/>
              <a:gd name="connsiteY45-2822" fmla="*/ 7878 h 10000"/>
              <a:gd name="connsiteX46-2823" fmla="*/ 2350 w 10000"/>
              <a:gd name="connsiteY46-2824" fmla="*/ 7878 h 10000"/>
              <a:gd name="connsiteX47-2825" fmla="*/ 3400 w 10000"/>
              <a:gd name="connsiteY47-2826" fmla="*/ 8004 h 10000"/>
              <a:gd name="connsiteX48-2827" fmla="*/ 4200 w 10000"/>
              <a:gd name="connsiteY48-2828" fmla="*/ 8004 h 10000"/>
              <a:gd name="connsiteX49-2829" fmla="*/ 5000 w 10000"/>
              <a:gd name="connsiteY49-2830" fmla="*/ 8004 h 10000"/>
              <a:gd name="connsiteX50-2831" fmla="*/ 5500 w 10000"/>
              <a:gd name="connsiteY50-2832" fmla="*/ 8004 h 10000"/>
              <a:gd name="connsiteX51-2833" fmla="*/ 6050 w 10000"/>
              <a:gd name="connsiteY51-2834" fmla="*/ 8004 h 10000"/>
              <a:gd name="connsiteX52-2835" fmla="*/ 6300 w 10000"/>
              <a:gd name="connsiteY52-2836" fmla="*/ 7878 h 10000"/>
              <a:gd name="connsiteX53-2837" fmla="*/ 6550 w 10000"/>
              <a:gd name="connsiteY53-2838" fmla="*/ 7669 h 10000"/>
              <a:gd name="connsiteX54-2839" fmla="*/ 6850 w 10000"/>
              <a:gd name="connsiteY54-2840" fmla="*/ 7437 h 10000"/>
              <a:gd name="connsiteX55-2841" fmla="*/ 7100 w 10000"/>
              <a:gd name="connsiteY55-2842" fmla="*/ 7226 h 10000"/>
              <a:gd name="connsiteX56-2843" fmla="*/ 7100 w 10000"/>
              <a:gd name="connsiteY56-2844" fmla="*/ 6891 h 10000"/>
              <a:gd name="connsiteX57-2845" fmla="*/ 7100 w 10000"/>
              <a:gd name="connsiteY57-2846" fmla="*/ 6450 h 10000"/>
              <a:gd name="connsiteX58-2847" fmla="*/ 7100 w 10000"/>
              <a:gd name="connsiteY58-2848" fmla="*/ 5883 h 10000"/>
              <a:gd name="connsiteX59-2849" fmla="*/ 7100 w 10000"/>
              <a:gd name="connsiteY59-2850" fmla="*/ 5547 h 10000"/>
              <a:gd name="connsiteX60-2851" fmla="*/ 7100 w 10000"/>
              <a:gd name="connsiteY60-2852" fmla="*/ 5337 h 10000"/>
              <a:gd name="connsiteX61-2853" fmla="*/ 7100 w 10000"/>
              <a:gd name="connsiteY61-2854" fmla="*/ 4875 h 10000"/>
              <a:gd name="connsiteX62-2855" fmla="*/ 7100 w 10000"/>
              <a:gd name="connsiteY62-2856" fmla="*/ 4560 h 10000"/>
              <a:gd name="connsiteX63-2857" fmla="*/ 7100 w 10000"/>
              <a:gd name="connsiteY63-2858" fmla="*/ 4224 h 10000"/>
              <a:gd name="connsiteX64-2859" fmla="*/ 7100 w 10000"/>
              <a:gd name="connsiteY64-2860" fmla="*/ 3782 h 10000"/>
              <a:gd name="connsiteX65-2861" fmla="*/ 6550 w 10000"/>
              <a:gd name="connsiteY65-2862" fmla="*/ 1997 h 10000"/>
              <a:gd name="connsiteX66-2863" fmla="*/ 6550 w 10000"/>
              <a:gd name="connsiteY66-2864" fmla="*/ 1660 h 10000"/>
              <a:gd name="connsiteX67-2865" fmla="*/ 6300 w 10000"/>
              <a:gd name="connsiteY67-2866" fmla="*/ 1324 h 10000"/>
              <a:gd name="connsiteX68-2867" fmla="*/ 6050 w 10000"/>
              <a:gd name="connsiteY68-2868" fmla="*/ 1113 h 10000"/>
              <a:gd name="connsiteX69-2869" fmla="*/ 5800 w 10000"/>
              <a:gd name="connsiteY69-2870" fmla="*/ 883 h 10000"/>
              <a:gd name="connsiteX70-2871" fmla="*/ 5500 w 10000"/>
              <a:gd name="connsiteY70-2872" fmla="*/ 673 h 10000"/>
              <a:gd name="connsiteX71-2873" fmla="*/ 8700 w 10000"/>
              <a:gd name="connsiteY71-2874" fmla="*/ 0 h 10000"/>
              <a:gd name="connsiteX72-2875" fmla="*/ 9450 w 10000"/>
              <a:gd name="connsiteY72-2876" fmla="*/ 210 h 10000"/>
              <a:gd name="connsiteX73-2877" fmla="*/ 9750 w 10000"/>
              <a:gd name="connsiteY73-2878" fmla="*/ 336 h 10000"/>
              <a:gd name="connsiteX74-2879" fmla="*/ 9750 w 10000"/>
              <a:gd name="connsiteY74-2880" fmla="*/ 336 h 10000"/>
              <a:gd name="connsiteX75-2881" fmla="*/ 9450 w 10000"/>
              <a:gd name="connsiteY75-2882" fmla="*/ 443 h 10000"/>
              <a:gd name="connsiteX76-2883" fmla="*/ 9450 w 10000"/>
              <a:gd name="connsiteY76-2884" fmla="*/ 673 h 10000"/>
              <a:gd name="connsiteX77-2885" fmla="*/ 9450 w 10000"/>
              <a:gd name="connsiteY77-2886" fmla="*/ 778 h 10000"/>
              <a:gd name="connsiteX78-2887" fmla="*/ 9200 w 10000"/>
              <a:gd name="connsiteY78-2888" fmla="*/ 987 h 10000"/>
              <a:gd name="connsiteX79-2889" fmla="*/ 9200 w 10000"/>
              <a:gd name="connsiteY79-2890" fmla="*/ 1324 h 10000"/>
              <a:gd name="connsiteX80-2891" fmla="*/ 9200 w 10000"/>
              <a:gd name="connsiteY80-2892" fmla="*/ 1660 h 10000"/>
              <a:gd name="connsiteX81-2893" fmla="*/ 9450 w 10000"/>
              <a:gd name="connsiteY81-2894" fmla="*/ 2102 h 10000"/>
              <a:gd name="connsiteX82-2895" fmla="*/ 9450 w 10000"/>
              <a:gd name="connsiteY82-2896" fmla="*/ 2102 h 10000"/>
              <a:gd name="connsiteX0-2897" fmla="*/ 9450 w 10000"/>
              <a:gd name="connsiteY0-2898" fmla="*/ 2102 h 10000"/>
              <a:gd name="connsiteX1-2899" fmla="*/ 9450 w 10000"/>
              <a:gd name="connsiteY1-2900" fmla="*/ 2333 h 10000"/>
              <a:gd name="connsiteX2-2901" fmla="*/ 9450 w 10000"/>
              <a:gd name="connsiteY2-2902" fmla="*/ 2669 h 10000"/>
              <a:gd name="connsiteX3-2903" fmla="*/ 9450 w 10000"/>
              <a:gd name="connsiteY3-2904" fmla="*/ 3109 h 10000"/>
              <a:gd name="connsiteX4-2905" fmla="*/ 9750 w 10000"/>
              <a:gd name="connsiteY4-2906" fmla="*/ 3551 h 10000"/>
              <a:gd name="connsiteX5-2907" fmla="*/ 9750 w 10000"/>
              <a:gd name="connsiteY5-2908" fmla="*/ 3992 h 10000"/>
              <a:gd name="connsiteX6-2909" fmla="*/ 9750 w 10000"/>
              <a:gd name="connsiteY6-2910" fmla="*/ 4664 h 10000"/>
              <a:gd name="connsiteX7-2911" fmla="*/ 9750 w 10000"/>
              <a:gd name="connsiteY7-2912" fmla="*/ 5211 h 10000"/>
              <a:gd name="connsiteX8-2913" fmla="*/ 9750 w 10000"/>
              <a:gd name="connsiteY8-2914" fmla="*/ 5988 h 10000"/>
              <a:gd name="connsiteX9-2915" fmla="*/ 10000 w 10000"/>
              <a:gd name="connsiteY9-2916" fmla="*/ 6660 h 10000"/>
              <a:gd name="connsiteX10-2917" fmla="*/ 10000 w 10000"/>
              <a:gd name="connsiteY10-2918" fmla="*/ 7226 h 10000"/>
              <a:gd name="connsiteX11-2919" fmla="*/ 9750 w 10000"/>
              <a:gd name="connsiteY11-2920" fmla="*/ 7774 h 10000"/>
              <a:gd name="connsiteX12-2921" fmla="*/ 9750 w 10000"/>
              <a:gd name="connsiteY12-2922" fmla="*/ 8214 h 10000"/>
              <a:gd name="connsiteX13-2923" fmla="*/ 9450 w 10000"/>
              <a:gd name="connsiteY13-2924" fmla="*/ 8656 h 10000"/>
              <a:gd name="connsiteX14-2925" fmla="*/ 9200 w 10000"/>
              <a:gd name="connsiteY14-2926" fmla="*/ 8992 h 10000"/>
              <a:gd name="connsiteX15-2927" fmla="*/ 9200 w 10000"/>
              <a:gd name="connsiteY15-2928" fmla="*/ 9223 h 10000"/>
              <a:gd name="connsiteX16-2929" fmla="*/ 8700 w 10000"/>
              <a:gd name="connsiteY16-2930" fmla="*/ 9432 h 10000"/>
              <a:gd name="connsiteX17-2931" fmla="*/ 8150 w 10000"/>
              <a:gd name="connsiteY17-2932" fmla="*/ 9665 h 10000"/>
              <a:gd name="connsiteX18-2933" fmla="*/ 7350 w 10000"/>
              <a:gd name="connsiteY18-2934" fmla="*/ 9874 h 10000"/>
              <a:gd name="connsiteX19-2935" fmla="*/ 7100 w 10000"/>
              <a:gd name="connsiteY19-2936" fmla="*/ 10000 h 10000"/>
              <a:gd name="connsiteX20-2937" fmla="*/ 6550 w 10000"/>
              <a:gd name="connsiteY20-2938" fmla="*/ 10000 h 10000"/>
              <a:gd name="connsiteX21-2939" fmla="*/ 6300 w 10000"/>
              <a:gd name="connsiteY21-2940" fmla="*/ 10000 h 10000"/>
              <a:gd name="connsiteX22-2941" fmla="*/ 6050 w 10000"/>
              <a:gd name="connsiteY22-2942" fmla="*/ 9874 h 10000"/>
              <a:gd name="connsiteX23-2943" fmla="*/ 5500 w 10000"/>
              <a:gd name="connsiteY23-2944" fmla="*/ 9769 h 10000"/>
              <a:gd name="connsiteX24-2945" fmla="*/ 5250 w 10000"/>
              <a:gd name="connsiteY24-2946" fmla="*/ 9559 h 10000"/>
              <a:gd name="connsiteX25-2947" fmla="*/ 4700 w 10000"/>
              <a:gd name="connsiteY25-2948" fmla="*/ 9223 h 10000"/>
              <a:gd name="connsiteX26-2949" fmla="*/ 3950 w 10000"/>
              <a:gd name="connsiteY26-2950" fmla="*/ 8992 h 10000"/>
              <a:gd name="connsiteX27-2951" fmla="*/ 3650 w 10000"/>
              <a:gd name="connsiteY27-2952" fmla="*/ 8887 h 10000"/>
              <a:gd name="connsiteX28-2953" fmla="*/ 3150 w 10000"/>
              <a:gd name="connsiteY28-2954" fmla="*/ 8781 h 10000"/>
              <a:gd name="connsiteX29-2955" fmla="*/ 2600 w 10000"/>
              <a:gd name="connsiteY29-2956" fmla="*/ 8656 h 10000"/>
              <a:gd name="connsiteX30-2957" fmla="*/ 2100 w 10000"/>
              <a:gd name="connsiteY30-2958" fmla="*/ 8446 h 10000"/>
              <a:gd name="connsiteX31-2959" fmla="*/ 1550 w 10000"/>
              <a:gd name="connsiteY31-2960" fmla="*/ 8320 h 10000"/>
              <a:gd name="connsiteX32-2961" fmla="*/ 1300 w 10000"/>
              <a:gd name="connsiteY32-2962" fmla="*/ 8214 h 10000"/>
              <a:gd name="connsiteX33-2963" fmla="*/ 750 w 10000"/>
              <a:gd name="connsiteY33-2964" fmla="*/ 8214 h 10000"/>
              <a:gd name="connsiteX34-2965" fmla="*/ 500 w 10000"/>
              <a:gd name="connsiteY34-2966" fmla="*/ 8110 h 10000"/>
              <a:gd name="connsiteX35-2967" fmla="*/ 250 w 10000"/>
              <a:gd name="connsiteY35-2968" fmla="*/ 8004 h 10000"/>
              <a:gd name="connsiteX36-2969" fmla="*/ 250 w 10000"/>
              <a:gd name="connsiteY36-2970" fmla="*/ 8004 h 10000"/>
              <a:gd name="connsiteX37-2971" fmla="*/ 0 w 10000"/>
              <a:gd name="connsiteY37-2972" fmla="*/ 7878 h 10000"/>
              <a:gd name="connsiteX38-2973" fmla="*/ 0 w 10000"/>
              <a:gd name="connsiteY38-2974" fmla="*/ 7878 h 10000"/>
              <a:gd name="connsiteX39-2975" fmla="*/ 250 w 10000"/>
              <a:gd name="connsiteY39-2976" fmla="*/ 7878 h 10000"/>
              <a:gd name="connsiteX40-2977" fmla="*/ 250 w 10000"/>
              <a:gd name="connsiteY40-2978" fmla="*/ 7878 h 10000"/>
              <a:gd name="connsiteX41-2979" fmla="*/ 500 w 10000"/>
              <a:gd name="connsiteY41-2980" fmla="*/ 7878 h 10000"/>
              <a:gd name="connsiteX42-2981" fmla="*/ 750 w 10000"/>
              <a:gd name="connsiteY42-2982" fmla="*/ 7878 h 10000"/>
              <a:gd name="connsiteX43-2983" fmla="*/ 1050 w 10000"/>
              <a:gd name="connsiteY43-2984" fmla="*/ 7878 h 10000"/>
              <a:gd name="connsiteX44-2985" fmla="*/ 1300 w 10000"/>
              <a:gd name="connsiteY44-2986" fmla="*/ 7878 h 10000"/>
              <a:gd name="connsiteX45-2987" fmla="*/ 1800 w 10000"/>
              <a:gd name="connsiteY45-2988" fmla="*/ 7878 h 10000"/>
              <a:gd name="connsiteX46-2989" fmla="*/ 2350 w 10000"/>
              <a:gd name="connsiteY46-2990" fmla="*/ 7878 h 10000"/>
              <a:gd name="connsiteX47-2991" fmla="*/ 3400 w 10000"/>
              <a:gd name="connsiteY47-2992" fmla="*/ 8004 h 10000"/>
              <a:gd name="connsiteX48-2993" fmla="*/ 4200 w 10000"/>
              <a:gd name="connsiteY48-2994" fmla="*/ 8004 h 10000"/>
              <a:gd name="connsiteX49-2995" fmla="*/ 5000 w 10000"/>
              <a:gd name="connsiteY49-2996" fmla="*/ 8004 h 10000"/>
              <a:gd name="connsiteX50-2997" fmla="*/ 5500 w 10000"/>
              <a:gd name="connsiteY50-2998" fmla="*/ 8004 h 10000"/>
              <a:gd name="connsiteX51-2999" fmla="*/ 6050 w 10000"/>
              <a:gd name="connsiteY51-3000" fmla="*/ 8004 h 10000"/>
              <a:gd name="connsiteX52-3001" fmla="*/ 6300 w 10000"/>
              <a:gd name="connsiteY52-3002" fmla="*/ 7878 h 10000"/>
              <a:gd name="connsiteX53-3003" fmla="*/ 6550 w 10000"/>
              <a:gd name="connsiteY53-3004" fmla="*/ 7669 h 10000"/>
              <a:gd name="connsiteX54-3005" fmla="*/ 6850 w 10000"/>
              <a:gd name="connsiteY54-3006" fmla="*/ 7437 h 10000"/>
              <a:gd name="connsiteX55-3007" fmla="*/ 7100 w 10000"/>
              <a:gd name="connsiteY55-3008" fmla="*/ 7226 h 10000"/>
              <a:gd name="connsiteX56-3009" fmla="*/ 7100 w 10000"/>
              <a:gd name="connsiteY56-3010" fmla="*/ 6891 h 10000"/>
              <a:gd name="connsiteX57-3011" fmla="*/ 7100 w 10000"/>
              <a:gd name="connsiteY57-3012" fmla="*/ 6450 h 10000"/>
              <a:gd name="connsiteX58-3013" fmla="*/ 7100 w 10000"/>
              <a:gd name="connsiteY58-3014" fmla="*/ 5883 h 10000"/>
              <a:gd name="connsiteX59-3015" fmla="*/ 7100 w 10000"/>
              <a:gd name="connsiteY59-3016" fmla="*/ 5547 h 10000"/>
              <a:gd name="connsiteX60-3017" fmla="*/ 7100 w 10000"/>
              <a:gd name="connsiteY60-3018" fmla="*/ 5337 h 10000"/>
              <a:gd name="connsiteX61-3019" fmla="*/ 7100 w 10000"/>
              <a:gd name="connsiteY61-3020" fmla="*/ 4875 h 10000"/>
              <a:gd name="connsiteX62-3021" fmla="*/ 7100 w 10000"/>
              <a:gd name="connsiteY62-3022" fmla="*/ 4560 h 10000"/>
              <a:gd name="connsiteX63-3023" fmla="*/ 7100 w 10000"/>
              <a:gd name="connsiteY63-3024" fmla="*/ 4224 h 10000"/>
              <a:gd name="connsiteX64-3025" fmla="*/ 7100 w 10000"/>
              <a:gd name="connsiteY64-3026" fmla="*/ 3782 h 10000"/>
              <a:gd name="connsiteX65-3027" fmla="*/ 6550 w 10000"/>
              <a:gd name="connsiteY65-3028" fmla="*/ 1997 h 10000"/>
              <a:gd name="connsiteX66-3029" fmla="*/ 6550 w 10000"/>
              <a:gd name="connsiteY66-3030" fmla="*/ 1660 h 10000"/>
              <a:gd name="connsiteX67-3031" fmla="*/ 6300 w 10000"/>
              <a:gd name="connsiteY67-3032" fmla="*/ 1324 h 10000"/>
              <a:gd name="connsiteX68-3033" fmla="*/ 6050 w 10000"/>
              <a:gd name="connsiteY68-3034" fmla="*/ 1113 h 10000"/>
              <a:gd name="connsiteX69-3035" fmla="*/ 5800 w 10000"/>
              <a:gd name="connsiteY69-3036" fmla="*/ 883 h 10000"/>
              <a:gd name="connsiteX70-3037" fmla="*/ 8700 w 10000"/>
              <a:gd name="connsiteY70-3038" fmla="*/ 0 h 10000"/>
              <a:gd name="connsiteX71-3039" fmla="*/ 9450 w 10000"/>
              <a:gd name="connsiteY71-3040" fmla="*/ 210 h 10000"/>
              <a:gd name="connsiteX72-3041" fmla="*/ 9750 w 10000"/>
              <a:gd name="connsiteY72-3042" fmla="*/ 336 h 10000"/>
              <a:gd name="connsiteX73-3043" fmla="*/ 9750 w 10000"/>
              <a:gd name="connsiteY73-3044" fmla="*/ 336 h 10000"/>
              <a:gd name="connsiteX74-3045" fmla="*/ 9450 w 10000"/>
              <a:gd name="connsiteY74-3046" fmla="*/ 443 h 10000"/>
              <a:gd name="connsiteX75-3047" fmla="*/ 9450 w 10000"/>
              <a:gd name="connsiteY75-3048" fmla="*/ 673 h 10000"/>
              <a:gd name="connsiteX76-3049" fmla="*/ 9450 w 10000"/>
              <a:gd name="connsiteY76-3050" fmla="*/ 778 h 10000"/>
              <a:gd name="connsiteX77-3051" fmla="*/ 9200 w 10000"/>
              <a:gd name="connsiteY77-3052" fmla="*/ 987 h 10000"/>
              <a:gd name="connsiteX78-3053" fmla="*/ 9200 w 10000"/>
              <a:gd name="connsiteY78-3054" fmla="*/ 1324 h 10000"/>
              <a:gd name="connsiteX79-3055" fmla="*/ 9200 w 10000"/>
              <a:gd name="connsiteY79-3056" fmla="*/ 1660 h 10000"/>
              <a:gd name="connsiteX80-3057" fmla="*/ 9450 w 10000"/>
              <a:gd name="connsiteY80-3058" fmla="*/ 2102 h 10000"/>
              <a:gd name="connsiteX81-3059" fmla="*/ 9450 w 10000"/>
              <a:gd name="connsiteY81-3060" fmla="*/ 2102 h 10000"/>
              <a:gd name="connsiteX0-3061" fmla="*/ 9450 w 10000"/>
              <a:gd name="connsiteY0-3062" fmla="*/ 2102 h 10000"/>
              <a:gd name="connsiteX1-3063" fmla="*/ 9450 w 10000"/>
              <a:gd name="connsiteY1-3064" fmla="*/ 2333 h 10000"/>
              <a:gd name="connsiteX2-3065" fmla="*/ 9450 w 10000"/>
              <a:gd name="connsiteY2-3066" fmla="*/ 2669 h 10000"/>
              <a:gd name="connsiteX3-3067" fmla="*/ 9450 w 10000"/>
              <a:gd name="connsiteY3-3068" fmla="*/ 3109 h 10000"/>
              <a:gd name="connsiteX4-3069" fmla="*/ 9750 w 10000"/>
              <a:gd name="connsiteY4-3070" fmla="*/ 3551 h 10000"/>
              <a:gd name="connsiteX5-3071" fmla="*/ 9750 w 10000"/>
              <a:gd name="connsiteY5-3072" fmla="*/ 3992 h 10000"/>
              <a:gd name="connsiteX6-3073" fmla="*/ 9750 w 10000"/>
              <a:gd name="connsiteY6-3074" fmla="*/ 4664 h 10000"/>
              <a:gd name="connsiteX7-3075" fmla="*/ 9750 w 10000"/>
              <a:gd name="connsiteY7-3076" fmla="*/ 5211 h 10000"/>
              <a:gd name="connsiteX8-3077" fmla="*/ 9750 w 10000"/>
              <a:gd name="connsiteY8-3078" fmla="*/ 5988 h 10000"/>
              <a:gd name="connsiteX9-3079" fmla="*/ 10000 w 10000"/>
              <a:gd name="connsiteY9-3080" fmla="*/ 6660 h 10000"/>
              <a:gd name="connsiteX10-3081" fmla="*/ 10000 w 10000"/>
              <a:gd name="connsiteY10-3082" fmla="*/ 7226 h 10000"/>
              <a:gd name="connsiteX11-3083" fmla="*/ 9750 w 10000"/>
              <a:gd name="connsiteY11-3084" fmla="*/ 7774 h 10000"/>
              <a:gd name="connsiteX12-3085" fmla="*/ 9750 w 10000"/>
              <a:gd name="connsiteY12-3086" fmla="*/ 8214 h 10000"/>
              <a:gd name="connsiteX13-3087" fmla="*/ 9450 w 10000"/>
              <a:gd name="connsiteY13-3088" fmla="*/ 8656 h 10000"/>
              <a:gd name="connsiteX14-3089" fmla="*/ 9200 w 10000"/>
              <a:gd name="connsiteY14-3090" fmla="*/ 8992 h 10000"/>
              <a:gd name="connsiteX15-3091" fmla="*/ 9200 w 10000"/>
              <a:gd name="connsiteY15-3092" fmla="*/ 9223 h 10000"/>
              <a:gd name="connsiteX16-3093" fmla="*/ 8700 w 10000"/>
              <a:gd name="connsiteY16-3094" fmla="*/ 9432 h 10000"/>
              <a:gd name="connsiteX17-3095" fmla="*/ 8150 w 10000"/>
              <a:gd name="connsiteY17-3096" fmla="*/ 9665 h 10000"/>
              <a:gd name="connsiteX18-3097" fmla="*/ 7350 w 10000"/>
              <a:gd name="connsiteY18-3098" fmla="*/ 9874 h 10000"/>
              <a:gd name="connsiteX19-3099" fmla="*/ 7100 w 10000"/>
              <a:gd name="connsiteY19-3100" fmla="*/ 10000 h 10000"/>
              <a:gd name="connsiteX20-3101" fmla="*/ 6550 w 10000"/>
              <a:gd name="connsiteY20-3102" fmla="*/ 10000 h 10000"/>
              <a:gd name="connsiteX21-3103" fmla="*/ 6300 w 10000"/>
              <a:gd name="connsiteY21-3104" fmla="*/ 10000 h 10000"/>
              <a:gd name="connsiteX22-3105" fmla="*/ 6050 w 10000"/>
              <a:gd name="connsiteY22-3106" fmla="*/ 9874 h 10000"/>
              <a:gd name="connsiteX23-3107" fmla="*/ 5500 w 10000"/>
              <a:gd name="connsiteY23-3108" fmla="*/ 9769 h 10000"/>
              <a:gd name="connsiteX24-3109" fmla="*/ 5250 w 10000"/>
              <a:gd name="connsiteY24-3110" fmla="*/ 9559 h 10000"/>
              <a:gd name="connsiteX25-3111" fmla="*/ 4700 w 10000"/>
              <a:gd name="connsiteY25-3112" fmla="*/ 9223 h 10000"/>
              <a:gd name="connsiteX26-3113" fmla="*/ 3950 w 10000"/>
              <a:gd name="connsiteY26-3114" fmla="*/ 8992 h 10000"/>
              <a:gd name="connsiteX27-3115" fmla="*/ 3650 w 10000"/>
              <a:gd name="connsiteY27-3116" fmla="*/ 8887 h 10000"/>
              <a:gd name="connsiteX28-3117" fmla="*/ 3150 w 10000"/>
              <a:gd name="connsiteY28-3118" fmla="*/ 8781 h 10000"/>
              <a:gd name="connsiteX29-3119" fmla="*/ 2600 w 10000"/>
              <a:gd name="connsiteY29-3120" fmla="*/ 8656 h 10000"/>
              <a:gd name="connsiteX30-3121" fmla="*/ 2100 w 10000"/>
              <a:gd name="connsiteY30-3122" fmla="*/ 8446 h 10000"/>
              <a:gd name="connsiteX31-3123" fmla="*/ 1550 w 10000"/>
              <a:gd name="connsiteY31-3124" fmla="*/ 8320 h 10000"/>
              <a:gd name="connsiteX32-3125" fmla="*/ 1300 w 10000"/>
              <a:gd name="connsiteY32-3126" fmla="*/ 8214 h 10000"/>
              <a:gd name="connsiteX33-3127" fmla="*/ 750 w 10000"/>
              <a:gd name="connsiteY33-3128" fmla="*/ 8214 h 10000"/>
              <a:gd name="connsiteX34-3129" fmla="*/ 500 w 10000"/>
              <a:gd name="connsiteY34-3130" fmla="*/ 8110 h 10000"/>
              <a:gd name="connsiteX35-3131" fmla="*/ 250 w 10000"/>
              <a:gd name="connsiteY35-3132" fmla="*/ 8004 h 10000"/>
              <a:gd name="connsiteX36-3133" fmla="*/ 250 w 10000"/>
              <a:gd name="connsiteY36-3134" fmla="*/ 8004 h 10000"/>
              <a:gd name="connsiteX37-3135" fmla="*/ 0 w 10000"/>
              <a:gd name="connsiteY37-3136" fmla="*/ 7878 h 10000"/>
              <a:gd name="connsiteX38-3137" fmla="*/ 0 w 10000"/>
              <a:gd name="connsiteY38-3138" fmla="*/ 7878 h 10000"/>
              <a:gd name="connsiteX39-3139" fmla="*/ 250 w 10000"/>
              <a:gd name="connsiteY39-3140" fmla="*/ 7878 h 10000"/>
              <a:gd name="connsiteX40-3141" fmla="*/ 250 w 10000"/>
              <a:gd name="connsiteY40-3142" fmla="*/ 7878 h 10000"/>
              <a:gd name="connsiteX41-3143" fmla="*/ 500 w 10000"/>
              <a:gd name="connsiteY41-3144" fmla="*/ 7878 h 10000"/>
              <a:gd name="connsiteX42-3145" fmla="*/ 750 w 10000"/>
              <a:gd name="connsiteY42-3146" fmla="*/ 7878 h 10000"/>
              <a:gd name="connsiteX43-3147" fmla="*/ 1050 w 10000"/>
              <a:gd name="connsiteY43-3148" fmla="*/ 7878 h 10000"/>
              <a:gd name="connsiteX44-3149" fmla="*/ 1300 w 10000"/>
              <a:gd name="connsiteY44-3150" fmla="*/ 7878 h 10000"/>
              <a:gd name="connsiteX45-3151" fmla="*/ 1800 w 10000"/>
              <a:gd name="connsiteY45-3152" fmla="*/ 7878 h 10000"/>
              <a:gd name="connsiteX46-3153" fmla="*/ 2350 w 10000"/>
              <a:gd name="connsiteY46-3154" fmla="*/ 7878 h 10000"/>
              <a:gd name="connsiteX47-3155" fmla="*/ 3400 w 10000"/>
              <a:gd name="connsiteY47-3156" fmla="*/ 8004 h 10000"/>
              <a:gd name="connsiteX48-3157" fmla="*/ 4200 w 10000"/>
              <a:gd name="connsiteY48-3158" fmla="*/ 8004 h 10000"/>
              <a:gd name="connsiteX49-3159" fmla="*/ 5000 w 10000"/>
              <a:gd name="connsiteY49-3160" fmla="*/ 8004 h 10000"/>
              <a:gd name="connsiteX50-3161" fmla="*/ 5500 w 10000"/>
              <a:gd name="connsiteY50-3162" fmla="*/ 8004 h 10000"/>
              <a:gd name="connsiteX51-3163" fmla="*/ 6050 w 10000"/>
              <a:gd name="connsiteY51-3164" fmla="*/ 8004 h 10000"/>
              <a:gd name="connsiteX52-3165" fmla="*/ 6300 w 10000"/>
              <a:gd name="connsiteY52-3166" fmla="*/ 7878 h 10000"/>
              <a:gd name="connsiteX53-3167" fmla="*/ 6550 w 10000"/>
              <a:gd name="connsiteY53-3168" fmla="*/ 7669 h 10000"/>
              <a:gd name="connsiteX54-3169" fmla="*/ 6850 w 10000"/>
              <a:gd name="connsiteY54-3170" fmla="*/ 7437 h 10000"/>
              <a:gd name="connsiteX55-3171" fmla="*/ 7100 w 10000"/>
              <a:gd name="connsiteY55-3172" fmla="*/ 7226 h 10000"/>
              <a:gd name="connsiteX56-3173" fmla="*/ 7100 w 10000"/>
              <a:gd name="connsiteY56-3174" fmla="*/ 6891 h 10000"/>
              <a:gd name="connsiteX57-3175" fmla="*/ 7100 w 10000"/>
              <a:gd name="connsiteY57-3176" fmla="*/ 6450 h 10000"/>
              <a:gd name="connsiteX58-3177" fmla="*/ 7100 w 10000"/>
              <a:gd name="connsiteY58-3178" fmla="*/ 5883 h 10000"/>
              <a:gd name="connsiteX59-3179" fmla="*/ 7100 w 10000"/>
              <a:gd name="connsiteY59-3180" fmla="*/ 5547 h 10000"/>
              <a:gd name="connsiteX60-3181" fmla="*/ 7100 w 10000"/>
              <a:gd name="connsiteY60-3182" fmla="*/ 5337 h 10000"/>
              <a:gd name="connsiteX61-3183" fmla="*/ 7100 w 10000"/>
              <a:gd name="connsiteY61-3184" fmla="*/ 4875 h 10000"/>
              <a:gd name="connsiteX62-3185" fmla="*/ 7100 w 10000"/>
              <a:gd name="connsiteY62-3186" fmla="*/ 4560 h 10000"/>
              <a:gd name="connsiteX63-3187" fmla="*/ 7100 w 10000"/>
              <a:gd name="connsiteY63-3188" fmla="*/ 4224 h 10000"/>
              <a:gd name="connsiteX64-3189" fmla="*/ 7100 w 10000"/>
              <a:gd name="connsiteY64-3190" fmla="*/ 3782 h 10000"/>
              <a:gd name="connsiteX65-3191" fmla="*/ 6550 w 10000"/>
              <a:gd name="connsiteY65-3192" fmla="*/ 1997 h 10000"/>
              <a:gd name="connsiteX66-3193" fmla="*/ 6550 w 10000"/>
              <a:gd name="connsiteY66-3194" fmla="*/ 1660 h 10000"/>
              <a:gd name="connsiteX67-3195" fmla="*/ 6300 w 10000"/>
              <a:gd name="connsiteY67-3196" fmla="*/ 1324 h 10000"/>
              <a:gd name="connsiteX68-3197" fmla="*/ 6050 w 10000"/>
              <a:gd name="connsiteY68-3198" fmla="*/ 1113 h 10000"/>
              <a:gd name="connsiteX69-3199" fmla="*/ 8700 w 10000"/>
              <a:gd name="connsiteY69-3200" fmla="*/ 0 h 10000"/>
              <a:gd name="connsiteX70-3201" fmla="*/ 9450 w 10000"/>
              <a:gd name="connsiteY70-3202" fmla="*/ 210 h 10000"/>
              <a:gd name="connsiteX71-3203" fmla="*/ 9750 w 10000"/>
              <a:gd name="connsiteY71-3204" fmla="*/ 336 h 10000"/>
              <a:gd name="connsiteX72-3205" fmla="*/ 9750 w 10000"/>
              <a:gd name="connsiteY72-3206" fmla="*/ 336 h 10000"/>
              <a:gd name="connsiteX73-3207" fmla="*/ 9450 w 10000"/>
              <a:gd name="connsiteY73-3208" fmla="*/ 443 h 10000"/>
              <a:gd name="connsiteX74-3209" fmla="*/ 9450 w 10000"/>
              <a:gd name="connsiteY74-3210" fmla="*/ 673 h 10000"/>
              <a:gd name="connsiteX75-3211" fmla="*/ 9450 w 10000"/>
              <a:gd name="connsiteY75-3212" fmla="*/ 778 h 10000"/>
              <a:gd name="connsiteX76-3213" fmla="*/ 9200 w 10000"/>
              <a:gd name="connsiteY76-3214" fmla="*/ 987 h 10000"/>
              <a:gd name="connsiteX77-3215" fmla="*/ 9200 w 10000"/>
              <a:gd name="connsiteY77-3216" fmla="*/ 1324 h 10000"/>
              <a:gd name="connsiteX78-3217" fmla="*/ 9200 w 10000"/>
              <a:gd name="connsiteY78-3218" fmla="*/ 1660 h 10000"/>
              <a:gd name="connsiteX79-3219" fmla="*/ 9450 w 10000"/>
              <a:gd name="connsiteY79-3220" fmla="*/ 2102 h 10000"/>
              <a:gd name="connsiteX80-3221" fmla="*/ 9450 w 10000"/>
              <a:gd name="connsiteY80-3222" fmla="*/ 2102 h 10000"/>
              <a:gd name="connsiteX0-3223" fmla="*/ 9450 w 10000"/>
              <a:gd name="connsiteY0-3224" fmla="*/ 2102 h 10000"/>
              <a:gd name="connsiteX1-3225" fmla="*/ 9450 w 10000"/>
              <a:gd name="connsiteY1-3226" fmla="*/ 2333 h 10000"/>
              <a:gd name="connsiteX2-3227" fmla="*/ 9450 w 10000"/>
              <a:gd name="connsiteY2-3228" fmla="*/ 2669 h 10000"/>
              <a:gd name="connsiteX3-3229" fmla="*/ 9450 w 10000"/>
              <a:gd name="connsiteY3-3230" fmla="*/ 3109 h 10000"/>
              <a:gd name="connsiteX4-3231" fmla="*/ 9750 w 10000"/>
              <a:gd name="connsiteY4-3232" fmla="*/ 3551 h 10000"/>
              <a:gd name="connsiteX5-3233" fmla="*/ 9750 w 10000"/>
              <a:gd name="connsiteY5-3234" fmla="*/ 3992 h 10000"/>
              <a:gd name="connsiteX6-3235" fmla="*/ 9750 w 10000"/>
              <a:gd name="connsiteY6-3236" fmla="*/ 4664 h 10000"/>
              <a:gd name="connsiteX7-3237" fmla="*/ 9750 w 10000"/>
              <a:gd name="connsiteY7-3238" fmla="*/ 5211 h 10000"/>
              <a:gd name="connsiteX8-3239" fmla="*/ 9750 w 10000"/>
              <a:gd name="connsiteY8-3240" fmla="*/ 5988 h 10000"/>
              <a:gd name="connsiteX9-3241" fmla="*/ 10000 w 10000"/>
              <a:gd name="connsiteY9-3242" fmla="*/ 6660 h 10000"/>
              <a:gd name="connsiteX10-3243" fmla="*/ 10000 w 10000"/>
              <a:gd name="connsiteY10-3244" fmla="*/ 7226 h 10000"/>
              <a:gd name="connsiteX11-3245" fmla="*/ 9750 w 10000"/>
              <a:gd name="connsiteY11-3246" fmla="*/ 7774 h 10000"/>
              <a:gd name="connsiteX12-3247" fmla="*/ 9750 w 10000"/>
              <a:gd name="connsiteY12-3248" fmla="*/ 8214 h 10000"/>
              <a:gd name="connsiteX13-3249" fmla="*/ 9450 w 10000"/>
              <a:gd name="connsiteY13-3250" fmla="*/ 8656 h 10000"/>
              <a:gd name="connsiteX14-3251" fmla="*/ 9200 w 10000"/>
              <a:gd name="connsiteY14-3252" fmla="*/ 8992 h 10000"/>
              <a:gd name="connsiteX15-3253" fmla="*/ 9200 w 10000"/>
              <a:gd name="connsiteY15-3254" fmla="*/ 9223 h 10000"/>
              <a:gd name="connsiteX16-3255" fmla="*/ 8700 w 10000"/>
              <a:gd name="connsiteY16-3256" fmla="*/ 9432 h 10000"/>
              <a:gd name="connsiteX17-3257" fmla="*/ 8150 w 10000"/>
              <a:gd name="connsiteY17-3258" fmla="*/ 9665 h 10000"/>
              <a:gd name="connsiteX18-3259" fmla="*/ 7350 w 10000"/>
              <a:gd name="connsiteY18-3260" fmla="*/ 9874 h 10000"/>
              <a:gd name="connsiteX19-3261" fmla="*/ 7100 w 10000"/>
              <a:gd name="connsiteY19-3262" fmla="*/ 10000 h 10000"/>
              <a:gd name="connsiteX20-3263" fmla="*/ 6550 w 10000"/>
              <a:gd name="connsiteY20-3264" fmla="*/ 10000 h 10000"/>
              <a:gd name="connsiteX21-3265" fmla="*/ 6300 w 10000"/>
              <a:gd name="connsiteY21-3266" fmla="*/ 10000 h 10000"/>
              <a:gd name="connsiteX22-3267" fmla="*/ 6050 w 10000"/>
              <a:gd name="connsiteY22-3268" fmla="*/ 9874 h 10000"/>
              <a:gd name="connsiteX23-3269" fmla="*/ 5500 w 10000"/>
              <a:gd name="connsiteY23-3270" fmla="*/ 9769 h 10000"/>
              <a:gd name="connsiteX24-3271" fmla="*/ 5250 w 10000"/>
              <a:gd name="connsiteY24-3272" fmla="*/ 9559 h 10000"/>
              <a:gd name="connsiteX25-3273" fmla="*/ 4700 w 10000"/>
              <a:gd name="connsiteY25-3274" fmla="*/ 9223 h 10000"/>
              <a:gd name="connsiteX26-3275" fmla="*/ 3950 w 10000"/>
              <a:gd name="connsiteY26-3276" fmla="*/ 8992 h 10000"/>
              <a:gd name="connsiteX27-3277" fmla="*/ 3650 w 10000"/>
              <a:gd name="connsiteY27-3278" fmla="*/ 8887 h 10000"/>
              <a:gd name="connsiteX28-3279" fmla="*/ 3150 w 10000"/>
              <a:gd name="connsiteY28-3280" fmla="*/ 8781 h 10000"/>
              <a:gd name="connsiteX29-3281" fmla="*/ 2600 w 10000"/>
              <a:gd name="connsiteY29-3282" fmla="*/ 8656 h 10000"/>
              <a:gd name="connsiteX30-3283" fmla="*/ 2100 w 10000"/>
              <a:gd name="connsiteY30-3284" fmla="*/ 8446 h 10000"/>
              <a:gd name="connsiteX31-3285" fmla="*/ 1550 w 10000"/>
              <a:gd name="connsiteY31-3286" fmla="*/ 8320 h 10000"/>
              <a:gd name="connsiteX32-3287" fmla="*/ 1300 w 10000"/>
              <a:gd name="connsiteY32-3288" fmla="*/ 8214 h 10000"/>
              <a:gd name="connsiteX33-3289" fmla="*/ 750 w 10000"/>
              <a:gd name="connsiteY33-3290" fmla="*/ 8214 h 10000"/>
              <a:gd name="connsiteX34-3291" fmla="*/ 500 w 10000"/>
              <a:gd name="connsiteY34-3292" fmla="*/ 8110 h 10000"/>
              <a:gd name="connsiteX35-3293" fmla="*/ 250 w 10000"/>
              <a:gd name="connsiteY35-3294" fmla="*/ 8004 h 10000"/>
              <a:gd name="connsiteX36-3295" fmla="*/ 250 w 10000"/>
              <a:gd name="connsiteY36-3296" fmla="*/ 8004 h 10000"/>
              <a:gd name="connsiteX37-3297" fmla="*/ 0 w 10000"/>
              <a:gd name="connsiteY37-3298" fmla="*/ 7878 h 10000"/>
              <a:gd name="connsiteX38-3299" fmla="*/ 0 w 10000"/>
              <a:gd name="connsiteY38-3300" fmla="*/ 7878 h 10000"/>
              <a:gd name="connsiteX39-3301" fmla="*/ 250 w 10000"/>
              <a:gd name="connsiteY39-3302" fmla="*/ 7878 h 10000"/>
              <a:gd name="connsiteX40-3303" fmla="*/ 250 w 10000"/>
              <a:gd name="connsiteY40-3304" fmla="*/ 7878 h 10000"/>
              <a:gd name="connsiteX41-3305" fmla="*/ 500 w 10000"/>
              <a:gd name="connsiteY41-3306" fmla="*/ 7878 h 10000"/>
              <a:gd name="connsiteX42-3307" fmla="*/ 750 w 10000"/>
              <a:gd name="connsiteY42-3308" fmla="*/ 7878 h 10000"/>
              <a:gd name="connsiteX43-3309" fmla="*/ 1050 w 10000"/>
              <a:gd name="connsiteY43-3310" fmla="*/ 7878 h 10000"/>
              <a:gd name="connsiteX44-3311" fmla="*/ 1300 w 10000"/>
              <a:gd name="connsiteY44-3312" fmla="*/ 7878 h 10000"/>
              <a:gd name="connsiteX45-3313" fmla="*/ 1800 w 10000"/>
              <a:gd name="connsiteY45-3314" fmla="*/ 7878 h 10000"/>
              <a:gd name="connsiteX46-3315" fmla="*/ 2350 w 10000"/>
              <a:gd name="connsiteY46-3316" fmla="*/ 7878 h 10000"/>
              <a:gd name="connsiteX47-3317" fmla="*/ 3400 w 10000"/>
              <a:gd name="connsiteY47-3318" fmla="*/ 8004 h 10000"/>
              <a:gd name="connsiteX48-3319" fmla="*/ 4200 w 10000"/>
              <a:gd name="connsiteY48-3320" fmla="*/ 8004 h 10000"/>
              <a:gd name="connsiteX49-3321" fmla="*/ 5000 w 10000"/>
              <a:gd name="connsiteY49-3322" fmla="*/ 8004 h 10000"/>
              <a:gd name="connsiteX50-3323" fmla="*/ 5500 w 10000"/>
              <a:gd name="connsiteY50-3324" fmla="*/ 8004 h 10000"/>
              <a:gd name="connsiteX51-3325" fmla="*/ 6050 w 10000"/>
              <a:gd name="connsiteY51-3326" fmla="*/ 8004 h 10000"/>
              <a:gd name="connsiteX52-3327" fmla="*/ 6300 w 10000"/>
              <a:gd name="connsiteY52-3328" fmla="*/ 7878 h 10000"/>
              <a:gd name="connsiteX53-3329" fmla="*/ 6550 w 10000"/>
              <a:gd name="connsiteY53-3330" fmla="*/ 7669 h 10000"/>
              <a:gd name="connsiteX54-3331" fmla="*/ 6850 w 10000"/>
              <a:gd name="connsiteY54-3332" fmla="*/ 7437 h 10000"/>
              <a:gd name="connsiteX55-3333" fmla="*/ 7100 w 10000"/>
              <a:gd name="connsiteY55-3334" fmla="*/ 7226 h 10000"/>
              <a:gd name="connsiteX56-3335" fmla="*/ 7100 w 10000"/>
              <a:gd name="connsiteY56-3336" fmla="*/ 6891 h 10000"/>
              <a:gd name="connsiteX57-3337" fmla="*/ 7100 w 10000"/>
              <a:gd name="connsiteY57-3338" fmla="*/ 6450 h 10000"/>
              <a:gd name="connsiteX58-3339" fmla="*/ 7100 w 10000"/>
              <a:gd name="connsiteY58-3340" fmla="*/ 5883 h 10000"/>
              <a:gd name="connsiteX59-3341" fmla="*/ 7100 w 10000"/>
              <a:gd name="connsiteY59-3342" fmla="*/ 5547 h 10000"/>
              <a:gd name="connsiteX60-3343" fmla="*/ 7100 w 10000"/>
              <a:gd name="connsiteY60-3344" fmla="*/ 5337 h 10000"/>
              <a:gd name="connsiteX61-3345" fmla="*/ 7100 w 10000"/>
              <a:gd name="connsiteY61-3346" fmla="*/ 4875 h 10000"/>
              <a:gd name="connsiteX62-3347" fmla="*/ 7100 w 10000"/>
              <a:gd name="connsiteY62-3348" fmla="*/ 4560 h 10000"/>
              <a:gd name="connsiteX63-3349" fmla="*/ 7100 w 10000"/>
              <a:gd name="connsiteY63-3350" fmla="*/ 4224 h 10000"/>
              <a:gd name="connsiteX64-3351" fmla="*/ 7100 w 10000"/>
              <a:gd name="connsiteY64-3352" fmla="*/ 3782 h 10000"/>
              <a:gd name="connsiteX65-3353" fmla="*/ 6550 w 10000"/>
              <a:gd name="connsiteY65-3354" fmla="*/ 1997 h 10000"/>
              <a:gd name="connsiteX66-3355" fmla="*/ 6550 w 10000"/>
              <a:gd name="connsiteY66-3356" fmla="*/ 1660 h 10000"/>
              <a:gd name="connsiteX67-3357" fmla="*/ 6300 w 10000"/>
              <a:gd name="connsiteY67-3358" fmla="*/ 1324 h 10000"/>
              <a:gd name="connsiteX68-3359" fmla="*/ 8700 w 10000"/>
              <a:gd name="connsiteY68-3360" fmla="*/ 0 h 10000"/>
              <a:gd name="connsiteX69-3361" fmla="*/ 9450 w 10000"/>
              <a:gd name="connsiteY69-3362" fmla="*/ 210 h 10000"/>
              <a:gd name="connsiteX70-3363" fmla="*/ 9750 w 10000"/>
              <a:gd name="connsiteY70-3364" fmla="*/ 336 h 10000"/>
              <a:gd name="connsiteX71-3365" fmla="*/ 9750 w 10000"/>
              <a:gd name="connsiteY71-3366" fmla="*/ 336 h 10000"/>
              <a:gd name="connsiteX72-3367" fmla="*/ 9450 w 10000"/>
              <a:gd name="connsiteY72-3368" fmla="*/ 443 h 10000"/>
              <a:gd name="connsiteX73-3369" fmla="*/ 9450 w 10000"/>
              <a:gd name="connsiteY73-3370" fmla="*/ 673 h 10000"/>
              <a:gd name="connsiteX74-3371" fmla="*/ 9450 w 10000"/>
              <a:gd name="connsiteY74-3372" fmla="*/ 778 h 10000"/>
              <a:gd name="connsiteX75-3373" fmla="*/ 9200 w 10000"/>
              <a:gd name="connsiteY75-3374" fmla="*/ 987 h 10000"/>
              <a:gd name="connsiteX76-3375" fmla="*/ 9200 w 10000"/>
              <a:gd name="connsiteY76-3376" fmla="*/ 1324 h 10000"/>
              <a:gd name="connsiteX77-3377" fmla="*/ 9200 w 10000"/>
              <a:gd name="connsiteY77-3378" fmla="*/ 1660 h 10000"/>
              <a:gd name="connsiteX78-3379" fmla="*/ 9450 w 10000"/>
              <a:gd name="connsiteY78-3380" fmla="*/ 2102 h 10000"/>
              <a:gd name="connsiteX79-3381" fmla="*/ 9450 w 10000"/>
              <a:gd name="connsiteY79-3382" fmla="*/ 2102 h 10000"/>
              <a:gd name="connsiteX0-3383" fmla="*/ 9450 w 10000"/>
              <a:gd name="connsiteY0-3384" fmla="*/ 2102 h 10000"/>
              <a:gd name="connsiteX1-3385" fmla="*/ 9450 w 10000"/>
              <a:gd name="connsiteY1-3386" fmla="*/ 2333 h 10000"/>
              <a:gd name="connsiteX2-3387" fmla="*/ 9450 w 10000"/>
              <a:gd name="connsiteY2-3388" fmla="*/ 2669 h 10000"/>
              <a:gd name="connsiteX3-3389" fmla="*/ 9450 w 10000"/>
              <a:gd name="connsiteY3-3390" fmla="*/ 3109 h 10000"/>
              <a:gd name="connsiteX4-3391" fmla="*/ 9750 w 10000"/>
              <a:gd name="connsiteY4-3392" fmla="*/ 3551 h 10000"/>
              <a:gd name="connsiteX5-3393" fmla="*/ 9750 w 10000"/>
              <a:gd name="connsiteY5-3394" fmla="*/ 3992 h 10000"/>
              <a:gd name="connsiteX6-3395" fmla="*/ 9750 w 10000"/>
              <a:gd name="connsiteY6-3396" fmla="*/ 4664 h 10000"/>
              <a:gd name="connsiteX7-3397" fmla="*/ 9750 w 10000"/>
              <a:gd name="connsiteY7-3398" fmla="*/ 5211 h 10000"/>
              <a:gd name="connsiteX8-3399" fmla="*/ 9750 w 10000"/>
              <a:gd name="connsiteY8-3400" fmla="*/ 5988 h 10000"/>
              <a:gd name="connsiteX9-3401" fmla="*/ 10000 w 10000"/>
              <a:gd name="connsiteY9-3402" fmla="*/ 6660 h 10000"/>
              <a:gd name="connsiteX10-3403" fmla="*/ 10000 w 10000"/>
              <a:gd name="connsiteY10-3404" fmla="*/ 7226 h 10000"/>
              <a:gd name="connsiteX11-3405" fmla="*/ 9750 w 10000"/>
              <a:gd name="connsiteY11-3406" fmla="*/ 7774 h 10000"/>
              <a:gd name="connsiteX12-3407" fmla="*/ 9750 w 10000"/>
              <a:gd name="connsiteY12-3408" fmla="*/ 8214 h 10000"/>
              <a:gd name="connsiteX13-3409" fmla="*/ 9450 w 10000"/>
              <a:gd name="connsiteY13-3410" fmla="*/ 8656 h 10000"/>
              <a:gd name="connsiteX14-3411" fmla="*/ 9200 w 10000"/>
              <a:gd name="connsiteY14-3412" fmla="*/ 8992 h 10000"/>
              <a:gd name="connsiteX15-3413" fmla="*/ 9200 w 10000"/>
              <a:gd name="connsiteY15-3414" fmla="*/ 9223 h 10000"/>
              <a:gd name="connsiteX16-3415" fmla="*/ 8700 w 10000"/>
              <a:gd name="connsiteY16-3416" fmla="*/ 9432 h 10000"/>
              <a:gd name="connsiteX17-3417" fmla="*/ 8150 w 10000"/>
              <a:gd name="connsiteY17-3418" fmla="*/ 9665 h 10000"/>
              <a:gd name="connsiteX18-3419" fmla="*/ 7350 w 10000"/>
              <a:gd name="connsiteY18-3420" fmla="*/ 9874 h 10000"/>
              <a:gd name="connsiteX19-3421" fmla="*/ 7100 w 10000"/>
              <a:gd name="connsiteY19-3422" fmla="*/ 10000 h 10000"/>
              <a:gd name="connsiteX20-3423" fmla="*/ 6550 w 10000"/>
              <a:gd name="connsiteY20-3424" fmla="*/ 10000 h 10000"/>
              <a:gd name="connsiteX21-3425" fmla="*/ 6300 w 10000"/>
              <a:gd name="connsiteY21-3426" fmla="*/ 10000 h 10000"/>
              <a:gd name="connsiteX22-3427" fmla="*/ 6050 w 10000"/>
              <a:gd name="connsiteY22-3428" fmla="*/ 9874 h 10000"/>
              <a:gd name="connsiteX23-3429" fmla="*/ 5500 w 10000"/>
              <a:gd name="connsiteY23-3430" fmla="*/ 9769 h 10000"/>
              <a:gd name="connsiteX24-3431" fmla="*/ 5250 w 10000"/>
              <a:gd name="connsiteY24-3432" fmla="*/ 9559 h 10000"/>
              <a:gd name="connsiteX25-3433" fmla="*/ 4700 w 10000"/>
              <a:gd name="connsiteY25-3434" fmla="*/ 9223 h 10000"/>
              <a:gd name="connsiteX26-3435" fmla="*/ 3950 w 10000"/>
              <a:gd name="connsiteY26-3436" fmla="*/ 8992 h 10000"/>
              <a:gd name="connsiteX27-3437" fmla="*/ 3650 w 10000"/>
              <a:gd name="connsiteY27-3438" fmla="*/ 8887 h 10000"/>
              <a:gd name="connsiteX28-3439" fmla="*/ 3150 w 10000"/>
              <a:gd name="connsiteY28-3440" fmla="*/ 8781 h 10000"/>
              <a:gd name="connsiteX29-3441" fmla="*/ 2600 w 10000"/>
              <a:gd name="connsiteY29-3442" fmla="*/ 8656 h 10000"/>
              <a:gd name="connsiteX30-3443" fmla="*/ 2100 w 10000"/>
              <a:gd name="connsiteY30-3444" fmla="*/ 8446 h 10000"/>
              <a:gd name="connsiteX31-3445" fmla="*/ 1550 w 10000"/>
              <a:gd name="connsiteY31-3446" fmla="*/ 8320 h 10000"/>
              <a:gd name="connsiteX32-3447" fmla="*/ 1300 w 10000"/>
              <a:gd name="connsiteY32-3448" fmla="*/ 8214 h 10000"/>
              <a:gd name="connsiteX33-3449" fmla="*/ 750 w 10000"/>
              <a:gd name="connsiteY33-3450" fmla="*/ 8214 h 10000"/>
              <a:gd name="connsiteX34-3451" fmla="*/ 500 w 10000"/>
              <a:gd name="connsiteY34-3452" fmla="*/ 8110 h 10000"/>
              <a:gd name="connsiteX35-3453" fmla="*/ 250 w 10000"/>
              <a:gd name="connsiteY35-3454" fmla="*/ 8004 h 10000"/>
              <a:gd name="connsiteX36-3455" fmla="*/ 250 w 10000"/>
              <a:gd name="connsiteY36-3456" fmla="*/ 8004 h 10000"/>
              <a:gd name="connsiteX37-3457" fmla="*/ 0 w 10000"/>
              <a:gd name="connsiteY37-3458" fmla="*/ 7878 h 10000"/>
              <a:gd name="connsiteX38-3459" fmla="*/ 0 w 10000"/>
              <a:gd name="connsiteY38-3460" fmla="*/ 7878 h 10000"/>
              <a:gd name="connsiteX39-3461" fmla="*/ 250 w 10000"/>
              <a:gd name="connsiteY39-3462" fmla="*/ 7878 h 10000"/>
              <a:gd name="connsiteX40-3463" fmla="*/ 250 w 10000"/>
              <a:gd name="connsiteY40-3464" fmla="*/ 7878 h 10000"/>
              <a:gd name="connsiteX41-3465" fmla="*/ 500 w 10000"/>
              <a:gd name="connsiteY41-3466" fmla="*/ 7878 h 10000"/>
              <a:gd name="connsiteX42-3467" fmla="*/ 750 w 10000"/>
              <a:gd name="connsiteY42-3468" fmla="*/ 7878 h 10000"/>
              <a:gd name="connsiteX43-3469" fmla="*/ 1050 w 10000"/>
              <a:gd name="connsiteY43-3470" fmla="*/ 7878 h 10000"/>
              <a:gd name="connsiteX44-3471" fmla="*/ 1300 w 10000"/>
              <a:gd name="connsiteY44-3472" fmla="*/ 7878 h 10000"/>
              <a:gd name="connsiteX45-3473" fmla="*/ 1800 w 10000"/>
              <a:gd name="connsiteY45-3474" fmla="*/ 7878 h 10000"/>
              <a:gd name="connsiteX46-3475" fmla="*/ 2350 w 10000"/>
              <a:gd name="connsiteY46-3476" fmla="*/ 7878 h 10000"/>
              <a:gd name="connsiteX47-3477" fmla="*/ 3400 w 10000"/>
              <a:gd name="connsiteY47-3478" fmla="*/ 8004 h 10000"/>
              <a:gd name="connsiteX48-3479" fmla="*/ 4200 w 10000"/>
              <a:gd name="connsiteY48-3480" fmla="*/ 8004 h 10000"/>
              <a:gd name="connsiteX49-3481" fmla="*/ 5000 w 10000"/>
              <a:gd name="connsiteY49-3482" fmla="*/ 8004 h 10000"/>
              <a:gd name="connsiteX50-3483" fmla="*/ 5500 w 10000"/>
              <a:gd name="connsiteY50-3484" fmla="*/ 8004 h 10000"/>
              <a:gd name="connsiteX51-3485" fmla="*/ 6050 w 10000"/>
              <a:gd name="connsiteY51-3486" fmla="*/ 8004 h 10000"/>
              <a:gd name="connsiteX52-3487" fmla="*/ 6300 w 10000"/>
              <a:gd name="connsiteY52-3488" fmla="*/ 7878 h 10000"/>
              <a:gd name="connsiteX53-3489" fmla="*/ 6550 w 10000"/>
              <a:gd name="connsiteY53-3490" fmla="*/ 7669 h 10000"/>
              <a:gd name="connsiteX54-3491" fmla="*/ 6850 w 10000"/>
              <a:gd name="connsiteY54-3492" fmla="*/ 7437 h 10000"/>
              <a:gd name="connsiteX55-3493" fmla="*/ 7100 w 10000"/>
              <a:gd name="connsiteY55-3494" fmla="*/ 7226 h 10000"/>
              <a:gd name="connsiteX56-3495" fmla="*/ 7100 w 10000"/>
              <a:gd name="connsiteY56-3496" fmla="*/ 6891 h 10000"/>
              <a:gd name="connsiteX57-3497" fmla="*/ 7100 w 10000"/>
              <a:gd name="connsiteY57-3498" fmla="*/ 6450 h 10000"/>
              <a:gd name="connsiteX58-3499" fmla="*/ 7100 w 10000"/>
              <a:gd name="connsiteY58-3500" fmla="*/ 5883 h 10000"/>
              <a:gd name="connsiteX59-3501" fmla="*/ 7100 w 10000"/>
              <a:gd name="connsiteY59-3502" fmla="*/ 5547 h 10000"/>
              <a:gd name="connsiteX60-3503" fmla="*/ 7100 w 10000"/>
              <a:gd name="connsiteY60-3504" fmla="*/ 5337 h 10000"/>
              <a:gd name="connsiteX61-3505" fmla="*/ 7100 w 10000"/>
              <a:gd name="connsiteY61-3506" fmla="*/ 4875 h 10000"/>
              <a:gd name="connsiteX62-3507" fmla="*/ 7100 w 10000"/>
              <a:gd name="connsiteY62-3508" fmla="*/ 4560 h 10000"/>
              <a:gd name="connsiteX63-3509" fmla="*/ 7100 w 10000"/>
              <a:gd name="connsiteY63-3510" fmla="*/ 4224 h 10000"/>
              <a:gd name="connsiteX64-3511" fmla="*/ 7100 w 10000"/>
              <a:gd name="connsiteY64-3512" fmla="*/ 3782 h 10000"/>
              <a:gd name="connsiteX65-3513" fmla="*/ 6550 w 10000"/>
              <a:gd name="connsiteY65-3514" fmla="*/ 1660 h 10000"/>
              <a:gd name="connsiteX66-3515" fmla="*/ 6300 w 10000"/>
              <a:gd name="connsiteY66-3516" fmla="*/ 1324 h 10000"/>
              <a:gd name="connsiteX67-3517" fmla="*/ 8700 w 10000"/>
              <a:gd name="connsiteY67-3518" fmla="*/ 0 h 10000"/>
              <a:gd name="connsiteX68-3519" fmla="*/ 9450 w 10000"/>
              <a:gd name="connsiteY68-3520" fmla="*/ 210 h 10000"/>
              <a:gd name="connsiteX69-3521" fmla="*/ 9750 w 10000"/>
              <a:gd name="connsiteY69-3522" fmla="*/ 336 h 10000"/>
              <a:gd name="connsiteX70-3523" fmla="*/ 9750 w 10000"/>
              <a:gd name="connsiteY70-3524" fmla="*/ 336 h 10000"/>
              <a:gd name="connsiteX71-3525" fmla="*/ 9450 w 10000"/>
              <a:gd name="connsiteY71-3526" fmla="*/ 443 h 10000"/>
              <a:gd name="connsiteX72-3527" fmla="*/ 9450 w 10000"/>
              <a:gd name="connsiteY72-3528" fmla="*/ 673 h 10000"/>
              <a:gd name="connsiteX73-3529" fmla="*/ 9450 w 10000"/>
              <a:gd name="connsiteY73-3530" fmla="*/ 778 h 10000"/>
              <a:gd name="connsiteX74-3531" fmla="*/ 9200 w 10000"/>
              <a:gd name="connsiteY74-3532" fmla="*/ 987 h 10000"/>
              <a:gd name="connsiteX75-3533" fmla="*/ 9200 w 10000"/>
              <a:gd name="connsiteY75-3534" fmla="*/ 1324 h 10000"/>
              <a:gd name="connsiteX76-3535" fmla="*/ 9200 w 10000"/>
              <a:gd name="connsiteY76-3536" fmla="*/ 1660 h 10000"/>
              <a:gd name="connsiteX77-3537" fmla="*/ 9450 w 10000"/>
              <a:gd name="connsiteY77-3538" fmla="*/ 2102 h 10000"/>
              <a:gd name="connsiteX78-3539" fmla="*/ 9450 w 10000"/>
              <a:gd name="connsiteY78-3540" fmla="*/ 2102 h 10000"/>
              <a:gd name="connsiteX0-3541" fmla="*/ 9450 w 10000"/>
              <a:gd name="connsiteY0-3542" fmla="*/ 2102 h 10000"/>
              <a:gd name="connsiteX1-3543" fmla="*/ 9450 w 10000"/>
              <a:gd name="connsiteY1-3544" fmla="*/ 2333 h 10000"/>
              <a:gd name="connsiteX2-3545" fmla="*/ 9450 w 10000"/>
              <a:gd name="connsiteY2-3546" fmla="*/ 2669 h 10000"/>
              <a:gd name="connsiteX3-3547" fmla="*/ 9450 w 10000"/>
              <a:gd name="connsiteY3-3548" fmla="*/ 3109 h 10000"/>
              <a:gd name="connsiteX4-3549" fmla="*/ 9750 w 10000"/>
              <a:gd name="connsiteY4-3550" fmla="*/ 3551 h 10000"/>
              <a:gd name="connsiteX5-3551" fmla="*/ 9750 w 10000"/>
              <a:gd name="connsiteY5-3552" fmla="*/ 3992 h 10000"/>
              <a:gd name="connsiteX6-3553" fmla="*/ 9750 w 10000"/>
              <a:gd name="connsiteY6-3554" fmla="*/ 4664 h 10000"/>
              <a:gd name="connsiteX7-3555" fmla="*/ 9750 w 10000"/>
              <a:gd name="connsiteY7-3556" fmla="*/ 5211 h 10000"/>
              <a:gd name="connsiteX8-3557" fmla="*/ 9750 w 10000"/>
              <a:gd name="connsiteY8-3558" fmla="*/ 5988 h 10000"/>
              <a:gd name="connsiteX9-3559" fmla="*/ 10000 w 10000"/>
              <a:gd name="connsiteY9-3560" fmla="*/ 6660 h 10000"/>
              <a:gd name="connsiteX10-3561" fmla="*/ 10000 w 10000"/>
              <a:gd name="connsiteY10-3562" fmla="*/ 7226 h 10000"/>
              <a:gd name="connsiteX11-3563" fmla="*/ 9750 w 10000"/>
              <a:gd name="connsiteY11-3564" fmla="*/ 7774 h 10000"/>
              <a:gd name="connsiteX12-3565" fmla="*/ 9750 w 10000"/>
              <a:gd name="connsiteY12-3566" fmla="*/ 8214 h 10000"/>
              <a:gd name="connsiteX13-3567" fmla="*/ 9450 w 10000"/>
              <a:gd name="connsiteY13-3568" fmla="*/ 8656 h 10000"/>
              <a:gd name="connsiteX14-3569" fmla="*/ 9200 w 10000"/>
              <a:gd name="connsiteY14-3570" fmla="*/ 8992 h 10000"/>
              <a:gd name="connsiteX15-3571" fmla="*/ 9200 w 10000"/>
              <a:gd name="connsiteY15-3572" fmla="*/ 9223 h 10000"/>
              <a:gd name="connsiteX16-3573" fmla="*/ 8700 w 10000"/>
              <a:gd name="connsiteY16-3574" fmla="*/ 9432 h 10000"/>
              <a:gd name="connsiteX17-3575" fmla="*/ 8150 w 10000"/>
              <a:gd name="connsiteY17-3576" fmla="*/ 9665 h 10000"/>
              <a:gd name="connsiteX18-3577" fmla="*/ 7350 w 10000"/>
              <a:gd name="connsiteY18-3578" fmla="*/ 9874 h 10000"/>
              <a:gd name="connsiteX19-3579" fmla="*/ 7100 w 10000"/>
              <a:gd name="connsiteY19-3580" fmla="*/ 10000 h 10000"/>
              <a:gd name="connsiteX20-3581" fmla="*/ 6550 w 10000"/>
              <a:gd name="connsiteY20-3582" fmla="*/ 10000 h 10000"/>
              <a:gd name="connsiteX21-3583" fmla="*/ 6300 w 10000"/>
              <a:gd name="connsiteY21-3584" fmla="*/ 10000 h 10000"/>
              <a:gd name="connsiteX22-3585" fmla="*/ 6050 w 10000"/>
              <a:gd name="connsiteY22-3586" fmla="*/ 9874 h 10000"/>
              <a:gd name="connsiteX23-3587" fmla="*/ 5500 w 10000"/>
              <a:gd name="connsiteY23-3588" fmla="*/ 9769 h 10000"/>
              <a:gd name="connsiteX24-3589" fmla="*/ 5250 w 10000"/>
              <a:gd name="connsiteY24-3590" fmla="*/ 9559 h 10000"/>
              <a:gd name="connsiteX25-3591" fmla="*/ 4700 w 10000"/>
              <a:gd name="connsiteY25-3592" fmla="*/ 9223 h 10000"/>
              <a:gd name="connsiteX26-3593" fmla="*/ 3950 w 10000"/>
              <a:gd name="connsiteY26-3594" fmla="*/ 8992 h 10000"/>
              <a:gd name="connsiteX27-3595" fmla="*/ 3650 w 10000"/>
              <a:gd name="connsiteY27-3596" fmla="*/ 8887 h 10000"/>
              <a:gd name="connsiteX28-3597" fmla="*/ 3150 w 10000"/>
              <a:gd name="connsiteY28-3598" fmla="*/ 8781 h 10000"/>
              <a:gd name="connsiteX29-3599" fmla="*/ 2600 w 10000"/>
              <a:gd name="connsiteY29-3600" fmla="*/ 8656 h 10000"/>
              <a:gd name="connsiteX30-3601" fmla="*/ 2100 w 10000"/>
              <a:gd name="connsiteY30-3602" fmla="*/ 8446 h 10000"/>
              <a:gd name="connsiteX31-3603" fmla="*/ 1550 w 10000"/>
              <a:gd name="connsiteY31-3604" fmla="*/ 8320 h 10000"/>
              <a:gd name="connsiteX32-3605" fmla="*/ 1300 w 10000"/>
              <a:gd name="connsiteY32-3606" fmla="*/ 8214 h 10000"/>
              <a:gd name="connsiteX33-3607" fmla="*/ 750 w 10000"/>
              <a:gd name="connsiteY33-3608" fmla="*/ 8214 h 10000"/>
              <a:gd name="connsiteX34-3609" fmla="*/ 500 w 10000"/>
              <a:gd name="connsiteY34-3610" fmla="*/ 8110 h 10000"/>
              <a:gd name="connsiteX35-3611" fmla="*/ 250 w 10000"/>
              <a:gd name="connsiteY35-3612" fmla="*/ 8004 h 10000"/>
              <a:gd name="connsiteX36-3613" fmla="*/ 250 w 10000"/>
              <a:gd name="connsiteY36-3614" fmla="*/ 8004 h 10000"/>
              <a:gd name="connsiteX37-3615" fmla="*/ 0 w 10000"/>
              <a:gd name="connsiteY37-3616" fmla="*/ 7878 h 10000"/>
              <a:gd name="connsiteX38-3617" fmla="*/ 0 w 10000"/>
              <a:gd name="connsiteY38-3618" fmla="*/ 7878 h 10000"/>
              <a:gd name="connsiteX39-3619" fmla="*/ 250 w 10000"/>
              <a:gd name="connsiteY39-3620" fmla="*/ 7878 h 10000"/>
              <a:gd name="connsiteX40-3621" fmla="*/ 250 w 10000"/>
              <a:gd name="connsiteY40-3622" fmla="*/ 7878 h 10000"/>
              <a:gd name="connsiteX41-3623" fmla="*/ 500 w 10000"/>
              <a:gd name="connsiteY41-3624" fmla="*/ 7878 h 10000"/>
              <a:gd name="connsiteX42-3625" fmla="*/ 750 w 10000"/>
              <a:gd name="connsiteY42-3626" fmla="*/ 7878 h 10000"/>
              <a:gd name="connsiteX43-3627" fmla="*/ 1050 w 10000"/>
              <a:gd name="connsiteY43-3628" fmla="*/ 7878 h 10000"/>
              <a:gd name="connsiteX44-3629" fmla="*/ 1300 w 10000"/>
              <a:gd name="connsiteY44-3630" fmla="*/ 7878 h 10000"/>
              <a:gd name="connsiteX45-3631" fmla="*/ 1800 w 10000"/>
              <a:gd name="connsiteY45-3632" fmla="*/ 7878 h 10000"/>
              <a:gd name="connsiteX46-3633" fmla="*/ 2350 w 10000"/>
              <a:gd name="connsiteY46-3634" fmla="*/ 7878 h 10000"/>
              <a:gd name="connsiteX47-3635" fmla="*/ 3400 w 10000"/>
              <a:gd name="connsiteY47-3636" fmla="*/ 8004 h 10000"/>
              <a:gd name="connsiteX48-3637" fmla="*/ 4200 w 10000"/>
              <a:gd name="connsiteY48-3638" fmla="*/ 8004 h 10000"/>
              <a:gd name="connsiteX49-3639" fmla="*/ 5000 w 10000"/>
              <a:gd name="connsiteY49-3640" fmla="*/ 8004 h 10000"/>
              <a:gd name="connsiteX50-3641" fmla="*/ 5500 w 10000"/>
              <a:gd name="connsiteY50-3642" fmla="*/ 8004 h 10000"/>
              <a:gd name="connsiteX51-3643" fmla="*/ 6050 w 10000"/>
              <a:gd name="connsiteY51-3644" fmla="*/ 8004 h 10000"/>
              <a:gd name="connsiteX52-3645" fmla="*/ 6300 w 10000"/>
              <a:gd name="connsiteY52-3646" fmla="*/ 7878 h 10000"/>
              <a:gd name="connsiteX53-3647" fmla="*/ 6550 w 10000"/>
              <a:gd name="connsiteY53-3648" fmla="*/ 7669 h 10000"/>
              <a:gd name="connsiteX54-3649" fmla="*/ 6850 w 10000"/>
              <a:gd name="connsiteY54-3650" fmla="*/ 7437 h 10000"/>
              <a:gd name="connsiteX55-3651" fmla="*/ 7100 w 10000"/>
              <a:gd name="connsiteY55-3652" fmla="*/ 7226 h 10000"/>
              <a:gd name="connsiteX56-3653" fmla="*/ 7100 w 10000"/>
              <a:gd name="connsiteY56-3654" fmla="*/ 6891 h 10000"/>
              <a:gd name="connsiteX57-3655" fmla="*/ 7100 w 10000"/>
              <a:gd name="connsiteY57-3656" fmla="*/ 6450 h 10000"/>
              <a:gd name="connsiteX58-3657" fmla="*/ 7100 w 10000"/>
              <a:gd name="connsiteY58-3658" fmla="*/ 5883 h 10000"/>
              <a:gd name="connsiteX59-3659" fmla="*/ 7100 w 10000"/>
              <a:gd name="connsiteY59-3660" fmla="*/ 5547 h 10000"/>
              <a:gd name="connsiteX60-3661" fmla="*/ 7100 w 10000"/>
              <a:gd name="connsiteY60-3662" fmla="*/ 5337 h 10000"/>
              <a:gd name="connsiteX61-3663" fmla="*/ 7100 w 10000"/>
              <a:gd name="connsiteY61-3664" fmla="*/ 4875 h 10000"/>
              <a:gd name="connsiteX62-3665" fmla="*/ 7100 w 10000"/>
              <a:gd name="connsiteY62-3666" fmla="*/ 4560 h 10000"/>
              <a:gd name="connsiteX63-3667" fmla="*/ 7100 w 10000"/>
              <a:gd name="connsiteY63-3668" fmla="*/ 4224 h 10000"/>
              <a:gd name="connsiteX64-3669" fmla="*/ 7100 w 10000"/>
              <a:gd name="connsiteY64-3670" fmla="*/ 3782 h 10000"/>
              <a:gd name="connsiteX65-3671" fmla="*/ 6300 w 10000"/>
              <a:gd name="connsiteY65-3672" fmla="*/ 1324 h 10000"/>
              <a:gd name="connsiteX66-3673" fmla="*/ 8700 w 10000"/>
              <a:gd name="connsiteY66-3674" fmla="*/ 0 h 10000"/>
              <a:gd name="connsiteX67-3675" fmla="*/ 9450 w 10000"/>
              <a:gd name="connsiteY67-3676" fmla="*/ 210 h 10000"/>
              <a:gd name="connsiteX68-3677" fmla="*/ 9750 w 10000"/>
              <a:gd name="connsiteY68-3678" fmla="*/ 336 h 10000"/>
              <a:gd name="connsiteX69-3679" fmla="*/ 9750 w 10000"/>
              <a:gd name="connsiteY69-3680" fmla="*/ 336 h 10000"/>
              <a:gd name="connsiteX70-3681" fmla="*/ 9450 w 10000"/>
              <a:gd name="connsiteY70-3682" fmla="*/ 443 h 10000"/>
              <a:gd name="connsiteX71-3683" fmla="*/ 9450 w 10000"/>
              <a:gd name="connsiteY71-3684" fmla="*/ 673 h 10000"/>
              <a:gd name="connsiteX72-3685" fmla="*/ 9450 w 10000"/>
              <a:gd name="connsiteY72-3686" fmla="*/ 778 h 10000"/>
              <a:gd name="connsiteX73-3687" fmla="*/ 9200 w 10000"/>
              <a:gd name="connsiteY73-3688" fmla="*/ 987 h 10000"/>
              <a:gd name="connsiteX74-3689" fmla="*/ 9200 w 10000"/>
              <a:gd name="connsiteY74-3690" fmla="*/ 1324 h 10000"/>
              <a:gd name="connsiteX75-3691" fmla="*/ 9200 w 10000"/>
              <a:gd name="connsiteY75-3692" fmla="*/ 1660 h 10000"/>
              <a:gd name="connsiteX76-3693" fmla="*/ 9450 w 10000"/>
              <a:gd name="connsiteY76-3694" fmla="*/ 2102 h 10000"/>
              <a:gd name="connsiteX77-3695" fmla="*/ 9450 w 10000"/>
              <a:gd name="connsiteY77-3696" fmla="*/ 2102 h 10000"/>
              <a:gd name="connsiteX0-3697" fmla="*/ 9450 w 10000"/>
              <a:gd name="connsiteY0-3698" fmla="*/ 2102 h 10000"/>
              <a:gd name="connsiteX1-3699" fmla="*/ 9450 w 10000"/>
              <a:gd name="connsiteY1-3700" fmla="*/ 2333 h 10000"/>
              <a:gd name="connsiteX2-3701" fmla="*/ 9450 w 10000"/>
              <a:gd name="connsiteY2-3702" fmla="*/ 2669 h 10000"/>
              <a:gd name="connsiteX3-3703" fmla="*/ 9450 w 10000"/>
              <a:gd name="connsiteY3-3704" fmla="*/ 3109 h 10000"/>
              <a:gd name="connsiteX4-3705" fmla="*/ 9750 w 10000"/>
              <a:gd name="connsiteY4-3706" fmla="*/ 3551 h 10000"/>
              <a:gd name="connsiteX5-3707" fmla="*/ 9750 w 10000"/>
              <a:gd name="connsiteY5-3708" fmla="*/ 3992 h 10000"/>
              <a:gd name="connsiteX6-3709" fmla="*/ 9750 w 10000"/>
              <a:gd name="connsiteY6-3710" fmla="*/ 4664 h 10000"/>
              <a:gd name="connsiteX7-3711" fmla="*/ 9750 w 10000"/>
              <a:gd name="connsiteY7-3712" fmla="*/ 5211 h 10000"/>
              <a:gd name="connsiteX8-3713" fmla="*/ 9750 w 10000"/>
              <a:gd name="connsiteY8-3714" fmla="*/ 5988 h 10000"/>
              <a:gd name="connsiteX9-3715" fmla="*/ 10000 w 10000"/>
              <a:gd name="connsiteY9-3716" fmla="*/ 6660 h 10000"/>
              <a:gd name="connsiteX10-3717" fmla="*/ 10000 w 10000"/>
              <a:gd name="connsiteY10-3718" fmla="*/ 7226 h 10000"/>
              <a:gd name="connsiteX11-3719" fmla="*/ 9750 w 10000"/>
              <a:gd name="connsiteY11-3720" fmla="*/ 7774 h 10000"/>
              <a:gd name="connsiteX12-3721" fmla="*/ 9750 w 10000"/>
              <a:gd name="connsiteY12-3722" fmla="*/ 8214 h 10000"/>
              <a:gd name="connsiteX13-3723" fmla="*/ 9450 w 10000"/>
              <a:gd name="connsiteY13-3724" fmla="*/ 8656 h 10000"/>
              <a:gd name="connsiteX14-3725" fmla="*/ 9200 w 10000"/>
              <a:gd name="connsiteY14-3726" fmla="*/ 8992 h 10000"/>
              <a:gd name="connsiteX15-3727" fmla="*/ 9200 w 10000"/>
              <a:gd name="connsiteY15-3728" fmla="*/ 9223 h 10000"/>
              <a:gd name="connsiteX16-3729" fmla="*/ 8700 w 10000"/>
              <a:gd name="connsiteY16-3730" fmla="*/ 9432 h 10000"/>
              <a:gd name="connsiteX17-3731" fmla="*/ 8150 w 10000"/>
              <a:gd name="connsiteY17-3732" fmla="*/ 9665 h 10000"/>
              <a:gd name="connsiteX18-3733" fmla="*/ 7350 w 10000"/>
              <a:gd name="connsiteY18-3734" fmla="*/ 9874 h 10000"/>
              <a:gd name="connsiteX19-3735" fmla="*/ 7100 w 10000"/>
              <a:gd name="connsiteY19-3736" fmla="*/ 10000 h 10000"/>
              <a:gd name="connsiteX20-3737" fmla="*/ 6550 w 10000"/>
              <a:gd name="connsiteY20-3738" fmla="*/ 10000 h 10000"/>
              <a:gd name="connsiteX21-3739" fmla="*/ 6300 w 10000"/>
              <a:gd name="connsiteY21-3740" fmla="*/ 10000 h 10000"/>
              <a:gd name="connsiteX22-3741" fmla="*/ 6050 w 10000"/>
              <a:gd name="connsiteY22-3742" fmla="*/ 9874 h 10000"/>
              <a:gd name="connsiteX23-3743" fmla="*/ 5500 w 10000"/>
              <a:gd name="connsiteY23-3744" fmla="*/ 9769 h 10000"/>
              <a:gd name="connsiteX24-3745" fmla="*/ 5250 w 10000"/>
              <a:gd name="connsiteY24-3746" fmla="*/ 9559 h 10000"/>
              <a:gd name="connsiteX25-3747" fmla="*/ 4700 w 10000"/>
              <a:gd name="connsiteY25-3748" fmla="*/ 9223 h 10000"/>
              <a:gd name="connsiteX26-3749" fmla="*/ 3950 w 10000"/>
              <a:gd name="connsiteY26-3750" fmla="*/ 8992 h 10000"/>
              <a:gd name="connsiteX27-3751" fmla="*/ 3650 w 10000"/>
              <a:gd name="connsiteY27-3752" fmla="*/ 8887 h 10000"/>
              <a:gd name="connsiteX28-3753" fmla="*/ 3150 w 10000"/>
              <a:gd name="connsiteY28-3754" fmla="*/ 8781 h 10000"/>
              <a:gd name="connsiteX29-3755" fmla="*/ 2600 w 10000"/>
              <a:gd name="connsiteY29-3756" fmla="*/ 8656 h 10000"/>
              <a:gd name="connsiteX30-3757" fmla="*/ 2100 w 10000"/>
              <a:gd name="connsiteY30-3758" fmla="*/ 8446 h 10000"/>
              <a:gd name="connsiteX31-3759" fmla="*/ 1550 w 10000"/>
              <a:gd name="connsiteY31-3760" fmla="*/ 8320 h 10000"/>
              <a:gd name="connsiteX32-3761" fmla="*/ 1300 w 10000"/>
              <a:gd name="connsiteY32-3762" fmla="*/ 8214 h 10000"/>
              <a:gd name="connsiteX33-3763" fmla="*/ 750 w 10000"/>
              <a:gd name="connsiteY33-3764" fmla="*/ 8214 h 10000"/>
              <a:gd name="connsiteX34-3765" fmla="*/ 500 w 10000"/>
              <a:gd name="connsiteY34-3766" fmla="*/ 8110 h 10000"/>
              <a:gd name="connsiteX35-3767" fmla="*/ 250 w 10000"/>
              <a:gd name="connsiteY35-3768" fmla="*/ 8004 h 10000"/>
              <a:gd name="connsiteX36-3769" fmla="*/ 250 w 10000"/>
              <a:gd name="connsiteY36-3770" fmla="*/ 8004 h 10000"/>
              <a:gd name="connsiteX37-3771" fmla="*/ 0 w 10000"/>
              <a:gd name="connsiteY37-3772" fmla="*/ 7878 h 10000"/>
              <a:gd name="connsiteX38-3773" fmla="*/ 0 w 10000"/>
              <a:gd name="connsiteY38-3774" fmla="*/ 7878 h 10000"/>
              <a:gd name="connsiteX39-3775" fmla="*/ 250 w 10000"/>
              <a:gd name="connsiteY39-3776" fmla="*/ 7878 h 10000"/>
              <a:gd name="connsiteX40-3777" fmla="*/ 250 w 10000"/>
              <a:gd name="connsiteY40-3778" fmla="*/ 7878 h 10000"/>
              <a:gd name="connsiteX41-3779" fmla="*/ 500 w 10000"/>
              <a:gd name="connsiteY41-3780" fmla="*/ 7878 h 10000"/>
              <a:gd name="connsiteX42-3781" fmla="*/ 750 w 10000"/>
              <a:gd name="connsiteY42-3782" fmla="*/ 7878 h 10000"/>
              <a:gd name="connsiteX43-3783" fmla="*/ 1050 w 10000"/>
              <a:gd name="connsiteY43-3784" fmla="*/ 7878 h 10000"/>
              <a:gd name="connsiteX44-3785" fmla="*/ 1300 w 10000"/>
              <a:gd name="connsiteY44-3786" fmla="*/ 7878 h 10000"/>
              <a:gd name="connsiteX45-3787" fmla="*/ 1800 w 10000"/>
              <a:gd name="connsiteY45-3788" fmla="*/ 7878 h 10000"/>
              <a:gd name="connsiteX46-3789" fmla="*/ 2350 w 10000"/>
              <a:gd name="connsiteY46-3790" fmla="*/ 7878 h 10000"/>
              <a:gd name="connsiteX47-3791" fmla="*/ 3400 w 10000"/>
              <a:gd name="connsiteY47-3792" fmla="*/ 8004 h 10000"/>
              <a:gd name="connsiteX48-3793" fmla="*/ 4200 w 10000"/>
              <a:gd name="connsiteY48-3794" fmla="*/ 8004 h 10000"/>
              <a:gd name="connsiteX49-3795" fmla="*/ 5000 w 10000"/>
              <a:gd name="connsiteY49-3796" fmla="*/ 8004 h 10000"/>
              <a:gd name="connsiteX50-3797" fmla="*/ 5500 w 10000"/>
              <a:gd name="connsiteY50-3798" fmla="*/ 8004 h 10000"/>
              <a:gd name="connsiteX51-3799" fmla="*/ 6050 w 10000"/>
              <a:gd name="connsiteY51-3800" fmla="*/ 8004 h 10000"/>
              <a:gd name="connsiteX52-3801" fmla="*/ 6300 w 10000"/>
              <a:gd name="connsiteY52-3802" fmla="*/ 7878 h 10000"/>
              <a:gd name="connsiteX53-3803" fmla="*/ 6550 w 10000"/>
              <a:gd name="connsiteY53-3804" fmla="*/ 7669 h 10000"/>
              <a:gd name="connsiteX54-3805" fmla="*/ 6850 w 10000"/>
              <a:gd name="connsiteY54-3806" fmla="*/ 7437 h 10000"/>
              <a:gd name="connsiteX55-3807" fmla="*/ 7100 w 10000"/>
              <a:gd name="connsiteY55-3808" fmla="*/ 7226 h 10000"/>
              <a:gd name="connsiteX56-3809" fmla="*/ 7100 w 10000"/>
              <a:gd name="connsiteY56-3810" fmla="*/ 6891 h 10000"/>
              <a:gd name="connsiteX57-3811" fmla="*/ 7100 w 10000"/>
              <a:gd name="connsiteY57-3812" fmla="*/ 6450 h 10000"/>
              <a:gd name="connsiteX58-3813" fmla="*/ 7100 w 10000"/>
              <a:gd name="connsiteY58-3814" fmla="*/ 5883 h 10000"/>
              <a:gd name="connsiteX59-3815" fmla="*/ 7100 w 10000"/>
              <a:gd name="connsiteY59-3816" fmla="*/ 5547 h 10000"/>
              <a:gd name="connsiteX60-3817" fmla="*/ 7100 w 10000"/>
              <a:gd name="connsiteY60-3818" fmla="*/ 5337 h 10000"/>
              <a:gd name="connsiteX61-3819" fmla="*/ 7100 w 10000"/>
              <a:gd name="connsiteY61-3820" fmla="*/ 4875 h 10000"/>
              <a:gd name="connsiteX62-3821" fmla="*/ 7100 w 10000"/>
              <a:gd name="connsiteY62-3822" fmla="*/ 4560 h 10000"/>
              <a:gd name="connsiteX63-3823" fmla="*/ 7100 w 10000"/>
              <a:gd name="connsiteY63-3824" fmla="*/ 4224 h 10000"/>
              <a:gd name="connsiteX64-3825" fmla="*/ 7100 w 10000"/>
              <a:gd name="connsiteY64-3826" fmla="*/ 3782 h 10000"/>
              <a:gd name="connsiteX65-3827" fmla="*/ 8700 w 10000"/>
              <a:gd name="connsiteY65-3828" fmla="*/ 0 h 10000"/>
              <a:gd name="connsiteX66-3829" fmla="*/ 9450 w 10000"/>
              <a:gd name="connsiteY66-3830" fmla="*/ 210 h 10000"/>
              <a:gd name="connsiteX67-3831" fmla="*/ 9750 w 10000"/>
              <a:gd name="connsiteY67-3832" fmla="*/ 336 h 10000"/>
              <a:gd name="connsiteX68-3833" fmla="*/ 9750 w 10000"/>
              <a:gd name="connsiteY68-3834" fmla="*/ 336 h 10000"/>
              <a:gd name="connsiteX69-3835" fmla="*/ 9450 w 10000"/>
              <a:gd name="connsiteY69-3836" fmla="*/ 443 h 10000"/>
              <a:gd name="connsiteX70-3837" fmla="*/ 9450 w 10000"/>
              <a:gd name="connsiteY70-3838" fmla="*/ 673 h 10000"/>
              <a:gd name="connsiteX71-3839" fmla="*/ 9450 w 10000"/>
              <a:gd name="connsiteY71-3840" fmla="*/ 778 h 10000"/>
              <a:gd name="connsiteX72-3841" fmla="*/ 9200 w 10000"/>
              <a:gd name="connsiteY72-3842" fmla="*/ 987 h 10000"/>
              <a:gd name="connsiteX73-3843" fmla="*/ 9200 w 10000"/>
              <a:gd name="connsiteY73-3844" fmla="*/ 1324 h 10000"/>
              <a:gd name="connsiteX74-3845" fmla="*/ 9200 w 10000"/>
              <a:gd name="connsiteY74-3846" fmla="*/ 1660 h 10000"/>
              <a:gd name="connsiteX75-3847" fmla="*/ 9450 w 10000"/>
              <a:gd name="connsiteY75-3848" fmla="*/ 2102 h 10000"/>
              <a:gd name="connsiteX76-3849" fmla="*/ 9450 w 10000"/>
              <a:gd name="connsiteY76-3850" fmla="*/ 2102 h 10000"/>
              <a:gd name="connsiteX0-3851" fmla="*/ 9450 w 10000"/>
              <a:gd name="connsiteY0-3852" fmla="*/ 1892 h 9790"/>
              <a:gd name="connsiteX1-3853" fmla="*/ 9450 w 10000"/>
              <a:gd name="connsiteY1-3854" fmla="*/ 2123 h 9790"/>
              <a:gd name="connsiteX2-3855" fmla="*/ 9450 w 10000"/>
              <a:gd name="connsiteY2-3856" fmla="*/ 2459 h 9790"/>
              <a:gd name="connsiteX3-3857" fmla="*/ 9450 w 10000"/>
              <a:gd name="connsiteY3-3858" fmla="*/ 2899 h 9790"/>
              <a:gd name="connsiteX4-3859" fmla="*/ 9750 w 10000"/>
              <a:gd name="connsiteY4-3860" fmla="*/ 3341 h 9790"/>
              <a:gd name="connsiteX5-3861" fmla="*/ 9750 w 10000"/>
              <a:gd name="connsiteY5-3862" fmla="*/ 3782 h 9790"/>
              <a:gd name="connsiteX6-3863" fmla="*/ 9750 w 10000"/>
              <a:gd name="connsiteY6-3864" fmla="*/ 4454 h 9790"/>
              <a:gd name="connsiteX7-3865" fmla="*/ 9750 w 10000"/>
              <a:gd name="connsiteY7-3866" fmla="*/ 5001 h 9790"/>
              <a:gd name="connsiteX8-3867" fmla="*/ 9750 w 10000"/>
              <a:gd name="connsiteY8-3868" fmla="*/ 5778 h 9790"/>
              <a:gd name="connsiteX9-3869" fmla="*/ 10000 w 10000"/>
              <a:gd name="connsiteY9-3870" fmla="*/ 6450 h 9790"/>
              <a:gd name="connsiteX10-3871" fmla="*/ 10000 w 10000"/>
              <a:gd name="connsiteY10-3872" fmla="*/ 7016 h 9790"/>
              <a:gd name="connsiteX11-3873" fmla="*/ 9750 w 10000"/>
              <a:gd name="connsiteY11-3874" fmla="*/ 7564 h 9790"/>
              <a:gd name="connsiteX12-3875" fmla="*/ 9750 w 10000"/>
              <a:gd name="connsiteY12-3876" fmla="*/ 8004 h 9790"/>
              <a:gd name="connsiteX13-3877" fmla="*/ 9450 w 10000"/>
              <a:gd name="connsiteY13-3878" fmla="*/ 8446 h 9790"/>
              <a:gd name="connsiteX14-3879" fmla="*/ 9200 w 10000"/>
              <a:gd name="connsiteY14-3880" fmla="*/ 8782 h 9790"/>
              <a:gd name="connsiteX15-3881" fmla="*/ 9200 w 10000"/>
              <a:gd name="connsiteY15-3882" fmla="*/ 9013 h 9790"/>
              <a:gd name="connsiteX16-3883" fmla="*/ 8700 w 10000"/>
              <a:gd name="connsiteY16-3884" fmla="*/ 9222 h 9790"/>
              <a:gd name="connsiteX17-3885" fmla="*/ 8150 w 10000"/>
              <a:gd name="connsiteY17-3886" fmla="*/ 9455 h 9790"/>
              <a:gd name="connsiteX18-3887" fmla="*/ 7350 w 10000"/>
              <a:gd name="connsiteY18-3888" fmla="*/ 9664 h 9790"/>
              <a:gd name="connsiteX19-3889" fmla="*/ 7100 w 10000"/>
              <a:gd name="connsiteY19-3890" fmla="*/ 9790 h 9790"/>
              <a:gd name="connsiteX20-3891" fmla="*/ 6550 w 10000"/>
              <a:gd name="connsiteY20-3892" fmla="*/ 9790 h 9790"/>
              <a:gd name="connsiteX21-3893" fmla="*/ 6300 w 10000"/>
              <a:gd name="connsiteY21-3894" fmla="*/ 9790 h 9790"/>
              <a:gd name="connsiteX22-3895" fmla="*/ 6050 w 10000"/>
              <a:gd name="connsiteY22-3896" fmla="*/ 9664 h 9790"/>
              <a:gd name="connsiteX23-3897" fmla="*/ 5500 w 10000"/>
              <a:gd name="connsiteY23-3898" fmla="*/ 9559 h 9790"/>
              <a:gd name="connsiteX24-3899" fmla="*/ 5250 w 10000"/>
              <a:gd name="connsiteY24-3900" fmla="*/ 9349 h 9790"/>
              <a:gd name="connsiteX25-3901" fmla="*/ 4700 w 10000"/>
              <a:gd name="connsiteY25-3902" fmla="*/ 9013 h 9790"/>
              <a:gd name="connsiteX26-3903" fmla="*/ 3950 w 10000"/>
              <a:gd name="connsiteY26-3904" fmla="*/ 8782 h 9790"/>
              <a:gd name="connsiteX27-3905" fmla="*/ 3650 w 10000"/>
              <a:gd name="connsiteY27-3906" fmla="*/ 8677 h 9790"/>
              <a:gd name="connsiteX28-3907" fmla="*/ 3150 w 10000"/>
              <a:gd name="connsiteY28-3908" fmla="*/ 8571 h 9790"/>
              <a:gd name="connsiteX29-3909" fmla="*/ 2600 w 10000"/>
              <a:gd name="connsiteY29-3910" fmla="*/ 8446 h 9790"/>
              <a:gd name="connsiteX30-3911" fmla="*/ 2100 w 10000"/>
              <a:gd name="connsiteY30-3912" fmla="*/ 8236 h 9790"/>
              <a:gd name="connsiteX31-3913" fmla="*/ 1550 w 10000"/>
              <a:gd name="connsiteY31-3914" fmla="*/ 8110 h 9790"/>
              <a:gd name="connsiteX32-3915" fmla="*/ 1300 w 10000"/>
              <a:gd name="connsiteY32-3916" fmla="*/ 8004 h 9790"/>
              <a:gd name="connsiteX33-3917" fmla="*/ 750 w 10000"/>
              <a:gd name="connsiteY33-3918" fmla="*/ 8004 h 9790"/>
              <a:gd name="connsiteX34-3919" fmla="*/ 500 w 10000"/>
              <a:gd name="connsiteY34-3920" fmla="*/ 7900 h 9790"/>
              <a:gd name="connsiteX35-3921" fmla="*/ 250 w 10000"/>
              <a:gd name="connsiteY35-3922" fmla="*/ 7794 h 9790"/>
              <a:gd name="connsiteX36-3923" fmla="*/ 250 w 10000"/>
              <a:gd name="connsiteY36-3924" fmla="*/ 7794 h 9790"/>
              <a:gd name="connsiteX37-3925" fmla="*/ 0 w 10000"/>
              <a:gd name="connsiteY37-3926" fmla="*/ 7668 h 9790"/>
              <a:gd name="connsiteX38-3927" fmla="*/ 0 w 10000"/>
              <a:gd name="connsiteY38-3928" fmla="*/ 7668 h 9790"/>
              <a:gd name="connsiteX39-3929" fmla="*/ 250 w 10000"/>
              <a:gd name="connsiteY39-3930" fmla="*/ 7668 h 9790"/>
              <a:gd name="connsiteX40-3931" fmla="*/ 250 w 10000"/>
              <a:gd name="connsiteY40-3932" fmla="*/ 7668 h 9790"/>
              <a:gd name="connsiteX41-3933" fmla="*/ 500 w 10000"/>
              <a:gd name="connsiteY41-3934" fmla="*/ 7668 h 9790"/>
              <a:gd name="connsiteX42-3935" fmla="*/ 750 w 10000"/>
              <a:gd name="connsiteY42-3936" fmla="*/ 7668 h 9790"/>
              <a:gd name="connsiteX43-3937" fmla="*/ 1050 w 10000"/>
              <a:gd name="connsiteY43-3938" fmla="*/ 7668 h 9790"/>
              <a:gd name="connsiteX44-3939" fmla="*/ 1300 w 10000"/>
              <a:gd name="connsiteY44-3940" fmla="*/ 7668 h 9790"/>
              <a:gd name="connsiteX45-3941" fmla="*/ 1800 w 10000"/>
              <a:gd name="connsiteY45-3942" fmla="*/ 7668 h 9790"/>
              <a:gd name="connsiteX46-3943" fmla="*/ 2350 w 10000"/>
              <a:gd name="connsiteY46-3944" fmla="*/ 7668 h 9790"/>
              <a:gd name="connsiteX47-3945" fmla="*/ 3400 w 10000"/>
              <a:gd name="connsiteY47-3946" fmla="*/ 7794 h 9790"/>
              <a:gd name="connsiteX48-3947" fmla="*/ 4200 w 10000"/>
              <a:gd name="connsiteY48-3948" fmla="*/ 7794 h 9790"/>
              <a:gd name="connsiteX49-3949" fmla="*/ 5000 w 10000"/>
              <a:gd name="connsiteY49-3950" fmla="*/ 7794 h 9790"/>
              <a:gd name="connsiteX50-3951" fmla="*/ 5500 w 10000"/>
              <a:gd name="connsiteY50-3952" fmla="*/ 7794 h 9790"/>
              <a:gd name="connsiteX51-3953" fmla="*/ 6050 w 10000"/>
              <a:gd name="connsiteY51-3954" fmla="*/ 7794 h 9790"/>
              <a:gd name="connsiteX52-3955" fmla="*/ 6300 w 10000"/>
              <a:gd name="connsiteY52-3956" fmla="*/ 7668 h 9790"/>
              <a:gd name="connsiteX53-3957" fmla="*/ 6550 w 10000"/>
              <a:gd name="connsiteY53-3958" fmla="*/ 7459 h 9790"/>
              <a:gd name="connsiteX54-3959" fmla="*/ 6850 w 10000"/>
              <a:gd name="connsiteY54-3960" fmla="*/ 7227 h 9790"/>
              <a:gd name="connsiteX55-3961" fmla="*/ 7100 w 10000"/>
              <a:gd name="connsiteY55-3962" fmla="*/ 7016 h 9790"/>
              <a:gd name="connsiteX56-3963" fmla="*/ 7100 w 10000"/>
              <a:gd name="connsiteY56-3964" fmla="*/ 6681 h 9790"/>
              <a:gd name="connsiteX57-3965" fmla="*/ 7100 w 10000"/>
              <a:gd name="connsiteY57-3966" fmla="*/ 6240 h 9790"/>
              <a:gd name="connsiteX58-3967" fmla="*/ 7100 w 10000"/>
              <a:gd name="connsiteY58-3968" fmla="*/ 5673 h 9790"/>
              <a:gd name="connsiteX59-3969" fmla="*/ 7100 w 10000"/>
              <a:gd name="connsiteY59-3970" fmla="*/ 5337 h 9790"/>
              <a:gd name="connsiteX60-3971" fmla="*/ 7100 w 10000"/>
              <a:gd name="connsiteY60-3972" fmla="*/ 5127 h 9790"/>
              <a:gd name="connsiteX61-3973" fmla="*/ 7100 w 10000"/>
              <a:gd name="connsiteY61-3974" fmla="*/ 4665 h 9790"/>
              <a:gd name="connsiteX62-3975" fmla="*/ 7100 w 10000"/>
              <a:gd name="connsiteY62-3976" fmla="*/ 4350 h 9790"/>
              <a:gd name="connsiteX63-3977" fmla="*/ 7100 w 10000"/>
              <a:gd name="connsiteY63-3978" fmla="*/ 4014 h 9790"/>
              <a:gd name="connsiteX64-3979" fmla="*/ 7100 w 10000"/>
              <a:gd name="connsiteY64-3980" fmla="*/ 3572 h 9790"/>
              <a:gd name="connsiteX65-3981" fmla="*/ 9450 w 10000"/>
              <a:gd name="connsiteY65-3982" fmla="*/ 0 h 9790"/>
              <a:gd name="connsiteX66-3983" fmla="*/ 9750 w 10000"/>
              <a:gd name="connsiteY66-3984" fmla="*/ 126 h 9790"/>
              <a:gd name="connsiteX67-3985" fmla="*/ 9750 w 10000"/>
              <a:gd name="connsiteY67-3986" fmla="*/ 126 h 9790"/>
              <a:gd name="connsiteX68-3987" fmla="*/ 9450 w 10000"/>
              <a:gd name="connsiteY68-3988" fmla="*/ 233 h 9790"/>
              <a:gd name="connsiteX69-3989" fmla="*/ 9450 w 10000"/>
              <a:gd name="connsiteY69-3990" fmla="*/ 463 h 9790"/>
              <a:gd name="connsiteX70-3991" fmla="*/ 9450 w 10000"/>
              <a:gd name="connsiteY70-3992" fmla="*/ 568 h 9790"/>
              <a:gd name="connsiteX71-3993" fmla="*/ 9200 w 10000"/>
              <a:gd name="connsiteY71-3994" fmla="*/ 777 h 9790"/>
              <a:gd name="connsiteX72-3995" fmla="*/ 9200 w 10000"/>
              <a:gd name="connsiteY72-3996" fmla="*/ 1114 h 9790"/>
              <a:gd name="connsiteX73-3997" fmla="*/ 9200 w 10000"/>
              <a:gd name="connsiteY73-3998" fmla="*/ 1450 h 9790"/>
              <a:gd name="connsiteX74-3999" fmla="*/ 9450 w 10000"/>
              <a:gd name="connsiteY74-4000" fmla="*/ 1892 h 9790"/>
              <a:gd name="connsiteX75-4001" fmla="*/ 9450 w 10000"/>
              <a:gd name="connsiteY75-4002" fmla="*/ 1892 h 9790"/>
              <a:gd name="connsiteX0-4003" fmla="*/ 9450 w 10000"/>
              <a:gd name="connsiteY0-4004" fmla="*/ 1804 h 9871"/>
              <a:gd name="connsiteX1-4005" fmla="*/ 9450 w 10000"/>
              <a:gd name="connsiteY1-4006" fmla="*/ 2040 h 9871"/>
              <a:gd name="connsiteX2-4007" fmla="*/ 9450 w 10000"/>
              <a:gd name="connsiteY2-4008" fmla="*/ 2383 h 9871"/>
              <a:gd name="connsiteX3-4009" fmla="*/ 9450 w 10000"/>
              <a:gd name="connsiteY3-4010" fmla="*/ 2832 h 9871"/>
              <a:gd name="connsiteX4-4011" fmla="*/ 9750 w 10000"/>
              <a:gd name="connsiteY4-4012" fmla="*/ 3284 h 9871"/>
              <a:gd name="connsiteX5-4013" fmla="*/ 9750 w 10000"/>
              <a:gd name="connsiteY5-4014" fmla="*/ 3734 h 9871"/>
              <a:gd name="connsiteX6-4015" fmla="*/ 9750 w 10000"/>
              <a:gd name="connsiteY6-4016" fmla="*/ 4421 h 9871"/>
              <a:gd name="connsiteX7-4017" fmla="*/ 9750 w 10000"/>
              <a:gd name="connsiteY7-4018" fmla="*/ 4979 h 9871"/>
              <a:gd name="connsiteX8-4019" fmla="*/ 9750 w 10000"/>
              <a:gd name="connsiteY8-4020" fmla="*/ 5773 h 9871"/>
              <a:gd name="connsiteX9-4021" fmla="*/ 10000 w 10000"/>
              <a:gd name="connsiteY9-4022" fmla="*/ 6459 h 9871"/>
              <a:gd name="connsiteX10-4023" fmla="*/ 10000 w 10000"/>
              <a:gd name="connsiteY10-4024" fmla="*/ 7037 h 9871"/>
              <a:gd name="connsiteX11-4025" fmla="*/ 9750 w 10000"/>
              <a:gd name="connsiteY11-4026" fmla="*/ 7597 h 9871"/>
              <a:gd name="connsiteX12-4027" fmla="*/ 9750 w 10000"/>
              <a:gd name="connsiteY12-4028" fmla="*/ 8047 h 9871"/>
              <a:gd name="connsiteX13-4029" fmla="*/ 9450 w 10000"/>
              <a:gd name="connsiteY13-4030" fmla="*/ 8498 h 9871"/>
              <a:gd name="connsiteX14-4031" fmla="*/ 9200 w 10000"/>
              <a:gd name="connsiteY14-4032" fmla="*/ 8841 h 9871"/>
              <a:gd name="connsiteX15-4033" fmla="*/ 9200 w 10000"/>
              <a:gd name="connsiteY15-4034" fmla="*/ 9077 h 9871"/>
              <a:gd name="connsiteX16-4035" fmla="*/ 8700 w 10000"/>
              <a:gd name="connsiteY16-4036" fmla="*/ 9291 h 9871"/>
              <a:gd name="connsiteX17-4037" fmla="*/ 8150 w 10000"/>
              <a:gd name="connsiteY17-4038" fmla="*/ 9529 h 9871"/>
              <a:gd name="connsiteX18-4039" fmla="*/ 7350 w 10000"/>
              <a:gd name="connsiteY18-4040" fmla="*/ 9742 h 9871"/>
              <a:gd name="connsiteX19-4041" fmla="*/ 7100 w 10000"/>
              <a:gd name="connsiteY19-4042" fmla="*/ 9871 h 9871"/>
              <a:gd name="connsiteX20-4043" fmla="*/ 6550 w 10000"/>
              <a:gd name="connsiteY20-4044" fmla="*/ 9871 h 9871"/>
              <a:gd name="connsiteX21-4045" fmla="*/ 6300 w 10000"/>
              <a:gd name="connsiteY21-4046" fmla="*/ 9871 h 9871"/>
              <a:gd name="connsiteX22-4047" fmla="*/ 6050 w 10000"/>
              <a:gd name="connsiteY22-4048" fmla="*/ 9742 h 9871"/>
              <a:gd name="connsiteX23-4049" fmla="*/ 5500 w 10000"/>
              <a:gd name="connsiteY23-4050" fmla="*/ 9635 h 9871"/>
              <a:gd name="connsiteX24-4051" fmla="*/ 5250 w 10000"/>
              <a:gd name="connsiteY24-4052" fmla="*/ 9421 h 9871"/>
              <a:gd name="connsiteX25-4053" fmla="*/ 4700 w 10000"/>
              <a:gd name="connsiteY25-4054" fmla="*/ 9077 h 9871"/>
              <a:gd name="connsiteX26-4055" fmla="*/ 3950 w 10000"/>
              <a:gd name="connsiteY26-4056" fmla="*/ 8841 h 9871"/>
              <a:gd name="connsiteX27-4057" fmla="*/ 3650 w 10000"/>
              <a:gd name="connsiteY27-4058" fmla="*/ 8734 h 9871"/>
              <a:gd name="connsiteX28-4059" fmla="*/ 3150 w 10000"/>
              <a:gd name="connsiteY28-4060" fmla="*/ 8626 h 9871"/>
              <a:gd name="connsiteX29-4061" fmla="*/ 2600 w 10000"/>
              <a:gd name="connsiteY29-4062" fmla="*/ 8498 h 9871"/>
              <a:gd name="connsiteX30-4063" fmla="*/ 2100 w 10000"/>
              <a:gd name="connsiteY30-4064" fmla="*/ 8284 h 9871"/>
              <a:gd name="connsiteX31-4065" fmla="*/ 1550 w 10000"/>
              <a:gd name="connsiteY31-4066" fmla="*/ 8155 h 9871"/>
              <a:gd name="connsiteX32-4067" fmla="*/ 1300 w 10000"/>
              <a:gd name="connsiteY32-4068" fmla="*/ 8047 h 9871"/>
              <a:gd name="connsiteX33-4069" fmla="*/ 750 w 10000"/>
              <a:gd name="connsiteY33-4070" fmla="*/ 8047 h 9871"/>
              <a:gd name="connsiteX34-4071" fmla="*/ 500 w 10000"/>
              <a:gd name="connsiteY34-4072" fmla="*/ 7940 h 9871"/>
              <a:gd name="connsiteX35-4073" fmla="*/ 250 w 10000"/>
              <a:gd name="connsiteY35-4074" fmla="*/ 7832 h 9871"/>
              <a:gd name="connsiteX36-4075" fmla="*/ 250 w 10000"/>
              <a:gd name="connsiteY36-4076" fmla="*/ 7832 h 9871"/>
              <a:gd name="connsiteX37-4077" fmla="*/ 0 w 10000"/>
              <a:gd name="connsiteY37-4078" fmla="*/ 7703 h 9871"/>
              <a:gd name="connsiteX38-4079" fmla="*/ 0 w 10000"/>
              <a:gd name="connsiteY38-4080" fmla="*/ 7703 h 9871"/>
              <a:gd name="connsiteX39-4081" fmla="*/ 250 w 10000"/>
              <a:gd name="connsiteY39-4082" fmla="*/ 7703 h 9871"/>
              <a:gd name="connsiteX40-4083" fmla="*/ 250 w 10000"/>
              <a:gd name="connsiteY40-4084" fmla="*/ 7703 h 9871"/>
              <a:gd name="connsiteX41-4085" fmla="*/ 500 w 10000"/>
              <a:gd name="connsiteY41-4086" fmla="*/ 7703 h 9871"/>
              <a:gd name="connsiteX42-4087" fmla="*/ 750 w 10000"/>
              <a:gd name="connsiteY42-4088" fmla="*/ 7703 h 9871"/>
              <a:gd name="connsiteX43-4089" fmla="*/ 1050 w 10000"/>
              <a:gd name="connsiteY43-4090" fmla="*/ 7703 h 9871"/>
              <a:gd name="connsiteX44-4091" fmla="*/ 1300 w 10000"/>
              <a:gd name="connsiteY44-4092" fmla="*/ 7703 h 9871"/>
              <a:gd name="connsiteX45-4093" fmla="*/ 1800 w 10000"/>
              <a:gd name="connsiteY45-4094" fmla="*/ 7703 h 9871"/>
              <a:gd name="connsiteX46-4095" fmla="*/ 2350 w 10000"/>
              <a:gd name="connsiteY46-4096" fmla="*/ 7703 h 9871"/>
              <a:gd name="connsiteX47-4097" fmla="*/ 3400 w 10000"/>
              <a:gd name="connsiteY47-4098" fmla="*/ 7832 h 9871"/>
              <a:gd name="connsiteX48-4099" fmla="*/ 4200 w 10000"/>
              <a:gd name="connsiteY48-4100" fmla="*/ 7832 h 9871"/>
              <a:gd name="connsiteX49-4101" fmla="*/ 5000 w 10000"/>
              <a:gd name="connsiteY49-4102" fmla="*/ 7832 h 9871"/>
              <a:gd name="connsiteX50-4103" fmla="*/ 5500 w 10000"/>
              <a:gd name="connsiteY50-4104" fmla="*/ 7832 h 9871"/>
              <a:gd name="connsiteX51-4105" fmla="*/ 6050 w 10000"/>
              <a:gd name="connsiteY51-4106" fmla="*/ 7832 h 9871"/>
              <a:gd name="connsiteX52-4107" fmla="*/ 6300 w 10000"/>
              <a:gd name="connsiteY52-4108" fmla="*/ 7703 h 9871"/>
              <a:gd name="connsiteX53-4109" fmla="*/ 6550 w 10000"/>
              <a:gd name="connsiteY53-4110" fmla="*/ 7490 h 9871"/>
              <a:gd name="connsiteX54-4111" fmla="*/ 6850 w 10000"/>
              <a:gd name="connsiteY54-4112" fmla="*/ 7253 h 9871"/>
              <a:gd name="connsiteX55-4113" fmla="*/ 7100 w 10000"/>
              <a:gd name="connsiteY55-4114" fmla="*/ 7037 h 9871"/>
              <a:gd name="connsiteX56-4115" fmla="*/ 7100 w 10000"/>
              <a:gd name="connsiteY56-4116" fmla="*/ 6695 h 9871"/>
              <a:gd name="connsiteX57-4117" fmla="*/ 7100 w 10000"/>
              <a:gd name="connsiteY57-4118" fmla="*/ 6245 h 9871"/>
              <a:gd name="connsiteX58-4119" fmla="*/ 7100 w 10000"/>
              <a:gd name="connsiteY58-4120" fmla="*/ 5666 h 9871"/>
              <a:gd name="connsiteX59-4121" fmla="*/ 7100 w 10000"/>
              <a:gd name="connsiteY59-4122" fmla="*/ 5322 h 9871"/>
              <a:gd name="connsiteX60-4123" fmla="*/ 7100 w 10000"/>
              <a:gd name="connsiteY60-4124" fmla="*/ 5108 h 9871"/>
              <a:gd name="connsiteX61-4125" fmla="*/ 7100 w 10000"/>
              <a:gd name="connsiteY61-4126" fmla="*/ 4636 h 9871"/>
              <a:gd name="connsiteX62-4127" fmla="*/ 7100 w 10000"/>
              <a:gd name="connsiteY62-4128" fmla="*/ 4314 h 9871"/>
              <a:gd name="connsiteX63-4129" fmla="*/ 7100 w 10000"/>
              <a:gd name="connsiteY63-4130" fmla="*/ 3971 h 9871"/>
              <a:gd name="connsiteX64-4131" fmla="*/ 7100 w 10000"/>
              <a:gd name="connsiteY64-4132" fmla="*/ 3520 h 9871"/>
              <a:gd name="connsiteX65-4133" fmla="*/ 9750 w 10000"/>
              <a:gd name="connsiteY65-4134" fmla="*/ 0 h 9871"/>
              <a:gd name="connsiteX66-4135" fmla="*/ 9750 w 10000"/>
              <a:gd name="connsiteY66-4136" fmla="*/ 0 h 9871"/>
              <a:gd name="connsiteX67-4137" fmla="*/ 9450 w 10000"/>
              <a:gd name="connsiteY67-4138" fmla="*/ 109 h 9871"/>
              <a:gd name="connsiteX68-4139" fmla="*/ 9450 w 10000"/>
              <a:gd name="connsiteY68-4140" fmla="*/ 344 h 9871"/>
              <a:gd name="connsiteX69-4141" fmla="*/ 9450 w 10000"/>
              <a:gd name="connsiteY69-4142" fmla="*/ 451 h 9871"/>
              <a:gd name="connsiteX70-4143" fmla="*/ 9200 w 10000"/>
              <a:gd name="connsiteY70-4144" fmla="*/ 665 h 9871"/>
              <a:gd name="connsiteX71-4145" fmla="*/ 9200 w 10000"/>
              <a:gd name="connsiteY71-4146" fmla="*/ 1009 h 9871"/>
              <a:gd name="connsiteX72-4147" fmla="*/ 9200 w 10000"/>
              <a:gd name="connsiteY72-4148" fmla="*/ 1352 h 9871"/>
              <a:gd name="connsiteX73-4149" fmla="*/ 9450 w 10000"/>
              <a:gd name="connsiteY73-4150" fmla="*/ 1804 h 9871"/>
              <a:gd name="connsiteX74-4151" fmla="*/ 9450 w 10000"/>
              <a:gd name="connsiteY74-4152" fmla="*/ 1804 h 9871"/>
              <a:gd name="connsiteX0-4153" fmla="*/ 9450 w 10000"/>
              <a:gd name="connsiteY0-4154" fmla="*/ 1828 h 10000"/>
              <a:gd name="connsiteX1-4155" fmla="*/ 9450 w 10000"/>
              <a:gd name="connsiteY1-4156" fmla="*/ 2067 h 10000"/>
              <a:gd name="connsiteX2-4157" fmla="*/ 9450 w 10000"/>
              <a:gd name="connsiteY2-4158" fmla="*/ 2414 h 10000"/>
              <a:gd name="connsiteX3-4159" fmla="*/ 9450 w 10000"/>
              <a:gd name="connsiteY3-4160" fmla="*/ 2869 h 10000"/>
              <a:gd name="connsiteX4-4161" fmla="*/ 9750 w 10000"/>
              <a:gd name="connsiteY4-4162" fmla="*/ 3327 h 10000"/>
              <a:gd name="connsiteX5-4163" fmla="*/ 9750 w 10000"/>
              <a:gd name="connsiteY5-4164" fmla="*/ 3783 h 10000"/>
              <a:gd name="connsiteX6-4165" fmla="*/ 9750 w 10000"/>
              <a:gd name="connsiteY6-4166" fmla="*/ 4479 h 10000"/>
              <a:gd name="connsiteX7-4167" fmla="*/ 9750 w 10000"/>
              <a:gd name="connsiteY7-4168" fmla="*/ 5044 h 10000"/>
              <a:gd name="connsiteX8-4169" fmla="*/ 9750 w 10000"/>
              <a:gd name="connsiteY8-4170" fmla="*/ 5848 h 10000"/>
              <a:gd name="connsiteX9-4171" fmla="*/ 10000 w 10000"/>
              <a:gd name="connsiteY9-4172" fmla="*/ 6543 h 10000"/>
              <a:gd name="connsiteX10-4173" fmla="*/ 10000 w 10000"/>
              <a:gd name="connsiteY10-4174" fmla="*/ 7129 h 10000"/>
              <a:gd name="connsiteX11-4175" fmla="*/ 9750 w 10000"/>
              <a:gd name="connsiteY11-4176" fmla="*/ 7696 h 10000"/>
              <a:gd name="connsiteX12-4177" fmla="*/ 9750 w 10000"/>
              <a:gd name="connsiteY12-4178" fmla="*/ 8152 h 10000"/>
              <a:gd name="connsiteX13-4179" fmla="*/ 9450 w 10000"/>
              <a:gd name="connsiteY13-4180" fmla="*/ 8609 h 10000"/>
              <a:gd name="connsiteX14-4181" fmla="*/ 9200 w 10000"/>
              <a:gd name="connsiteY14-4182" fmla="*/ 8957 h 10000"/>
              <a:gd name="connsiteX15-4183" fmla="*/ 9200 w 10000"/>
              <a:gd name="connsiteY15-4184" fmla="*/ 9196 h 10000"/>
              <a:gd name="connsiteX16-4185" fmla="*/ 8700 w 10000"/>
              <a:gd name="connsiteY16-4186" fmla="*/ 9412 h 10000"/>
              <a:gd name="connsiteX17-4187" fmla="*/ 8150 w 10000"/>
              <a:gd name="connsiteY17-4188" fmla="*/ 9654 h 10000"/>
              <a:gd name="connsiteX18-4189" fmla="*/ 7350 w 10000"/>
              <a:gd name="connsiteY18-4190" fmla="*/ 9869 h 10000"/>
              <a:gd name="connsiteX19-4191" fmla="*/ 7100 w 10000"/>
              <a:gd name="connsiteY19-4192" fmla="*/ 10000 h 10000"/>
              <a:gd name="connsiteX20-4193" fmla="*/ 6550 w 10000"/>
              <a:gd name="connsiteY20-4194" fmla="*/ 10000 h 10000"/>
              <a:gd name="connsiteX21-4195" fmla="*/ 6300 w 10000"/>
              <a:gd name="connsiteY21-4196" fmla="*/ 10000 h 10000"/>
              <a:gd name="connsiteX22-4197" fmla="*/ 6050 w 10000"/>
              <a:gd name="connsiteY22-4198" fmla="*/ 9869 h 10000"/>
              <a:gd name="connsiteX23-4199" fmla="*/ 5500 w 10000"/>
              <a:gd name="connsiteY23-4200" fmla="*/ 9761 h 10000"/>
              <a:gd name="connsiteX24-4201" fmla="*/ 5250 w 10000"/>
              <a:gd name="connsiteY24-4202" fmla="*/ 9544 h 10000"/>
              <a:gd name="connsiteX25-4203" fmla="*/ 4700 w 10000"/>
              <a:gd name="connsiteY25-4204" fmla="*/ 9196 h 10000"/>
              <a:gd name="connsiteX26-4205" fmla="*/ 3950 w 10000"/>
              <a:gd name="connsiteY26-4206" fmla="*/ 8957 h 10000"/>
              <a:gd name="connsiteX27-4207" fmla="*/ 3650 w 10000"/>
              <a:gd name="connsiteY27-4208" fmla="*/ 8848 h 10000"/>
              <a:gd name="connsiteX28-4209" fmla="*/ 3150 w 10000"/>
              <a:gd name="connsiteY28-4210" fmla="*/ 8739 h 10000"/>
              <a:gd name="connsiteX29-4211" fmla="*/ 2600 w 10000"/>
              <a:gd name="connsiteY29-4212" fmla="*/ 8609 h 10000"/>
              <a:gd name="connsiteX30-4213" fmla="*/ 2100 w 10000"/>
              <a:gd name="connsiteY30-4214" fmla="*/ 8392 h 10000"/>
              <a:gd name="connsiteX31-4215" fmla="*/ 1550 w 10000"/>
              <a:gd name="connsiteY31-4216" fmla="*/ 8262 h 10000"/>
              <a:gd name="connsiteX32-4217" fmla="*/ 1300 w 10000"/>
              <a:gd name="connsiteY32-4218" fmla="*/ 8152 h 10000"/>
              <a:gd name="connsiteX33-4219" fmla="*/ 750 w 10000"/>
              <a:gd name="connsiteY33-4220" fmla="*/ 8152 h 10000"/>
              <a:gd name="connsiteX34-4221" fmla="*/ 500 w 10000"/>
              <a:gd name="connsiteY34-4222" fmla="*/ 8044 h 10000"/>
              <a:gd name="connsiteX35-4223" fmla="*/ 250 w 10000"/>
              <a:gd name="connsiteY35-4224" fmla="*/ 7934 h 10000"/>
              <a:gd name="connsiteX36-4225" fmla="*/ 250 w 10000"/>
              <a:gd name="connsiteY36-4226" fmla="*/ 7934 h 10000"/>
              <a:gd name="connsiteX37-4227" fmla="*/ 0 w 10000"/>
              <a:gd name="connsiteY37-4228" fmla="*/ 7804 h 10000"/>
              <a:gd name="connsiteX38-4229" fmla="*/ 0 w 10000"/>
              <a:gd name="connsiteY38-4230" fmla="*/ 7804 h 10000"/>
              <a:gd name="connsiteX39-4231" fmla="*/ 250 w 10000"/>
              <a:gd name="connsiteY39-4232" fmla="*/ 7804 h 10000"/>
              <a:gd name="connsiteX40-4233" fmla="*/ 250 w 10000"/>
              <a:gd name="connsiteY40-4234" fmla="*/ 7804 h 10000"/>
              <a:gd name="connsiteX41-4235" fmla="*/ 500 w 10000"/>
              <a:gd name="connsiteY41-4236" fmla="*/ 7804 h 10000"/>
              <a:gd name="connsiteX42-4237" fmla="*/ 750 w 10000"/>
              <a:gd name="connsiteY42-4238" fmla="*/ 7804 h 10000"/>
              <a:gd name="connsiteX43-4239" fmla="*/ 1050 w 10000"/>
              <a:gd name="connsiteY43-4240" fmla="*/ 7804 h 10000"/>
              <a:gd name="connsiteX44-4241" fmla="*/ 1300 w 10000"/>
              <a:gd name="connsiteY44-4242" fmla="*/ 7804 h 10000"/>
              <a:gd name="connsiteX45-4243" fmla="*/ 1800 w 10000"/>
              <a:gd name="connsiteY45-4244" fmla="*/ 7804 h 10000"/>
              <a:gd name="connsiteX46-4245" fmla="*/ 2350 w 10000"/>
              <a:gd name="connsiteY46-4246" fmla="*/ 7804 h 10000"/>
              <a:gd name="connsiteX47-4247" fmla="*/ 3400 w 10000"/>
              <a:gd name="connsiteY47-4248" fmla="*/ 7934 h 10000"/>
              <a:gd name="connsiteX48-4249" fmla="*/ 4200 w 10000"/>
              <a:gd name="connsiteY48-4250" fmla="*/ 7934 h 10000"/>
              <a:gd name="connsiteX49-4251" fmla="*/ 5000 w 10000"/>
              <a:gd name="connsiteY49-4252" fmla="*/ 7934 h 10000"/>
              <a:gd name="connsiteX50-4253" fmla="*/ 5500 w 10000"/>
              <a:gd name="connsiteY50-4254" fmla="*/ 7934 h 10000"/>
              <a:gd name="connsiteX51-4255" fmla="*/ 6050 w 10000"/>
              <a:gd name="connsiteY51-4256" fmla="*/ 7934 h 10000"/>
              <a:gd name="connsiteX52-4257" fmla="*/ 6300 w 10000"/>
              <a:gd name="connsiteY52-4258" fmla="*/ 7804 h 10000"/>
              <a:gd name="connsiteX53-4259" fmla="*/ 6550 w 10000"/>
              <a:gd name="connsiteY53-4260" fmla="*/ 7588 h 10000"/>
              <a:gd name="connsiteX54-4261" fmla="*/ 6850 w 10000"/>
              <a:gd name="connsiteY54-4262" fmla="*/ 7348 h 10000"/>
              <a:gd name="connsiteX55-4263" fmla="*/ 7100 w 10000"/>
              <a:gd name="connsiteY55-4264" fmla="*/ 7129 h 10000"/>
              <a:gd name="connsiteX56-4265" fmla="*/ 7100 w 10000"/>
              <a:gd name="connsiteY56-4266" fmla="*/ 6782 h 10000"/>
              <a:gd name="connsiteX57-4267" fmla="*/ 7100 w 10000"/>
              <a:gd name="connsiteY57-4268" fmla="*/ 6327 h 10000"/>
              <a:gd name="connsiteX58-4269" fmla="*/ 7100 w 10000"/>
              <a:gd name="connsiteY58-4270" fmla="*/ 5740 h 10000"/>
              <a:gd name="connsiteX59-4271" fmla="*/ 7100 w 10000"/>
              <a:gd name="connsiteY59-4272" fmla="*/ 5392 h 10000"/>
              <a:gd name="connsiteX60-4273" fmla="*/ 7100 w 10000"/>
              <a:gd name="connsiteY60-4274" fmla="*/ 5175 h 10000"/>
              <a:gd name="connsiteX61-4275" fmla="*/ 7100 w 10000"/>
              <a:gd name="connsiteY61-4276" fmla="*/ 4697 h 10000"/>
              <a:gd name="connsiteX62-4277" fmla="*/ 7100 w 10000"/>
              <a:gd name="connsiteY62-4278" fmla="*/ 4370 h 10000"/>
              <a:gd name="connsiteX63-4279" fmla="*/ 7100 w 10000"/>
              <a:gd name="connsiteY63-4280" fmla="*/ 4023 h 10000"/>
              <a:gd name="connsiteX64-4281" fmla="*/ 7100 w 10000"/>
              <a:gd name="connsiteY64-4282" fmla="*/ 3566 h 10000"/>
              <a:gd name="connsiteX65-4283" fmla="*/ 9750 w 10000"/>
              <a:gd name="connsiteY65-4284" fmla="*/ 0 h 10000"/>
              <a:gd name="connsiteX66-4285" fmla="*/ 9750 w 10000"/>
              <a:gd name="connsiteY66-4286" fmla="*/ 0 h 10000"/>
              <a:gd name="connsiteX67-4287" fmla="*/ 9450 w 10000"/>
              <a:gd name="connsiteY67-4288" fmla="*/ 110 h 10000"/>
              <a:gd name="connsiteX68-4289" fmla="*/ 9450 w 10000"/>
              <a:gd name="connsiteY68-4290" fmla="*/ 457 h 10000"/>
              <a:gd name="connsiteX69-4291" fmla="*/ 9200 w 10000"/>
              <a:gd name="connsiteY69-4292" fmla="*/ 674 h 10000"/>
              <a:gd name="connsiteX70-4293" fmla="*/ 9200 w 10000"/>
              <a:gd name="connsiteY70-4294" fmla="*/ 1022 h 10000"/>
              <a:gd name="connsiteX71-4295" fmla="*/ 9200 w 10000"/>
              <a:gd name="connsiteY71-4296" fmla="*/ 1370 h 10000"/>
              <a:gd name="connsiteX72-4297" fmla="*/ 9450 w 10000"/>
              <a:gd name="connsiteY72-4298" fmla="*/ 1828 h 10000"/>
              <a:gd name="connsiteX73-4299" fmla="*/ 9450 w 10000"/>
              <a:gd name="connsiteY73-4300" fmla="*/ 1828 h 10000"/>
              <a:gd name="connsiteX0-4301" fmla="*/ 9450 w 10000"/>
              <a:gd name="connsiteY0-4302" fmla="*/ 1828 h 10000"/>
              <a:gd name="connsiteX1-4303" fmla="*/ 9450 w 10000"/>
              <a:gd name="connsiteY1-4304" fmla="*/ 2067 h 10000"/>
              <a:gd name="connsiteX2-4305" fmla="*/ 9450 w 10000"/>
              <a:gd name="connsiteY2-4306" fmla="*/ 2414 h 10000"/>
              <a:gd name="connsiteX3-4307" fmla="*/ 9450 w 10000"/>
              <a:gd name="connsiteY3-4308" fmla="*/ 2869 h 10000"/>
              <a:gd name="connsiteX4-4309" fmla="*/ 9750 w 10000"/>
              <a:gd name="connsiteY4-4310" fmla="*/ 3327 h 10000"/>
              <a:gd name="connsiteX5-4311" fmla="*/ 9750 w 10000"/>
              <a:gd name="connsiteY5-4312" fmla="*/ 3783 h 10000"/>
              <a:gd name="connsiteX6-4313" fmla="*/ 9750 w 10000"/>
              <a:gd name="connsiteY6-4314" fmla="*/ 4479 h 10000"/>
              <a:gd name="connsiteX7-4315" fmla="*/ 9750 w 10000"/>
              <a:gd name="connsiteY7-4316" fmla="*/ 5044 h 10000"/>
              <a:gd name="connsiteX8-4317" fmla="*/ 9750 w 10000"/>
              <a:gd name="connsiteY8-4318" fmla="*/ 5848 h 10000"/>
              <a:gd name="connsiteX9-4319" fmla="*/ 10000 w 10000"/>
              <a:gd name="connsiteY9-4320" fmla="*/ 6543 h 10000"/>
              <a:gd name="connsiteX10-4321" fmla="*/ 10000 w 10000"/>
              <a:gd name="connsiteY10-4322" fmla="*/ 7129 h 10000"/>
              <a:gd name="connsiteX11-4323" fmla="*/ 9750 w 10000"/>
              <a:gd name="connsiteY11-4324" fmla="*/ 7696 h 10000"/>
              <a:gd name="connsiteX12-4325" fmla="*/ 9750 w 10000"/>
              <a:gd name="connsiteY12-4326" fmla="*/ 8152 h 10000"/>
              <a:gd name="connsiteX13-4327" fmla="*/ 9450 w 10000"/>
              <a:gd name="connsiteY13-4328" fmla="*/ 8609 h 10000"/>
              <a:gd name="connsiteX14-4329" fmla="*/ 9200 w 10000"/>
              <a:gd name="connsiteY14-4330" fmla="*/ 8957 h 10000"/>
              <a:gd name="connsiteX15-4331" fmla="*/ 9200 w 10000"/>
              <a:gd name="connsiteY15-4332" fmla="*/ 9196 h 10000"/>
              <a:gd name="connsiteX16-4333" fmla="*/ 8700 w 10000"/>
              <a:gd name="connsiteY16-4334" fmla="*/ 9412 h 10000"/>
              <a:gd name="connsiteX17-4335" fmla="*/ 8150 w 10000"/>
              <a:gd name="connsiteY17-4336" fmla="*/ 9654 h 10000"/>
              <a:gd name="connsiteX18-4337" fmla="*/ 7350 w 10000"/>
              <a:gd name="connsiteY18-4338" fmla="*/ 9869 h 10000"/>
              <a:gd name="connsiteX19-4339" fmla="*/ 7100 w 10000"/>
              <a:gd name="connsiteY19-4340" fmla="*/ 10000 h 10000"/>
              <a:gd name="connsiteX20-4341" fmla="*/ 6550 w 10000"/>
              <a:gd name="connsiteY20-4342" fmla="*/ 10000 h 10000"/>
              <a:gd name="connsiteX21-4343" fmla="*/ 6300 w 10000"/>
              <a:gd name="connsiteY21-4344" fmla="*/ 10000 h 10000"/>
              <a:gd name="connsiteX22-4345" fmla="*/ 6050 w 10000"/>
              <a:gd name="connsiteY22-4346" fmla="*/ 9869 h 10000"/>
              <a:gd name="connsiteX23-4347" fmla="*/ 5500 w 10000"/>
              <a:gd name="connsiteY23-4348" fmla="*/ 9761 h 10000"/>
              <a:gd name="connsiteX24-4349" fmla="*/ 5250 w 10000"/>
              <a:gd name="connsiteY24-4350" fmla="*/ 9544 h 10000"/>
              <a:gd name="connsiteX25-4351" fmla="*/ 4700 w 10000"/>
              <a:gd name="connsiteY25-4352" fmla="*/ 9196 h 10000"/>
              <a:gd name="connsiteX26-4353" fmla="*/ 3950 w 10000"/>
              <a:gd name="connsiteY26-4354" fmla="*/ 8957 h 10000"/>
              <a:gd name="connsiteX27-4355" fmla="*/ 3650 w 10000"/>
              <a:gd name="connsiteY27-4356" fmla="*/ 8848 h 10000"/>
              <a:gd name="connsiteX28-4357" fmla="*/ 3150 w 10000"/>
              <a:gd name="connsiteY28-4358" fmla="*/ 8739 h 10000"/>
              <a:gd name="connsiteX29-4359" fmla="*/ 2600 w 10000"/>
              <a:gd name="connsiteY29-4360" fmla="*/ 8609 h 10000"/>
              <a:gd name="connsiteX30-4361" fmla="*/ 2100 w 10000"/>
              <a:gd name="connsiteY30-4362" fmla="*/ 8392 h 10000"/>
              <a:gd name="connsiteX31-4363" fmla="*/ 1550 w 10000"/>
              <a:gd name="connsiteY31-4364" fmla="*/ 8262 h 10000"/>
              <a:gd name="connsiteX32-4365" fmla="*/ 1300 w 10000"/>
              <a:gd name="connsiteY32-4366" fmla="*/ 8152 h 10000"/>
              <a:gd name="connsiteX33-4367" fmla="*/ 750 w 10000"/>
              <a:gd name="connsiteY33-4368" fmla="*/ 8152 h 10000"/>
              <a:gd name="connsiteX34-4369" fmla="*/ 500 w 10000"/>
              <a:gd name="connsiteY34-4370" fmla="*/ 8044 h 10000"/>
              <a:gd name="connsiteX35-4371" fmla="*/ 250 w 10000"/>
              <a:gd name="connsiteY35-4372" fmla="*/ 7934 h 10000"/>
              <a:gd name="connsiteX36-4373" fmla="*/ 250 w 10000"/>
              <a:gd name="connsiteY36-4374" fmla="*/ 7934 h 10000"/>
              <a:gd name="connsiteX37-4375" fmla="*/ 0 w 10000"/>
              <a:gd name="connsiteY37-4376" fmla="*/ 7804 h 10000"/>
              <a:gd name="connsiteX38-4377" fmla="*/ 0 w 10000"/>
              <a:gd name="connsiteY38-4378" fmla="*/ 7804 h 10000"/>
              <a:gd name="connsiteX39-4379" fmla="*/ 250 w 10000"/>
              <a:gd name="connsiteY39-4380" fmla="*/ 7804 h 10000"/>
              <a:gd name="connsiteX40-4381" fmla="*/ 250 w 10000"/>
              <a:gd name="connsiteY40-4382" fmla="*/ 7804 h 10000"/>
              <a:gd name="connsiteX41-4383" fmla="*/ 500 w 10000"/>
              <a:gd name="connsiteY41-4384" fmla="*/ 7804 h 10000"/>
              <a:gd name="connsiteX42-4385" fmla="*/ 750 w 10000"/>
              <a:gd name="connsiteY42-4386" fmla="*/ 7804 h 10000"/>
              <a:gd name="connsiteX43-4387" fmla="*/ 1050 w 10000"/>
              <a:gd name="connsiteY43-4388" fmla="*/ 7804 h 10000"/>
              <a:gd name="connsiteX44-4389" fmla="*/ 1300 w 10000"/>
              <a:gd name="connsiteY44-4390" fmla="*/ 7804 h 10000"/>
              <a:gd name="connsiteX45-4391" fmla="*/ 1800 w 10000"/>
              <a:gd name="connsiteY45-4392" fmla="*/ 7804 h 10000"/>
              <a:gd name="connsiteX46-4393" fmla="*/ 2350 w 10000"/>
              <a:gd name="connsiteY46-4394" fmla="*/ 7804 h 10000"/>
              <a:gd name="connsiteX47-4395" fmla="*/ 3400 w 10000"/>
              <a:gd name="connsiteY47-4396" fmla="*/ 7934 h 10000"/>
              <a:gd name="connsiteX48-4397" fmla="*/ 4200 w 10000"/>
              <a:gd name="connsiteY48-4398" fmla="*/ 7934 h 10000"/>
              <a:gd name="connsiteX49-4399" fmla="*/ 5000 w 10000"/>
              <a:gd name="connsiteY49-4400" fmla="*/ 7934 h 10000"/>
              <a:gd name="connsiteX50-4401" fmla="*/ 5500 w 10000"/>
              <a:gd name="connsiteY50-4402" fmla="*/ 7934 h 10000"/>
              <a:gd name="connsiteX51-4403" fmla="*/ 6050 w 10000"/>
              <a:gd name="connsiteY51-4404" fmla="*/ 7934 h 10000"/>
              <a:gd name="connsiteX52-4405" fmla="*/ 6300 w 10000"/>
              <a:gd name="connsiteY52-4406" fmla="*/ 7804 h 10000"/>
              <a:gd name="connsiteX53-4407" fmla="*/ 6550 w 10000"/>
              <a:gd name="connsiteY53-4408" fmla="*/ 7588 h 10000"/>
              <a:gd name="connsiteX54-4409" fmla="*/ 6850 w 10000"/>
              <a:gd name="connsiteY54-4410" fmla="*/ 7348 h 10000"/>
              <a:gd name="connsiteX55-4411" fmla="*/ 7100 w 10000"/>
              <a:gd name="connsiteY55-4412" fmla="*/ 7129 h 10000"/>
              <a:gd name="connsiteX56-4413" fmla="*/ 7100 w 10000"/>
              <a:gd name="connsiteY56-4414" fmla="*/ 6782 h 10000"/>
              <a:gd name="connsiteX57-4415" fmla="*/ 7100 w 10000"/>
              <a:gd name="connsiteY57-4416" fmla="*/ 6327 h 10000"/>
              <a:gd name="connsiteX58-4417" fmla="*/ 7100 w 10000"/>
              <a:gd name="connsiteY58-4418" fmla="*/ 5740 h 10000"/>
              <a:gd name="connsiteX59-4419" fmla="*/ 7100 w 10000"/>
              <a:gd name="connsiteY59-4420" fmla="*/ 5392 h 10000"/>
              <a:gd name="connsiteX60-4421" fmla="*/ 7100 w 10000"/>
              <a:gd name="connsiteY60-4422" fmla="*/ 5175 h 10000"/>
              <a:gd name="connsiteX61-4423" fmla="*/ 7100 w 10000"/>
              <a:gd name="connsiteY61-4424" fmla="*/ 4697 h 10000"/>
              <a:gd name="connsiteX62-4425" fmla="*/ 7100 w 10000"/>
              <a:gd name="connsiteY62-4426" fmla="*/ 4370 h 10000"/>
              <a:gd name="connsiteX63-4427" fmla="*/ 7100 w 10000"/>
              <a:gd name="connsiteY63-4428" fmla="*/ 4023 h 10000"/>
              <a:gd name="connsiteX64-4429" fmla="*/ 7100 w 10000"/>
              <a:gd name="connsiteY64-4430" fmla="*/ 3566 h 10000"/>
              <a:gd name="connsiteX65-4431" fmla="*/ 9750 w 10000"/>
              <a:gd name="connsiteY65-4432" fmla="*/ 0 h 10000"/>
              <a:gd name="connsiteX66-4433" fmla="*/ 9750 w 10000"/>
              <a:gd name="connsiteY66-4434" fmla="*/ 0 h 10000"/>
              <a:gd name="connsiteX67-4435" fmla="*/ 9450 w 10000"/>
              <a:gd name="connsiteY67-4436" fmla="*/ 457 h 10000"/>
              <a:gd name="connsiteX68-4437" fmla="*/ 9200 w 10000"/>
              <a:gd name="connsiteY68-4438" fmla="*/ 674 h 10000"/>
              <a:gd name="connsiteX69-4439" fmla="*/ 9200 w 10000"/>
              <a:gd name="connsiteY69-4440" fmla="*/ 1022 h 10000"/>
              <a:gd name="connsiteX70-4441" fmla="*/ 9200 w 10000"/>
              <a:gd name="connsiteY70-4442" fmla="*/ 1370 h 10000"/>
              <a:gd name="connsiteX71-4443" fmla="*/ 9450 w 10000"/>
              <a:gd name="connsiteY71-4444" fmla="*/ 1828 h 10000"/>
              <a:gd name="connsiteX72-4445" fmla="*/ 9450 w 10000"/>
              <a:gd name="connsiteY72-4446" fmla="*/ 1828 h 10000"/>
              <a:gd name="connsiteX0-4447" fmla="*/ 9450 w 10000"/>
              <a:gd name="connsiteY0-4448" fmla="*/ 1828 h 10000"/>
              <a:gd name="connsiteX1-4449" fmla="*/ 9450 w 10000"/>
              <a:gd name="connsiteY1-4450" fmla="*/ 2067 h 10000"/>
              <a:gd name="connsiteX2-4451" fmla="*/ 9450 w 10000"/>
              <a:gd name="connsiteY2-4452" fmla="*/ 2414 h 10000"/>
              <a:gd name="connsiteX3-4453" fmla="*/ 9450 w 10000"/>
              <a:gd name="connsiteY3-4454" fmla="*/ 2869 h 10000"/>
              <a:gd name="connsiteX4-4455" fmla="*/ 9750 w 10000"/>
              <a:gd name="connsiteY4-4456" fmla="*/ 3327 h 10000"/>
              <a:gd name="connsiteX5-4457" fmla="*/ 9750 w 10000"/>
              <a:gd name="connsiteY5-4458" fmla="*/ 3783 h 10000"/>
              <a:gd name="connsiteX6-4459" fmla="*/ 9750 w 10000"/>
              <a:gd name="connsiteY6-4460" fmla="*/ 4479 h 10000"/>
              <a:gd name="connsiteX7-4461" fmla="*/ 9750 w 10000"/>
              <a:gd name="connsiteY7-4462" fmla="*/ 5044 h 10000"/>
              <a:gd name="connsiteX8-4463" fmla="*/ 9750 w 10000"/>
              <a:gd name="connsiteY8-4464" fmla="*/ 5848 h 10000"/>
              <a:gd name="connsiteX9-4465" fmla="*/ 10000 w 10000"/>
              <a:gd name="connsiteY9-4466" fmla="*/ 6543 h 10000"/>
              <a:gd name="connsiteX10-4467" fmla="*/ 10000 w 10000"/>
              <a:gd name="connsiteY10-4468" fmla="*/ 7129 h 10000"/>
              <a:gd name="connsiteX11-4469" fmla="*/ 9750 w 10000"/>
              <a:gd name="connsiteY11-4470" fmla="*/ 7696 h 10000"/>
              <a:gd name="connsiteX12-4471" fmla="*/ 9750 w 10000"/>
              <a:gd name="connsiteY12-4472" fmla="*/ 8152 h 10000"/>
              <a:gd name="connsiteX13-4473" fmla="*/ 9450 w 10000"/>
              <a:gd name="connsiteY13-4474" fmla="*/ 8609 h 10000"/>
              <a:gd name="connsiteX14-4475" fmla="*/ 9200 w 10000"/>
              <a:gd name="connsiteY14-4476" fmla="*/ 8957 h 10000"/>
              <a:gd name="connsiteX15-4477" fmla="*/ 9200 w 10000"/>
              <a:gd name="connsiteY15-4478" fmla="*/ 9196 h 10000"/>
              <a:gd name="connsiteX16-4479" fmla="*/ 8700 w 10000"/>
              <a:gd name="connsiteY16-4480" fmla="*/ 9412 h 10000"/>
              <a:gd name="connsiteX17-4481" fmla="*/ 8150 w 10000"/>
              <a:gd name="connsiteY17-4482" fmla="*/ 9654 h 10000"/>
              <a:gd name="connsiteX18-4483" fmla="*/ 7350 w 10000"/>
              <a:gd name="connsiteY18-4484" fmla="*/ 9869 h 10000"/>
              <a:gd name="connsiteX19-4485" fmla="*/ 7100 w 10000"/>
              <a:gd name="connsiteY19-4486" fmla="*/ 10000 h 10000"/>
              <a:gd name="connsiteX20-4487" fmla="*/ 6550 w 10000"/>
              <a:gd name="connsiteY20-4488" fmla="*/ 10000 h 10000"/>
              <a:gd name="connsiteX21-4489" fmla="*/ 6300 w 10000"/>
              <a:gd name="connsiteY21-4490" fmla="*/ 10000 h 10000"/>
              <a:gd name="connsiteX22-4491" fmla="*/ 6050 w 10000"/>
              <a:gd name="connsiteY22-4492" fmla="*/ 9869 h 10000"/>
              <a:gd name="connsiteX23-4493" fmla="*/ 5500 w 10000"/>
              <a:gd name="connsiteY23-4494" fmla="*/ 9761 h 10000"/>
              <a:gd name="connsiteX24-4495" fmla="*/ 5250 w 10000"/>
              <a:gd name="connsiteY24-4496" fmla="*/ 9544 h 10000"/>
              <a:gd name="connsiteX25-4497" fmla="*/ 4700 w 10000"/>
              <a:gd name="connsiteY25-4498" fmla="*/ 9196 h 10000"/>
              <a:gd name="connsiteX26-4499" fmla="*/ 3950 w 10000"/>
              <a:gd name="connsiteY26-4500" fmla="*/ 8957 h 10000"/>
              <a:gd name="connsiteX27-4501" fmla="*/ 3650 w 10000"/>
              <a:gd name="connsiteY27-4502" fmla="*/ 8848 h 10000"/>
              <a:gd name="connsiteX28-4503" fmla="*/ 3150 w 10000"/>
              <a:gd name="connsiteY28-4504" fmla="*/ 8739 h 10000"/>
              <a:gd name="connsiteX29-4505" fmla="*/ 2600 w 10000"/>
              <a:gd name="connsiteY29-4506" fmla="*/ 8609 h 10000"/>
              <a:gd name="connsiteX30-4507" fmla="*/ 2100 w 10000"/>
              <a:gd name="connsiteY30-4508" fmla="*/ 8392 h 10000"/>
              <a:gd name="connsiteX31-4509" fmla="*/ 1550 w 10000"/>
              <a:gd name="connsiteY31-4510" fmla="*/ 8262 h 10000"/>
              <a:gd name="connsiteX32-4511" fmla="*/ 1300 w 10000"/>
              <a:gd name="connsiteY32-4512" fmla="*/ 8152 h 10000"/>
              <a:gd name="connsiteX33-4513" fmla="*/ 750 w 10000"/>
              <a:gd name="connsiteY33-4514" fmla="*/ 8152 h 10000"/>
              <a:gd name="connsiteX34-4515" fmla="*/ 500 w 10000"/>
              <a:gd name="connsiteY34-4516" fmla="*/ 8044 h 10000"/>
              <a:gd name="connsiteX35-4517" fmla="*/ 250 w 10000"/>
              <a:gd name="connsiteY35-4518" fmla="*/ 7934 h 10000"/>
              <a:gd name="connsiteX36-4519" fmla="*/ 250 w 10000"/>
              <a:gd name="connsiteY36-4520" fmla="*/ 7934 h 10000"/>
              <a:gd name="connsiteX37-4521" fmla="*/ 0 w 10000"/>
              <a:gd name="connsiteY37-4522" fmla="*/ 7804 h 10000"/>
              <a:gd name="connsiteX38-4523" fmla="*/ 0 w 10000"/>
              <a:gd name="connsiteY38-4524" fmla="*/ 7804 h 10000"/>
              <a:gd name="connsiteX39-4525" fmla="*/ 250 w 10000"/>
              <a:gd name="connsiteY39-4526" fmla="*/ 7804 h 10000"/>
              <a:gd name="connsiteX40-4527" fmla="*/ 250 w 10000"/>
              <a:gd name="connsiteY40-4528" fmla="*/ 7804 h 10000"/>
              <a:gd name="connsiteX41-4529" fmla="*/ 500 w 10000"/>
              <a:gd name="connsiteY41-4530" fmla="*/ 7804 h 10000"/>
              <a:gd name="connsiteX42-4531" fmla="*/ 750 w 10000"/>
              <a:gd name="connsiteY42-4532" fmla="*/ 7804 h 10000"/>
              <a:gd name="connsiteX43-4533" fmla="*/ 1050 w 10000"/>
              <a:gd name="connsiteY43-4534" fmla="*/ 7804 h 10000"/>
              <a:gd name="connsiteX44-4535" fmla="*/ 1300 w 10000"/>
              <a:gd name="connsiteY44-4536" fmla="*/ 7804 h 10000"/>
              <a:gd name="connsiteX45-4537" fmla="*/ 1800 w 10000"/>
              <a:gd name="connsiteY45-4538" fmla="*/ 7804 h 10000"/>
              <a:gd name="connsiteX46-4539" fmla="*/ 2350 w 10000"/>
              <a:gd name="connsiteY46-4540" fmla="*/ 7804 h 10000"/>
              <a:gd name="connsiteX47-4541" fmla="*/ 3400 w 10000"/>
              <a:gd name="connsiteY47-4542" fmla="*/ 7934 h 10000"/>
              <a:gd name="connsiteX48-4543" fmla="*/ 4200 w 10000"/>
              <a:gd name="connsiteY48-4544" fmla="*/ 7934 h 10000"/>
              <a:gd name="connsiteX49-4545" fmla="*/ 5000 w 10000"/>
              <a:gd name="connsiteY49-4546" fmla="*/ 7934 h 10000"/>
              <a:gd name="connsiteX50-4547" fmla="*/ 5500 w 10000"/>
              <a:gd name="connsiteY50-4548" fmla="*/ 7934 h 10000"/>
              <a:gd name="connsiteX51-4549" fmla="*/ 6050 w 10000"/>
              <a:gd name="connsiteY51-4550" fmla="*/ 7934 h 10000"/>
              <a:gd name="connsiteX52-4551" fmla="*/ 6300 w 10000"/>
              <a:gd name="connsiteY52-4552" fmla="*/ 7804 h 10000"/>
              <a:gd name="connsiteX53-4553" fmla="*/ 6550 w 10000"/>
              <a:gd name="connsiteY53-4554" fmla="*/ 7588 h 10000"/>
              <a:gd name="connsiteX54-4555" fmla="*/ 6850 w 10000"/>
              <a:gd name="connsiteY54-4556" fmla="*/ 7348 h 10000"/>
              <a:gd name="connsiteX55-4557" fmla="*/ 7100 w 10000"/>
              <a:gd name="connsiteY55-4558" fmla="*/ 7129 h 10000"/>
              <a:gd name="connsiteX56-4559" fmla="*/ 7100 w 10000"/>
              <a:gd name="connsiteY56-4560" fmla="*/ 6782 h 10000"/>
              <a:gd name="connsiteX57-4561" fmla="*/ 7100 w 10000"/>
              <a:gd name="connsiteY57-4562" fmla="*/ 6327 h 10000"/>
              <a:gd name="connsiteX58-4563" fmla="*/ 7100 w 10000"/>
              <a:gd name="connsiteY58-4564" fmla="*/ 5740 h 10000"/>
              <a:gd name="connsiteX59-4565" fmla="*/ 7100 w 10000"/>
              <a:gd name="connsiteY59-4566" fmla="*/ 5392 h 10000"/>
              <a:gd name="connsiteX60-4567" fmla="*/ 7100 w 10000"/>
              <a:gd name="connsiteY60-4568" fmla="*/ 5175 h 10000"/>
              <a:gd name="connsiteX61-4569" fmla="*/ 7100 w 10000"/>
              <a:gd name="connsiteY61-4570" fmla="*/ 4697 h 10000"/>
              <a:gd name="connsiteX62-4571" fmla="*/ 7100 w 10000"/>
              <a:gd name="connsiteY62-4572" fmla="*/ 4370 h 10000"/>
              <a:gd name="connsiteX63-4573" fmla="*/ 7100 w 10000"/>
              <a:gd name="connsiteY63-4574" fmla="*/ 4023 h 10000"/>
              <a:gd name="connsiteX64-4575" fmla="*/ 7100 w 10000"/>
              <a:gd name="connsiteY64-4576" fmla="*/ 3566 h 10000"/>
              <a:gd name="connsiteX65-4577" fmla="*/ 9750 w 10000"/>
              <a:gd name="connsiteY65-4578" fmla="*/ 0 h 10000"/>
              <a:gd name="connsiteX66-4579" fmla="*/ 9750 w 10000"/>
              <a:gd name="connsiteY66-4580" fmla="*/ 0 h 10000"/>
              <a:gd name="connsiteX67-4581" fmla="*/ 9200 w 10000"/>
              <a:gd name="connsiteY67-4582" fmla="*/ 674 h 10000"/>
              <a:gd name="connsiteX68-4583" fmla="*/ 9200 w 10000"/>
              <a:gd name="connsiteY68-4584" fmla="*/ 1022 h 10000"/>
              <a:gd name="connsiteX69-4585" fmla="*/ 9200 w 10000"/>
              <a:gd name="connsiteY69-4586" fmla="*/ 1370 h 10000"/>
              <a:gd name="connsiteX70-4587" fmla="*/ 9450 w 10000"/>
              <a:gd name="connsiteY70-4588" fmla="*/ 1828 h 10000"/>
              <a:gd name="connsiteX71-4589" fmla="*/ 9450 w 10000"/>
              <a:gd name="connsiteY71-4590" fmla="*/ 1828 h 10000"/>
              <a:gd name="connsiteX0-4591" fmla="*/ 9450 w 10000"/>
              <a:gd name="connsiteY0-4592" fmla="*/ 1828 h 10000"/>
              <a:gd name="connsiteX1-4593" fmla="*/ 9450 w 10000"/>
              <a:gd name="connsiteY1-4594" fmla="*/ 2067 h 10000"/>
              <a:gd name="connsiteX2-4595" fmla="*/ 9450 w 10000"/>
              <a:gd name="connsiteY2-4596" fmla="*/ 2414 h 10000"/>
              <a:gd name="connsiteX3-4597" fmla="*/ 9450 w 10000"/>
              <a:gd name="connsiteY3-4598" fmla="*/ 2869 h 10000"/>
              <a:gd name="connsiteX4-4599" fmla="*/ 9750 w 10000"/>
              <a:gd name="connsiteY4-4600" fmla="*/ 3327 h 10000"/>
              <a:gd name="connsiteX5-4601" fmla="*/ 9750 w 10000"/>
              <a:gd name="connsiteY5-4602" fmla="*/ 3783 h 10000"/>
              <a:gd name="connsiteX6-4603" fmla="*/ 9750 w 10000"/>
              <a:gd name="connsiteY6-4604" fmla="*/ 4479 h 10000"/>
              <a:gd name="connsiteX7-4605" fmla="*/ 9750 w 10000"/>
              <a:gd name="connsiteY7-4606" fmla="*/ 5044 h 10000"/>
              <a:gd name="connsiteX8-4607" fmla="*/ 9750 w 10000"/>
              <a:gd name="connsiteY8-4608" fmla="*/ 5848 h 10000"/>
              <a:gd name="connsiteX9-4609" fmla="*/ 10000 w 10000"/>
              <a:gd name="connsiteY9-4610" fmla="*/ 6543 h 10000"/>
              <a:gd name="connsiteX10-4611" fmla="*/ 10000 w 10000"/>
              <a:gd name="connsiteY10-4612" fmla="*/ 7129 h 10000"/>
              <a:gd name="connsiteX11-4613" fmla="*/ 9750 w 10000"/>
              <a:gd name="connsiteY11-4614" fmla="*/ 7696 h 10000"/>
              <a:gd name="connsiteX12-4615" fmla="*/ 9750 w 10000"/>
              <a:gd name="connsiteY12-4616" fmla="*/ 8152 h 10000"/>
              <a:gd name="connsiteX13-4617" fmla="*/ 9450 w 10000"/>
              <a:gd name="connsiteY13-4618" fmla="*/ 8609 h 10000"/>
              <a:gd name="connsiteX14-4619" fmla="*/ 9200 w 10000"/>
              <a:gd name="connsiteY14-4620" fmla="*/ 8957 h 10000"/>
              <a:gd name="connsiteX15-4621" fmla="*/ 9200 w 10000"/>
              <a:gd name="connsiteY15-4622" fmla="*/ 9196 h 10000"/>
              <a:gd name="connsiteX16-4623" fmla="*/ 8700 w 10000"/>
              <a:gd name="connsiteY16-4624" fmla="*/ 9412 h 10000"/>
              <a:gd name="connsiteX17-4625" fmla="*/ 8150 w 10000"/>
              <a:gd name="connsiteY17-4626" fmla="*/ 9654 h 10000"/>
              <a:gd name="connsiteX18-4627" fmla="*/ 7350 w 10000"/>
              <a:gd name="connsiteY18-4628" fmla="*/ 9869 h 10000"/>
              <a:gd name="connsiteX19-4629" fmla="*/ 7100 w 10000"/>
              <a:gd name="connsiteY19-4630" fmla="*/ 10000 h 10000"/>
              <a:gd name="connsiteX20-4631" fmla="*/ 6550 w 10000"/>
              <a:gd name="connsiteY20-4632" fmla="*/ 10000 h 10000"/>
              <a:gd name="connsiteX21-4633" fmla="*/ 6300 w 10000"/>
              <a:gd name="connsiteY21-4634" fmla="*/ 10000 h 10000"/>
              <a:gd name="connsiteX22-4635" fmla="*/ 6050 w 10000"/>
              <a:gd name="connsiteY22-4636" fmla="*/ 9869 h 10000"/>
              <a:gd name="connsiteX23-4637" fmla="*/ 5500 w 10000"/>
              <a:gd name="connsiteY23-4638" fmla="*/ 9761 h 10000"/>
              <a:gd name="connsiteX24-4639" fmla="*/ 5250 w 10000"/>
              <a:gd name="connsiteY24-4640" fmla="*/ 9544 h 10000"/>
              <a:gd name="connsiteX25-4641" fmla="*/ 4700 w 10000"/>
              <a:gd name="connsiteY25-4642" fmla="*/ 9196 h 10000"/>
              <a:gd name="connsiteX26-4643" fmla="*/ 3950 w 10000"/>
              <a:gd name="connsiteY26-4644" fmla="*/ 8957 h 10000"/>
              <a:gd name="connsiteX27-4645" fmla="*/ 3650 w 10000"/>
              <a:gd name="connsiteY27-4646" fmla="*/ 8848 h 10000"/>
              <a:gd name="connsiteX28-4647" fmla="*/ 3150 w 10000"/>
              <a:gd name="connsiteY28-4648" fmla="*/ 8739 h 10000"/>
              <a:gd name="connsiteX29-4649" fmla="*/ 2600 w 10000"/>
              <a:gd name="connsiteY29-4650" fmla="*/ 8609 h 10000"/>
              <a:gd name="connsiteX30-4651" fmla="*/ 2100 w 10000"/>
              <a:gd name="connsiteY30-4652" fmla="*/ 8392 h 10000"/>
              <a:gd name="connsiteX31-4653" fmla="*/ 1550 w 10000"/>
              <a:gd name="connsiteY31-4654" fmla="*/ 8262 h 10000"/>
              <a:gd name="connsiteX32-4655" fmla="*/ 1300 w 10000"/>
              <a:gd name="connsiteY32-4656" fmla="*/ 8152 h 10000"/>
              <a:gd name="connsiteX33-4657" fmla="*/ 750 w 10000"/>
              <a:gd name="connsiteY33-4658" fmla="*/ 8152 h 10000"/>
              <a:gd name="connsiteX34-4659" fmla="*/ 500 w 10000"/>
              <a:gd name="connsiteY34-4660" fmla="*/ 8044 h 10000"/>
              <a:gd name="connsiteX35-4661" fmla="*/ 250 w 10000"/>
              <a:gd name="connsiteY35-4662" fmla="*/ 7934 h 10000"/>
              <a:gd name="connsiteX36-4663" fmla="*/ 250 w 10000"/>
              <a:gd name="connsiteY36-4664" fmla="*/ 7934 h 10000"/>
              <a:gd name="connsiteX37-4665" fmla="*/ 0 w 10000"/>
              <a:gd name="connsiteY37-4666" fmla="*/ 7804 h 10000"/>
              <a:gd name="connsiteX38-4667" fmla="*/ 0 w 10000"/>
              <a:gd name="connsiteY38-4668" fmla="*/ 7804 h 10000"/>
              <a:gd name="connsiteX39-4669" fmla="*/ 250 w 10000"/>
              <a:gd name="connsiteY39-4670" fmla="*/ 7804 h 10000"/>
              <a:gd name="connsiteX40-4671" fmla="*/ 250 w 10000"/>
              <a:gd name="connsiteY40-4672" fmla="*/ 7804 h 10000"/>
              <a:gd name="connsiteX41-4673" fmla="*/ 500 w 10000"/>
              <a:gd name="connsiteY41-4674" fmla="*/ 7804 h 10000"/>
              <a:gd name="connsiteX42-4675" fmla="*/ 750 w 10000"/>
              <a:gd name="connsiteY42-4676" fmla="*/ 7804 h 10000"/>
              <a:gd name="connsiteX43-4677" fmla="*/ 1050 w 10000"/>
              <a:gd name="connsiteY43-4678" fmla="*/ 7804 h 10000"/>
              <a:gd name="connsiteX44-4679" fmla="*/ 1300 w 10000"/>
              <a:gd name="connsiteY44-4680" fmla="*/ 7804 h 10000"/>
              <a:gd name="connsiteX45-4681" fmla="*/ 1800 w 10000"/>
              <a:gd name="connsiteY45-4682" fmla="*/ 7804 h 10000"/>
              <a:gd name="connsiteX46-4683" fmla="*/ 2350 w 10000"/>
              <a:gd name="connsiteY46-4684" fmla="*/ 7804 h 10000"/>
              <a:gd name="connsiteX47-4685" fmla="*/ 3400 w 10000"/>
              <a:gd name="connsiteY47-4686" fmla="*/ 7934 h 10000"/>
              <a:gd name="connsiteX48-4687" fmla="*/ 4200 w 10000"/>
              <a:gd name="connsiteY48-4688" fmla="*/ 7934 h 10000"/>
              <a:gd name="connsiteX49-4689" fmla="*/ 5000 w 10000"/>
              <a:gd name="connsiteY49-4690" fmla="*/ 7934 h 10000"/>
              <a:gd name="connsiteX50-4691" fmla="*/ 5500 w 10000"/>
              <a:gd name="connsiteY50-4692" fmla="*/ 7934 h 10000"/>
              <a:gd name="connsiteX51-4693" fmla="*/ 6050 w 10000"/>
              <a:gd name="connsiteY51-4694" fmla="*/ 7934 h 10000"/>
              <a:gd name="connsiteX52-4695" fmla="*/ 6300 w 10000"/>
              <a:gd name="connsiteY52-4696" fmla="*/ 7804 h 10000"/>
              <a:gd name="connsiteX53-4697" fmla="*/ 6550 w 10000"/>
              <a:gd name="connsiteY53-4698" fmla="*/ 7588 h 10000"/>
              <a:gd name="connsiteX54-4699" fmla="*/ 6850 w 10000"/>
              <a:gd name="connsiteY54-4700" fmla="*/ 7348 h 10000"/>
              <a:gd name="connsiteX55-4701" fmla="*/ 7100 w 10000"/>
              <a:gd name="connsiteY55-4702" fmla="*/ 7129 h 10000"/>
              <a:gd name="connsiteX56-4703" fmla="*/ 7100 w 10000"/>
              <a:gd name="connsiteY56-4704" fmla="*/ 6782 h 10000"/>
              <a:gd name="connsiteX57-4705" fmla="*/ 7100 w 10000"/>
              <a:gd name="connsiteY57-4706" fmla="*/ 6327 h 10000"/>
              <a:gd name="connsiteX58-4707" fmla="*/ 7100 w 10000"/>
              <a:gd name="connsiteY58-4708" fmla="*/ 5740 h 10000"/>
              <a:gd name="connsiteX59-4709" fmla="*/ 7100 w 10000"/>
              <a:gd name="connsiteY59-4710" fmla="*/ 5392 h 10000"/>
              <a:gd name="connsiteX60-4711" fmla="*/ 7100 w 10000"/>
              <a:gd name="connsiteY60-4712" fmla="*/ 5175 h 10000"/>
              <a:gd name="connsiteX61-4713" fmla="*/ 7100 w 10000"/>
              <a:gd name="connsiteY61-4714" fmla="*/ 4697 h 10000"/>
              <a:gd name="connsiteX62-4715" fmla="*/ 7100 w 10000"/>
              <a:gd name="connsiteY62-4716" fmla="*/ 4370 h 10000"/>
              <a:gd name="connsiteX63-4717" fmla="*/ 7100 w 10000"/>
              <a:gd name="connsiteY63-4718" fmla="*/ 4023 h 10000"/>
              <a:gd name="connsiteX64-4719" fmla="*/ 7100 w 10000"/>
              <a:gd name="connsiteY64-4720" fmla="*/ 3566 h 10000"/>
              <a:gd name="connsiteX65-4721" fmla="*/ 9750 w 10000"/>
              <a:gd name="connsiteY65-4722" fmla="*/ 0 h 10000"/>
              <a:gd name="connsiteX66-4723" fmla="*/ 9200 w 10000"/>
              <a:gd name="connsiteY66-4724" fmla="*/ 674 h 10000"/>
              <a:gd name="connsiteX67-4725" fmla="*/ 9200 w 10000"/>
              <a:gd name="connsiteY67-4726" fmla="*/ 1022 h 10000"/>
              <a:gd name="connsiteX68-4727" fmla="*/ 9200 w 10000"/>
              <a:gd name="connsiteY68-4728" fmla="*/ 1370 h 10000"/>
              <a:gd name="connsiteX69-4729" fmla="*/ 9450 w 10000"/>
              <a:gd name="connsiteY69-4730" fmla="*/ 1828 h 10000"/>
              <a:gd name="connsiteX70-4731" fmla="*/ 9450 w 10000"/>
              <a:gd name="connsiteY70-4732" fmla="*/ 1828 h 10000"/>
              <a:gd name="connsiteX0-4733" fmla="*/ 9450 w 10000"/>
              <a:gd name="connsiteY0-4734" fmla="*/ 1828 h 10000"/>
              <a:gd name="connsiteX1-4735" fmla="*/ 9450 w 10000"/>
              <a:gd name="connsiteY1-4736" fmla="*/ 2067 h 10000"/>
              <a:gd name="connsiteX2-4737" fmla="*/ 9450 w 10000"/>
              <a:gd name="connsiteY2-4738" fmla="*/ 2414 h 10000"/>
              <a:gd name="connsiteX3-4739" fmla="*/ 9450 w 10000"/>
              <a:gd name="connsiteY3-4740" fmla="*/ 2869 h 10000"/>
              <a:gd name="connsiteX4-4741" fmla="*/ 9750 w 10000"/>
              <a:gd name="connsiteY4-4742" fmla="*/ 3327 h 10000"/>
              <a:gd name="connsiteX5-4743" fmla="*/ 9750 w 10000"/>
              <a:gd name="connsiteY5-4744" fmla="*/ 3783 h 10000"/>
              <a:gd name="connsiteX6-4745" fmla="*/ 9750 w 10000"/>
              <a:gd name="connsiteY6-4746" fmla="*/ 4479 h 10000"/>
              <a:gd name="connsiteX7-4747" fmla="*/ 9750 w 10000"/>
              <a:gd name="connsiteY7-4748" fmla="*/ 5044 h 10000"/>
              <a:gd name="connsiteX8-4749" fmla="*/ 9750 w 10000"/>
              <a:gd name="connsiteY8-4750" fmla="*/ 5848 h 10000"/>
              <a:gd name="connsiteX9-4751" fmla="*/ 10000 w 10000"/>
              <a:gd name="connsiteY9-4752" fmla="*/ 6543 h 10000"/>
              <a:gd name="connsiteX10-4753" fmla="*/ 10000 w 10000"/>
              <a:gd name="connsiteY10-4754" fmla="*/ 7129 h 10000"/>
              <a:gd name="connsiteX11-4755" fmla="*/ 9750 w 10000"/>
              <a:gd name="connsiteY11-4756" fmla="*/ 7696 h 10000"/>
              <a:gd name="connsiteX12-4757" fmla="*/ 9750 w 10000"/>
              <a:gd name="connsiteY12-4758" fmla="*/ 8152 h 10000"/>
              <a:gd name="connsiteX13-4759" fmla="*/ 9450 w 10000"/>
              <a:gd name="connsiteY13-4760" fmla="*/ 8609 h 10000"/>
              <a:gd name="connsiteX14-4761" fmla="*/ 9200 w 10000"/>
              <a:gd name="connsiteY14-4762" fmla="*/ 8957 h 10000"/>
              <a:gd name="connsiteX15-4763" fmla="*/ 9200 w 10000"/>
              <a:gd name="connsiteY15-4764" fmla="*/ 9196 h 10000"/>
              <a:gd name="connsiteX16-4765" fmla="*/ 8700 w 10000"/>
              <a:gd name="connsiteY16-4766" fmla="*/ 9412 h 10000"/>
              <a:gd name="connsiteX17-4767" fmla="*/ 8150 w 10000"/>
              <a:gd name="connsiteY17-4768" fmla="*/ 9654 h 10000"/>
              <a:gd name="connsiteX18-4769" fmla="*/ 7350 w 10000"/>
              <a:gd name="connsiteY18-4770" fmla="*/ 9869 h 10000"/>
              <a:gd name="connsiteX19-4771" fmla="*/ 7100 w 10000"/>
              <a:gd name="connsiteY19-4772" fmla="*/ 10000 h 10000"/>
              <a:gd name="connsiteX20-4773" fmla="*/ 6550 w 10000"/>
              <a:gd name="connsiteY20-4774" fmla="*/ 10000 h 10000"/>
              <a:gd name="connsiteX21-4775" fmla="*/ 6300 w 10000"/>
              <a:gd name="connsiteY21-4776" fmla="*/ 10000 h 10000"/>
              <a:gd name="connsiteX22-4777" fmla="*/ 6050 w 10000"/>
              <a:gd name="connsiteY22-4778" fmla="*/ 9869 h 10000"/>
              <a:gd name="connsiteX23-4779" fmla="*/ 5500 w 10000"/>
              <a:gd name="connsiteY23-4780" fmla="*/ 9761 h 10000"/>
              <a:gd name="connsiteX24-4781" fmla="*/ 5250 w 10000"/>
              <a:gd name="connsiteY24-4782" fmla="*/ 9544 h 10000"/>
              <a:gd name="connsiteX25-4783" fmla="*/ 4700 w 10000"/>
              <a:gd name="connsiteY25-4784" fmla="*/ 9196 h 10000"/>
              <a:gd name="connsiteX26-4785" fmla="*/ 3950 w 10000"/>
              <a:gd name="connsiteY26-4786" fmla="*/ 8957 h 10000"/>
              <a:gd name="connsiteX27-4787" fmla="*/ 3650 w 10000"/>
              <a:gd name="connsiteY27-4788" fmla="*/ 8848 h 10000"/>
              <a:gd name="connsiteX28-4789" fmla="*/ 3150 w 10000"/>
              <a:gd name="connsiteY28-4790" fmla="*/ 8739 h 10000"/>
              <a:gd name="connsiteX29-4791" fmla="*/ 2600 w 10000"/>
              <a:gd name="connsiteY29-4792" fmla="*/ 8609 h 10000"/>
              <a:gd name="connsiteX30-4793" fmla="*/ 2100 w 10000"/>
              <a:gd name="connsiteY30-4794" fmla="*/ 8392 h 10000"/>
              <a:gd name="connsiteX31-4795" fmla="*/ 1550 w 10000"/>
              <a:gd name="connsiteY31-4796" fmla="*/ 8262 h 10000"/>
              <a:gd name="connsiteX32-4797" fmla="*/ 1300 w 10000"/>
              <a:gd name="connsiteY32-4798" fmla="*/ 8152 h 10000"/>
              <a:gd name="connsiteX33-4799" fmla="*/ 750 w 10000"/>
              <a:gd name="connsiteY33-4800" fmla="*/ 8152 h 10000"/>
              <a:gd name="connsiteX34-4801" fmla="*/ 500 w 10000"/>
              <a:gd name="connsiteY34-4802" fmla="*/ 8044 h 10000"/>
              <a:gd name="connsiteX35-4803" fmla="*/ 250 w 10000"/>
              <a:gd name="connsiteY35-4804" fmla="*/ 7934 h 10000"/>
              <a:gd name="connsiteX36-4805" fmla="*/ 250 w 10000"/>
              <a:gd name="connsiteY36-4806" fmla="*/ 7934 h 10000"/>
              <a:gd name="connsiteX37-4807" fmla="*/ 0 w 10000"/>
              <a:gd name="connsiteY37-4808" fmla="*/ 7804 h 10000"/>
              <a:gd name="connsiteX38-4809" fmla="*/ 0 w 10000"/>
              <a:gd name="connsiteY38-4810" fmla="*/ 7804 h 10000"/>
              <a:gd name="connsiteX39-4811" fmla="*/ 250 w 10000"/>
              <a:gd name="connsiteY39-4812" fmla="*/ 7804 h 10000"/>
              <a:gd name="connsiteX40-4813" fmla="*/ 250 w 10000"/>
              <a:gd name="connsiteY40-4814" fmla="*/ 7804 h 10000"/>
              <a:gd name="connsiteX41-4815" fmla="*/ 500 w 10000"/>
              <a:gd name="connsiteY41-4816" fmla="*/ 7804 h 10000"/>
              <a:gd name="connsiteX42-4817" fmla="*/ 750 w 10000"/>
              <a:gd name="connsiteY42-4818" fmla="*/ 7804 h 10000"/>
              <a:gd name="connsiteX43-4819" fmla="*/ 1050 w 10000"/>
              <a:gd name="connsiteY43-4820" fmla="*/ 7804 h 10000"/>
              <a:gd name="connsiteX44-4821" fmla="*/ 1300 w 10000"/>
              <a:gd name="connsiteY44-4822" fmla="*/ 7804 h 10000"/>
              <a:gd name="connsiteX45-4823" fmla="*/ 1800 w 10000"/>
              <a:gd name="connsiteY45-4824" fmla="*/ 7804 h 10000"/>
              <a:gd name="connsiteX46-4825" fmla="*/ 2350 w 10000"/>
              <a:gd name="connsiteY46-4826" fmla="*/ 7804 h 10000"/>
              <a:gd name="connsiteX47-4827" fmla="*/ 3400 w 10000"/>
              <a:gd name="connsiteY47-4828" fmla="*/ 7934 h 10000"/>
              <a:gd name="connsiteX48-4829" fmla="*/ 4200 w 10000"/>
              <a:gd name="connsiteY48-4830" fmla="*/ 7934 h 10000"/>
              <a:gd name="connsiteX49-4831" fmla="*/ 5000 w 10000"/>
              <a:gd name="connsiteY49-4832" fmla="*/ 7934 h 10000"/>
              <a:gd name="connsiteX50-4833" fmla="*/ 5500 w 10000"/>
              <a:gd name="connsiteY50-4834" fmla="*/ 7934 h 10000"/>
              <a:gd name="connsiteX51-4835" fmla="*/ 6050 w 10000"/>
              <a:gd name="connsiteY51-4836" fmla="*/ 7934 h 10000"/>
              <a:gd name="connsiteX52-4837" fmla="*/ 6300 w 10000"/>
              <a:gd name="connsiteY52-4838" fmla="*/ 7804 h 10000"/>
              <a:gd name="connsiteX53-4839" fmla="*/ 6550 w 10000"/>
              <a:gd name="connsiteY53-4840" fmla="*/ 7588 h 10000"/>
              <a:gd name="connsiteX54-4841" fmla="*/ 6850 w 10000"/>
              <a:gd name="connsiteY54-4842" fmla="*/ 7348 h 10000"/>
              <a:gd name="connsiteX55-4843" fmla="*/ 7100 w 10000"/>
              <a:gd name="connsiteY55-4844" fmla="*/ 7129 h 10000"/>
              <a:gd name="connsiteX56-4845" fmla="*/ 7100 w 10000"/>
              <a:gd name="connsiteY56-4846" fmla="*/ 6782 h 10000"/>
              <a:gd name="connsiteX57-4847" fmla="*/ 7100 w 10000"/>
              <a:gd name="connsiteY57-4848" fmla="*/ 6327 h 10000"/>
              <a:gd name="connsiteX58-4849" fmla="*/ 7100 w 10000"/>
              <a:gd name="connsiteY58-4850" fmla="*/ 5740 h 10000"/>
              <a:gd name="connsiteX59-4851" fmla="*/ 7100 w 10000"/>
              <a:gd name="connsiteY59-4852" fmla="*/ 5392 h 10000"/>
              <a:gd name="connsiteX60-4853" fmla="*/ 7100 w 10000"/>
              <a:gd name="connsiteY60-4854" fmla="*/ 5175 h 10000"/>
              <a:gd name="connsiteX61-4855" fmla="*/ 7100 w 10000"/>
              <a:gd name="connsiteY61-4856" fmla="*/ 4697 h 10000"/>
              <a:gd name="connsiteX62-4857" fmla="*/ 7100 w 10000"/>
              <a:gd name="connsiteY62-4858" fmla="*/ 4370 h 10000"/>
              <a:gd name="connsiteX63-4859" fmla="*/ 7100 w 10000"/>
              <a:gd name="connsiteY63-4860" fmla="*/ 4023 h 10000"/>
              <a:gd name="connsiteX64-4861" fmla="*/ 7100 w 10000"/>
              <a:gd name="connsiteY64-4862" fmla="*/ 3566 h 10000"/>
              <a:gd name="connsiteX65-4863" fmla="*/ 9750 w 10000"/>
              <a:gd name="connsiteY65-4864" fmla="*/ 0 h 10000"/>
              <a:gd name="connsiteX66-4865" fmla="*/ 9200 w 10000"/>
              <a:gd name="connsiteY66-4866" fmla="*/ 1022 h 10000"/>
              <a:gd name="connsiteX67-4867" fmla="*/ 9200 w 10000"/>
              <a:gd name="connsiteY67-4868" fmla="*/ 1370 h 10000"/>
              <a:gd name="connsiteX68-4869" fmla="*/ 9450 w 10000"/>
              <a:gd name="connsiteY68-4870" fmla="*/ 1828 h 10000"/>
              <a:gd name="connsiteX69-4871" fmla="*/ 9450 w 10000"/>
              <a:gd name="connsiteY69-4872" fmla="*/ 1828 h 10000"/>
              <a:gd name="connsiteX0-4873" fmla="*/ 9450 w 10000"/>
              <a:gd name="connsiteY0-4874" fmla="*/ 806 h 8978"/>
              <a:gd name="connsiteX1-4875" fmla="*/ 9450 w 10000"/>
              <a:gd name="connsiteY1-4876" fmla="*/ 1045 h 8978"/>
              <a:gd name="connsiteX2-4877" fmla="*/ 9450 w 10000"/>
              <a:gd name="connsiteY2-4878" fmla="*/ 1392 h 8978"/>
              <a:gd name="connsiteX3-4879" fmla="*/ 9450 w 10000"/>
              <a:gd name="connsiteY3-4880" fmla="*/ 1847 h 8978"/>
              <a:gd name="connsiteX4-4881" fmla="*/ 9750 w 10000"/>
              <a:gd name="connsiteY4-4882" fmla="*/ 2305 h 8978"/>
              <a:gd name="connsiteX5-4883" fmla="*/ 9750 w 10000"/>
              <a:gd name="connsiteY5-4884" fmla="*/ 2761 h 8978"/>
              <a:gd name="connsiteX6-4885" fmla="*/ 9750 w 10000"/>
              <a:gd name="connsiteY6-4886" fmla="*/ 3457 h 8978"/>
              <a:gd name="connsiteX7-4887" fmla="*/ 9750 w 10000"/>
              <a:gd name="connsiteY7-4888" fmla="*/ 4022 h 8978"/>
              <a:gd name="connsiteX8-4889" fmla="*/ 9750 w 10000"/>
              <a:gd name="connsiteY8-4890" fmla="*/ 4826 h 8978"/>
              <a:gd name="connsiteX9-4891" fmla="*/ 10000 w 10000"/>
              <a:gd name="connsiteY9-4892" fmla="*/ 5521 h 8978"/>
              <a:gd name="connsiteX10-4893" fmla="*/ 10000 w 10000"/>
              <a:gd name="connsiteY10-4894" fmla="*/ 6107 h 8978"/>
              <a:gd name="connsiteX11-4895" fmla="*/ 9750 w 10000"/>
              <a:gd name="connsiteY11-4896" fmla="*/ 6674 h 8978"/>
              <a:gd name="connsiteX12-4897" fmla="*/ 9750 w 10000"/>
              <a:gd name="connsiteY12-4898" fmla="*/ 7130 h 8978"/>
              <a:gd name="connsiteX13-4899" fmla="*/ 9450 w 10000"/>
              <a:gd name="connsiteY13-4900" fmla="*/ 7587 h 8978"/>
              <a:gd name="connsiteX14-4901" fmla="*/ 9200 w 10000"/>
              <a:gd name="connsiteY14-4902" fmla="*/ 7935 h 8978"/>
              <a:gd name="connsiteX15-4903" fmla="*/ 9200 w 10000"/>
              <a:gd name="connsiteY15-4904" fmla="*/ 8174 h 8978"/>
              <a:gd name="connsiteX16-4905" fmla="*/ 8700 w 10000"/>
              <a:gd name="connsiteY16-4906" fmla="*/ 8390 h 8978"/>
              <a:gd name="connsiteX17-4907" fmla="*/ 8150 w 10000"/>
              <a:gd name="connsiteY17-4908" fmla="*/ 8632 h 8978"/>
              <a:gd name="connsiteX18-4909" fmla="*/ 7350 w 10000"/>
              <a:gd name="connsiteY18-4910" fmla="*/ 8847 h 8978"/>
              <a:gd name="connsiteX19-4911" fmla="*/ 7100 w 10000"/>
              <a:gd name="connsiteY19-4912" fmla="*/ 8978 h 8978"/>
              <a:gd name="connsiteX20-4913" fmla="*/ 6550 w 10000"/>
              <a:gd name="connsiteY20-4914" fmla="*/ 8978 h 8978"/>
              <a:gd name="connsiteX21-4915" fmla="*/ 6300 w 10000"/>
              <a:gd name="connsiteY21-4916" fmla="*/ 8978 h 8978"/>
              <a:gd name="connsiteX22-4917" fmla="*/ 6050 w 10000"/>
              <a:gd name="connsiteY22-4918" fmla="*/ 8847 h 8978"/>
              <a:gd name="connsiteX23-4919" fmla="*/ 5500 w 10000"/>
              <a:gd name="connsiteY23-4920" fmla="*/ 8739 h 8978"/>
              <a:gd name="connsiteX24-4921" fmla="*/ 5250 w 10000"/>
              <a:gd name="connsiteY24-4922" fmla="*/ 8522 h 8978"/>
              <a:gd name="connsiteX25-4923" fmla="*/ 4700 w 10000"/>
              <a:gd name="connsiteY25-4924" fmla="*/ 8174 h 8978"/>
              <a:gd name="connsiteX26-4925" fmla="*/ 3950 w 10000"/>
              <a:gd name="connsiteY26-4926" fmla="*/ 7935 h 8978"/>
              <a:gd name="connsiteX27-4927" fmla="*/ 3650 w 10000"/>
              <a:gd name="connsiteY27-4928" fmla="*/ 7826 h 8978"/>
              <a:gd name="connsiteX28-4929" fmla="*/ 3150 w 10000"/>
              <a:gd name="connsiteY28-4930" fmla="*/ 7717 h 8978"/>
              <a:gd name="connsiteX29-4931" fmla="*/ 2600 w 10000"/>
              <a:gd name="connsiteY29-4932" fmla="*/ 7587 h 8978"/>
              <a:gd name="connsiteX30-4933" fmla="*/ 2100 w 10000"/>
              <a:gd name="connsiteY30-4934" fmla="*/ 7370 h 8978"/>
              <a:gd name="connsiteX31-4935" fmla="*/ 1550 w 10000"/>
              <a:gd name="connsiteY31-4936" fmla="*/ 7240 h 8978"/>
              <a:gd name="connsiteX32-4937" fmla="*/ 1300 w 10000"/>
              <a:gd name="connsiteY32-4938" fmla="*/ 7130 h 8978"/>
              <a:gd name="connsiteX33-4939" fmla="*/ 750 w 10000"/>
              <a:gd name="connsiteY33-4940" fmla="*/ 7130 h 8978"/>
              <a:gd name="connsiteX34-4941" fmla="*/ 500 w 10000"/>
              <a:gd name="connsiteY34-4942" fmla="*/ 7022 h 8978"/>
              <a:gd name="connsiteX35-4943" fmla="*/ 250 w 10000"/>
              <a:gd name="connsiteY35-4944" fmla="*/ 6912 h 8978"/>
              <a:gd name="connsiteX36-4945" fmla="*/ 250 w 10000"/>
              <a:gd name="connsiteY36-4946" fmla="*/ 6912 h 8978"/>
              <a:gd name="connsiteX37-4947" fmla="*/ 0 w 10000"/>
              <a:gd name="connsiteY37-4948" fmla="*/ 6782 h 8978"/>
              <a:gd name="connsiteX38-4949" fmla="*/ 0 w 10000"/>
              <a:gd name="connsiteY38-4950" fmla="*/ 6782 h 8978"/>
              <a:gd name="connsiteX39-4951" fmla="*/ 250 w 10000"/>
              <a:gd name="connsiteY39-4952" fmla="*/ 6782 h 8978"/>
              <a:gd name="connsiteX40-4953" fmla="*/ 250 w 10000"/>
              <a:gd name="connsiteY40-4954" fmla="*/ 6782 h 8978"/>
              <a:gd name="connsiteX41-4955" fmla="*/ 500 w 10000"/>
              <a:gd name="connsiteY41-4956" fmla="*/ 6782 h 8978"/>
              <a:gd name="connsiteX42-4957" fmla="*/ 750 w 10000"/>
              <a:gd name="connsiteY42-4958" fmla="*/ 6782 h 8978"/>
              <a:gd name="connsiteX43-4959" fmla="*/ 1050 w 10000"/>
              <a:gd name="connsiteY43-4960" fmla="*/ 6782 h 8978"/>
              <a:gd name="connsiteX44-4961" fmla="*/ 1300 w 10000"/>
              <a:gd name="connsiteY44-4962" fmla="*/ 6782 h 8978"/>
              <a:gd name="connsiteX45-4963" fmla="*/ 1800 w 10000"/>
              <a:gd name="connsiteY45-4964" fmla="*/ 6782 h 8978"/>
              <a:gd name="connsiteX46-4965" fmla="*/ 2350 w 10000"/>
              <a:gd name="connsiteY46-4966" fmla="*/ 6782 h 8978"/>
              <a:gd name="connsiteX47-4967" fmla="*/ 3400 w 10000"/>
              <a:gd name="connsiteY47-4968" fmla="*/ 6912 h 8978"/>
              <a:gd name="connsiteX48-4969" fmla="*/ 4200 w 10000"/>
              <a:gd name="connsiteY48-4970" fmla="*/ 6912 h 8978"/>
              <a:gd name="connsiteX49-4971" fmla="*/ 5000 w 10000"/>
              <a:gd name="connsiteY49-4972" fmla="*/ 6912 h 8978"/>
              <a:gd name="connsiteX50-4973" fmla="*/ 5500 w 10000"/>
              <a:gd name="connsiteY50-4974" fmla="*/ 6912 h 8978"/>
              <a:gd name="connsiteX51-4975" fmla="*/ 6050 w 10000"/>
              <a:gd name="connsiteY51-4976" fmla="*/ 6912 h 8978"/>
              <a:gd name="connsiteX52-4977" fmla="*/ 6300 w 10000"/>
              <a:gd name="connsiteY52-4978" fmla="*/ 6782 h 8978"/>
              <a:gd name="connsiteX53-4979" fmla="*/ 6550 w 10000"/>
              <a:gd name="connsiteY53-4980" fmla="*/ 6566 h 8978"/>
              <a:gd name="connsiteX54-4981" fmla="*/ 6850 w 10000"/>
              <a:gd name="connsiteY54-4982" fmla="*/ 6326 h 8978"/>
              <a:gd name="connsiteX55-4983" fmla="*/ 7100 w 10000"/>
              <a:gd name="connsiteY55-4984" fmla="*/ 6107 h 8978"/>
              <a:gd name="connsiteX56-4985" fmla="*/ 7100 w 10000"/>
              <a:gd name="connsiteY56-4986" fmla="*/ 5760 h 8978"/>
              <a:gd name="connsiteX57-4987" fmla="*/ 7100 w 10000"/>
              <a:gd name="connsiteY57-4988" fmla="*/ 5305 h 8978"/>
              <a:gd name="connsiteX58-4989" fmla="*/ 7100 w 10000"/>
              <a:gd name="connsiteY58-4990" fmla="*/ 4718 h 8978"/>
              <a:gd name="connsiteX59-4991" fmla="*/ 7100 w 10000"/>
              <a:gd name="connsiteY59-4992" fmla="*/ 4370 h 8978"/>
              <a:gd name="connsiteX60-4993" fmla="*/ 7100 w 10000"/>
              <a:gd name="connsiteY60-4994" fmla="*/ 4153 h 8978"/>
              <a:gd name="connsiteX61-4995" fmla="*/ 7100 w 10000"/>
              <a:gd name="connsiteY61-4996" fmla="*/ 3675 h 8978"/>
              <a:gd name="connsiteX62-4997" fmla="*/ 7100 w 10000"/>
              <a:gd name="connsiteY62-4998" fmla="*/ 3348 h 8978"/>
              <a:gd name="connsiteX63-4999" fmla="*/ 7100 w 10000"/>
              <a:gd name="connsiteY63-5000" fmla="*/ 3001 h 8978"/>
              <a:gd name="connsiteX64-5001" fmla="*/ 7100 w 10000"/>
              <a:gd name="connsiteY64-5002" fmla="*/ 2544 h 8978"/>
              <a:gd name="connsiteX65-5003" fmla="*/ 9200 w 10000"/>
              <a:gd name="connsiteY65-5004" fmla="*/ 0 h 8978"/>
              <a:gd name="connsiteX66-5005" fmla="*/ 9200 w 10000"/>
              <a:gd name="connsiteY66-5006" fmla="*/ 348 h 8978"/>
              <a:gd name="connsiteX67-5007" fmla="*/ 9450 w 10000"/>
              <a:gd name="connsiteY67-5008" fmla="*/ 806 h 8978"/>
              <a:gd name="connsiteX68-5009" fmla="*/ 9450 w 10000"/>
              <a:gd name="connsiteY68-5010" fmla="*/ 806 h 8978"/>
              <a:gd name="connsiteX0-5011" fmla="*/ 9450 w 10000"/>
              <a:gd name="connsiteY0-5012" fmla="*/ 510 h 9612"/>
              <a:gd name="connsiteX1-5013" fmla="*/ 9450 w 10000"/>
              <a:gd name="connsiteY1-5014" fmla="*/ 776 h 9612"/>
              <a:gd name="connsiteX2-5015" fmla="*/ 9450 w 10000"/>
              <a:gd name="connsiteY2-5016" fmla="*/ 1162 h 9612"/>
              <a:gd name="connsiteX3-5017" fmla="*/ 9450 w 10000"/>
              <a:gd name="connsiteY3-5018" fmla="*/ 1669 h 9612"/>
              <a:gd name="connsiteX4-5019" fmla="*/ 9750 w 10000"/>
              <a:gd name="connsiteY4-5020" fmla="*/ 2179 h 9612"/>
              <a:gd name="connsiteX5-5021" fmla="*/ 9750 w 10000"/>
              <a:gd name="connsiteY5-5022" fmla="*/ 2687 h 9612"/>
              <a:gd name="connsiteX6-5023" fmla="*/ 9750 w 10000"/>
              <a:gd name="connsiteY6-5024" fmla="*/ 3463 h 9612"/>
              <a:gd name="connsiteX7-5025" fmla="*/ 9750 w 10000"/>
              <a:gd name="connsiteY7-5026" fmla="*/ 4092 h 9612"/>
              <a:gd name="connsiteX8-5027" fmla="*/ 9750 w 10000"/>
              <a:gd name="connsiteY8-5028" fmla="*/ 4987 h 9612"/>
              <a:gd name="connsiteX9-5029" fmla="*/ 10000 w 10000"/>
              <a:gd name="connsiteY9-5030" fmla="*/ 5761 h 9612"/>
              <a:gd name="connsiteX10-5031" fmla="*/ 10000 w 10000"/>
              <a:gd name="connsiteY10-5032" fmla="*/ 6414 h 9612"/>
              <a:gd name="connsiteX11-5033" fmla="*/ 9750 w 10000"/>
              <a:gd name="connsiteY11-5034" fmla="*/ 7046 h 9612"/>
              <a:gd name="connsiteX12-5035" fmla="*/ 9750 w 10000"/>
              <a:gd name="connsiteY12-5036" fmla="*/ 7554 h 9612"/>
              <a:gd name="connsiteX13-5037" fmla="*/ 9450 w 10000"/>
              <a:gd name="connsiteY13-5038" fmla="*/ 8063 h 9612"/>
              <a:gd name="connsiteX14-5039" fmla="*/ 9200 w 10000"/>
              <a:gd name="connsiteY14-5040" fmla="*/ 8450 h 9612"/>
              <a:gd name="connsiteX15-5041" fmla="*/ 9200 w 10000"/>
              <a:gd name="connsiteY15-5042" fmla="*/ 8716 h 9612"/>
              <a:gd name="connsiteX16-5043" fmla="*/ 8700 w 10000"/>
              <a:gd name="connsiteY16-5044" fmla="*/ 8957 h 9612"/>
              <a:gd name="connsiteX17-5045" fmla="*/ 8150 w 10000"/>
              <a:gd name="connsiteY17-5046" fmla="*/ 9227 h 9612"/>
              <a:gd name="connsiteX18-5047" fmla="*/ 7350 w 10000"/>
              <a:gd name="connsiteY18-5048" fmla="*/ 9466 h 9612"/>
              <a:gd name="connsiteX19-5049" fmla="*/ 7100 w 10000"/>
              <a:gd name="connsiteY19-5050" fmla="*/ 9612 h 9612"/>
              <a:gd name="connsiteX20-5051" fmla="*/ 6550 w 10000"/>
              <a:gd name="connsiteY20-5052" fmla="*/ 9612 h 9612"/>
              <a:gd name="connsiteX21-5053" fmla="*/ 6300 w 10000"/>
              <a:gd name="connsiteY21-5054" fmla="*/ 9612 h 9612"/>
              <a:gd name="connsiteX22-5055" fmla="*/ 6050 w 10000"/>
              <a:gd name="connsiteY22-5056" fmla="*/ 9466 h 9612"/>
              <a:gd name="connsiteX23-5057" fmla="*/ 5500 w 10000"/>
              <a:gd name="connsiteY23-5058" fmla="*/ 9346 h 9612"/>
              <a:gd name="connsiteX24-5059" fmla="*/ 5250 w 10000"/>
              <a:gd name="connsiteY24-5060" fmla="*/ 9104 h 9612"/>
              <a:gd name="connsiteX25-5061" fmla="*/ 4700 w 10000"/>
              <a:gd name="connsiteY25-5062" fmla="*/ 8716 h 9612"/>
              <a:gd name="connsiteX26-5063" fmla="*/ 3950 w 10000"/>
              <a:gd name="connsiteY26-5064" fmla="*/ 8450 h 9612"/>
              <a:gd name="connsiteX27-5065" fmla="*/ 3650 w 10000"/>
              <a:gd name="connsiteY27-5066" fmla="*/ 8329 h 9612"/>
              <a:gd name="connsiteX28-5067" fmla="*/ 3150 w 10000"/>
              <a:gd name="connsiteY28-5068" fmla="*/ 8207 h 9612"/>
              <a:gd name="connsiteX29-5069" fmla="*/ 2600 w 10000"/>
              <a:gd name="connsiteY29-5070" fmla="*/ 8063 h 9612"/>
              <a:gd name="connsiteX30-5071" fmla="*/ 2100 w 10000"/>
              <a:gd name="connsiteY30-5072" fmla="*/ 7821 h 9612"/>
              <a:gd name="connsiteX31-5073" fmla="*/ 1550 w 10000"/>
              <a:gd name="connsiteY31-5074" fmla="*/ 7676 h 9612"/>
              <a:gd name="connsiteX32-5075" fmla="*/ 1300 w 10000"/>
              <a:gd name="connsiteY32-5076" fmla="*/ 7554 h 9612"/>
              <a:gd name="connsiteX33-5077" fmla="*/ 750 w 10000"/>
              <a:gd name="connsiteY33-5078" fmla="*/ 7554 h 9612"/>
              <a:gd name="connsiteX34-5079" fmla="*/ 500 w 10000"/>
              <a:gd name="connsiteY34-5080" fmla="*/ 7433 h 9612"/>
              <a:gd name="connsiteX35-5081" fmla="*/ 250 w 10000"/>
              <a:gd name="connsiteY35-5082" fmla="*/ 7311 h 9612"/>
              <a:gd name="connsiteX36-5083" fmla="*/ 250 w 10000"/>
              <a:gd name="connsiteY36-5084" fmla="*/ 7311 h 9612"/>
              <a:gd name="connsiteX37-5085" fmla="*/ 0 w 10000"/>
              <a:gd name="connsiteY37-5086" fmla="*/ 7166 h 9612"/>
              <a:gd name="connsiteX38-5087" fmla="*/ 0 w 10000"/>
              <a:gd name="connsiteY38-5088" fmla="*/ 7166 h 9612"/>
              <a:gd name="connsiteX39-5089" fmla="*/ 250 w 10000"/>
              <a:gd name="connsiteY39-5090" fmla="*/ 7166 h 9612"/>
              <a:gd name="connsiteX40-5091" fmla="*/ 250 w 10000"/>
              <a:gd name="connsiteY40-5092" fmla="*/ 7166 h 9612"/>
              <a:gd name="connsiteX41-5093" fmla="*/ 500 w 10000"/>
              <a:gd name="connsiteY41-5094" fmla="*/ 7166 h 9612"/>
              <a:gd name="connsiteX42-5095" fmla="*/ 750 w 10000"/>
              <a:gd name="connsiteY42-5096" fmla="*/ 7166 h 9612"/>
              <a:gd name="connsiteX43-5097" fmla="*/ 1050 w 10000"/>
              <a:gd name="connsiteY43-5098" fmla="*/ 7166 h 9612"/>
              <a:gd name="connsiteX44-5099" fmla="*/ 1300 w 10000"/>
              <a:gd name="connsiteY44-5100" fmla="*/ 7166 h 9612"/>
              <a:gd name="connsiteX45-5101" fmla="*/ 1800 w 10000"/>
              <a:gd name="connsiteY45-5102" fmla="*/ 7166 h 9612"/>
              <a:gd name="connsiteX46-5103" fmla="*/ 2350 w 10000"/>
              <a:gd name="connsiteY46-5104" fmla="*/ 7166 h 9612"/>
              <a:gd name="connsiteX47-5105" fmla="*/ 3400 w 10000"/>
              <a:gd name="connsiteY47-5106" fmla="*/ 7311 h 9612"/>
              <a:gd name="connsiteX48-5107" fmla="*/ 4200 w 10000"/>
              <a:gd name="connsiteY48-5108" fmla="*/ 7311 h 9612"/>
              <a:gd name="connsiteX49-5109" fmla="*/ 5000 w 10000"/>
              <a:gd name="connsiteY49-5110" fmla="*/ 7311 h 9612"/>
              <a:gd name="connsiteX50-5111" fmla="*/ 5500 w 10000"/>
              <a:gd name="connsiteY50-5112" fmla="*/ 7311 h 9612"/>
              <a:gd name="connsiteX51-5113" fmla="*/ 6050 w 10000"/>
              <a:gd name="connsiteY51-5114" fmla="*/ 7311 h 9612"/>
              <a:gd name="connsiteX52-5115" fmla="*/ 6300 w 10000"/>
              <a:gd name="connsiteY52-5116" fmla="*/ 7166 h 9612"/>
              <a:gd name="connsiteX53-5117" fmla="*/ 6550 w 10000"/>
              <a:gd name="connsiteY53-5118" fmla="*/ 6925 h 9612"/>
              <a:gd name="connsiteX54-5119" fmla="*/ 6850 w 10000"/>
              <a:gd name="connsiteY54-5120" fmla="*/ 6658 h 9612"/>
              <a:gd name="connsiteX55-5121" fmla="*/ 7100 w 10000"/>
              <a:gd name="connsiteY55-5122" fmla="*/ 6414 h 9612"/>
              <a:gd name="connsiteX56-5123" fmla="*/ 7100 w 10000"/>
              <a:gd name="connsiteY56-5124" fmla="*/ 6028 h 9612"/>
              <a:gd name="connsiteX57-5125" fmla="*/ 7100 w 10000"/>
              <a:gd name="connsiteY57-5126" fmla="*/ 5521 h 9612"/>
              <a:gd name="connsiteX58-5127" fmla="*/ 7100 w 10000"/>
              <a:gd name="connsiteY58-5128" fmla="*/ 4867 h 9612"/>
              <a:gd name="connsiteX59-5129" fmla="*/ 7100 w 10000"/>
              <a:gd name="connsiteY59-5130" fmla="*/ 4479 h 9612"/>
              <a:gd name="connsiteX60-5131" fmla="*/ 7100 w 10000"/>
              <a:gd name="connsiteY60-5132" fmla="*/ 4238 h 9612"/>
              <a:gd name="connsiteX61-5133" fmla="*/ 7100 w 10000"/>
              <a:gd name="connsiteY61-5134" fmla="*/ 3705 h 9612"/>
              <a:gd name="connsiteX62-5135" fmla="*/ 7100 w 10000"/>
              <a:gd name="connsiteY62-5136" fmla="*/ 3341 h 9612"/>
              <a:gd name="connsiteX63-5137" fmla="*/ 7100 w 10000"/>
              <a:gd name="connsiteY63-5138" fmla="*/ 2955 h 9612"/>
              <a:gd name="connsiteX64-5139" fmla="*/ 7100 w 10000"/>
              <a:gd name="connsiteY64-5140" fmla="*/ 2446 h 9612"/>
              <a:gd name="connsiteX65-5141" fmla="*/ 9200 w 10000"/>
              <a:gd name="connsiteY65-5142" fmla="*/ 0 h 9612"/>
              <a:gd name="connsiteX66-5143" fmla="*/ 9450 w 10000"/>
              <a:gd name="connsiteY66-5144" fmla="*/ 510 h 9612"/>
              <a:gd name="connsiteX67-5145" fmla="*/ 9450 w 10000"/>
              <a:gd name="connsiteY67-5146" fmla="*/ 510 h 9612"/>
              <a:gd name="connsiteX0-5147" fmla="*/ 9450 w 10000"/>
              <a:gd name="connsiteY0-5148" fmla="*/ 531 h 10000"/>
              <a:gd name="connsiteX1-5149" fmla="*/ 9450 w 10000"/>
              <a:gd name="connsiteY1-5150" fmla="*/ 807 h 10000"/>
              <a:gd name="connsiteX2-5151" fmla="*/ 9450 w 10000"/>
              <a:gd name="connsiteY2-5152" fmla="*/ 1209 h 10000"/>
              <a:gd name="connsiteX3-5153" fmla="*/ 9450 w 10000"/>
              <a:gd name="connsiteY3-5154" fmla="*/ 1736 h 10000"/>
              <a:gd name="connsiteX4-5155" fmla="*/ 9750 w 10000"/>
              <a:gd name="connsiteY4-5156" fmla="*/ 2267 h 10000"/>
              <a:gd name="connsiteX5-5157" fmla="*/ 9750 w 10000"/>
              <a:gd name="connsiteY5-5158" fmla="*/ 2795 h 10000"/>
              <a:gd name="connsiteX6-5159" fmla="*/ 9750 w 10000"/>
              <a:gd name="connsiteY6-5160" fmla="*/ 3603 h 10000"/>
              <a:gd name="connsiteX7-5161" fmla="*/ 9750 w 10000"/>
              <a:gd name="connsiteY7-5162" fmla="*/ 4257 h 10000"/>
              <a:gd name="connsiteX8-5163" fmla="*/ 9750 w 10000"/>
              <a:gd name="connsiteY8-5164" fmla="*/ 5188 h 10000"/>
              <a:gd name="connsiteX9-5165" fmla="*/ 10000 w 10000"/>
              <a:gd name="connsiteY9-5166" fmla="*/ 5994 h 10000"/>
              <a:gd name="connsiteX10-5167" fmla="*/ 10000 w 10000"/>
              <a:gd name="connsiteY10-5168" fmla="*/ 6673 h 10000"/>
              <a:gd name="connsiteX11-5169" fmla="*/ 9750 w 10000"/>
              <a:gd name="connsiteY11-5170" fmla="*/ 7330 h 10000"/>
              <a:gd name="connsiteX12-5171" fmla="*/ 9750 w 10000"/>
              <a:gd name="connsiteY12-5172" fmla="*/ 7859 h 10000"/>
              <a:gd name="connsiteX13-5173" fmla="*/ 9450 w 10000"/>
              <a:gd name="connsiteY13-5174" fmla="*/ 8388 h 10000"/>
              <a:gd name="connsiteX14-5175" fmla="*/ 9200 w 10000"/>
              <a:gd name="connsiteY14-5176" fmla="*/ 8791 h 10000"/>
              <a:gd name="connsiteX15-5177" fmla="*/ 9200 w 10000"/>
              <a:gd name="connsiteY15-5178" fmla="*/ 9068 h 10000"/>
              <a:gd name="connsiteX16-5179" fmla="*/ 8700 w 10000"/>
              <a:gd name="connsiteY16-5180" fmla="*/ 9319 h 10000"/>
              <a:gd name="connsiteX17-5181" fmla="*/ 8150 w 10000"/>
              <a:gd name="connsiteY17-5182" fmla="*/ 9599 h 10000"/>
              <a:gd name="connsiteX18-5183" fmla="*/ 7350 w 10000"/>
              <a:gd name="connsiteY18-5184" fmla="*/ 9848 h 10000"/>
              <a:gd name="connsiteX19-5185" fmla="*/ 7100 w 10000"/>
              <a:gd name="connsiteY19-5186" fmla="*/ 10000 h 10000"/>
              <a:gd name="connsiteX20-5187" fmla="*/ 6550 w 10000"/>
              <a:gd name="connsiteY20-5188" fmla="*/ 10000 h 10000"/>
              <a:gd name="connsiteX21-5189" fmla="*/ 6300 w 10000"/>
              <a:gd name="connsiteY21-5190" fmla="*/ 10000 h 10000"/>
              <a:gd name="connsiteX22-5191" fmla="*/ 6050 w 10000"/>
              <a:gd name="connsiteY22-5192" fmla="*/ 9848 h 10000"/>
              <a:gd name="connsiteX23-5193" fmla="*/ 5500 w 10000"/>
              <a:gd name="connsiteY23-5194" fmla="*/ 9723 h 10000"/>
              <a:gd name="connsiteX24-5195" fmla="*/ 5250 w 10000"/>
              <a:gd name="connsiteY24-5196" fmla="*/ 9471 h 10000"/>
              <a:gd name="connsiteX25-5197" fmla="*/ 4700 w 10000"/>
              <a:gd name="connsiteY25-5198" fmla="*/ 9068 h 10000"/>
              <a:gd name="connsiteX26-5199" fmla="*/ 3950 w 10000"/>
              <a:gd name="connsiteY26-5200" fmla="*/ 8791 h 10000"/>
              <a:gd name="connsiteX27-5201" fmla="*/ 3650 w 10000"/>
              <a:gd name="connsiteY27-5202" fmla="*/ 8665 h 10000"/>
              <a:gd name="connsiteX28-5203" fmla="*/ 3150 w 10000"/>
              <a:gd name="connsiteY28-5204" fmla="*/ 8538 h 10000"/>
              <a:gd name="connsiteX29-5205" fmla="*/ 2600 w 10000"/>
              <a:gd name="connsiteY29-5206" fmla="*/ 8388 h 10000"/>
              <a:gd name="connsiteX30-5207" fmla="*/ 2100 w 10000"/>
              <a:gd name="connsiteY30-5208" fmla="*/ 8137 h 10000"/>
              <a:gd name="connsiteX31-5209" fmla="*/ 1550 w 10000"/>
              <a:gd name="connsiteY31-5210" fmla="*/ 7986 h 10000"/>
              <a:gd name="connsiteX32-5211" fmla="*/ 1300 w 10000"/>
              <a:gd name="connsiteY32-5212" fmla="*/ 7859 h 10000"/>
              <a:gd name="connsiteX33-5213" fmla="*/ 750 w 10000"/>
              <a:gd name="connsiteY33-5214" fmla="*/ 7859 h 10000"/>
              <a:gd name="connsiteX34-5215" fmla="*/ 500 w 10000"/>
              <a:gd name="connsiteY34-5216" fmla="*/ 7733 h 10000"/>
              <a:gd name="connsiteX35-5217" fmla="*/ 250 w 10000"/>
              <a:gd name="connsiteY35-5218" fmla="*/ 7606 h 10000"/>
              <a:gd name="connsiteX36-5219" fmla="*/ 250 w 10000"/>
              <a:gd name="connsiteY36-5220" fmla="*/ 7606 h 10000"/>
              <a:gd name="connsiteX37-5221" fmla="*/ 0 w 10000"/>
              <a:gd name="connsiteY37-5222" fmla="*/ 7455 h 10000"/>
              <a:gd name="connsiteX38-5223" fmla="*/ 0 w 10000"/>
              <a:gd name="connsiteY38-5224" fmla="*/ 7455 h 10000"/>
              <a:gd name="connsiteX39-5225" fmla="*/ 250 w 10000"/>
              <a:gd name="connsiteY39-5226" fmla="*/ 7455 h 10000"/>
              <a:gd name="connsiteX40-5227" fmla="*/ 250 w 10000"/>
              <a:gd name="connsiteY40-5228" fmla="*/ 7455 h 10000"/>
              <a:gd name="connsiteX41-5229" fmla="*/ 500 w 10000"/>
              <a:gd name="connsiteY41-5230" fmla="*/ 7455 h 10000"/>
              <a:gd name="connsiteX42-5231" fmla="*/ 750 w 10000"/>
              <a:gd name="connsiteY42-5232" fmla="*/ 7455 h 10000"/>
              <a:gd name="connsiteX43-5233" fmla="*/ 1050 w 10000"/>
              <a:gd name="connsiteY43-5234" fmla="*/ 7455 h 10000"/>
              <a:gd name="connsiteX44-5235" fmla="*/ 1300 w 10000"/>
              <a:gd name="connsiteY44-5236" fmla="*/ 7455 h 10000"/>
              <a:gd name="connsiteX45-5237" fmla="*/ 1800 w 10000"/>
              <a:gd name="connsiteY45-5238" fmla="*/ 7455 h 10000"/>
              <a:gd name="connsiteX46-5239" fmla="*/ 2350 w 10000"/>
              <a:gd name="connsiteY46-5240" fmla="*/ 7455 h 10000"/>
              <a:gd name="connsiteX47-5241" fmla="*/ 3400 w 10000"/>
              <a:gd name="connsiteY47-5242" fmla="*/ 7606 h 10000"/>
              <a:gd name="connsiteX48-5243" fmla="*/ 4200 w 10000"/>
              <a:gd name="connsiteY48-5244" fmla="*/ 7606 h 10000"/>
              <a:gd name="connsiteX49-5245" fmla="*/ 5000 w 10000"/>
              <a:gd name="connsiteY49-5246" fmla="*/ 7606 h 10000"/>
              <a:gd name="connsiteX50-5247" fmla="*/ 5500 w 10000"/>
              <a:gd name="connsiteY50-5248" fmla="*/ 7606 h 10000"/>
              <a:gd name="connsiteX51-5249" fmla="*/ 6050 w 10000"/>
              <a:gd name="connsiteY51-5250" fmla="*/ 7606 h 10000"/>
              <a:gd name="connsiteX52-5251" fmla="*/ 6300 w 10000"/>
              <a:gd name="connsiteY52-5252" fmla="*/ 7455 h 10000"/>
              <a:gd name="connsiteX53-5253" fmla="*/ 6550 w 10000"/>
              <a:gd name="connsiteY53-5254" fmla="*/ 7205 h 10000"/>
              <a:gd name="connsiteX54-5255" fmla="*/ 6850 w 10000"/>
              <a:gd name="connsiteY54-5256" fmla="*/ 6927 h 10000"/>
              <a:gd name="connsiteX55-5257" fmla="*/ 7100 w 10000"/>
              <a:gd name="connsiteY55-5258" fmla="*/ 6673 h 10000"/>
              <a:gd name="connsiteX56-5259" fmla="*/ 7100 w 10000"/>
              <a:gd name="connsiteY56-5260" fmla="*/ 6271 h 10000"/>
              <a:gd name="connsiteX57-5261" fmla="*/ 7100 w 10000"/>
              <a:gd name="connsiteY57-5262" fmla="*/ 5744 h 10000"/>
              <a:gd name="connsiteX58-5263" fmla="*/ 7100 w 10000"/>
              <a:gd name="connsiteY58-5264" fmla="*/ 5063 h 10000"/>
              <a:gd name="connsiteX59-5265" fmla="*/ 7100 w 10000"/>
              <a:gd name="connsiteY59-5266" fmla="*/ 4660 h 10000"/>
              <a:gd name="connsiteX60-5267" fmla="*/ 7100 w 10000"/>
              <a:gd name="connsiteY60-5268" fmla="*/ 4409 h 10000"/>
              <a:gd name="connsiteX61-5269" fmla="*/ 7100 w 10000"/>
              <a:gd name="connsiteY61-5270" fmla="*/ 3855 h 10000"/>
              <a:gd name="connsiteX62-5271" fmla="*/ 7100 w 10000"/>
              <a:gd name="connsiteY62-5272" fmla="*/ 3476 h 10000"/>
              <a:gd name="connsiteX63-5273" fmla="*/ 7100 w 10000"/>
              <a:gd name="connsiteY63-5274" fmla="*/ 3074 h 10000"/>
              <a:gd name="connsiteX64-5275" fmla="*/ 9200 w 10000"/>
              <a:gd name="connsiteY64-5276" fmla="*/ 0 h 10000"/>
              <a:gd name="connsiteX65-5277" fmla="*/ 9450 w 10000"/>
              <a:gd name="connsiteY65-5278" fmla="*/ 531 h 10000"/>
              <a:gd name="connsiteX66-5279" fmla="*/ 9450 w 10000"/>
              <a:gd name="connsiteY66-5280" fmla="*/ 531 h 10000"/>
              <a:gd name="connsiteX0-5281" fmla="*/ 9450 w 10000"/>
              <a:gd name="connsiteY0-5282" fmla="*/ 531 h 10000"/>
              <a:gd name="connsiteX1-5283" fmla="*/ 9450 w 10000"/>
              <a:gd name="connsiteY1-5284" fmla="*/ 807 h 10000"/>
              <a:gd name="connsiteX2-5285" fmla="*/ 9450 w 10000"/>
              <a:gd name="connsiteY2-5286" fmla="*/ 1209 h 10000"/>
              <a:gd name="connsiteX3-5287" fmla="*/ 9450 w 10000"/>
              <a:gd name="connsiteY3-5288" fmla="*/ 1736 h 10000"/>
              <a:gd name="connsiteX4-5289" fmla="*/ 9750 w 10000"/>
              <a:gd name="connsiteY4-5290" fmla="*/ 2267 h 10000"/>
              <a:gd name="connsiteX5-5291" fmla="*/ 9750 w 10000"/>
              <a:gd name="connsiteY5-5292" fmla="*/ 2795 h 10000"/>
              <a:gd name="connsiteX6-5293" fmla="*/ 9750 w 10000"/>
              <a:gd name="connsiteY6-5294" fmla="*/ 3603 h 10000"/>
              <a:gd name="connsiteX7-5295" fmla="*/ 9750 w 10000"/>
              <a:gd name="connsiteY7-5296" fmla="*/ 4257 h 10000"/>
              <a:gd name="connsiteX8-5297" fmla="*/ 9750 w 10000"/>
              <a:gd name="connsiteY8-5298" fmla="*/ 5188 h 10000"/>
              <a:gd name="connsiteX9-5299" fmla="*/ 10000 w 10000"/>
              <a:gd name="connsiteY9-5300" fmla="*/ 5994 h 10000"/>
              <a:gd name="connsiteX10-5301" fmla="*/ 10000 w 10000"/>
              <a:gd name="connsiteY10-5302" fmla="*/ 6673 h 10000"/>
              <a:gd name="connsiteX11-5303" fmla="*/ 9750 w 10000"/>
              <a:gd name="connsiteY11-5304" fmla="*/ 7330 h 10000"/>
              <a:gd name="connsiteX12-5305" fmla="*/ 9750 w 10000"/>
              <a:gd name="connsiteY12-5306" fmla="*/ 7859 h 10000"/>
              <a:gd name="connsiteX13-5307" fmla="*/ 9450 w 10000"/>
              <a:gd name="connsiteY13-5308" fmla="*/ 8388 h 10000"/>
              <a:gd name="connsiteX14-5309" fmla="*/ 9200 w 10000"/>
              <a:gd name="connsiteY14-5310" fmla="*/ 8791 h 10000"/>
              <a:gd name="connsiteX15-5311" fmla="*/ 9200 w 10000"/>
              <a:gd name="connsiteY15-5312" fmla="*/ 9068 h 10000"/>
              <a:gd name="connsiteX16-5313" fmla="*/ 8700 w 10000"/>
              <a:gd name="connsiteY16-5314" fmla="*/ 9319 h 10000"/>
              <a:gd name="connsiteX17-5315" fmla="*/ 8150 w 10000"/>
              <a:gd name="connsiteY17-5316" fmla="*/ 9599 h 10000"/>
              <a:gd name="connsiteX18-5317" fmla="*/ 7350 w 10000"/>
              <a:gd name="connsiteY18-5318" fmla="*/ 9848 h 10000"/>
              <a:gd name="connsiteX19-5319" fmla="*/ 7100 w 10000"/>
              <a:gd name="connsiteY19-5320" fmla="*/ 10000 h 10000"/>
              <a:gd name="connsiteX20-5321" fmla="*/ 6550 w 10000"/>
              <a:gd name="connsiteY20-5322" fmla="*/ 10000 h 10000"/>
              <a:gd name="connsiteX21-5323" fmla="*/ 6300 w 10000"/>
              <a:gd name="connsiteY21-5324" fmla="*/ 10000 h 10000"/>
              <a:gd name="connsiteX22-5325" fmla="*/ 6050 w 10000"/>
              <a:gd name="connsiteY22-5326" fmla="*/ 9848 h 10000"/>
              <a:gd name="connsiteX23-5327" fmla="*/ 5500 w 10000"/>
              <a:gd name="connsiteY23-5328" fmla="*/ 9723 h 10000"/>
              <a:gd name="connsiteX24-5329" fmla="*/ 5250 w 10000"/>
              <a:gd name="connsiteY24-5330" fmla="*/ 9471 h 10000"/>
              <a:gd name="connsiteX25-5331" fmla="*/ 4700 w 10000"/>
              <a:gd name="connsiteY25-5332" fmla="*/ 9068 h 10000"/>
              <a:gd name="connsiteX26-5333" fmla="*/ 3950 w 10000"/>
              <a:gd name="connsiteY26-5334" fmla="*/ 8791 h 10000"/>
              <a:gd name="connsiteX27-5335" fmla="*/ 3650 w 10000"/>
              <a:gd name="connsiteY27-5336" fmla="*/ 8665 h 10000"/>
              <a:gd name="connsiteX28-5337" fmla="*/ 3150 w 10000"/>
              <a:gd name="connsiteY28-5338" fmla="*/ 8538 h 10000"/>
              <a:gd name="connsiteX29-5339" fmla="*/ 2600 w 10000"/>
              <a:gd name="connsiteY29-5340" fmla="*/ 8388 h 10000"/>
              <a:gd name="connsiteX30-5341" fmla="*/ 2100 w 10000"/>
              <a:gd name="connsiteY30-5342" fmla="*/ 8137 h 10000"/>
              <a:gd name="connsiteX31-5343" fmla="*/ 1550 w 10000"/>
              <a:gd name="connsiteY31-5344" fmla="*/ 7986 h 10000"/>
              <a:gd name="connsiteX32-5345" fmla="*/ 1300 w 10000"/>
              <a:gd name="connsiteY32-5346" fmla="*/ 7859 h 10000"/>
              <a:gd name="connsiteX33-5347" fmla="*/ 750 w 10000"/>
              <a:gd name="connsiteY33-5348" fmla="*/ 7859 h 10000"/>
              <a:gd name="connsiteX34-5349" fmla="*/ 500 w 10000"/>
              <a:gd name="connsiteY34-5350" fmla="*/ 7733 h 10000"/>
              <a:gd name="connsiteX35-5351" fmla="*/ 250 w 10000"/>
              <a:gd name="connsiteY35-5352" fmla="*/ 7606 h 10000"/>
              <a:gd name="connsiteX36-5353" fmla="*/ 250 w 10000"/>
              <a:gd name="connsiteY36-5354" fmla="*/ 7606 h 10000"/>
              <a:gd name="connsiteX37-5355" fmla="*/ 0 w 10000"/>
              <a:gd name="connsiteY37-5356" fmla="*/ 7455 h 10000"/>
              <a:gd name="connsiteX38-5357" fmla="*/ 0 w 10000"/>
              <a:gd name="connsiteY38-5358" fmla="*/ 7455 h 10000"/>
              <a:gd name="connsiteX39-5359" fmla="*/ 250 w 10000"/>
              <a:gd name="connsiteY39-5360" fmla="*/ 7455 h 10000"/>
              <a:gd name="connsiteX40-5361" fmla="*/ 250 w 10000"/>
              <a:gd name="connsiteY40-5362" fmla="*/ 7455 h 10000"/>
              <a:gd name="connsiteX41-5363" fmla="*/ 500 w 10000"/>
              <a:gd name="connsiteY41-5364" fmla="*/ 7455 h 10000"/>
              <a:gd name="connsiteX42-5365" fmla="*/ 750 w 10000"/>
              <a:gd name="connsiteY42-5366" fmla="*/ 7455 h 10000"/>
              <a:gd name="connsiteX43-5367" fmla="*/ 1050 w 10000"/>
              <a:gd name="connsiteY43-5368" fmla="*/ 7455 h 10000"/>
              <a:gd name="connsiteX44-5369" fmla="*/ 1300 w 10000"/>
              <a:gd name="connsiteY44-5370" fmla="*/ 7455 h 10000"/>
              <a:gd name="connsiteX45-5371" fmla="*/ 1800 w 10000"/>
              <a:gd name="connsiteY45-5372" fmla="*/ 7455 h 10000"/>
              <a:gd name="connsiteX46-5373" fmla="*/ 2350 w 10000"/>
              <a:gd name="connsiteY46-5374" fmla="*/ 7455 h 10000"/>
              <a:gd name="connsiteX47-5375" fmla="*/ 3400 w 10000"/>
              <a:gd name="connsiteY47-5376" fmla="*/ 7606 h 10000"/>
              <a:gd name="connsiteX48-5377" fmla="*/ 4200 w 10000"/>
              <a:gd name="connsiteY48-5378" fmla="*/ 7606 h 10000"/>
              <a:gd name="connsiteX49-5379" fmla="*/ 5000 w 10000"/>
              <a:gd name="connsiteY49-5380" fmla="*/ 7606 h 10000"/>
              <a:gd name="connsiteX50-5381" fmla="*/ 5500 w 10000"/>
              <a:gd name="connsiteY50-5382" fmla="*/ 7606 h 10000"/>
              <a:gd name="connsiteX51-5383" fmla="*/ 6050 w 10000"/>
              <a:gd name="connsiteY51-5384" fmla="*/ 7606 h 10000"/>
              <a:gd name="connsiteX52-5385" fmla="*/ 6300 w 10000"/>
              <a:gd name="connsiteY52-5386" fmla="*/ 7455 h 10000"/>
              <a:gd name="connsiteX53-5387" fmla="*/ 6550 w 10000"/>
              <a:gd name="connsiteY53-5388" fmla="*/ 7205 h 10000"/>
              <a:gd name="connsiteX54-5389" fmla="*/ 6850 w 10000"/>
              <a:gd name="connsiteY54-5390" fmla="*/ 6927 h 10000"/>
              <a:gd name="connsiteX55-5391" fmla="*/ 7100 w 10000"/>
              <a:gd name="connsiteY55-5392" fmla="*/ 6673 h 10000"/>
              <a:gd name="connsiteX56-5393" fmla="*/ 7100 w 10000"/>
              <a:gd name="connsiteY56-5394" fmla="*/ 6271 h 10000"/>
              <a:gd name="connsiteX57-5395" fmla="*/ 7100 w 10000"/>
              <a:gd name="connsiteY57-5396" fmla="*/ 5744 h 10000"/>
              <a:gd name="connsiteX58-5397" fmla="*/ 7100 w 10000"/>
              <a:gd name="connsiteY58-5398" fmla="*/ 5063 h 10000"/>
              <a:gd name="connsiteX59-5399" fmla="*/ 7100 w 10000"/>
              <a:gd name="connsiteY59-5400" fmla="*/ 4660 h 10000"/>
              <a:gd name="connsiteX60-5401" fmla="*/ 7100 w 10000"/>
              <a:gd name="connsiteY60-5402" fmla="*/ 4409 h 10000"/>
              <a:gd name="connsiteX61-5403" fmla="*/ 7100 w 10000"/>
              <a:gd name="connsiteY61-5404" fmla="*/ 3855 h 10000"/>
              <a:gd name="connsiteX62-5405" fmla="*/ 7100 w 10000"/>
              <a:gd name="connsiteY62-5406" fmla="*/ 3476 h 10000"/>
              <a:gd name="connsiteX63-5407" fmla="*/ 7100 w 10000"/>
              <a:gd name="connsiteY63-5408" fmla="*/ 3074 h 10000"/>
              <a:gd name="connsiteX64-5409" fmla="*/ 9200 w 10000"/>
              <a:gd name="connsiteY64-5410" fmla="*/ 0 h 10000"/>
              <a:gd name="connsiteX65-5411" fmla="*/ 9450 w 10000"/>
              <a:gd name="connsiteY65-5412" fmla="*/ 531 h 10000"/>
              <a:gd name="connsiteX0-5413" fmla="*/ 9450 w 10000"/>
              <a:gd name="connsiteY0-5414" fmla="*/ 531 h 10000"/>
              <a:gd name="connsiteX1-5415" fmla="*/ 9450 w 10000"/>
              <a:gd name="connsiteY1-5416" fmla="*/ 807 h 10000"/>
              <a:gd name="connsiteX2-5417" fmla="*/ 9450 w 10000"/>
              <a:gd name="connsiteY2-5418" fmla="*/ 1209 h 10000"/>
              <a:gd name="connsiteX3-5419" fmla="*/ 9450 w 10000"/>
              <a:gd name="connsiteY3-5420" fmla="*/ 1736 h 10000"/>
              <a:gd name="connsiteX4-5421" fmla="*/ 9750 w 10000"/>
              <a:gd name="connsiteY4-5422" fmla="*/ 2267 h 10000"/>
              <a:gd name="connsiteX5-5423" fmla="*/ 9750 w 10000"/>
              <a:gd name="connsiteY5-5424" fmla="*/ 2795 h 10000"/>
              <a:gd name="connsiteX6-5425" fmla="*/ 9750 w 10000"/>
              <a:gd name="connsiteY6-5426" fmla="*/ 3603 h 10000"/>
              <a:gd name="connsiteX7-5427" fmla="*/ 9750 w 10000"/>
              <a:gd name="connsiteY7-5428" fmla="*/ 4257 h 10000"/>
              <a:gd name="connsiteX8-5429" fmla="*/ 9750 w 10000"/>
              <a:gd name="connsiteY8-5430" fmla="*/ 5188 h 10000"/>
              <a:gd name="connsiteX9-5431" fmla="*/ 10000 w 10000"/>
              <a:gd name="connsiteY9-5432" fmla="*/ 5994 h 10000"/>
              <a:gd name="connsiteX10-5433" fmla="*/ 10000 w 10000"/>
              <a:gd name="connsiteY10-5434" fmla="*/ 6673 h 10000"/>
              <a:gd name="connsiteX11-5435" fmla="*/ 9750 w 10000"/>
              <a:gd name="connsiteY11-5436" fmla="*/ 7330 h 10000"/>
              <a:gd name="connsiteX12-5437" fmla="*/ 9750 w 10000"/>
              <a:gd name="connsiteY12-5438" fmla="*/ 7859 h 10000"/>
              <a:gd name="connsiteX13-5439" fmla="*/ 9450 w 10000"/>
              <a:gd name="connsiteY13-5440" fmla="*/ 8388 h 10000"/>
              <a:gd name="connsiteX14-5441" fmla="*/ 9200 w 10000"/>
              <a:gd name="connsiteY14-5442" fmla="*/ 8791 h 10000"/>
              <a:gd name="connsiteX15-5443" fmla="*/ 9200 w 10000"/>
              <a:gd name="connsiteY15-5444" fmla="*/ 9068 h 10000"/>
              <a:gd name="connsiteX16-5445" fmla="*/ 8700 w 10000"/>
              <a:gd name="connsiteY16-5446" fmla="*/ 9319 h 10000"/>
              <a:gd name="connsiteX17-5447" fmla="*/ 8150 w 10000"/>
              <a:gd name="connsiteY17-5448" fmla="*/ 9599 h 10000"/>
              <a:gd name="connsiteX18-5449" fmla="*/ 7350 w 10000"/>
              <a:gd name="connsiteY18-5450" fmla="*/ 9848 h 10000"/>
              <a:gd name="connsiteX19-5451" fmla="*/ 7100 w 10000"/>
              <a:gd name="connsiteY19-5452" fmla="*/ 10000 h 10000"/>
              <a:gd name="connsiteX20-5453" fmla="*/ 6550 w 10000"/>
              <a:gd name="connsiteY20-5454" fmla="*/ 10000 h 10000"/>
              <a:gd name="connsiteX21-5455" fmla="*/ 6300 w 10000"/>
              <a:gd name="connsiteY21-5456" fmla="*/ 10000 h 10000"/>
              <a:gd name="connsiteX22-5457" fmla="*/ 6050 w 10000"/>
              <a:gd name="connsiteY22-5458" fmla="*/ 9848 h 10000"/>
              <a:gd name="connsiteX23-5459" fmla="*/ 5500 w 10000"/>
              <a:gd name="connsiteY23-5460" fmla="*/ 9723 h 10000"/>
              <a:gd name="connsiteX24-5461" fmla="*/ 5250 w 10000"/>
              <a:gd name="connsiteY24-5462" fmla="*/ 9471 h 10000"/>
              <a:gd name="connsiteX25-5463" fmla="*/ 4700 w 10000"/>
              <a:gd name="connsiteY25-5464" fmla="*/ 9068 h 10000"/>
              <a:gd name="connsiteX26-5465" fmla="*/ 3950 w 10000"/>
              <a:gd name="connsiteY26-5466" fmla="*/ 8791 h 10000"/>
              <a:gd name="connsiteX27-5467" fmla="*/ 3650 w 10000"/>
              <a:gd name="connsiteY27-5468" fmla="*/ 8665 h 10000"/>
              <a:gd name="connsiteX28-5469" fmla="*/ 3150 w 10000"/>
              <a:gd name="connsiteY28-5470" fmla="*/ 8538 h 10000"/>
              <a:gd name="connsiteX29-5471" fmla="*/ 2600 w 10000"/>
              <a:gd name="connsiteY29-5472" fmla="*/ 8388 h 10000"/>
              <a:gd name="connsiteX30-5473" fmla="*/ 2100 w 10000"/>
              <a:gd name="connsiteY30-5474" fmla="*/ 8137 h 10000"/>
              <a:gd name="connsiteX31-5475" fmla="*/ 1550 w 10000"/>
              <a:gd name="connsiteY31-5476" fmla="*/ 7986 h 10000"/>
              <a:gd name="connsiteX32-5477" fmla="*/ 1300 w 10000"/>
              <a:gd name="connsiteY32-5478" fmla="*/ 7859 h 10000"/>
              <a:gd name="connsiteX33-5479" fmla="*/ 750 w 10000"/>
              <a:gd name="connsiteY33-5480" fmla="*/ 7859 h 10000"/>
              <a:gd name="connsiteX34-5481" fmla="*/ 500 w 10000"/>
              <a:gd name="connsiteY34-5482" fmla="*/ 7733 h 10000"/>
              <a:gd name="connsiteX35-5483" fmla="*/ 250 w 10000"/>
              <a:gd name="connsiteY35-5484" fmla="*/ 7606 h 10000"/>
              <a:gd name="connsiteX36-5485" fmla="*/ 250 w 10000"/>
              <a:gd name="connsiteY36-5486" fmla="*/ 7606 h 10000"/>
              <a:gd name="connsiteX37-5487" fmla="*/ 0 w 10000"/>
              <a:gd name="connsiteY37-5488" fmla="*/ 7455 h 10000"/>
              <a:gd name="connsiteX38-5489" fmla="*/ 0 w 10000"/>
              <a:gd name="connsiteY38-5490" fmla="*/ 7455 h 10000"/>
              <a:gd name="connsiteX39-5491" fmla="*/ 250 w 10000"/>
              <a:gd name="connsiteY39-5492" fmla="*/ 7455 h 10000"/>
              <a:gd name="connsiteX40-5493" fmla="*/ 250 w 10000"/>
              <a:gd name="connsiteY40-5494" fmla="*/ 7455 h 10000"/>
              <a:gd name="connsiteX41-5495" fmla="*/ 500 w 10000"/>
              <a:gd name="connsiteY41-5496" fmla="*/ 7455 h 10000"/>
              <a:gd name="connsiteX42-5497" fmla="*/ 750 w 10000"/>
              <a:gd name="connsiteY42-5498" fmla="*/ 7455 h 10000"/>
              <a:gd name="connsiteX43-5499" fmla="*/ 1050 w 10000"/>
              <a:gd name="connsiteY43-5500" fmla="*/ 7455 h 10000"/>
              <a:gd name="connsiteX44-5501" fmla="*/ 1300 w 10000"/>
              <a:gd name="connsiteY44-5502" fmla="*/ 7455 h 10000"/>
              <a:gd name="connsiteX45-5503" fmla="*/ 1800 w 10000"/>
              <a:gd name="connsiteY45-5504" fmla="*/ 7455 h 10000"/>
              <a:gd name="connsiteX46-5505" fmla="*/ 2350 w 10000"/>
              <a:gd name="connsiteY46-5506" fmla="*/ 7455 h 10000"/>
              <a:gd name="connsiteX47-5507" fmla="*/ 3400 w 10000"/>
              <a:gd name="connsiteY47-5508" fmla="*/ 7606 h 10000"/>
              <a:gd name="connsiteX48-5509" fmla="*/ 4200 w 10000"/>
              <a:gd name="connsiteY48-5510" fmla="*/ 7606 h 10000"/>
              <a:gd name="connsiteX49-5511" fmla="*/ 5000 w 10000"/>
              <a:gd name="connsiteY49-5512" fmla="*/ 7606 h 10000"/>
              <a:gd name="connsiteX50-5513" fmla="*/ 5500 w 10000"/>
              <a:gd name="connsiteY50-5514" fmla="*/ 7606 h 10000"/>
              <a:gd name="connsiteX51-5515" fmla="*/ 6050 w 10000"/>
              <a:gd name="connsiteY51-5516" fmla="*/ 7606 h 10000"/>
              <a:gd name="connsiteX52-5517" fmla="*/ 6300 w 10000"/>
              <a:gd name="connsiteY52-5518" fmla="*/ 7455 h 10000"/>
              <a:gd name="connsiteX53-5519" fmla="*/ 6550 w 10000"/>
              <a:gd name="connsiteY53-5520" fmla="*/ 7205 h 10000"/>
              <a:gd name="connsiteX54-5521" fmla="*/ 6850 w 10000"/>
              <a:gd name="connsiteY54-5522" fmla="*/ 6927 h 10000"/>
              <a:gd name="connsiteX55-5523" fmla="*/ 7100 w 10000"/>
              <a:gd name="connsiteY55-5524" fmla="*/ 6673 h 10000"/>
              <a:gd name="connsiteX56-5525" fmla="*/ 7100 w 10000"/>
              <a:gd name="connsiteY56-5526" fmla="*/ 6271 h 10000"/>
              <a:gd name="connsiteX57-5527" fmla="*/ 7100 w 10000"/>
              <a:gd name="connsiteY57-5528" fmla="*/ 5744 h 10000"/>
              <a:gd name="connsiteX58-5529" fmla="*/ 7100 w 10000"/>
              <a:gd name="connsiteY58-5530" fmla="*/ 5063 h 10000"/>
              <a:gd name="connsiteX59-5531" fmla="*/ 7100 w 10000"/>
              <a:gd name="connsiteY59-5532" fmla="*/ 4660 h 10000"/>
              <a:gd name="connsiteX60-5533" fmla="*/ 7100 w 10000"/>
              <a:gd name="connsiteY60-5534" fmla="*/ 4409 h 10000"/>
              <a:gd name="connsiteX61-5535" fmla="*/ 7100 w 10000"/>
              <a:gd name="connsiteY61-5536" fmla="*/ 3855 h 10000"/>
              <a:gd name="connsiteX62-5537" fmla="*/ 7100 w 10000"/>
              <a:gd name="connsiteY62-5538" fmla="*/ 3476 h 10000"/>
              <a:gd name="connsiteX63-5539" fmla="*/ 7100 w 10000"/>
              <a:gd name="connsiteY63-5540" fmla="*/ 3074 h 10000"/>
              <a:gd name="connsiteX64-5541" fmla="*/ 9200 w 10000"/>
              <a:gd name="connsiteY64-5542" fmla="*/ 0 h 10000"/>
              <a:gd name="connsiteX0-5543" fmla="*/ 9450 w 10000"/>
              <a:gd name="connsiteY0-5544" fmla="*/ 531 h 10000"/>
              <a:gd name="connsiteX1-5545" fmla="*/ 9450 w 10000"/>
              <a:gd name="connsiteY1-5546" fmla="*/ 1209 h 10000"/>
              <a:gd name="connsiteX2-5547" fmla="*/ 9450 w 10000"/>
              <a:gd name="connsiteY2-5548" fmla="*/ 1736 h 10000"/>
              <a:gd name="connsiteX3-5549" fmla="*/ 9750 w 10000"/>
              <a:gd name="connsiteY3-5550" fmla="*/ 2267 h 10000"/>
              <a:gd name="connsiteX4-5551" fmla="*/ 9750 w 10000"/>
              <a:gd name="connsiteY4-5552" fmla="*/ 2795 h 10000"/>
              <a:gd name="connsiteX5-5553" fmla="*/ 9750 w 10000"/>
              <a:gd name="connsiteY5-5554" fmla="*/ 3603 h 10000"/>
              <a:gd name="connsiteX6-5555" fmla="*/ 9750 w 10000"/>
              <a:gd name="connsiteY6-5556" fmla="*/ 4257 h 10000"/>
              <a:gd name="connsiteX7-5557" fmla="*/ 9750 w 10000"/>
              <a:gd name="connsiteY7-5558" fmla="*/ 5188 h 10000"/>
              <a:gd name="connsiteX8-5559" fmla="*/ 10000 w 10000"/>
              <a:gd name="connsiteY8-5560" fmla="*/ 5994 h 10000"/>
              <a:gd name="connsiteX9-5561" fmla="*/ 10000 w 10000"/>
              <a:gd name="connsiteY9-5562" fmla="*/ 6673 h 10000"/>
              <a:gd name="connsiteX10-5563" fmla="*/ 9750 w 10000"/>
              <a:gd name="connsiteY10-5564" fmla="*/ 7330 h 10000"/>
              <a:gd name="connsiteX11-5565" fmla="*/ 9750 w 10000"/>
              <a:gd name="connsiteY11-5566" fmla="*/ 7859 h 10000"/>
              <a:gd name="connsiteX12-5567" fmla="*/ 9450 w 10000"/>
              <a:gd name="connsiteY12-5568" fmla="*/ 8388 h 10000"/>
              <a:gd name="connsiteX13-5569" fmla="*/ 9200 w 10000"/>
              <a:gd name="connsiteY13-5570" fmla="*/ 8791 h 10000"/>
              <a:gd name="connsiteX14-5571" fmla="*/ 9200 w 10000"/>
              <a:gd name="connsiteY14-5572" fmla="*/ 9068 h 10000"/>
              <a:gd name="connsiteX15-5573" fmla="*/ 8700 w 10000"/>
              <a:gd name="connsiteY15-5574" fmla="*/ 9319 h 10000"/>
              <a:gd name="connsiteX16-5575" fmla="*/ 8150 w 10000"/>
              <a:gd name="connsiteY16-5576" fmla="*/ 9599 h 10000"/>
              <a:gd name="connsiteX17-5577" fmla="*/ 7350 w 10000"/>
              <a:gd name="connsiteY17-5578" fmla="*/ 9848 h 10000"/>
              <a:gd name="connsiteX18-5579" fmla="*/ 7100 w 10000"/>
              <a:gd name="connsiteY18-5580" fmla="*/ 10000 h 10000"/>
              <a:gd name="connsiteX19-5581" fmla="*/ 6550 w 10000"/>
              <a:gd name="connsiteY19-5582" fmla="*/ 10000 h 10000"/>
              <a:gd name="connsiteX20-5583" fmla="*/ 6300 w 10000"/>
              <a:gd name="connsiteY20-5584" fmla="*/ 10000 h 10000"/>
              <a:gd name="connsiteX21-5585" fmla="*/ 6050 w 10000"/>
              <a:gd name="connsiteY21-5586" fmla="*/ 9848 h 10000"/>
              <a:gd name="connsiteX22-5587" fmla="*/ 5500 w 10000"/>
              <a:gd name="connsiteY22-5588" fmla="*/ 9723 h 10000"/>
              <a:gd name="connsiteX23-5589" fmla="*/ 5250 w 10000"/>
              <a:gd name="connsiteY23-5590" fmla="*/ 9471 h 10000"/>
              <a:gd name="connsiteX24-5591" fmla="*/ 4700 w 10000"/>
              <a:gd name="connsiteY24-5592" fmla="*/ 9068 h 10000"/>
              <a:gd name="connsiteX25-5593" fmla="*/ 3950 w 10000"/>
              <a:gd name="connsiteY25-5594" fmla="*/ 8791 h 10000"/>
              <a:gd name="connsiteX26-5595" fmla="*/ 3650 w 10000"/>
              <a:gd name="connsiteY26-5596" fmla="*/ 8665 h 10000"/>
              <a:gd name="connsiteX27-5597" fmla="*/ 3150 w 10000"/>
              <a:gd name="connsiteY27-5598" fmla="*/ 8538 h 10000"/>
              <a:gd name="connsiteX28-5599" fmla="*/ 2600 w 10000"/>
              <a:gd name="connsiteY28-5600" fmla="*/ 8388 h 10000"/>
              <a:gd name="connsiteX29-5601" fmla="*/ 2100 w 10000"/>
              <a:gd name="connsiteY29-5602" fmla="*/ 8137 h 10000"/>
              <a:gd name="connsiteX30-5603" fmla="*/ 1550 w 10000"/>
              <a:gd name="connsiteY30-5604" fmla="*/ 7986 h 10000"/>
              <a:gd name="connsiteX31-5605" fmla="*/ 1300 w 10000"/>
              <a:gd name="connsiteY31-5606" fmla="*/ 7859 h 10000"/>
              <a:gd name="connsiteX32-5607" fmla="*/ 750 w 10000"/>
              <a:gd name="connsiteY32-5608" fmla="*/ 7859 h 10000"/>
              <a:gd name="connsiteX33-5609" fmla="*/ 500 w 10000"/>
              <a:gd name="connsiteY33-5610" fmla="*/ 7733 h 10000"/>
              <a:gd name="connsiteX34-5611" fmla="*/ 250 w 10000"/>
              <a:gd name="connsiteY34-5612" fmla="*/ 7606 h 10000"/>
              <a:gd name="connsiteX35-5613" fmla="*/ 250 w 10000"/>
              <a:gd name="connsiteY35-5614" fmla="*/ 7606 h 10000"/>
              <a:gd name="connsiteX36-5615" fmla="*/ 0 w 10000"/>
              <a:gd name="connsiteY36-5616" fmla="*/ 7455 h 10000"/>
              <a:gd name="connsiteX37-5617" fmla="*/ 0 w 10000"/>
              <a:gd name="connsiteY37-5618" fmla="*/ 7455 h 10000"/>
              <a:gd name="connsiteX38-5619" fmla="*/ 250 w 10000"/>
              <a:gd name="connsiteY38-5620" fmla="*/ 7455 h 10000"/>
              <a:gd name="connsiteX39-5621" fmla="*/ 250 w 10000"/>
              <a:gd name="connsiteY39-5622" fmla="*/ 7455 h 10000"/>
              <a:gd name="connsiteX40-5623" fmla="*/ 500 w 10000"/>
              <a:gd name="connsiteY40-5624" fmla="*/ 7455 h 10000"/>
              <a:gd name="connsiteX41-5625" fmla="*/ 750 w 10000"/>
              <a:gd name="connsiteY41-5626" fmla="*/ 7455 h 10000"/>
              <a:gd name="connsiteX42-5627" fmla="*/ 1050 w 10000"/>
              <a:gd name="connsiteY42-5628" fmla="*/ 7455 h 10000"/>
              <a:gd name="connsiteX43-5629" fmla="*/ 1300 w 10000"/>
              <a:gd name="connsiteY43-5630" fmla="*/ 7455 h 10000"/>
              <a:gd name="connsiteX44-5631" fmla="*/ 1800 w 10000"/>
              <a:gd name="connsiteY44-5632" fmla="*/ 7455 h 10000"/>
              <a:gd name="connsiteX45-5633" fmla="*/ 2350 w 10000"/>
              <a:gd name="connsiteY45-5634" fmla="*/ 7455 h 10000"/>
              <a:gd name="connsiteX46-5635" fmla="*/ 3400 w 10000"/>
              <a:gd name="connsiteY46-5636" fmla="*/ 7606 h 10000"/>
              <a:gd name="connsiteX47-5637" fmla="*/ 4200 w 10000"/>
              <a:gd name="connsiteY47-5638" fmla="*/ 7606 h 10000"/>
              <a:gd name="connsiteX48-5639" fmla="*/ 5000 w 10000"/>
              <a:gd name="connsiteY48-5640" fmla="*/ 7606 h 10000"/>
              <a:gd name="connsiteX49-5641" fmla="*/ 5500 w 10000"/>
              <a:gd name="connsiteY49-5642" fmla="*/ 7606 h 10000"/>
              <a:gd name="connsiteX50-5643" fmla="*/ 6050 w 10000"/>
              <a:gd name="connsiteY50-5644" fmla="*/ 7606 h 10000"/>
              <a:gd name="connsiteX51-5645" fmla="*/ 6300 w 10000"/>
              <a:gd name="connsiteY51-5646" fmla="*/ 7455 h 10000"/>
              <a:gd name="connsiteX52-5647" fmla="*/ 6550 w 10000"/>
              <a:gd name="connsiteY52-5648" fmla="*/ 7205 h 10000"/>
              <a:gd name="connsiteX53-5649" fmla="*/ 6850 w 10000"/>
              <a:gd name="connsiteY53-5650" fmla="*/ 6927 h 10000"/>
              <a:gd name="connsiteX54-5651" fmla="*/ 7100 w 10000"/>
              <a:gd name="connsiteY54-5652" fmla="*/ 6673 h 10000"/>
              <a:gd name="connsiteX55-5653" fmla="*/ 7100 w 10000"/>
              <a:gd name="connsiteY55-5654" fmla="*/ 6271 h 10000"/>
              <a:gd name="connsiteX56-5655" fmla="*/ 7100 w 10000"/>
              <a:gd name="connsiteY56-5656" fmla="*/ 5744 h 10000"/>
              <a:gd name="connsiteX57-5657" fmla="*/ 7100 w 10000"/>
              <a:gd name="connsiteY57-5658" fmla="*/ 5063 h 10000"/>
              <a:gd name="connsiteX58-5659" fmla="*/ 7100 w 10000"/>
              <a:gd name="connsiteY58-5660" fmla="*/ 4660 h 10000"/>
              <a:gd name="connsiteX59-5661" fmla="*/ 7100 w 10000"/>
              <a:gd name="connsiteY59-5662" fmla="*/ 4409 h 10000"/>
              <a:gd name="connsiteX60-5663" fmla="*/ 7100 w 10000"/>
              <a:gd name="connsiteY60-5664" fmla="*/ 3855 h 10000"/>
              <a:gd name="connsiteX61-5665" fmla="*/ 7100 w 10000"/>
              <a:gd name="connsiteY61-5666" fmla="*/ 3476 h 10000"/>
              <a:gd name="connsiteX62-5667" fmla="*/ 7100 w 10000"/>
              <a:gd name="connsiteY62-5668" fmla="*/ 3074 h 10000"/>
              <a:gd name="connsiteX63-5669" fmla="*/ 9200 w 10000"/>
              <a:gd name="connsiteY63-5670" fmla="*/ 0 h 10000"/>
              <a:gd name="connsiteX0-5671" fmla="*/ 9450 w 10000"/>
              <a:gd name="connsiteY0-5672" fmla="*/ 0 h 9469"/>
              <a:gd name="connsiteX1-5673" fmla="*/ 9450 w 10000"/>
              <a:gd name="connsiteY1-5674" fmla="*/ 678 h 9469"/>
              <a:gd name="connsiteX2-5675" fmla="*/ 9450 w 10000"/>
              <a:gd name="connsiteY2-5676" fmla="*/ 1205 h 9469"/>
              <a:gd name="connsiteX3-5677" fmla="*/ 9750 w 10000"/>
              <a:gd name="connsiteY3-5678" fmla="*/ 1736 h 9469"/>
              <a:gd name="connsiteX4-5679" fmla="*/ 9750 w 10000"/>
              <a:gd name="connsiteY4-5680" fmla="*/ 2264 h 9469"/>
              <a:gd name="connsiteX5-5681" fmla="*/ 9750 w 10000"/>
              <a:gd name="connsiteY5-5682" fmla="*/ 3072 h 9469"/>
              <a:gd name="connsiteX6-5683" fmla="*/ 9750 w 10000"/>
              <a:gd name="connsiteY6-5684" fmla="*/ 3726 h 9469"/>
              <a:gd name="connsiteX7-5685" fmla="*/ 9750 w 10000"/>
              <a:gd name="connsiteY7-5686" fmla="*/ 4657 h 9469"/>
              <a:gd name="connsiteX8-5687" fmla="*/ 10000 w 10000"/>
              <a:gd name="connsiteY8-5688" fmla="*/ 5463 h 9469"/>
              <a:gd name="connsiteX9-5689" fmla="*/ 10000 w 10000"/>
              <a:gd name="connsiteY9-5690" fmla="*/ 6142 h 9469"/>
              <a:gd name="connsiteX10-5691" fmla="*/ 9750 w 10000"/>
              <a:gd name="connsiteY10-5692" fmla="*/ 6799 h 9469"/>
              <a:gd name="connsiteX11-5693" fmla="*/ 9750 w 10000"/>
              <a:gd name="connsiteY11-5694" fmla="*/ 7328 h 9469"/>
              <a:gd name="connsiteX12-5695" fmla="*/ 9450 w 10000"/>
              <a:gd name="connsiteY12-5696" fmla="*/ 7857 h 9469"/>
              <a:gd name="connsiteX13-5697" fmla="*/ 9200 w 10000"/>
              <a:gd name="connsiteY13-5698" fmla="*/ 8260 h 9469"/>
              <a:gd name="connsiteX14-5699" fmla="*/ 9200 w 10000"/>
              <a:gd name="connsiteY14-5700" fmla="*/ 8537 h 9469"/>
              <a:gd name="connsiteX15-5701" fmla="*/ 8700 w 10000"/>
              <a:gd name="connsiteY15-5702" fmla="*/ 8788 h 9469"/>
              <a:gd name="connsiteX16-5703" fmla="*/ 8150 w 10000"/>
              <a:gd name="connsiteY16-5704" fmla="*/ 9068 h 9469"/>
              <a:gd name="connsiteX17-5705" fmla="*/ 7350 w 10000"/>
              <a:gd name="connsiteY17-5706" fmla="*/ 9317 h 9469"/>
              <a:gd name="connsiteX18-5707" fmla="*/ 7100 w 10000"/>
              <a:gd name="connsiteY18-5708" fmla="*/ 9469 h 9469"/>
              <a:gd name="connsiteX19-5709" fmla="*/ 6550 w 10000"/>
              <a:gd name="connsiteY19-5710" fmla="*/ 9469 h 9469"/>
              <a:gd name="connsiteX20-5711" fmla="*/ 6300 w 10000"/>
              <a:gd name="connsiteY20-5712" fmla="*/ 9469 h 9469"/>
              <a:gd name="connsiteX21-5713" fmla="*/ 6050 w 10000"/>
              <a:gd name="connsiteY21-5714" fmla="*/ 9317 h 9469"/>
              <a:gd name="connsiteX22-5715" fmla="*/ 5500 w 10000"/>
              <a:gd name="connsiteY22-5716" fmla="*/ 9192 h 9469"/>
              <a:gd name="connsiteX23-5717" fmla="*/ 5250 w 10000"/>
              <a:gd name="connsiteY23-5718" fmla="*/ 8940 h 9469"/>
              <a:gd name="connsiteX24-5719" fmla="*/ 4700 w 10000"/>
              <a:gd name="connsiteY24-5720" fmla="*/ 8537 h 9469"/>
              <a:gd name="connsiteX25-5721" fmla="*/ 3950 w 10000"/>
              <a:gd name="connsiteY25-5722" fmla="*/ 8260 h 9469"/>
              <a:gd name="connsiteX26-5723" fmla="*/ 3650 w 10000"/>
              <a:gd name="connsiteY26-5724" fmla="*/ 8134 h 9469"/>
              <a:gd name="connsiteX27-5725" fmla="*/ 3150 w 10000"/>
              <a:gd name="connsiteY27-5726" fmla="*/ 8007 h 9469"/>
              <a:gd name="connsiteX28-5727" fmla="*/ 2600 w 10000"/>
              <a:gd name="connsiteY28-5728" fmla="*/ 7857 h 9469"/>
              <a:gd name="connsiteX29-5729" fmla="*/ 2100 w 10000"/>
              <a:gd name="connsiteY29-5730" fmla="*/ 7606 h 9469"/>
              <a:gd name="connsiteX30-5731" fmla="*/ 1550 w 10000"/>
              <a:gd name="connsiteY30-5732" fmla="*/ 7455 h 9469"/>
              <a:gd name="connsiteX31-5733" fmla="*/ 1300 w 10000"/>
              <a:gd name="connsiteY31-5734" fmla="*/ 7328 h 9469"/>
              <a:gd name="connsiteX32-5735" fmla="*/ 750 w 10000"/>
              <a:gd name="connsiteY32-5736" fmla="*/ 7328 h 9469"/>
              <a:gd name="connsiteX33-5737" fmla="*/ 500 w 10000"/>
              <a:gd name="connsiteY33-5738" fmla="*/ 7202 h 9469"/>
              <a:gd name="connsiteX34-5739" fmla="*/ 250 w 10000"/>
              <a:gd name="connsiteY34-5740" fmla="*/ 7075 h 9469"/>
              <a:gd name="connsiteX35-5741" fmla="*/ 250 w 10000"/>
              <a:gd name="connsiteY35-5742" fmla="*/ 7075 h 9469"/>
              <a:gd name="connsiteX36-5743" fmla="*/ 0 w 10000"/>
              <a:gd name="connsiteY36-5744" fmla="*/ 6924 h 9469"/>
              <a:gd name="connsiteX37-5745" fmla="*/ 0 w 10000"/>
              <a:gd name="connsiteY37-5746" fmla="*/ 6924 h 9469"/>
              <a:gd name="connsiteX38-5747" fmla="*/ 250 w 10000"/>
              <a:gd name="connsiteY38-5748" fmla="*/ 6924 h 9469"/>
              <a:gd name="connsiteX39-5749" fmla="*/ 250 w 10000"/>
              <a:gd name="connsiteY39-5750" fmla="*/ 6924 h 9469"/>
              <a:gd name="connsiteX40-5751" fmla="*/ 500 w 10000"/>
              <a:gd name="connsiteY40-5752" fmla="*/ 6924 h 9469"/>
              <a:gd name="connsiteX41-5753" fmla="*/ 750 w 10000"/>
              <a:gd name="connsiteY41-5754" fmla="*/ 6924 h 9469"/>
              <a:gd name="connsiteX42-5755" fmla="*/ 1050 w 10000"/>
              <a:gd name="connsiteY42-5756" fmla="*/ 6924 h 9469"/>
              <a:gd name="connsiteX43-5757" fmla="*/ 1300 w 10000"/>
              <a:gd name="connsiteY43-5758" fmla="*/ 6924 h 9469"/>
              <a:gd name="connsiteX44-5759" fmla="*/ 1800 w 10000"/>
              <a:gd name="connsiteY44-5760" fmla="*/ 6924 h 9469"/>
              <a:gd name="connsiteX45-5761" fmla="*/ 2350 w 10000"/>
              <a:gd name="connsiteY45-5762" fmla="*/ 6924 h 9469"/>
              <a:gd name="connsiteX46-5763" fmla="*/ 3400 w 10000"/>
              <a:gd name="connsiteY46-5764" fmla="*/ 7075 h 9469"/>
              <a:gd name="connsiteX47-5765" fmla="*/ 4200 w 10000"/>
              <a:gd name="connsiteY47-5766" fmla="*/ 7075 h 9469"/>
              <a:gd name="connsiteX48-5767" fmla="*/ 5000 w 10000"/>
              <a:gd name="connsiteY48-5768" fmla="*/ 7075 h 9469"/>
              <a:gd name="connsiteX49-5769" fmla="*/ 5500 w 10000"/>
              <a:gd name="connsiteY49-5770" fmla="*/ 7075 h 9469"/>
              <a:gd name="connsiteX50-5771" fmla="*/ 6050 w 10000"/>
              <a:gd name="connsiteY50-5772" fmla="*/ 7075 h 9469"/>
              <a:gd name="connsiteX51-5773" fmla="*/ 6300 w 10000"/>
              <a:gd name="connsiteY51-5774" fmla="*/ 6924 h 9469"/>
              <a:gd name="connsiteX52-5775" fmla="*/ 6550 w 10000"/>
              <a:gd name="connsiteY52-5776" fmla="*/ 6674 h 9469"/>
              <a:gd name="connsiteX53-5777" fmla="*/ 6850 w 10000"/>
              <a:gd name="connsiteY53-5778" fmla="*/ 6396 h 9469"/>
              <a:gd name="connsiteX54-5779" fmla="*/ 7100 w 10000"/>
              <a:gd name="connsiteY54-5780" fmla="*/ 6142 h 9469"/>
              <a:gd name="connsiteX55-5781" fmla="*/ 7100 w 10000"/>
              <a:gd name="connsiteY55-5782" fmla="*/ 5740 h 9469"/>
              <a:gd name="connsiteX56-5783" fmla="*/ 7100 w 10000"/>
              <a:gd name="connsiteY56-5784" fmla="*/ 5213 h 9469"/>
              <a:gd name="connsiteX57-5785" fmla="*/ 7100 w 10000"/>
              <a:gd name="connsiteY57-5786" fmla="*/ 4532 h 9469"/>
              <a:gd name="connsiteX58-5787" fmla="*/ 7100 w 10000"/>
              <a:gd name="connsiteY58-5788" fmla="*/ 4129 h 9469"/>
              <a:gd name="connsiteX59-5789" fmla="*/ 7100 w 10000"/>
              <a:gd name="connsiteY59-5790" fmla="*/ 3878 h 9469"/>
              <a:gd name="connsiteX60-5791" fmla="*/ 7100 w 10000"/>
              <a:gd name="connsiteY60-5792" fmla="*/ 3324 h 9469"/>
              <a:gd name="connsiteX61-5793" fmla="*/ 7100 w 10000"/>
              <a:gd name="connsiteY61-5794" fmla="*/ 2945 h 9469"/>
              <a:gd name="connsiteX62-5795" fmla="*/ 7100 w 10000"/>
              <a:gd name="connsiteY62-5796" fmla="*/ 2543 h 9469"/>
              <a:gd name="connsiteX0-5797" fmla="*/ 9450 w 10000"/>
              <a:gd name="connsiteY0-5798" fmla="*/ 0 h 9284"/>
              <a:gd name="connsiteX1-5799" fmla="*/ 9450 w 10000"/>
              <a:gd name="connsiteY1-5800" fmla="*/ 557 h 9284"/>
              <a:gd name="connsiteX2-5801" fmla="*/ 9750 w 10000"/>
              <a:gd name="connsiteY2-5802" fmla="*/ 1117 h 9284"/>
              <a:gd name="connsiteX3-5803" fmla="*/ 9750 w 10000"/>
              <a:gd name="connsiteY3-5804" fmla="*/ 1675 h 9284"/>
              <a:gd name="connsiteX4-5805" fmla="*/ 9750 w 10000"/>
              <a:gd name="connsiteY4-5806" fmla="*/ 2528 h 9284"/>
              <a:gd name="connsiteX5-5807" fmla="*/ 9750 w 10000"/>
              <a:gd name="connsiteY5-5808" fmla="*/ 3219 h 9284"/>
              <a:gd name="connsiteX6-5809" fmla="*/ 9750 w 10000"/>
              <a:gd name="connsiteY6-5810" fmla="*/ 4202 h 9284"/>
              <a:gd name="connsiteX7-5811" fmla="*/ 10000 w 10000"/>
              <a:gd name="connsiteY7-5812" fmla="*/ 5053 h 9284"/>
              <a:gd name="connsiteX8-5813" fmla="*/ 10000 w 10000"/>
              <a:gd name="connsiteY8-5814" fmla="*/ 5770 h 9284"/>
              <a:gd name="connsiteX9-5815" fmla="*/ 9750 w 10000"/>
              <a:gd name="connsiteY9-5816" fmla="*/ 6464 h 9284"/>
              <a:gd name="connsiteX10-5817" fmla="*/ 9750 w 10000"/>
              <a:gd name="connsiteY10-5818" fmla="*/ 7023 h 9284"/>
              <a:gd name="connsiteX11-5819" fmla="*/ 9450 w 10000"/>
              <a:gd name="connsiteY11-5820" fmla="*/ 7582 h 9284"/>
              <a:gd name="connsiteX12-5821" fmla="*/ 9200 w 10000"/>
              <a:gd name="connsiteY12-5822" fmla="*/ 8007 h 9284"/>
              <a:gd name="connsiteX13-5823" fmla="*/ 9200 w 10000"/>
              <a:gd name="connsiteY13-5824" fmla="*/ 8300 h 9284"/>
              <a:gd name="connsiteX14-5825" fmla="*/ 8700 w 10000"/>
              <a:gd name="connsiteY14-5826" fmla="*/ 8565 h 9284"/>
              <a:gd name="connsiteX15-5827" fmla="*/ 8150 w 10000"/>
              <a:gd name="connsiteY15-5828" fmla="*/ 8861 h 9284"/>
              <a:gd name="connsiteX16-5829" fmla="*/ 7350 w 10000"/>
              <a:gd name="connsiteY16-5830" fmla="*/ 9123 h 9284"/>
              <a:gd name="connsiteX17-5831" fmla="*/ 7100 w 10000"/>
              <a:gd name="connsiteY17-5832" fmla="*/ 9284 h 9284"/>
              <a:gd name="connsiteX18-5833" fmla="*/ 6550 w 10000"/>
              <a:gd name="connsiteY18-5834" fmla="*/ 9284 h 9284"/>
              <a:gd name="connsiteX19-5835" fmla="*/ 6300 w 10000"/>
              <a:gd name="connsiteY19-5836" fmla="*/ 9284 h 9284"/>
              <a:gd name="connsiteX20-5837" fmla="*/ 6050 w 10000"/>
              <a:gd name="connsiteY20-5838" fmla="*/ 9123 h 9284"/>
              <a:gd name="connsiteX21-5839" fmla="*/ 5500 w 10000"/>
              <a:gd name="connsiteY21-5840" fmla="*/ 8991 h 9284"/>
              <a:gd name="connsiteX22-5841" fmla="*/ 5250 w 10000"/>
              <a:gd name="connsiteY22-5842" fmla="*/ 8725 h 9284"/>
              <a:gd name="connsiteX23-5843" fmla="*/ 4700 w 10000"/>
              <a:gd name="connsiteY23-5844" fmla="*/ 8300 h 9284"/>
              <a:gd name="connsiteX24-5845" fmla="*/ 3950 w 10000"/>
              <a:gd name="connsiteY24-5846" fmla="*/ 8007 h 9284"/>
              <a:gd name="connsiteX25-5847" fmla="*/ 3650 w 10000"/>
              <a:gd name="connsiteY25-5848" fmla="*/ 7874 h 9284"/>
              <a:gd name="connsiteX26-5849" fmla="*/ 3150 w 10000"/>
              <a:gd name="connsiteY26-5850" fmla="*/ 7740 h 9284"/>
              <a:gd name="connsiteX27-5851" fmla="*/ 2600 w 10000"/>
              <a:gd name="connsiteY27-5852" fmla="*/ 7582 h 9284"/>
              <a:gd name="connsiteX28-5853" fmla="*/ 2100 w 10000"/>
              <a:gd name="connsiteY28-5854" fmla="*/ 7317 h 9284"/>
              <a:gd name="connsiteX29-5855" fmla="*/ 1550 w 10000"/>
              <a:gd name="connsiteY29-5856" fmla="*/ 7157 h 9284"/>
              <a:gd name="connsiteX30-5857" fmla="*/ 1300 w 10000"/>
              <a:gd name="connsiteY30-5858" fmla="*/ 7023 h 9284"/>
              <a:gd name="connsiteX31-5859" fmla="*/ 750 w 10000"/>
              <a:gd name="connsiteY31-5860" fmla="*/ 7023 h 9284"/>
              <a:gd name="connsiteX32-5861" fmla="*/ 500 w 10000"/>
              <a:gd name="connsiteY32-5862" fmla="*/ 6890 h 9284"/>
              <a:gd name="connsiteX33-5863" fmla="*/ 250 w 10000"/>
              <a:gd name="connsiteY33-5864" fmla="*/ 6756 h 9284"/>
              <a:gd name="connsiteX34-5865" fmla="*/ 250 w 10000"/>
              <a:gd name="connsiteY34-5866" fmla="*/ 6756 h 9284"/>
              <a:gd name="connsiteX35-5867" fmla="*/ 0 w 10000"/>
              <a:gd name="connsiteY35-5868" fmla="*/ 6596 h 9284"/>
              <a:gd name="connsiteX36-5869" fmla="*/ 0 w 10000"/>
              <a:gd name="connsiteY36-5870" fmla="*/ 6596 h 9284"/>
              <a:gd name="connsiteX37-5871" fmla="*/ 250 w 10000"/>
              <a:gd name="connsiteY37-5872" fmla="*/ 6596 h 9284"/>
              <a:gd name="connsiteX38-5873" fmla="*/ 250 w 10000"/>
              <a:gd name="connsiteY38-5874" fmla="*/ 6596 h 9284"/>
              <a:gd name="connsiteX39-5875" fmla="*/ 500 w 10000"/>
              <a:gd name="connsiteY39-5876" fmla="*/ 6596 h 9284"/>
              <a:gd name="connsiteX40-5877" fmla="*/ 750 w 10000"/>
              <a:gd name="connsiteY40-5878" fmla="*/ 6596 h 9284"/>
              <a:gd name="connsiteX41-5879" fmla="*/ 1050 w 10000"/>
              <a:gd name="connsiteY41-5880" fmla="*/ 6596 h 9284"/>
              <a:gd name="connsiteX42-5881" fmla="*/ 1300 w 10000"/>
              <a:gd name="connsiteY42-5882" fmla="*/ 6596 h 9284"/>
              <a:gd name="connsiteX43-5883" fmla="*/ 1800 w 10000"/>
              <a:gd name="connsiteY43-5884" fmla="*/ 6596 h 9284"/>
              <a:gd name="connsiteX44-5885" fmla="*/ 2350 w 10000"/>
              <a:gd name="connsiteY44-5886" fmla="*/ 6596 h 9284"/>
              <a:gd name="connsiteX45-5887" fmla="*/ 3400 w 10000"/>
              <a:gd name="connsiteY45-5888" fmla="*/ 6756 h 9284"/>
              <a:gd name="connsiteX46-5889" fmla="*/ 4200 w 10000"/>
              <a:gd name="connsiteY46-5890" fmla="*/ 6756 h 9284"/>
              <a:gd name="connsiteX47-5891" fmla="*/ 5000 w 10000"/>
              <a:gd name="connsiteY47-5892" fmla="*/ 6756 h 9284"/>
              <a:gd name="connsiteX48-5893" fmla="*/ 5500 w 10000"/>
              <a:gd name="connsiteY48-5894" fmla="*/ 6756 h 9284"/>
              <a:gd name="connsiteX49-5895" fmla="*/ 6050 w 10000"/>
              <a:gd name="connsiteY49-5896" fmla="*/ 6756 h 9284"/>
              <a:gd name="connsiteX50-5897" fmla="*/ 6300 w 10000"/>
              <a:gd name="connsiteY50-5898" fmla="*/ 6596 h 9284"/>
              <a:gd name="connsiteX51-5899" fmla="*/ 6550 w 10000"/>
              <a:gd name="connsiteY51-5900" fmla="*/ 6332 h 9284"/>
              <a:gd name="connsiteX52-5901" fmla="*/ 6850 w 10000"/>
              <a:gd name="connsiteY52-5902" fmla="*/ 6039 h 9284"/>
              <a:gd name="connsiteX53-5903" fmla="*/ 7100 w 10000"/>
              <a:gd name="connsiteY53-5904" fmla="*/ 5770 h 9284"/>
              <a:gd name="connsiteX54-5905" fmla="*/ 7100 w 10000"/>
              <a:gd name="connsiteY54-5906" fmla="*/ 5346 h 9284"/>
              <a:gd name="connsiteX55-5907" fmla="*/ 7100 w 10000"/>
              <a:gd name="connsiteY55-5908" fmla="*/ 4789 h 9284"/>
              <a:gd name="connsiteX56-5909" fmla="*/ 7100 w 10000"/>
              <a:gd name="connsiteY56-5910" fmla="*/ 4070 h 9284"/>
              <a:gd name="connsiteX57-5911" fmla="*/ 7100 w 10000"/>
              <a:gd name="connsiteY57-5912" fmla="*/ 3645 h 9284"/>
              <a:gd name="connsiteX58-5913" fmla="*/ 7100 w 10000"/>
              <a:gd name="connsiteY58-5914" fmla="*/ 3379 h 9284"/>
              <a:gd name="connsiteX59-5915" fmla="*/ 7100 w 10000"/>
              <a:gd name="connsiteY59-5916" fmla="*/ 2794 h 9284"/>
              <a:gd name="connsiteX60-5917" fmla="*/ 7100 w 10000"/>
              <a:gd name="connsiteY60-5918" fmla="*/ 2394 h 9284"/>
              <a:gd name="connsiteX61-5919" fmla="*/ 7100 w 10000"/>
              <a:gd name="connsiteY61-5920" fmla="*/ 1970 h 9284"/>
              <a:gd name="connsiteX0-5921" fmla="*/ 9450 w 10000"/>
              <a:gd name="connsiteY0-5922" fmla="*/ 0 h 9400"/>
              <a:gd name="connsiteX1-5923" fmla="*/ 9750 w 10000"/>
              <a:gd name="connsiteY1-5924" fmla="*/ 603 h 9400"/>
              <a:gd name="connsiteX2-5925" fmla="*/ 9750 w 10000"/>
              <a:gd name="connsiteY2-5926" fmla="*/ 1204 h 9400"/>
              <a:gd name="connsiteX3-5927" fmla="*/ 9750 w 10000"/>
              <a:gd name="connsiteY3-5928" fmla="*/ 2123 h 9400"/>
              <a:gd name="connsiteX4-5929" fmla="*/ 9750 w 10000"/>
              <a:gd name="connsiteY4-5930" fmla="*/ 2867 h 9400"/>
              <a:gd name="connsiteX5-5931" fmla="*/ 9750 w 10000"/>
              <a:gd name="connsiteY5-5932" fmla="*/ 3926 h 9400"/>
              <a:gd name="connsiteX6-5933" fmla="*/ 10000 w 10000"/>
              <a:gd name="connsiteY6-5934" fmla="*/ 4843 h 9400"/>
              <a:gd name="connsiteX7-5935" fmla="*/ 10000 w 10000"/>
              <a:gd name="connsiteY7-5936" fmla="*/ 5615 h 9400"/>
              <a:gd name="connsiteX8-5937" fmla="*/ 9750 w 10000"/>
              <a:gd name="connsiteY8-5938" fmla="*/ 6363 h 9400"/>
              <a:gd name="connsiteX9-5939" fmla="*/ 9750 w 10000"/>
              <a:gd name="connsiteY9-5940" fmla="*/ 6965 h 9400"/>
              <a:gd name="connsiteX10-5941" fmla="*/ 9450 w 10000"/>
              <a:gd name="connsiteY10-5942" fmla="*/ 7567 h 9400"/>
              <a:gd name="connsiteX11-5943" fmla="*/ 9200 w 10000"/>
              <a:gd name="connsiteY11-5944" fmla="*/ 8025 h 9400"/>
              <a:gd name="connsiteX12-5945" fmla="*/ 9200 w 10000"/>
              <a:gd name="connsiteY12-5946" fmla="*/ 8340 h 9400"/>
              <a:gd name="connsiteX13-5947" fmla="*/ 8700 w 10000"/>
              <a:gd name="connsiteY13-5948" fmla="*/ 8626 h 9400"/>
              <a:gd name="connsiteX14-5949" fmla="*/ 8150 w 10000"/>
              <a:gd name="connsiteY14-5950" fmla="*/ 8944 h 9400"/>
              <a:gd name="connsiteX15-5951" fmla="*/ 7350 w 10000"/>
              <a:gd name="connsiteY15-5952" fmla="*/ 9227 h 9400"/>
              <a:gd name="connsiteX16-5953" fmla="*/ 7100 w 10000"/>
              <a:gd name="connsiteY16-5954" fmla="*/ 9400 h 9400"/>
              <a:gd name="connsiteX17-5955" fmla="*/ 6550 w 10000"/>
              <a:gd name="connsiteY17-5956" fmla="*/ 9400 h 9400"/>
              <a:gd name="connsiteX18-5957" fmla="*/ 6300 w 10000"/>
              <a:gd name="connsiteY18-5958" fmla="*/ 9400 h 9400"/>
              <a:gd name="connsiteX19-5959" fmla="*/ 6050 w 10000"/>
              <a:gd name="connsiteY19-5960" fmla="*/ 9227 h 9400"/>
              <a:gd name="connsiteX20-5961" fmla="*/ 5500 w 10000"/>
              <a:gd name="connsiteY20-5962" fmla="*/ 9084 h 9400"/>
              <a:gd name="connsiteX21-5963" fmla="*/ 5250 w 10000"/>
              <a:gd name="connsiteY21-5964" fmla="*/ 8798 h 9400"/>
              <a:gd name="connsiteX22-5965" fmla="*/ 4700 w 10000"/>
              <a:gd name="connsiteY22-5966" fmla="*/ 8340 h 9400"/>
              <a:gd name="connsiteX23-5967" fmla="*/ 3950 w 10000"/>
              <a:gd name="connsiteY23-5968" fmla="*/ 8025 h 9400"/>
              <a:gd name="connsiteX24-5969" fmla="*/ 3650 w 10000"/>
              <a:gd name="connsiteY24-5970" fmla="*/ 7881 h 9400"/>
              <a:gd name="connsiteX25-5971" fmla="*/ 3150 w 10000"/>
              <a:gd name="connsiteY25-5972" fmla="*/ 7737 h 9400"/>
              <a:gd name="connsiteX26-5973" fmla="*/ 2600 w 10000"/>
              <a:gd name="connsiteY26-5974" fmla="*/ 7567 h 9400"/>
              <a:gd name="connsiteX27-5975" fmla="*/ 2100 w 10000"/>
              <a:gd name="connsiteY27-5976" fmla="*/ 7281 h 9400"/>
              <a:gd name="connsiteX28-5977" fmla="*/ 1550 w 10000"/>
              <a:gd name="connsiteY28-5978" fmla="*/ 7109 h 9400"/>
              <a:gd name="connsiteX29-5979" fmla="*/ 1300 w 10000"/>
              <a:gd name="connsiteY29-5980" fmla="*/ 6965 h 9400"/>
              <a:gd name="connsiteX30-5981" fmla="*/ 750 w 10000"/>
              <a:gd name="connsiteY30-5982" fmla="*/ 6965 h 9400"/>
              <a:gd name="connsiteX31-5983" fmla="*/ 500 w 10000"/>
              <a:gd name="connsiteY31-5984" fmla="*/ 6821 h 9400"/>
              <a:gd name="connsiteX32-5985" fmla="*/ 250 w 10000"/>
              <a:gd name="connsiteY32-5986" fmla="*/ 6677 h 9400"/>
              <a:gd name="connsiteX33-5987" fmla="*/ 250 w 10000"/>
              <a:gd name="connsiteY33-5988" fmla="*/ 6677 h 9400"/>
              <a:gd name="connsiteX34-5989" fmla="*/ 0 w 10000"/>
              <a:gd name="connsiteY34-5990" fmla="*/ 6505 h 9400"/>
              <a:gd name="connsiteX35-5991" fmla="*/ 0 w 10000"/>
              <a:gd name="connsiteY35-5992" fmla="*/ 6505 h 9400"/>
              <a:gd name="connsiteX36-5993" fmla="*/ 250 w 10000"/>
              <a:gd name="connsiteY36-5994" fmla="*/ 6505 h 9400"/>
              <a:gd name="connsiteX37-5995" fmla="*/ 250 w 10000"/>
              <a:gd name="connsiteY37-5996" fmla="*/ 6505 h 9400"/>
              <a:gd name="connsiteX38-5997" fmla="*/ 500 w 10000"/>
              <a:gd name="connsiteY38-5998" fmla="*/ 6505 h 9400"/>
              <a:gd name="connsiteX39-5999" fmla="*/ 750 w 10000"/>
              <a:gd name="connsiteY39-6000" fmla="*/ 6505 h 9400"/>
              <a:gd name="connsiteX40-6001" fmla="*/ 1050 w 10000"/>
              <a:gd name="connsiteY40-6002" fmla="*/ 6505 h 9400"/>
              <a:gd name="connsiteX41-6003" fmla="*/ 1300 w 10000"/>
              <a:gd name="connsiteY41-6004" fmla="*/ 6505 h 9400"/>
              <a:gd name="connsiteX42-6005" fmla="*/ 1800 w 10000"/>
              <a:gd name="connsiteY42-6006" fmla="*/ 6505 h 9400"/>
              <a:gd name="connsiteX43-6007" fmla="*/ 2350 w 10000"/>
              <a:gd name="connsiteY43-6008" fmla="*/ 6505 h 9400"/>
              <a:gd name="connsiteX44-6009" fmla="*/ 3400 w 10000"/>
              <a:gd name="connsiteY44-6010" fmla="*/ 6677 h 9400"/>
              <a:gd name="connsiteX45-6011" fmla="*/ 4200 w 10000"/>
              <a:gd name="connsiteY45-6012" fmla="*/ 6677 h 9400"/>
              <a:gd name="connsiteX46-6013" fmla="*/ 5000 w 10000"/>
              <a:gd name="connsiteY46-6014" fmla="*/ 6677 h 9400"/>
              <a:gd name="connsiteX47-6015" fmla="*/ 5500 w 10000"/>
              <a:gd name="connsiteY47-6016" fmla="*/ 6677 h 9400"/>
              <a:gd name="connsiteX48-6017" fmla="*/ 6050 w 10000"/>
              <a:gd name="connsiteY48-6018" fmla="*/ 6677 h 9400"/>
              <a:gd name="connsiteX49-6019" fmla="*/ 6300 w 10000"/>
              <a:gd name="connsiteY49-6020" fmla="*/ 6505 h 9400"/>
              <a:gd name="connsiteX50-6021" fmla="*/ 6550 w 10000"/>
              <a:gd name="connsiteY50-6022" fmla="*/ 6220 h 9400"/>
              <a:gd name="connsiteX51-6023" fmla="*/ 6850 w 10000"/>
              <a:gd name="connsiteY51-6024" fmla="*/ 5905 h 9400"/>
              <a:gd name="connsiteX52-6025" fmla="*/ 7100 w 10000"/>
              <a:gd name="connsiteY52-6026" fmla="*/ 5615 h 9400"/>
              <a:gd name="connsiteX53-6027" fmla="*/ 7100 w 10000"/>
              <a:gd name="connsiteY53-6028" fmla="*/ 5158 h 9400"/>
              <a:gd name="connsiteX54-6029" fmla="*/ 7100 w 10000"/>
              <a:gd name="connsiteY54-6030" fmla="*/ 4558 h 9400"/>
              <a:gd name="connsiteX55-6031" fmla="*/ 7100 w 10000"/>
              <a:gd name="connsiteY55-6032" fmla="*/ 3784 h 9400"/>
              <a:gd name="connsiteX56-6033" fmla="*/ 7100 w 10000"/>
              <a:gd name="connsiteY56-6034" fmla="*/ 3326 h 9400"/>
              <a:gd name="connsiteX57-6035" fmla="*/ 7100 w 10000"/>
              <a:gd name="connsiteY57-6036" fmla="*/ 3040 h 9400"/>
              <a:gd name="connsiteX58-6037" fmla="*/ 7100 w 10000"/>
              <a:gd name="connsiteY58-6038" fmla="*/ 2409 h 9400"/>
              <a:gd name="connsiteX59-6039" fmla="*/ 7100 w 10000"/>
              <a:gd name="connsiteY59-6040" fmla="*/ 1979 h 9400"/>
              <a:gd name="connsiteX60-6041" fmla="*/ 7100 w 10000"/>
              <a:gd name="connsiteY60-6042" fmla="*/ 1522 h 9400"/>
              <a:gd name="connsiteX0-6043" fmla="*/ 9750 w 10000"/>
              <a:gd name="connsiteY0-6044" fmla="*/ 0 h 9359"/>
              <a:gd name="connsiteX1-6045" fmla="*/ 9750 w 10000"/>
              <a:gd name="connsiteY1-6046" fmla="*/ 640 h 9359"/>
              <a:gd name="connsiteX2-6047" fmla="*/ 9750 w 10000"/>
              <a:gd name="connsiteY2-6048" fmla="*/ 1618 h 9359"/>
              <a:gd name="connsiteX3-6049" fmla="*/ 9750 w 10000"/>
              <a:gd name="connsiteY3-6050" fmla="*/ 2409 h 9359"/>
              <a:gd name="connsiteX4-6051" fmla="*/ 9750 w 10000"/>
              <a:gd name="connsiteY4-6052" fmla="*/ 3536 h 9359"/>
              <a:gd name="connsiteX5-6053" fmla="*/ 10000 w 10000"/>
              <a:gd name="connsiteY5-6054" fmla="*/ 4511 h 9359"/>
              <a:gd name="connsiteX6-6055" fmla="*/ 10000 w 10000"/>
              <a:gd name="connsiteY6-6056" fmla="*/ 5332 h 9359"/>
              <a:gd name="connsiteX7-6057" fmla="*/ 9750 w 10000"/>
              <a:gd name="connsiteY7-6058" fmla="*/ 6128 h 9359"/>
              <a:gd name="connsiteX8-6059" fmla="*/ 9750 w 10000"/>
              <a:gd name="connsiteY8-6060" fmla="*/ 6769 h 9359"/>
              <a:gd name="connsiteX9-6061" fmla="*/ 9450 w 10000"/>
              <a:gd name="connsiteY9-6062" fmla="*/ 7409 h 9359"/>
              <a:gd name="connsiteX10-6063" fmla="*/ 9200 w 10000"/>
              <a:gd name="connsiteY10-6064" fmla="*/ 7896 h 9359"/>
              <a:gd name="connsiteX11-6065" fmla="*/ 9200 w 10000"/>
              <a:gd name="connsiteY11-6066" fmla="*/ 8231 h 9359"/>
              <a:gd name="connsiteX12-6067" fmla="*/ 8700 w 10000"/>
              <a:gd name="connsiteY12-6068" fmla="*/ 8536 h 9359"/>
              <a:gd name="connsiteX13-6069" fmla="*/ 8150 w 10000"/>
              <a:gd name="connsiteY13-6070" fmla="*/ 8874 h 9359"/>
              <a:gd name="connsiteX14-6071" fmla="*/ 7350 w 10000"/>
              <a:gd name="connsiteY14-6072" fmla="*/ 9175 h 9359"/>
              <a:gd name="connsiteX15-6073" fmla="*/ 7100 w 10000"/>
              <a:gd name="connsiteY15-6074" fmla="*/ 9359 h 9359"/>
              <a:gd name="connsiteX16-6075" fmla="*/ 6550 w 10000"/>
              <a:gd name="connsiteY16-6076" fmla="*/ 9359 h 9359"/>
              <a:gd name="connsiteX17-6077" fmla="*/ 6300 w 10000"/>
              <a:gd name="connsiteY17-6078" fmla="*/ 9359 h 9359"/>
              <a:gd name="connsiteX18-6079" fmla="*/ 6050 w 10000"/>
              <a:gd name="connsiteY18-6080" fmla="*/ 9175 h 9359"/>
              <a:gd name="connsiteX19-6081" fmla="*/ 5500 w 10000"/>
              <a:gd name="connsiteY19-6082" fmla="*/ 9023 h 9359"/>
              <a:gd name="connsiteX20-6083" fmla="*/ 5250 w 10000"/>
              <a:gd name="connsiteY20-6084" fmla="*/ 8719 h 9359"/>
              <a:gd name="connsiteX21-6085" fmla="*/ 4700 w 10000"/>
              <a:gd name="connsiteY21-6086" fmla="*/ 8231 h 9359"/>
              <a:gd name="connsiteX22-6087" fmla="*/ 3950 w 10000"/>
              <a:gd name="connsiteY22-6088" fmla="*/ 7896 h 9359"/>
              <a:gd name="connsiteX23-6089" fmla="*/ 3650 w 10000"/>
              <a:gd name="connsiteY23-6090" fmla="*/ 7743 h 9359"/>
              <a:gd name="connsiteX24-6091" fmla="*/ 3150 w 10000"/>
              <a:gd name="connsiteY24-6092" fmla="*/ 7590 h 9359"/>
              <a:gd name="connsiteX25-6093" fmla="*/ 2600 w 10000"/>
              <a:gd name="connsiteY25-6094" fmla="*/ 7409 h 9359"/>
              <a:gd name="connsiteX26-6095" fmla="*/ 2100 w 10000"/>
              <a:gd name="connsiteY26-6096" fmla="*/ 7105 h 9359"/>
              <a:gd name="connsiteX27-6097" fmla="*/ 1550 w 10000"/>
              <a:gd name="connsiteY27-6098" fmla="*/ 6922 h 9359"/>
              <a:gd name="connsiteX28-6099" fmla="*/ 1300 w 10000"/>
              <a:gd name="connsiteY28-6100" fmla="*/ 6769 h 9359"/>
              <a:gd name="connsiteX29-6101" fmla="*/ 750 w 10000"/>
              <a:gd name="connsiteY29-6102" fmla="*/ 6769 h 9359"/>
              <a:gd name="connsiteX30-6103" fmla="*/ 500 w 10000"/>
              <a:gd name="connsiteY30-6104" fmla="*/ 6615 h 9359"/>
              <a:gd name="connsiteX31-6105" fmla="*/ 250 w 10000"/>
              <a:gd name="connsiteY31-6106" fmla="*/ 6462 h 9359"/>
              <a:gd name="connsiteX32-6107" fmla="*/ 250 w 10000"/>
              <a:gd name="connsiteY32-6108" fmla="*/ 6462 h 9359"/>
              <a:gd name="connsiteX33-6109" fmla="*/ 0 w 10000"/>
              <a:gd name="connsiteY33-6110" fmla="*/ 6279 h 9359"/>
              <a:gd name="connsiteX34-6111" fmla="*/ 0 w 10000"/>
              <a:gd name="connsiteY34-6112" fmla="*/ 6279 h 9359"/>
              <a:gd name="connsiteX35-6113" fmla="*/ 250 w 10000"/>
              <a:gd name="connsiteY35-6114" fmla="*/ 6279 h 9359"/>
              <a:gd name="connsiteX36-6115" fmla="*/ 250 w 10000"/>
              <a:gd name="connsiteY36-6116" fmla="*/ 6279 h 9359"/>
              <a:gd name="connsiteX37-6117" fmla="*/ 500 w 10000"/>
              <a:gd name="connsiteY37-6118" fmla="*/ 6279 h 9359"/>
              <a:gd name="connsiteX38-6119" fmla="*/ 750 w 10000"/>
              <a:gd name="connsiteY38-6120" fmla="*/ 6279 h 9359"/>
              <a:gd name="connsiteX39-6121" fmla="*/ 1050 w 10000"/>
              <a:gd name="connsiteY39-6122" fmla="*/ 6279 h 9359"/>
              <a:gd name="connsiteX40-6123" fmla="*/ 1300 w 10000"/>
              <a:gd name="connsiteY40-6124" fmla="*/ 6279 h 9359"/>
              <a:gd name="connsiteX41-6125" fmla="*/ 1800 w 10000"/>
              <a:gd name="connsiteY41-6126" fmla="*/ 6279 h 9359"/>
              <a:gd name="connsiteX42-6127" fmla="*/ 2350 w 10000"/>
              <a:gd name="connsiteY42-6128" fmla="*/ 6279 h 9359"/>
              <a:gd name="connsiteX43-6129" fmla="*/ 3400 w 10000"/>
              <a:gd name="connsiteY43-6130" fmla="*/ 6462 h 9359"/>
              <a:gd name="connsiteX44-6131" fmla="*/ 4200 w 10000"/>
              <a:gd name="connsiteY44-6132" fmla="*/ 6462 h 9359"/>
              <a:gd name="connsiteX45-6133" fmla="*/ 5000 w 10000"/>
              <a:gd name="connsiteY45-6134" fmla="*/ 6462 h 9359"/>
              <a:gd name="connsiteX46-6135" fmla="*/ 5500 w 10000"/>
              <a:gd name="connsiteY46-6136" fmla="*/ 6462 h 9359"/>
              <a:gd name="connsiteX47-6137" fmla="*/ 6050 w 10000"/>
              <a:gd name="connsiteY47-6138" fmla="*/ 6462 h 9359"/>
              <a:gd name="connsiteX48-6139" fmla="*/ 6300 w 10000"/>
              <a:gd name="connsiteY48-6140" fmla="*/ 6279 h 9359"/>
              <a:gd name="connsiteX49-6141" fmla="*/ 6550 w 10000"/>
              <a:gd name="connsiteY49-6142" fmla="*/ 5976 h 9359"/>
              <a:gd name="connsiteX50-6143" fmla="*/ 6850 w 10000"/>
              <a:gd name="connsiteY50-6144" fmla="*/ 5641 h 9359"/>
              <a:gd name="connsiteX51-6145" fmla="*/ 7100 w 10000"/>
              <a:gd name="connsiteY51-6146" fmla="*/ 5332 h 9359"/>
              <a:gd name="connsiteX52-6147" fmla="*/ 7100 w 10000"/>
              <a:gd name="connsiteY52-6148" fmla="*/ 4846 h 9359"/>
              <a:gd name="connsiteX53-6149" fmla="*/ 7100 w 10000"/>
              <a:gd name="connsiteY53-6150" fmla="*/ 4208 h 9359"/>
              <a:gd name="connsiteX54-6151" fmla="*/ 7100 w 10000"/>
              <a:gd name="connsiteY54-6152" fmla="*/ 3385 h 9359"/>
              <a:gd name="connsiteX55-6153" fmla="*/ 7100 w 10000"/>
              <a:gd name="connsiteY55-6154" fmla="*/ 2897 h 9359"/>
              <a:gd name="connsiteX56-6155" fmla="*/ 7100 w 10000"/>
              <a:gd name="connsiteY56-6156" fmla="*/ 2593 h 9359"/>
              <a:gd name="connsiteX57-6157" fmla="*/ 7100 w 10000"/>
              <a:gd name="connsiteY57-6158" fmla="*/ 1922 h 9359"/>
              <a:gd name="connsiteX58-6159" fmla="*/ 7100 w 10000"/>
              <a:gd name="connsiteY58-6160" fmla="*/ 1464 h 9359"/>
              <a:gd name="connsiteX59-6161" fmla="*/ 7100 w 10000"/>
              <a:gd name="connsiteY59-6162" fmla="*/ 978 h 9359"/>
              <a:gd name="connsiteX0-6163" fmla="*/ 9750 w 10000"/>
              <a:gd name="connsiteY0-6164" fmla="*/ 0 h 10000"/>
              <a:gd name="connsiteX1-6165" fmla="*/ 9750 w 10000"/>
              <a:gd name="connsiteY1-6166" fmla="*/ 1729 h 10000"/>
              <a:gd name="connsiteX2-6167" fmla="*/ 9750 w 10000"/>
              <a:gd name="connsiteY2-6168" fmla="*/ 2574 h 10000"/>
              <a:gd name="connsiteX3-6169" fmla="*/ 9750 w 10000"/>
              <a:gd name="connsiteY3-6170" fmla="*/ 3778 h 10000"/>
              <a:gd name="connsiteX4-6171" fmla="*/ 10000 w 10000"/>
              <a:gd name="connsiteY4-6172" fmla="*/ 4820 h 10000"/>
              <a:gd name="connsiteX5-6173" fmla="*/ 10000 w 10000"/>
              <a:gd name="connsiteY5-6174" fmla="*/ 5697 h 10000"/>
              <a:gd name="connsiteX6-6175" fmla="*/ 9750 w 10000"/>
              <a:gd name="connsiteY6-6176" fmla="*/ 6548 h 10000"/>
              <a:gd name="connsiteX7-6177" fmla="*/ 9750 w 10000"/>
              <a:gd name="connsiteY7-6178" fmla="*/ 7233 h 10000"/>
              <a:gd name="connsiteX8-6179" fmla="*/ 9450 w 10000"/>
              <a:gd name="connsiteY8-6180" fmla="*/ 7916 h 10000"/>
              <a:gd name="connsiteX9-6181" fmla="*/ 9200 w 10000"/>
              <a:gd name="connsiteY9-6182" fmla="*/ 8437 h 10000"/>
              <a:gd name="connsiteX10-6183" fmla="*/ 9200 w 10000"/>
              <a:gd name="connsiteY10-6184" fmla="*/ 8795 h 10000"/>
              <a:gd name="connsiteX11-6185" fmla="*/ 8700 w 10000"/>
              <a:gd name="connsiteY11-6186" fmla="*/ 9121 h 10000"/>
              <a:gd name="connsiteX12-6187" fmla="*/ 8150 w 10000"/>
              <a:gd name="connsiteY12-6188" fmla="*/ 9482 h 10000"/>
              <a:gd name="connsiteX13-6189" fmla="*/ 7350 w 10000"/>
              <a:gd name="connsiteY13-6190" fmla="*/ 9803 h 10000"/>
              <a:gd name="connsiteX14-6191" fmla="*/ 7100 w 10000"/>
              <a:gd name="connsiteY14-6192" fmla="*/ 10000 h 10000"/>
              <a:gd name="connsiteX15-6193" fmla="*/ 6550 w 10000"/>
              <a:gd name="connsiteY15-6194" fmla="*/ 10000 h 10000"/>
              <a:gd name="connsiteX16-6195" fmla="*/ 6300 w 10000"/>
              <a:gd name="connsiteY16-6196" fmla="*/ 10000 h 10000"/>
              <a:gd name="connsiteX17-6197" fmla="*/ 6050 w 10000"/>
              <a:gd name="connsiteY17-6198" fmla="*/ 9803 h 10000"/>
              <a:gd name="connsiteX18-6199" fmla="*/ 5500 w 10000"/>
              <a:gd name="connsiteY18-6200" fmla="*/ 9641 h 10000"/>
              <a:gd name="connsiteX19-6201" fmla="*/ 5250 w 10000"/>
              <a:gd name="connsiteY19-6202" fmla="*/ 9316 h 10000"/>
              <a:gd name="connsiteX20-6203" fmla="*/ 4700 w 10000"/>
              <a:gd name="connsiteY20-6204" fmla="*/ 8795 h 10000"/>
              <a:gd name="connsiteX21-6205" fmla="*/ 3950 w 10000"/>
              <a:gd name="connsiteY21-6206" fmla="*/ 8437 h 10000"/>
              <a:gd name="connsiteX22-6207" fmla="*/ 3650 w 10000"/>
              <a:gd name="connsiteY22-6208" fmla="*/ 8273 h 10000"/>
              <a:gd name="connsiteX23-6209" fmla="*/ 3150 w 10000"/>
              <a:gd name="connsiteY23-6210" fmla="*/ 8110 h 10000"/>
              <a:gd name="connsiteX24-6211" fmla="*/ 2600 w 10000"/>
              <a:gd name="connsiteY24-6212" fmla="*/ 7916 h 10000"/>
              <a:gd name="connsiteX25-6213" fmla="*/ 2100 w 10000"/>
              <a:gd name="connsiteY25-6214" fmla="*/ 7592 h 10000"/>
              <a:gd name="connsiteX26-6215" fmla="*/ 1550 w 10000"/>
              <a:gd name="connsiteY26-6216" fmla="*/ 7396 h 10000"/>
              <a:gd name="connsiteX27-6217" fmla="*/ 1300 w 10000"/>
              <a:gd name="connsiteY27-6218" fmla="*/ 7233 h 10000"/>
              <a:gd name="connsiteX28-6219" fmla="*/ 750 w 10000"/>
              <a:gd name="connsiteY28-6220" fmla="*/ 7233 h 10000"/>
              <a:gd name="connsiteX29-6221" fmla="*/ 500 w 10000"/>
              <a:gd name="connsiteY29-6222" fmla="*/ 7068 h 10000"/>
              <a:gd name="connsiteX30-6223" fmla="*/ 250 w 10000"/>
              <a:gd name="connsiteY30-6224" fmla="*/ 6905 h 10000"/>
              <a:gd name="connsiteX31-6225" fmla="*/ 250 w 10000"/>
              <a:gd name="connsiteY31-6226" fmla="*/ 6905 h 10000"/>
              <a:gd name="connsiteX32-6227" fmla="*/ 0 w 10000"/>
              <a:gd name="connsiteY32-6228" fmla="*/ 6709 h 10000"/>
              <a:gd name="connsiteX33-6229" fmla="*/ 0 w 10000"/>
              <a:gd name="connsiteY33-6230" fmla="*/ 6709 h 10000"/>
              <a:gd name="connsiteX34-6231" fmla="*/ 250 w 10000"/>
              <a:gd name="connsiteY34-6232" fmla="*/ 6709 h 10000"/>
              <a:gd name="connsiteX35-6233" fmla="*/ 250 w 10000"/>
              <a:gd name="connsiteY35-6234" fmla="*/ 6709 h 10000"/>
              <a:gd name="connsiteX36-6235" fmla="*/ 500 w 10000"/>
              <a:gd name="connsiteY36-6236" fmla="*/ 6709 h 10000"/>
              <a:gd name="connsiteX37-6237" fmla="*/ 750 w 10000"/>
              <a:gd name="connsiteY37-6238" fmla="*/ 6709 h 10000"/>
              <a:gd name="connsiteX38-6239" fmla="*/ 1050 w 10000"/>
              <a:gd name="connsiteY38-6240" fmla="*/ 6709 h 10000"/>
              <a:gd name="connsiteX39-6241" fmla="*/ 1300 w 10000"/>
              <a:gd name="connsiteY39-6242" fmla="*/ 6709 h 10000"/>
              <a:gd name="connsiteX40-6243" fmla="*/ 1800 w 10000"/>
              <a:gd name="connsiteY40-6244" fmla="*/ 6709 h 10000"/>
              <a:gd name="connsiteX41-6245" fmla="*/ 2350 w 10000"/>
              <a:gd name="connsiteY41-6246" fmla="*/ 6709 h 10000"/>
              <a:gd name="connsiteX42-6247" fmla="*/ 3400 w 10000"/>
              <a:gd name="connsiteY42-6248" fmla="*/ 6905 h 10000"/>
              <a:gd name="connsiteX43-6249" fmla="*/ 4200 w 10000"/>
              <a:gd name="connsiteY43-6250" fmla="*/ 6905 h 10000"/>
              <a:gd name="connsiteX44-6251" fmla="*/ 5000 w 10000"/>
              <a:gd name="connsiteY44-6252" fmla="*/ 6905 h 10000"/>
              <a:gd name="connsiteX45-6253" fmla="*/ 5500 w 10000"/>
              <a:gd name="connsiteY45-6254" fmla="*/ 6905 h 10000"/>
              <a:gd name="connsiteX46-6255" fmla="*/ 6050 w 10000"/>
              <a:gd name="connsiteY46-6256" fmla="*/ 6905 h 10000"/>
              <a:gd name="connsiteX47-6257" fmla="*/ 6300 w 10000"/>
              <a:gd name="connsiteY47-6258" fmla="*/ 6709 h 10000"/>
              <a:gd name="connsiteX48-6259" fmla="*/ 6550 w 10000"/>
              <a:gd name="connsiteY48-6260" fmla="*/ 6385 h 10000"/>
              <a:gd name="connsiteX49-6261" fmla="*/ 6850 w 10000"/>
              <a:gd name="connsiteY49-6262" fmla="*/ 6027 h 10000"/>
              <a:gd name="connsiteX50-6263" fmla="*/ 7100 w 10000"/>
              <a:gd name="connsiteY50-6264" fmla="*/ 5697 h 10000"/>
              <a:gd name="connsiteX51-6265" fmla="*/ 7100 w 10000"/>
              <a:gd name="connsiteY51-6266" fmla="*/ 5178 h 10000"/>
              <a:gd name="connsiteX52-6267" fmla="*/ 7100 w 10000"/>
              <a:gd name="connsiteY52-6268" fmla="*/ 4496 h 10000"/>
              <a:gd name="connsiteX53-6269" fmla="*/ 7100 w 10000"/>
              <a:gd name="connsiteY53-6270" fmla="*/ 3617 h 10000"/>
              <a:gd name="connsiteX54-6271" fmla="*/ 7100 w 10000"/>
              <a:gd name="connsiteY54-6272" fmla="*/ 3095 h 10000"/>
              <a:gd name="connsiteX55-6273" fmla="*/ 7100 w 10000"/>
              <a:gd name="connsiteY55-6274" fmla="*/ 2771 h 10000"/>
              <a:gd name="connsiteX56-6275" fmla="*/ 7100 w 10000"/>
              <a:gd name="connsiteY56-6276" fmla="*/ 2054 h 10000"/>
              <a:gd name="connsiteX57-6277" fmla="*/ 7100 w 10000"/>
              <a:gd name="connsiteY57-6278" fmla="*/ 1564 h 10000"/>
              <a:gd name="connsiteX58-6279" fmla="*/ 7100 w 10000"/>
              <a:gd name="connsiteY58-6280" fmla="*/ 1045 h 10000"/>
              <a:gd name="connsiteX0-6281" fmla="*/ 9750 w 10000"/>
              <a:gd name="connsiteY0-6282" fmla="*/ 684 h 8955"/>
              <a:gd name="connsiteX1-6283" fmla="*/ 9750 w 10000"/>
              <a:gd name="connsiteY1-6284" fmla="*/ 1529 h 8955"/>
              <a:gd name="connsiteX2-6285" fmla="*/ 9750 w 10000"/>
              <a:gd name="connsiteY2-6286" fmla="*/ 2733 h 8955"/>
              <a:gd name="connsiteX3-6287" fmla="*/ 10000 w 10000"/>
              <a:gd name="connsiteY3-6288" fmla="*/ 3775 h 8955"/>
              <a:gd name="connsiteX4-6289" fmla="*/ 10000 w 10000"/>
              <a:gd name="connsiteY4-6290" fmla="*/ 4652 h 8955"/>
              <a:gd name="connsiteX5-6291" fmla="*/ 9750 w 10000"/>
              <a:gd name="connsiteY5-6292" fmla="*/ 5503 h 8955"/>
              <a:gd name="connsiteX6-6293" fmla="*/ 9750 w 10000"/>
              <a:gd name="connsiteY6-6294" fmla="*/ 6188 h 8955"/>
              <a:gd name="connsiteX7-6295" fmla="*/ 9450 w 10000"/>
              <a:gd name="connsiteY7-6296" fmla="*/ 6871 h 8955"/>
              <a:gd name="connsiteX8-6297" fmla="*/ 9200 w 10000"/>
              <a:gd name="connsiteY8-6298" fmla="*/ 7392 h 8955"/>
              <a:gd name="connsiteX9-6299" fmla="*/ 9200 w 10000"/>
              <a:gd name="connsiteY9-6300" fmla="*/ 7750 h 8955"/>
              <a:gd name="connsiteX10-6301" fmla="*/ 8700 w 10000"/>
              <a:gd name="connsiteY10-6302" fmla="*/ 8076 h 8955"/>
              <a:gd name="connsiteX11-6303" fmla="*/ 8150 w 10000"/>
              <a:gd name="connsiteY11-6304" fmla="*/ 8437 h 8955"/>
              <a:gd name="connsiteX12-6305" fmla="*/ 7350 w 10000"/>
              <a:gd name="connsiteY12-6306" fmla="*/ 8758 h 8955"/>
              <a:gd name="connsiteX13-6307" fmla="*/ 7100 w 10000"/>
              <a:gd name="connsiteY13-6308" fmla="*/ 8955 h 8955"/>
              <a:gd name="connsiteX14-6309" fmla="*/ 6550 w 10000"/>
              <a:gd name="connsiteY14-6310" fmla="*/ 8955 h 8955"/>
              <a:gd name="connsiteX15-6311" fmla="*/ 6300 w 10000"/>
              <a:gd name="connsiteY15-6312" fmla="*/ 8955 h 8955"/>
              <a:gd name="connsiteX16-6313" fmla="*/ 6050 w 10000"/>
              <a:gd name="connsiteY16-6314" fmla="*/ 8758 h 8955"/>
              <a:gd name="connsiteX17-6315" fmla="*/ 5500 w 10000"/>
              <a:gd name="connsiteY17-6316" fmla="*/ 8596 h 8955"/>
              <a:gd name="connsiteX18-6317" fmla="*/ 5250 w 10000"/>
              <a:gd name="connsiteY18-6318" fmla="*/ 8271 h 8955"/>
              <a:gd name="connsiteX19-6319" fmla="*/ 4700 w 10000"/>
              <a:gd name="connsiteY19-6320" fmla="*/ 7750 h 8955"/>
              <a:gd name="connsiteX20-6321" fmla="*/ 3950 w 10000"/>
              <a:gd name="connsiteY20-6322" fmla="*/ 7392 h 8955"/>
              <a:gd name="connsiteX21-6323" fmla="*/ 3650 w 10000"/>
              <a:gd name="connsiteY21-6324" fmla="*/ 7228 h 8955"/>
              <a:gd name="connsiteX22-6325" fmla="*/ 3150 w 10000"/>
              <a:gd name="connsiteY22-6326" fmla="*/ 7065 h 8955"/>
              <a:gd name="connsiteX23-6327" fmla="*/ 2600 w 10000"/>
              <a:gd name="connsiteY23-6328" fmla="*/ 6871 h 8955"/>
              <a:gd name="connsiteX24-6329" fmla="*/ 2100 w 10000"/>
              <a:gd name="connsiteY24-6330" fmla="*/ 6547 h 8955"/>
              <a:gd name="connsiteX25-6331" fmla="*/ 1550 w 10000"/>
              <a:gd name="connsiteY25-6332" fmla="*/ 6351 h 8955"/>
              <a:gd name="connsiteX26-6333" fmla="*/ 1300 w 10000"/>
              <a:gd name="connsiteY26-6334" fmla="*/ 6188 h 8955"/>
              <a:gd name="connsiteX27-6335" fmla="*/ 750 w 10000"/>
              <a:gd name="connsiteY27-6336" fmla="*/ 6188 h 8955"/>
              <a:gd name="connsiteX28-6337" fmla="*/ 500 w 10000"/>
              <a:gd name="connsiteY28-6338" fmla="*/ 6023 h 8955"/>
              <a:gd name="connsiteX29-6339" fmla="*/ 250 w 10000"/>
              <a:gd name="connsiteY29-6340" fmla="*/ 5860 h 8955"/>
              <a:gd name="connsiteX30-6341" fmla="*/ 250 w 10000"/>
              <a:gd name="connsiteY30-6342" fmla="*/ 5860 h 8955"/>
              <a:gd name="connsiteX31-6343" fmla="*/ 0 w 10000"/>
              <a:gd name="connsiteY31-6344" fmla="*/ 5664 h 8955"/>
              <a:gd name="connsiteX32-6345" fmla="*/ 0 w 10000"/>
              <a:gd name="connsiteY32-6346" fmla="*/ 5664 h 8955"/>
              <a:gd name="connsiteX33-6347" fmla="*/ 250 w 10000"/>
              <a:gd name="connsiteY33-6348" fmla="*/ 5664 h 8955"/>
              <a:gd name="connsiteX34-6349" fmla="*/ 250 w 10000"/>
              <a:gd name="connsiteY34-6350" fmla="*/ 5664 h 8955"/>
              <a:gd name="connsiteX35-6351" fmla="*/ 500 w 10000"/>
              <a:gd name="connsiteY35-6352" fmla="*/ 5664 h 8955"/>
              <a:gd name="connsiteX36-6353" fmla="*/ 750 w 10000"/>
              <a:gd name="connsiteY36-6354" fmla="*/ 5664 h 8955"/>
              <a:gd name="connsiteX37-6355" fmla="*/ 1050 w 10000"/>
              <a:gd name="connsiteY37-6356" fmla="*/ 5664 h 8955"/>
              <a:gd name="connsiteX38-6357" fmla="*/ 1300 w 10000"/>
              <a:gd name="connsiteY38-6358" fmla="*/ 5664 h 8955"/>
              <a:gd name="connsiteX39-6359" fmla="*/ 1800 w 10000"/>
              <a:gd name="connsiteY39-6360" fmla="*/ 5664 h 8955"/>
              <a:gd name="connsiteX40-6361" fmla="*/ 2350 w 10000"/>
              <a:gd name="connsiteY40-6362" fmla="*/ 5664 h 8955"/>
              <a:gd name="connsiteX41-6363" fmla="*/ 3400 w 10000"/>
              <a:gd name="connsiteY41-6364" fmla="*/ 5860 h 8955"/>
              <a:gd name="connsiteX42-6365" fmla="*/ 4200 w 10000"/>
              <a:gd name="connsiteY42-6366" fmla="*/ 5860 h 8955"/>
              <a:gd name="connsiteX43-6367" fmla="*/ 5000 w 10000"/>
              <a:gd name="connsiteY43-6368" fmla="*/ 5860 h 8955"/>
              <a:gd name="connsiteX44-6369" fmla="*/ 5500 w 10000"/>
              <a:gd name="connsiteY44-6370" fmla="*/ 5860 h 8955"/>
              <a:gd name="connsiteX45-6371" fmla="*/ 6050 w 10000"/>
              <a:gd name="connsiteY45-6372" fmla="*/ 5860 h 8955"/>
              <a:gd name="connsiteX46-6373" fmla="*/ 6300 w 10000"/>
              <a:gd name="connsiteY46-6374" fmla="*/ 5664 h 8955"/>
              <a:gd name="connsiteX47-6375" fmla="*/ 6550 w 10000"/>
              <a:gd name="connsiteY47-6376" fmla="*/ 5340 h 8955"/>
              <a:gd name="connsiteX48-6377" fmla="*/ 6850 w 10000"/>
              <a:gd name="connsiteY48-6378" fmla="*/ 4982 h 8955"/>
              <a:gd name="connsiteX49-6379" fmla="*/ 7100 w 10000"/>
              <a:gd name="connsiteY49-6380" fmla="*/ 4652 h 8955"/>
              <a:gd name="connsiteX50-6381" fmla="*/ 7100 w 10000"/>
              <a:gd name="connsiteY50-6382" fmla="*/ 4133 h 8955"/>
              <a:gd name="connsiteX51-6383" fmla="*/ 7100 w 10000"/>
              <a:gd name="connsiteY51-6384" fmla="*/ 3451 h 8955"/>
              <a:gd name="connsiteX52-6385" fmla="*/ 7100 w 10000"/>
              <a:gd name="connsiteY52-6386" fmla="*/ 2572 h 8955"/>
              <a:gd name="connsiteX53-6387" fmla="*/ 7100 w 10000"/>
              <a:gd name="connsiteY53-6388" fmla="*/ 2050 h 8955"/>
              <a:gd name="connsiteX54-6389" fmla="*/ 7100 w 10000"/>
              <a:gd name="connsiteY54-6390" fmla="*/ 1726 h 8955"/>
              <a:gd name="connsiteX55-6391" fmla="*/ 7100 w 10000"/>
              <a:gd name="connsiteY55-6392" fmla="*/ 1009 h 8955"/>
              <a:gd name="connsiteX56-6393" fmla="*/ 7100 w 10000"/>
              <a:gd name="connsiteY56-6394" fmla="*/ 519 h 8955"/>
              <a:gd name="connsiteX57-6395" fmla="*/ 7100 w 10000"/>
              <a:gd name="connsiteY57-6396" fmla="*/ 0 h 8955"/>
              <a:gd name="connsiteX0-6397" fmla="*/ 9750 w 10000"/>
              <a:gd name="connsiteY0-6398" fmla="*/ 184 h 9420"/>
              <a:gd name="connsiteX1-6399" fmla="*/ 9750 w 10000"/>
              <a:gd name="connsiteY1-6400" fmla="*/ 1127 h 9420"/>
              <a:gd name="connsiteX2-6401" fmla="*/ 9750 w 10000"/>
              <a:gd name="connsiteY2-6402" fmla="*/ 2472 h 9420"/>
              <a:gd name="connsiteX3-6403" fmla="*/ 10000 w 10000"/>
              <a:gd name="connsiteY3-6404" fmla="*/ 3636 h 9420"/>
              <a:gd name="connsiteX4-6405" fmla="*/ 10000 w 10000"/>
              <a:gd name="connsiteY4-6406" fmla="*/ 4615 h 9420"/>
              <a:gd name="connsiteX5-6407" fmla="*/ 9750 w 10000"/>
              <a:gd name="connsiteY5-6408" fmla="*/ 5565 h 9420"/>
              <a:gd name="connsiteX6-6409" fmla="*/ 9750 w 10000"/>
              <a:gd name="connsiteY6-6410" fmla="*/ 6330 h 9420"/>
              <a:gd name="connsiteX7-6411" fmla="*/ 9450 w 10000"/>
              <a:gd name="connsiteY7-6412" fmla="*/ 7093 h 9420"/>
              <a:gd name="connsiteX8-6413" fmla="*/ 9200 w 10000"/>
              <a:gd name="connsiteY8-6414" fmla="*/ 7675 h 9420"/>
              <a:gd name="connsiteX9-6415" fmla="*/ 9200 w 10000"/>
              <a:gd name="connsiteY9-6416" fmla="*/ 8074 h 9420"/>
              <a:gd name="connsiteX10-6417" fmla="*/ 8700 w 10000"/>
              <a:gd name="connsiteY10-6418" fmla="*/ 8438 h 9420"/>
              <a:gd name="connsiteX11-6419" fmla="*/ 8150 w 10000"/>
              <a:gd name="connsiteY11-6420" fmla="*/ 8842 h 9420"/>
              <a:gd name="connsiteX12-6421" fmla="*/ 7350 w 10000"/>
              <a:gd name="connsiteY12-6422" fmla="*/ 9200 h 9420"/>
              <a:gd name="connsiteX13-6423" fmla="*/ 7100 w 10000"/>
              <a:gd name="connsiteY13-6424" fmla="*/ 9420 h 9420"/>
              <a:gd name="connsiteX14-6425" fmla="*/ 6550 w 10000"/>
              <a:gd name="connsiteY14-6426" fmla="*/ 9420 h 9420"/>
              <a:gd name="connsiteX15-6427" fmla="*/ 6300 w 10000"/>
              <a:gd name="connsiteY15-6428" fmla="*/ 9420 h 9420"/>
              <a:gd name="connsiteX16-6429" fmla="*/ 6050 w 10000"/>
              <a:gd name="connsiteY16-6430" fmla="*/ 9200 h 9420"/>
              <a:gd name="connsiteX17-6431" fmla="*/ 5500 w 10000"/>
              <a:gd name="connsiteY17-6432" fmla="*/ 9019 h 9420"/>
              <a:gd name="connsiteX18-6433" fmla="*/ 5250 w 10000"/>
              <a:gd name="connsiteY18-6434" fmla="*/ 8656 h 9420"/>
              <a:gd name="connsiteX19-6435" fmla="*/ 4700 w 10000"/>
              <a:gd name="connsiteY19-6436" fmla="*/ 8074 h 9420"/>
              <a:gd name="connsiteX20-6437" fmla="*/ 3950 w 10000"/>
              <a:gd name="connsiteY20-6438" fmla="*/ 7675 h 9420"/>
              <a:gd name="connsiteX21-6439" fmla="*/ 3650 w 10000"/>
              <a:gd name="connsiteY21-6440" fmla="*/ 7491 h 9420"/>
              <a:gd name="connsiteX22-6441" fmla="*/ 3150 w 10000"/>
              <a:gd name="connsiteY22-6442" fmla="*/ 7309 h 9420"/>
              <a:gd name="connsiteX23-6443" fmla="*/ 2600 w 10000"/>
              <a:gd name="connsiteY23-6444" fmla="*/ 7093 h 9420"/>
              <a:gd name="connsiteX24-6445" fmla="*/ 2100 w 10000"/>
              <a:gd name="connsiteY24-6446" fmla="*/ 6731 h 9420"/>
              <a:gd name="connsiteX25-6447" fmla="*/ 1550 w 10000"/>
              <a:gd name="connsiteY25-6448" fmla="*/ 6512 h 9420"/>
              <a:gd name="connsiteX26-6449" fmla="*/ 1300 w 10000"/>
              <a:gd name="connsiteY26-6450" fmla="*/ 6330 h 9420"/>
              <a:gd name="connsiteX27-6451" fmla="*/ 750 w 10000"/>
              <a:gd name="connsiteY27-6452" fmla="*/ 6330 h 9420"/>
              <a:gd name="connsiteX28-6453" fmla="*/ 500 w 10000"/>
              <a:gd name="connsiteY28-6454" fmla="*/ 6146 h 9420"/>
              <a:gd name="connsiteX29-6455" fmla="*/ 250 w 10000"/>
              <a:gd name="connsiteY29-6456" fmla="*/ 5964 h 9420"/>
              <a:gd name="connsiteX30-6457" fmla="*/ 250 w 10000"/>
              <a:gd name="connsiteY30-6458" fmla="*/ 5964 h 9420"/>
              <a:gd name="connsiteX31-6459" fmla="*/ 0 w 10000"/>
              <a:gd name="connsiteY31-6460" fmla="*/ 5745 h 9420"/>
              <a:gd name="connsiteX32-6461" fmla="*/ 0 w 10000"/>
              <a:gd name="connsiteY32-6462" fmla="*/ 5745 h 9420"/>
              <a:gd name="connsiteX33-6463" fmla="*/ 250 w 10000"/>
              <a:gd name="connsiteY33-6464" fmla="*/ 5745 h 9420"/>
              <a:gd name="connsiteX34-6465" fmla="*/ 250 w 10000"/>
              <a:gd name="connsiteY34-6466" fmla="*/ 5745 h 9420"/>
              <a:gd name="connsiteX35-6467" fmla="*/ 500 w 10000"/>
              <a:gd name="connsiteY35-6468" fmla="*/ 5745 h 9420"/>
              <a:gd name="connsiteX36-6469" fmla="*/ 750 w 10000"/>
              <a:gd name="connsiteY36-6470" fmla="*/ 5745 h 9420"/>
              <a:gd name="connsiteX37-6471" fmla="*/ 1050 w 10000"/>
              <a:gd name="connsiteY37-6472" fmla="*/ 5745 h 9420"/>
              <a:gd name="connsiteX38-6473" fmla="*/ 1300 w 10000"/>
              <a:gd name="connsiteY38-6474" fmla="*/ 5745 h 9420"/>
              <a:gd name="connsiteX39-6475" fmla="*/ 1800 w 10000"/>
              <a:gd name="connsiteY39-6476" fmla="*/ 5745 h 9420"/>
              <a:gd name="connsiteX40-6477" fmla="*/ 2350 w 10000"/>
              <a:gd name="connsiteY40-6478" fmla="*/ 5745 h 9420"/>
              <a:gd name="connsiteX41-6479" fmla="*/ 3400 w 10000"/>
              <a:gd name="connsiteY41-6480" fmla="*/ 5964 h 9420"/>
              <a:gd name="connsiteX42-6481" fmla="*/ 4200 w 10000"/>
              <a:gd name="connsiteY42-6482" fmla="*/ 5964 h 9420"/>
              <a:gd name="connsiteX43-6483" fmla="*/ 5000 w 10000"/>
              <a:gd name="connsiteY43-6484" fmla="*/ 5964 h 9420"/>
              <a:gd name="connsiteX44-6485" fmla="*/ 5500 w 10000"/>
              <a:gd name="connsiteY44-6486" fmla="*/ 5964 h 9420"/>
              <a:gd name="connsiteX45-6487" fmla="*/ 6050 w 10000"/>
              <a:gd name="connsiteY45-6488" fmla="*/ 5964 h 9420"/>
              <a:gd name="connsiteX46-6489" fmla="*/ 6300 w 10000"/>
              <a:gd name="connsiteY46-6490" fmla="*/ 5745 h 9420"/>
              <a:gd name="connsiteX47-6491" fmla="*/ 6550 w 10000"/>
              <a:gd name="connsiteY47-6492" fmla="*/ 5383 h 9420"/>
              <a:gd name="connsiteX48-6493" fmla="*/ 6850 w 10000"/>
              <a:gd name="connsiteY48-6494" fmla="*/ 4983 h 9420"/>
              <a:gd name="connsiteX49-6495" fmla="*/ 7100 w 10000"/>
              <a:gd name="connsiteY49-6496" fmla="*/ 4615 h 9420"/>
              <a:gd name="connsiteX50-6497" fmla="*/ 7100 w 10000"/>
              <a:gd name="connsiteY50-6498" fmla="*/ 4035 h 9420"/>
              <a:gd name="connsiteX51-6499" fmla="*/ 7100 w 10000"/>
              <a:gd name="connsiteY51-6500" fmla="*/ 3274 h 9420"/>
              <a:gd name="connsiteX52-6501" fmla="*/ 7100 w 10000"/>
              <a:gd name="connsiteY52-6502" fmla="*/ 2292 h 9420"/>
              <a:gd name="connsiteX53-6503" fmla="*/ 7100 w 10000"/>
              <a:gd name="connsiteY53-6504" fmla="*/ 1709 h 9420"/>
              <a:gd name="connsiteX54-6505" fmla="*/ 7100 w 10000"/>
              <a:gd name="connsiteY54-6506" fmla="*/ 1347 h 9420"/>
              <a:gd name="connsiteX55-6507" fmla="*/ 7100 w 10000"/>
              <a:gd name="connsiteY55-6508" fmla="*/ 547 h 9420"/>
              <a:gd name="connsiteX56-6509" fmla="*/ 7100 w 10000"/>
              <a:gd name="connsiteY56-6510" fmla="*/ 0 h 9420"/>
              <a:gd name="connsiteX0-6511" fmla="*/ 9750 w 10000"/>
              <a:gd name="connsiteY0-6512" fmla="*/ 0 h 9805"/>
              <a:gd name="connsiteX1-6513" fmla="*/ 9750 w 10000"/>
              <a:gd name="connsiteY1-6514" fmla="*/ 1001 h 9805"/>
              <a:gd name="connsiteX2-6515" fmla="*/ 9750 w 10000"/>
              <a:gd name="connsiteY2-6516" fmla="*/ 2429 h 9805"/>
              <a:gd name="connsiteX3-6517" fmla="*/ 10000 w 10000"/>
              <a:gd name="connsiteY3-6518" fmla="*/ 3665 h 9805"/>
              <a:gd name="connsiteX4-6519" fmla="*/ 10000 w 10000"/>
              <a:gd name="connsiteY4-6520" fmla="*/ 4704 h 9805"/>
              <a:gd name="connsiteX5-6521" fmla="*/ 9750 w 10000"/>
              <a:gd name="connsiteY5-6522" fmla="*/ 5713 h 9805"/>
              <a:gd name="connsiteX6-6523" fmla="*/ 9750 w 10000"/>
              <a:gd name="connsiteY6-6524" fmla="*/ 6525 h 9805"/>
              <a:gd name="connsiteX7-6525" fmla="*/ 9450 w 10000"/>
              <a:gd name="connsiteY7-6526" fmla="*/ 7335 h 9805"/>
              <a:gd name="connsiteX8-6527" fmla="*/ 9200 w 10000"/>
              <a:gd name="connsiteY8-6528" fmla="*/ 7953 h 9805"/>
              <a:gd name="connsiteX9-6529" fmla="*/ 9200 w 10000"/>
              <a:gd name="connsiteY9-6530" fmla="*/ 8376 h 9805"/>
              <a:gd name="connsiteX10-6531" fmla="*/ 8700 w 10000"/>
              <a:gd name="connsiteY10-6532" fmla="*/ 8763 h 9805"/>
              <a:gd name="connsiteX11-6533" fmla="*/ 8150 w 10000"/>
              <a:gd name="connsiteY11-6534" fmla="*/ 9191 h 9805"/>
              <a:gd name="connsiteX12-6535" fmla="*/ 7350 w 10000"/>
              <a:gd name="connsiteY12-6536" fmla="*/ 9571 h 9805"/>
              <a:gd name="connsiteX13-6537" fmla="*/ 7100 w 10000"/>
              <a:gd name="connsiteY13-6538" fmla="*/ 9805 h 9805"/>
              <a:gd name="connsiteX14-6539" fmla="*/ 6550 w 10000"/>
              <a:gd name="connsiteY14-6540" fmla="*/ 9805 h 9805"/>
              <a:gd name="connsiteX15-6541" fmla="*/ 6300 w 10000"/>
              <a:gd name="connsiteY15-6542" fmla="*/ 9805 h 9805"/>
              <a:gd name="connsiteX16-6543" fmla="*/ 6050 w 10000"/>
              <a:gd name="connsiteY16-6544" fmla="*/ 9571 h 9805"/>
              <a:gd name="connsiteX17-6545" fmla="*/ 5500 w 10000"/>
              <a:gd name="connsiteY17-6546" fmla="*/ 9379 h 9805"/>
              <a:gd name="connsiteX18-6547" fmla="*/ 5250 w 10000"/>
              <a:gd name="connsiteY18-6548" fmla="*/ 8994 h 9805"/>
              <a:gd name="connsiteX19-6549" fmla="*/ 4700 w 10000"/>
              <a:gd name="connsiteY19-6550" fmla="*/ 8376 h 9805"/>
              <a:gd name="connsiteX20-6551" fmla="*/ 3950 w 10000"/>
              <a:gd name="connsiteY20-6552" fmla="*/ 7953 h 9805"/>
              <a:gd name="connsiteX21-6553" fmla="*/ 3650 w 10000"/>
              <a:gd name="connsiteY21-6554" fmla="*/ 7757 h 9805"/>
              <a:gd name="connsiteX22-6555" fmla="*/ 3150 w 10000"/>
              <a:gd name="connsiteY22-6556" fmla="*/ 7564 h 9805"/>
              <a:gd name="connsiteX23-6557" fmla="*/ 2600 w 10000"/>
              <a:gd name="connsiteY23-6558" fmla="*/ 7335 h 9805"/>
              <a:gd name="connsiteX24-6559" fmla="*/ 2100 w 10000"/>
              <a:gd name="connsiteY24-6560" fmla="*/ 6950 h 9805"/>
              <a:gd name="connsiteX25-6561" fmla="*/ 1550 w 10000"/>
              <a:gd name="connsiteY25-6562" fmla="*/ 6718 h 9805"/>
              <a:gd name="connsiteX26-6563" fmla="*/ 1300 w 10000"/>
              <a:gd name="connsiteY26-6564" fmla="*/ 6525 h 9805"/>
              <a:gd name="connsiteX27-6565" fmla="*/ 750 w 10000"/>
              <a:gd name="connsiteY27-6566" fmla="*/ 6525 h 9805"/>
              <a:gd name="connsiteX28-6567" fmla="*/ 500 w 10000"/>
              <a:gd name="connsiteY28-6568" fmla="*/ 6329 h 9805"/>
              <a:gd name="connsiteX29-6569" fmla="*/ 250 w 10000"/>
              <a:gd name="connsiteY29-6570" fmla="*/ 6136 h 9805"/>
              <a:gd name="connsiteX30-6571" fmla="*/ 250 w 10000"/>
              <a:gd name="connsiteY30-6572" fmla="*/ 6136 h 9805"/>
              <a:gd name="connsiteX31-6573" fmla="*/ 0 w 10000"/>
              <a:gd name="connsiteY31-6574" fmla="*/ 5904 h 9805"/>
              <a:gd name="connsiteX32-6575" fmla="*/ 0 w 10000"/>
              <a:gd name="connsiteY32-6576" fmla="*/ 5904 h 9805"/>
              <a:gd name="connsiteX33-6577" fmla="*/ 250 w 10000"/>
              <a:gd name="connsiteY33-6578" fmla="*/ 5904 h 9805"/>
              <a:gd name="connsiteX34-6579" fmla="*/ 250 w 10000"/>
              <a:gd name="connsiteY34-6580" fmla="*/ 5904 h 9805"/>
              <a:gd name="connsiteX35-6581" fmla="*/ 500 w 10000"/>
              <a:gd name="connsiteY35-6582" fmla="*/ 5904 h 9805"/>
              <a:gd name="connsiteX36-6583" fmla="*/ 750 w 10000"/>
              <a:gd name="connsiteY36-6584" fmla="*/ 5904 h 9805"/>
              <a:gd name="connsiteX37-6585" fmla="*/ 1050 w 10000"/>
              <a:gd name="connsiteY37-6586" fmla="*/ 5904 h 9805"/>
              <a:gd name="connsiteX38-6587" fmla="*/ 1300 w 10000"/>
              <a:gd name="connsiteY38-6588" fmla="*/ 5904 h 9805"/>
              <a:gd name="connsiteX39-6589" fmla="*/ 1800 w 10000"/>
              <a:gd name="connsiteY39-6590" fmla="*/ 5904 h 9805"/>
              <a:gd name="connsiteX40-6591" fmla="*/ 2350 w 10000"/>
              <a:gd name="connsiteY40-6592" fmla="*/ 5904 h 9805"/>
              <a:gd name="connsiteX41-6593" fmla="*/ 3400 w 10000"/>
              <a:gd name="connsiteY41-6594" fmla="*/ 6136 h 9805"/>
              <a:gd name="connsiteX42-6595" fmla="*/ 4200 w 10000"/>
              <a:gd name="connsiteY42-6596" fmla="*/ 6136 h 9805"/>
              <a:gd name="connsiteX43-6597" fmla="*/ 5000 w 10000"/>
              <a:gd name="connsiteY43-6598" fmla="*/ 6136 h 9805"/>
              <a:gd name="connsiteX44-6599" fmla="*/ 5500 w 10000"/>
              <a:gd name="connsiteY44-6600" fmla="*/ 6136 h 9805"/>
              <a:gd name="connsiteX45-6601" fmla="*/ 6050 w 10000"/>
              <a:gd name="connsiteY45-6602" fmla="*/ 6136 h 9805"/>
              <a:gd name="connsiteX46-6603" fmla="*/ 6300 w 10000"/>
              <a:gd name="connsiteY46-6604" fmla="*/ 5904 h 9805"/>
              <a:gd name="connsiteX47-6605" fmla="*/ 6550 w 10000"/>
              <a:gd name="connsiteY47-6606" fmla="*/ 5519 h 9805"/>
              <a:gd name="connsiteX48-6607" fmla="*/ 6850 w 10000"/>
              <a:gd name="connsiteY48-6608" fmla="*/ 5095 h 9805"/>
              <a:gd name="connsiteX49-6609" fmla="*/ 7100 w 10000"/>
              <a:gd name="connsiteY49-6610" fmla="*/ 4704 h 9805"/>
              <a:gd name="connsiteX50-6611" fmla="*/ 7100 w 10000"/>
              <a:gd name="connsiteY50-6612" fmla="*/ 4088 h 9805"/>
              <a:gd name="connsiteX51-6613" fmla="*/ 7100 w 10000"/>
              <a:gd name="connsiteY51-6614" fmla="*/ 3281 h 9805"/>
              <a:gd name="connsiteX52-6615" fmla="*/ 7100 w 10000"/>
              <a:gd name="connsiteY52-6616" fmla="*/ 2238 h 9805"/>
              <a:gd name="connsiteX53-6617" fmla="*/ 7100 w 10000"/>
              <a:gd name="connsiteY53-6618" fmla="*/ 1619 h 9805"/>
              <a:gd name="connsiteX54-6619" fmla="*/ 7100 w 10000"/>
              <a:gd name="connsiteY54-6620" fmla="*/ 1235 h 9805"/>
              <a:gd name="connsiteX55-6621" fmla="*/ 7100 w 10000"/>
              <a:gd name="connsiteY55-6622" fmla="*/ 386 h 9805"/>
              <a:gd name="connsiteX0-6623" fmla="*/ 9750 w 10000"/>
              <a:gd name="connsiteY0-6624" fmla="*/ 0 h 10000"/>
              <a:gd name="connsiteX1-6625" fmla="*/ 9750 w 10000"/>
              <a:gd name="connsiteY1-6626" fmla="*/ 1021 h 10000"/>
              <a:gd name="connsiteX2-6627" fmla="*/ 9750 w 10000"/>
              <a:gd name="connsiteY2-6628" fmla="*/ 2477 h 10000"/>
              <a:gd name="connsiteX3-6629" fmla="*/ 10000 w 10000"/>
              <a:gd name="connsiteY3-6630" fmla="*/ 3738 h 10000"/>
              <a:gd name="connsiteX4-6631" fmla="*/ 10000 w 10000"/>
              <a:gd name="connsiteY4-6632" fmla="*/ 4798 h 10000"/>
              <a:gd name="connsiteX5-6633" fmla="*/ 9750 w 10000"/>
              <a:gd name="connsiteY5-6634" fmla="*/ 5827 h 10000"/>
              <a:gd name="connsiteX6-6635" fmla="*/ 9750 w 10000"/>
              <a:gd name="connsiteY6-6636" fmla="*/ 6655 h 10000"/>
              <a:gd name="connsiteX7-6637" fmla="*/ 9450 w 10000"/>
              <a:gd name="connsiteY7-6638" fmla="*/ 7481 h 10000"/>
              <a:gd name="connsiteX8-6639" fmla="*/ 9200 w 10000"/>
              <a:gd name="connsiteY8-6640" fmla="*/ 8111 h 10000"/>
              <a:gd name="connsiteX9-6641" fmla="*/ 9200 w 10000"/>
              <a:gd name="connsiteY9-6642" fmla="*/ 8543 h 10000"/>
              <a:gd name="connsiteX10-6643" fmla="*/ 8700 w 10000"/>
              <a:gd name="connsiteY10-6644" fmla="*/ 8937 h 10000"/>
              <a:gd name="connsiteX11-6645" fmla="*/ 8150 w 10000"/>
              <a:gd name="connsiteY11-6646" fmla="*/ 9374 h 10000"/>
              <a:gd name="connsiteX12-6647" fmla="*/ 7350 w 10000"/>
              <a:gd name="connsiteY12-6648" fmla="*/ 9761 h 10000"/>
              <a:gd name="connsiteX13-6649" fmla="*/ 7100 w 10000"/>
              <a:gd name="connsiteY13-6650" fmla="*/ 10000 h 10000"/>
              <a:gd name="connsiteX14-6651" fmla="*/ 6550 w 10000"/>
              <a:gd name="connsiteY14-6652" fmla="*/ 10000 h 10000"/>
              <a:gd name="connsiteX15-6653" fmla="*/ 6300 w 10000"/>
              <a:gd name="connsiteY15-6654" fmla="*/ 10000 h 10000"/>
              <a:gd name="connsiteX16-6655" fmla="*/ 6050 w 10000"/>
              <a:gd name="connsiteY16-6656" fmla="*/ 9761 h 10000"/>
              <a:gd name="connsiteX17-6657" fmla="*/ 5500 w 10000"/>
              <a:gd name="connsiteY17-6658" fmla="*/ 9566 h 10000"/>
              <a:gd name="connsiteX18-6659" fmla="*/ 5250 w 10000"/>
              <a:gd name="connsiteY18-6660" fmla="*/ 9173 h 10000"/>
              <a:gd name="connsiteX19-6661" fmla="*/ 4700 w 10000"/>
              <a:gd name="connsiteY19-6662" fmla="*/ 8543 h 10000"/>
              <a:gd name="connsiteX20-6663" fmla="*/ 3950 w 10000"/>
              <a:gd name="connsiteY20-6664" fmla="*/ 8111 h 10000"/>
              <a:gd name="connsiteX21-6665" fmla="*/ 3650 w 10000"/>
              <a:gd name="connsiteY21-6666" fmla="*/ 7911 h 10000"/>
              <a:gd name="connsiteX22-6667" fmla="*/ 3150 w 10000"/>
              <a:gd name="connsiteY22-6668" fmla="*/ 7714 h 10000"/>
              <a:gd name="connsiteX23-6669" fmla="*/ 2600 w 10000"/>
              <a:gd name="connsiteY23-6670" fmla="*/ 7481 h 10000"/>
              <a:gd name="connsiteX24-6671" fmla="*/ 2100 w 10000"/>
              <a:gd name="connsiteY24-6672" fmla="*/ 7088 h 10000"/>
              <a:gd name="connsiteX25-6673" fmla="*/ 1550 w 10000"/>
              <a:gd name="connsiteY25-6674" fmla="*/ 6852 h 10000"/>
              <a:gd name="connsiteX26-6675" fmla="*/ 1300 w 10000"/>
              <a:gd name="connsiteY26-6676" fmla="*/ 6655 h 10000"/>
              <a:gd name="connsiteX27-6677" fmla="*/ 750 w 10000"/>
              <a:gd name="connsiteY27-6678" fmla="*/ 6655 h 10000"/>
              <a:gd name="connsiteX28-6679" fmla="*/ 500 w 10000"/>
              <a:gd name="connsiteY28-6680" fmla="*/ 6455 h 10000"/>
              <a:gd name="connsiteX29-6681" fmla="*/ 250 w 10000"/>
              <a:gd name="connsiteY29-6682" fmla="*/ 6258 h 10000"/>
              <a:gd name="connsiteX30-6683" fmla="*/ 250 w 10000"/>
              <a:gd name="connsiteY30-6684" fmla="*/ 6258 h 10000"/>
              <a:gd name="connsiteX31-6685" fmla="*/ 0 w 10000"/>
              <a:gd name="connsiteY31-6686" fmla="*/ 6021 h 10000"/>
              <a:gd name="connsiteX32-6687" fmla="*/ 0 w 10000"/>
              <a:gd name="connsiteY32-6688" fmla="*/ 6021 h 10000"/>
              <a:gd name="connsiteX33-6689" fmla="*/ 250 w 10000"/>
              <a:gd name="connsiteY33-6690" fmla="*/ 6021 h 10000"/>
              <a:gd name="connsiteX34-6691" fmla="*/ 250 w 10000"/>
              <a:gd name="connsiteY34-6692" fmla="*/ 6021 h 10000"/>
              <a:gd name="connsiteX35-6693" fmla="*/ 500 w 10000"/>
              <a:gd name="connsiteY35-6694" fmla="*/ 6021 h 10000"/>
              <a:gd name="connsiteX36-6695" fmla="*/ 750 w 10000"/>
              <a:gd name="connsiteY36-6696" fmla="*/ 6021 h 10000"/>
              <a:gd name="connsiteX37-6697" fmla="*/ 1050 w 10000"/>
              <a:gd name="connsiteY37-6698" fmla="*/ 6021 h 10000"/>
              <a:gd name="connsiteX38-6699" fmla="*/ 1300 w 10000"/>
              <a:gd name="connsiteY38-6700" fmla="*/ 6021 h 10000"/>
              <a:gd name="connsiteX39-6701" fmla="*/ 1800 w 10000"/>
              <a:gd name="connsiteY39-6702" fmla="*/ 6021 h 10000"/>
              <a:gd name="connsiteX40-6703" fmla="*/ 2350 w 10000"/>
              <a:gd name="connsiteY40-6704" fmla="*/ 6021 h 10000"/>
              <a:gd name="connsiteX41-6705" fmla="*/ 3400 w 10000"/>
              <a:gd name="connsiteY41-6706" fmla="*/ 6258 h 10000"/>
              <a:gd name="connsiteX42-6707" fmla="*/ 4200 w 10000"/>
              <a:gd name="connsiteY42-6708" fmla="*/ 6258 h 10000"/>
              <a:gd name="connsiteX43-6709" fmla="*/ 5000 w 10000"/>
              <a:gd name="connsiteY43-6710" fmla="*/ 6258 h 10000"/>
              <a:gd name="connsiteX44-6711" fmla="*/ 5500 w 10000"/>
              <a:gd name="connsiteY44-6712" fmla="*/ 6258 h 10000"/>
              <a:gd name="connsiteX45-6713" fmla="*/ 6050 w 10000"/>
              <a:gd name="connsiteY45-6714" fmla="*/ 6258 h 10000"/>
              <a:gd name="connsiteX46-6715" fmla="*/ 6300 w 10000"/>
              <a:gd name="connsiteY46-6716" fmla="*/ 6021 h 10000"/>
              <a:gd name="connsiteX47-6717" fmla="*/ 6550 w 10000"/>
              <a:gd name="connsiteY47-6718" fmla="*/ 5629 h 10000"/>
              <a:gd name="connsiteX48-6719" fmla="*/ 6850 w 10000"/>
              <a:gd name="connsiteY48-6720" fmla="*/ 5196 h 10000"/>
              <a:gd name="connsiteX49-6721" fmla="*/ 7100 w 10000"/>
              <a:gd name="connsiteY49-6722" fmla="*/ 4798 h 10000"/>
              <a:gd name="connsiteX50-6723" fmla="*/ 7100 w 10000"/>
              <a:gd name="connsiteY50-6724" fmla="*/ 4169 h 10000"/>
              <a:gd name="connsiteX51-6725" fmla="*/ 7100 w 10000"/>
              <a:gd name="connsiteY51-6726" fmla="*/ 3346 h 10000"/>
              <a:gd name="connsiteX52-6727" fmla="*/ 7100 w 10000"/>
              <a:gd name="connsiteY52-6728" fmla="*/ 2283 h 10000"/>
              <a:gd name="connsiteX53-6729" fmla="*/ 7100 w 10000"/>
              <a:gd name="connsiteY53-6730" fmla="*/ 1651 h 10000"/>
              <a:gd name="connsiteX54-6731" fmla="*/ 7100 w 10000"/>
              <a:gd name="connsiteY54-6732" fmla="*/ 1260 h 10000"/>
              <a:gd name="connsiteX0-6733" fmla="*/ 9750 w 10000"/>
              <a:gd name="connsiteY0-6734" fmla="*/ 0 h 10000"/>
              <a:gd name="connsiteX1-6735" fmla="*/ 9750 w 10000"/>
              <a:gd name="connsiteY1-6736" fmla="*/ 1021 h 10000"/>
              <a:gd name="connsiteX2-6737" fmla="*/ 9750 w 10000"/>
              <a:gd name="connsiteY2-6738" fmla="*/ 2477 h 10000"/>
              <a:gd name="connsiteX3-6739" fmla="*/ 10000 w 10000"/>
              <a:gd name="connsiteY3-6740" fmla="*/ 3738 h 10000"/>
              <a:gd name="connsiteX4-6741" fmla="*/ 10000 w 10000"/>
              <a:gd name="connsiteY4-6742" fmla="*/ 4798 h 10000"/>
              <a:gd name="connsiteX5-6743" fmla="*/ 9750 w 10000"/>
              <a:gd name="connsiteY5-6744" fmla="*/ 5827 h 10000"/>
              <a:gd name="connsiteX6-6745" fmla="*/ 9750 w 10000"/>
              <a:gd name="connsiteY6-6746" fmla="*/ 6655 h 10000"/>
              <a:gd name="connsiteX7-6747" fmla="*/ 9450 w 10000"/>
              <a:gd name="connsiteY7-6748" fmla="*/ 7481 h 10000"/>
              <a:gd name="connsiteX8-6749" fmla="*/ 9200 w 10000"/>
              <a:gd name="connsiteY8-6750" fmla="*/ 8111 h 10000"/>
              <a:gd name="connsiteX9-6751" fmla="*/ 9200 w 10000"/>
              <a:gd name="connsiteY9-6752" fmla="*/ 8543 h 10000"/>
              <a:gd name="connsiteX10-6753" fmla="*/ 8700 w 10000"/>
              <a:gd name="connsiteY10-6754" fmla="*/ 8937 h 10000"/>
              <a:gd name="connsiteX11-6755" fmla="*/ 8150 w 10000"/>
              <a:gd name="connsiteY11-6756" fmla="*/ 9374 h 10000"/>
              <a:gd name="connsiteX12-6757" fmla="*/ 7350 w 10000"/>
              <a:gd name="connsiteY12-6758" fmla="*/ 9761 h 10000"/>
              <a:gd name="connsiteX13-6759" fmla="*/ 7100 w 10000"/>
              <a:gd name="connsiteY13-6760" fmla="*/ 10000 h 10000"/>
              <a:gd name="connsiteX14-6761" fmla="*/ 6550 w 10000"/>
              <a:gd name="connsiteY14-6762" fmla="*/ 10000 h 10000"/>
              <a:gd name="connsiteX15-6763" fmla="*/ 6300 w 10000"/>
              <a:gd name="connsiteY15-6764" fmla="*/ 10000 h 10000"/>
              <a:gd name="connsiteX16-6765" fmla="*/ 6050 w 10000"/>
              <a:gd name="connsiteY16-6766" fmla="*/ 9761 h 10000"/>
              <a:gd name="connsiteX17-6767" fmla="*/ 5500 w 10000"/>
              <a:gd name="connsiteY17-6768" fmla="*/ 9566 h 10000"/>
              <a:gd name="connsiteX18-6769" fmla="*/ 5250 w 10000"/>
              <a:gd name="connsiteY18-6770" fmla="*/ 9173 h 10000"/>
              <a:gd name="connsiteX19-6771" fmla="*/ 4700 w 10000"/>
              <a:gd name="connsiteY19-6772" fmla="*/ 8543 h 10000"/>
              <a:gd name="connsiteX20-6773" fmla="*/ 3950 w 10000"/>
              <a:gd name="connsiteY20-6774" fmla="*/ 8111 h 10000"/>
              <a:gd name="connsiteX21-6775" fmla="*/ 3650 w 10000"/>
              <a:gd name="connsiteY21-6776" fmla="*/ 7911 h 10000"/>
              <a:gd name="connsiteX22-6777" fmla="*/ 3150 w 10000"/>
              <a:gd name="connsiteY22-6778" fmla="*/ 7714 h 10000"/>
              <a:gd name="connsiteX23-6779" fmla="*/ 2600 w 10000"/>
              <a:gd name="connsiteY23-6780" fmla="*/ 7481 h 10000"/>
              <a:gd name="connsiteX24-6781" fmla="*/ 2100 w 10000"/>
              <a:gd name="connsiteY24-6782" fmla="*/ 7088 h 10000"/>
              <a:gd name="connsiteX25-6783" fmla="*/ 1550 w 10000"/>
              <a:gd name="connsiteY25-6784" fmla="*/ 6852 h 10000"/>
              <a:gd name="connsiteX26-6785" fmla="*/ 1300 w 10000"/>
              <a:gd name="connsiteY26-6786" fmla="*/ 6655 h 10000"/>
              <a:gd name="connsiteX27-6787" fmla="*/ 750 w 10000"/>
              <a:gd name="connsiteY27-6788" fmla="*/ 6655 h 10000"/>
              <a:gd name="connsiteX28-6789" fmla="*/ 500 w 10000"/>
              <a:gd name="connsiteY28-6790" fmla="*/ 6455 h 10000"/>
              <a:gd name="connsiteX29-6791" fmla="*/ 250 w 10000"/>
              <a:gd name="connsiteY29-6792" fmla="*/ 6258 h 10000"/>
              <a:gd name="connsiteX30-6793" fmla="*/ 250 w 10000"/>
              <a:gd name="connsiteY30-6794" fmla="*/ 6258 h 10000"/>
              <a:gd name="connsiteX31-6795" fmla="*/ 0 w 10000"/>
              <a:gd name="connsiteY31-6796" fmla="*/ 6021 h 10000"/>
              <a:gd name="connsiteX32-6797" fmla="*/ 0 w 10000"/>
              <a:gd name="connsiteY32-6798" fmla="*/ 6021 h 10000"/>
              <a:gd name="connsiteX33-6799" fmla="*/ 250 w 10000"/>
              <a:gd name="connsiteY33-6800" fmla="*/ 6021 h 10000"/>
              <a:gd name="connsiteX34-6801" fmla="*/ 250 w 10000"/>
              <a:gd name="connsiteY34-6802" fmla="*/ 6021 h 10000"/>
              <a:gd name="connsiteX35-6803" fmla="*/ 500 w 10000"/>
              <a:gd name="connsiteY35-6804" fmla="*/ 6021 h 10000"/>
              <a:gd name="connsiteX36-6805" fmla="*/ 750 w 10000"/>
              <a:gd name="connsiteY36-6806" fmla="*/ 6021 h 10000"/>
              <a:gd name="connsiteX37-6807" fmla="*/ 1050 w 10000"/>
              <a:gd name="connsiteY37-6808" fmla="*/ 6021 h 10000"/>
              <a:gd name="connsiteX38-6809" fmla="*/ 1300 w 10000"/>
              <a:gd name="connsiteY38-6810" fmla="*/ 6021 h 10000"/>
              <a:gd name="connsiteX39-6811" fmla="*/ 1800 w 10000"/>
              <a:gd name="connsiteY39-6812" fmla="*/ 6021 h 10000"/>
              <a:gd name="connsiteX40-6813" fmla="*/ 2350 w 10000"/>
              <a:gd name="connsiteY40-6814" fmla="*/ 6021 h 10000"/>
              <a:gd name="connsiteX41-6815" fmla="*/ 3400 w 10000"/>
              <a:gd name="connsiteY41-6816" fmla="*/ 6258 h 10000"/>
              <a:gd name="connsiteX42-6817" fmla="*/ 4200 w 10000"/>
              <a:gd name="connsiteY42-6818" fmla="*/ 6258 h 10000"/>
              <a:gd name="connsiteX43-6819" fmla="*/ 5000 w 10000"/>
              <a:gd name="connsiteY43-6820" fmla="*/ 6258 h 10000"/>
              <a:gd name="connsiteX44-6821" fmla="*/ 5500 w 10000"/>
              <a:gd name="connsiteY44-6822" fmla="*/ 6258 h 10000"/>
              <a:gd name="connsiteX45-6823" fmla="*/ 6050 w 10000"/>
              <a:gd name="connsiteY45-6824" fmla="*/ 6258 h 10000"/>
              <a:gd name="connsiteX46-6825" fmla="*/ 6300 w 10000"/>
              <a:gd name="connsiteY46-6826" fmla="*/ 6021 h 10000"/>
              <a:gd name="connsiteX47-6827" fmla="*/ 6550 w 10000"/>
              <a:gd name="connsiteY47-6828" fmla="*/ 5629 h 10000"/>
              <a:gd name="connsiteX48-6829" fmla="*/ 6850 w 10000"/>
              <a:gd name="connsiteY48-6830" fmla="*/ 5196 h 10000"/>
              <a:gd name="connsiteX49-6831" fmla="*/ 7100 w 10000"/>
              <a:gd name="connsiteY49-6832" fmla="*/ 4798 h 10000"/>
              <a:gd name="connsiteX50-6833" fmla="*/ 7100 w 10000"/>
              <a:gd name="connsiteY50-6834" fmla="*/ 4169 h 10000"/>
              <a:gd name="connsiteX51-6835" fmla="*/ 7100 w 10000"/>
              <a:gd name="connsiteY51-6836" fmla="*/ 3346 h 10000"/>
              <a:gd name="connsiteX52-6837" fmla="*/ 7100 w 10000"/>
              <a:gd name="connsiteY52-6838" fmla="*/ 2283 h 10000"/>
              <a:gd name="connsiteX53-6839" fmla="*/ 7100 w 10000"/>
              <a:gd name="connsiteY53-6840" fmla="*/ 1651 h 10000"/>
              <a:gd name="connsiteX0-6841" fmla="*/ 9750 w 10000"/>
              <a:gd name="connsiteY0-6842" fmla="*/ 0 h 8979"/>
              <a:gd name="connsiteX1-6843" fmla="*/ 9750 w 10000"/>
              <a:gd name="connsiteY1-6844" fmla="*/ 1456 h 8979"/>
              <a:gd name="connsiteX2-6845" fmla="*/ 10000 w 10000"/>
              <a:gd name="connsiteY2-6846" fmla="*/ 2717 h 8979"/>
              <a:gd name="connsiteX3-6847" fmla="*/ 10000 w 10000"/>
              <a:gd name="connsiteY3-6848" fmla="*/ 3777 h 8979"/>
              <a:gd name="connsiteX4-6849" fmla="*/ 9750 w 10000"/>
              <a:gd name="connsiteY4-6850" fmla="*/ 4806 h 8979"/>
              <a:gd name="connsiteX5-6851" fmla="*/ 9750 w 10000"/>
              <a:gd name="connsiteY5-6852" fmla="*/ 5634 h 8979"/>
              <a:gd name="connsiteX6-6853" fmla="*/ 9450 w 10000"/>
              <a:gd name="connsiteY6-6854" fmla="*/ 6460 h 8979"/>
              <a:gd name="connsiteX7-6855" fmla="*/ 9200 w 10000"/>
              <a:gd name="connsiteY7-6856" fmla="*/ 7090 h 8979"/>
              <a:gd name="connsiteX8-6857" fmla="*/ 9200 w 10000"/>
              <a:gd name="connsiteY8-6858" fmla="*/ 7522 h 8979"/>
              <a:gd name="connsiteX9-6859" fmla="*/ 8700 w 10000"/>
              <a:gd name="connsiteY9-6860" fmla="*/ 7916 h 8979"/>
              <a:gd name="connsiteX10-6861" fmla="*/ 8150 w 10000"/>
              <a:gd name="connsiteY10-6862" fmla="*/ 8353 h 8979"/>
              <a:gd name="connsiteX11-6863" fmla="*/ 7350 w 10000"/>
              <a:gd name="connsiteY11-6864" fmla="*/ 8740 h 8979"/>
              <a:gd name="connsiteX12-6865" fmla="*/ 7100 w 10000"/>
              <a:gd name="connsiteY12-6866" fmla="*/ 8979 h 8979"/>
              <a:gd name="connsiteX13-6867" fmla="*/ 6550 w 10000"/>
              <a:gd name="connsiteY13-6868" fmla="*/ 8979 h 8979"/>
              <a:gd name="connsiteX14-6869" fmla="*/ 6300 w 10000"/>
              <a:gd name="connsiteY14-6870" fmla="*/ 8979 h 8979"/>
              <a:gd name="connsiteX15-6871" fmla="*/ 6050 w 10000"/>
              <a:gd name="connsiteY15-6872" fmla="*/ 8740 h 8979"/>
              <a:gd name="connsiteX16-6873" fmla="*/ 5500 w 10000"/>
              <a:gd name="connsiteY16-6874" fmla="*/ 8545 h 8979"/>
              <a:gd name="connsiteX17-6875" fmla="*/ 5250 w 10000"/>
              <a:gd name="connsiteY17-6876" fmla="*/ 8152 h 8979"/>
              <a:gd name="connsiteX18-6877" fmla="*/ 4700 w 10000"/>
              <a:gd name="connsiteY18-6878" fmla="*/ 7522 h 8979"/>
              <a:gd name="connsiteX19-6879" fmla="*/ 3950 w 10000"/>
              <a:gd name="connsiteY19-6880" fmla="*/ 7090 h 8979"/>
              <a:gd name="connsiteX20-6881" fmla="*/ 3650 w 10000"/>
              <a:gd name="connsiteY20-6882" fmla="*/ 6890 h 8979"/>
              <a:gd name="connsiteX21-6883" fmla="*/ 3150 w 10000"/>
              <a:gd name="connsiteY21-6884" fmla="*/ 6693 h 8979"/>
              <a:gd name="connsiteX22-6885" fmla="*/ 2600 w 10000"/>
              <a:gd name="connsiteY22-6886" fmla="*/ 6460 h 8979"/>
              <a:gd name="connsiteX23-6887" fmla="*/ 2100 w 10000"/>
              <a:gd name="connsiteY23-6888" fmla="*/ 6067 h 8979"/>
              <a:gd name="connsiteX24-6889" fmla="*/ 1550 w 10000"/>
              <a:gd name="connsiteY24-6890" fmla="*/ 5831 h 8979"/>
              <a:gd name="connsiteX25-6891" fmla="*/ 1300 w 10000"/>
              <a:gd name="connsiteY25-6892" fmla="*/ 5634 h 8979"/>
              <a:gd name="connsiteX26-6893" fmla="*/ 750 w 10000"/>
              <a:gd name="connsiteY26-6894" fmla="*/ 5634 h 8979"/>
              <a:gd name="connsiteX27-6895" fmla="*/ 500 w 10000"/>
              <a:gd name="connsiteY27-6896" fmla="*/ 5434 h 8979"/>
              <a:gd name="connsiteX28-6897" fmla="*/ 250 w 10000"/>
              <a:gd name="connsiteY28-6898" fmla="*/ 5237 h 8979"/>
              <a:gd name="connsiteX29-6899" fmla="*/ 250 w 10000"/>
              <a:gd name="connsiteY29-6900" fmla="*/ 5237 h 8979"/>
              <a:gd name="connsiteX30-6901" fmla="*/ 0 w 10000"/>
              <a:gd name="connsiteY30-6902" fmla="*/ 5000 h 8979"/>
              <a:gd name="connsiteX31-6903" fmla="*/ 0 w 10000"/>
              <a:gd name="connsiteY31-6904" fmla="*/ 5000 h 8979"/>
              <a:gd name="connsiteX32-6905" fmla="*/ 250 w 10000"/>
              <a:gd name="connsiteY32-6906" fmla="*/ 5000 h 8979"/>
              <a:gd name="connsiteX33-6907" fmla="*/ 250 w 10000"/>
              <a:gd name="connsiteY33-6908" fmla="*/ 5000 h 8979"/>
              <a:gd name="connsiteX34-6909" fmla="*/ 500 w 10000"/>
              <a:gd name="connsiteY34-6910" fmla="*/ 5000 h 8979"/>
              <a:gd name="connsiteX35-6911" fmla="*/ 750 w 10000"/>
              <a:gd name="connsiteY35-6912" fmla="*/ 5000 h 8979"/>
              <a:gd name="connsiteX36-6913" fmla="*/ 1050 w 10000"/>
              <a:gd name="connsiteY36-6914" fmla="*/ 5000 h 8979"/>
              <a:gd name="connsiteX37-6915" fmla="*/ 1300 w 10000"/>
              <a:gd name="connsiteY37-6916" fmla="*/ 5000 h 8979"/>
              <a:gd name="connsiteX38-6917" fmla="*/ 1800 w 10000"/>
              <a:gd name="connsiteY38-6918" fmla="*/ 5000 h 8979"/>
              <a:gd name="connsiteX39-6919" fmla="*/ 2350 w 10000"/>
              <a:gd name="connsiteY39-6920" fmla="*/ 5000 h 8979"/>
              <a:gd name="connsiteX40-6921" fmla="*/ 3400 w 10000"/>
              <a:gd name="connsiteY40-6922" fmla="*/ 5237 h 8979"/>
              <a:gd name="connsiteX41-6923" fmla="*/ 4200 w 10000"/>
              <a:gd name="connsiteY41-6924" fmla="*/ 5237 h 8979"/>
              <a:gd name="connsiteX42-6925" fmla="*/ 5000 w 10000"/>
              <a:gd name="connsiteY42-6926" fmla="*/ 5237 h 8979"/>
              <a:gd name="connsiteX43-6927" fmla="*/ 5500 w 10000"/>
              <a:gd name="connsiteY43-6928" fmla="*/ 5237 h 8979"/>
              <a:gd name="connsiteX44-6929" fmla="*/ 6050 w 10000"/>
              <a:gd name="connsiteY44-6930" fmla="*/ 5237 h 8979"/>
              <a:gd name="connsiteX45-6931" fmla="*/ 6300 w 10000"/>
              <a:gd name="connsiteY45-6932" fmla="*/ 5000 h 8979"/>
              <a:gd name="connsiteX46-6933" fmla="*/ 6550 w 10000"/>
              <a:gd name="connsiteY46-6934" fmla="*/ 4608 h 8979"/>
              <a:gd name="connsiteX47-6935" fmla="*/ 6850 w 10000"/>
              <a:gd name="connsiteY47-6936" fmla="*/ 4175 h 8979"/>
              <a:gd name="connsiteX48-6937" fmla="*/ 7100 w 10000"/>
              <a:gd name="connsiteY48-6938" fmla="*/ 3777 h 8979"/>
              <a:gd name="connsiteX49-6939" fmla="*/ 7100 w 10000"/>
              <a:gd name="connsiteY49-6940" fmla="*/ 3148 h 8979"/>
              <a:gd name="connsiteX50-6941" fmla="*/ 7100 w 10000"/>
              <a:gd name="connsiteY50-6942" fmla="*/ 2325 h 8979"/>
              <a:gd name="connsiteX51-6943" fmla="*/ 7100 w 10000"/>
              <a:gd name="connsiteY51-6944" fmla="*/ 1262 h 8979"/>
              <a:gd name="connsiteX52-6945" fmla="*/ 7100 w 10000"/>
              <a:gd name="connsiteY52-6946" fmla="*/ 630 h 8979"/>
              <a:gd name="connsiteX0-6947" fmla="*/ 9750 w 10000"/>
              <a:gd name="connsiteY0-6948" fmla="*/ 920 h 9298"/>
              <a:gd name="connsiteX1-6949" fmla="*/ 10000 w 10000"/>
              <a:gd name="connsiteY1-6950" fmla="*/ 2324 h 9298"/>
              <a:gd name="connsiteX2-6951" fmla="*/ 10000 w 10000"/>
              <a:gd name="connsiteY2-6952" fmla="*/ 3504 h 9298"/>
              <a:gd name="connsiteX3-6953" fmla="*/ 9750 w 10000"/>
              <a:gd name="connsiteY3-6954" fmla="*/ 4650 h 9298"/>
              <a:gd name="connsiteX4-6955" fmla="*/ 9750 w 10000"/>
              <a:gd name="connsiteY4-6956" fmla="*/ 5573 h 9298"/>
              <a:gd name="connsiteX5-6957" fmla="*/ 9450 w 10000"/>
              <a:gd name="connsiteY5-6958" fmla="*/ 6493 h 9298"/>
              <a:gd name="connsiteX6-6959" fmla="*/ 9200 w 10000"/>
              <a:gd name="connsiteY6-6960" fmla="*/ 7194 h 9298"/>
              <a:gd name="connsiteX7-6961" fmla="*/ 9200 w 10000"/>
              <a:gd name="connsiteY7-6962" fmla="*/ 7675 h 9298"/>
              <a:gd name="connsiteX8-6963" fmla="*/ 8700 w 10000"/>
              <a:gd name="connsiteY8-6964" fmla="*/ 8114 h 9298"/>
              <a:gd name="connsiteX9-6965" fmla="*/ 8150 w 10000"/>
              <a:gd name="connsiteY9-6966" fmla="*/ 8601 h 9298"/>
              <a:gd name="connsiteX10-6967" fmla="*/ 7350 w 10000"/>
              <a:gd name="connsiteY10-6968" fmla="*/ 9032 h 9298"/>
              <a:gd name="connsiteX11-6969" fmla="*/ 7100 w 10000"/>
              <a:gd name="connsiteY11-6970" fmla="*/ 9298 h 9298"/>
              <a:gd name="connsiteX12-6971" fmla="*/ 6550 w 10000"/>
              <a:gd name="connsiteY12-6972" fmla="*/ 9298 h 9298"/>
              <a:gd name="connsiteX13-6973" fmla="*/ 6300 w 10000"/>
              <a:gd name="connsiteY13-6974" fmla="*/ 9298 h 9298"/>
              <a:gd name="connsiteX14-6975" fmla="*/ 6050 w 10000"/>
              <a:gd name="connsiteY14-6976" fmla="*/ 9032 h 9298"/>
              <a:gd name="connsiteX15-6977" fmla="*/ 5500 w 10000"/>
              <a:gd name="connsiteY15-6978" fmla="*/ 8815 h 9298"/>
              <a:gd name="connsiteX16-6979" fmla="*/ 5250 w 10000"/>
              <a:gd name="connsiteY16-6980" fmla="*/ 8377 h 9298"/>
              <a:gd name="connsiteX17-6981" fmla="*/ 4700 w 10000"/>
              <a:gd name="connsiteY17-6982" fmla="*/ 7675 h 9298"/>
              <a:gd name="connsiteX18-6983" fmla="*/ 3950 w 10000"/>
              <a:gd name="connsiteY18-6984" fmla="*/ 7194 h 9298"/>
              <a:gd name="connsiteX19-6985" fmla="*/ 3650 w 10000"/>
              <a:gd name="connsiteY19-6986" fmla="*/ 6971 h 9298"/>
              <a:gd name="connsiteX20-6987" fmla="*/ 3150 w 10000"/>
              <a:gd name="connsiteY20-6988" fmla="*/ 6752 h 9298"/>
              <a:gd name="connsiteX21-6989" fmla="*/ 2600 w 10000"/>
              <a:gd name="connsiteY21-6990" fmla="*/ 6493 h 9298"/>
              <a:gd name="connsiteX22-6991" fmla="*/ 2100 w 10000"/>
              <a:gd name="connsiteY22-6992" fmla="*/ 6055 h 9298"/>
              <a:gd name="connsiteX23-6993" fmla="*/ 1550 w 10000"/>
              <a:gd name="connsiteY23-6994" fmla="*/ 5792 h 9298"/>
              <a:gd name="connsiteX24-6995" fmla="*/ 1300 w 10000"/>
              <a:gd name="connsiteY24-6996" fmla="*/ 5573 h 9298"/>
              <a:gd name="connsiteX25-6997" fmla="*/ 750 w 10000"/>
              <a:gd name="connsiteY25-6998" fmla="*/ 5573 h 9298"/>
              <a:gd name="connsiteX26-6999" fmla="*/ 500 w 10000"/>
              <a:gd name="connsiteY26-7000" fmla="*/ 5350 h 9298"/>
              <a:gd name="connsiteX27-7001" fmla="*/ 250 w 10000"/>
              <a:gd name="connsiteY27-7002" fmla="*/ 5130 h 9298"/>
              <a:gd name="connsiteX28-7003" fmla="*/ 250 w 10000"/>
              <a:gd name="connsiteY28-7004" fmla="*/ 5130 h 9298"/>
              <a:gd name="connsiteX29-7005" fmla="*/ 0 w 10000"/>
              <a:gd name="connsiteY29-7006" fmla="*/ 4867 h 9298"/>
              <a:gd name="connsiteX30-7007" fmla="*/ 0 w 10000"/>
              <a:gd name="connsiteY30-7008" fmla="*/ 4867 h 9298"/>
              <a:gd name="connsiteX31-7009" fmla="*/ 250 w 10000"/>
              <a:gd name="connsiteY31-7010" fmla="*/ 4867 h 9298"/>
              <a:gd name="connsiteX32-7011" fmla="*/ 250 w 10000"/>
              <a:gd name="connsiteY32-7012" fmla="*/ 4867 h 9298"/>
              <a:gd name="connsiteX33-7013" fmla="*/ 500 w 10000"/>
              <a:gd name="connsiteY33-7014" fmla="*/ 4867 h 9298"/>
              <a:gd name="connsiteX34-7015" fmla="*/ 750 w 10000"/>
              <a:gd name="connsiteY34-7016" fmla="*/ 4867 h 9298"/>
              <a:gd name="connsiteX35-7017" fmla="*/ 1050 w 10000"/>
              <a:gd name="connsiteY35-7018" fmla="*/ 4867 h 9298"/>
              <a:gd name="connsiteX36-7019" fmla="*/ 1300 w 10000"/>
              <a:gd name="connsiteY36-7020" fmla="*/ 4867 h 9298"/>
              <a:gd name="connsiteX37-7021" fmla="*/ 1800 w 10000"/>
              <a:gd name="connsiteY37-7022" fmla="*/ 4867 h 9298"/>
              <a:gd name="connsiteX38-7023" fmla="*/ 2350 w 10000"/>
              <a:gd name="connsiteY38-7024" fmla="*/ 4867 h 9298"/>
              <a:gd name="connsiteX39-7025" fmla="*/ 3400 w 10000"/>
              <a:gd name="connsiteY39-7026" fmla="*/ 5130 h 9298"/>
              <a:gd name="connsiteX40-7027" fmla="*/ 4200 w 10000"/>
              <a:gd name="connsiteY40-7028" fmla="*/ 5130 h 9298"/>
              <a:gd name="connsiteX41-7029" fmla="*/ 5000 w 10000"/>
              <a:gd name="connsiteY41-7030" fmla="*/ 5130 h 9298"/>
              <a:gd name="connsiteX42-7031" fmla="*/ 5500 w 10000"/>
              <a:gd name="connsiteY42-7032" fmla="*/ 5130 h 9298"/>
              <a:gd name="connsiteX43-7033" fmla="*/ 6050 w 10000"/>
              <a:gd name="connsiteY43-7034" fmla="*/ 5130 h 9298"/>
              <a:gd name="connsiteX44-7035" fmla="*/ 6300 w 10000"/>
              <a:gd name="connsiteY44-7036" fmla="*/ 4867 h 9298"/>
              <a:gd name="connsiteX45-7037" fmla="*/ 6550 w 10000"/>
              <a:gd name="connsiteY45-7038" fmla="*/ 4430 h 9298"/>
              <a:gd name="connsiteX46-7039" fmla="*/ 6850 w 10000"/>
              <a:gd name="connsiteY46-7040" fmla="*/ 3948 h 9298"/>
              <a:gd name="connsiteX47-7041" fmla="*/ 7100 w 10000"/>
              <a:gd name="connsiteY47-7042" fmla="*/ 3504 h 9298"/>
              <a:gd name="connsiteX48-7043" fmla="*/ 7100 w 10000"/>
              <a:gd name="connsiteY48-7044" fmla="*/ 2804 h 9298"/>
              <a:gd name="connsiteX49-7045" fmla="*/ 7100 w 10000"/>
              <a:gd name="connsiteY49-7046" fmla="*/ 1887 h 9298"/>
              <a:gd name="connsiteX50-7047" fmla="*/ 7100 w 10000"/>
              <a:gd name="connsiteY50-7048" fmla="*/ 704 h 9298"/>
              <a:gd name="connsiteX51-7049" fmla="*/ 7100 w 10000"/>
              <a:gd name="connsiteY51-7050" fmla="*/ 0 h 9298"/>
              <a:gd name="connsiteX0-7051" fmla="*/ 10000 w 10000"/>
              <a:gd name="connsiteY0-7052" fmla="*/ 2499 h 10000"/>
              <a:gd name="connsiteX1-7053" fmla="*/ 10000 w 10000"/>
              <a:gd name="connsiteY1-7054" fmla="*/ 3769 h 10000"/>
              <a:gd name="connsiteX2-7055" fmla="*/ 9750 w 10000"/>
              <a:gd name="connsiteY2-7056" fmla="*/ 5001 h 10000"/>
              <a:gd name="connsiteX3-7057" fmla="*/ 9750 w 10000"/>
              <a:gd name="connsiteY3-7058" fmla="*/ 5994 h 10000"/>
              <a:gd name="connsiteX4-7059" fmla="*/ 9450 w 10000"/>
              <a:gd name="connsiteY4-7060" fmla="*/ 6983 h 10000"/>
              <a:gd name="connsiteX5-7061" fmla="*/ 9200 w 10000"/>
              <a:gd name="connsiteY5-7062" fmla="*/ 7737 h 10000"/>
              <a:gd name="connsiteX6-7063" fmla="*/ 9200 w 10000"/>
              <a:gd name="connsiteY6-7064" fmla="*/ 8254 h 10000"/>
              <a:gd name="connsiteX7-7065" fmla="*/ 8700 w 10000"/>
              <a:gd name="connsiteY7-7066" fmla="*/ 8727 h 10000"/>
              <a:gd name="connsiteX8-7067" fmla="*/ 8150 w 10000"/>
              <a:gd name="connsiteY8-7068" fmla="*/ 9250 h 10000"/>
              <a:gd name="connsiteX9-7069" fmla="*/ 7350 w 10000"/>
              <a:gd name="connsiteY9-7070" fmla="*/ 9714 h 10000"/>
              <a:gd name="connsiteX10-7071" fmla="*/ 7100 w 10000"/>
              <a:gd name="connsiteY10-7072" fmla="*/ 10000 h 10000"/>
              <a:gd name="connsiteX11-7073" fmla="*/ 6550 w 10000"/>
              <a:gd name="connsiteY11-7074" fmla="*/ 10000 h 10000"/>
              <a:gd name="connsiteX12-7075" fmla="*/ 6300 w 10000"/>
              <a:gd name="connsiteY12-7076" fmla="*/ 10000 h 10000"/>
              <a:gd name="connsiteX13-7077" fmla="*/ 6050 w 10000"/>
              <a:gd name="connsiteY13-7078" fmla="*/ 9714 h 10000"/>
              <a:gd name="connsiteX14-7079" fmla="*/ 5500 w 10000"/>
              <a:gd name="connsiteY14-7080" fmla="*/ 9481 h 10000"/>
              <a:gd name="connsiteX15-7081" fmla="*/ 5250 w 10000"/>
              <a:gd name="connsiteY15-7082" fmla="*/ 9009 h 10000"/>
              <a:gd name="connsiteX16-7083" fmla="*/ 4700 w 10000"/>
              <a:gd name="connsiteY16-7084" fmla="*/ 8254 h 10000"/>
              <a:gd name="connsiteX17-7085" fmla="*/ 3950 w 10000"/>
              <a:gd name="connsiteY17-7086" fmla="*/ 7737 h 10000"/>
              <a:gd name="connsiteX18-7087" fmla="*/ 3650 w 10000"/>
              <a:gd name="connsiteY18-7088" fmla="*/ 7497 h 10000"/>
              <a:gd name="connsiteX19-7089" fmla="*/ 3150 w 10000"/>
              <a:gd name="connsiteY19-7090" fmla="*/ 7262 h 10000"/>
              <a:gd name="connsiteX20-7091" fmla="*/ 2600 w 10000"/>
              <a:gd name="connsiteY20-7092" fmla="*/ 6983 h 10000"/>
              <a:gd name="connsiteX21-7093" fmla="*/ 2100 w 10000"/>
              <a:gd name="connsiteY21-7094" fmla="*/ 6512 h 10000"/>
              <a:gd name="connsiteX22-7095" fmla="*/ 1550 w 10000"/>
              <a:gd name="connsiteY22-7096" fmla="*/ 6229 h 10000"/>
              <a:gd name="connsiteX23-7097" fmla="*/ 1300 w 10000"/>
              <a:gd name="connsiteY23-7098" fmla="*/ 5994 h 10000"/>
              <a:gd name="connsiteX24-7099" fmla="*/ 750 w 10000"/>
              <a:gd name="connsiteY24-7100" fmla="*/ 5994 h 10000"/>
              <a:gd name="connsiteX25-7101" fmla="*/ 500 w 10000"/>
              <a:gd name="connsiteY25-7102" fmla="*/ 5754 h 10000"/>
              <a:gd name="connsiteX26-7103" fmla="*/ 250 w 10000"/>
              <a:gd name="connsiteY26-7104" fmla="*/ 5517 h 10000"/>
              <a:gd name="connsiteX27-7105" fmla="*/ 250 w 10000"/>
              <a:gd name="connsiteY27-7106" fmla="*/ 5517 h 10000"/>
              <a:gd name="connsiteX28-7107" fmla="*/ 0 w 10000"/>
              <a:gd name="connsiteY28-7108" fmla="*/ 5234 h 10000"/>
              <a:gd name="connsiteX29-7109" fmla="*/ 0 w 10000"/>
              <a:gd name="connsiteY29-7110" fmla="*/ 5234 h 10000"/>
              <a:gd name="connsiteX30-7111" fmla="*/ 250 w 10000"/>
              <a:gd name="connsiteY30-7112" fmla="*/ 5234 h 10000"/>
              <a:gd name="connsiteX31-7113" fmla="*/ 250 w 10000"/>
              <a:gd name="connsiteY31-7114" fmla="*/ 5234 h 10000"/>
              <a:gd name="connsiteX32-7115" fmla="*/ 500 w 10000"/>
              <a:gd name="connsiteY32-7116" fmla="*/ 5234 h 10000"/>
              <a:gd name="connsiteX33-7117" fmla="*/ 750 w 10000"/>
              <a:gd name="connsiteY33-7118" fmla="*/ 5234 h 10000"/>
              <a:gd name="connsiteX34-7119" fmla="*/ 1050 w 10000"/>
              <a:gd name="connsiteY34-7120" fmla="*/ 5234 h 10000"/>
              <a:gd name="connsiteX35-7121" fmla="*/ 1300 w 10000"/>
              <a:gd name="connsiteY35-7122" fmla="*/ 5234 h 10000"/>
              <a:gd name="connsiteX36-7123" fmla="*/ 1800 w 10000"/>
              <a:gd name="connsiteY36-7124" fmla="*/ 5234 h 10000"/>
              <a:gd name="connsiteX37-7125" fmla="*/ 2350 w 10000"/>
              <a:gd name="connsiteY37-7126" fmla="*/ 5234 h 10000"/>
              <a:gd name="connsiteX38-7127" fmla="*/ 3400 w 10000"/>
              <a:gd name="connsiteY38-7128" fmla="*/ 5517 h 10000"/>
              <a:gd name="connsiteX39-7129" fmla="*/ 4200 w 10000"/>
              <a:gd name="connsiteY39-7130" fmla="*/ 5517 h 10000"/>
              <a:gd name="connsiteX40-7131" fmla="*/ 5000 w 10000"/>
              <a:gd name="connsiteY40-7132" fmla="*/ 5517 h 10000"/>
              <a:gd name="connsiteX41-7133" fmla="*/ 5500 w 10000"/>
              <a:gd name="connsiteY41-7134" fmla="*/ 5517 h 10000"/>
              <a:gd name="connsiteX42-7135" fmla="*/ 6050 w 10000"/>
              <a:gd name="connsiteY42-7136" fmla="*/ 5517 h 10000"/>
              <a:gd name="connsiteX43-7137" fmla="*/ 6300 w 10000"/>
              <a:gd name="connsiteY43-7138" fmla="*/ 5234 h 10000"/>
              <a:gd name="connsiteX44-7139" fmla="*/ 6550 w 10000"/>
              <a:gd name="connsiteY44-7140" fmla="*/ 4764 h 10000"/>
              <a:gd name="connsiteX45-7141" fmla="*/ 6850 w 10000"/>
              <a:gd name="connsiteY45-7142" fmla="*/ 4246 h 10000"/>
              <a:gd name="connsiteX46-7143" fmla="*/ 7100 w 10000"/>
              <a:gd name="connsiteY46-7144" fmla="*/ 3769 h 10000"/>
              <a:gd name="connsiteX47-7145" fmla="*/ 7100 w 10000"/>
              <a:gd name="connsiteY47-7146" fmla="*/ 3016 h 10000"/>
              <a:gd name="connsiteX48-7147" fmla="*/ 7100 w 10000"/>
              <a:gd name="connsiteY48-7148" fmla="*/ 2029 h 10000"/>
              <a:gd name="connsiteX49-7149" fmla="*/ 7100 w 10000"/>
              <a:gd name="connsiteY49-7150" fmla="*/ 757 h 10000"/>
              <a:gd name="connsiteX50-7151" fmla="*/ 7100 w 10000"/>
              <a:gd name="connsiteY50-7152" fmla="*/ 0 h 10000"/>
              <a:gd name="connsiteX0-7153" fmla="*/ 10000 w 10000"/>
              <a:gd name="connsiteY0-7154" fmla="*/ 1742 h 9243"/>
              <a:gd name="connsiteX1-7155" fmla="*/ 10000 w 10000"/>
              <a:gd name="connsiteY1-7156" fmla="*/ 3012 h 9243"/>
              <a:gd name="connsiteX2-7157" fmla="*/ 9750 w 10000"/>
              <a:gd name="connsiteY2-7158" fmla="*/ 4244 h 9243"/>
              <a:gd name="connsiteX3-7159" fmla="*/ 9750 w 10000"/>
              <a:gd name="connsiteY3-7160" fmla="*/ 5237 h 9243"/>
              <a:gd name="connsiteX4-7161" fmla="*/ 9450 w 10000"/>
              <a:gd name="connsiteY4-7162" fmla="*/ 6226 h 9243"/>
              <a:gd name="connsiteX5-7163" fmla="*/ 9200 w 10000"/>
              <a:gd name="connsiteY5-7164" fmla="*/ 6980 h 9243"/>
              <a:gd name="connsiteX6-7165" fmla="*/ 9200 w 10000"/>
              <a:gd name="connsiteY6-7166" fmla="*/ 7497 h 9243"/>
              <a:gd name="connsiteX7-7167" fmla="*/ 8700 w 10000"/>
              <a:gd name="connsiteY7-7168" fmla="*/ 7970 h 9243"/>
              <a:gd name="connsiteX8-7169" fmla="*/ 8150 w 10000"/>
              <a:gd name="connsiteY8-7170" fmla="*/ 8493 h 9243"/>
              <a:gd name="connsiteX9-7171" fmla="*/ 7350 w 10000"/>
              <a:gd name="connsiteY9-7172" fmla="*/ 8957 h 9243"/>
              <a:gd name="connsiteX10-7173" fmla="*/ 7100 w 10000"/>
              <a:gd name="connsiteY10-7174" fmla="*/ 9243 h 9243"/>
              <a:gd name="connsiteX11-7175" fmla="*/ 6550 w 10000"/>
              <a:gd name="connsiteY11-7176" fmla="*/ 9243 h 9243"/>
              <a:gd name="connsiteX12-7177" fmla="*/ 6300 w 10000"/>
              <a:gd name="connsiteY12-7178" fmla="*/ 9243 h 9243"/>
              <a:gd name="connsiteX13-7179" fmla="*/ 6050 w 10000"/>
              <a:gd name="connsiteY13-7180" fmla="*/ 8957 h 9243"/>
              <a:gd name="connsiteX14-7181" fmla="*/ 5500 w 10000"/>
              <a:gd name="connsiteY14-7182" fmla="*/ 8724 h 9243"/>
              <a:gd name="connsiteX15-7183" fmla="*/ 5250 w 10000"/>
              <a:gd name="connsiteY15-7184" fmla="*/ 8252 h 9243"/>
              <a:gd name="connsiteX16-7185" fmla="*/ 4700 w 10000"/>
              <a:gd name="connsiteY16-7186" fmla="*/ 7497 h 9243"/>
              <a:gd name="connsiteX17-7187" fmla="*/ 3950 w 10000"/>
              <a:gd name="connsiteY17-7188" fmla="*/ 6980 h 9243"/>
              <a:gd name="connsiteX18-7189" fmla="*/ 3650 w 10000"/>
              <a:gd name="connsiteY18-7190" fmla="*/ 6740 h 9243"/>
              <a:gd name="connsiteX19-7191" fmla="*/ 3150 w 10000"/>
              <a:gd name="connsiteY19-7192" fmla="*/ 6505 h 9243"/>
              <a:gd name="connsiteX20-7193" fmla="*/ 2600 w 10000"/>
              <a:gd name="connsiteY20-7194" fmla="*/ 6226 h 9243"/>
              <a:gd name="connsiteX21-7195" fmla="*/ 2100 w 10000"/>
              <a:gd name="connsiteY21-7196" fmla="*/ 5755 h 9243"/>
              <a:gd name="connsiteX22-7197" fmla="*/ 1550 w 10000"/>
              <a:gd name="connsiteY22-7198" fmla="*/ 5472 h 9243"/>
              <a:gd name="connsiteX23-7199" fmla="*/ 1300 w 10000"/>
              <a:gd name="connsiteY23-7200" fmla="*/ 5237 h 9243"/>
              <a:gd name="connsiteX24-7201" fmla="*/ 750 w 10000"/>
              <a:gd name="connsiteY24-7202" fmla="*/ 5237 h 9243"/>
              <a:gd name="connsiteX25-7203" fmla="*/ 500 w 10000"/>
              <a:gd name="connsiteY25-7204" fmla="*/ 4997 h 9243"/>
              <a:gd name="connsiteX26-7205" fmla="*/ 250 w 10000"/>
              <a:gd name="connsiteY26-7206" fmla="*/ 4760 h 9243"/>
              <a:gd name="connsiteX27-7207" fmla="*/ 250 w 10000"/>
              <a:gd name="connsiteY27-7208" fmla="*/ 4760 h 9243"/>
              <a:gd name="connsiteX28-7209" fmla="*/ 0 w 10000"/>
              <a:gd name="connsiteY28-7210" fmla="*/ 4477 h 9243"/>
              <a:gd name="connsiteX29-7211" fmla="*/ 0 w 10000"/>
              <a:gd name="connsiteY29-7212" fmla="*/ 4477 h 9243"/>
              <a:gd name="connsiteX30-7213" fmla="*/ 250 w 10000"/>
              <a:gd name="connsiteY30-7214" fmla="*/ 4477 h 9243"/>
              <a:gd name="connsiteX31-7215" fmla="*/ 250 w 10000"/>
              <a:gd name="connsiteY31-7216" fmla="*/ 4477 h 9243"/>
              <a:gd name="connsiteX32-7217" fmla="*/ 500 w 10000"/>
              <a:gd name="connsiteY32-7218" fmla="*/ 4477 h 9243"/>
              <a:gd name="connsiteX33-7219" fmla="*/ 750 w 10000"/>
              <a:gd name="connsiteY33-7220" fmla="*/ 4477 h 9243"/>
              <a:gd name="connsiteX34-7221" fmla="*/ 1050 w 10000"/>
              <a:gd name="connsiteY34-7222" fmla="*/ 4477 h 9243"/>
              <a:gd name="connsiteX35-7223" fmla="*/ 1300 w 10000"/>
              <a:gd name="connsiteY35-7224" fmla="*/ 4477 h 9243"/>
              <a:gd name="connsiteX36-7225" fmla="*/ 1800 w 10000"/>
              <a:gd name="connsiteY36-7226" fmla="*/ 4477 h 9243"/>
              <a:gd name="connsiteX37-7227" fmla="*/ 2350 w 10000"/>
              <a:gd name="connsiteY37-7228" fmla="*/ 4477 h 9243"/>
              <a:gd name="connsiteX38-7229" fmla="*/ 3400 w 10000"/>
              <a:gd name="connsiteY38-7230" fmla="*/ 4760 h 9243"/>
              <a:gd name="connsiteX39-7231" fmla="*/ 4200 w 10000"/>
              <a:gd name="connsiteY39-7232" fmla="*/ 4760 h 9243"/>
              <a:gd name="connsiteX40-7233" fmla="*/ 5000 w 10000"/>
              <a:gd name="connsiteY40-7234" fmla="*/ 4760 h 9243"/>
              <a:gd name="connsiteX41-7235" fmla="*/ 5500 w 10000"/>
              <a:gd name="connsiteY41-7236" fmla="*/ 4760 h 9243"/>
              <a:gd name="connsiteX42-7237" fmla="*/ 6050 w 10000"/>
              <a:gd name="connsiteY42-7238" fmla="*/ 4760 h 9243"/>
              <a:gd name="connsiteX43-7239" fmla="*/ 6300 w 10000"/>
              <a:gd name="connsiteY43-7240" fmla="*/ 4477 h 9243"/>
              <a:gd name="connsiteX44-7241" fmla="*/ 6550 w 10000"/>
              <a:gd name="connsiteY44-7242" fmla="*/ 4007 h 9243"/>
              <a:gd name="connsiteX45-7243" fmla="*/ 6850 w 10000"/>
              <a:gd name="connsiteY45-7244" fmla="*/ 3489 h 9243"/>
              <a:gd name="connsiteX46-7245" fmla="*/ 7100 w 10000"/>
              <a:gd name="connsiteY46-7246" fmla="*/ 3012 h 9243"/>
              <a:gd name="connsiteX47-7247" fmla="*/ 7100 w 10000"/>
              <a:gd name="connsiteY47-7248" fmla="*/ 2259 h 9243"/>
              <a:gd name="connsiteX48-7249" fmla="*/ 7100 w 10000"/>
              <a:gd name="connsiteY48-7250" fmla="*/ 1272 h 9243"/>
              <a:gd name="connsiteX49-7251" fmla="*/ 7100 w 10000"/>
              <a:gd name="connsiteY49-7252" fmla="*/ 0 h 9243"/>
              <a:gd name="connsiteX0-7253" fmla="*/ 10000 w 10000"/>
              <a:gd name="connsiteY0-7254" fmla="*/ 509 h 8624"/>
              <a:gd name="connsiteX1-7255" fmla="*/ 10000 w 10000"/>
              <a:gd name="connsiteY1-7256" fmla="*/ 1883 h 8624"/>
              <a:gd name="connsiteX2-7257" fmla="*/ 9750 w 10000"/>
              <a:gd name="connsiteY2-7258" fmla="*/ 3216 h 8624"/>
              <a:gd name="connsiteX3-7259" fmla="*/ 9750 w 10000"/>
              <a:gd name="connsiteY3-7260" fmla="*/ 4290 h 8624"/>
              <a:gd name="connsiteX4-7261" fmla="*/ 9450 w 10000"/>
              <a:gd name="connsiteY4-7262" fmla="*/ 5360 h 8624"/>
              <a:gd name="connsiteX5-7263" fmla="*/ 9200 w 10000"/>
              <a:gd name="connsiteY5-7264" fmla="*/ 6176 h 8624"/>
              <a:gd name="connsiteX6-7265" fmla="*/ 9200 w 10000"/>
              <a:gd name="connsiteY6-7266" fmla="*/ 6735 h 8624"/>
              <a:gd name="connsiteX7-7267" fmla="*/ 8700 w 10000"/>
              <a:gd name="connsiteY7-7268" fmla="*/ 7247 h 8624"/>
              <a:gd name="connsiteX8-7269" fmla="*/ 8150 w 10000"/>
              <a:gd name="connsiteY8-7270" fmla="*/ 7813 h 8624"/>
              <a:gd name="connsiteX9-7271" fmla="*/ 7350 w 10000"/>
              <a:gd name="connsiteY9-7272" fmla="*/ 8315 h 8624"/>
              <a:gd name="connsiteX10-7273" fmla="*/ 7100 w 10000"/>
              <a:gd name="connsiteY10-7274" fmla="*/ 8624 h 8624"/>
              <a:gd name="connsiteX11-7275" fmla="*/ 6550 w 10000"/>
              <a:gd name="connsiteY11-7276" fmla="*/ 8624 h 8624"/>
              <a:gd name="connsiteX12-7277" fmla="*/ 6300 w 10000"/>
              <a:gd name="connsiteY12-7278" fmla="*/ 8624 h 8624"/>
              <a:gd name="connsiteX13-7279" fmla="*/ 6050 w 10000"/>
              <a:gd name="connsiteY13-7280" fmla="*/ 8315 h 8624"/>
              <a:gd name="connsiteX14-7281" fmla="*/ 5500 w 10000"/>
              <a:gd name="connsiteY14-7282" fmla="*/ 8062 h 8624"/>
              <a:gd name="connsiteX15-7283" fmla="*/ 5250 w 10000"/>
              <a:gd name="connsiteY15-7284" fmla="*/ 7552 h 8624"/>
              <a:gd name="connsiteX16-7285" fmla="*/ 4700 w 10000"/>
              <a:gd name="connsiteY16-7286" fmla="*/ 6735 h 8624"/>
              <a:gd name="connsiteX17-7287" fmla="*/ 3950 w 10000"/>
              <a:gd name="connsiteY17-7288" fmla="*/ 6176 h 8624"/>
              <a:gd name="connsiteX18-7289" fmla="*/ 3650 w 10000"/>
              <a:gd name="connsiteY18-7290" fmla="*/ 5916 h 8624"/>
              <a:gd name="connsiteX19-7291" fmla="*/ 3150 w 10000"/>
              <a:gd name="connsiteY19-7292" fmla="*/ 5662 h 8624"/>
              <a:gd name="connsiteX20-7293" fmla="*/ 2600 w 10000"/>
              <a:gd name="connsiteY20-7294" fmla="*/ 5360 h 8624"/>
              <a:gd name="connsiteX21-7295" fmla="*/ 2100 w 10000"/>
              <a:gd name="connsiteY21-7296" fmla="*/ 4850 h 8624"/>
              <a:gd name="connsiteX22-7297" fmla="*/ 1550 w 10000"/>
              <a:gd name="connsiteY22-7298" fmla="*/ 4544 h 8624"/>
              <a:gd name="connsiteX23-7299" fmla="*/ 1300 w 10000"/>
              <a:gd name="connsiteY23-7300" fmla="*/ 4290 h 8624"/>
              <a:gd name="connsiteX24-7301" fmla="*/ 750 w 10000"/>
              <a:gd name="connsiteY24-7302" fmla="*/ 4290 h 8624"/>
              <a:gd name="connsiteX25-7303" fmla="*/ 500 w 10000"/>
              <a:gd name="connsiteY25-7304" fmla="*/ 4030 h 8624"/>
              <a:gd name="connsiteX26-7305" fmla="*/ 250 w 10000"/>
              <a:gd name="connsiteY26-7306" fmla="*/ 3774 h 8624"/>
              <a:gd name="connsiteX27-7307" fmla="*/ 250 w 10000"/>
              <a:gd name="connsiteY27-7308" fmla="*/ 3774 h 8624"/>
              <a:gd name="connsiteX28-7309" fmla="*/ 0 w 10000"/>
              <a:gd name="connsiteY28-7310" fmla="*/ 3468 h 8624"/>
              <a:gd name="connsiteX29-7311" fmla="*/ 0 w 10000"/>
              <a:gd name="connsiteY29-7312" fmla="*/ 3468 h 8624"/>
              <a:gd name="connsiteX30-7313" fmla="*/ 250 w 10000"/>
              <a:gd name="connsiteY30-7314" fmla="*/ 3468 h 8624"/>
              <a:gd name="connsiteX31-7315" fmla="*/ 250 w 10000"/>
              <a:gd name="connsiteY31-7316" fmla="*/ 3468 h 8624"/>
              <a:gd name="connsiteX32-7317" fmla="*/ 500 w 10000"/>
              <a:gd name="connsiteY32-7318" fmla="*/ 3468 h 8624"/>
              <a:gd name="connsiteX33-7319" fmla="*/ 750 w 10000"/>
              <a:gd name="connsiteY33-7320" fmla="*/ 3468 h 8624"/>
              <a:gd name="connsiteX34-7321" fmla="*/ 1050 w 10000"/>
              <a:gd name="connsiteY34-7322" fmla="*/ 3468 h 8624"/>
              <a:gd name="connsiteX35-7323" fmla="*/ 1300 w 10000"/>
              <a:gd name="connsiteY35-7324" fmla="*/ 3468 h 8624"/>
              <a:gd name="connsiteX36-7325" fmla="*/ 1800 w 10000"/>
              <a:gd name="connsiteY36-7326" fmla="*/ 3468 h 8624"/>
              <a:gd name="connsiteX37-7327" fmla="*/ 2350 w 10000"/>
              <a:gd name="connsiteY37-7328" fmla="*/ 3468 h 8624"/>
              <a:gd name="connsiteX38-7329" fmla="*/ 3400 w 10000"/>
              <a:gd name="connsiteY38-7330" fmla="*/ 3774 h 8624"/>
              <a:gd name="connsiteX39-7331" fmla="*/ 4200 w 10000"/>
              <a:gd name="connsiteY39-7332" fmla="*/ 3774 h 8624"/>
              <a:gd name="connsiteX40-7333" fmla="*/ 5000 w 10000"/>
              <a:gd name="connsiteY40-7334" fmla="*/ 3774 h 8624"/>
              <a:gd name="connsiteX41-7335" fmla="*/ 5500 w 10000"/>
              <a:gd name="connsiteY41-7336" fmla="*/ 3774 h 8624"/>
              <a:gd name="connsiteX42-7337" fmla="*/ 6050 w 10000"/>
              <a:gd name="connsiteY42-7338" fmla="*/ 3774 h 8624"/>
              <a:gd name="connsiteX43-7339" fmla="*/ 6300 w 10000"/>
              <a:gd name="connsiteY43-7340" fmla="*/ 3468 h 8624"/>
              <a:gd name="connsiteX44-7341" fmla="*/ 6550 w 10000"/>
              <a:gd name="connsiteY44-7342" fmla="*/ 2959 h 8624"/>
              <a:gd name="connsiteX45-7343" fmla="*/ 6850 w 10000"/>
              <a:gd name="connsiteY45-7344" fmla="*/ 2399 h 8624"/>
              <a:gd name="connsiteX46-7345" fmla="*/ 7100 w 10000"/>
              <a:gd name="connsiteY46-7346" fmla="*/ 1883 h 8624"/>
              <a:gd name="connsiteX47-7347" fmla="*/ 7100 w 10000"/>
              <a:gd name="connsiteY47-7348" fmla="*/ 1068 h 8624"/>
              <a:gd name="connsiteX48-7349" fmla="*/ 7100 w 10000"/>
              <a:gd name="connsiteY48-7350" fmla="*/ 0 h 8624"/>
              <a:gd name="connsiteX0-7351" fmla="*/ 10000 w 10000"/>
              <a:gd name="connsiteY0-7352" fmla="*/ 0 h 9410"/>
              <a:gd name="connsiteX1-7353" fmla="*/ 10000 w 10000"/>
              <a:gd name="connsiteY1-7354" fmla="*/ 1593 h 9410"/>
              <a:gd name="connsiteX2-7355" fmla="*/ 9750 w 10000"/>
              <a:gd name="connsiteY2-7356" fmla="*/ 3139 h 9410"/>
              <a:gd name="connsiteX3-7357" fmla="*/ 9750 w 10000"/>
              <a:gd name="connsiteY3-7358" fmla="*/ 4384 h 9410"/>
              <a:gd name="connsiteX4-7359" fmla="*/ 9450 w 10000"/>
              <a:gd name="connsiteY4-7360" fmla="*/ 5625 h 9410"/>
              <a:gd name="connsiteX5-7361" fmla="*/ 9200 w 10000"/>
              <a:gd name="connsiteY5-7362" fmla="*/ 6571 h 9410"/>
              <a:gd name="connsiteX6-7363" fmla="*/ 9200 w 10000"/>
              <a:gd name="connsiteY6-7364" fmla="*/ 7220 h 9410"/>
              <a:gd name="connsiteX7-7365" fmla="*/ 8700 w 10000"/>
              <a:gd name="connsiteY7-7366" fmla="*/ 7813 h 9410"/>
              <a:gd name="connsiteX8-7367" fmla="*/ 8150 w 10000"/>
              <a:gd name="connsiteY8-7368" fmla="*/ 8470 h 9410"/>
              <a:gd name="connsiteX9-7369" fmla="*/ 7350 w 10000"/>
              <a:gd name="connsiteY9-7370" fmla="*/ 9052 h 9410"/>
              <a:gd name="connsiteX10-7371" fmla="*/ 7100 w 10000"/>
              <a:gd name="connsiteY10-7372" fmla="*/ 9410 h 9410"/>
              <a:gd name="connsiteX11-7373" fmla="*/ 6550 w 10000"/>
              <a:gd name="connsiteY11-7374" fmla="*/ 9410 h 9410"/>
              <a:gd name="connsiteX12-7375" fmla="*/ 6300 w 10000"/>
              <a:gd name="connsiteY12-7376" fmla="*/ 9410 h 9410"/>
              <a:gd name="connsiteX13-7377" fmla="*/ 6050 w 10000"/>
              <a:gd name="connsiteY13-7378" fmla="*/ 9052 h 9410"/>
              <a:gd name="connsiteX14-7379" fmla="*/ 5500 w 10000"/>
              <a:gd name="connsiteY14-7380" fmla="*/ 8758 h 9410"/>
              <a:gd name="connsiteX15-7381" fmla="*/ 5250 w 10000"/>
              <a:gd name="connsiteY15-7382" fmla="*/ 8167 h 9410"/>
              <a:gd name="connsiteX16-7383" fmla="*/ 4700 w 10000"/>
              <a:gd name="connsiteY16-7384" fmla="*/ 7220 h 9410"/>
              <a:gd name="connsiteX17-7385" fmla="*/ 3950 w 10000"/>
              <a:gd name="connsiteY17-7386" fmla="*/ 6571 h 9410"/>
              <a:gd name="connsiteX18-7387" fmla="*/ 3650 w 10000"/>
              <a:gd name="connsiteY18-7388" fmla="*/ 6270 h 9410"/>
              <a:gd name="connsiteX19-7389" fmla="*/ 3150 w 10000"/>
              <a:gd name="connsiteY19-7390" fmla="*/ 5975 h 9410"/>
              <a:gd name="connsiteX20-7391" fmla="*/ 2600 w 10000"/>
              <a:gd name="connsiteY20-7392" fmla="*/ 5625 h 9410"/>
              <a:gd name="connsiteX21-7393" fmla="*/ 2100 w 10000"/>
              <a:gd name="connsiteY21-7394" fmla="*/ 5034 h 9410"/>
              <a:gd name="connsiteX22-7395" fmla="*/ 1550 w 10000"/>
              <a:gd name="connsiteY22-7396" fmla="*/ 4679 h 9410"/>
              <a:gd name="connsiteX23-7397" fmla="*/ 1300 w 10000"/>
              <a:gd name="connsiteY23-7398" fmla="*/ 4384 h 9410"/>
              <a:gd name="connsiteX24-7399" fmla="*/ 750 w 10000"/>
              <a:gd name="connsiteY24-7400" fmla="*/ 4384 h 9410"/>
              <a:gd name="connsiteX25-7401" fmla="*/ 500 w 10000"/>
              <a:gd name="connsiteY25-7402" fmla="*/ 4083 h 9410"/>
              <a:gd name="connsiteX26-7403" fmla="*/ 250 w 10000"/>
              <a:gd name="connsiteY26-7404" fmla="*/ 3786 h 9410"/>
              <a:gd name="connsiteX27-7405" fmla="*/ 250 w 10000"/>
              <a:gd name="connsiteY27-7406" fmla="*/ 3786 h 9410"/>
              <a:gd name="connsiteX28-7407" fmla="*/ 0 w 10000"/>
              <a:gd name="connsiteY28-7408" fmla="*/ 3431 h 9410"/>
              <a:gd name="connsiteX29-7409" fmla="*/ 0 w 10000"/>
              <a:gd name="connsiteY29-7410" fmla="*/ 3431 h 9410"/>
              <a:gd name="connsiteX30-7411" fmla="*/ 250 w 10000"/>
              <a:gd name="connsiteY30-7412" fmla="*/ 3431 h 9410"/>
              <a:gd name="connsiteX31-7413" fmla="*/ 250 w 10000"/>
              <a:gd name="connsiteY31-7414" fmla="*/ 3431 h 9410"/>
              <a:gd name="connsiteX32-7415" fmla="*/ 500 w 10000"/>
              <a:gd name="connsiteY32-7416" fmla="*/ 3431 h 9410"/>
              <a:gd name="connsiteX33-7417" fmla="*/ 750 w 10000"/>
              <a:gd name="connsiteY33-7418" fmla="*/ 3431 h 9410"/>
              <a:gd name="connsiteX34-7419" fmla="*/ 1050 w 10000"/>
              <a:gd name="connsiteY34-7420" fmla="*/ 3431 h 9410"/>
              <a:gd name="connsiteX35-7421" fmla="*/ 1300 w 10000"/>
              <a:gd name="connsiteY35-7422" fmla="*/ 3431 h 9410"/>
              <a:gd name="connsiteX36-7423" fmla="*/ 1800 w 10000"/>
              <a:gd name="connsiteY36-7424" fmla="*/ 3431 h 9410"/>
              <a:gd name="connsiteX37-7425" fmla="*/ 2350 w 10000"/>
              <a:gd name="connsiteY37-7426" fmla="*/ 3431 h 9410"/>
              <a:gd name="connsiteX38-7427" fmla="*/ 3400 w 10000"/>
              <a:gd name="connsiteY38-7428" fmla="*/ 3786 h 9410"/>
              <a:gd name="connsiteX39-7429" fmla="*/ 4200 w 10000"/>
              <a:gd name="connsiteY39-7430" fmla="*/ 3786 h 9410"/>
              <a:gd name="connsiteX40-7431" fmla="*/ 5000 w 10000"/>
              <a:gd name="connsiteY40-7432" fmla="*/ 3786 h 9410"/>
              <a:gd name="connsiteX41-7433" fmla="*/ 5500 w 10000"/>
              <a:gd name="connsiteY41-7434" fmla="*/ 3786 h 9410"/>
              <a:gd name="connsiteX42-7435" fmla="*/ 6050 w 10000"/>
              <a:gd name="connsiteY42-7436" fmla="*/ 3786 h 9410"/>
              <a:gd name="connsiteX43-7437" fmla="*/ 6300 w 10000"/>
              <a:gd name="connsiteY43-7438" fmla="*/ 3431 h 9410"/>
              <a:gd name="connsiteX44-7439" fmla="*/ 6550 w 10000"/>
              <a:gd name="connsiteY44-7440" fmla="*/ 2841 h 9410"/>
              <a:gd name="connsiteX45-7441" fmla="*/ 6850 w 10000"/>
              <a:gd name="connsiteY45-7442" fmla="*/ 2192 h 9410"/>
              <a:gd name="connsiteX46-7443" fmla="*/ 7100 w 10000"/>
              <a:gd name="connsiteY46-7444" fmla="*/ 1593 h 9410"/>
              <a:gd name="connsiteX47-7445" fmla="*/ 7100 w 10000"/>
              <a:gd name="connsiteY47-7446" fmla="*/ 648 h 9410"/>
              <a:gd name="connsiteX0-7447" fmla="*/ 10000 w 10000"/>
              <a:gd name="connsiteY0-7448" fmla="*/ 0 h 10000"/>
              <a:gd name="connsiteX1-7449" fmla="*/ 10000 w 10000"/>
              <a:gd name="connsiteY1-7450" fmla="*/ 1693 h 10000"/>
              <a:gd name="connsiteX2-7451" fmla="*/ 9750 w 10000"/>
              <a:gd name="connsiteY2-7452" fmla="*/ 3336 h 10000"/>
              <a:gd name="connsiteX3-7453" fmla="*/ 9750 w 10000"/>
              <a:gd name="connsiteY3-7454" fmla="*/ 4659 h 10000"/>
              <a:gd name="connsiteX4-7455" fmla="*/ 9450 w 10000"/>
              <a:gd name="connsiteY4-7456" fmla="*/ 5978 h 10000"/>
              <a:gd name="connsiteX5-7457" fmla="*/ 9200 w 10000"/>
              <a:gd name="connsiteY5-7458" fmla="*/ 6983 h 10000"/>
              <a:gd name="connsiteX6-7459" fmla="*/ 9200 w 10000"/>
              <a:gd name="connsiteY6-7460" fmla="*/ 7673 h 10000"/>
              <a:gd name="connsiteX7-7461" fmla="*/ 8700 w 10000"/>
              <a:gd name="connsiteY7-7462" fmla="*/ 8303 h 10000"/>
              <a:gd name="connsiteX8-7463" fmla="*/ 8150 w 10000"/>
              <a:gd name="connsiteY8-7464" fmla="*/ 9001 h 10000"/>
              <a:gd name="connsiteX9-7465" fmla="*/ 7350 w 10000"/>
              <a:gd name="connsiteY9-7466" fmla="*/ 9620 h 10000"/>
              <a:gd name="connsiteX10-7467" fmla="*/ 7100 w 10000"/>
              <a:gd name="connsiteY10-7468" fmla="*/ 10000 h 10000"/>
              <a:gd name="connsiteX11-7469" fmla="*/ 6550 w 10000"/>
              <a:gd name="connsiteY11-7470" fmla="*/ 10000 h 10000"/>
              <a:gd name="connsiteX12-7471" fmla="*/ 6300 w 10000"/>
              <a:gd name="connsiteY12-7472" fmla="*/ 10000 h 10000"/>
              <a:gd name="connsiteX13-7473" fmla="*/ 6050 w 10000"/>
              <a:gd name="connsiteY13-7474" fmla="*/ 9620 h 10000"/>
              <a:gd name="connsiteX14-7475" fmla="*/ 5500 w 10000"/>
              <a:gd name="connsiteY14-7476" fmla="*/ 9307 h 10000"/>
              <a:gd name="connsiteX15-7477" fmla="*/ 5250 w 10000"/>
              <a:gd name="connsiteY15-7478" fmla="*/ 8679 h 10000"/>
              <a:gd name="connsiteX16-7479" fmla="*/ 4700 w 10000"/>
              <a:gd name="connsiteY16-7480" fmla="*/ 7673 h 10000"/>
              <a:gd name="connsiteX17-7481" fmla="*/ 3950 w 10000"/>
              <a:gd name="connsiteY17-7482" fmla="*/ 6983 h 10000"/>
              <a:gd name="connsiteX18-7483" fmla="*/ 3650 w 10000"/>
              <a:gd name="connsiteY18-7484" fmla="*/ 6663 h 10000"/>
              <a:gd name="connsiteX19-7485" fmla="*/ 3150 w 10000"/>
              <a:gd name="connsiteY19-7486" fmla="*/ 6350 h 10000"/>
              <a:gd name="connsiteX20-7487" fmla="*/ 2600 w 10000"/>
              <a:gd name="connsiteY20-7488" fmla="*/ 5978 h 10000"/>
              <a:gd name="connsiteX21-7489" fmla="*/ 2100 w 10000"/>
              <a:gd name="connsiteY21-7490" fmla="*/ 5350 h 10000"/>
              <a:gd name="connsiteX22-7491" fmla="*/ 1550 w 10000"/>
              <a:gd name="connsiteY22-7492" fmla="*/ 4972 h 10000"/>
              <a:gd name="connsiteX23-7493" fmla="*/ 1300 w 10000"/>
              <a:gd name="connsiteY23-7494" fmla="*/ 4659 h 10000"/>
              <a:gd name="connsiteX24-7495" fmla="*/ 750 w 10000"/>
              <a:gd name="connsiteY24-7496" fmla="*/ 4659 h 10000"/>
              <a:gd name="connsiteX25-7497" fmla="*/ 500 w 10000"/>
              <a:gd name="connsiteY25-7498" fmla="*/ 4339 h 10000"/>
              <a:gd name="connsiteX26-7499" fmla="*/ 250 w 10000"/>
              <a:gd name="connsiteY26-7500" fmla="*/ 4023 h 10000"/>
              <a:gd name="connsiteX27-7501" fmla="*/ 250 w 10000"/>
              <a:gd name="connsiteY27-7502" fmla="*/ 4023 h 10000"/>
              <a:gd name="connsiteX28-7503" fmla="*/ 0 w 10000"/>
              <a:gd name="connsiteY28-7504" fmla="*/ 3646 h 10000"/>
              <a:gd name="connsiteX29-7505" fmla="*/ 0 w 10000"/>
              <a:gd name="connsiteY29-7506" fmla="*/ 3646 h 10000"/>
              <a:gd name="connsiteX30-7507" fmla="*/ 250 w 10000"/>
              <a:gd name="connsiteY30-7508" fmla="*/ 3646 h 10000"/>
              <a:gd name="connsiteX31-7509" fmla="*/ 250 w 10000"/>
              <a:gd name="connsiteY31-7510" fmla="*/ 3646 h 10000"/>
              <a:gd name="connsiteX32-7511" fmla="*/ 500 w 10000"/>
              <a:gd name="connsiteY32-7512" fmla="*/ 3646 h 10000"/>
              <a:gd name="connsiteX33-7513" fmla="*/ 750 w 10000"/>
              <a:gd name="connsiteY33-7514" fmla="*/ 3646 h 10000"/>
              <a:gd name="connsiteX34-7515" fmla="*/ 1050 w 10000"/>
              <a:gd name="connsiteY34-7516" fmla="*/ 3646 h 10000"/>
              <a:gd name="connsiteX35-7517" fmla="*/ 1300 w 10000"/>
              <a:gd name="connsiteY35-7518" fmla="*/ 3646 h 10000"/>
              <a:gd name="connsiteX36-7519" fmla="*/ 1800 w 10000"/>
              <a:gd name="connsiteY36-7520" fmla="*/ 3646 h 10000"/>
              <a:gd name="connsiteX37-7521" fmla="*/ 2350 w 10000"/>
              <a:gd name="connsiteY37-7522" fmla="*/ 3646 h 10000"/>
              <a:gd name="connsiteX38-7523" fmla="*/ 3400 w 10000"/>
              <a:gd name="connsiteY38-7524" fmla="*/ 4023 h 10000"/>
              <a:gd name="connsiteX39-7525" fmla="*/ 4200 w 10000"/>
              <a:gd name="connsiteY39-7526" fmla="*/ 4023 h 10000"/>
              <a:gd name="connsiteX40-7527" fmla="*/ 5000 w 10000"/>
              <a:gd name="connsiteY40-7528" fmla="*/ 4023 h 10000"/>
              <a:gd name="connsiteX41-7529" fmla="*/ 5500 w 10000"/>
              <a:gd name="connsiteY41-7530" fmla="*/ 4023 h 10000"/>
              <a:gd name="connsiteX42-7531" fmla="*/ 6050 w 10000"/>
              <a:gd name="connsiteY42-7532" fmla="*/ 4023 h 10000"/>
              <a:gd name="connsiteX43-7533" fmla="*/ 6300 w 10000"/>
              <a:gd name="connsiteY43-7534" fmla="*/ 3646 h 10000"/>
              <a:gd name="connsiteX44-7535" fmla="*/ 6550 w 10000"/>
              <a:gd name="connsiteY44-7536" fmla="*/ 3019 h 10000"/>
              <a:gd name="connsiteX45-7537" fmla="*/ 6850 w 10000"/>
              <a:gd name="connsiteY45-7538" fmla="*/ 2329 h 10000"/>
              <a:gd name="connsiteX46-7539" fmla="*/ 7100 w 10000"/>
              <a:gd name="connsiteY46-7540" fmla="*/ 1693 h 10000"/>
              <a:gd name="connsiteX0-7541" fmla="*/ 10000 w 10000"/>
              <a:gd name="connsiteY0-7542" fmla="*/ 0 h 10000"/>
              <a:gd name="connsiteX1-7543" fmla="*/ 10000 w 10000"/>
              <a:gd name="connsiteY1-7544" fmla="*/ 1693 h 10000"/>
              <a:gd name="connsiteX2-7545" fmla="*/ 9750 w 10000"/>
              <a:gd name="connsiteY2-7546" fmla="*/ 3336 h 10000"/>
              <a:gd name="connsiteX3-7547" fmla="*/ 9750 w 10000"/>
              <a:gd name="connsiteY3-7548" fmla="*/ 4659 h 10000"/>
              <a:gd name="connsiteX4-7549" fmla="*/ 9450 w 10000"/>
              <a:gd name="connsiteY4-7550" fmla="*/ 5978 h 10000"/>
              <a:gd name="connsiteX5-7551" fmla="*/ 9200 w 10000"/>
              <a:gd name="connsiteY5-7552" fmla="*/ 6983 h 10000"/>
              <a:gd name="connsiteX6-7553" fmla="*/ 9200 w 10000"/>
              <a:gd name="connsiteY6-7554" fmla="*/ 7673 h 10000"/>
              <a:gd name="connsiteX7-7555" fmla="*/ 8700 w 10000"/>
              <a:gd name="connsiteY7-7556" fmla="*/ 8303 h 10000"/>
              <a:gd name="connsiteX8-7557" fmla="*/ 8150 w 10000"/>
              <a:gd name="connsiteY8-7558" fmla="*/ 9001 h 10000"/>
              <a:gd name="connsiteX9-7559" fmla="*/ 7350 w 10000"/>
              <a:gd name="connsiteY9-7560" fmla="*/ 9620 h 10000"/>
              <a:gd name="connsiteX10-7561" fmla="*/ 7100 w 10000"/>
              <a:gd name="connsiteY10-7562" fmla="*/ 10000 h 10000"/>
              <a:gd name="connsiteX11-7563" fmla="*/ 6550 w 10000"/>
              <a:gd name="connsiteY11-7564" fmla="*/ 10000 h 10000"/>
              <a:gd name="connsiteX12-7565" fmla="*/ 6300 w 10000"/>
              <a:gd name="connsiteY12-7566" fmla="*/ 10000 h 10000"/>
              <a:gd name="connsiteX13-7567" fmla="*/ 6050 w 10000"/>
              <a:gd name="connsiteY13-7568" fmla="*/ 9620 h 10000"/>
              <a:gd name="connsiteX14-7569" fmla="*/ 5500 w 10000"/>
              <a:gd name="connsiteY14-7570" fmla="*/ 9307 h 10000"/>
              <a:gd name="connsiteX15-7571" fmla="*/ 5250 w 10000"/>
              <a:gd name="connsiteY15-7572" fmla="*/ 8679 h 10000"/>
              <a:gd name="connsiteX16-7573" fmla="*/ 4700 w 10000"/>
              <a:gd name="connsiteY16-7574" fmla="*/ 7673 h 10000"/>
              <a:gd name="connsiteX17-7575" fmla="*/ 3950 w 10000"/>
              <a:gd name="connsiteY17-7576" fmla="*/ 6983 h 10000"/>
              <a:gd name="connsiteX18-7577" fmla="*/ 3650 w 10000"/>
              <a:gd name="connsiteY18-7578" fmla="*/ 6663 h 10000"/>
              <a:gd name="connsiteX19-7579" fmla="*/ 3150 w 10000"/>
              <a:gd name="connsiteY19-7580" fmla="*/ 6350 h 10000"/>
              <a:gd name="connsiteX20-7581" fmla="*/ 2600 w 10000"/>
              <a:gd name="connsiteY20-7582" fmla="*/ 5978 h 10000"/>
              <a:gd name="connsiteX21-7583" fmla="*/ 2100 w 10000"/>
              <a:gd name="connsiteY21-7584" fmla="*/ 5350 h 10000"/>
              <a:gd name="connsiteX22-7585" fmla="*/ 1550 w 10000"/>
              <a:gd name="connsiteY22-7586" fmla="*/ 4972 h 10000"/>
              <a:gd name="connsiteX23-7587" fmla="*/ 1300 w 10000"/>
              <a:gd name="connsiteY23-7588" fmla="*/ 4659 h 10000"/>
              <a:gd name="connsiteX24-7589" fmla="*/ 750 w 10000"/>
              <a:gd name="connsiteY24-7590" fmla="*/ 4659 h 10000"/>
              <a:gd name="connsiteX25-7591" fmla="*/ 500 w 10000"/>
              <a:gd name="connsiteY25-7592" fmla="*/ 4339 h 10000"/>
              <a:gd name="connsiteX26-7593" fmla="*/ 250 w 10000"/>
              <a:gd name="connsiteY26-7594" fmla="*/ 4023 h 10000"/>
              <a:gd name="connsiteX27-7595" fmla="*/ 250 w 10000"/>
              <a:gd name="connsiteY27-7596" fmla="*/ 4023 h 10000"/>
              <a:gd name="connsiteX28-7597" fmla="*/ 0 w 10000"/>
              <a:gd name="connsiteY28-7598" fmla="*/ 3646 h 10000"/>
              <a:gd name="connsiteX29-7599" fmla="*/ 0 w 10000"/>
              <a:gd name="connsiteY29-7600" fmla="*/ 3646 h 10000"/>
              <a:gd name="connsiteX30-7601" fmla="*/ 250 w 10000"/>
              <a:gd name="connsiteY30-7602" fmla="*/ 3646 h 10000"/>
              <a:gd name="connsiteX31-7603" fmla="*/ 250 w 10000"/>
              <a:gd name="connsiteY31-7604" fmla="*/ 3646 h 10000"/>
              <a:gd name="connsiteX32-7605" fmla="*/ 500 w 10000"/>
              <a:gd name="connsiteY32-7606" fmla="*/ 3646 h 10000"/>
              <a:gd name="connsiteX33-7607" fmla="*/ 750 w 10000"/>
              <a:gd name="connsiteY33-7608" fmla="*/ 3646 h 10000"/>
              <a:gd name="connsiteX34-7609" fmla="*/ 1050 w 10000"/>
              <a:gd name="connsiteY34-7610" fmla="*/ 3646 h 10000"/>
              <a:gd name="connsiteX35-7611" fmla="*/ 1300 w 10000"/>
              <a:gd name="connsiteY35-7612" fmla="*/ 3646 h 10000"/>
              <a:gd name="connsiteX36-7613" fmla="*/ 1800 w 10000"/>
              <a:gd name="connsiteY36-7614" fmla="*/ 3646 h 10000"/>
              <a:gd name="connsiteX37-7615" fmla="*/ 2350 w 10000"/>
              <a:gd name="connsiteY37-7616" fmla="*/ 3646 h 10000"/>
              <a:gd name="connsiteX38-7617" fmla="*/ 3400 w 10000"/>
              <a:gd name="connsiteY38-7618" fmla="*/ 4023 h 10000"/>
              <a:gd name="connsiteX39-7619" fmla="*/ 4200 w 10000"/>
              <a:gd name="connsiteY39-7620" fmla="*/ 4023 h 10000"/>
              <a:gd name="connsiteX40-7621" fmla="*/ 5000 w 10000"/>
              <a:gd name="connsiteY40-7622" fmla="*/ 4023 h 10000"/>
              <a:gd name="connsiteX41-7623" fmla="*/ 5500 w 10000"/>
              <a:gd name="connsiteY41-7624" fmla="*/ 4023 h 10000"/>
              <a:gd name="connsiteX42-7625" fmla="*/ 6050 w 10000"/>
              <a:gd name="connsiteY42-7626" fmla="*/ 4023 h 10000"/>
              <a:gd name="connsiteX43-7627" fmla="*/ 6300 w 10000"/>
              <a:gd name="connsiteY43-7628" fmla="*/ 3646 h 10000"/>
              <a:gd name="connsiteX44-7629" fmla="*/ 6550 w 10000"/>
              <a:gd name="connsiteY44-7630" fmla="*/ 3019 h 10000"/>
              <a:gd name="connsiteX45-7631" fmla="*/ 6850 w 10000"/>
              <a:gd name="connsiteY45-7632" fmla="*/ 2329 h 10000"/>
              <a:gd name="connsiteX0-7633" fmla="*/ 10000 w 10000"/>
              <a:gd name="connsiteY0-7634" fmla="*/ 0 h 10000"/>
              <a:gd name="connsiteX1-7635" fmla="*/ 9750 w 10000"/>
              <a:gd name="connsiteY1-7636" fmla="*/ 3336 h 10000"/>
              <a:gd name="connsiteX2-7637" fmla="*/ 9750 w 10000"/>
              <a:gd name="connsiteY2-7638" fmla="*/ 4659 h 10000"/>
              <a:gd name="connsiteX3-7639" fmla="*/ 9450 w 10000"/>
              <a:gd name="connsiteY3-7640" fmla="*/ 5978 h 10000"/>
              <a:gd name="connsiteX4-7641" fmla="*/ 9200 w 10000"/>
              <a:gd name="connsiteY4-7642" fmla="*/ 6983 h 10000"/>
              <a:gd name="connsiteX5-7643" fmla="*/ 9200 w 10000"/>
              <a:gd name="connsiteY5-7644" fmla="*/ 7673 h 10000"/>
              <a:gd name="connsiteX6-7645" fmla="*/ 8700 w 10000"/>
              <a:gd name="connsiteY6-7646" fmla="*/ 8303 h 10000"/>
              <a:gd name="connsiteX7-7647" fmla="*/ 8150 w 10000"/>
              <a:gd name="connsiteY7-7648" fmla="*/ 9001 h 10000"/>
              <a:gd name="connsiteX8-7649" fmla="*/ 7350 w 10000"/>
              <a:gd name="connsiteY8-7650" fmla="*/ 9620 h 10000"/>
              <a:gd name="connsiteX9-7651" fmla="*/ 7100 w 10000"/>
              <a:gd name="connsiteY9-7652" fmla="*/ 10000 h 10000"/>
              <a:gd name="connsiteX10-7653" fmla="*/ 6550 w 10000"/>
              <a:gd name="connsiteY10-7654" fmla="*/ 10000 h 10000"/>
              <a:gd name="connsiteX11-7655" fmla="*/ 6300 w 10000"/>
              <a:gd name="connsiteY11-7656" fmla="*/ 10000 h 10000"/>
              <a:gd name="connsiteX12-7657" fmla="*/ 6050 w 10000"/>
              <a:gd name="connsiteY12-7658" fmla="*/ 9620 h 10000"/>
              <a:gd name="connsiteX13-7659" fmla="*/ 5500 w 10000"/>
              <a:gd name="connsiteY13-7660" fmla="*/ 9307 h 10000"/>
              <a:gd name="connsiteX14-7661" fmla="*/ 5250 w 10000"/>
              <a:gd name="connsiteY14-7662" fmla="*/ 8679 h 10000"/>
              <a:gd name="connsiteX15-7663" fmla="*/ 4700 w 10000"/>
              <a:gd name="connsiteY15-7664" fmla="*/ 7673 h 10000"/>
              <a:gd name="connsiteX16-7665" fmla="*/ 3950 w 10000"/>
              <a:gd name="connsiteY16-7666" fmla="*/ 6983 h 10000"/>
              <a:gd name="connsiteX17-7667" fmla="*/ 3650 w 10000"/>
              <a:gd name="connsiteY17-7668" fmla="*/ 6663 h 10000"/>
              <a:gd name="connsiteX18-7669" fmla="*/ 3150 w 10000"/>
              <a:gd name="connsiteY18-7670" fmla="*/ 6350 h 10000"/>
              <a:gd name="connsiteX19-7671" fmla="*/ 2600 w 10000"/>
              <a:gd name="connsiteY19-7672" fmla="*/ 5978 h 10000"/>
              <a:gd name="connsiteX20-7673" fmla="*/ 2100 w 10000"/>
              <a:gd name="connsiteY20-7674" fmla="*/ 5350 h 10000"/>
              <a:gd name="connsiteX21-7675" fmla="*/ 1550 w 10000"/>
              <a:gd name="connsiteY21-7676" fmla="*/ 4972 h 10000"/>
              <a:gd name="connsiteX22-7677" fmla="*/ 1300 w 10000"/>
              <a:gd name="connsiteY22-7678" fmla="*/ 4659 h 10000"/>
              <a:gd name="connsiteX23-7679" fmla="*/ 750 w 10000"/>
              <a:gd name="connsiteY23-7680" fmla="*/ 4659 h 10000"/>
              <a:gd name="connsiteX24-7681" fmla="*/ 500 w 10000"/>
              <a:gd name="connsiteY24-7682" fmla="*/ 4339 h 10000"/>
              <a:gd name="connsiteX25-7683" fmla="*/ 250 w 10000"/>
              <a:gd name="connsiteY25-7684" fmla="*/ 4023 h 10000"/>
              <a:gd name="connsiteX26-7685" fmla="*/ 250 w 10000"/>
              <a:gd name="connsiteY26-7686" fmla="*/ 4023 h 10000"/>
              <a:gd name="connsiteX27-7687" fmla="*/ 0 w 10000"/>
              <a:gd name="connsiteY27-7688" fmla="*/ 3646 h 10000"/>
              <a:gd name="connsiteX28-7689" fmla="*/ 0 w 10000"/>
              <a:gd name="connsiteY28-7690" fmla="*/ 3646 h 10000"/>
              <a:gd name="connsiteX29-7691" fmla="*/ 250 w 10000"/>
              <a:gd name="connsiteY29-7692" fmla="*/ 3646 h 10000"/>
              <a:gd name="connsiteX30-7693" fmla="*/ 250 w 10000"/>
              <a:gd name="connsiteY30-7694" fmla="*/ 3646 h 10000"/>
              <a:gd name="connsiteX31-7695" fmla="*/ 500 w 10000"/>
              <a:gd name="connsiteY31-7696" fmla="*/ 3646 h 10000"/>
              <a:gd name="connsiteX32-7697" fmla="*/ 750 w 10000"/>
              <a:gd name="connsiteY32-7698" fmla="*/ 3646 h 10000"/>
              <a:gd name="connsiteX33-7699" fmla="*/ 1050 w 10000"/>
              <a:gd name="connsiteY33-7700" fmla="*/ 3646 h 10000"/>
              <a:gd name="connsiteX34-7701" fmla="*/ 1300 w 10000"/>
              <a:gd name="connsiteY34-7702" fmla="*/ 3646 h 10000"/>
              <a:gd name="connsiteX35-7703" fmla="*/ 1800 w 10000"/>
              <a:gd name="connsiteY35-7704" fmla="*/ 3646 h 10000"/>
              <a:gd name="connsiteX36-7705" fmla="*/ 2350 w 10000"/>
              <a:gd name="connsiteY36-7706" fmla="*/ 3646 h 10000"/>
              <a:gd name="connsiteX37-7707" fmla="*/ 3400 w 10000"/>
              <a:gd name="connsiteY37-7708" fmla="*/ 4023 h 10000"/>
              <a:gd name="connsiteX38-7709" fmla="*/ 4200 w 10000"/>
              <a:gd name="connsiteY38-7710" fmla="*/ 4023 h 10000"/>
              <a:gd name="connsiteX39-7711" fmla="*/ 5000 w 10000"/>
              <a:gd name="connsiteY39-7712" fmla="*/ 4023 h 10000"/>
              <a:gd name="connsiteX40-7713" fmla="*/ 5500 w 10000"/>
              <a:gd name="connsiteY40-7714" fmla="*/ 4023 h 10000"/>
              <a:gd name="connsiteX41-7715" fmla="*/ 6050 w 10000"/>
              <a:gd name="connsiteY41-7716" fmla="*/ 4023 h 10000"/>
              <a:gd name="connsiteX42-7717" fmla="*/ 6300 w 10000"/>
              <a:gd name="connsiteY42-7718" fmla="*/ 3646 h 10000"/>
              <a:gd name="connsiteX43-7719" fmla="*/ 6550 w 10000"/>
              <a:gd name="connsiteY43-7720" fmla="*/ 3019 h 10000"/>
              <a:gd name="connsiteX44-7721" fmla="*/ 6850 w 10000"/>
              <a:gd name="connsiteY44-7722" fmla="*/ 2329 h 10000"/>
              <a:gd name="connsiteX0-7723" fmla="*/ 9750 w 9750"/>
              <a:gd name="connsiteY0-7724" fmla="*/ 1007 h 7671"/>
              <a:gd name="connsiteX1-7725" fmla="*/ 9750 w 9750"/>
              <a:gd name="connsiteY1-7726" fmla="*/ 2330 h 7671"/>
              <a:gd name="connsiteX2-7727" fmla="*/ 9450 w 9750"/>
              <a:gd name="connsiteY2-7728" fmla="*/ 3649 h 7671"/>
              <a:gd name="connsiteX3-7729" fmla="*/ 9200 w 9750"/>
              <a:gd name="connsiteY3-7730" fmla="*/ 4654 h 7671"/>
              <a:gd name="connsiteX4-7731" fmla="*/ 9200 w 9750"/>
              <a:gd name="connsiteY4-7732" fmla="*/ 5344 h 7671"/>
              <a:gd name="connsiteX5-7733" fmla="*/ 8700 w 9750"/>
              <a:gd name="connsiteY5-7734" fmla="*/ 5974 h 7671"/>
              <a:gd name="connsiteX6-7735" fmla="*/ 8150 w 9750"/>
              <a:gd name="connsiteY6-7736" fmla="*/ 6672 h 7671"/>
              <a:gd name="connsiteX7-7737" fmla="*/ 7350 w 9750"/>
              <a:gd name="connsiteY7-7738" fmla="*/ 7291 h 7671"/>
              <a:gd name="connsiteX8-7739" fmla="*/ 7100 w 9750"/>
              <a:gd name="connsiteY8-7740" fmla="*/ 7671 h 7671"/>
              <a:gd name="connsiteX9-7741" fmla="*/ 6550 w 9750"/>
              <a:gd name="connsiteY9-7742" fmla="*/ 7671 h 7671"/>
              <a:gd name="connsiteX10-7743" fmla="*/ 6300 w 9750"/>
              <a:gd name="connsiteY10-7744" fmla="*/ 7671 h 7671"/>
              <a:gd name="connsiteX11-7745" fmla="*/ 6050 w 9750"/>
              <a:gd name="connsiteY11-7746" fmla="*/ 7291 h 7671"/>
              <a:gd name="connsiteX12-7747" fmla="*/ 5500 w 9750"/>
              <a:gd name="connsiteY12-7748" fmla="*/ 6978 h 7671"/>
              <a:gd name="connsiteX13-7749" fmla="*/ 5250 w 9750"/>
              <a:gd name="connsiteY13-7750" fmla="*/ 6350 h 7671"/>
              <a:gd name="connsiteX14-7751" fmla="*/ 4700 w 9750"/>
              <a:gd name="connsiteY14-7752" fmla="*/ 5344 h 7671"/>
              <a:gd name="connsiteX15-7753" fmla="*/ 3950 w 9750"/>
              <a:gd name="connsiteY15-7754" fmla="*/ 4654 h 7671"/>
              <a:gd name="connsiteX16-7755" fmla="*/ 3650 w 9750"/>
              <a:gd name="connsiteY16-7756" fmla="*/ 4334 h 7671"/>
              <a:gd name="connsiteX17-7757" fmla="*/ 3150 w 9750"/>
              <a:gd name="connsiteY17-7758" fmla="*/ 4021 h 7671"/>
              <a:gd name="connsiteX18-7759" fmla="*/ 2600 w 9750"/>
              <a:gd name="connsiteY18-7760" fmla="*/ 3649 h 7671"/>
              <a:gd name="connsiteX19-7761" fmla="*/ 2100 w 9750"/>
              <a:gd name="connsiteY19-7762" fmla="*/ 3021 h 7671"/>
              <a:gd name="connsiteX20-7763" fmla="*/ 1550 w 9750"/>
              <a:gd name="connsiteY20-7764" fmla="*/ 2643 h 7671"/>
              <a:gd name="connsiteX21-7765" fmla="*/ 1300 w 9750"/>
              <a:gd name="connsiteY21-7766" fmla="*/ 2330 h 7671"/>
              <a:gd name="connsiteX22-7767" fmla="*/ 750 w 9750"/>
              <a:gd name="connsiteY22-7768" fmla="*/ 2330 h 7671"/>
              <a:gd name="connsiteX23-7769" fmla="*/ 500 w 9750"/>
              <a:gd name="connsiteY23-7770" fmla="*/ 2010 h 7671"/>
              <a:gd name="connsiteX24-7771" fmla="*/ 250 w 9750"/>
              <a:gd name="connsiteY24-7772" fmla="*/ 1694 h 7671"/>
              <a:gd name="connsiteX25-7773" fmla="*/ 250 w 9750"/>
              <a:gd name="connsiteY25-7774" fmla="*/ 1694 h 7671"/>
              <a:gd name="connsiteX26-7775" fmla="*/ 0 w 9750"/>
              <a:gd name="connsiteY26-7776" fmla="*/ 1317 h 7671"/>
              <a:gd name="connsiteX27-7777" fmla="*/ 0 w 9750"/>
              <a:gd name="connsiteY27-7778" fmla="*/ 1317 h 7671"/>
              <a:gd name="connsiteX28-7779" fmla="*/ 250 w 9750"/>
              <a:gd name="connsiteY28-7780" fmla="*/ 1317 h 7671"/>
              <a:gd name="connsiteX29-7781" fmla="*/ 250 w 9750"/>
              <a:gd name="connsiteY29-7782" fmla="*/ 1317 h 7671"/>
              <a:gd name="connsiteX30-7783" fmla="*/ 500 w 9750"/>
              <a:gd name="connsiteY30-7784" fmla="*/ 1317 h 7671"/>
              <a:gd name="connsiteX31-7785" fmla="*/ 750 w 9750"/>
              <a:gd name="connsiteY31-7786" fmla="*/ 1317 h 7671"/>
              <a:gd name="connsiteX32-7787" fmla="*/ 1050 w 9750"/>
              <a:gd name="connsiteY32-7788" fmla="*/ 1317 h 7671"/>
              <a:gd name="connsiteX33-7789" fmla="*/ 1300 w 9750"/>
              <a:gd name="connsiteY33-7790" fmla="*/ 1317 h 7671"/>
              <a:gd name="connsiteX34-7791" fmla="*/ 1800 w 9750"/>
              <a:gd name="connsiteY34-7792" fmla="*/ 1317 h 7671"/>
              <a:gd name="connsiteX35-7793" fmla="*/ 2350 w 9750"/>
              <a:gd name="connsiteY35-7794" fmla="*/ 1317 h 7671"/>
              <a:gd name="connsiteX36-7795" fmla="*/ 3400 w 9750"/>
              <a:gd name="connsiteY36-7796" fmla="*/ 1694 h 7671"/>
              <a:gd name="connsiteX37-7797" fmla="*/ 4200 w 9750"/>
              <a:gd name="connsiteY37-7798" fmla="*/ 1694 h 7671"/>
              <a:gd name="connsiteX38-7799" fmla="*/ 5000 w 9750"/>
              <a:gd name="connsiteY38-7800" fmla="*/ 1694 h 7671"/>
              <a:gd name="connsiteX39-7801" fmla="*/ 5500 w 9750"/>
              <a:gd name="connsiteY39-7802" fmla="*/ 1694 h 7671"/>
              <a:gd name="connsiteX40-7803" fmla="*/ 6050 w 9750"/>
              <a:gd name="connsiteY40-7804" fmla="*/ 1694 h 7671"/>
              <a:gd name="connsiteX41-7805" fmla="*/ 6300 w 9750"/>
              <a:gd name="connsiteY41-7806" fmla="*/ 1317 h 7671"/>
              <a:gd name="connsiteX42-7807" fmla="*/ 6550 w 9750"/>
              <a:gd name="connsiteY42-7808" fmla="*/ 690 h 7671"/>
              <a:gd name="connsiteX43-7809" fmla="*/ 6850 w 9750"/>
              <a:gd name="connsiteY43-7810" fmla="*/ 0 h 7671"/>
              <a:gd name="connsiteX0-7811" fmla="*/ 10000 w 10000"/>
              <a:gd name="connsiteY0-7812" fmla="*/ 3037 h 10000"/>
              <a:gd name="connsiteX1-7813" fmla="*/ 9692 w 10000"/>
              <a:gd name="connsiteY1-7814" fmla="*/ 4757 h 10000"/>
              <a:gd name="connsiteX2-7815" fmla="*/ 9436 w 10000"/>
              <a:gd name="connsiteY2-7816" fmla="*/ 6067 h 10000"/>
              <a:gd name="connsiteX3-7817" fmla="*/ 9436 w 10000"/>
              <a:gd name="connsiteY3-7818" fmla="*/ 6966 h 10000"/>
              <a:gd name="connsiteX4-7819" fmla="*/ 8923 w 10000"/>
              <a:gd name="connsiteY4-7820" fmla="*/ 7788 h 10000"/>
              <a:gd name="connsiteX5-7821" fmla="*/ 8359 w 10000"/>
              <a:gd name="connsiteY5-7822" fmla="*/ 8698 h 10000"/>
              <a:gd name="connsiteX6-7823" fmla="*/ 7538 w 10000"/>
              <a:gd name="connsiteY6-7824" fmla="*/ 9505 h 10000"/>
              <a:gd name="connsiteX7-7825" fmla="*/ 7282 w 10000"/>
              <a:gd name="connsiteY7-7826" fmla="*/ 10000 h 10000"/>
              <a:gd name="connsiteX8-7827" fmla="*/ 6718 w 10000"/>
              <a:gd name="connsiteY8-7828" fmla="*/ 10000 h 10000"/>
              <a:gd name="connsiteX9-7829" fmla="*/ 6462 w 10000"/>
              <a:gd name="connsiteY9-7830" fmla="*/ 10000 h 10000"/>
              <a:gd name="connsiteX10-7831" fmla="*/ 6205 w 10000"/>
              <a:gd name="connsiteY10-7832" fmla="*/ 9505 h 10000"/>
              <a:gd name="connsiteX11-7833" fmla="*/ 5641 w 10000"/>
              <a:gd name="connsiteY11-7834" fmla="*/ 9097 h 10000"/>
              <a:gd name="connsiteX12-7835" fmla="*/ 5385 w 10000"/>
              <a:gd name="connsiteY12-7836" fmla="*/ 8278 h 10000"/>
              <a:gd name="connsiteX13-7837" fmla="*/ 4821 w 10000"/>
              <a:gd name="connsiteY13-7838" fmla="*/ 6966 h 10000"/>
              <a:gd name="connsiteX14-7839" fmla="*/ 4051 w 10000"/>
              <a:gd name="connsiteY14-7840" fmla="*/ 6067 h 10000"/>
              <a:gd name="connsiteX15-7841" fmla="*/ 3744 w 10000"/>
              <a:gd name="connsiteY15-7842" fmla="*/ 5650 h 10000"/>
              <a:gd name="connsiteX16-7843" fmla="*/ 3231 w 10000"/>
              <a:gd name="connsiteY16-7844" fmla="*/ 5242 h 10000"/>
              <a:gd name="connsiteX17-7845" fmla="*/ 2667 w 10000"/>
              <a:gd name="connsiteY17-7846" fmla="*/ 4757 h 10000"/>
              <a:gd name="connsiteX18-7847" fmla="*/ 2154 w 10000"/>
              <a:gd name="connsiteY18-7848" fmla="*/ 3938 h 10000"/>
              <a:gd name="connsiteX19-7849" fmla="*/ 1590 w 10000"/>
              <a:gd name="connsiteY19-7850" fmla="*/ 3445 h 10000"/>
              <a:gd name="connsiteX20-7851" fmla="*/ 1333 w 10000"/>
              <a:gd name="connsiteY20-7852" fmla="*/ 3037 h 10000"/>
              <a:gd name="connsiteX21-7853" fmla="*/ 769 w 10000"/>
              <a:gd name="connsiteY21-7854" fmla="*/ 3037 h 10000"/>
              <a:gd name="connsiteX22-7855" fmla="*/ 513 w 10000"/>
              <a:gd name="connsiteY22-7856" fmla="*/ 2620 h 10000"/>
              <a:gd name="connsiteX23-7857" fmla="*/ 256 w 10000"/>
              <a:gd name="connsiteY23-7858" fmla="*/ 2208 h 10000"/>
              <a:gd name="connsiteX24-7859" fmla="*/ 256 w 10000"/>
              <a:gd name="connsiteY24-7860" fmla="*/ 2208 h 10000"/>
              <a:gd name="connsiteX25-7861" fmla="*/ 0 w 10000"/>
              <a:gd name="connsiteY25-7862" fmla="*/ 1717 h 10000"/>
              <a:gd name="connsiteX26-7863" fmla="*/ 0 w 10000"/>
              <a:gd name="connsiteY26-7864" fmla="*/ 1717 h 10000"/>
              <a:gd name="connsiteX27-7865" fmla="*/ 256 w 10000"/>
              <a:gd name="connsiteY27-7866" fmla="*/ 1717 h 10000"/>
              <a:gd name="connsiteX28-7867" fmla="*/ 256 w 10000"/>
              <a:gd name="connsiteY28-7868" fmla="*/ 1717 h 10000"/>
              <a:gd name="connsiteX29-7869" fmla="*/ 513 w 10000"/>
              <a:gd name="connsiteY29-7870" fmla="*/ 1717 h 10000"/>
              <a:gd name="connsiteX30-7871" fmla="*/ 769 w 10000"/>
              <a:gd name="connsiteY30-7872" fmla="*/ 1717 h 10000"/>
              <a:gd name="connsiteX31-7873" fmla="*/ 1077 w 10000"/>
              <a:gd name="connsiteY31-7874" fmla="*/ 1717 h 10000"/>
              <a:gd name="connsiteX32-7875" fmla="*/ 1333 w 10000"/>
              <a:gd name="connsiteY32-7876" fmla="*/ 1717 h 10000"/>
              <a:gd name="connsiteX33-7877" fmla="*/ 1846 w 10000"/>
              <a:gd name="connsiteY33-7878" fmla="*/ 1717 h 10000"/>
              <a:gd name="connsiteX34-7879" fmla="*/ 2410 w 10000"/>
              <a:gd name="connsiteY34-7880" fmla="*/ 1717 h 10000"/>
              <a:gd name="connsiteX35-7881" fmla="*/ 3487 w 10000"/>
              <a:gd name="connsiteY35-7882" fmla="*/ 2208 h 10000"/>
              <a:gd name="connsiteX36-7883" fmla="*/ 4308 w 10000"/>
              <a:gd name="connsiteY36-7884" fmla="*/ 2208 h 10000"/>
              <a:gd name="connsiteX37-7885" fmla="*/ 5128 w 10000"/>
              <a:gd name="connsiteY37-7886" fmla="*/ 2208 h 10000"/>
              <a:gd name="connsiteX38-7887" fmla="*/ 5641 w 10000"/>
              <a:gd name="connsiteY38-7888" fmla="*/ 2208 h 10000"/>
              <a:gd name="connsiteX39-7889" fmla="*/ 6205 w 10000"/>
              <a:gd name="connsiteY39-7890" fmla="*/ 2208 h 10000"/>
              <a:gd name="connsiteX40-7891" fmla="*/ 6462 w 10000"/>
              <a:gd name="connsiteY40-7892" fmla="*/ 1717 h 10000"/>
              <a:gd name="connsiteX41-7893" fmla="*/ 6718 w 10000"/>
              <a:gd name="connsiteY41-7894" fmla="*/ 899 h 10000"/>
              <a:gd name="connsiteX42-7895" fmla="*/ 7026 w 10000"/>
              <a:gd name="connsiteY42-7896" fmla="*/ 0 h 10000"/>
              <a:gd name="connsiteX0-7897" fmla="*/ 9692 w 9692"/>
              <a:gd name="connsiteY0-7898" fmla="*/ 4757 h 10000"/>
              <a:gd name="connsiteX1-7899" fmla="*/ 9436 w 9692"/>
              <a:gd name="connsiteY1-7900" fmla="*/ 6067 h 10000"/>
              <a:gd name="connsiteX2-7901" fmla="*/ 9436 w 9692"/>
              <a:gd name="connsiteY2-7902" fmla="*/ 6966 h 10000"/>
              <a:gd name="connsiteX3-7903" fmla="*/ 8923 w 9692"/>
              <a:gd name="connsiteY3-7904" fmla="*/ 7788 h 10000"/>
              <a:gd name="connsiteX4-7905" fmla="*/ 8359 w 9692"/>
              <a:gd name="connsiteY4-7906" fmla="*/ 8698 h 10000"/>
              <a:gd name="connsiteX5-7907" fmla="*/ 7538 w 9692"/>
              <a:gd name="connsiteY5-7908" fmla="*/ 9505 h 10000"/>
              <a:gd name="connsiteX6-7909" fmla="*/ 7282 w 9692"/>
              <a:gd name="connsiteY6-7910" fmla="*/ 10000 h 10000"/>
              <a:gd name="connsiteX7-7911" fmla="*/ 6718 w 9692"/>
              <a:gd name="connsiteY7-7912" fmla="*/ 10000 h 10000"/>
              <a:gd name="connsiteX8-7913" fmla="*/ 6462 w 9692"/>
              <a:gd name="connsiteY8-7914" fmla="*/ 10000 h 10000"/>
              <a:gd name="connsiteX9-7915" fmla="*/ 6205 w 9692"/>
              <a:gd name="connsiteY9-7916" fmla="*/ 9505 h 10000"/>
              <a:gd name="connsiteX10-7917" fmla="*/ 5641 w 9692"/>
              <a:gd name="connsiteY10-7918" fmla="*/ 9097 h 10000"/>
              <a:gd name="connsiteX11-7919" fmla="*/ 5385 w 9692"/>
              <a:gd name="connsiteY11-7920" fmla="*/ 8278 h 10000"/>
              <a:gd name="connsiteX12-7921" fmla="*/ 4821 w 9692"/>
              <a:gd name="connsiteY12-7922" fmla="*/ 6966 h 10000"/>
              <a:gd name="connsiteX13-7923" fmla="*/ 4051 w 9692"/>
              <a:gd name="connsiteY13-7924" fmla="*/ 6067 h 10000"/>
              <a:gd name="connsiteX14-7925" fmla="*/ 3744 w 9692"/>
              <a:gd name="connsiteY14-7926" fmla="*/ 5650 h 10000"/>
              <a:gd name="connsiteX15-7927" fmla="*/ 3231 w 9692"/>
              <a:gd name="connsiteY15-7928" fmla="*/ 5242 h 10000"/>
              <a:gd name="connsiteX16-7929" fmla="*/ 2667 w 9692"/>
              <a:gd name="connsiteY16-7930" fmla="*/ 4757 h 10000"/>
              <a:gd name="connsiteX17-7931" fmla="*/ 2154 w 9692"/>
              <a:gd name="connsiteY17-7932" fmla="*/ 3938 h 10000"/>
              <a:gd name="connsiteX18-7933" fmla="*/ 1590 w 9692"/>
              <a:gd name="connsiteY18-7934" fmla="*/ 3445 h 10000"/>
              <a:gd name="connsiteX19-7935" fmla="*/ 1333 w 9692"/>
              <a:gd name="connsiteY19-7936" fmla="*/ 3037 h 10000"/>
              <a:gd name="connsiteX20-7937" fmla="*/ 769 w 9692"/>
              <a:gd name="connsiteY20-7938" fmla="*/ 3037 h 10000"/>
              <a:gd name="connsiteX21-7939" fmla="*/ 513 w 9692"/>
              <a:gd name="connsiteY21-7940" fmla="*/ 2620 h 10000"/>
              <a:gd name="connsiteX22-7941" fmla="*/ 256 w 9692"/>
              <a:gd name="connsiteY22-7942" fmla="*/ 2208 h 10000"/>
              <a:gd name="connsiteX23-7943" fmla="*/ 256 w 9692"/>
              <a:gd name="connsiteY23-7944" fmla="*/ 2208 h 10000"/>
              <a:gd name="connsiteX24-7945" fmla="*/ 0 w 9692"/>
              <a:gd name="connsiteY24-7946" fmla="*/ 1717 h 10000"/>
              <a:gd name="connsiteX25-7947" fmla="*/ 0 w 9692"/>
              <a:gd name="connsiteY25-7948" fmla="*/ 1717 h 10000"/>
              <a:gd name="connsiteX26-7949" fmla="*/ 256 w 9692"/>
              <a:gd name="connsiteY26-7950" fmla="*/ 1717 h 10000"/>
              <a:gd name="connsiteX27-7951" fmla="*/ 256 w 9692"/>
              <a:gd name="connsiteY27-7952" fmla="*/ 1717 h 10000"/>
              <a:gd name="connsiteX28-7953" fmla="*/ 513 w 9692"/>
              <a:gd name="connsiteY28-7954" fmla="*/ 1717 h 10000"/>
              <a:gd name="connsiteX29-7955" fmla="*/ 769 w 9692"/>
              <a:gd name="connsiteY29-7956" fmla="*/ 1717 h 10000"/>
              <a:gd name="connsiteX30-7957" fmla="*/ 1077 w 9692"/>
              <a:gd name="connsiteY30-7958" fmla="*/ 1717 h 10000"/>
              <a:gd name="connsiteX31-7959" fmla="*/ 1333 w 9692"/>
              <a:gd name="connsiteY31-7960" fmla="*/ 1717 h 10000"/>
              <a:gd name="connsiteX32-7961" fmla="*/ 1846 w 9692"/>
              <a:gd name="connsiteY32-7962" fmla="*/ 1717 h 10000"/>
              <a:gd name="connsiteX33-7963" fmla="*/ 2410 w 9692"/>
              <a:gd name="connsiteY33-7964" fmla="*/ 1717 h 10000"/>
              <a:gd name="connsiteX34-7965" fmla="*/ 3487 w 9692"/>
              <a:gd name="connsiteY34-7966" fmla="*/ 2208 h 10000"/>
              <a:gd name="connsiteX35-7967" fmla="*/ 4308 w 9692"/>
              <a:gd name="connsiteY35-7968" fmla="*/ 2208 h 10000"/>
              <a:gd name="connsiteX36-7969" fmla="*/ 5128 w 9692"/>
              <a:gd name="connsiteY36-7970" fmla="*/ 2208 h 10000"/>
              <a:gd name="connsiteX37-7971" fmla="*/ 5641 w 9692"/>
              <a:gd name="connsiteY37-7972" fmla="*/ 2208 h 10000"/>
              <a:gd name="connsiteX38-7973" fmla="*/ 6205 w 9692"/>
              <a:gd name="connsiteY38-7974" fmla="*/ 2208 h 10000"/>
              <a:gd name="connsiteX39-7975" fmla="*/ 6462 w 9692"/>
              <a:gd name="connsiteY39-7976" fmla="*/ 1717 h 10000"/>
              <a:gd name="connsiteX40-7977" fmla="*/ 6718 w 9692"/>
              <a:gd name="connsiteY40-7978" fmla="*/ 899 h 10000"/>
              <a:gd name="connsiteX41-7979" fmla="*/ 7026 w 9692"/>
              <a:gd name="connsiteY41-7980" fmla="*/ 0 h 10000"/>
              <a:gd name="connsiteX0-7981" fmla="*/ 10000 w 10000"/>
              <a:gd name="connsiteY0-7982" fmla="*/ 3858 h 9101"/>
              <a:gd name="connsiteX1-7983" fmla="*/ 9736 w 10000"/>
              <a:gd name="connsiteY1-7984" fmla="*/ 5168 h 9101"/>
              <a:gd name="connsiteX2-7985" fmla="*/ 9736 w 10000"/>
              <a:gd name="connsiteY2-7986" fmla="*/ 6067 h 9101"/>
              <a:gd name="connsiteX3-7987" fmla="*/ 9207 w 10000"/>
              <a:gd name="connsiteY3-7988" fmla="*/ 6889 h 9101"/>
              <a:gd name="connsiteX4-7989" fmla="*/ 8625 w 10000"/>
              <a:gd name="connsiteY4-7990" fmla="*/ 7799 h 9101"/>
              <a:gd name="connsiteX5-7991" fmla="*/ 7778 w 10000"/>
              <a:gd name="connsiteY5-7992" fmla="*/ 8606 h 9101"/>
              <a:gd name="connsiteX6-7993" fmla="*/ 7513 w 10000"/>
              <a:gd name="connsiteY6-7994" fmla="*/ 9101 h 9101"/>
              <a:gd name="connsiteX7-7995" fmla="*/ 6931 w 10000"/>
              <a:gd name="connsiteY7-7996" fmla="*/ 9101 h 9101"/>
              <a:gd name="connsiteX8-7997" fmla="*/ 6667 w 10000"/>
              <a:gd name="connsiteY8-7998" fmla="*/ 9101 h 9101"/>
              <a:gd name="connsiteX9-7999" fmla="*/ 6402 w 10000"/>
              <a:gd name="connsiteY9-8000" fmla="*/ 8606 h 9101"/>
              <a:gd name="connsiteX10-8001" fmla="*/ 5820 w 10000"/>
              <a:gd name="connsiteY10-8002" fmla="*/ 8198 h 9101"/>
              <a:gd name="connsiteX11-8003" fmla="*/ 5556 w 10000"/>
              <a:gd name="connsiteY11-8004" fmla="*/ 7379 h 9101"/>
              <a:gd name="connsiteX12-8005" fmla="*/ 4974 w 10000"/>
              <a:gd name="connsiteY12-8006" fmla="*/ 6067 h 9101"/>
              <a:gd name="connsiteX13-8007" fmla="*/ 4180 w 10000"/>
              <a:gd name="connsiteY13-8008" fmla="*/ 5168 h 9101"/>
              <a:gd name="connsiteX14-8009" fmla="*/ 3863 w 10000"/>
              <a:gd name="connsiteY14-8010" fmla="*/ 4751 h 9101"/>
              <a:gd name="connsiteX15-8011" fmla="*/ 3334 w 10000"/>
              <a:gd name="connsiteY15-8012" fmla="*/ 4343 h 9101"/>
              <a:gd name="connsiteX16-8013" fmla="*/ 2752 w 10000"/>
              <a:gd name="connsiteY16-8014" fmla="*/ 3858 h 9101"/>
              <a:gd name="connsiteX17-8015" fmla="*/ 2222 w 10000"/>
              <a:gd name="connsiteY17-8016" fmla="*/ 3039 h 9101"/>
              <a:gd name="connsiteX18-8017" fmla="*/ 1641 w 10000"/>
              <a:gd name="connsiteY18-8018" fmla="*/ 2546 h 9101"/>
              <a:gd name="connsiteX19-8019" fmla="*/ 1375 w 10000"/>
              <a:gd name="connsiteY19-8020" fmla="*/ 2138 h 9101"/>
              <a:gd name="connsiteX20-8021" fmla="*/ 793 w 10000"/>
              <a:gd name="connsiteY20-8022" fmla="*/ 2138 h 9101"/>
              <a:gd name="connsiteX21-8023" fmla="*/ 529 w 10000"/>
              <a:gd name="connsiteY21-8024" fmla="*/ 1721 h 9101"/>
              <a:gd name="connsiteX22-8025" fmla="*/ 264 w 10000"/>
              <a:gd name="connsiteY22-8026" fmla="*/ 1309 h 9101"/>
              <a:gd name="connsiteX23-8027" fmla="*/ 264 w 10000"/>
              <a:gd name="connsiteY23-8028" fmla="*/ 1309 h 9101"/>
              <a:gd name="connsiteX24-8029" fmla="*/ 0 w 10000"/>
              <a:gd name="connsiteY24-8030" fmla="*/ 818 h 9101"/>
              <a:gd name="connsiteX25-8031" fmla="*/ 0 w 10000"/>
              <a:gd name="connsiteY25-8032" fmla="*/ 818 h 9101"/>
              <a:gd name="connsiteX26-8033" fmla="*/ 264 w 10000"/>
              <a:gd name="connsiteY26-8034" fmla="*/ 818 h 9101"/>
              <a:gd name="connsiteX27-8035" fmla="*/ 264 w 10000"/>
              <a:gd name="connsiteY27-8036" fmla="*/ 818 h 9101"/>
              <a:gd name="connsiteX28-8037" fmla="*/ 529 w 10000"/>
              <a:gd name="connsiteY28-8038" fmla="*/ 818 h 9101"/>
              <a:gd name="connsiteX29-8039" fmla="*/ 793 w 10000"/>
              <a:gd name="connsiteY29-8040" fmla="*/ 818 h 9101"/>
              <a:gd name="connsiteX30-8041" fmla="*/ 1111 w 10000"/>
              <a:gd name="connsiteY30-8042" fmla="*/ 818 h 9101"/>
              <a:gd name="connsiteX31-8043" fmla="*/ 1375 w 10000"/>
              <a:gd name="connsiteY31-8044" fmla="*/ 818 h 9101"/>
              <a:gd name="connsiteX32-8045" fmla="*/ 1905 w 10000"/>
              <a:gd name="connsiteY32-8046" fmla="*/ 818 h 9101"/>
              <a:gd name="connsiteX33-8047" fmla="*/ 2487 w 10000"/>
              <a:gd name="connsiteY33-8048" fmla="*/ 818 h 9101"/>
              <a:gd name="connsiteX34-8049" fmla="*/ 3598 w 10000"/>
              <a:gd name="connsiteY34-8050" fmla="*/ 1309 h 9101"/>
              <a:gd name="connsiteX35-8051" fmla="*/ 4445 w 10000"/>
              <a:gd name="connsiteY35-8052" fmla="*/ 1309 h 9101"/>
              <a:gd name="connsiteX36-8053" fmla="*/ 5291 w 10000"/>
              <a:gd name="connsiteY36-8054" fmla="*/ 1309 h 9101"/>
              <a:gd name="connsiteX37-8055" fmla="*/ 5820 w 10000"/>
              <a:gd name="connsiteY37-8056" fmla="*/ 1309 h 9101"/>
              <a:gd name="connsiteX38-8057" fmla="*/ 6402 w 10000"/>
              <a:gd name="connsiteY38-8058" fmla="*/ 1309 h 9101"/>
              <a:gd name="connsiteX39-8059" fmla="*/ 6667 w 10000"/>
              <a:gd name="connsiteY39-8060" fmla="*/ 818 h 9101"/>
              <a:gd name="connsiteX40-8061" fmla="*/ 6931 w 10000"/>
              <a:gd name="connsiteY40-8062" fmla="*/ 0 h 9101"/>
              <a:gd name="connsiteX0-8063" fmla="*/ 10000 w 10000"/>
              <a:gd name="connsiteY0-8064" fmla="*/ 4239 h 10000"/>
              <a:gd name="connsiteX1-8065" fmla="*/ 9736 w 10000"/>
              <a:gd name="connsiteY1-8066" fmla="*/ 5678 h 10000"/>
              <a:gd name="connsiteX2-8067" fmla="*/ 9207 w 10000"/>
              <a:gd name="connsiteY2-8068" fmla="*/ 7569 h 10000"/>
              <a:gd name="connsiteX3-8069" fmla="*/ 8625 w 10000"/>
              <a:gd name="connsiteY3-8070" fmla="*/ 8569 h 10000"/>
              <a:gd name="connsiteX4-8071" fmla="*/ 7778 w 10000"/>
              <a:gd name="connsiteY4-8072" fmla="*/ 9456 h 10000"/>
              <a:gd name="connsiteX5-8073" fmla="*/ 7513 w 10000"/>
              <a:gd name="connsiteY5-8074" fmla="*/ 10000 h 10000"/>
              <a:gd name="connsiteX6-8075" fmla="*/ 6931 w 10000"/>
              <a:gd name="connsiteY6-8076" fmla="*/ 10000 h 10000"/>
              <a:gd name="connsiteX7-8077" fmla="*/ 6667 w 10000"/>
              <a:gd name="connsiteY7-8078" fmla="*/ 10000 h 10000"/>
              <a:gd name="connsiteX8-8079" fmla="*/ 6402 w 10000"/>
              <a:gd name="connsiteY8-8080" fmla="*/ 9456 h 10000"/>
              <a:gd name="connsiteX9-8081" fmla="*/ 5820 w 10000"/>
              <a:gd name="connsiteY9-8082" fmla="*/ 9008 h 10000"/>
              <a:gd name="connsiteX10-8083" fmla="*/ 5556 w 10000"/>
              <a:gd name="connsiteY10-8084" fmla="*/ 8108 h 10000"/>
              <a:gd name="connsiteX11-8085" fmla="*/ 4974 w 10000"/>
              <a:gd name="connsiteY11-8086" fmla="*/ 6666 h 10000"/>
              <a:gd name="connsiteX12-8087" fmla="*/ 4180 w 10000"/>
              <a:gd name="connsiteY12-8088" fmla="*/ 5678 h 10000"/>
              <a:gd name="connsiteX13-8089" fmla="*/ 3863 w 10000"/>
              <a:gd name="connsiteY13-8090" fmla="*/ 5220 h 10000"/>
              <a:gd name="connsiteX14-8091" fmla="*/ 3334 w 10000"/>
              <a:gd name="connsiteY14-8092" fmla="*/ 4772 h 10000"/>
              <a:gd name="connsiteX15-8093" fmla="*/ 2752 w 10000"/>
              <a:gd name="connsiteY15-8094" fmla="*/ 4239 h 10000"/>
              <a:gd name="connsiteX16-8095" fmla="*/ 2222 w 10000"/>
              <a:gd name="connsiteY16-8096" fmla="*/ 3339 h 10000"/>
              <a:gd name="connsiteX17-8097" fmla="*/ 1641 w 10000"/>
              <a:gd name="connsiteY17-8098" fmla="*/ 2797 h 10000"/>
              <a:gd name="connsiteX18-8099" fmla="*/ 1375 w 10000"/>
              <a:gd name="connsiteY18-8100" fmla="*/ 2349 h 10000"/>
              <a:gd name="connsiteX19-8101" fmla="*/ 793 w 10000"/>
              <a:gd name="connsiteY19-8102" fmla="*/ 2349 h 10000"/>
              <a:gd name="connsiteX20-8103" fmla="*/ 529 w 10000"/>
              <a:gd name="connsiteY20-8104" fmla="*/ 1891 h 10000"/>
              <a:gd name="connsiteX21-8105" fmla="*/ 264 w 10000"/>
              <a:gd name="connsiteY21-8106" fmla="*/ 1438 h 10000"/>
              <a:gd name="connsiteX22-8107" fmla="*/ 264 w 10000"/>
              <a:gd name="connsiteY22-8108" fmla="*/ 1438 h 10000"/>
              <a:gd name="connsiteX23-8109" fmla="*/ 0 w 10000"/>
              <a:gd name="connsiteY23-8110" fmla="*/ 899 h 10000"/>
              <a:gd name="connsiteX24-8111" fmla="*/ 0 w 10000"/>
              <a:gd name="connsiteY24-8112" fmla="*/ 899 h 10000"/>
              <a:gd name="connsiteX25-8113" fmla="*/ 264 w 10000"/>
              <a:gd name="connsiteY25-8114" fmla="*/ 899 h 10000"/>
              <a:gd name="connsiteX26-8115" fmla="*/ 264 w 10000"/>
              <a:gd name="connsiteY26-8116" fmla="*/ 899 h 10000"/>
              <a:gd name="connsiteX27-8117" fmla="*/ 529 w 10000"/>
              <a:gd name="connsiteY27-8118" fmla="*/ 899 h 10000"/>
              <a:gd name="connsiteX28-8119" fmla="*/ 793 w 10000"/>
              <a:gd name="connsiteY28-8120" fmla="*/ 899 h 10000"/>
              <a:gd name="connsiteX29-8121" fmla="*/ 1111 w 10000"/>
              <a:gd name="connsiteY29-8122" fmla="*/ 899 h 10000"/>
              <a:gd name="connsiteX30-8123" fmla="*/ 1375 w 10000"/>
              <a:gd name="connsiteY30-8124" fmla="*/ 899 h 10000"/>
              <a:gd name="connsiteX31-8125" fmla="*/ 1905 w 10000"/>
              <a:gd name="connsiteY31-8126" fmla="*/ 899 h 10000"/>
              <a:gd name="connsiteX32-8127" fmla="*/ 2487 w 10000"/>
              <a:gd name="connsiteY32-8128" fmla="*/ 899 h 10000"/>
              <a:gd name="connsiteX33-8129" fmla="*/ 3598 w 10000"/>
              <a:gd name="connsiteY33-8130" fmla="*/ 1438 h 10000"/>
              <a:gd name="connsiteX34-8131" fmla="*/ 4445 w 10000"/>
              <a:gd name="connsiteY34-8132" fmla="*/ 1438 h 10000"/>
              <a:gd name="connsiteX35-8133" fmla="*/ 5291 w 10000"/>
              <a:gd name="connsiteY35-8134" fmla="*/ 1438 h 10000"/>
              <a:gd name="connsiteX36-8135" fmla="*/ 5820 w 10000"/>
              <a:gd name="connsiteY36-8136" fmla="*/ 1438 h 10000"/>
              <a:gd name="connsiteX37-8137" fmla="*/ 6402 w 10000"/>
              <a:gd name="connsiteY37-8138" fmla="*/ 1438 h 10000"/>
              <a:gd name="connsiteX38-8139" fmla="*/ 6667 w 10000"/>
              <a:gd name="connsiteY38-8140" fmla="*/ 899 h 10000"/>
              <a:gd name="connsiteX39-8141" fmla="*/ 6931 w 10000"/>
              <a:gd name="connsiteY39-8142" fmla="*/ 0 h 10000"/>
              <a:gd name="connsiteX0-8143" fmla="*/ 9736 w 9736"/>
              <a:gd name="connsiteY0-8144" fmla="*/ 5678 h 10000"/>
              <a:gd name="connsiteX1-8145" fmla="*/ 9207 w 9736"/>
              <a:gd name="connsiteY1-8146" fmla="*/ 7569 h 10000"/>
              <a:gd name="connsiteX2-8147" fmla="*/ 8625 w 9736"/>
              <a:gd name="connsiteY2-8148" fmla="*/ 8569 h 10000"/>
              <a:gd name="connsiteX3-8149" fmla="*/ 7778 w 9736"/>
              <a:gd name="connsiteY3-8150" fmla="*/ 9456 h 10000"/>
              <a:gd name="connsiteX4-8151" fmla="*/ 7513 w 9736"/>
              <a:gd name="connsiteY4-8152" fmla="*/ 10000 h 10000"/>
              <a:gd name="connsiteX5-8153" fmla="*/ 6931 w 9736"/>
              <a:gd name="connsiteY5-8154" fmla="*/ 10000 h 10000"/>
              <a:gd name="connsiteX6-8155" fmla="*/ 6667 w 9736"/>
              <a:gd name="connsiteY6-8156" fmla="*/ 10000 h 10000"/>
              <a:gd name="connsiteX7-8157" fmla="*/ 6402 w 9736"/>
              <a:gd name="connsiteY7-8158" fmla="*/ 9456 h 10000"/>
              <a:gd name="connsiteX8-8159" fmla="*/ 5820 w 9736"/>
              <a:gd name="connsiteY8-8160" fmla="*/ 9008 h 10000"/>
              <a:gd name="connsiteX9-8161" fmla="*/ 5556 w 9736"/>
              <a:gd name="connsiteY9-8162" fmla="*/ 8108 h 10000"/>
              <a:gd name="connsiteX10-8163" fmla="*/ 4974 w 9736"/>
              <a:gd name="connsiteY10-8164" fmla="*/ 6666 h 10000"/>
              <a:gd name="connsiteX11-8165" fmla="*/ 4180 w 9736"/>
              <a:gd name="connsiteY11-8166" fmla="*/ 5678 h 10000"/>
              <a:gd name="connsiteX12-8167" fmla="*/ 3863 w 9736"/>
              <a:gd name="connsiteY12-8168" fmla="*/ 5220 h 10000"/>
              <a:gd name="connsiteX13-8169" fmla="*/ 3334 w 9736"/>
              <a:gd name="connsiteY13-8170" fmla="*/ 4772 h 10000"/>
              <a:gd name="connsiteX14-8171" fmla="*/ 2752 w 9736"/>
              <a:gd name="connsiteY14-8172" fmla="*/ 4239 h 10000"/>
              <a:gd name="connsiteX15-8173" fmla="*/ 2222 w 9736"/>
              <a:gd name="connsiteY15-8174" fmla="*/ 3339 h 10000"/>
              <a:gd name="connsiteX16-8175" fmla="*/ 1641 w 9736"/>
              <a:gd name="connsiteY16-8176" fmla="*/ 2797 h 10000"/>
              <a:gd name="connsiteX17-8177" fmla="*/ 1375 w 9736"/>
              <a:gd name="connsiteY17-8178" fmla="*/ 2349 h 10000"/>
              <a:gd name="connsiteX18-8179" fmla="*/ 793 w 9736"/>
              <a:gd name="connsiteY18-8180" fmla="*/ 2349 h 10000"/>
              <a:gd name="connsiteX19-8181" fmla="*/ 529 w 9736"/>
              <a:gd name="connsiteY19-8182" fmla="*/ 1891 h 10000"/>
              <a:gd name="connsiteX20-8183" fmla="*/ 264 w 9736"/>
              <a:gd name="connsiteY20-8184" fmla="*/ 1438 h 10000"/>
              <a:gd name="connsiteX21-8185" fmla="*/ 264 w 9736"/>
              <a:gd name="connsiteY21-8186" fmla="*/ 1438 h 10000"/>
              <a:gd name="connsiteX22-8187" fmla="*/ 0 w 9736"/>
              <a:gd name="connsiteY22-8188" fmla="*/ 899 h 10000"/>
              <a:gd name="connsiteX23-8189" fmla="*/ 0 w 9736"/>
              <a:gd name="connsiteY23-8190" fmla="*/ 899 h 10000"/>
              <a:gd name="connsiteX24-8191" fmla="*/ 264 w 9736"/>
              <a:gd name="connsiteY24-8192" fmla="*/ 899 h 10000"/>
              <a:gd name="connsiteX25-8193" fmla="*/ 264 w 9736"/>
              <a:gd name="connsiteY25-8194" fmla="*/ 899 h 10000"/>
              <a:gd name="connsiteX26-8195" fmla="*/ 529 w 9736"/>
              <a:gd name="connsiteY26-8196" fmla="*/ 899 h 10000"/>
              <a:gd name="connsiteX27-8197" fmla="*/ 793 w 9736"/>
              <a:gd name="connsiteY27-8198" fmla="*/ 899 h 10000"/>
              <a:gd name="connsiteX28-8199" fmla="*/ 1111 w 9736"/>
              <a:gd name="connsiteY28-8200" fmla="*/ 899 h 10000"/>
              <a:gd name="connsiteX29-8201" fmla="*/ 1375 w 9736"/>
              <a:gd name="connsiteY29-8202" fmla="*/ 899 h 10000"/>
              <a:gd name="connsiteX30-8203" fmla="*/ 1905 w 9736"/>
              <a:gd name="connsiteY30-8204" fmla="*/ 899 h 10000"/>
              <a:gd name="connsiteX31-8205" fmla="*/ 2487 w 9736"/>
              <a:gd name="connsiteY31-8206" fmla="*/ 899 h 10000"/>
              <a:gd name="connsiteX32-8207" fmla="*/ 3598 w 9736"/>
              <a:gd name="connsiteY32-8208" fmla="*/ 1438 h 10000"/>
              <a:gd name="connsiteX33-8209" fmla="*/ 4445 w 9736"/>
              <a:gd name="connsiteY33-8210" fmla="*/ 1438 h 10000"/>
              <a:gd name="connsiteX34-8211" fmla="*/ 5291 w 9736"/>
              <a:gd name="connsiteY34-8212" fmla="*/ 1438 h 10000"/>
              <a:gd name="connsiteX35-8213" fmla="*/ 5820 w 9736"/>
              <a:gd name="connsiteY35-8214" fmla="*/ 1438 h 10000"/>
              <a:gd name="connsiteX36-8215" fmla="*/ 6402 w 9736"/>
              <a:gd name="connsiteY36-8216" fmla="*/ 1438 h 10000"/>
              <a:gd name="connsiteX37-8217" fmla="*/ 6667 w 9736"/>
              <a:gd name="connsiteY37-8218" fmla="*/ 899 h 10000"/>
              <a:gd name="connsiteX38-8219" fmla="*/ 6931 w 9736"/>
              <a:gd name="connsiteY38-8220" fmla="*/ 0 h 10000"/>
              <a:gd name="connsiteX0-8221" fmla="*/ 9457 w 9457"/>
              <a:gd name="connsiteY0-8222" fmla="*/ 7569 h 10000"/>
              <a:gd name="connsiteX1-8223" fmla="*/ 8859 w 9457"/>
              <a:gd name="connsiteY1-8224" fmla="*/ 8569 h 10000"/>
              <a:gd name="connsiteX2-8225" fmla="*/ 7989 w 9457"/>
              <a:gd name="connsiteY2-8226" fmla="*/ 9456 h 10000"/>
              <a:gd name="connsiteX3-8227" fmla="*/ 7717 w 9457"/>
              <a:gd name="connsiteY3-8228" fmla="*/ 10000 h 10000"/>
              <a:gd name="connsiteX4-8229" fmla="*/ 7119 w 9457"/>
              <a:gd name="connsiteY4-8230" fmla="*/ 10000 h 10000"/>
              <a:gd name="connsiteX5-8231" fmla="*/ 6848 w 9457"/>
              <a:gd name="connsiteY5-8232" fmla="*/ 10000 h 10000"/>
              <a:gd name="connsiteX6-8233" fmla="*/ 6576 w 9457"/>
              <a:gd name="connsiteY6-8234" fmla="*/ 9456 h 10000"/>
              <a:gd name="connsiteX7-8235" fmla="*/ 5978 w 9457"/>
              <a:gd name="connsiteY7-8236" fmla="*/ 9008 h 10000"/>
              <a:gd name="connsiteX8-8237" fmla="*/ 5707 w 9457"/>
              <a:gd name="connsiteY8-8238" fmla="*/ 8108 h 10000"/>
              <a:gd name="connsiteX9-8239" fmla="*/ 5109 w 9457"/>
              <a:gd name="connsiteY9-8240" fmla="*/ 6666 h 10000"/>
              <a:gd name="connsiteX10-8241" fmla="*/ 4293 w 9457"/>
              <a:gd name="connsiteY10-8242" fmla="*/ 5678 h 10000"/>
              <a:gd name="connsiteX11-8243" fmla="*/ 3968 w 9457"/>
              <a:gd name="connsiteY11-8244" fmla="*/ 5220 h 10000"/>
              <a:gd name="connsiteX12-8245" fmla="*/ 3424 w 9457"/>
              <a:gd name="connsiteY12-8246" fmla="*/ 4772 h 10000"/>
              <a:gd name="connsiteX13-8247" fmla="*/ 2827 w 9457"/>
              <a:gd name="connsiteY13-8248" fmla="*/ 4239 h 10000"/>
              <a:gd name="connsiteX14-8249" fmla="*/ 2282 w 9457"/>
              <a:gd name="connsiteY14-8250" fmla="*/ 3339 h 10000"/>
              <a:gd name="connsiteX15-8251" fmla="*/ 1685 w 9457"/>
              <a:gd name="connsiteY15-8252" fmla="*/ 2797 h 10000"/>
              <a:gd name="connsiteX16-8253" fmla="*/ 1412 w 9457"/>
              <a:gd name="connsiteY16-8254" fmla="*/ 2349 h 10000"/>
              <a:gd name="connsiteX17-8255" fmla="*/ 815 w 9457"/>
              <a:gd name="connsiteY17-8256" fmla="*/ 2349 h 10000"/>
              <a:gd name="connsiteX18-8257" fmla="*/ 543 w 9457"/>
              <a:gd name="connsiteY18-8258" fmla="*/ 1891 h 10000"/>
              <a:gd name="connsiteX19-8259" fmla="*/ 271 w 9457"/>
              <a:gd name="connsiteY19-8260" fmla="*/ 1438 h 10000"/>
              <a:gd name="connsiteX20-8261" fmla="*/ 271 w 9457"/>
              <a:gd name="connsiteY20-8262" fmla="*/ 1438 h 10000"/>
              <a:gd name="connsiteX21-8263" fmla="*/ 0 w 9457"/>
              <a:gd name="connsiteY21-8264" fmla="*/ 899 h 10000"/>
              <a:gd name="connsiteX22-8265" fmla="*/ 0 w 9457"/>
              <a:gd name="connsiteY22-8266" fmla="*/ 899 h 10000"/>
              <a:gd name="connsiteX23-8267" fmla="*/ 271 w 9457"/>
              <a:gd name="connsiteY23-8268" fmla="*/ 899 h 10000"/>
              <a:gd name="connsiteX24-8269" fmla="*/ 271 w 9457"/>
              <a:gd name="connsiteY24-8270" fmla="*/ 899 h 10000"/>
              <a:gd name="connsiteX25-8271" fmla="*/ 543 w 9457"/>
              <a:gd name="connsiteY25-8272" fmla="*/ 899 h 10000"/>
              <a:gd name="connsiteX26-8273" fmla="*/ 815 w 9457"/>
              <a:gd name="connsiteY26-8274" fmla="*/ 899 h 10000"/>
              <a:gd name="connsiteX27-8275" fmla="*/ 1141 w 9457"/>
              <a:gd name="connsiteY27-8276" fmla="*/ 899 h 10000"/>
              <a:gd name="connsiteX28-8277" fmla="*/ 1412 w 9457"/>
              <a:gd name="connsiteY28-8278" fmla="*/ 899 h 10000"/>
              <a:gd name="connsiteX29-8279" fmla="*/ 1957 w 9457"/>
              <a:gd name="connsiteY29-8280" fmla="*/ 899 h 10000"/>
              <a:gd name="connsiteX30-8281" fmla="*/ 2554 w 9457"/>
              <a:gd name="connsiteY30-8282" fmla="*/ 899 h 10000"/>
              <a:gd name="connsiteX31-8283" fmla="*/ 3696 w 9457"/>
              <a:gd name="connsiteY31-8284" fmla="*/ 1438 h 10000"/>
              <a:gd name="connsiteX32-8285" fmla="*/ 4566 w 9457"/>
              <a:gd name="connsiteY32-8286" fmla="*/ 1438 h 10000"/>
              <a:gd name="connsiteX33-8287" fmla="*/ 5434 w 9457"/>
              <a:gd name="connsiteY33-8288" fmla="*/ 1438 h 10000"/>
              <a:gd name="connsiteX34-8289" fmla="*/ 5978 w 9457"/>
              <a:gd name="connsiteY34-8290" fmla="*/ 1438 h 10000"/>
              <a:gd name="connsiteX35-8291" fmla="*/ 6576 w 9457"/>
              <a:gd name="connsiteY35-8292" fmla="*/ 1438 h 10000"/>
              <a:gd name="connsiteX36-8293" fmla="*/ 6848 w 9457"/>
              <a:gd name="connsiteY36-8294" fmla="*/ 899 h 10000"/>
              <a:gd name="connsiteX37-8295" fmla="*/ 7119 w 9457"/>
              <a:gd name="connsiteY37-8296" fmla="*/ 0 h 10000"/>
              <a:gd name="connsiteX0-8297" fmla="*/ 9368 w 9368"/>
              <a:gd name="connsiteY0-8298" fmla="*/ 8569 h 10000"/>
              <a:gd name="connsiteX1-8299" fmla="*/ 8448 w 9368"/>
              <a:gd name="connsiteY1-8300" fmla="*/ 9456 h 10000"/>
              <a:gd name="connsiteX2-8301" fmla="*/ 8160 w 9368"/>
              <a:gd name="connsiteY2-8302" fmla="*/ 10000 h 10000"/>
              <a:gd name="connsiteX3-8303" fmla="*/ 7528 w 9368"/>
              <a:gd name="connsiteY3-8304" fmla="*/ 10000 h 10000"/>
              <a:gd name="connsiteX4-8305" fmla="*/ 7241 w 9368"/>
              <a:gd name="connsiteY4-8306" fmla="*/ 10000 h 10000"/>
              <a:gd name="connsiteX5-8307" fmla="*/ 6954 w 9368"/>
              <a:gd name="connsiteY5-8308" fmla="*/ 9456 h 10000"/>
              <a:gd name="connsiteX6-8309" fmla="*/ 6321 w 9368"/>
              <a:gd name="connsiteY6-8310" fmla="*/ 9008 h 10000"/>
              <a:gd name="connsiteX7-8311" fmla="*/ 6035 w 9368"/>
              <a:gd name="connsiteY7-8312" fmla="*/ 8108 h 10000"/>
              <a:gd name="connsiteX8-8313" fmla="*/ 5402 w 9368"/>
              <a:gd name="connsiteY8-8314" fmla="*/ 6666 h 10000"/>
              <a:gd name="connsiteX9-8315" fmla="*/ 4539 w 9368"/>
              <a:gd name="connsiteY9-8316" fmla="*/ 5678 h 10000"/>
              <a:gd name="connsiteX10-8317" fmla="*/ 4196 w 9368"/>
              <a:gd name="connsiteY10-8318" fmla="*/ 5220 h 10000"/>
              <a:gd name="connsiteX11-8319" fmla="*/ 3621 w 9368"/>
              <a:gd name="connsiteY11-8320" fmla="*/ 4772 h 10000"/>
              <a:gd name="connsiteX12-8321" fmla="*/ 2989 w 9368"/>
              <a:gd name="connsiteY12-8322" fmla="*/ 4239 h 10000"/>
              <a:gd name="connsiteX13-8323" fmla="*/ 2413 w 9368"/>
              <a:gd name="connsiteY13-8324" fmla="*/ 3339 h 10000"/>
              <a:gd name="connsiteX14-8325" fmla="*/ 1782 w 9368"/>
              <a:gd name="connsiteY14-8326" fmla="*/ 2797 h 10000"/>
              <a:gd name="connsiteX15-8327" fmla="*/ 1493 w 9368"/>
              <a:gd name="connsiteY15-8328" fmla="*/ 2349 h 10000"/>
              <a:gd name="connsiteX16-8329" fmla="*/ 862 w 9368"/>
              <a:gd name="connsiteY16-8330" fmla="*/ 2349 h 10000"/>
              <a:gd name="connsiteX17-8331" fmla="*/ 574 w 9368"/>
              <a:gd name="connsiteY17-8332" fmla="*/ 1891 h 10000"/>
              <a:gd name="connsiteX18-8333" fmla="*/ 287 w 9368"/>
              <a:gd name="connsiteY18-8334" fmla="*/ 1438 h 10000"/>
              <a:gd name="connsiteX19-8335" fmla="*/ 287 w 9368"/>
              <a:gd name="connsiteY19-8336" fmla="*/ 1438 h 10000"/>
              <a:gd name="connsiteX20-8337" fmla="*/ 0 w 9368"/>
              <a:gd name="connsiteY20-8338" fmla="*/ 899 h 10000"/>
              <a:gd name="connsiteX21-8339" fmla="*/ 0 w 9368"/>
              <a:gd name="connsiteY21-8340" fmla="*/ 899 h 10000"/>
              <a:gd name="connsiteX22-8341" fmla="*/ 287 w 9368"/>
              <a:gd name="connsiteY22-8342" fmla="*/ 899 h 10000"/>
              <a:gd name="connsiteX23-8343" fmla="*/ 287 w 9368"/>
              <a:gd name="connsiteY23-8344" fmla="*/ 899 h 10000"/>
              <a:gd name="connsiteX24-8345" fmla="*/ 574 w 9368"/>
              <a:gd name="connsiteY24-8346" fmla="*/ 899 h 10000"/>
              <a:gd name="connsiteX25-8347" fmla="*/ 862 w 9368"/>
              <a:gd name="connsiteY25-8348" fmla="*/ 899 h 10000"/>
              <a:gd name="connsiteX26-8349" fmla="*/ 1207 w 9368"/>
              <a:gd name="connsiteY26-8350" fmla="*/ 899 h 10000"/>
              <a:gd name="connsiteX27-8351" fmla="*/ 1493 w 9368"/>
              <a:gd name="connsiteY27-8352" fmla="*/ 899 h 10000"/>
              <a:gd name="connsiteX28-8353" fmla="*/ 2069 w 9368"/>
              <a:gd name="connsiteY28-8354" fmla="*/ 899 h 10000"/>
              <a:gd name="connsiteX29-8355" fmla="*/ 2701 w 9368"/>
              <a:gd name="connsiteY29-8356" fmla="*/ 899 h 10000"/>
              <a:gd name="connsiteX30-8357" fmla="*/ 3908 w 9368"/>
              <a:gd name="connsiteY30-8358" fmla="*/ 1438 h 10000"/>
              <a:gd name="connsiteX31-8359" fmla="*/ 4828 w 9368"/>
              <a:gd name="connsiteY31-8360" fmla="*/ 1438 h 10000"/>
              <a:gd name="connsiteX32-8361" fmla="*/ 5746 w 9368"/>
              <a:gd name="connsiteY32-8362" fmla="*/ 1438 h 10000"/>
              <a:gd name="connsiteX33-8363" fmla="*/ 6321 w 9368"/>
              <a:gd name="connsiteY33-8364" fmla="*/ 1438 h 10000"/>
              <a:gd name="connsiteX34-8365" fmla="*/ 6954 w 9368"/>
              <a:gd name="connsiteY34-8366" fmla="*/ 1438 h 10000"/>
              <a:gd name="connsiteX35-8367" fmla="*/ 7241 w 9368"/>
              <a:gd name="connsiteY35-8368" fmla="*/ 899 h 10000"/>
              <a:gd name="connsiteX36-8369" fmla="*/ 7528 w 9368"/>
              <a:gd name="connsiteY36-8370" fmla="*/ 0 h 10000"/>
              <a:gd name="connsiteX0-8371" fmla="*/ 9018 w 9018"/>
              <a:gd name="connsiteY0-8372" fmla="*/ 9456 h 10000"/>
              <a:gd name="connsiteX1-8373" fmla="*/ 8711 w 9018"/>
              <a:gd name="connsiteY1-8374" fmla="*/ 10000 h 10000"/>
              <a:gd name="connsiteX2-8375" fmla="*/ 8036 w 9018"/>
              <a:gd name="connsiteY2-8376" fmla="*/ 10000 h 10000"/>
              <a:gd name="connsiteX3-8377" fmla="*/ 7730 w 9018"/>
              <a:gd name="connsiteY3-8378" fmla="*/ 10000 h 10000"/>
              <a:gd name="connsiteX4-8379" fmla="*/ 7423 w 9018"/>
              <a:gd name="connsiteY4-8380" fmla="*/ 9456 h 10000"/>
              <a:gd name="connsiteX5-8381" fmla="*/ 6747 w 9018"/>
              <a:gd name="connsiteY5-8382" fmla="*/ 9008 h 10000"/>
              <a:gd name="connsiteX6-8383" fmla="*/ 6442 w 9018"/>
              <a:gd name="connsiteY6-8384" fmla="*/ 8108 h 10000"/>
              <a:gd name="connsiteX7-8385" fmla="*/ 5766 w 9018"/>
              <a:gd name="connsiteY7-8386" fmla="*/ 6666 h 10000"/>
              <a:gd name="connsiteX8-8387" fmla="*/ 4845 w 9018"/>
              <a:gd name="connsiteY8-8388" fmla="*/ 5678 h 10000"/>
              <a:gd name="connsiteX9-8389" fmla="*/ 4479 w 9018"/>
              <a:gd name="connsiteY9-8390" fmla="*/ 5220 h 10000"/>
              <a:gd name="connsiteX10-8391" fmla="*/ 3865 w 9018"/>
              <a:gd name="connsiteY10-8392" fmla="*/ 4772 h 10000"/>
              <a:gd name="connsiteX11-8393" fmla="*/ 3191 w 9018"/>
              <a:gd name="connsiteY11-8394" fmla="*/ 4239 h 10000"/>
              <a:gd name="connsiteX12-8395" fmla="*/ 2576 w 9018"/>
              <a:gd name="connsiteY12-8396" fmla="*/ 3339 h 10000"/>
              <a:gd name="connsiteX13-8397" fmla="*/ 1902 w 9018"/>
              <a:gd name="connsiteY13-8398" fmla="*/ 2797 h 10000"/>
              <a:gd name="connsiteX14-8399" fmla="*/ 1594 w 9018"/>
              <a:gd name="connsiteY14-8400" fmla="*/ 2349 h 10000"/>
              <a:gd name="connsiteX15-8401" fmla="*/ 920 w 9018"/>
              <a:gd name="connsiteY15-8402" fmla="*/ 2349 h 10000"/>
              <a:gd name="connsiteX16-8403" fmla="*/ 613 w 9018"/>
              <a:gd name="connsiteY16-8404" fmla="*/ 1891 h 10000"/>
              <a:gd name="connsiteX17-8405" fmla="*/ 306 w 9018"/>
              <a:gd name="connsiteY17-8406" fmla="*/ 1438 h 10000"/>
              <a:gd name="connsiteX18-8407" fmla="*/ 306 w 9018"/>
              <a:gd name="connsiteY18-8408" fmla="*/ 1438 h 10000"/>
              <a:gd name="connsiteX19-8409" fmla="*/ 0 w 9018"/>
              <a:gd name="connsiteY19-8410" fmla="*/ 899 h 10000"/>
              <a:gd name="connsiteX20-8411" fmla="*/ 0 w 9018"/>
              <a:gd name="connsiteY20-8412" fmla="*/ 899 h 10000"/>
              <a:gd name="connsiteX21-8413" fmla="*/ 306 w 9018"/>
              <a:gd name="connsiteY21-8414" fmla="*/ 899 h 10000"/>
              <a:gd name="connsiteX22-8415" fmla="*/ 306 w 9018"/>
              <a:gd name="connsiteY22-8416" fmla="*/ 899 h 10000"/>
              <a:gd name="connsiteX23-8417" fmla="*/ 613 w 9018"/>
              <a:gd name="connsiteY23-8418" fmla="*/ 899 h 10000"/>
              <a:gd name="connsiteX24-8419" fmla="*/ 920 w 9018"/>
              <a:gd name="connsiteY24-8420" fmla="*/ 899 h 10000"/>
              <a:gd name="connsiteX25-8421" fmla="*/ 1288 w 9018"/>
              <a:gd name="connsiteY25-8422" fmla="*/ 899 h 10000"/>
              <a:gd name="connsiteX26-8423" fmla="*/ 1594 w 9018"/>
              <a:gd name="connsiteY26-8424" fmla="*/ 899 h 10000"/>
              <a:gd name="connsiteX27-8425" fmla="*/ 2209 w 9018"/>
              <a:gd name="connsiteY27-8426" fmla="*/ 899 h 10000"/>
              <a:gd name="connsiteX28-8427" fmla="*/ 2883 w 9018"/>
              <a:gd name="connsiteY28-8428" fmla="*/ 899 h 10000"/>
              <a:gd name="connsiteX29-8429" fmla="*/ 4172 w 9018"/>
              <a:gd name="connsiteY29-8430" fmla="*/ 1438 h 10000"/>
              <a:gd name="connsiteX30-8431" fmla="*/ 5154 w 9018"/>
              <a:gd name="connsiteY30-8432" fmla="*/ 1438 h 10000"/>
              <a:gd name="connsiteX31-8433" fmla="*/ 6134 w 9018"/>
              <a:gd name="connsiteY31-8434" fmla="*/ 1438 h 10000"/>
              <a:gd name="connsiteX32-8435" fmla="*/ 6747 w 9018"/>
              <a:gd name="connsiteY32-8436" fmla="*/ 1438 h 10000"/>
              <a:gd name="connsiteX33-8437" fmla="*/ 7423 w 9018"/>
              <a:gd name="connsiteY33-8438" fmla="*/ 1438 h 10000"/>
              <a:gd name="connsiteX34-8439" fmla="*/ 7730 w 9018"/>
              <a:gd name="connsiteY34-8440" fmla="*/ 899 h 10000"/>
              <a:gd name="connsiteX35-8441" fmla="*/ 8036 w 9018"/>
              <a:gd name="connsiteY35-8442" fmla="*/ 0 h 10000"/>
              <a:gd name="connsiteX0-8443" fmla="*/ 9660 w 9660"/>
              <a:gd name="connsiteY0-8444" fmla="*/ 10000 h 10000"/>
              <a:gd name="connsiteX1-8445" fmla="*/ 8911 w 9660"/>
              <a:gd name="connsiteY1-8446" fmla="*/ 10000 h 10000"/>
              <a:gd name="connsiteX2-8447" fmla="*/ 8572 w 9660"/>
              <a:gd name="connsiteY2-8448" fmla="*/ 10000 h 10000"/>
              <a:gd name="connsiteX3-8449" fmla="*/ 8231 w 9660"/>
              <a:gd name="connsiteY3-8450" fmla="*/ 9456 h 10000"/>
              <a:gd name="connsiteX4-8451" fmla="*/ 7482 w 9660"/>
              <a:gd name="connsiteY4-8452" fmla="*/ 9008 h 10000"/>
              <a:gd name="connsiteX5-8453" fmla="*/ 7143 w 9660"/>
              <a:gd name="connsiteY5-8454" fmla="*/ 8108 h 10000"/>
              <a:gd name="connsiteX6-8455" fmla="*/ 6394 w 9660"/>
              <a:gd name="connsiteY6-8456" fmla="*/ 6666 h 10000"/>
              <a:gd name="connsiteX7-8457" fmla="*/ 5373 w 9660"/>
              <a:gd name="connsiteY7-8458" fmla="*/ 5678 h 10000"/>
              <a:gd name="connsiteX8-8459" fmla="*/ 4967 w 9660"/>
              <a:gd name="connsiteY8-8460" fmla="*/ 5220 h 10000"/>
              <a:gd name="connsiteX9-8461" fmla="*/ 4286 w 9660"/>
              <a:gd name="connsiteY9-8462" fmla="*/ 4772 h 10000"/>
              <a:gd name="connsiteX10-8463" fmla="*/ 3538 w 9660"/>
              <a:gd name="connsiteY10-8464" fmla="*/ 4239 h 10000"/>
              <a:gd name="connsiteX11-8465" fmla="*/ 2857 w 9660"/>
              <a:gd name="connsiteY11-8466" fmla="*/ 3339 h 10000"/>
              <a:gd name="connsiteX12-8467" fmla="*/ 2109 w 9660"/>
              <a:gd name="connsiteY12-8468" fmla="*/ 2797 h 10000"/>
              <a:gd name="connsiteX13-8469" fmla="*/ 1768 w 9660"/>
              <a:gd name="connsiteY13-8470" fmla="*/ 2349 h 10000"/>
              <a:gd name="connsiteX14-8471" fmla="*/ 1020 w 9660"/>
              <a:gd name="connsiteY14-8472" fmla="*/ 2349 h 10000"/>
              <a:gd name="connsiteX15-8473" fmla="*/ 680 w 9660"/>
              <a:gd name="connsiteY15-8474" fmla="*/ 1891 h 10000"/>
              <a:gd name="connsiteX16-8475" fmla="*/ 339 w 9660"/>
              <a:gd name="connsiteY16-8476" fmla="*/ 1438 h 10000"/>
              <a:gd name="connsiteX17-8477" fmla="*/ 339 w 9660"/>
              <a:gd name="connsiteY17-8478" fmla="*/ 1438 h 10000"/>
              <a:gd name="connsiteX18-8479" fmla="*/ 0 w 9660"/>
              <a:gd name="connsiteY18-8480" fmla="*/ 899 h 10000"/>
              <a:gd name="connsiteX19-8481" fmla="*/ 0 w 9660"/>
              <a:gd name="connsiteY19-8482" fmla="*/ 899 h 10000"/>
              <a:gd name="connsiteX20-8483" fmla="*/ 339 w 9660"/>
              <a:gd name="connsiteY20-8484" fmla="*/ 899 h 10000"/>
              <a:gd name="connsiteX21-8485" fmla="*/ 339 w 9660"/>
              <a:gd name="connsiteY21-8486" fmla="*/ 899 h 10000"/>
              <a:gd name="connsiteX22-8487" fmla="*/ 680 w 9660"/>
              <a:gd name="connsiteY22-8488" fmla="*/ 899 h 10000"/>
              <a:gd name="connsiteX23-8489" fmla="*/ 1020 w 9660"/>
              <a:gd name="connsiteY23-8490" fmla="*/ 899 h 10000"/>
              <a:gd name="connsiteX24-8491" fmla="*/ 1428 w 9660"/>
              <a:gd name="connsiteY24-8492" fmla="*/ 899 h 10000"/>
              <a:gd name="connsiteX25-8493" fmla="*/ 1768 w 9660"/>
              <a:gd name="connsiteY25-8494" fmla="*/ 899 h 10000"/>
              <a:gd name="connsiteX26-8495" fmla="*/ 2450 w 9660"/>
              <a:gd name="connsiteY26-8496" fmla="*/ 899 h 10000"/>
              <a:gd name="connsiteX27-8497" fmla="*/ 3197 w 9660"/>
              <a:gd name="connsiteY27-8498" fmla="*/ 899 h 10000"/>
              <a:gd name="connsiteX28-8499" fmla="*/ 4626 w 9660"/>
              <a:gd name="connsiteY28-8500" fmla="*/ 1438 h 10000"/>
              <a:gd name="connsiteX29-8501" fmla="*/ 5715 w 9660"/>
              <a:gd name="connsiteY29-8502" fmla="*/ 1438 h 10000"/>
              <a:gd name="connsiteX30-8503" fmla="*/ 6802 w 9660"/>
              <a:gd name="connsiteY30-8504" fmla="*/ 1438 h 10000"/>
              <a:gd name="connsiteX31-8505" fmla="*/ 7482 w 9660"/>
              <a:gd name="connsiteY31-8506" fmla="*/ 1438 h 10000"/>
              <a:gd name="connsiteX32-8507" fmla="*/ 8231 w 9660"/>
              <a:gd name="connsiteY32-8508" fmla="*/ 1438 h 10000"/>
              <a:gd name="connsiteX33-8509" fmla="*/ 8572 w 9660"/>
              <a:gd name="connsiteY33-8510" fmla="*/ 899 h 10000"/>
              <a:gd name="connsiteX34-8511" fmla="*/ 8911 w 9660"/>
              <a:gd name="connsiteY34-8512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</a:cxnLst>
            <a:rect l="l" t="t" r="r" b="b"/>
            <a:pathLst>
              <a:path w="9660" h="10000">
                <a:moveTo>
                  <a:pt x="9660" y="10000"/>
                </a:moveTo>
                <a:lnTo>
                  <a:pt x="8911" y="10000"/>
                </a:lnTo>
                <a:lnTo>
                  <a:pt x="8572" y="10000"/>
                </a:lnTo>
                <a:cubicBezTo>
                  <a:pt x="8458" y="9819"/>
                  <a:pt x="8346" y="9637"/>
                  <a:pt x="8231" y="9456"/>
                </a:cubicBezTo>
                <a:lnTo>
                  <a:pt x="7482" y="9008"/>
                </a:lnTo>
                <a:cubicBezTo>
                  <a:pt x="7370" y="8708"/>
                  <a:pt x="7257" y="8408"/>
                  <a:pt x="7143" y="8108"/>
                </a:cubicBezTo>
                <a:lnTo>
                  <a:pt x="6394" y="6666"/>
                </a:lnTo>
                <a:lnTo>
                  <a:pt x="5373" y="5678"/>
                </a:lnTo>
                <a:lnTo>
                  <a:pt x="4967" y="5220"/>
                </a:lnTo>
                <a:lnTo>
                  <a:pt x="4286" y="4772"/>
                </a:lnTo>
                <a:lnTo>
                  <a:pt x="3538" y="4239"/>
                </a:lnTo>
                <a:lnTo>
                  <a:pt x="2857" y="3339"/>
                </a:lnTo>
                <a:lnTo>
                  <a:pt x="2109" y="2797"/>
                </a:lnTo>
                <a:lnTo>
                  <a:pt x="1768" y="2349"/>
                </a:lnTo>
                <a:lnTo>
                  <a:pt x="1020" y="2349"/>
                </a:lnTo>
                <a:lnTo>
                  <a:pt x="680" y="1891"/>
                </a:lnTo>
                <a:lnTo>
                  <a:pt x="339" y="1438"/>
                </a:lnTo>
                <a:lnTo>
                  <a:pt x="339" y="1438"/>
                </a:lnTo>
                <a:lnTo>
                  <a:pt x="0" y="899"/>
                </a:lnTo>
                <a:lnTo>
                  <a:pt x="0" y="899"/>
                </a:lnTo>
                <a:lnTo>
                  <a:pt x="339" y="899"/>
                </a:lnTo>
                <a:lnTo>
                  <a:pt x="339" y="899"/>
                </a:lnTo>
                <a:lnTo>
                  <a:pt x="680" y="899"/>
                </a:lnTo>
                <a:lnTo>
                  <a:pt x="1020" y="899"/>
                </a:lnTo>
                <a:lnTo>
                  <a:pt x="1428" y="899"/>
                </a:lnTo>
                <a:lnTo>
                  <a:pt x="1768" y="899"/>
                </a:lnTo>
                <a:lnTo>
                  <a:pt x="2450" y="899"/>
                </a:lnTo>
                <a:lnTo>
                  <a:pt x="3197" y="899"/>
                </a:lnTo>
                <a:lnTo>
                  <a:pt x="4626" y="1438"/>
                </a:lnTo>
                <a:lnTo>
                  <a:pt x="5715" y="1438"/>
                </a:lnTo>
                <a:lnTo>
                  <a:pt x="6802" y="1438"/>
                </a:lnTo>
                <a:lnTo>
                  <a:pt x="7482" y="1438"/>
                </a:lnTo>
                <a:lnTo>
                  <a:pt x="8231" y="1438"/>
                </a:lnTo>
                <a:lnTo>
                  <a:pt x="8572" y="899"/>
                </a:lnTo>
                <a:cubicBezTo>
                  <a:pt x="8684" y="599"/>
                  <a:pt x="8800" y="300"/>
                  <a:pt x="891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Freeform 29"/>
          <p:cNvSpPr/>
          <p:nvPr/>
        </p:nvSpPr>
        <p:spPr bwMode="auto">
          <a:xfrm>
            <a:off x="5638800" y="3997325"/>
            <a:ext cx="141288" cy="160338"/>
          </a:xfrm>
          <a:custGeom>
            <a:avLst/>
            <a:gdLst>
              <a:gd name="connsiteX0" fmla="*/ 7576 w 10000"/>
              <a:gd name="connsiteY0" fmla="*/ 9675 h 10000"/>
              <a:gd name="connsiteX1" fmla="*/ 7197 w 10000"/>
              <a:gd name="connsiteY1" fmla="*/ 9878 h 10000"/>
              <a:gd name="connsiteX2" fmla="*/ 6742 w 10000"/>
              <a:gd name="connsiteY2" fmla="*/ 10000 h 10000"/>
              <a:gd name="connsiteX3" fmla="*/ 6364 w 10000"/>
              <a:gd name="connsiteY3" fmla="*/ 10000 h 10000"/>
              <a:gd name="connsiteX4" fmla="*/ 5606 w 10000"/>
              <a:gd name="connsiteY4" fmla="*/ 10000 h 10000"/>
              <a:gd name="connsiteX5" fmla="*/ 5606 w 10000"/>
              <a:gd name="connsiteY5" fmla="*/ 10000 h 10000"/>
              <a:gd name="connsiteX6" fmla="*/ 5152 w 10000"/>
              <a:gd name="connsiteY6" fmla="*/ 9878 h 10000"/>
              <a:gd name="connsiteX7" fmla="*/ 4773 w 10000"/>
              <a:gd name="connsiteY7" fmla="*/ 9777 h 10000"/>
              <a:gd name="connsiteX8" fmla="*/ 4773 w 10000"/>
              <a:gd name="connsiteY8" fmla="*/ 9554 h 10000"/>
              <a:gd name="connsiteX9" fmla="*/ 4394 w 10000"/>
              <a:gd name="connsiteY9" fmla="*/ 9351 h 10000"/>
              <a:gd name="connsiteX10" fmla="*/ 3939 w 10000"/>
              <a:gd name="connsiteY10" fmla="*/ 9128 h 10000"/>
              <a:gd name="connsiteX11" fmla="*/ 3182 w 10000"/>
              <a:gd name="connsiteY11" fmla="*/ 8803 h 10000"/>
              <a:gd name="connsiteX12" fmla="*/ 2348 w 10000"/>
              <a:gd name="connsiteY12" fmla="*/ 8600 h 10000"/>
              <a:gd name="connsiteX13" fmla="*/ 1591 w 10000"/>
              <a:gd name="connsiteY13" fmla="*/ 8499 h 10000"/>
              <a:gd name="connsiteX14" fmla="*/ 1136 w 10000"/>
              <a:gd name="connsiteY14" fmla="*/ 8377 h 10000"/>
              <a:gd name="connsiteX15" fmla="*/ 758 w 10000"/>
              <a:gd name="connsiteY15" fmla="*/ 8276 h 10000"/>
              <a:gd name="connsiteX16" fmla="*/ 379 w 10000"/>
              <a:gd name="connsiteY16" fmla="*/ 8276 h 10000"/>
              <a:gd name="connsiteX17" fmla="*/ 0 w 10000"/>
              <a:gd name="connsiteY17" fmla="*/ 8174 h 10000"/>
              <a:gd name="connsiteX18" fmla="*/ 0 w 10000"/>
              <a:gd name="connsiteY18" fmla="*/ 8174 h 10000"/>
              <a:gd name="connsiteX19" fmla="*/ 0 w 10000"/>
              <a:gd name="connsiteY19" fmla="*/ 8174 h 10000"/>
              <a:gd name="connsiteX20" fmla="*/ 0 w 10000"/>
              <a:gd name="connsiteY20" fmla="*/ 8053 h 10000"/>
              <a:gd name="connsiteX21" fmla="*/ 0 w 10000"/>
              <a:gd name="connsiteY21" fmla="*/ 8053 h 10000"/>
              <a:gd name="connsiteX22" fmla="*/ 0 w 10000"/>
              <a:gd name="connsiteY22" fmla="*/ 8053 h 10000"/>
              <a:gd name="connsiteX23" fmla="*/ 379 w 10000"/>
              <a:gd name="connsiteY23" fmla="*/ 8053 h 10000"/>
              <a:gd name="connsiteX24" fmla="*/ 379 w 10000"/>
              <a:gd name="connsiteY24" fmla="*/ 8053 h 10000"/>
              <a:gd name="connsiteX25" fmla="*/ 758 w 10000"/>
              <a:gd name="connsiteY25" fmla="*/ 8053 h 10000"/>
              <a:gd name="connsiteX26" fmla="*/ 1136 w 10000"/>
              <a:gd name="connsiteY26" fmla="*/ 8053 h 10000"/>
              <a:gd name="connsiteX27" fmla="*/ 1970 w 10000"/>
              <a:gd name="connsiteY27" fmla="*/ 8174 h 10000"/>
              <a:gd name="connsiteX28" fmla="*/ 2348 w 10000"/>
              <a:gd name="connsiteY28" fmla="*/ 8174 h 10000"/>
              <a:gd name="connsiteX29" fmla="*/ 3561 w 10000"/>
              <a:gd name="connsiteY29" fmla="*/ 8174 h 10000"/>
              <a:gd name="connsiteX30" fmla="*/ 4773 w 10000"/>
              <a:gd name="connsiteY30" fmla="*/ 8174 h 10000"/>
              <a:gd name="connsiteX31" fmla="*/ 5606 w 10000"/>
              <a:gd name="connsiteY31" fmla="*/ 8174 h 10000"/>
              <a:gd name="connsiteX32" fmla="*/ 5985 w 10000"/>
              <a:gd name="connsiteY32" fmla="*/ 8174 h 10000"/>
              <a:gd name="connsiteX33" fmla="*/ 6364 w 10000"/>
              <a:gd name="connsiteY33" fmla="*/ 8174 h 10000"/>
              <a:gd name="connsiteX34" fmla="*/ 6364 w 10000"/>
              <a:gd name="connsiteY34" fmla="*/ 8053 h 10000"/>
              <a:gd name="connsiteX35" fmla="*/ 6364 w 10000"/>
              <a:gd name="connsiteY35" fmla="*/ 7951 h 10000"/>
              <a:gd name="connsiteX36" fmla="*/ 6364 w 10000"/>
              <a:gd name="connsiteY36" fmla="*/ 7850 h 10000"/>
              <a:gd name="connsiteX37" fmla="*/ 6742 w 10000"/>
              <a:gd name="connsiteY37" fmla="*/ 7627 h 10000"/>
              <a:gd name="connsiteX38" fmla="*/ 6742 w 10000"/>
              <a:gd name="connsiteY38" fmla="*/ 7424 h 10000"/>
              <a:gd name="connsiteX39" fmla="*/ 6742 w 10000"/>
              <a:gd name="connsiteY39" fmla="*/ 7201 h 10000"/>
              <a:gd name="connsiteX40" fmla="*/ 6742 w 10000"/>
              <a:gd name="connsiteY40" fmla="*/ 6978 h 10000"/>
              <a:gd name="connsiteX41" fmla="*/ 6742 w 10000"/>
              <a:gd name="connsiteY41" fmla="*/ 6450 h 10000"/>
              <a:gd name="connsiteX42" fmla="*/ 6742 w 10000"/>
              <a:gd name="connsiteY42" fmla="*/ 6024 h 10000"/>
              <a:gd name="connsiteX43" fmla="*/ 6742 w 10000"/>
              <a:gd name="connsiteY43" fmla="*/ 5598 h 10000"/>
              <a:gd name="connsiteX44" fmla="*/ 6742 w 10000"/>
              <a:gd name="connsiteY44" fmla="*/ 5274 h 10000"/>
              <a:gd name="connsiteX45" fmla="*/ 6742 w 10000"/>
              <a:gd name="connsiteY45" fmla="*/ 5051 h 10000"/>
              <a:gd name="connsiteX46" fmla="*/ 6742 w 10000"/>
              <a:gd name="connsiteY46" fmla="*/ 4848 h 10000"/>
              <a:gd name="connsiteX47" fmla="*/ 6742 w 10000"/>
              <a:gd name="connsiteY47" fmla="*/ 4625 h 10000"/>
              <a:gd name="connsiteX48" fmla="*/ 6742 w 10000"/>
              <a:gd name="connsiteY48" fmla="*/ 4402 h 10000"/>
              <a:gd name="connsiteX49" fmla="*/ 6742 w 10000"/>
              <a:gd name="connsiteY49" fmla="*/ 4077 h 10000"/>
              <a:gd name="connsiteX50" fmla="*/ 6742 w 10000"/>
              <a:gd name="connsiteY50" fmla="*/ 3773 h 10000"/>
              <a:gd name="connsiteX51" fmla="*/ 6742 w 10000"/>
              <a:gd name="connsiteY51" fmla="*/ 3448 h 10000"/>
              <a:gd name="connsiteX52" fmla="*/ 6742 w 10000"/>
              <a:gd name="connsiteY52" fmla="*/ 3022 h 10000"/>
              <a:gd name="connsiteX53" fmla="*/ 6364 w 10000"/>
              <a:gd name="connsiteY53" fmla="*/ 2373 h 10000"/>
              <a:gd name="connsiteX54" fmla="*/ 5985 w 10000"/>
              <a:gd name="connsiteY54" fmla="*/ 1501 h 10000"/>
              <a:gd name="connsiteX55" fmla="*/ 5606 w 10000"/>
              <a:gd name="connsiteY55" fmla="*/ 751 h 10000"/>
              <a:gd name="connsiteX56" fmla="*/ 5152 w 10000"/>
              <a:gd name="connsiteY56" fmla="*/ 0 h 10000"/>
              <a:gd name="connsiteX57" fmla="*/ 5985 w 10000"/>
              <a:gd name="connsiteY57" fmla="*/ 223 h 10000"/>
              <a:gd name="connsiteX58" fmla="*/ 7197 w 10000"/>
              <a:gd name="connsiteY58" fmla="*/ 426 h 10000"/>
              <a:gd name="connsiteX59" fmla="*/ 7955 w 10000"/>
              <a:gd name="connsiteY59" fmla="*/ 548 h 10000"/>
              <a:gd name="connsiteX60" fmla="*/ 8788 w 10000"/>
              <a:gd name="connsiteY60" fmla="*/ 649 h 10000"/>
              <a:gd name="connsiteX61" fmla="*/ 9167 w 10000"/>
              <a:gd name="connsiteY61" fmla="*/ 751 h 10000"/>
              <a:gd name="connsiteX62" fmla="*/ 9545 w 10000"/>
              <a:gd name="connsiteY62" fmla="*/ 872 h 10000"/>
              <a:gd name="connsiteX63" fmla="*/ 10000 w 10000"/>
              <a:gd name="connsiteY63" fmla="*/ 974 h 10000"/>
              <a:gd name="connsiteX64" fmla="*/ 10000 w 10000"/>
              <a:gd name="connsiteY64" fmla="*/ 974 h 10000"/>
              <a:gd name="connsiteX65" fmla="*/ 10000 w 10000"/>
              <a:gd name="connsiteY65" fmla="*/ 1075 h 10000"/>
              <a:gd name="connsiteX66" fmla="*/ 10000 w 10000"/>
              <a:gd name="connsiteY66" fmla="*/ 1400 h 10000"/>
              <a:gd name="connsiteX67" fmla="*/ 10000 w 10000"/>
              <a:gd name="connsiteY67" fmla="*/ 1501 h 10000"/>
              <a:gd name="connsiteX68" fmla="*/ 9545 w 10000"/>
              <a:gd name="connsiteY68" fmla="*/ 1501 h 10000"/>
              <a:gd name="connsiteX69" fmla="*/ 9545 w 10000"/>
              <a:gd name="connsiteY69" fmla="*/ 1623 h 10000"/>
              <a:gd name="connsiteX70" fmla="*/ 9545 w 10000"/>
              <a:gd name="connsiteY70" fmla="*/ 1724 h 10000"/>
              <a:gd name="connsiteX71" fmla="*/ 9545 w 10000"/>
              <a:gd name="connsiteY71" fmla="*/ 1826 h 10000"/>
              <a:gd name="connsiteX72" fmla="*/ 9545 w 10000"/>
              <a:gd name="connsiteY72" fmla="*/ 2049 h 10000"/>
              <a:gd name="connsiteX73" fmla="*/ 9545 w 10000"/>
              <a:gd name="connsiteY73" fmla="*/ 2150 h 10000"/>
              <a:gd name="connsiteX74" fmla="*/ 9545 w 10000"/>
              <a:gd name="connsiteY74" fmla="*/ 2373 h 10000"/>
              <a:gd name="connsiteX75" fmla="*/ 9545 w 10000"/>
              <a:gd name="connsiteY75" fmla="*/ 2576 h 10000"/>
              <a:gd name="connsiteX76" fmla="*/ 9545 w 10000"/>
              <a:gd name="connsiteY76" fmla="*/ 2799 h 10000"/>
              <a:gd name="connsiteX77" fmla="*/ 9545 w 10000"/>
              <a:gd name="connsiteY77" fmla="*/ 3022 h 10000"/>
              <a:gd name="connsiteX78" fmla="*/ 9545 w 10000"/>
              <a:gd name="connsiteY78" fmla="*/ 3327 h 10000"/>
              <a:gd name="connsiteX79" fmla="*/ 9545 w 10000"/>
              <a:gd name="connsiteY79" fmla="*/ 3550 h 10000"/>
              <a:gd name="connsiteX80" fmla="*/ 9545 w 10000"/>
              <a:gd name="connsiteY80" fmla="*/ 3874 h 10000"/>
              <a:gd name="connsiteX81" fmla="*/ 9545 w 10000"/>
              <a:gd name="connsiteY81" fmla="*/ 4199 h 10000"/>
              <a:gd name="connsiteX82" fmla="*/ 9545 w 10000"/>
              <a:gd name="connsiteY82" fmla="*/ 4523 h 10000"/>
              <a:gd name="connsiteX83" fmla="*/ 9545 w 10000"/>
              <a:gd name="connsiteY83" fmla="*/ 4949 h 10000"/>
              <a:gd name="connsiteX84" fmla="*/ 9545 w 10000"/>
              <a:gd name="connsiteY84" fmla="*/ 5700 h 10000"/>
              <a:gd name="connsiteX85" fmla="*/ 9545 w 10000"/>
              <a:gd name="connsiteY85" fmla="*/ 6349 h 10000"/>
              <a:gd name="connsiteX86" fmla="*/ 9545 w 10000"/>
              <a:gd name="connsiteY86" fmla="*/ 6876 h 10000"/>
              <a:gd name="connsiteX87" fmla="*/ 9545 w 10000"/>
              <a:gd name="connsiteY87" fmla="*/ 7424 h 10000"/>
              <a:gd name="connsiteX88" fmla="*/ 9545 w 10000"/>
              <a:gd name="connsiteY88" fmla="*/ 7850 h 10000"/>
              <a:gd name="connsiteX89" fmla="*/ 9545 w 10000"/>
              <a:gd name="connsiteY89" fmla="*/ 8174 h 10000"/>
              <a:gd name="connsiteX90" fmla="*/ 9545 w 10000"/>
              <a:gd name="connsiteY90" fmla="*/ 8499 h 10000"/>
              <a:gd name="connsiteX91" fmla="*/ 9545 w 10000"/>
              <a:gd name="connsiteY91" fmla="*/ 8600 h 10000"/>
              <a:gd name="connsiteX92" fmla="*/ 9545 w 10000"/>
              <a:gd name="connsiteY92" fmla="*/ 8702 h 10000"/>
              <a:gd name="connsiteX93" fmla="*/ 9167 w 10000"/>
              <a:gd name="connsiteY93" fmla="*/ 9026 h 10000"/>
              <a:gd name="connsiteX94" fmla="*/ 8788 w 10000"/>
              <a:gd name="connsiteY94" fmla="*/ 9249 h 10000"/>
              <a:gd name="connsiteX95" fmla="*/ 8333 w 10000"/>
              <a:gd name="connsiteY95" fmla="*/ 9554 h 10000"/>
              <a:gd name="connsiteX96" fmla="*/ 7576 w 10000"/>
              <a:gd name="connsiteY96" fmla="*/ 9675 h 10000"/>
              <a:gd name="connsiteX97" fmla="*/ 7576 w 10000"/>
              <a:gd name="connsiteY97" fmla="*/ 9675 h 10000"/>
              <a:gd name="connsiteX0-1" fmla="*/ 7576 w 10000"/>
              <a:gd name="connsiteY0-2" fmla="*/ 9675 h 10000"/>
              <a:gd name="connsiteX1-3" fmla="*/ 7197 w 10000"/>
              <a:gd name="connsiteY1-4" fmla="*/ 9878 h 10000"/>
              <a:gd name="connsiteX2-5" fmla="*/ 6742 w 10000"/>
              <a:gd name="connsiteY2-6" fmla="*/ 10000 h 10000"/>
              <a:gd name="connsiteX3-7" fmla="*/ 6364 w 10000"/>
              <a:gd name="connsiteY3-8" fmla="*/ 10000 h 10000"/>
              <a:gd name="connsiteX4-9" fmla="*/ 5606 w 10000"/>
              <a:gd name="connsiteY4-10" fmla="*/ 10000 h 10000"/>
              <a:gd name="connsiteX5-11" fmla="*/ 5606 w 10000"/>
              <a:gd name="connsiteY5-12" fmla="*/ 10000 h 10000"/>
              <a:gd name="connsiteX6-13" fmla="*/ 5152 w 10000"/>
              <a:gd name="connsiteY6-14" fmla="*/ 9878 h 10000"/>
              <a:gd name="connsiteX7-15" fmla="*/ 4773 w 10000"/>
              <a:gd name="connsiteY7-16" fmla="*/ 9777 h 10000"/>
              <a:gd name="connsiteX8-17" fmla="*/ 4773 w 10000"/>
              <a:gd name="connsiteY8-18" fmla="*/ 9554 h 10000"/>
              <a:gd name="connsiteX9-19" fmla="*/ 4394 w 10000"/>
              <a:gd name="connsiteY9-20" fmla="*/ 9351 h 10000"/>
              <a:gd name="connsiteX10-21" fmla="*/ 3939 w 10000"/>
              <a:gd name="connsiteY10-22" fmla="*/ 9128 h 10000"/>
              <a:gd name="connsiteX11-23" fmla="*/ 3182 w 10000"/>
              <a:gd name="connsiteY11-24" fmla="*/ 8803 h 10000"/>
              <a:gd name="connsiteX12-25" fmla="*/ 2348 w 10000"/>
              <a:gd name="connsiteY12-26" fmla="*/ 8600 h 10000"/>
              <a:gd name="connsiteX13-27" fmla="*/ 1591 w 10000"/>
              <a:gd name="connsiteY13-28" fmla="*/ 8499 h 10000"/>
              <a:gd name="connsiteX14-29" fmla="*/ 1136 w 10000"/>
              <a:gd name="connsiteY14-30" fmla="*/ 8377 h 10000"/>
              <a:gd name="connsiteX15-31" fmla="*/ 758 w 10000"/>
              <a:gd name="connsiteY15-32" fmla="*/ 8276 h 10000"/>
              <a:gd name="connsiteX16-33" fmla="*/ 379 w 10000"/>
              <a:gd name="connsiteY16-34" fmla="*/ 8276 h 10000"/>
              <a:gd name="connsiteX17-35" fmla="*/ 0 w 10000"/>
              <a:gd name="connsiteY17-36" fmla="*/ 8174 h 10000"/>
              <a:gd name="connsiteX18-37" fmla="*/ 0 w 10000"/>
              <a:gd name="connsiteY18-38" fmla="*/ 8174 h 10000"/>
              <a:gd name="connsiteX19-39" fmla="*/ 0 w 10000"/>
              <a:gd name="connsiteY19-40" fmla="*/ 8174 h 10000"/>
              <a:gd name="connsiteX20-41" fmla="*/ 0 w 10000"/>
              <a:gd name="connsiteY20-42" fmla="*/ 8053 h 10000"/>
              <a:gd name="connsiteX21-43" fmla="*/ 0 w 10000"/>
              <a:gd name="connsiteY21-44" fmla="*/ 8053 h 10000"/>
              <a:gd name="connsiteX22-45" fmla="*/ 0 w 10000"/>
              <a:gd name="connsiteY22-46" fmla="*/ 8053 h 10000"/>
              <a:gd name="connsiteX23-47" fmla="*/ 379 w 10000"/>
              <a:gd name="connsiteY23-48" fmla="*/ 8053 h 10000"/>
              <a:gd name="connsiteX24-49" fmla="*/ 379 w 10000"/>
              <a:gd name="connsiteY24-50" fmla="*/ 8053 h 10000"/>
              <a:gd name="connsiteX25-51" fmla="*/ 758 w 10000"/>
              <a:gd name="connsiteY25-52" fmla="*/ 8053 h 10000"/>
              <a:gd name="connsiteX26-53" fmla="*/ 1136 w 10000"/>
              <a:gd name="connsiteY26-54" fmla="*/ 8053 h 10000"/>
              <a:gd name="connsiteX27-55" fmla="*/ 1970 w 10000"/>
              <a:gd name="connsiteY27-56" fmla="*/ 8174 h 10000"/>
              <a:gd name="connsiteX28-57" fmla="*/ 2348 w 10000"/>
              <a:gd name="connsiteY28-58" fmla="*/ 8174 h 10000"/>
              <a:gd name="connsiteX29-59" fmla="*/ 3561 w 10000"/>
              <a:gd name="connsiteY29-60" fmla="*/ 8174 h 10000"/>
              <a:gd name="connsiteX30-61" fmla="*/ 4773 w 10000"/>
              <a:gd name="connsiteY30-62" fmla="*/ 8174 h 10000"/>
              <a:gd name="connsiteX31-63" fmla="*/ 5606 w 10000"/>
              <a:gd name="connsiteY31-64" fmla="*/ 8174 h 10000"/>
              <a:gd name="connsiteX32-65" fmla="*/ 5985 w 10000"/>
              <a:gd name="connsiteY32-66" fmla="*/ 8174 h 10000"/>
              <a:gd name="connsiteX33-67" fmla="*/ 6364 w 10000"/>
              <a:gd name="connsiteY33-68" fmla="*/ 8174 h 10000"/>
              <a:gd name="connsiteX34-69" fmla="*/ 6364 w 10000"/>
              <a:gd name="connsiteY34-70" fmla="*/ 8053 h 10000"/>
              <a:gd name="connsiteX35-71" fmla="*/ 6364 w 10000"/>
              <a:gd name="connsiteY35-72" fmla="*/ 7951 h 10000"/>
              <a:gd name="connsiteX36-73" fmla="*/ 6364 w 10000"/>
              <a:gd name="connsiteY36-74" fmla="*/ 7850 h 10000"/>
              <a:gd name="connsiteX37-75" fmla="*/ 6742 w 10000"/>
              <a:gd name="connsiteY37-76" fmla="*/ 7627 h 10000"/>
              <a:gd name="connsiteX38-77" fmla="*/ 6742 w 10000"/>
              <a:gd name="connsiteY38-78" fmla="*/ 7424 h 10000"/>
              <a:gd name="connsiteX39-79" fmla="*/ 6742 w 10000"/>
              <a:gd name="connsiteY39-80" fmla="*/ 7201 h 10000"/>
              <a:gd name="connsiteX40-81" fmla="*/ 6742 w 10000"/>
              <a:gd name="connsiteY40-82" fmla="*/ 6978 h 10000"/>
              <a:gd name="connsiteX41-83" fmla="*/ 6742 w 10000"/>
              <a:gd name="connsiteY41-84" fmla="*/ 6450 h 10000"/>
              <a:gd name="connsiteX42-85" fmla="*/ 6742 w 10000"/>
              <a:gd name="connsiteY42-86" fmla="*/ 6024 h 10000"/>
              <a:gd name="connsiteX43-87" fmla="*/ 6742 w 10000"/>
              <a:gd name="connsiteY43-88" fmla="*/ 5598 h 10000"/>
              <a:gd name="connsiteX44-89" fmla="*/ 6742 w 10000"/>
              <a:gd name="connsiteY44-90" fmla="*/ 5274 h 10000"/>
              <a:gd name="connsiteX45-91" fmla="*/ 6742 w 10000"/>
              <a:gd name="connsiteY45-92" fmla="*/ 5051 h 10000"/>
              <a:gd name="connsiteX46-93" fmla="*/ 6742 w 10000"/>
              <a:gd name="connsiteY46-94" fmla="*/ 4848 h 10000"/>
              <a:gd name="connsiteX47-95" fmla="*/ 6742 w 10000"/>
              <a:gd name="connsiteY47-96" fmla="*/ 4625 h 10000"/>
              <a:gd name="connsiteX48-97" fmla="*/ 6742 w 10000"/>
              <a:gd name="connsiteY48-98" fmla="*/ 4402 h 10000"/>
              <a:gd name="connsiteX49-99" fmla="*/ 6742 w 10000"/>
              <a:gd name="connsiteY49-100" fmla="*/ 4077 h 10000"/>
              <a:gd name="connsiteX50-101" fmla="*/ 6742 w 10000"/>
              <a:gd name="connsiteY50-102" fmla="*/ 3773 h 10000"/>
              <a:gd name="connsiteX51-103" fmla="*/ 6742 w 10000"/>
              <a:gd name="connsiteY51-104" fmla="*/ 3448 h 10000"/>
              <a:gd name="connsiteX52-105" fmla="*/ 6742 w 10000"/>
              <a:gd name="connsiteY52-106" fmla="*/ 3022 h 10000"/>
              <a:gd name="connsiteX53-107" fmla="*/ 6364 w 10000"/>
              <a:gd name="connsiteY53-108" fmla="*/ 2373 h 10000"/>
              <a:gd name="connsiteX54-109" fmla="*/ 5985 w 10000"/>
              <a:gd name="connsiteY54-110" fmla="*/ 1501 h 10000"/>
              <a:gd name="connsiteX55-111" fmla="*/ 5606 w 10000"/>
              <a:gd name="connsiteY55-112" fmla="*/ 751 h 10000"/>
              <a:gd name="connsiteX56-113" fmla="*/ 5152 w 10000"/>
              <a:gd name="connsiteY56-114" fmla="*/ 0 h 10000"/>
              <a:gd name="connsiteX57-115" fmla="*/ 5985 w 10000"/>
              <a:gd name="connsiteY57-116" fmla="*/ 223 h 10000"/>
              <a:gd name="connsiteX58-117" fmla="*/ 7197 w 10000"/>
              <a:gd name="connsiteY58-118" fmla="*/ 426 h 10000"/>
              <a:gd name="connsiteX59-119" fmla="*/ 7955 w 10000"/>
              <a:gd name="connsiteY59-120" fmla="*/ 548 h 10000"/>
              <a:gd name="connsiteX60-121" fmla="*/ 8788 w 10000"/>
              <a:gd name="connsiteY60-122" fmla="*/ 649 h 10000"/>
              <a:gd name="connsiteX61-123" fmla="*/ 9167 w 10000"/>
              <a:gd name="connsiteY61-124" fmla="*/ 751 h 10000"/>
              <a:gd name="connsiteX62-125" fmla="*/ 10000 w 10000"/>
              <a:gd name="connsiteY62-126" fmla="*/ 974 h 10000"/>
              <a:gd name="connsiteX63-127" fmla="*/ 10000 w 10000"/>
              <a:gd name="connsiteY63-128" fmla="*/ 974 h 10000"/>
              <a:gd name="connsiteX64-129" fmla="*/ 10000 w 10000"/>
              <a:gd name="connsiteY64-130" fmla="*/ 1075 h 10000"/>
              <a:gd name="connsiteX65-131" fmla="*/ 10000 w 10000"/>
              <a:gd name="connsiteY65-132" fmla="*/ 1400 h 10000"/>
              <a:gd name="connsiteX66-133" fmla="*/ 10000 w 10000"/>
              <a:gd name="connsiteY66-134" fmla="*/ 1501 h 10000"/>
              <a:gd name="connsiteX67-135" fmla="*/ 9545 w 10000"/>
              <a:gd name="connsiteY67-136" fmla="*/ 1501 h 10000"/>
              <a:gd name="connsiteX68-137" fmla="*/ 9545 w 10000"/>
              <a:gd name="connsiteY68-138" fmla="*/ 1623 h 10000"/>
              <a:gd name="connsiteX69-139" fmla="*/ 9545 w 10000"/>
              <a:gd name="connsiteY69-140" fmla="*/ 1724 h 10000"/>
              <a:gd name="connsiteX70-141" fmla="*/ 9545 w 10000"/>
              <a:gd name="connsiteY70-142" fmla="*/ 1826 h 10000"/>
              <a:gd name="connsiteX71-143" fmla="*/ 9545 w 10000"/>
              <a:gd name="connsiteY71-144" fmla="*/ 2049 h 10000"/>
              <a:gd name="connsiteX72-145" fmla="*/ 9545 w 10000"/>
              <a:gd name="connsiteY72-146" fmla="*/ 2150 h 10000"/>
              <a:gd name="connsiteX73-147" fmla="*/ 9545 w 10000"/>
              <a:gd name="connsiteY73-148" fmla="*/ 2373 h 10000"/>
              <a:gd name="connsiteX74-149" fmla="*/ 9545 w 10000"/>
              <a:gd name="connsiteY74-150" fmla="*/ 2576 h 10000"/>
              <a:gd name="connsiteX75-151" fmla="*/ 9545 w 10000"/>
              <a:gd name="connsiteY75-152" fmla="*/ 2799 h 10000"/>
              <a:gd name="connsiteX76-153" fmla="*/ 9545 w 10000"/>
              <a:gd name="connsiteY76-154" fmla="*/ 3022 h 10000"/>
              <a:gd name="connsiteX77-155" fmla="*/ 9545 w 10000"/>
              <a:gd name="connsiteY77-156" fmla="*/ 3327 h 10000"/>
              <a:gd name="connsiteX78-157" fmla="*/ 9545 w 10000"/>
              <a:gd name="connsiteY78-158" fmla="*/ 3550 h 10000"/>
              <a:gd name="connsiteX79-159" fmla="*/ 9545 w 10000"/>
              <a:gd name="connsiteY79-160" fmla="*/ 3874 h 10000"/>
              <a:gd name="connsiteX80-161" fmla="*/ 9545 w 10000"/>
              <a:gd name="connsiteY80-162" fmla="*/ 4199 h 10000"/>
              <a:gd name="connsiteX81-163" fmla="*/ 9545 w 10000"/>
              <a:gd name="connsiteY81-164" fmla="*/ 4523 h 10000"/>
              <a:gd name="connsiteX82-165" fmla="*/ 9545 w 10000"/>
              <a:gd name="connsiteY82-166" fmla="*/ 4949 h 10000"/>
              <a:gd name="connsiteX83-167" fmla="*/ 9545 w 10000"/>
              <a:gd name="connsiteY83-168" fmla="*/ 5700 h 10000"/>
              <a:gd name="connsiteX84-169" fmla="*/ 9545 w 10000"/>
              <a:gd name="connsiteY84-170" fmla="*/ 6349 h 10000"/>
              <a:gd name="connsiteX85-171" fmla="*/ 9545 w 10000"/>
              <a:gd name="connsiteY85-172" fmla="*/ 6876 h 10000"/>
              <a:gd name="connsiteX86-173" fmla="*/ 9545 w 10000"/>
              <a:gd name="connsiteY86-174" fmla="*/ 7424 h 10000"/>
              <a:gd name="connsiteX87-175" fmla="*/ 9545 w 10000"/>
              <a:gd name="connsiteY87-176" fmla="*/ 7850 h 10000"/>
              <a:gd name="connsiteX88-177" fmla="*/ 9545 w 10000"/>
              <a:gd name="connsiteY88-178" fmla="*/ 8174 h 10000"/>
              <a:gd name="connsiteX89-179" fmla="*/ 9545 w 10000"/>
              <a:gd name="connsiteY89-180" fmla="*/ 8499 h 10000"/>
              <a:gd name="connsiteX90-181" fmla="*/ 9545 w 10000"/>
              <a:gd name="connsiteY90-182" fmla="*/ 8600 h 10000"/>
              <a:gd name="connsiteX91-183" fmla="*/ 9545 w 10000"/>
              <a:gd name="connsiteY91-184" fmla="*/ 8702 h 10000"/>
              <a:gd name="connsiteX92-185" fmla="*/ 9167 w 10000"/>
              <a:gd name="connsiteY92-186" fmla="*/ 9026 h 10000"/>
              <a:gd name="connsiteX93-187" fmla="*/ 8788 w 10000"/>
              <a:gd name="connsiteY93-188" fmla="*/ 9249 h 10000"/>
              <a:gd name="connsiteX94-189" fmla="*/ 8333 w 10000"/>
              <a:gd name="connsiteY94-190" fmla="*/ 9554 h 10000"/>
              <a:gd name="connsiteX95-191" fmla="*/ 7576 w 10000"/>
              <a:gd name="connsiteY95-192" fmla="*/ 9675 h 10000"/>
              <a:gd name="connsiteX96-193" fmla="*/ 7576 w 10000"/>
              <a:gd name="connsiteY96-194" fmla="*/ 9675 h 10000"/>
              <a:gd name="connsiteX0-195" fmla="*/ 7576 w 10000"/>
              <a:gd name="connsiteY0-196" fmla="*/ 9675 h 10000"/>
              <a:gd name="connsiteX1-197" fmla="*/ 7197 w 10000"/>
              <a:gd name="connsiteY1-198" fmla="*/ 9878 h 10000"/>
              <a:gd name="connsiteX2-199" fmla="*/ 6742 w 10000"/>
              <a:gd name="connsiteY2-200" fmla="*/ 10000 h 10000"/>
              <a:gd name="connsiteX3-201" fmla="*/ 6364 w 10000"/>
              <a:gd name="connsiteY3-202" fmla="*/ 10000 h 10000"/>
              <a:gd name="connsiteX4-203" fmla="*/ 5606 w 10000"/>
              <a:gd name="connsiteY4-204" fmla="*/ 10000 h 10000"/>
              <a:gd name="connsiteX5-205" fmla="*/ 5606 w 10000"/>
              <a:gd name="connsiteY5-206" fmla="*/ 10000 h 10000"/>
              <a:gd name="connsiteX6-207" fmla="*/ 5152 w 10000"/>
              <a:gd name="connsiteY6-208" fmla="*/ 9878 h 10000"/>
              <a:gd name="connsiteX7-209" fmla="*/ 4773 w 10000"/>
              <a:gd name="connsiteY7-210" fmla="*/ 9777 h 10000"/>
              <a:gd name="connsiteX8-211" fmla="*/ 4773 w 10000"/>
              <a:gd name="connsiteY8-212" fmla="*/ 9554 h 10000"/>
              <a:gd name="connsiteX9-213" fmla="*/ 4394 w 10000"/>
              <a:gd name="connsiteY9-214" fmla="*/ 9351 h 10000"/>
              <a:gd name="connsiteX10-215" fmla="*/ 3939 w 10000"/>
              <a:gd name="connsiteY10-216" fmla="*/ 9128 h 10000"/>
              <a:gd name="connsiteX11-217" fmla="*/ 3182 w 10000"/>
              <a:gd name="connsiteY11-218" fmla="*/ 8803 h 10000"/>
              <a:gd name="connsiteX12-219" fmla="*/ 2348 w 10000"/>
              <a:gd name="connsiteY12-220" fmla="*/ 8600 h 10000"/>
              <a:gd name="connsiteX13-221" fmla="*/ 1591 w 10000"/>
              <a:gd name="connsiteY13-222" fmla="*/ 8499 h 10000"/>
              <a:gd name="connsiteX14-223" fmla="*/ 1136 w 10000"/>
              <a:gd name="connsiteY14-224" fmla="*/ 8377 h 10000"/>
              <a:gd name="connsiteX15-225" fmla="*/ 758 w 10000"/>
              <a:gd name="connsiteY15-226" fmla="*/ 8276 h 10000"/>
              <a:gd name="connsiteX16-227" fmla="*/ 379 w 10000"/>
              <a:gd name="connsiteY16-228" fmla="*/ 8276 h 10000"/>
              <a:gd name="connsiteX17-229" fmla="*/ 0 w 10000"/>
              <a:gd name="connsiteY17-230" fmla="*/ 8174 h 10000"/>
              <a:gd name="connsiteX18-231" fmla="*/ 0 w 10000"/>
              <a:gd name="connsiteY18-232" fmla="*/ 8174 h 10000"/>
              <a:gd name="connsiteX19-233" fmla="*/ 0 w 10000"/>
              <a:gd name="connsiteY19-234" fmla="*/ 8174 h 10000"/>
              <a:gd name="connsiteX20-235" fmla="*/ 0 w 10000"/>
              <a:gd name="connsiteY20-236" fmla="*/ 8053 h 10000"/>
              <a:gd name="connsiteX21-237" fmla="*/ 0 w 10000"/>
              <a:gd name="connsiteY21-238" fmla="*/ 8053 h 10000"/>
              <a:gd name="connsiteX22-239" fmla="*/ 0 w 10000"/>
              <a:gd name="connsiteY22-240" fmla="*/ 8053 h 10000"/>
              <a:gd name="connsiteX23-241" fmla="*/ 379 w 10000"/>
              <a:gd name="connsiteY23-242" fmla="*/ 8053 h 10000"/>
              <a:gd name="connsiteX24-243" fmla="*/ 379 w 10000"/>
              <a:gd name="connsiteY24-244" fmla="*/ 8053 h 10000"/>
              <a:gd name="connsiteX25-245" fmla="*/ 758 w 10000"/>
              <a:gd name="connsiteY25-246" fmla="*/ 8053 h 10000"/>
              <a:gd name="connsiteX26-247" fmla="*/ 1136 w 10000"/>
              <a:gd name="connsiteY26-248" fmla="*/ 8053 h 10000"/>
              <a:gd name="connsiteX27-249" fmla="*/ 1970 w 10000"/>
              <a:gd name="connsiteY27-250" fmla="*/ 8174 h 10000"/>
              <a:gd name="connsiteX28-251" fmla="*/ 2348 w 10000"/>
              <a:gd name="connsiteY28-252" fmla="*/ 8174 h 10000"/>
              <a:gd name="connsiteX29-253" fmla="*/ 3561 w 10000"/>
              <a:gd name="connsiteY29-254" fmla="*/ 8174 h 10000"/>
              <a:gd name="connsiteX30-255" fmla="*/ 4773 w 10000"/>
              <a:gd name="connsiteY30-256" fmla="*/ 8174 h 10000"/>
              <a:gd name="connsiteX31-257" fmla="*/ 5606 w 10000"/>
              <a:gd name="connsiteY31-258" fmla="*/ 8174 h 10000"/>
              <a:gd name="connsiteX32-259" fmla="*/ 5985 w 10000"/>
              <a:gd name="connsiteY32-260" fmla="*/ 8174 h 10000"/>
              <a:gd name="connsiteX33-261" fmla="*/ 6364 w 10000"/>
              <a:gd name="connsiteY33-262" fmla="*/ 8174 h 10000"/>
              <a:gd name="connsiteX34-263" fmla="*/ 6364 w 10000"/>
              <a:gd name="connsiteY34-264" fmla="*/ 8053 h 10000"/>
              <a:gd name="connsiteX35-265" fmla="*/ 6364 w 10000"/>
              <a:gd name="connsiteY35-266" fmla="*/ 7951 h 10000"/>
              <a:gd name="connsiteX36-267" fmla="*/ 6364 w 10000"/>
              <a:gd name="connsiteY36-268" fmla="*/ 7850 h 10000"/>
              <a:gd name="connsiteX37-269" fmla="*/ 6742 w 10000"/>
              <a:gd name="connsiteY37-270" fmla="*/ 7627 h 10000"/>
              <a:gd name="connsiteX38-271" fmla="*/ 6742 w 10000"/>
              <a:gd name="connsiteY38-272" fmla="*/ 7424 h 10000"/>
              <a:gd name="connsiteX39-273" fmla="*/ 6742 w 10000"/>
              <a:gd name="connsiteY39-274" fmla="*/ 7201 h 10000"/>
              <a:gd name="connsiteX40-275" fmla="*/ 6742 w 10000"/>
              <a:gd name="connsiteY40-276" fmla="*/ 6978 h 10000"/>
              <a:gd name="connsiteX41-277" fmla="*/ 6742 w 10000"/>
              <a:gd name="connsiteY41-278" fmla="*/ 6450 h 10000"/>
              <a:gd name="connsiteX42-279" fmla="*/ 6742 w 10000"/>
              <a:gd name="connsiteY42-280" fmla="*/ 6024 h 10000"/>
              <a:gd name="connsiteX43-281" fmla="*/ 6742 w 10000"/>
              <a:gd name="connsiteY43-282" fmla="*/ 5598 h 10000"/>
              <a:gd name="connsiteX44-283" fmla="*/ 6742 w 10000"/>
              <a:gd name="connsiteY44-284" fmla="*/ 5274 h 10000"/>
              <a:gd name="connsiteX45-285" fmla="*/ 6742 w 10000"/>
              <a:gd name="connsiteY45-286" fmla="*/ 5051 h 10000"/>
              <a:gd name="connsiteX46-287" fmla="*/ 6742 w 10000"/>
              <a:gd name="connsiteY46-288" fmla="*/ 4848 h 10000"/>
              <a:gd name="connsiteX47-289" fmla="*/ 6742 w 10000"/>
              <a:gd name="connsiteY47-290" fmla="*/ 4625 h 10000"/>
              <a:gd name="connsiteX48-291" fmla="*/ 6742 w 10000"/>
              <a:gd name="connsiteY48-292" fmla="*/ 4402 h 10000"/>
              <a:gd name="connsiteX49-293" fmla="*/ 6742 w 10000"/>
              <a:gd name="connsiteY49-294" fmla="*/ 4077 h 10000"/>
              <a:gd name="connsiteX50-295" fmla="*/ 6742 w 10000"/>
              <a:gd name="connsiteY50-296" fmla="*/ 3773 h 10000"/>
              <a:gd name="connsiteX51-297" fmla="*/ 6742 w 10000"/>
              <a:gd name="connsiteY51-298" fmla="*/ 3448 h 10000"/>
              <a:gd name="connsiteX52-299" fmla="*/ 6742 w 10000"/>
              <a:gd name="connsiteY52-300" fmla="*/ 3022 h 10000"/>
              <a:gd name="connsiteX53-301" fmla="*/ 6364 w 10000"/>
              <a:gd name="connsiteY53-302" fmla="*/ 2373 h 10000"/>
              <a:gd name="connsiteX54-303" fmla="*/ 5985 w 10000"/>
              <a:gd name="connsiteY54-304" fmla="*/ 1501 h 10000"/>
              <a:gd name="connsiteX55-305" fmla="*/ 5606 w 10000"/>
              <a:gd name="connsiteY55-306" fmla="*/ 751 h 10000"/>
              <a:gd name="connsiteX56-307" fmla="*/ 5152 w 10000"/>
              <a:gd name="connsiteY56-308" fmla="*/ 0 h 10000"/>
              <a:gd name="connsiteX57-309" fmla="*/ 5985 w 10000"/>
              <a:gd name="connsiteY57-310" fmla="*/ 223 h 10000"/>
              <a:gd name="connsiteX58-311" fmla="*/ 7197 w 10000"/>
              <a:gd name="connsiteY58-312" fmla="*/ 426 h 10000"/>
              <a:gd name="connsiteX59-313" fmla="*/ 7955 w 10000"/>
              <a:gd name="connsiteY59-314" fmla="*/ 548 h 10000"/>
              <a:gd name="connsiteX60-315" fmla="*/ 9167 w 10000"/>
              <a:gd name="connsiteY60-316" fmla="*/ 751 h 10000"/>
              <a:gd name="connsiteX61-317" fmla="*/ 10000 w 10000"/>
              <a:gd name="connsiteY61-318" fmla="*/ 974 h 10000"/>
              <a:gd name="connsiteX62-319" fmla="*/ 10000 w 10000"/>
              <a:gd name="connsiteY62-320" fmla="*/ 974 h 10000"/>
              <a:gd name="connsiteX63-321" fmla="*/ 10000 w 10000"/>
              <a:gd name="connsiteY63-322" fmla="*/ 1075 h 10000"/>
              <a:gd name="connsiteX64-323" fmla="*/ 10000 w 10000"/>
              <a:gd name="connsiteY64-324" fmla="*/ 1400 h 10000"/>
              <a:gd name="connsiteX65-325" fmla="*/ 10000 w 10000"/>
              <a:gd name="connsiteY65-326" fmla="*/ 1501 h 10000"/>
              <a:gd name="connsiteX66-327" fmla="*/ 9545 w 10000"/>
              <a:gd name="connsiteY66-328" fmla="*/ 1501 h 10000"/>
              <a:gd name="connsiteX67-329" fmla="*/ 9545 w 10000"/>
              <a:gd name="connsiteY67-330" fmla="*/ 1623 h 10000"/>
              <a:gd name="connsiteX68-331" fmla="*/ 9545 w 10000"/>
              <a:gd name="connsiteY68-332" fmla="*/ 1724 h 10000"/>
              <a:gd name="connsiteX69-333" fmla="*/ 9545 w 10000"/>
              <a:gd name="connsiteY69-334" fmla="*/ 1826 h 10000"/>
              <a:gd name="connsiteX70-335" fmla="*/ 9545 w 10000"/>
              <a:gd name="connsiteY70-336" fmla="*/ 2049 h 10000"/>
              <a:gd name="connsiteX71-337" fmla="*/ 9545 w 10000"/>
              <a:gd name="connsiteY71-338" fmla="*/ 2150 h 10000"/>
              <a:gd name="connsiteX72-339" fmla="*/ 9545 w 10000"/>
              <a:gd name="connsiteY72-340" fmla="*/ 2373 h 10000"/>
              <a:gd name="connsiteX73-341" fmla="*/ 9545 w 10000"/>
              <a:gd name="connsiteY73-342" fmla="*/ 2576 h 10000"/>
              <a:gd name="connsiteX74-343" fmla="*/ 9545 w 10000"/>
              <a:gd name="connsiteY74-344" fmla="*/ 2799 h 10000"/>
              <a:gd name="connsiteX75-345" fmla="*/ 9545 w 10000"/>
              <a:gd name="connsiteY75-346" fmla="*/ 3022 h 10000"/>
              <a:gd name="connsiteX76-347" fmla="*/ 9545 w 10000"/>
              <a:gd name="connsiteY76-348" fmla="*/ 3327 h 10000"/>
              <a:gd name="connsiteX77-349" fmla="*/ 9545 w 10000"/>
              <a:gd name="connsiteY77-350" fmla="*/ 3550 h 10000"/>
              <a:gd name="connsiteX78-351" fmla="*/ 9545 w 10000"/>
              <a:gd name="connsiteY78-352" fmla="*/ 3874 h 10000"/>
              <a:gd name="connsiteX79-353" fmla="*/ 9545 w 10000"/>
              <a:gd name="connsiteY79-354" fmla="*/ 4199 h 10000"/>
              <a:gd name="connsiteX80-355" fmla="*/ 9545 w 10000"/>
              <a:gd name="connsiteY80-356" fmla="*/ 4523 h 10000"/>
              <a:gd name="connsiteX81-357" fmla="*/ 9545 w 10000"/>
              <a:gd name="connsiteY81-358" fmla="*/ 4949 h 10000"/>
              <a:gd name="connsiteX82-359" fmla="*/ 9545 w 10000"/>
              <a:gd name="connsiteY82-360" fmla="*/ 5700 h 10000"/>
              <a:gd name="connsiteX83-361" fmla="*/ 9545 w 10000"/>
              <a:gd name="connsiteY83-362" fmla="*/ 6349 h 10000"/>
              <a:gd name="connsiteX84-363" fmla="*/ 9545 w 10000"/>
              <a:gd name="connsiteY84-364" fmla="*/ 6876 h 10000"/>
              <a:gd name="connsiteX85-365" fmla="*/ 9545 w 10000"/>
              <a:gd name="connsiteY85-366" fmla="*/ 7424 h 10000"/>
              <a:gd name="connsiteX86-367" fmla="*/ 9545 w 10000"/>
              <a:gd name="connsiteY86-368" fmla="*/ 7850 h 10000"/>
              <a:gd name="connsiteX87-369" fmla="*/ 9545 w 10000"/>
              <a:gd name="connsiteY87-370" fmla="*/ 8174 h 10000"/>
              <a:gd name="connsiteX88-371" fmla="*/ 9545 w 10000"/>
              <a:gd name="connsiteY88-372" fmla="*/ 8499 h 10000"/>
              <a:gd name="connsiteX89-373" fmla="*/ 9545 w 10000"/>
              <a:gd name="connsiteY89-374" fmla="*/ 8600 h 10000"/>
              <a:gd name="connsiteX90-375" fmla="*/ 9545 w 10000"/>
              <a:gd name="connsiteY90-376" fmla="*/ 8702 h 10000"/>
              <a:gd name="connsiteX91-377" fmla="*/ 9167 w 10000"/>
              <a:gd name="connsiteY91-378" fmla="*/ 9026 h 10000"/>
              <a:gd name="connsiteX92-379" fmla="*/ 8788 w 10000"/>
              <a:gd name="connsiteY92-380" fmla="*/ 9249 h 10000"/>
              <a:gd name="connsiteX93-381" fmla="*/ 8333 w 10000"/>
              <a:gd name="connsiteY93-382" fmla="*/ 9554 h 10000"/>
              <a:gd name="connsiteX94-383" fmla="*/ 7576 w 10000"/>
              <a:gd name="connsiteY94-384" fmla="*/ 9675 h 10000"/>
              <a:gd name="connsiteX95-385" fmla="*/ 7576 w 10000"/>
              <a:gd name="connsiteY95-386" fmla="*/ 9675 h 10000"/>
              <a:gd name="connsiteX0-387" fmla="*/ 7576 w 10000"/>
              <a:gd name="connsiteY0-388" fmla="*/ 9675 h 10000"/>
              <a:gd name="connsiteX1-389" fmla="*/ 7197 w 10000"/>
              <a:gd name="connsiteY1-390" fmla="*/ 9878 h 10000"/>
              <a:gd name="connsiteX2-391" fmla="*/ 6742 w 10000"/>
              <a:gd name="connsiteY2-392" fmla="*/ 10000 h 10000"/>
              <a:gd name="connsiteX3-393" fmla="*/ 6364 w 10000"/>
              <a:gd name="connsiteY3-394" fmla="*/ 10000 h 10000"/>
              <a:gd name="connsiteX4-395" fmla="*/ 5606 w 10000"/>
              <a:gd name="connsiteY4-396" fmla="*/ 10000 h 10000"/>
              <a:gd name="connsiteX5-397" fmla="*/ 5606 w 10000"/>
              <a:gd name="connsiteY5-398" fmla="*/ 10000 h 10000"/>
              <a:gd name="connsiteX6-399" fmla="*/ 5152 w 10000"/>
              <a:gd name="connsiteY6-400" fmla="*/ 9878 h 10000"/>
              <a:gd name="connsiteX7-401" fmla="*/ 4773 w 10000"/>
              <a:gd name="connsiteY7-402" fmla="*/ 9777 h 10000"/>
              <a:gd name="connsiteX8-403" fmla="*/ 4773 w 10000"/>
              <a:gd name="connsiteY8-404" fmla="*/ 9554 h 10000"/>
              <a:gd name="connsiteX9-405" fmla="*/ 4394 w 10000"/>
              <a:gd name="connsiteY9-406" fmla="*/ 9351 h 10000"/>
              <a:gd name="connsiteX10-407" fmla="*/ 3939 w 10000"/>
              <a:gd name="connsiteY10-408" fmla="*/ 9128 h 10000"/>
              <a:gd name="connsiteX11-409" fmla="*/ 3182 w 10000"/>
              <a:gd name="connsiteY11-410" fmla="*/ 8803 h 10000"/>
              <a:gd name="connsiteX12-411" fmla="*/ 2348 w 10000"/>
              <a:gd name="connsiteY12-412" fmla="*/ 8600 h 10000"/>
              <a:gd name="connsiteX13-413" fmla="*/ 1591 w 10000"/>
              <a:gd name="connsiteY13-414" fmla="*/ 8499 h 10000"/>
              <a:gd name="connsiteX14-415" fmla="*/ 1136 w 10000"/>
              <a:gd name="connsiteY14-416" fmla="*/ 8377 h 10000"/>
              <a:gd name="connsiteX15-417" fmla="*/ 758 w 10000"/>
              <a:gd name="connsiteY15-418" fmla="*/ 8276 h 10000"/>
              <a:gd name="connsiteX16-419" fmla="*/ 379 w 10000"/>
              <a:gd name="connsiteY16-420" fmla="*/ 8276 h 10000"/>
              <a:gd name="connsiteX17-421" fmla="*/ 0 w 10000"/>
              <a:gd name="connsiteY17-422" fmla="*/ 8174 h 10000"/>
              <a:gd name="connsiteX18-423" fmla="*/ 0 w 10000"/>
              <a:gd name="connsiteY18-424" fmla="*/ 8174 h 10000"/>
              <a:gd name="connsiteX19-425" fmla="*/ 0 w 10000"/>
              <a:gd name="connsiteY19-426" fmla="*/ 8174 h 10000"/>
              <a:gd name="connsiteX20-427" fmla="*/ 0 w 10000"/>
              <a:gd name="connsiteY20-428" fmla="*/ 8053 h 10000"/>
              <a:gd name="connsiteX21-429" fmla="*/ 0 w 10000"/>
              <a:gd name="connsiteY21-430" fmla="*/ 8053 h 10000"/>
              <a:gd name="connsiteX22-431" fmla="*/ 0 w 10000"/>
              <a:gd name="connsiteY22-432" fmla="*/ 8053 h 10000"/>
              <a:gd name="connsiteX23-433" fmla="*/ 379 w 10000"/>
              <a:gd name="connsiteY23-434" fmla="*/ 8053 h 10000"/>
              <a:gd name="connsiteX24-435" fmla="*/ 379 w 10000"/>
              <a:gd name="connsiteY24-436" fmla="*/ 8053 h 10000"/>
              <a:gd name="connsiteX25-437" fmla="*/ 758 w 10000"/>
              <a:gd name="connsiteY25-438" fmla="*/ 8053 h 10000"/>
              <a:gd name="connsiteX26-439" fmla="*/ 1136 w 10000"/>
              <a:gd name="connsiteY26-440" fmla="*/ 8053 h 10000"/>
              <a:gd name="connsiteX27-441" fmla="*/ 1970 w 10000"/>
              <a:gd name="connsiteY27-442" fmla="*/ 8174 h 10000"/>
              <a:gd name="connsiteX28-443" fmla="*/ 2348 w 10000"/>
              <a:gd name="connsiteY28-444" fmla="*/ 8174 h 10000"/>
              <a:gd name="connsiteX29-445" fmla="*/ 3561 w 10000"/>
              <a:gd name="connsiteY29-446" fmla="*/ 8174 h 10000"/>
              <a:gd name="connsiteX30-447" fmla="*/ 4773 w 10000"/>
              <a:gd name="connsiteY30-448" fmla="*/ 8174 h 10000"/>
              <a:gd name="connsiteX31-449" fmla="*/ 5606 w 10000"/>
              <a:gd name="connsiteY31-450" fmla="*/ 8174 h 10000"/>
              <a:gd name="connsiteX32-451" fmla="*/ 5985 w 10000"/>
              <a:gd name="connsiteY32-452" fmla="*/ 8174 h 10000"/>
              <a:gd name="connsiteX33-453" fmla="*/ 6364 w 10000"/>
              <a:gd name="connsiteY33-454" fmla="*/ 8174 h 10000"/>
              <a:gd name="connsiteX34-455" fmla="*/ 6364 w 10000"/>
              <a:gd name="connsiteY34-456" fmla="*/ 8053 h 10000"/>
              <a:gd name="connsiteX35-457" fmla="*/ 6364 w 10000"/>
              <a:gd name="connsiteY35-458" fmla="*/ 7951 h 10000"/>
              <a:gd name="connsiteX36-459" fmla="*/ 6364 w 10000"/>
              <a:gd name="connsiteY36-460" fmla="*/ 7850 h 10000"/>
              <a:gd name="connsiteX37-461" fmla="*/ 6742 w 10000"/>
              <a:gd name="connsiteY37-462" fmla="*/ 7627 h 10000"/>
              <a:gd name="connsiteX38-463" fmla="*/ 6742 w 10000"/>
              <a:gd name="connsiteY38-464" fmla="*/ 7424 h 10000"/>
              <a:gd name="connsiteX39-465" fmla="*/ 6742 w 10000"/>
              <a:gd name="connsiteY39-466" fmla="*/ 7201 h 10000"/>
              <a:gd name="connsiteX40-467" fmla="*/ 6742 w 10000"/>
              <a:gd name="connsiteY40-468" fmla="*/ 6978 h 10000"/>
              <a:gd name="connsiteX41-469" fmla="*/ 6742 w 10000"/>
              <a:gd name="connsiteY41-470" fmla="*/ 6450 h 10000"/>
              <a:gd name="connsiteX42-471" fmla="*/ 6742 w 10000"/>
              <a:gd name="connsiteY42-472" fmla="*/ 6024 h 10000"/>
              <a:gd name="connsiteX43-473" fmla="*/ 6742 w 10000"/>
              <a:gd name="connsiteY43-474" fmla="*/ 5598 h 10000"/>
              <a:gd name="connsiteX44-475" fmla="*/ 6742 w 10000"/>
              <a:gd name="connsiteY44-476" fmla="*/ 5274 h 10000"/>
              <a:gd name="connsiteX45-477" fmla="*/ 6742 w 10000"/>
              <a:gd name="connsiteY45-478" fmla="*/ 5051 h 10000"/>
              <a:gd name="connsiteX46-479" fmla="*/ 6742 w 10000"/>
              <a:gd name="connsiteY46-480" fmla="*/ 4848 h 10000"/>
              <a:gd name="connsiteX47-481" fmla="*/ 6742 w 10000"/>
              <a:gd name="connsiteY47-482" fmla="*/ 4625 h 10000"/>
              <a:gd name="connsiteX48-483" fmla="*/ 6742 w 10000"/>
              <a:gd name="connsiteY48-484" fmla="*/ 4402 h 10000"/>
              <a:gd name="connsiteX49-485" fmla="*/ 6742 w 10000"/>
              <a:gd name="connsiteY49-486" fmla="*/ 4077 h 10000"/>
              <a:gd name="connsiteX50-487" fmla="*/ 6742 w 10000"/>
              <a:gd name="connsiteY50-488" fmla="*/ 3773 h 10000"/>
              <a:gd name="connsiteX51-489" fmla="*/ 6742 w 10000"/>
              <a:gd name="connsiteY51-490" fmla="*/ 3448 h 10000"/>
              <a:gd name="connsiteX52-491" fmla="*/ 6742 w 10000"/>
              <a:gd name="connsiteY52-492" fmla="*/ 3022 h 10000"/>
              <a:gd name="connsiteX53-493" fmla="*/ 6364 w 10000"/>
              <a:gd name="connsiteY53-494" fmla="*/ 2373 h 10000"/>
              <a:gd name="connsiteX54-495" fmla="*/ 5985 w 10000"/>
              <a:gd name="connsiteY54-496" fmla="*/ 1501 h 10000"/>
              <a:gd name="connsiteX55-497" fmla="*/ 5606 w 10000"/>
              <a:gd name="connsiteY55-498" fmla="*/ 751 h 10000"/>
              <a:gd name="connsiteX56-499" fmla="*/ 5152 w 10000"/>
              <a:gd name="connsiteY56-500" fmla="*/ 0 h 10000"/>
              <a:gd name="connsiteX57-501" fmla="*/ 5985 w 10000"/>
              <a:gd name="connsiteY57-502" fmla="*/ 223 h 10000"/>
              <a:gd name="connsiteX58-503" fmla="*/ 7197 w 10000"/>
              <a:gd name="connsiteY58-504" fmla="*/ 426 h 10000"/>
              <a:gd name="connsiteX59-505" fmla="*/ 9167 w 10000"/>
              <a:gd name="connsiteY59-506" fmla="*/ 751 h 10000"/>
              <a:gd name="connsiteX60-507" fmla="*/ 10000 w 10000"/>
              <a:gd name="connsiteY60-508" fmla="*/ 974 h 10000"/>
              <a:gd name="connsiteX61-509" fmla="*/ 10000 w 10000"/>
              <a:gd name="connsiteY61-510" fmla="*/ 974 h 10000"/>
              <a:gd name="connsiteX62-511" fmla="*/ 10000 w 10000"/>
              <a:gd name="connsiteY62-512" fmla="*/ 1075 h 10000"/>
              <a:gd name="connsiteX63-513" fmla="*/ 10000 w 10000"/>
              <a:gd name="connsiteY63-514" fmla="*/ 1400 h 10000"/>
              <a:gd name="connsiteX64-515" fmla="*/ 10000 w 10000"/>
              <a:gd name="connsiteY64-516" fmla="*/ 1501 h 10000"/>
              <a:gd name="connsiteX65-517" fmla="*/ 9545 w 10000"/>
              <a:gd name="connsiteY65-518" fmla="*/ 1501 h 10000"/>
              <a:gd name="connsiteX66-519" fmla="*/ 9545 w 10000"/>
              <a:gd name="connsiteY66-520" fmla="*/ 1623 h 10000"/>
              <a:gd name="connsiteX67-521" fmla="*/ 9545 w 10000"/>
              <a:gd name="connsiteY67-522" fmla="*/ 1724 h 10000"/>
              <a:gd name="connsiteX68-523" fmla="*/ 9545 w 10000"/>
              <a:gd name="connsiteY68-524" fmla="*/ 1826 h 10000"/>
              <a:gd name="connsiteX69-525" fmla="*/ 9545 w 10000"/>
              <a:gd name="connsiteY69-526" fmla="*/ 2049 h 10000"/>
              <a:gd name="connsiteX70-527" fmla="*/ 9545 w 10000"/>
              <a:gd name="connsiteY70-528" fmla="*/ 2150 h 10000"/>
              <a:gd name="connsiteX71-529" fmla="*/ 9545 w 10000"/>
              <a:gd name="connsiteY71-530" fmla="*/ 2373 h 10000"/>
              <a:gd name="connsiteX72-531" fmla="*/ 9545 w 10000"/>
              <a:gd name="connsiteY72-532" fmla="*/ 2576 h 10000"/>
              <a:gd name="connsiteX73-533" fmla="*/ 9545 w 10000"/>
              <a:gd name="connsiteY73-534" fmla="*/ 2799 h 10000"/>
              <a:gd name="connsiteX74-535" fmla="*/ 9545 w 10000"/>
              <a:gd name="connsiteY74-536" fmla="*/ 3022 h 10000"/>
              <a:gd name="connsiteX75-537" fmla="*/ 9545 w 10000"/>
              <a:gd name="connsiteY75-538" fmla="*/ 3327 h 10000"/>
              <a:gd name="connsiteX76-539" fmla="*/ 9545 w 10000"/>
              <a:gd name="connsiteY76-540" fmla="*/ 3550 h 10000"/>
              <a:gd name="connsiteX77-541" fmla="*/ 9545 w 10000"/>
              <a:gd name="connsiteY77-542" fmla="*/ 3874 h 10000"/>
              <a:gd name="connsiteX78-543" fmla="*/ 9545 w 10000"/>
              <a:gd name="connsiteY78-544" fmla="*/ 4199 h 10000"/>
              <a:gd name="connsiteX79-545" fmla="*/ 9545 w 10000"/>
              <a:gd name="connsiteY79-546" fmla="*/ 4523 h 10000"/>
              <a:gd name="connsiteX80-547" fmla="*/ 9545 w 10000"/>
              <a:gd name="connsiteY80-548" fmla="*/ 4949 h 10000"/>
              <a:gd name="connsiteX81-549" fmla="*/ 9545 w 10000"/>
              <a:gd name="connsiteY81-550" fmla="*/ 5700 h 10000"/>
              <a:gd name="connsiteX82-551" fmla="*/ 9545 w 10000"/>
              <a:gd name="connsiteY82-552" fmla="*/ 6349 h 10000"/>
              <a:gd name="connsiteX83-553" fmla="*/ 9545 w 10000"/>
              <a:gd name="connsiteY83-554" fmla="*/ 6876 h 10000"/>
              <a:gd name="connsiteX84-555" fmla="*/ 9545 w 10000"/>
              <a:gd name="connsiteY84-556" fmla="*/ 7424 h 10000"/>
              <a:gd name="connsiteX85-557" fmla="*/ 9545 w 10000"/>
              <a:gd name="connsiteY85-558" fmla="*/ 7850 h 10000"/>
              <a:gd name="connsiteX86-559" fmla="*/ 9545 w 10000"/>
              <a:gd name="connsiteY86-560" fmla="*/ 8174 h 10000"/>
              <a:gd name="connsiteX87-561" fmla="*/ 9545 w 10000"/>
              <a:gd name="connsiteY87-562" fmla="*/ 8499 h 10000"/>
              <a:gd name="connsiteX88-563" fmla="*/ 9545 w 10000"/>
              <a:gd name="connsiteY88-564" fmla="*/ 8600 h 10000"/>
              <a:gd name="connsiteX89-565" fmla="*/ 9545 w 10000"/>
              <a:gd name="connsiteY89-566" fmla="*/ 8702 h 10000"/>
              <a:gd name="connsiteX90-567" fmla="*/ 9167 w 10000"/>
              <a:gd name="connsiteY90-568" fmla="*/ 9026 h 10000"/>
              <a:gd name="connsiteX91-569" fmla="*/ 8788 w 10000"/>
              <a:gd name="connsiteY91-570" fmla="*/ 9249 h 10000"/>
              <a:gd name="connsiteX92-571" fmla="*/ 8333 w 10000"/>
              <a:gd name="connsiteY92-572" fmla="*/ 9554 h 10000"/>
              <a:gd name="connsiteX93-573" fmla="*/ 7576 w 10000"/>
              <a:gd name="connsiteY93-574" fmla="*/ 9675 h 10000"/>
              <a:gd name="connsiteX94-575" fmla="*/ 7576 w 10000"/>
              <a:gd name="connsiteY94-576" fmla="*/ 9675 h 10000"/>
              <a:gd name="connsiteX0-577" fmla="*/ 7576 w 10000"/>
              <a:gd name="connsiteY0-578" fmla="*/ 9675 h 10000"/>
              <a:gd name="connsiteX1-579" fmla="*/ 7197 w 10000"/>
              <a:gd name="connsiteY1-580" fmla="*/ 9878 h 10000"/>
              <a:gd name="connsiteX2-581" fmla="*/ 6742 w 10000"/>
              <a:gd name="connsiteY2-582" fmla="*/ 10000 h 10000"/>
              <a:gd name="connsiteX3-583" fmla="*/ 6364 w 10000"/>
              <a:gd name="connsiteY3-584" fmla="*/ 10000 h 10000"/>
              <a:gd name="connsiteX4-585" fmla="*/ 5606 w 10000"/>
              <a:gd name="connsiteY4-586" fmla="*/ 10000 h 10000"/>
              <a:gd name="connsiteX5-587" fmla="*/ 5606 w 10000"/>
              <a:gd name="connsiteY5-588" fmla="*/ 10000 h 10000"/>
              <a:gd name="connsiteX6-589" fmla="*/ 5152 w 10000"/>
              <a:gd name="connsiteY6-590" fmla="*/ 9878 h 10000"/>
              <a:gd name="connsiteX7-591" fmla="*/ 4773 w 10000"/>
              <a:gd name="connsiteY7-592" fmla="*/ 9777 h 10000"/>
              <a:gd name="connsiteX8-593" fmla="*/ 4773 w 10000"/>
              <a:gd name="connsiteY8-594" fmla="*/ 9554 h 10000"/>
              <a:gd name="connsiteX9-595" fmla="*/ 4394 w 10000"/>
              <a:gd name="connsiteY9-596" fmla="*/ 9351 h 10000"/>
              <a:gd name="connsiteX10-597" fmla="*/ 3939 w 10000"/>
              <a:gd name="connsiteY10-598" fmla="*/ 9128 h 10000"/>
              <a:gd name="connsiteX11-599" fmla="*/ 3182 w 10000"/>
              <a:gd name="connsiteY11-600" fmla="*/ 8803 h 10000"/>
              <a:gd name="connsiteX12-601" fmla="*/ 2348 w 10000"/>
              <a:gd name="connsiteY12-602" fmla="*/ 8600 h 10000"/>
              <a:gd name="connsiteX13-603" fmla="*/ 1591 w 10000"/>
              <a:gd name="connsiteY13-604" fmla="*/ 8499 h 10000"/>
              <a:gd name="connsiteX14-605" fmla="*/ 1136 w 10000"/>
              <a:gd name="connsiteY14-606" fmla="*/ 8377 h 10000"/>
              <a:gd name="connsiteX15-607" fmla="*/ 758 w 10000"/>
              <a:gd name="connsiteY15-608" fmla="*/ 8276 h 10000"/>
              <a:gd name="connsiteX16-609" fmla="*/ 379 w 10000"/>
              <a:gd name="connsiteY16-610" fmla="*/ 8276 h 10000"/>
              <a:gd name="connsiteX17-611" fmla="*/ 0 w 10000"/>
              <a:gd name="connsiteY17-612" fmla="*/ 8174 h 10000"/>
              <a:gd name="connsiteX18-613" fmla="*/ 0 w 10000"/>
              <a:gd name="connsiteY18-614" fmla="*/ 8174 h 10000"/>
              <a:gd name="connsiteX19-615" fmla="*/ 0 w 10000"/>
              <a:gd name="connsiteY19-616" fmla="*/ 8174 h 10000"/>
              <a:gd name="connsiteX20-617" fmla="*/ 0 w 10000"/>
              <a:gd name="connsiteY20-618" fmla="*/ 8053 h 10000"/>
              <a:gd name="connsiteX21-619" fmla="*/ 0 w 10000"/>
              <a:gd name="connsiteY21-620" fmla="*/ 8053 h 10000"/>
              <a:gd name="connsiteX22-621" fmla="*/ 0 w 10000"/>
              <a:gd name="connsiteY22-622" fmla="*/ 8053 h 10000"/>
              <a:gd name="connsiteX23-623" fmla="*/ 379 w 10000"/>
              <a:gd name="connsiteY23-624" fmla="*/ 8053 h 10000"/>
              <a:gd name="connsiteX24-625" fmla="*/ 379 w 10000"/>
              <a:gd name="connsiteY24-626" fmla="*/ 8053 h 10000"/>
              <a:gd name="connsiteX25-627" fmla="*/ 758 w 10000"/>
              <a:gd name="connsiteY25-628" fmla="*/ 8053 h 10000"/>
              <a:gd name="connsiteX26-629" fmla="*/ 1136 w 10000"/>
              <a:gd name="connsiteY26-630" fmla="*/ 8053 h 10000"/>
              <a:gd name="connsiteX27-631" fmla="*/ 1970 w 10000"/>
              <a:gd name="connsiteY27-632" fmla="*/ 8174 h 10000"/>
              <a:gd name="connsiteX28-633" fmla="*/ 2348 w 10000"/>
              <a:gd name="connsiteY28-634" fmla="*/ 8174 h 10000"/>
              <a:gd name="connsiteX29-635" fmla="*/ 3561 w 10000"/>
              <a:gd name="connsiteY29-636" fmla="*/ 8174 h 10000"/>
              <a:gd name="connsiteX30-637" fmla="*/ 4773 w 10000"/>
              <a:gd name="connsiteY30-638" fmla="*/ 8174 h 10000"/>
              <a:gd name="connsiteX31-639" fmla="*/ 5606 w 10000"/>
              <a:gd name="connsiteY31-640" fmla="*/ 8174 h 10000"/>
              <a:gd name="connsiteX32-641" fmla="*/ 5985 w 10000"/>
              <a:gd name="connsiteY32-642" fmla="*/ 8174 h 10000"/>
              <a:gd name="connsiteX33-643" fmla="*/ 6364 w 10000"/>
              <a:gd name="connsiteY33-644" fmla="*/ 8174 h 10000"/>
              <a:gd name="connsiteX34-645" fmla="*/ 6364 w 10000"/>
              <a:gd name="connsiteY34-646" fmla="*/ 8053 h 10000"/>
              <a:gd name="connsiteX35-647" fmla="*/ 6364 w 10000"/>
              <a:gd name="connsiteY35-648" fmla="*/ 7951 h 10000"/>
              <a:gd name="connsiteX36-649" fmla="*/ 6364 w 10000"/>
              <a:gd name="connsiteY36-650" fmla="*/ 7850 h 10000"/>
              <a:gd name="connsiteX37-651" fmla="*/ 6742 w 10000"/>
              <a:gd name="connsiteY37-652" fmla="*/ 7627 h 10000"/>
              <a:gd name="connsiteX38-653" fmla="*/ 6742 w 10000"/>
              <a:gd name="connsiteY38-654" fmla="*/ 7424 h 10000"/>
              <a:gd name="connsiteX39-655" fmla="*/ 6742 w 10000"/>
              <a:gd name="connsiteY39-656" fmla="*/ 7201 h 10000"/>
              <a:gd name="connsiteX40-657" fmla="*/ 6742 w 10000"/>
              <a:gd name="connsiteY40-658" fmla="*/ 6978 h 10000"/>
              <a:gd name="connsiteX41-659" fmla="*/ 6742 w 10000"/>
              <a:gd name="connsiteY41-660" fmla="*/ 6450 h 10000"/>
              <a:gd name="connsiteX42-661" fmla="*/ 6742 w 10000"/>
              <a:gd name="connsiteY42-662" fmla="*/ 6024 h 10000"/>
              <a:gd name="connsiteX43-663" fmla="*/ 6742 w 10000"/>
              <a:gd name="connsiteY43-664" fmla="*/ 5598 h 10000"/>
              <a:gd name="connsiteX44-665" fmla="*/ 6742 w 10000"/>
              <a:gd name="connsiteY44-666" fmla="*/ 5274 h 10000"/>
              <a:gd name="connsiteX45-667" fmla="*/ 6742 w 10000"/>
              <a:gd name="connsiteY45-668" fmla="*/ 5051 h 10000"/>
              <a:gd name="connsiteX46-669" fmla="*/ 6742 w 10000"/>
              <a:gd name="connsiteY46-670" fmla="*/ 4848 h 10000"/>
              <a:gd name="connsiteX47-671" fmla="*/ 6742 w 10000"/>
              <a:gd name="connsiteY47-672" fmla="*/ 4625 h 10000"/>
              <a:gd name="connsiteX48-673" fmla="*/ 6742 w 10000"/>
              <a:gd name="connsiteY48-674" fmla="*/ 4402 h 10000"/>
              <a:gd name="connsiteX49-675" fmla="*/ 6742 w 10000"/>
              <a:gd name="connsiteY49-676" fmla="*/ 4077 h 10000"/>
              <a:gd name="connsiteX50-677" fmla="*/ 6742 w 10000"/>
              <a:gd name="connsiteY50-678" fmla="*/ 3773 h 10000"/>
              <a:gd name="connsiteX51-679" fmla="*/ 6742 w 10000"/>
              <a:gd name="connsiteY51-680" fmla="*/ 3448 h 10000"/>
              <a:gd name="connsiteX52-681" fmla="*/ 6742 w 10000"/>
              <a:gd name="connsiteY52-682" fmla="*/ 3022 h 10000"/>
              <a:gd name="connsiteX53-683" fmla="*/ 6364 w 10000"/>
              <a:gd name="connsiteY53-684" fmla="*/ 2373 h 10000"/>
              <a:gd name="connsiteX54-685" fmla="*/ 5985 w 10000"/>
              <a:gd name="connsiteY54-686" fmla="*/ 1501 h 10000"/>
              <a:gd name="connsiteX55-687" fmla="*/ 5606 w 10000"/>
              <a:gd name="connsiteY55-688" fmla="*/ 751 h 10000"/>
              <a:gd name="connsiteX56-689" fmla="*/ 5152 w 10000"/>
              <a:gd name="connsiteY56-690" fmla="*/ 0 h 10000"/>
              <a:gd name="connsiteX57-691" fmla="*/ 5985 w 10000"/>
              <a:gd name="connsiteY57-692" fmla="*/ 223 h 10000"/>
              <a:gd name="connsiteX58-693" fmla="*/ 9167 w 10000"/>
              <a:gd name="connsiteY58-694" fmla="*/ 751 h 10000"/>
              <a:gd name="connsiteX59-695" fmla="*/ 10000 w 10000"/>
              <a:gd name="connsiteY59-696" fmla="*/ 974 h 10000"/>
              <a:gd name="connsiteX60-697" fmla="*/ 10000 w 10000"/>
              <a:gd name="connsiteY60-698" fmla="*/ 974 h 10000"/>
              <a:gd name="connsiteX61-699" fmla="*/ 10000 w 10000"/>
              <a:gd name="connsiteY61-700" fmla="*/ 1075 h 10000"/>
              <a:gd name="connsiteX62-701" fmla="*/ 10000 w 10000"/>
              <a:gd name="connsiteY62-702" fmla="*/ 1400 h 10000"/>
              <a:gd name="connsiteX63-703" fmla="*/ 10000 w 10000"/>
              <a:gd name="connsiteY63-704" fmla="*/ 1501 h 10000"/>
              <a:gd name="connsiteX64-705" fmla="*/ 9545 w 10000"/>
              <a:gd name="connsiteY64-706" fmla="*/ 1501 h 10000"/>
              <a:gd name="connsiteX65-707" fmla="*/ 9545 w 10000"/>
              <a:gd name="connsiteY65-708" fmla="*/ 1623 h 10000"/>
              <a:gd name="connsiteX66-709" fmla="*/ 9545 w 10000"/>
              <a:gd name="connsiteY66-710" fmla="*/ 1724 h 10000"/>
              <a:gd name="connsiteX67-711" fmla="*/ 9545 w 10000"/>
              <a:gd name="connsiteY67-712" fmla="*/ 1826 h 10000"/>
              <a:gd name="connsiteX68-713" fmla="*/ 9545 w 10000"/>
              <a:gd name="connsiteY68-714" fmla="*/ 2049 h 10000"/>
              <a:gd name="connsiteX69-715" fmla="*/ 9545 w 10000"/>
              <a:gd name="connsiteY69-716" fmla="*/ 2150 h 10000"/>
              <a:gd name="connsiteX70-717" fmla="*/ 9545 w 10000"/>
              <a:gd name="connsiteY70-718" fmla="*/ 2373 h 10000"/>
              <a:gd name="connsiteX71-719" fmla="*/ 9545 w 10000"/>
              <a:gd name="connsiteY71-720" fmla="*/ 2576 h 10000"/>
              <a:gd name="connsiteX72-721" fmla="*/ 9545 w 10000"/>
              <a:gd name="connsiteY72-722" fmla="*/ 2799 h 10000"/>
              <a:gd name="connsiteX73-723" fmla="*/ 9545 w 10000"/>
              <a:gd name="connsiteY73-724" fmla="*/ 3022 h 10000"/>
              <a:gd name="connsiteX74-725" fmla="*/ 9545 w 10000"/>
              <a:gd name="connsiteY74-726" fmla="*/ 3327 h 10000"/>
              <a:gd name="connsiteX75-727" fmla="*/ 9545 w 10000"/>
              <a:gd name="connsiteY75-728" fmla="*/ 3550 h 10000"/>
              <a:gd name="connsiteX76-729" fmla="*/ 9545 w 10000"/>
              <a:gd name="connsiteY76-730" fmla="*/ 3874 h 10000"/>
              <a:gd name="connsiteX77-731" fmla="*/ 9545 w 10000"/>
              <a:gd name="connsiteY77-732" fmla="*/ 4199 h 10000"/>
              <a:gd name="connsiteX78-733" fmla="*/ 9545 w 10000"/>
              <a:gd name="connsiteY78-734" fmla="*/ 4523 h 10000"/>
              <a:gd name="connsiteX79-735" fmla="*/ 9545 w 10000"/>
              <a:gd name="connsiteY79-736" fmla="*/ 4949 h 10000"/>
              <a:gd name="connsiteX80-737" fmla="*/ 9545 w 10000"/>
              <a:gd name="connsiteY80-738" fmla="*/ 5700 h 10000"/>
              <a:gd name="connsiteX81-739" fmla="*/ 9545 w 10000"/>
              <a:gd name="connsiteY81-740" fmla="*/ 6349 h 10000"/>
              <a:gd name="connsiteX82-741" fmla="*/ 9545 w 10000"/>
              <a:gd name="connsiteY82-742" fmla="*/ 6876 h 10000"/>
              <a:gd name="connsiteX83-743" fmla="*/ 9545 w 10000"/>
              <a:gd name="connsiteY83-744" fmla="*/ 7424 h 10000"/>
              <a:gd name="connsiteX84-745" fmla="*/ 9545 w 10000"/>
              <a:gd name="connsiteY84-746" fmla="*/ 7850 h 10000"/>
              <a:gd name="connsiteX85-747" fmla="*/ 9545 w 10000"/>
              <a:gd name="connsiteY85-748" fmla="*/ 8174 h 10000"/>
              <a:gd name="connsiteX86-749" fmla="*/ 9545 w 10000"/>
              <a:gd name="connsiteY86-750" fmla="*/ 8499 h 10000"/>
              <a:gd name="connsiteX87-751" fmla="*/ 9545 w 10000"/>
              <a:gd name="connsiteY87-752" fmla="*/ 8600 h 10000"/>
              <a:gd name="connsiteX88-753" fmla="*/ 9545 w 10000"/>
              <a:gd name="connsiteY88-754" fmla="*/ 8702 h 10000"/>
              <a:gd name="connsiteX89-755" fmla="*/ 9167 w 10000"/>
              <a:gd name="connsiteY89-756" fmla="*/ 9026 h 10000"/>
              <a:gd name="connsiteX90-757" fmla="*/ 8788 w 10000"/>
              <a:gd name="connsiteY90-758" fmla="*/ 9249 h 10000"/>
              <a:gd name="connsiteX91-759" fmla="*/ 8333 w 10000"/>
              <a:gd name="connsiteY91-760" fmla="*/ 9554 h 10000"/>
              <a:gd name="connsiteX92-761" fmla="*/ 7576 w 10000"/>
              <a:gd name="connsiteY92-762" fmla="*/ 9675 h 10000"/>
              <a:gd name="connsiteX93-763" fmla="*/ 7576 w 10000"/>
              <a:gd name="connsiteY93-764" fmla="*/ 9675 h 10000"/>
              <a:gd name="connsiteX0-765" fmla="*/ 7576 w 10000"/>
              <a:gd name="connsiteY0-766" fmla="*/ 9675 h 10000"/>
              <a:gd name="connsiteX1-767" fmla="*/ 7197 w 10000"/>
              <a:gd name="connsiteY1-768" fmla="*/ 9878 h 10000"/>
              <a:gd name="connsiteX2-769" fmla="*/ 6742 w 10000"/>
              <a:gd name="connsiteY2-770" fmla="*/ 10000 h 10000"/>
              <a:gd name="connsiteX3-771" fmla="*/ 6364 w 10000"/>
              <a:gd name="connsiteY3-772" fmla="*/ 10000 h 10000"/>
              <a:gd name="connsiteX4-773" fmla="*/ 5606 w 10000"/>
              <a:gd name="connsiteY4-774" fmla="*/ 10000 h 10000"/>
              <a:gd name="connsiteX5-775" fmla="*/ 5606 w 10000"/>
              <a:gd name="connsiteY5-776" fmla="*/ 10000 h 10000"/>
              <a:gd name="connsiteX6-777" fmla="*/ 5152 w 10000"/>
              <a:gd name="connsiteY6-778" fmla="*/ 9878 h 10000"/>
              <a:gd name="connsiteX7-779" fmla="*/ 4773 w 10000"/>
              <a:gd name="connsiteY7-780" fmla="*/ 9777 h 10000"/>
              <a:gd name="connsiteX8-781" fmla="*/ 4773 w 10000"/>
              <a:gd name="connsiteY8-782" fmla="*/ 9554 h 10000"/>
              <a:gd name="connsiteX9-783" fmla="*/ 4394 w 10000"/>
              <a:gd name="connsiteY9-784" fmla="*/ 9351 h 10000"/>
              <a:gd name="connsiteX10-785" fmla="*/ 3939 w 10000"/>
              <a:gd name="connsiteY10-786" fmla="*/ 9128 h 10000"/>
              <a:gd name="connsiteX11-787" fmla="*/ 3182 w 10000"/>
              <a:gd name="connsiteY11-788" fmla="*/ 8803 h 10000"/>
              <a:gd name="connsiteX12-789" fmla="*/ 2348 w 10000"/>
              <a:gd name="connsiteY12-790" fmla="*/ 8600 h 10000"/>
              <a:gd name="connsiteX13-791" fmla="*/ 1591 w 10000"/>
              <a:gd name="connsiteY13-792" fmla="*/ 8499 h 10000"/>
              <a:gd name="connsiteX14-793" fmla="*/ 1136 w 10000"/>
              <a:gd name="connsiteY14-794" fmla="*/ 8377 h 10000"/>
              <a:gd name="connsiteX15-795" fmla="*/ 758 w 10000"/>
              <a:gd name="connsiteY15-796" fmla="*/ 8276 h 10000"/>
              <a:gd name="connsiteX16-797" fmla="*/ 379 w 10000"/>
              <a:gd name="connsiteY16-798" fmla="*/ 8276 h 10000"/>
              <a:gd name="connsiteX17-799" fmla="*/ 0 w 10000"/>
              <a:gd name="connsiteY17-800" fmla="*/ 8174 h 10000"/>
              <a:gd name="connsiteX18-801" fmla="*/ 0 w 10000"/>
              <a:gd name="connsiteY18-802" fmla="*/ 8174 h 10000"/>
              <a:gd name="connsiteX19-803" fmla="*/ 0 w 10000"/>
              <a:gd name="connsiteY19-804" fmla="*/ 8174 h 10000"/>
              <a:gd name="connsiteX20-805" fmla="*/ 0 w 10000"/>
              <a:gd name="connsiteY20-806" fmla="*/ 8053 h 10000"/>
              <a:gd name="connsiteX21-807" fmla="*/ 0 w 10000"/>
              <a:gd name="connsiteY21-808" fmla="*/ 8053 h 10000"/>
              <a:gd name="connsiteX22-809" fmla="*/ 0 w 10000"/>
              <a:gd name="connsiteY22-810" fmla="*/ 8053 h 10000"/>
              <a:gd name="connsiteX23-811" fmla="*/ 379 w 10000"/>
              <a:gd name="connsiteY23-812" fmla="*/ 8053 h 10000"/>
              <a:gd name="connsiteX24-813" fmla="*/ 379 w 10000"/>
              <a:gd name="connsiteY24-814" fmla="*/ 8053 h 10000"/>
              <a:gd name="connsiteX25-815" fmla="*/ 758 w 10000"/>
              <a:gd name="connsiteY25-816" fmla="*/ 8053 h 10000"/>
              <a:gd name="connsiteX26-817" fmla="*/ 1136 w 10000"/>
              <a:gd name="connsiteY26-818" fmla="*/ 8053 h 10000"/>
              <a:gd name="connsiteX27-819" fmla="*/ 1970 w 10000"/>
              <a:gd name="connsiteY27-820" fmla="*/ 8174 h 10000"/>
              <a:gd name="connsiteX28-821" fmla="*/ 2348 w 10000"/>
              <a:gd name="connsiteY28-822" fmla="*/ 8174 h 10000"/>
              <a:gd name="connsiteX29-823" fmla="*/ 3561 w 10000"/>
              <a:gd name="connsiteY29-824" fmla="*/ 8174 h 10000"/>
              <a:gd name="connsiteX30-825" fmla="*/ 4773 w 10000"/>
              <a:gd name="connsiteY30-826" fmla="*/ 8174 h 10000"/>
              <a:gd name="connsiteX31-827" fmla="*/ 5606 w 10000"/>
              <a:gd name="connsiteY31-828" fmla="*/ 8174 h 10000"/>
              <a:gd name="connsiteX32-829" fmla="*/ 5985 w 10000"/>
              <a:gd name="connsiteY32-830" fmla="*/ 8174 h 10000"/>
              <a:gd name="connsiteX33-831" fmla="*/ 6364 w 10000"/>
              <a:gd name="connsiteY33-832" fmla="*/ 8174 h 10000"/>
              <a:gd name="connsiteX34-833" fmla="*/ 6364 w 10000"/>
              <a:gd name="connsiteY34-834" fmla="*/ 8053 h 10000"/>
              <a:gd name="connsiteX35-835" fmla="*/ 6364 w 10000"/>
              <a:gd name="connsiteY35-836" fmla="*/ 7951 h 10000"/>
              <a:gd name="connsiteX36-837" fmla="*/ 6364 w 10000"/>
              <a:gd name="connsiteY36-838" fmla="*/ 7850 h 10000"/>
              <a:gd name="connsiteX37-839" fmla="*/ 6742 w 10000"/>
              <a:gd name="connsiteY37-840" fmla="*/ 7627 h 10000"/>
              <a:gd name="connsiteX38-841" fmla="*/ 6742 w 10000"/>
              <a:gd name="connsiteY38-842" fmla="*/ 7424 h 10000"/>
              <a:gd name="connsiteX39-843" fmla="*/ 6742 w 10000"/>
              <a:gd name="connsiteY39-844" fmla="*/ 7201 h 10000"/>
              <a:gd name="connsiteX40-845" fmla="*/ 6742 w 10000"/>
              <a:gd name="connsiteY40-846" fmla="*/ 6978 h 10000"/>
              <a:gd name="connsiteX41-847" fmla="*/ 6742 w 10000"/>
              <a:gd name="connsiteY41-848" fmla="*/ 6450 h 10000"/>
              <a:gd name="connsiteX42-849" fmla="*/ 6742 w 10000"/>
              <a:gd name="connsiteY42-850" fmla="*/ 6024 h 10000"/>
              <a:gd name="connsiteX43-851" fmla="*/ 6742 w 10000"/>
              <a:gd name="connsiteY43-852" fmla="*/ 5598 h 10000"/>
              <a:gd name="connsiteX44-853" fmla="*/ 6742 w 10000"/>
              <a:gd name="connsiteY44-854" fmla="*/ 5274 h 10000"/>
              <a:gd name="connsiteX45-855" fmla="*/ 6742 w 10000"/>
              <a:gd name="connsiteY45-856" fmla="*/ 5051 h 10000"/>
              <a:gd name="connsiteX46-857" fmla="*/ 6742 w 10000"/>
              <a:gd name="connsiteY46-858" fmla="*/ 4848 h 10000"/>
              <a:gd name="connsiteX47-859" fmla="*/ 6742 w 10000"/>
              <a:gd name="connsiteY47-860" fmla="*/ 4625 h 10000"/>
              <a:gd name="connsiteX48-861" fmla="*/ 6742 w 10000"/>
              <a:gd name="connsiteY48-862" fmla="*/ 4402 h 10000"/>
              <a:gd name="connsiteX49-863" fmla="*/ 6742 w 10000"/>
              <a:gd name="connsiteY49-864" fmla="*/ 4077 h 10000"/>
              <a:gd name="connsiteX50-865" fmla="*/ 6742 w 10000"/>
              <a:gd name="connsiteY50-866" fmla="*/ 3773 h 10000"/>
              <a:gd name="connsiteX51-867" fmla="*/ 6742 w 10000"/>
              <a:gd name="connsiteY51-868" fmla="*/ 3448 h 10000"/>
              <a:gd name="connsiteX52-869" fmla="*/ 6742 w 10000"/>
              <a:gd name="connsiteY52-870" fmla="*/ 3022 h 10000"/>
              <a:gd name="connsiteX53-871" fmla="*/ 6364 w 10000"/>
              <a:gd name="connsiteY53-872" fmla="*/ 2373 h 10000"/>
              <a:gd name="connsiteX54-873" fmla="*/ 5985 w 10000"/>
              <a:gd name="connsiteY54-874" fmla="*/ 1501 h 10000"/>
              <a:gd name="connsiteX55-875" fmla="*/ 5606 w 10000"/>
              <a:gd name="connsiteY55-876" fmla="*/ 751 h 10000"/>
              <a:gd name="connsiteX56-877" fmla="*/ 5152 w 10000"/>
              <a:gd name="connsiteY56-878" fmla="*/ 0 h 10000"/>
              <a:gd name="connsiteX57-879" fmla="*/ 9167 w 10000"/>
              <a:gd name="connsiteY57-880" fmla="*/ 751 h 10000"/>
              <a:gd name="connsiteX58-881" fmla="*/ 10000 w 10000"/>
              <a:gd name="connsiteY58-882" fmla="*/ 974 h 10000"/>
              <a:gd name="connsiteX59-883" fmla="*/ 10000 w 10000"/>
              <a:gd name="connsiteY59-884" fmla="*/ 974 h 10000"/>
              <a:gd name="connsiteX60-885" fmla="*/ 10000 w 10000"/>
              <a:gd name="connsiteY60-886" fmla="*/ 1075 h 10000"/>
              <a:gd name="connsiteX61-887" fmla="*/ 10000 w 10000"/>
              <a:gd name="connsiteY61-888" fmla="*/ 1400 h 10000"/>
              <a:gd name="connsiteX62-889" fmla="*/ 10000 w 10000"/>
              <a:gd name="connsiteY62-890" fmla="*/ 1501 h 10000"/>
              <a:gd name="connsiteX63-891" fmla="*/ 9545 w 10000"/>
              <a:gd name="connsiteY63-892" fmla="*/ 1501 h 10000"/>
              <a:gd name="connsiteX64-893" fmla="*/ 9545 w 10000"/>
              <a:gd name="connsiteY64-894" fmla="*/ 1623 h 10000"/>
              <a:gd name="connsiteX65-895" fmla="*/ 9545 w 10000"/>
              <a:gd name="connsiteY65-896" fmla="*/ 1724 h 10000"/>
              <a:gd name="connsiteX66-897" fmla="*/ 9545 w 10000"/>
              <a:gd name="connsiteY66-898" fmla="*/ 1826 h 10000"/>
              <a:gd name="connsiteX67-899" fmla="*/ 9545 w 10000"/>
              <a:gd name="connsiteY67-900" fmla="*/ 2049 h 10000"/>
              <a:gd name="connsiteX68-901" fmla="*/ 9545 w 10000"/>
              <a:gd name="connsiteY68-902" fmla="*/ 2150 h 10000"/>
              <a:gd name="connsiteX69-903" fmla="*/ 9545 w 10000"/>
              <a:gd name="connsiteY69-904" fmla="*/ 2373 h 10000"/>
              <a:gd name="connsiteX70-905" fmla="*/ 9545 w 10000"/>
              <a:gd name="connsiteY70-906" fmla="*/ 2576 h 10000"/>
              <a:gd name="connsiteX71-907" fmla="*/ 9545 w 10000"/>
              <a:gd name="connsiteY71-908" fmla="*/ 2799 h 10000"/>
              <a:gd name="connsiteX72-909" fmla="*/ 9545 w 10000"/>
              <a:gd name="connsiteY72-910" fmla="*/ 3022 h 10000"/>
              <a:gd name="connsiteX73-911" fmla="*/ 9545 w 10000"/>
              <a:gd name="connsiteY73-912" fmla="*/ 3327 h 10000"/>
              <a:gd name="connsiteX74-913" fmla="*/ 9545 w 10000"/>
              <a:gd name="connsiteY74-914" fmla="*/ 3550 h 10000"/>
              <a:gd name="connsiteX75-915" fmla="*/ 9545 w 10000"/>
              <a:gd name="connsiteY75-916" fmla="*/ 3874 h 10000"/>
              <a:gd name="connsiteX76-917" fmla="*/ 9545 w 10000"/>
              <a:gd name="connsiteY76-918" fmla="*/ 4199 h 10000"/>
              <a:gd name="connsiteX77-919" fmla="*/ 9545 w 10000"/>
              <a:gd name="connsiteY77-920" fmla="*/ 4523 h 10000"/>
              <a:gd name="connsiteX78-921" fmla="*/ 9545 w 10000"/>
              <a:gd name="connsiteY78-922" fmla="*/ 4949 h 10000"/>
              <a:gd name="connsiteX79-923" fmla="*/ 9545 w 10000"/>
              <a:gd name="connsiteY79-924" fmla="*/ 5700 h 10000"/>
              <a:gd name="connsiteX80-925" fmla="*/ 9545 w 10000"/>
              <a:gd name="connsiteY80-926" fmla="*/ 6349 h 10000"/>
              <a:gd name="connsiteX81-927" fmla="*/ 9545 w 10000"/>
              <a:gd name="connsiteY81-928" fmla="*/ 6876 h 10000"/>
              <a:gd name="connsiteX82-929" fmla="*/ 9545 w 10000"/>
              <a:gd name="connsiteY82-930" fmla="*/ 7424 h 10000"/>
              <a:gd name="connsiteX83-931" fmla="*/ 9545 w 10000"/>
              <a:gd name="connsiteY83-932" fmla="*/ 7850 h 10000"/>
              <a:gd name="connsiteX84-933" fmla="*/ 9545 w 10000"/>
              <a:gd name="connsiteY84-934" fmla="*/ 8174 h 10000"/>
              <a:gd name="connsiteX85-935" fmla="*/ 9545 w 10000"/>
              <a:gd name="connsiteY85-936" fmla="*/ 8499 h 10000"/>
              <a:gd name="connsiteX86-937" fmla="*/ 9545 w 10000"/>
              <a:gd name="connsiteY86-938" fmla="*/ 8600 h 10000"/>
              <a:gd name="connsiteX87-939" fmla="*/ 9545 w 10000"/>
              <a:gd name="connsiteY87-940" fmla="*/ 8702 h 10000"/>
              <a:gd name="connsiteX88-941" fmla="*/ 9167 w 10000"/>
              <a:gd name="connsiteY88-942" fmla="*/ 9026 h 10000"/>
              <a:gd name="connsiteX89-943" fmla="*/ 8788 w 10000"/>
              <a:gd name="connsiteY89-944" fmla="*/ 9249 h 10000"/>
              <a:gd name="connsiteX90-945" fmla="*/ 8333 w 10000"/>
              <a:gd name="connsiteY90-946" fmla="*/ 9554 h 10000"/>
              <a:gd name="connsiteX91-947" fmla="*/ 7576 w 10000"/>
              <a:gd name="connsiteY91-948" fmla="*/ 9675 h 10000"/>
              <a:gd name="connsiteX92-949" fmla="*/ 7576 w 10000"/>
              <a:gd name="connsiteY92-950" fmla="*/ 9675 h 10000"/>
              <a:gd name="connsiteX0-951" fmla="*/ 7576 w 10000"/>
              <a:gd name="connsiteY0-952" fmla="*/ 8924 h 9249"/>
              <a:gd name="connsiteX1-953" fmla="*/ 7197 w 10000"/>
              <a:gd name="connsiteY1-954" fmla="*/ 9127 h 9249"/>
              <a:gd name="connsiteX2-955" fmla="*/ 6742 w 10000"/>
              <a:gd name="connsiteY2-956" fmla="*/ 9249 h 9249"/>
              <a:gd name="connsiteX3-957" fmla="*/ 6364 w 10000"/>
              <a:gd name="connsiteY3-958" fmla="*/ 9249 h 9249"/>
              <a:gd name="connsiteX4-959" fmla="*/ 5606 w 10000"/>
              <a:gd name="connsiteY4-960" fmla="*/ 9249 h 9249"/>
              <a:gd name="connsiteX5-961" fmla="*/ 5606 w 10000"/>
              <a:gd name="connsiteY5-962" fmla="*/ 9249 h 9249"/>
              <a:gd name="connsiteX6-963" fmla="*/ 5152 w 10000"/>
              <a:gd name="connsiteY6-964" fmla="*/ 9127 h 9249"/>
              <a:gd name="connsiteX7-965" fmla="*/ 4773 w 10000"/>
              <a:gd name="connsiteY7-966" fmla="*/ 9026 h 9249"/>
              <a:gd name="connsiteX8-967" fmla="*/ 4773 w 10000"/>
              <a:gd name="connsiteY8-968" fmla="*/ 8803 h 9249"/>
              <a:gd name="connsiteX9-969" fmla="*/ 4394 w 10000"/>
              <a:gd name="connsiteY9-970" fmla="*/ 8600 h 9249"/>
              <a:gd name="connsiteX10-971" fmla="*/ 3939 w 10000"/>
              <a:gd name="connsiteY10-972" fmla="*/ 8377 h 9249"/>
              <a:gd name="connsiteX11-973" fmla="*/ 3182 w 10000"/>
              <a:gd name="connsiteY11-974" fmla="*/ 8052 h 9249"/>
              <a:gd name="connsiteX12-975" fmla="*/ 2348 w 10000"/>
              <a:gd name="connsiteY12-976" fmla="*/ 7849 h 9249"/>
              <a:gd name="connsiteX13-977" fmla="*/ 1591 w 10000"/>
              <a:gd name="connsiteY13-978" fmla="*/ 7748 h 9249"/>
              <a:gd name="connsiteX14-979" fmla="*/ 1136 w 10000"/>
              <a:gd name="connsiteY14-980" fmla="*/ 7626 h 9249"/>
              <a:gd name="connsiteX15-981" fmla="*/ 758 w 10000"/>
              <a:gd name="connsiteY15-982" fmla="*/ 7525 h 9249"/>
              <a:gd name="connsiteX16-983" fmla="*/ 379 w 10000"/>
              <a:gd name="connsiteY16-984" fmla="*/ 7525 h 9249"/>
              <a:gd name="connsiteX17-985" fmla="*/ 0 w 10000"/>
              <a:gd name="connsiteY17-986" fmla="*/ 7423 h 9249"/>
              <a:gd name="connsiteX18-987" fmla="*/ 0 w 10000"/>
              <a:gd name="connsiteY18-988" fmla="*/ 7423 h 9249"/>
              <a:gd name="connsiteX19-989" fmla="*/ 0 w 10000"/>
              <a:gd name="connsiteY19-990" fmla="*/ 7423 h 9249"/>
              <a:gd name="connsiteX20-991" fmla="*/ 0 w 10000"/>
              <a:gd name="connsiteY20-992" fmla="*/ 7302 h 9249"/>
              <a:gd name="connsiteX21-993" fmla="*/ 0 w 10000"/>
              <a:gd name="connsiteY21-994" fmla="*/ 7302 h 9249"/>
              <a:gd name="connsiteX22-995" fmla="*/ 0 w 10000"/>
              <a:gd name="connsiteY22-996" fmla="*/ 7302 h 9249"/>
              <a:gd name="connsiteX23-997" fmla="*/ 379 w 10000"/>
              <a:gd name="connsiteY23-998" fmla="*/ 7302 h 9249"/>
              <a:gd name="connsiteX24-999" fmla="*/ 379 w 10000"/>
              <a:gd name="connsiteY24-1000" fmla="*/ 7302 h 9249"/>
              <a:gd name="connsiteX25-1001" fmla="*/ 758 w 10000"/>
              <a:gd name="connsiteY25-1002" fmla="*/ 7302 h 9249"/>
              <a:gd name="connsiteX26-1003" fmla="*/ 1136 w 10000"/>
              <a:gd name="connsiteY26-1004" fmla="*/ 7302 h 9249"/>
              <a:gd name="connsiteX27-1005" fmla="*/ 1970 w 10000"/>
              <a:gd name="connsiteY27-1006" fmla="*/ 7423 h 9249"/>
              <a:gd name="connsiteX28-1007" fmla="*/ 2348 w 10000"/>
              <a:gd name="connsiteY28-1008" fmla="*/ 7423 h 9249"/>
              <a:gd name="connsiteX29-1009" fmla="*/ 3561 w 10000"/>
              <a:gd name="connsiteY29-1010" fmla="*/ 7423 h 9249"/>
              <a:gd name="connsiteX30-1011" fmla="*/ 4773 w 10000"/>
              <a:gd name="connsiteY30-1012" fmla="*/ 7423 h 9249"/>
              <a:gd name="connsiteX31-1013" fmla="*/ 5606 w 10000"/>
              <a:gd name="connsiteY31-1014" fmla="*/ 7423 h 9249"/>
              <a:gd name="connsiteX32-1015" fmla="*/ 5985 w 10000"/>
              <a:gd name="connsiteY32-1016" fmla="*/ 7423 h 9249"/>
              <a:gd name="connsiteX33-1017" fmla="*/ 6364 w 10000"/>
              <a:gd name="connsiteY33-1018" fmla="*/ 7423 h 9249"/>
              <a:gd name="connsiteX34-1019" fmla="*/ 6364 w 10000"/>
              <a:gd name="connsiteY34-1020" fmla="*/ 7302 h 9249"/>
              <a:gd name="connsiteX35-1021" fmla="*/ 6364 w 10000"/>
              <a:gd name="connsiteY35-1022" fmla="*/ 7200 h 9249"/>
              <a:gd name="connsiteX36-1023" fmla="*/ 6364 w 10000"/>
              <a:gd name="connsiteY36-1024" fmla="*/ 7099 h 9249"/>
              <a:gd name="connsiteX37-1025" fmla="*/ 6742 w 10000"/>
              <a:gd name="connsiteY37-1026" fmla="*/ 6876 h 9249"/>
              <a:gd name="connsiteX38-1027" fmla="*/ 6742 w 10000"/>
              <a:gd name="connsiteY38-1028" fmla="*/ 6673 h 9249"/>
              <a:gd name="connsiteX39-1029" fmla="*/ 6742 w 10000"/>
              <a:gd name="connsiteY39-1030" fmla="*/ 6450 h 9249"/>
              <a:gd name="connsiteX40-1031" fmla="*/ 6742 w 10000"/>
              <a:gd name="connsiteY40-1032" fmla="*/ 6227 h 9249"/>
              <a:gd name="connsiteX41-1033" fmla="*/ 6742 w 10000"/>
              <a:gd name="connsiteY41-1034" fmla="*/ 5699 h 9249"/>
              <a:gd name="connsiteX42-1035" fmla="*/ 6742 w 10000"/>
              <a:gd name="connsiteY42-1036" fmla="*/ 5273 h 9249"/>
              <a:gd name="connsiteX43-1037" fmla="*/ 6742 w 10000"/>
              <a:gd name="connsiteY43-1038" fmla="*/ 4847 h 9249"/>
              <a:gd name="connsiteX44-1039" fmla="*/ 6742 w 10000"/>
              <a:gd name="connsiteY44-1040" fmla="*/ 4523 h 9249"/>
              <a:gd name="connsiteX45-1041" fmla="*/ 6742 w 10000"/>
              <a:gd name="connsiteY45-1042" fmla="*/ 4300 h 9249"/>
              <a:gd name="connsiteX46-1043" fmla="*/ 6742 w 10000"/>
              <a:gd name="connsiteY46-1044" fmla="*/ 4097 h 9249"/>
              <a:gd name="connsiteX47-1045" fmla="*/ 6742 w 10000"/>
              <a:gd name="connsiteY47-1046" fmla="*/ 3874 h 9249"/>
              <a:gd name="connsiteX48-1047" fmla="*/ 6742 w 10000"/>
              <a:gd name="connsiteY48-1048" fmla="*/ 3651 h 9249"/>
              <a:gd name="connsiteX49-1049" fmla="*/ 6742 w 10000"/>
              <a:gd name="connsiteY49-1050" fmla="*/ 3326 h 9249"/>
              <a:gd name="connsiteX50-1051" fmla="*/ 6742 w 10000"/>
              <a:gd name="connsiteY50-1052" fmla="*/ 3022 h 9249"/>
              <a:gd name="connsiteX51-1053" fmla="*/ 6742 w 10000"/>
              <a:gd name="connsiteY51-1054" fmla="*/ 2697 h 9249"/>
              <a:gd name="connsiteX52-1055" fmla="*/ 6742 w 10000"/>
              <a:gd name="connsiteY52-1056" fmla="*/ 2271 h 9249"/>
              <a:gd name="connsiteX53-1057" fmla="*/ 6364 w 10000"/>
              <a:gd name="connsiteY53-1058" fmla="*/ 1622 h 9249"/>
              <a:gd name="connsiteX54-1059" fmla="*/ 5985 w 10000"/>
              <a:gd name="connsiteY54-1060" fmla="*/ 750 h 9249"/>
              <a:gd name="connsiteX55-1061" fmla="*/ 5606 w 10000"/>
              <a:gd name="connsiteY55-1062" fmla="*/ 0 h 9249"/>
              <a:gd name="connsiteX56-1063" fmla="*/ 9167 w 10000"/>
              <a:gd name="connsiteY56-1064" fmla="*/ 0 h 9249"/>
              <a:gd name="connsiteX57-1065" fmla="*/ 10000 w 10000"/>
              <a:gd name="connsiteY57-1066" fmla="*/ 223 h 9249"/>
              <a:gd name="connsiteX58-1067" fmla="*/ 10000 w 10000"/>
              <a:gd name="connsiteY58-1068" fmla="*/ 223 h 9249"/>
              <a:gd name="connsiteX59-1069" fmla="*/ 10000 w 10000"/>
              <a:gd name="connsiteY59-1070" fmla="*/ 324 h 9249"/>
              <a:gd name="connsiteX60-1071" fmla="*/ 10000 w 10000"/>
              <a:gd name="connsiteY60-1072" fmla="*/ 649 h 9249"/>
              <a:gd name="connsiteX61-1073" fmla="*/ 10000 w 10000"/>
              <a:gd name="connsiteY61-1074" fmla="*/ 750 h 9249"/>
              <a:gd name="connsiteX62-1075" fmla="*/ 9545 w 10000"/>
              <a:gd name="connsiteY62-1076" fmla="*/ 750 h 9249"/>
              <a:gd name="connsiteX63-1077" fmla="*/ 9545 w 10000"/>
              <a:gd name="connsiteY63-1078" fmla="*/ 872 h 9249"/>
              <a:gd name="connsiteX64-1079" fmla="*/ 9545 w 10000"/>
              <a:gd name="connsiteY64-1080" fmla="*/ 973 h 9249"/>
              <a:gd name="connsiteX65-1081" fmla="*/ 9545 w 10000"/>
              <a:gd name="connsiteY65-1082" fmla="*/ 1075 h 9249"/>
              <a:gd name="connsiteX66-1083" fmla="*/ 9545 w 10000"/>
              <a:gd name="connsiteY66-1084" fmla="*/ 1298 h 9249"/>
              <a:gd name="connsiteX67-1085" fmla="*/ 9545 w 10000"/>
              <a:gd name="connsiteY67-1086" fmla="*/ 1399 h 9249"/>
              <a:gd name="connsiteX68-1087" fmla="*/ 9545 w 10000"/>
              <a:gd name="connsiteY68-1088" fmla="*/ 1622 h 9249"/>
              <a:gd name="connsiteX69-1089" fmla="*/ 9545 w 10000"/>
              <a:gd name="connsiteY69-1090" fmla="*/ 1825 h 9249"/>
              <a:gd name="connsiteX70-1091" fmla="*/ 9545 w 10000"/>
              <a:gd name="connsiteY70-1092" fmla="*/ 2048 h 9249"/>
              <a:gd name="connsiteX71-1093" fmla="*/ 9545 w 10000"/>
              <a:gd name="connsiteY71-1094" fmla="*/ 2271 h 9249"/>
              <a:gd name="connsiteX72-1095" fmla="*/ 9545 w 10000"/>
              <a:gd name="connsiteY72-1096" fmla="*/ 2576 h 9249"/>
              <a:gd name="connsiteX73-1097" fmla="*/ 9545 w 10000"/>
              <a:gd name="connsiteY73-1098" fmla="*/ 2799 h 9249"/>
              <a:gd name="connsiteX74-1099" fmla="*/ 9545 w 10000"/>
              <a:gd name="connsiteY74-1100" fmla="*/ 3123 h 9249"/>
              <a:gd name="connsiteX75-1101" fmla="*/ 9545 w 10000"/>
              <a:gd name="connsiteY75-1102" fmla="*/ 3448 h 9249"/>
              <a:gd name="connsiteX76-1103" fmla="*/ 9545 w 10000"/>
              <a:gd name="connsiteY76-1104" fmla="*/ 3772 h 9249"/>
              <a:gd name="connsiteX77-1105" fmla="*/ 9545 w 10000"/>
              <a:gd name="connsiteY77-1106" fmla="*/ 4198 h 9249"/>
              <a:gd name="connsiteX78-1107" fmla="*/ 9545 w 10000"/>
              <a:gd name="connsiteY78-1108" fmla="*/ 4949 h 9249"/>
              <a:gd name="connsiteX79-1109" fmla="*/ 9545 w 10000"/>
              <a:gd name="connsiteY79-1110" fmla="*/ 5598 h 9249"/>
              <a:gd name="connsiteX80-1111" fmla="*/ 9545 w 10000"/>
              <a:gd name="connsiteY80-1112" fmla="*/ 6125 h 9249"/>
              <a:gd name="connsiteX81-1113" fmla="*/ 9545 w 10000"/>
              <a:gd name="connsiteY81-1114" fmla="*/ 6673 h 9249"/>
              <a:gd name="connsiteX82-1115" fmla="*/ 9545 w 10000"/>
              <a:gd name="connsiteY82-1116" fmla="*/ 7099 h 9249"/>
              <a:gd name="connsiteX83-1117" fmla="*/ 9545 w 10000"/>
              <a:gd name="connsiteY83-1118" fmla="*/ 7423 h 9249"/>
              <a:gd name="connsiteX84-1119" fmla="*/ 9545 w 10000"/>
              <a:gd name="connsiteY84-1120" fmla="*/ 7748 h 9249"/>
              <a:gd name="connsiteX85-1121" fmla="*/ 9545 w 10000"/>
              <a:gd name="connsiteY85-1122" fmla="*/ 7849 h 9249"/>
              <a:gd name="connsiteX86-1123" fmla="*/ 9545 w 10000"/>
              <a:gd name="connsiteY86-1124" fmla="*/ 7951 h 9249"/>
              <a:gd name="connsiteX87-1125" fmla="*/ 9167 w 10000"/>
              <a:gd name="connsiteY87-1126" fmla="*/ 8275 h 9249"/>
              <a:gd name="connsiteX88-1127" fmla="*/ 8788 w 10000"/>
              <a:gd name="connsiteY88-1128" fmla="*/ 8498 h 9249"/>
              <a:gd name="connsiteX89-1129" fmla="*/ 8333 w 10000"/>
              <a:gd name="connsiteY89-1130" fmla="*/ 8803 h 9249"/>
              <a:gd name="connsiteX90-1131" fmla="*/ 7576 w 10000"/>
              <a:gd name="connsiteY90-1132" fmla="*/ 8924 h 9249"/>
              <a:gd name="connsiteX91-1133" fmla="*/ 7576 w 10000"/>
              <a:gd name="connsiteY91-1134" fmla="*/ 8924 h 9249"/>
              <a:gd name="connsiteX0-1135" fmla="*/ 7576 w 10000"/>
              <a:gd name="connsiteY0-1136" fmla="*/ 9649 h 10000"/>
              <a:gd name="connsiteX1-1137" fmla="*/ 7197 w 10000"/>
              <a:gd name="connsiteY1-1138" fmla="*/ 9868 h 10000"/>
              <a:gd name="connsiteX2-1139" fmla="*/ 6742 w 10000"/>
              <a:gd name="connsiteY2-1140" fmla="*/ 10000 h 10000"/>
              <a:gd name="connsiteX3-1141" fmla="*/ 6364 w 10000"/>
              <a:gd name="connsiteY3-1142" fmla="*/ 10000 h 10000"/>
              <a:gd name="connsiteX4-1143" fmla="*/ 5606 w 10000"/>
              <a:gd name="connsiteY4-1144" fmla="*/ 10000 h 10000"/>
              <a:gd name="connsiteX5-1145" fmla="*/ 5606 w 10000"/>
              <a:gd name="connsiteY5-1146" fmla="*/ 10000 h 10000"/>
              <a:gd name="connsiteX6-1147" fmla="*/ 5152 w 10000"/>
              <a:gd name="connsiteY6-1148" fmla="*/ 9868 h 10000"/>
              <a:gd name="connsiteX7-1149" fmla="*/ 4773 w 10000"/>
              <a:gd name="connsiteY7-1150" fmla="*/ 9759 h 10000"/>
              <a:gd name="connsiteX8-1151" fmla="*/ 4773 w 10000"/>
              <a:gd name="connsiteY8-1152" fmla="*/ 9518 h 10000"/>
              <a:gd name="connsiteX9-1153" fmla="*/ 4394 w 10000"/>
              <a:gd name="connsiteY9-1154" fmla="*/ 9298 h 10000"/>
              <a:gd name="connsiteX10-1155" fmla="*/ 3939 w 10000"/>
              <a:gd name="connsiteY10-1156" fmla="*/ 9057 h 10000"/>
              <a:gd name="connsiteX11-1157" fmla="*/ 3182 w 10000"/>
              <a:gd name="connsiteY11-1158" fmla="*/ 8706 h 10000"/>
              <a:gd name="connsiteX12-1159" fmla="*/ 2348 w 10000"/>
              <a:gd name="connsiteY12-1160" fmla="*/ 8486 h 10000"/>
              <a:gd name="connsiteX13-1161" fmla="*/ 1591 w 10000"/>
              <a:gd name="connsiteY13-1162" fmla="*/ 8377 h 10000"/>
              <a:gd name="connsiteX14-1163" fmla="*/ 1136 w 10000"/>
              <a:gd name="connsiteY14-1164" fmla="*/ 8245 h 10000"/>
              <a:gd name="connsiteX15-1165" fmla="*/ 758 w 10000"/>
              <a:gd name="connsiteY15-1166" fmla="*/ 8136 h 10000"/>
              <a:gd name="connsiteX16-1167" fmla="*/ 379 w 10000"/>
              <a:gd name="connsiteY16-1168" fmla="*/ 8136 h 10000"/>
              <a:gd name="connsiteX17-1169" fmla="*/ 0 w 10000"/>
              <a:gd name="connsiteY17-1170" fmla="*/ 8026 h 10000"/>
              <a:gd name="connsiteX18-1171" fmla="*/ 0 w 10000"/>
              <a:gd name="connsiteY18-1172" fmla="*/ 8026 h 10000"/>
              <a:gd name="connsiteX19-1173" fmla="*/ 0 w 10000"/>
              <a:gd name="connsiteY19-1174" fmla="*/ 8026 h 10000"/>
              <a:gd name="connsiteX20-1175" fmla="*/ 0 w 10000"/>
              <a:gd name="connsiteY20-1176" fmla="*/ 7895 h 10000"/>
              <a:gd name="connsiteX21-1177" fmla="*/ 0 w 10000"/>
              <a:gd name="connsiteY21-1178" fmla="*/ 7895 h 10000"/>
              <a:gd name="connsiteX22-1179" fmla="*/ 0 w 10000"/>
              <a:gd name="connsiteY22-1180" fmla="*/ 7895 h 10000"/>
              <a:gd name="connsiteX23-1181" fmla="*/ 379 w 10000"/>
              <a:gd name="connsiteY23-1182" fmla="*/ 7895 h 10000"/>
              <a:gd name="connsiteX24-1183" fmla="*/ 379 w 10000"/>
              <a:gd name="connsiteY24-1184" fmla="*/ 7895 h 10000"/>
              <a:gd name="connsiteX25-1185" fmla="*/ 758 w 10000"/>
              <a:gd name="connsiteY25-1186" fmla="*/ 7895 h 10000"/>
              <a:gd name="connsiteX26-1187" fmla="*/ 1136 w 10000"/>
              <a:gd name="connsiteY26-1188" fmla="*/ 7895 h 10000"/>
              <a:gd name="connsiteX27-1189" fmla="*/ 1970 w 10000"/>
              <a:gd name="connsiteY27-1190" fmla="*/ 8026 h 10000"/>
              <a:gd name="connsiteX28-1191" fmla="*/ 2348 w 10000"/>
              <a:gd name="connsiteY28-1192" fmla="*/ 8026 h 10000"/>
              <a:gd name="connsiteX29-1193" fmla="*/ 3561 w 10000"/>
              <a:gd name="connsiteY29-1194" fmla="*/ 8026 h 10000"/>
              <a:gd name="connsiteX30-1195" fmla="*/ 4773 w 10000"/>
              <a:gd name="connsiteY30-1196" fmla="*/ 8026 h 10000"/>
              <a:gd name="connsiteX31-1197" fmla="*/ 5606 w 10000"/>
              <a:gd name="connsiteY31-1198" fmla="*/ 8026 h 10000"/>
              <a:gd name="connsiteX32-1199" fmla="*/ 5985 w 10000"/>
              <a:gd name="connsiteY32-1200" fmla="*/ 8026 h 10000"/>
              <a:gd name="connsiteX33-1201" fmla="*/ 6364 w 10000"/>
              <a:gd name="connsiteY33-1202" fmla="*/ 8026 h 10000"/>
              <a:gd name="connsiteX34-1203" fmla="*/ 6364 w 10000"/>
              <a:gd name="connsiteY34-1204" fmla="*/ 7895 h 10000"/>
              <a:gd name="connsiteX35-1205" fmla="*/ 6364 w 10000"/>
              <a:gd name="connsiteY35-1206" fmla="*/ 7785 h 10000"/>
              <a:gd name="connsiteX36-1207" fmla="*/ 6364 w 10000"/>
              <a:gd name="connsiteY36-1208" fmla="*/ 7675 h 10000"/>
              <a:gd name="connsiteX37-1209" fmla="*/ 6742 w 10000"/>
              <a:gd name="connsiteY37-1210" fmla="*/ 7434 h 10000"/>
              <a:gd name="connsiteX38-1211" fmla="*/ 6742 w 10000"/>
              <a:gd name="connsiteY38-1212" fmla="*/ 7215 h 10000"/>
              <a:gd name="connsiteX39-1213" fmla="*/ 6742 w 10000"/>
              <a:gd name="connsiteY39-1214" fmla="*/ 6974 h 10000"/>
              <a:gd name="connsiteX40-1215" fmla="*/ 6742 w 10000"/>
              <a:gd name="connsiteY40-1216" fmla="*/ 6733 h 10000"/>
              <a:gd name="connsiteX41-1217" fmla="*/ 6742 w 10000"/>
              <a:gd name="connsiteY41-1218" fmla="*/ 6162 h 10000"/>
              <a:gd name="connsiteX42-1219" fmla="*/ 6742 w 10000"/>
              <a:gd name="connsiteY42-1220" fmla="*/ 5701 h 10000"/>
              <a:gd name="connsiteX43-1221" fmla="*/ 6742 w 10000"/>
              <a:gd name="connsiteY43-1222" fmla="*/ 5241 h 10000"/>
              <a:gd name="connsiteX44-1223" fmla="*/ 6742 w 10000"/>
              <a:gd name="connsiteY44-1224" fmla="*/ 4890 h 10000"/>
              <a:gd name="connsiteX45-1225" fmla="*/ 6742 w 10000"/>
              <a:gd name="connsiteY45-1226" fmla="*/ 4649 h 10000"/>
              <a:gd name="connsiteX46-1227" fmla="*/ 6742 w 10000"/>
              <a:gd name="connsiteY46-1228" fmla="*/ 4430 h 10000"/>
              <a:gd name="connsiteX47-1229" fmla="*/ 6742 w 10000"/>
              <a:gd name="connsiteY47-1230" fmla="*/ 4189 h 10000"/>
              <a:gd name="connsiteX48-1231" fmla="*/ 6742 w 10000"/>
              <a:gd name="connsiteY48-1232" fmla="*/ 3947 h 10000"/>
              <a:gd name="connsiteX49-1233" fmla="*/ 6742 w 10000"/>
              <a:gd name="connsiteY49-1234" fmla="*/ 3596 h 10000"/>
              <a:gd name="connsiteX50-1235" fmla="*/ 6742 w 10000"/>
              <a:gd name="connsiteY50-1236" fmla="*/ 3267 h 10000"/>
              <a:gd name="connsiteX51-1237" fmla="*/ 6742 w 10000"/>
              <a:gd name="connsiteY51-1238" fmla="*/ 2916 h 10000"/>
              <a:gd name="connsiteX52-1239" fmla="*/ 6742 w 10000"/>
              <a:gd name="connsiteY52-1240" fmla="*/ 2455 h 10000"/>
              <a:gd name="connsiteX53-1241" fmla="*/ 6364 w 10000"/>
              <a:gd name="connsiteY53-1242" fmla="*/ 1754 h 10000"/>
              <a:gd name="connsiteX54-1243" fmla="*/ 5985 w 10000"/>
              <a:gd name="connsiteY54-1244" fmla="*/ 811 h 10000"/>
              <a:gd name="connsiteX55-1245" fmla="*/ 9167 w 10000"/>
              <a:gd name="connsiteY55-1246" fmla="*/ 0 h 10000"/>
              <a:gd name="connsiteX56-1247" fmla="*/ 10000 w 10000"/>
              <a:gd name="connsiteY56-1248" fmla="*/ 241 h 10000"/>
              <a:gd name="connsiteX57-1249" fmla="*/ 10000 w 10000"/>
              <a:gd name="connsiteY57-1250" fmla="*/ 241 h 10000"/>
              <a:gd name="connsiteX58-1251" fmla="*/ 10000 w 10000"/>
              <a:gd name="connsiteY58-1252" fmla="*/ 350 h 10000"/>
              <a:gd name="connsiteX59-1253" fmla="*/ 10000 w 10000"/>
              <a:gd name="connsiteY59-1254" fmla="*/ 702 h 10000"/>
              <a:gd name="connsiteX60-1255" fmla="*/ 10000 w 10000"/>
              <a:gd name="connsiteY60-1256" fmla="*/ 811 h 10000"/>
              <a:gd name="connsiteX61-1257" fmla="*/ 9545 w 10000"/>
              <a:gd name="connsiteY61-1258" fmla="*/ 811 h 10000"/>
              <a:gd name="connsiteX62-1259" fmla="*/ 9545 w 10000"/>
              <a:gd name="connsiteY62-1260" fmla="*/ 943 h 10000"/>
              <a:gd name="connsiteX63-1261" fmla="*/ 9545 w 10000"/>
              <a:gd name="connsiteY63-1262" fmla="*/ 1052 h 10000"/>
              <a:gd name="connsiteX64-1263" fmla="*/ 9545 w 10000"/>
              <a:gd name="connsiteY64-1264" fmla="*/ 1162 h 10000"/>
              <a:gd name="connsiteX65-1265" fmla="*/ 9545 w 10000"/>
              <a:gd name="connsiteY65-1266" fmla="*/ 1403 h 10000"/>
              <a:gd name="connsiteX66-1267" fmla="*/ 9545 w 10000"/>
              <a:gd name="connsiteY66-1268" fmla="*/ 1513 h 10000"/>
              <a:gd name="connsiteX67-1269" fmla="*/ 9545 w 10000"/>
              <a:gd name="connsiteY67-1270" fmla="*/ 1754 h 10000"/>
              <a:gd name="connsiteX68-1271" fmla="*/ 9545 w 10000"/>
              <a:gd name="connsiteY68-1272" fmla="*/ 1973 h 10000"/>
              <a:gd name="connsiteX69-1273" fmla="*/ 9545 w 10000"/>
              <a:gd name="connsiteY69-1274" fmla="*/ 2214 h 10000"/>
              <a:gd name="connsiteX70-1275" fmla="*/ 9545 w 10000"/>
              <a:gd name="connsiteY70-1276" fmla="*/ 2455 h 10000"/>
              <a:gd name="connsiteX71-1277" fmla="*/ 9545 w 10000"/>
              <a:gd name="connsiteY71-1278" fmla="*/ 2785 h 10000"/>
              <a:gd name="connsiteX72-1279" fmla="*/ 9545 w 10000"/>
              <a:gd name="connsiteY72-1280" fmla="*/ 3026 h 10000"/>
              <a:gd name="connsiteX73-1281" fmla="*/ 9545 w 10000"/>
              <a:gd name="connsiteY73-1282" fmla="*/ 3377 h 10000"/>
              <a:gd name="connsiteX74-1283" fmla="*/ 9545 w 10000"/>
              <a:gd name="connsiteY74-1284" fmla="*/ 3728 h 10000"/>
              <a:gd name="connsiteX75-1285" fmla="*/ 9545 w 10000"/>
              <a:gd name="connsiteY75-1286" fmla="*/ 4078 h 10000"/>
              <a:gd name="connsiteX76-1287" fmla="*/ 9545 w 10000"/>
              <a:gd name="connsiteY76-1288" fmla="*/ 4539 h 10000"/>
              <a:gd name="connsiteX77-1289" fmla="*/ 9545 w 10000"/>
              <a:gd name="connsiteY77-1290" fmla="*/ 5351 h 10000"/>
              <a:gd name="connsiteX78-1291" fmla="*/ 9545 w 10000"/>
              <a:gd name="connsiteY78-1292" fmla="*/ 6053 h 10000"/>
              <a:gd name="connsiteX79-1293" fmla="*/ 9545 w 10000"/>
              <a:gd name="connsiteY79-1294" fmla="*/ 6622 h 10000"/>
              <a:gd name="connsiteX80-1295" fmla="*/ 9545 w 10000"/>
              <a:gd name="connsiteY80-1296" fmla="*/ 7215 h 10000"/>
              <a:gd name="connsiteX81-1297" fmla="*/ 9545 w 10000"/>
              <a:gd name="connsiteY81-1298" fmla="*/ 7675 h 10000"/>
              <a:gd name="connsiteX82-1299" fmla="*/ 9545 w 10000"/>
              <a:gd name="connsiteY82-1300" fmla="*/ 8026 h 10000"/>
              <a:gd name="connsiteX83-1301" fmla="*/ 9545 w 10000"/>
              <a:gd name="connsiteY83-1302" fmla="*/ 8377 h 10000"/>
              <a:gd name="connsiteX84-1303" fmla="*/ 9545 w 10000"/>
              <a:gd name="connsiteY84-1304" fmla="*/ 8486 h 10000"/>
              <a:gd name="connsiteX85-1305" fmla="*/ 9545 w 10000"/>
              <a:gd name="connsiteY85-1306" fmla="*/ 8597 h 10000"/>
              <a:gd name="connsiteX86-1307" fmla="*/ 9167 w 10000"/>
              <a:gd name="connsiteY86-1308" fmla="*/ 8947 h 10000"/>
              <a:gd name="connsiteX87-1309" fmla="*/ 8788 w 10000"/>
              <a:gd name="connsiteY87-1310" fmla="*/ 9188 h 10000"/>
              <a:gd name="connsiteX88-1311" fmla="*/ 8333 w 10000"/>
              <a:gd name="connsiteY88-1312" fmla="*/ 9518 h 10000"/>
              <a:gd name="connsiteX89-1313" fmla="*/ 7576 w 10000"/>
              <a:gd name="connsiteY89-1314" fmla="*/ 9649 h 10000"/>
              <a:gd name="connsiteX90-1315" fmla="*/ 7576 w 10000"/>
              <a:gd name="connsiteY90-1316" fmla="*/ 9649 h 10000"/>
              <a:gd name="connsiteX0-1317" fmla="*/ 7576 w 10000"/>
              <a:gd name="connsiteY0-1318" fmla="*/ 9649 h 10000"/>
              <a:gd name="connsiteX1-1319" fmla="*/ 7197 w 10000"/>
              <a:gd name="connsiteY1-1320" fmla="*/ 9868 h 10000"/>
              <a:gd name="connsiteX2-1321" fmla="*/ 6742 w 10000"/>
              <a:gd name="connsiteY2-1322" fmla="*/ 10000 h 10000"/>
              <a:gd name="connsiteX3-1323" fmla="*/ 6364 w 10000"/>
              <a:gd name="connsiteY3-1324" fmla="*/ 10000 h 10000"/>
              <a:gd name="connsiteX4-1325" fmla="*/ 5606 w 10000"/>
              <a:gd name="connsiteY4-1326" fmla="*/ 10000 h 10000"/>
              <a:gd name="connsiteX5-1327" fmla="*/ 5606 w 10000"/>
              <a:gd name="connsiteY5-1328" fmla="*/ 10000 h 10000"/>
              <a:gd name="connsiteX6-1329" fmla="*/ 5152 w 10000"/>
              <a:gd name="connsiteY6-1330" fmla="*/ 9868 h 10000"/>
              <a:gd name="connsiteX7-1331" fmla="*/ 4773 w 10000"/>
              <a:gd name="connsiteY7-1332" fmla="*/ 9759 h 10000"/>
              <a:gd name="connsiteX8-1333" fmla="*/ 4773 w 10000"/>
              <a:gd name="connsiteY8-1334" fmla="*/ 9518 h 10000"/>
              <a:gd name="connsiteX9-1335" fmla="*/ 4394 w 10000"/>
              <a:gd name="connsiteY9-1336" fmla="*/ 9298 h 10000"/>
              <a:gd name="connsiteX10-1337" fmla="*/ 3939 w 10000"/>
              <a:gd name="connsiteY10-1338" fmla="*/ 9057 h 10000"/>
              <a:gd name="connsiteX11-1339" fmla="*/ 3182 w 10000"/>
              <a:gd name="connsiteY11-1340" fmla="*/ 8706 h 10000"/>
              <a:gd name="connsiteX12-1341" fmla="*/ 2348 w 10000"/>
              <a:gd name="connsiteY12-1342" fmla="*/ 8486 h 10000"/>
              <a:gd name="connsiteX13-1343" fmla="*/ 1591 w 10000"/>
              <a:gd name="connsiteY13-1344" fmla="*/ 8377 h 10000"/>
              <a:gd name="connsiteX14-1345" fmla="*/ 1136 w 10000"/>
              <a:gd name="connsiteY14-1346" fmla="*/ 8245 h 10000"/>
              <a:gd name="connsiteX15-1347" fmla="*/ 758 w 10000"/>
              <a:gd name="connsiteY15-1348" fmla="*/ 8136 h 10000"/>
              <a:gd name="connsiteX16-1349" fmla="*/ 379 w 10000"/>
              <a:gd name="connsiteY16-1350" fmla="*/ 8136 h 10000"/>
              <a:gd name="connsiteX17-1351" fmla="*/ 0 w 10000"/>
              <a:gd name="connsiteY17-1352" fmla="*/ 8026 h 10000"/>
              <a:gd name="connsiteX18-1353" fmla="*/ 0 w 10000"/>
              <a:gd name="connsiteY18-1354" fmla="*/ 8026 h 10000"/>
              <a:gd name="connsiteX19-1355" fmla="*/ 0 w 10000"/>
              <a:gd name="connsiteY19-1356" fmla="*/ 8026 h 10000"/>
              <a:gd name="connsiteX20-1357" fmla="*/ 0 w 10000"/>
              <a:gd name="connsiteY20-1358" fmla="*/ 7895 h 10000"/>
              <a:gd name="connsiteX21-1359" fmla="*/ 0 w 10000"/>
              <a:gd name="connsiteY21-1360" fmla="*/ 7895 h 10000"/>
              <a:gd name="connsiteX22-1361" fmla="*/ 0 w 10000"/>
              <a:gd name="connsiteY22-1362" fmla="*/ 7895 h 10000"/>
              <a:gd name="connsiteX23-1363" fmla="*/ 379 w 10000"/>
              <a:gd name="connsiteY23-1364" fmla="*/ 7895 h 10000"/>
              <a:gd name="connsiteX24-1365" fmla="*/ 379 w 10000"/>
              <a:gd name="connsiteY24-1366" fmla="*/ 7895 h 10000"/>
              <a:gd name="connsiteX25-1367" fmla="*/ 758 w 10000"/>
              <a:gd name="connsiteY25-1368" fmla="*/ 7895 h 10000"/>
              <a:gd name="connsiteX26-1369" fmla="*/ 1136 w 10000"/>
              <a:gd name="connsiteY26-1370" fmla="*/ 7895 h 10000"/>
              <a:gd name="connsiteX27-1371" fmla="*/ 1970 w 10000"/>
              <a:gd name="connsiteY27-1372" fmla="*/ 8026 h 10000"/>
              <a:gd name="connsiteX28-1373" fmla="*/ 2348 w 10000"/>
              <a:gd name="connsiteY28-1374" fmla="*/ 8026 h 10000"/>
              <a:gd name="connsiteX29-1375" fmla="*/ 3561 w 10000"/>
              <a:gd name="connsiteY29-1376" fmla="*/ 8026 h 10000"/>
              <a:gd name="connsiteX30-1377" fmla="*/ 4773 w 10000"/>
              <a:gd name="connsiteY30-1378" fmla="*/ 8026 h 10000"/>
              <a:gd name="connsiteX31-1379" fmla="*/ 5606 w 10000"/>
              <a:gd name="connsiteY31-1380" fmla="*/ 8026 h 10000"/>
              <a:gd name="connsiteX32-1381" fmla="*/ 5985 w 10000"/>
              <a:gd name="connsiteY32-1382" fmla="*/ 8026 h 10000"/>
              <a:gd name="connsiteX33-1383" fmla="*/ 6364 w 10000"/>
              <a:gd name="connsiteY33-1384" fmla="*/ 8026 h 10000"/>
              <a:gd name="connsiteX34-1385" fmla="*/ 6364 w 10000"/>
              <a:gd name="connsiteY34-1386" fmla="*/ 7895 h 10000"/>
              <a:gd name="connsiteX35-1387" fmla="*/ 6364 w 10000"/>
              <a:gd name="connsiteY35-1388" fmla="*/ 7785 h 10000"/>
              <a:gd name="connsiteX36-1389" fmla="*/ 6364 w 10000"/>
              <a:gd name="connsiteY36-1390" fmla="*/ 7675 h 10000"/>
              <a:gd name="connsiteX37-1391" fmla="*/ 6742 w 10000"/>
              <a:gd name="connsiteY37-1392" fmla="*/ 7434 h 10000"/>
              <a:gd name="connsiteX38-1393" fmla="*/ 6742 w 10000"/>
              <a:gd name="connsiteY38-1394" fmla="*/ 7215 h 10000"/>
              <a:gd name="connsiteX39-1395" fmla="*/ 6742 w 10000"/>
              <a:gd name="connsiteY39-1396" fmla="*/ 6974 h 10000"/>
              <a:gd name="connsiteX40-1397" fmla="*/ 6742 w 10000"/>
              <a:gd name="connsiteY40-1398" fmla="*/ 6733 h 10000"/>
              <a:gd name="connsiteX41-1399" fmla="*/ 6742 w 10000"/>
              <a:gd name="connsiteY41-1400" fmla="*/ 6162 h 10000"/>
              <a:gd name="connsiteX42-1401" fmla="*/ 6742 w 10000"/>
              <a:gd name="connsiteY42-1402" fmla="*/ 5701 h 10000"/>
              <a:gd name="connsiteX43-1403" fmla="*/ 6742 w 10000"/>
              <a:gd name="connsiteY43-1404" fmla="*/ 5241 h 10000"/>
              <a:gd name="connsiteX44-1405" fmla="*/ 6742 w 10000"/>
              <a:gd name="connsiteY44-1406" fmla="*/ 4890 h 10000"/>
              <a:gd name="connsiteX45-1407" fmla="*/ 6742 w 10000"/>
              <a:gd name="connsiteY45-1408" fmla="*/ 4649 h 10000"/>
              <a:gd name="connsiteX46-1409" fmla="*/ 6742 w 10000"/>
              <a:gd name="connsiteY46-1410" fmla="*/ 4430 h 10000"/>
              <a:gd name="connsiteX47-1411" fmla="*/ 6742 w 10000"/>
              <a:gd name="connsiteY47-1412" fmla="*/ 4189 h 10000"/>
              <a:gd name="connsiteX48-1413" fmla="*/ 6742 w 10000"/>
              <a:gd name="connsiteY48-1414" fmla="*/ 3947 h 10000"/>
              <a:gd name="connsiteX49-1415" fmla="*/ 6742 w 10000"/>
              <a:gd name="connsiteY49-1416" fmla="*/ 3596 h 10000"/>
              <a:gd name="connsiteX50-1417" fmla="*/ 6742 w 10000"/>
              <a:gd name="connsiteY50-1418" fmla="*/ 3267 h 10000"/>
              <a:gd name="connsiteX51-1419" fmla="*/ 6742 w 10000"/>
              <a:gd name="connsiteY51-1420" fmla="*/ 2916 h 10000"/>
              <a:gd name="connsiteX52-1421" fmla="*/ 6742 w 10000"/>
              <a:gd name="connsiteY52-1422" fmla="*/ 2455 h 10000"/>
              <a:gd name="connsiteX53-1423" fmla="*/ 6364 w 10000"/>
              <a:gd name="connsiteY53-1424" fmla="*/ 1754 h 10000"/>
              <a:gd name="connsiteX54-1425" fmla="*/ 5985 w 10000"/>
              <a:gd name="connsiteY54-1426" fmla="*/ 811 h 10000"/>
              <a:gd name="connsiteX55-1427" fmla="*/ 9167 w 10000"/>
              <a:gd name="connsiteY55-1428" fmla="*/ 0 h 10000"/>
              <a:gd name="connsiteX56-1429" fmla="*/ 10000 w 10000"/>
              <a:gd name="connsiteY56-1430" fmla="*/ 241 h 10000"/>
              <a:gd name="connsiteX57-1431" fmla="*/ 10000 w 10000"/>
              <a:gd name="connsiteY57-1432" fmla="*/ 350 h 10000"/>
              <a:gd name="connsiteX58-1433" fmla="*/ 10000 w 10000"/>
              <a:gd name="connsiteY58-1434" fmla="*/ 702 h 10000"/>
              <a:gd name="connsiteX59-1435" fmla="*/ 10000 w 10000"/>
              <a:gd name="connsiteY59-1436" fmla="*/ 811 h 10000"/>
              <a:gd name="connsiteX60-1437" fmla="*/ 9545 w 10000"/>
              <a:gd name="connsiteY60-1438" fmla="*/ 811 h 10000"/>
              <a:gd name="connsiteX61-1439" fmla="*/ 9545 w 10000"/>
              <a:gd name="connsiteY61-1440" fmla="*/ 943 h 10000"/>
              <a:gd name="connsiteX62-1441" fmla="*/ 9545 w 10000"/>
              <a:gd name="connsiteY62-1442" fmla="*/ 1052 h 10000"/>
              <a:gd name="connsiteX63-1443" fmla="*/ 9545 w 10000"/>
              <a:gd name="connsiteY63-1444" fmla="*/ 1162 h 10000"/>
              <a:gd name="connsiteX64-1445" fmla="*/ 9545 w 10000"/>
              <a:gd name="connsiteY64-1446" fmla="*/ 1403 h 10000"/>
              <a:gd name="connsiteX65-1447" fmla="*/ 9545 w 10000"/>
              <a:gd name="connsiteY65-1448" fmla="*/ 1513 h 10000"/>
              <a:gd name="connsiteX66-1449" fmla="*/ 9545 w 10000"/>
              <a:gd name="connsiteY66-1450" fmla="*/ 1754 h 10000"/>
              <a:gd name="connsiteX67-1451" fmla="*/ 9545 w 10000"/>
              <a:gd name="connsiteY67-1452" fmla="*/ 1973 h 10000"/>
              <a:gd name="connsiteX68-1453" fmla="*/ 9545 w 10000"/>
              <a:gd name="connsiteY68-1454" fmla="*/ 2214 h 10000"/>
              <a:gd name="connsiteX69-1455" fmla="*/ 9545 w 10000"/>
              <a:gd name="connsiteY69-1456" fmla="*/ 2455 h 10000"/>
              <a:gd name="connsiteX70-1457" fmla="*/ 9545 w 10000"/>
              <a:gd name="connsiteY70-1458" fmla="*/ 2785 h 10000"/>
              <a:gd name="connsiteX71-1459" fmla="*/ 9545 w 10000"/>
              <a:gd name="connsiteY71-1460" fmla="*/ 3026 h 10000"/>
              <a:gd name="connsiteX72-1461" fmla="*/ 9545 w 10000"/>
              <a:gd name="connsiteY72-1462" fmla="*/ 3377 h 10000"/>
              <a:gd name="connsiteX73-1463" fmla="*/ 9545 w 10000"/>
              <a:gd name="connsiteY73-1464" fmla="*/ 3728 h 10000"/>
              <a:gd name="connsiteX74-1465" fmla="*/ 9545 w 10000"/>
              <a:gd name="connsiteY74-1466" fmla="*/ 4078 h 10000"/>
              <a:gd name="connsiteX75-1467" fmla="*/ 9545 w 10000"/>
              <a:gd name="connsiteY75-1468" fmla="*/ 4539 h 10000"/>
              <a:gd name="connsiteX76-1469" fmla="*/ 9545 w 10000"/>
              <a:gd name="connsiteY76-1470" fmla="*/ 5351 h 10000"/>
              <a:gd name="connsiteX77-1471" fmla="*/ 9545 w 10000"/>
              <a:gd name="connsiteY77-1472" fmla="*/ 6053 h 10000"/>
              <a:gd name="connsiteX78-1473" fmla="*/ 9545 w 10000"/>
              <a:gd name="connsiteY78-1474" fmla="*/ 6622 h 10000"/>
              <a:gd name="connsiteX79-1475" fmla="*/ 9545 w 10000"/>
              <a:gd name="connsiteY79-1476" fmla="*/ 7215 h 10000"/>
              <a:gd name="connsiteX80-1477" fmla="*/ 9545 w 10000"/>
              <a:gd name="connsiteY80-1478" fmla="*/ 7675 h 10000"/>
              <a:gd name="connsiteX81-1479" fmla="*/ 9545 w 10000"/>
              <a:gd name="connsiteY81-1480" fmla="*/ 8026 h 10000"/>
              <a:gd name="connsiteX82-1481" fmla="*/ 9545 w 10000"/>
              <a:gd name="connsiteY82-1482" fmla="*/ 8377 h 10000"/>
              <a:gd name="connsiteX83-1483" fmla="*/ 9545 w 10000"/>
              <a:gd name="connsiteY83-1484" fmla="*/ 8486 h 10000"/>
              <a:gd name="connsiteX84-1485" fmla="*/ 9545 w 10000"/>
              <a:gd name="connsiteY84-1486" fmla="*/ 8597 h 10000"/>
              <a:gd name="connsiteX85-1487" fmla="*/ 9167 w 10000"/>
              <a:gd name="connsiteY85-1488" fmla="*/ 8947 h 10000"/>
              <a:gd name="connsiteX86-1489" fmla="*/ 8788 w 10000"/>
              <a:gd name="connsiteY86-1490" fmla="*/ 9188 h 10000"/>
              <a:gd name="connsiteX87-1491" fmla="*/ 8333 w 10000"/>
              <a:gd name="connsiteY87-1492" fmla="*/ 9518 h 10000"/>
              <a:gd name="connsiteX88-1493" fmla="*/ 7576 w 10000"/>
              <a:gd name="connsiteY88-1494" fmla="*/ 9649 h 10000"/>
              <a:gd name="connsiteX89-1495" fmla="*/ 7576 w 10000"/>
              <a:gd name="connsiteY89-1496" fmla="*/ 9649 h 10000"/>
              <a:gd name="connsiteX0-1497" fmla="*/ 7576 w 10000"/>
              <a:gd name="connsiteY0-1498" fmla="*/ 9408 h 9759"/>
              <a:gd name="connsiteX1-1499" fmla="*/ 7197 w 10000"/>
              <a:gd name="connsiteY1-1500" fmla="*/ 9627 h 9759"/>
              <a:gd name="connsiteX2-1501" fmla="*/ 6742 w 10000"/>
              <a:gd name="connsiteY2-1502" fmla="*/ 9759 h 9759"/>
              <a:gd name="connsiteX3-1503" fmla="*/ 6364 w 10000"/>
              <a:gd name="connsiteY3-1504" fmla="*/ 9759 h 9759"/>
              <a:gd name="connsiteX4-1505" fmla="*/ 5606 w 10000"/>
              <a:gd name="connsiteY4-1506" fmla="*/ 9759 h 9759"/>
              <a:gd name="connsiteX5-1507" fmla="*/ 5606 w 10000"/>
              <a:gd name="connsiteY5-1508" fmla="*/ 9759 h 9759"/>
              <a:gd name="connsiteX6-1509" fmla="*/ 5152 w 10000"/>
              <a:gd name="connsiteY6-1510" fmla="*/ 9627 h 9759"/>
              <a:gd name="connsiteX7-1511" fmla="*/ 4773 w 10000"/>
              <a:gd name="connsiteY7-1512" fmla="*/ 9518 h 9759"/>
              <a:gd name="connsiteX8-1513" fmla="*/ 4773 w 10000"/>
              <a:gd name="connsiteY8-1514" fmla="*/ 9277 h 9759"/>
              <a:gd name="connsiteX9-1515" fmla="*/ 4394 w 10000"/>
              <a:gd name="connsiteY9-1516" fmla="*/ 9057 h 9759"/>
              <a:gd name="connsiteX10-1517" fmla="*/ 3939 w 10000"/>
              <a:gd name="connsiteY10-1518" fmla="*/ 8816 h 9759"/>
              <a:gd name="connsiteX11-1519" fmla="*/ 3182 w 10000"/>
              <a:gd name="connsiteY11-1520" fmla="*/ 8465 h 9759"/>
              <a:gd name="connsiteX12-1521" fmla="*/ 2348 w 10000"/>
              <a:gd name="connsiteY12-1522" fmla="*/ 8245 h 9759"/>
              <a:gd name="connsiteX13-1523" fmla="*/ 1591 w 10000"/>
              <a:gd name="connsiteY13-1524" fmla="*/ 8136 h 9759"/>
              <a:gd name="connsiteX14-1525" fmla="*/ 1136 w 10000"/>
              <a:gd name="connsiteY14-1526" fmla="*/ 8004 h 9759"/>
              <a:gd name="connsiteX15-1527" fmla="*/ 758 w 10000"/>
              <a:gd name="connsiteY15-1528" fmla="*/ 7895 h 9759"/>
              <a:gd name="connsiteX16-1529" fmla="*/ 379 w 10000"/>
              <a:gd name="connsiteY16-1530" fmla="*/ 7895 h 9759"/>
              <a:gd name="connsiteX17-1531" fmla="*/ 0 w 10000"/>
              <a:gd name="connsiteY17-1532" fmla="*/ 7785 h 9759"/>
              <a:gd name="connsiteX18-1533" fmla="*/ 0 w 10000"/>
              <a:gd name="connsiteY18-1534" fmla="*/ 7785 h 9759"/>
              <a:gd name="connsiteX19-1535" fmla="*/ 0 w 10000"/>
              <a:gd name="connsiteY19-1536" fmla="*/ 7785 h 9759"/>
              <a:gd name="connsiteX20-1537" fmla="*/ 0 w 10000"/>
              <a:gd name="connsiteY20-1538" fmla="*/ 7654 h 9759"/>
              <a:gd name="connsiteX21-1539" fmla="*/ 0 w 10000"/>
              <a:gd name="connsiteY21-1540" fmla="*/ 7654 h 9759"/>
              <a:gd name="connsiteX22-1541" fmla="*/ 0 w 10000"/>
              <a:gd name="connsiteY22-1542" fmla="*/ 7654 h 9759"/>
              <a:gd name="connsiteX23-1543" fmla="*/ 379 w 10000"/>
              <a:gd name="connsiteY23-1544" fmla="*/ 7654 h 9759"/>
              <a:gd name="connsiteX24-1545" fmla="*/ 379 w 10000"/>
              <a:gd name="connsiteY24-1546" fmla="*/ 7654 h 9759"/>
              <a:gd name="connsiteX25-1547" fmla="*/ 758 w 10000"/>
              <a:gd name="connsiteY25-1548" fmla="*/ 7654 h 9759"/>
              <a:gd name="connsiteX26-1549" fmla="*/ 1136 w 10000"/>
              <a:gd name="connsiteY26-1550" fmla="*/ 7654 h 9759"/>
              <a:gd name="connsiteX27-1551" fmla="*/ 1970 w 10000"/>
              <a:gd name="connsiteY27-1552" fmla="*/ 7785 h 9759"/>
              <a:gd name="connsiteX28-1553" fmla="*/ 2348 w 10000"/>
              <a:gd name="connsiteY28-1554" fmla="*/ 7785 h 9759"/>
              <a:gd name="connsiteX29-1555" fmla="*/ 3561 w 10000"/>
              <a:gd name="connsiteY29-1556" fmla="*/ 7785 h 9759"/>
              <a:gd name="connsiteX30-1557" fmla="*/ 4773 w 10000"/>
              <a:gd name="connsiteY30-1558" fmla="*/ 7785 h 9759"/>
              <a:gd name="connsiteX31-1559" fmla="*/ 5606 w 10000"/>
              <a:gd name="connsiteY31-1560" fmla="*/ 7785 h 9759"/>
              <a:gd name="connsiteX32-1561" fmla="*/ 5985 w 10000"/>
              <a:gd name="connsiteY32-1562" fmla="*/ 7785 h 9759"/>
              <a:gd name="connsiteX33-1563" fmla="*/ 6364 w 10000"/>
              <a:gd name="connsiteY33-1564" fmla="*/ 7785 h 9759"/>
              <a:gd name="connsiteX34-1565" fmla="*/ 6364 w 10000"/>
              <a:gd name="connsiteY34-1566" fmla="*/ 7654 h 9759"/>
              <a:gd name="connsiteX35-1567" fmla="*/ 6364 w 10000"/>
              <a:gd name="connsiteY35-1568" fmla="*/ 7544 h 9759"/>
              <a:gd name="connsiteX36-1569" fmla="*/ 6364 w 10000"/>
              <a:gd name="connsiteY36-1570" fmla="*/ 7434 h 9759"/>
              <a:gd name="connsiteX37-1571" fmla="*/ 6742 w 10000"/>
              <a:gd name="connsiteY37-1572" fmla="*/ 7193 h 9759"/>
              <a:gd name="connsiteX38-1573" fmla="*/ 6742 w 10000"/>
              <a:gd name="connsiteY38-1574" fmla="*/ 6974 h 9759"/>
              <a:gd name="connsiteX39-1575" fmla="*/ 6742 w 10000"/>
              <a:gd name="connsiteY39-1576" fmla="*/ 6733 h 9759"/>
              <a:gd name="connsiteX40-1577" fmla="*/ 6742 w 10000"/>
              <a:gd name="connsiteY40-1578" fmla="*/ 6492 h 9759"/>
              <a:gd name="connsiteX41-1579" fmla="*/ 6742 w 10000"/>
              <a:gd name="connsiteY41-1580" fmla="*/ 5921 h 9759"/>
              <a:gd name="connsiteX42-1581" fmla="*/ 6742 w 10000"/>
              <a:gd name="connsiteY42-1582" fmla="*/ 5460 h 9759"/>
              <a:gd name="connsiteX43-1583" fmla="*/ 6742 w 10000"/>
              <a:gd name="connsiteY43-1584" fmla="*/ 5000 h 9759"/>
              <a:gd name="connsiteX44-1585" fmla="*/ 6742 w 10000"/>
              <a:gd name="connsiteY44-1586" fmla="*/ 4649 h 9759"/>
              <a:gd name="connsiteX45-1587" fmla="*/ 6742 w 10000"/>
              <a:gd name="connsiteY45-1588" fmla="*/ 4408 h 9759"/>
              <a:gd name="connsiteX46-1589" fmla="*/ 6742 w 10000"/>
              <a:gd name="connsiteY46-1590" fmla="*/ 4189 h 9759"/>
              <a:gd name="connsiteX47-1591" fmla="*/ 6742 w 10000"/>
              <a:gd name="connsiteY47-1592" fmla="*/ 3948 h 9759"/>
              <a:gd name="connsiteX48-1593" fmla="*/ 6742 w 10000"/>
              <a:gd name="connsiteY48-1594" fmla="*/ 3706 h 9759"/>
              <a:gd name="connsiteX49-1595" fmla="*/ 6742 w 10000"/>
              <a:gd name="connsiteY49-1596" fmla="*/ 3355 h 9759"/>
              <a:gd name="connsiteX50-1597" fmla="*/ 6742 w 10000"/>
              <a:gd name="connsiteY50-1598" fmla="*/ 3026 h 9759"/>
              <a:gd name="connsiteX51-1599" fmla="*/ 6742 w 10000"/>
              <a:gd name="connsiteY51-1600" fmla="*/ 2675 h 9759"/>
              <a:gd name="connsiteX52-1601" fmla="*/ 6742 w 10000"/>
              <a:gd name="connsiteY52-1602" fmla="*/ 2214 h 9759"/>
              <a:gd name="connsiteX53-1603" fmla="*/ 6364 w 10000"/>
              <a:gd name="connsiteY53-1604" fmla="*/ 1513 h 9759"/>
              <a:gd name="connsiteX54-1605" fmla="*/ 5985 w 10000"/>
              <a:gd name="connsiteY54-1606" fmla="*/ 570 h 9759"/>
              <a:gd name="connsiteX55-1607" fmla="*/ 10000 w 10000"/>
              <a:gd name="connsiteY55-1608" fmla="*/ 0 h 9759"/>
              <a:gd name="connsiteX56-1609" fmla="*/ 10000 w 10000"/>
              <a:gd name="connsiteY56-1610" fmla="*/ 109 h 9759"/>
              <a:gd name="connsiteX57-1611" fmla="*/ 10000 w 10000"/>
              <a:gd name="connsiteY57-1612" fmla="*/ 461 h 9759"/>
              <a:gd name="connsiteX58-1613" fmla="*/ 10000 w 10000"/>
              <a:gd name="connsiteY58-1614" fmla="*/ 570 h 9759"/>
              <a:gd name="connsiteX59-1615" fmla="*/ 9545 w 10000"/>
              <a:gd name="connsiteY59-1616" fmla="*/ 570 h 9759"/>
              <a:gd name="connsiteX60-1617" fmla="*/ 9545 w 10000"/>
              <a:gd name="connsiteY60-1618" fmla="*/ 702 h 9759"/>
              <a:gd name="connsiteX61-1619" fmla="*/ 9545 w 10000"/>
              <a:gd name="connsiteY61-1620" fmla="*/ 811 h 9759"/>
              <a:gd name="connsiteX62-1621" fmla="*/ 9545 w 10000"/>
              <a:gd name="connsiteY62-1622" fmla="*/ 921 h 9759"/>
              <a:gd name="connsiteX63-1623" fmla="*/ 9545 w 10000"/>
              <a:gd name="connsiteY63-1624" fmla="*/ 1162 h 9759"/>
              <a:gd name="connsiteX64-1625" fmla="*/ 9545 w 10000"/>
              <a:gd name="connsiteY64-1626" fmla="*/ 1272 h 9759"/>
              <a:gd name="connsiteX65-1627" fmla="*/ 9545 w 10000"/>
              <a:gd name="connsiteY65-1628" fmla="*/ 1513 h 9759"/>
              <a:gd name="connsiteX66-1629" fmla="*/ 9545 w 10000"/>
              <a:gd name="connsiteY66-1630" fmla="*/ 1732 h 9759"/>
              <a:gd name="connsiteX67-1631" fmla="*/ 9545 w 10000"/>
              <a:gd name="connsiteY67-1632" fmla="*/ 1973 h 9759"/>
              <a:gd name="connsiteX68-1633" fmla="*/ 9545 w 10000"/>
              <a:gd name="connsiteY68-1634" fmla="*/ 2214 h 9759"/>
              <a:gd name="connsiteX69-1635" fmla="*/ 9545 w 10000"/>
              <a:gd name="connsiteY69-1636" fmla="*/ 2544 h 9759"/>
              <a:gd name="connsiteX70-1637" fmla="*/ 9545 w 10000"/>
              <a:gd name="connsiteY70-1638" fmla="*/ 2785 h 9759"/>
              <a:gd name="connsiteX71-1639" fmla="*/ 9545 w 10000"/>
              <a:gd name="connsiteY71-1640" fmla="*/ 3136 h 9759"/>
              <a:gd name="connsiteX72-1641" fmla="*/ 9545 w 10000"/>
              <a:gd name="connsiteY72-1642" fmla="*/ 3487 h 9759"/>
              <a:gd name="connsiteX73-1643" fmla="*/ 9545 w 10000"/>
              <a:gd name="connsiteY73-1644" fmla="*/ 3837 h 9759"/>
              <a:gd name="connsiteX74-1645" fmla="*/ 9545 w 10000"/>
              <a:gd name="connsiteY74-1646" fmla="*/ 4298 h 9759"/>
              <a:gd name="connsiteX75-1647" fmla="*/ 9545 w 10000"/>
              <a:gd name="connsiteY75-1648" fmla="*/ 5110 h 9759"/>
              <a:gd name="connsiteX76-1649" fmla="*/ 9545 w 10000"/>
              <a:gd name="connsiteY76-1650" fmla="*/ 5812 h 9759"/>
              <a:gd name="connsiteX77-1651" fmla="*/ 9545 w 10000"/>
              <a:gd name="connsiteY77-1652" fmla="*/ 6381 h 9759"/>
              <a:gd name="connsiteX78-1653" fmla="*/ 9545 w 10000"/>
              <a:gd name="connsiteY78-1654" fmla="*/ 6974 h 9759"/>
              <a:gd name="connsiteX79-1655" fmla="*/ 9545 w 10000"/>
              <a:gd name="connsiteY79-1656" fmla="*/ 7434 h 9759"/>
              <a:gd name="connsiteX80-1657" fmla="*/ 9545 w 10000"/>
              <a:gd name="connsiteY80-1658" fmla="*/ 7785 h 9759"/>
              <a:gd name="connsiteX81-1659" fmla="*/ 9545 w 10000"/>
              <a:gd name="connsiteY81-1660" fmla="*/ 8136 h 9759"/>
              <a:gd name="connsiteX82-1661" fmla="*/ 9545 w 10000"/>
              <a:gd name="connsiteY82-1662" fmla="*/ 8245 h 9759"/>
              <a:gd name="connsiteX83-1663" fmla="*/ 9545 w 10000"/>
              <a:gd name="connsiteY83-1664" fmla="*/ 8356 h 9759"/>
              <a:gd name="connsiteX84-1665" fmla="*/ 9167 w 10000"/>
              <a:gd name="connsiteY84-1666" fmla="*/ 8706 h 9759"/>
              <a:gd name="connsiteX85-1667" fmla="*/ 8788 w 10000"/>
              <a:gd name="connsiteY85-1668" fmla="*/ 8947 h 9759"/>
              <a:gd name="connsiteX86-1669" fmla="*/ 8333 w 10000"/>
              <a:gd name="connsiteY86-1670" fmla="*/ 9277 h 9759"/>
              <a:gd name="connsiteX87-1671" fmla="*/ 7576 w 10000"/>
              <a:gd name="connsiteY87-1672" fmla="*/ 9408 h 9759"/>
              <a:gd name="connsiteX88-1673" fmla="*/ 7576 w 10000"/>
              <a:gd name="connsiteY88-1674" fmla="*/ 9408 h 9759"/>
              <a:gd name="connsiteX0-1675" fmla="*/ 7576 w 10000"/>
              <a:gd name="connsiteY0-1676" fmla="*/ 9640 h 10000"/>
              <a:gd name="connsiteX1-1677" fmla="*/ 7197 w 10000"/>
              <a:gd name="connsiteY1-1678" fmla="*/ 9865 h 10000"/>
              <a:gd name="connsiteX2-1679" fmla="*/ 6742 w 10000"/>
              <a:gd name="connsiteY2-1680" fmla="*/ 10000 h 10000"/>
              <a:gd name="connsiteX3-1681" fmla="*/ 6364 w 10000"/>
              <a:gd name="connsiteY3-1682" fmla="*/ 10000 h 10000"/>
              <a:gd name="connsiteX4-1683" fmla="*/ 5606 w 10000"/>
              <a:gd name="connsiteY4-1684" fmla="*/ 10000 h 10000"/>
              <a:gd name="connsiteX5-1685" fmla="*/ 5606 w 10000"/>
              <a:gd name="connsiteY5-1686" fmla="*/ 10000 h 10000"/>
              <a:gd name="connsiteX6-1687" fmla="*/ 5152 w 10000"/>
              <a:gd name="connsiteY6-1688" fmla="*/ 9865 h 10000"/>
              <a:gd name="connsiteX7-1689" fmla="*/ 4773 w 10000"/>
              <a:gd name="connsiteY7-1690" fmla="*/ 9753 h 10000"/>
              <a:gd name="connsiteX8-1691" fmla="*/ 4773 w 10000"/>
              <a:gd name="connsiteY8-1692" fmla="*/ 9506 h 10000"/>
              <a:gd name="connsiteX9-1693" fmla="*/ 4394 w 10000"/>
              <a:gd name="connsiteY9-1694" fmla="*/ 9281 h 10000"/>
              <a:gd name="connsiteX10-1695" fmla="*/ 3939 w 10000"/>
              <a:gd name="connsiteY10-1696" fmla="*/ 9034 h 10000"/>
              <a:gd name="connsiteX11-1697" fmla="*/ 3182 w 10000"/>
              <a:gd name="connsiteY11-1698" fmla="*/ 8674 h 10000"/>
              <a:gd name="connsiteX12-1699" fmla="*/ 2348 w 10000"/>
              <a:gd name="connsiteY12-1700" fmla="*/ 8449 h 10000"/>
              <a:gd name="connsiteX13-1701" fmla="*/ 1591 w 10000"/>
              <a:gd name="connsiteY13-1702" fmla="*/ 8337 h 10000"/>
              <a:gd name="connsiteX14-1703" fmla="*/ 1136 w 10000"/>
              <a:gd name="connsiteY14-1704" fmla="*/ 8202 h 10000"/>
              <a:gd name="connsiteX15-1705" fmla="*/ 758 w 10000"/>
              <a:gd name="connsiteY15-1706" fmla="*/ 8090 h 10000"/>
              <a:gd name="connsiteX16-1707" fmla="*/ 379 w 10000"/>
              <a:gd name="connsiteY16-1708" fmla="*/ 8090 h 10000"/>
              <a:gd name="connsiteX17-1709" fmla="*/ 0 w 10000"/>
              <a:gd name="connsiteY17-1710" fmla="*/ 7977 h 10000"/>
              <a:gd name="connsiteX18-1711" fmla="*/ 0 w 10000"/>
              <a:gd name="connsiteY18-1712" fmla="*/ 7977 h 10000"/>
              <a:gd name="connsiteX19-1713" fmla="*/ 0 w 10000"/>
              <a:gd name="connsiteY19-1714" fmla="*/ 7977 h 10000"/>
              <a:gd name="connsiteX20-1715" fmla="*/ 0 w 10000"/>
              <a:gd name="connsiteY20-1716" fmla="*/ 7843 h 10000"/>
              <a:gd name="connsiteX21-1717" fmla="*/ 0 w 10000"/>
              <a:gd name="connsiteY21-1718" fmla="*/ 7843 h 10000"/>
              <a:gd name="connsiteX22-1719" fmla="*/ 0 w 10000"/>
              <a:gd name="connsiteY22-1720" fmla="*/ 7843 h 10000"/>
              <a:gd name="connsiteX23-1721" fmla="*/ 379 w 10000"/>
              <a:gd name="connsiteY23-1722" fmla="*/ 7843 h 10000"/>
              <a:gd name="connsiteX24-1723" fmla="*/ 379 w 10000"/>
              <a:gd name="connsiteY24-1724" fmla="*/ 7843 h 10000"/>
              <a:gd name="connsiteX25-1725" fmla="*/ 758 w 10000"/>
              <a:gd name="connsiteY25-1726" fmla="*/ 7843 h 10000"/>
              <a:gd name="connsiteX26-1727" fmla="*/ 1136 w 10000"/>
              <a:gd name="connsiteY26-1728" fmla="*/ 7843 h 10000"/>
              <a:gd name="connsiteX27-1729" fmla="*/ 1970 w 10000"/>
              <a:gd name="connsiteY27-1730" fmla="*/ 7977 h 10000"/>
              <a:gd name="connsiteX28-1731" fmla="*/ 2348 w 10000"/>
              <a:gd name="connsiteY28-1732" fmla="*/ 7977 h 10000"/>
              <a:gd name="connsiteX29-1733" fmla="*/ 3561 w 10000"/>
              <a:gd name="connsiteY29-1734" fmla="*/ 7977 h 10000"/>
              <a:gd name="connsiteX30-1735" fmla="*/ 4773 w 10000"/>
              <a:gd name="connsiteY30-1736" fmla="*/ 7977 h 10000"/>
              <a:gd name="connsiteX31-1737" fmla="*/ 5606 w 10000"/>
              <a:gd name="connsiteY31-1738" fmla="*/ 7977 h 10000"/>
              <a:gd name="connsiteX32-1739" fmla="*/ 5985 w 10000"/>
              <a:gd name="connsiteY32-1740" fmla="*/ 7977 h 10000"/>
              <a:gd name="connsiteX33-1741" fmla="*/ 6364 w 10000"/>
              <a:gd name="connsiteY33-1742" fmla="*/ 7977 h 10000"/>
              <a:gd name="connsiteX34-1743" fmla="*/ 6364 w 10000"/>
              <a:gd name="connsiteY34-1744" fmla="*/ 7843 h 10000"/>
              <a:gd name="connsiteX35-1745" fmla="*/ 6364 w 10000"/>
              <a:gd name="connsiteY35-1746" fmla="*/ 7730 h 10000"/>
              <a:gd name="connsiteX36-1747" fmla="*/ 6364 w 10000"/>
              <a:gd name="connsiteY36-1748" fmla="*/ 7618 h 10000"/>
              <a:gd name="connsiteX37-1749" fmla="*/ 6742 w 10000"/>
              <a:gd name="connsiteY37-1750" fmla="*/ 7371 h 10000"/>
              <a:gd name="connsiteX38-1751" fmla="*/ 6742 w 10000"/>
              <a:gd name="connsiteY38-1752" fmla="*/ 7146 h 10000"/>
              <a:gd name="connsiteX39-1753" fmla="*/ 6742 w 10000"/>
              <a:gd name="connsiteY39-1754" fmla="*/ 6899 h 10000"/>
              <a:gd name="connsiteX40-1755" fmla="*/ 6742 w 10000"/>
              <a:gd name="connsiteY40-1756" fmla="*/ 6652 h 10000"/>
              <a:gd name="connsiteX41-1757" fmla="*/ 6742 w 10000"/>
              <a:gd name="connsiteY41-1758" fmla="*/ 6067 h 10000"/>
              <a:gd name="connsiteX42-1759" fmla="*/ 6742 w 10000"/>
              <a:gd name="connsiteY42-1760" fmla="*/ 5595 h 10000"/>
              <a:gd name="connsiteX43-1761" fmla="*/ 6742 w 10000"/>
              <a:gd name="connsiteY43-1762" fmla="*/ 5123 h 10000"/>
              <a:gd name="connsiteX44-1763" fmla="*/ 6742 w 10000"/>
              <a:gd name="connsiteY44-1764" fmla="*/ 4764 h 10000"/>
              <a:gd name="connsiteX45-1765" fmla="*/ 6742 w 10000"/>
              <a:gd name="connsiteY45-1766" fmla="*/ 4517 h 10000"/>
              <a:gd name="connsiteX46-1767" fmla="*/ 6742 w 10000"/>
              <a:gd name="connsiteY46-1768" fmla="*/ 4292 h 10000"/>
              <a:gd name="connsiteX47-1769" fmla="*/ 6742 w 10000"/>
              <a:gd name="connsiteY47-1770" fmla="*/ 4045 h 10000"/>
              <a:gd name="connsiteX48-1771" fmla="*/ 6742 w 10000"/>
              <a:gd name="connsiteY48-1772" fmla="*/ 3798 h 10000"/>
              <a:gd name="connsiteX49-1773" fmla="*/ 6742 w 10000"/>
              <a:gd name="connsiteY49-1774" fmla="*/ 3438 h 10000"/>
              <a:gd name="connsiteX50-1775" fmla="*/ 6742 w 10000"/>
              <a:gd name="connsiteY50-1776" fmla="*/ 3101 h 10000"/>
              <a:gd name="connsiteX51-1777" fmla="*/ 6742 w 10000"/>
              <a:gd name="connsiteY51-1778" fmla="*/ 2741 h 10000"/>
              <a:gd name="connsiteX52-1779" fmla="*/ 6742 w 10000"/>
              <a:gd name="connsiteY52-1780" fmla="*/ 2269 h 10000"/>
              <a:gd name="connsiteX53-1781" fmla="*/ 6364 w 10000"/>
              <a:gd name="connsiteY53-1782" fmla="*/ 1550 h 10000"/>
              <a:gd name="connsiteX54-1783" fmla="*/ 5985 w 10000"/>
              <a:gd name="connsiteY54-1784" fmla="*/ 584 h 10000"/>
              <a:gd name="connsiteX55-1785" fmla="*/ 10000 w 10000"/>
              <a:gd name="connsiteY55-1786" fmla="*/ 0 h 10000"/>
              <a:gd name="connsiteX56-1787" fmla="*/ 10000 w 10000"/>
              <a:gd name="connsiteY56-1788" fmla="*/ 472 h 10000"/>
              <a:gd name="connsiteX57-1789" fmla="*/ 10000 w 10000"/>
              <a:gd name="connsiteY57-1790" fmla="*/ 584 h 10000"/>
              <a:gd name="connsiteX58-1791" fmla="*/ 9545 w 10000"/>
              <a:gd name="connsiteY58-1792" fmla="*/ 584 h 10000"/>
              <a:gd name="connsiteX59-1793" fmla="*/ 9545 w 10000"/>
              <a:gd name="connsiteY59-1794" fmla="*/ 719 h 10000"/>
              <a:gd name="connsiteX60-1795" fmla="*/ 9545 w 10000"/>
              <a:gd name="connsiteY60-1796" fmla="*/ 831 h 10000"/>
              <a:gd name="connsiteX61-1797" fmla="*/ 9545 w 10000"/>
              <a:gd name="connsiteY61-1798" fmla="*/ 944 h 10000"/>
              <a:gd name="connsiteX62-1799" fmla="*/ 9545 w 10000"/>
              <a:gd name="connsiteY62-1800" fmla="*/ 1191 h 10000"/>
              <a:gd name="connsiteX63-1801" fmla="*/ 9545 w 10000"/>
              <a:gd name="connsiteY63-1802" fmla="*/ 1303 h 10000"/>
              <a:gd name="connsiteX64-1803" fmla="*/ 9545 w 10000"/>
              <a:gd name="connsiteY64-1804" fmla="*/ 1550 h 10000"/>
              <a:gd name="connsiteX65-1805" fmla="*/ 9545 w 10000"/>
              <a:gd name="connsiteY65-1806" fmla="*/ 1775 h 10000"/>
              <a:gd name="connsiteX66-1807" fmla="*/ 9545 w 10000"/>
              <a:gd name="connsiteY66-1808" fmla="*/ 2022 h 10000"/>
              <a:gd name="connsiteX67-1809" fmla="*/ 9545 w 10000"/>
              <a:gd name="connsiteY67-1810" fmla="*/ 2269 h 10000"/>
              <a:gd name="connsiteX68-1811" fmla="*/ 9545 w 10000"/>
              <a:gd name="connsiteY68-1812" fmla="*/ 2607 h 10000"/>
              <a:gd name="connsiteX69-1813" fmla="*/ 9545 w 10000"/>
              <a:gd name="connsiteY69-1814" fmla="*/ 2854 h 10000"/>
              <a:gd name="connsiteX70-1815" fmla="*/ 9545 w 10000"/>
              <a:gd name="connsiteY70-1816" fmla="*/ 3213 h 10000"/>
              <a:gd name="connsiteX71-1817" fmla="*/ 9545 w 10000"/>
              <a:gd name="connsiteY71-1818" fmla="*/ 3573 h 10000"/>
              <a:gd name="connsiteX72-1819" fmla="*/ 9545 w 10000"/>
              <a:gd name="connsiteY72-1820" fmla="*/ 3932 h 10000"/>
              <a:gd name="connsiteX73-1821" fmla="*/ 9545 w 10000"/>
              <a:gd name="connsiteY73-1822" fmla="*/ 4404 h 10000"/>
              <a:gd name="connsiteX74-1823" fmla="*/ 9545 w 10000"/>
              <a:gd name="connsiteY74-1824" fmla="*/ 5236 h 10000"/>
              <a:gd name="connsiteX75-1825" fmla="*/ 9545 w 10000"/>
              <a:gd name="connsiteY75-1826" fmla="*/ 5956 h 10000"/>
              <a:gd name="connsiteX76-1827" fmla="*/ 9545 w 10000"/>
              <a:gd name="connsiteY76-1828" fmla="*/ 6539 h 10000"/>
              <a:gd name="connsiteX77-1829" fmla="*/ 9545 w 10000"/>
              <a:gd name="connsiteY77-1830" fmla="*/ 7146 h 10000"/>
              <a:gd name="connsiteX78-1831" fmla="*/ 9545 w 10000"/>
              <a:gd name="connsiteY78-1832" fmla="*/ 7618 h 10000"/>
              <a:gd name="connsiteX79-1833" fmla="*/ 9545 w 10000"/>
              <a:gd name="connsiteY79-1834" fmla="*/ 7977 h 10000"/>
              <a:gd name="connsiteX80-1835" fmla="*/ 9545 w 10000"/>
              <a:gd name="connsiteY80-1836" fmla="*/ 8337 h 10000"/>
              <a:gd name="connsiteX81-1837" fmla="*/ 9545 w 10000"/>
              <a:gd name="connsiteY81-1838" fmla="*/ 8449 h 10000"/>
              <a:gd name="connsiteX82-1839" fmla="*/ 9545 w 10000"/>
              <a:gd name="connsiteY82-1840" fmla="*/ 8562 h 10000"/>
              <a:gd name="connsiteX83-1841" fmla="*/ 9167 w 10000"/>
              <a:gd name="connsiteY83-1842" fmla="*/ 8921 h 10000"/>
              <a:gd name="connsiteX84-1843" fmla="*/ 8788 w 10000"/>
              <a:gd name="connsiteY84-1844" fmla="*/ 9168 h 10000"/>
              <a:gd name="connsiteX85-1845" fmla="*/ 8333 w 10000"/>
              <a:gd name="connsiteY85-1846" fmla="*/ 9506 h 10000"/>
              <a:gd name="connsiteX86-1847" fmla="*/ 7576 w 10000"/>
              <a:gd name="connsiteY86-1848" fmla="*/ 9640 h 10000"/>
              <a:gd name="connsiteX87-1849" fmla="*/ 7576 w 10000"/>
              <a:gd name="connsiteY87-1850" fmla="*/ 9640 h 10000"/>
              <a:gd name="connsiteX0-1851" fmla="*/ 7576 w 10000"/>
              <a:gd name="connsiteY0-1852" fmla="*/ 9640 h 10000"/>
              <a:gd name="connsiteX1-1853" fmla="*/ 7197 w 10000"/>
              <a:gd name="connsiteY1-1854" fmla="*/ 9865 h 10000"/>
              <a:gd name="connsiteX2-1855" fmla="*/ 6742 w 10000"/>
              <a:gd name="connsiteY2-1856" fmla="*/ 10000 h 10000"/>
              <a:gd name="connsiteX3-1857" fmla="*/ 6364 w 10000"/>
              <a:gd name="connsiteY3-1858" fmla="*/ 10000 h 10000"/>
              <a:gd name="connsiteX4-1859" fmla="*/ 5606 w 10000"/>
              <a:gd name="connsiteY4-1860" fmla="*/ 10000 h 10000"/>
              <a:gd name="connsiteX5-1861" fmla="*/ 5606 w 10000"/>
              <a:gd name="connsiteY5-1862" fmla="*/ 10000 h 10000"/>
              <a:gd name="connsiteX6-1863" fmla="*/ 5152 w 10000"/>
              <a:gd name="connsiteY6-1864" fmla="*/ 9865 h 10000"/>
              <a:gd name="connsiteX7-1865" fmla="*/ 4773 w 10000"/>
              <a:gd name="connsiteY7-1866" fmla="*/ 9753 h 10000"/>
              <a:gd name="connsiteX8-1867" fmla="*/ 4773 w 10000"/>
              <a:gd name="connsiteY8-1868" fmla="*/ 9506 h 10000"/>
              <a:gd name="connsiteX9-1869" fmla="*/ 4394 w 10000"/>
              <a:gd name="connsiteY9-1870" fmla="*/ 9281 h 10000"/>
              <a:gd name="connsiteX10-1871" fmla="*/ 3939 w 10000"/>
              <a:gd name="connsiteY10-1872" fmla="*/ 9034 h 10000"/>
              <a:gd name="connsiteX11-1873" fmla="*/ 3182 w 10000"/>
              <a:gd name="connsiteY11-1874" fmla="*/ 8674 h 10000"/>
              <a:gd name="connsiteX12-1875" fmla="*/ 2348 w 10000"/>
              <a:gd name="connsiteY12-1876" fmla="*/ 8449 h 10000"/>
              <a:gd name="connsiteX13-1877" fmla="*/ 1591 w 10000"/>
              <a:gd name="connsiteY13-1878" fmla="*/ 8337 h 10000"/>
              <a:gd name="connsiteX14-1879" fmla="*/ 1136 w 10000"/>
              <a:gd name="connsiteY14-1880" fmla="*/ 8202 h 10000"/>
              <a:gd name="connsiteX15-1881" fmla="*/ 758 w 10000"/>
              <a:gd name="connsiteY15-1882" fmla="*/ 8090 h 10000"/>
              <a:gd name="connsiteX16-1883" fmla="*/ 379 w 10000"/>
              <a:gd name="connsiteY16-1884" fmla="*/ 8090 h 10000"/>
              <a:gd name="connsiteX17-1885" fmla="*/ 0 w 10000"/>
              <a:gd name="connsiteY17-1886" fmla="*/ 7977 h 10000"/>
              <a:gd name="connsiteX18-1887" fmla="*/ 0 w 10000"/>
              <a:gd name="connsiteY18-1888" fmla="*/ 7977 h 10000"/>
              <a:gd name="connsiteX19-1889" fmla="*/ 0 w 10000"/>
              <a:gd name="connsiteY19-1890" fmla="*/ 7977 h 10000"/>
              <a:gd name="connsiteX20-1891" fmla="*/ 0 w 10000"/>
              <a:gd name="connsiteY20-1892" fmla="*/ 7843 h 10000"/>
              <a:gd name="connsiteX21-1893" fmla="*/ 0 w 10000"/>
              <a:gd name="connsiteY21-1894" fmla="*/ 7843 h 10000"/>
              <a:gd name="connsiteX22-1895" fmla="*/ 0 w 10000"/>
              <a:gd name="connsiteY22-1896" fmla="*/ 7843 h 10000"/>
              <a:gd name="connsiteX23-1897" fmla="*/ 379 w 10000"/>
              <a:gd name="connsiteY23-1898" fmla="*/ 7843 h 10000"/>
              <a:gd name="connsiteX24-1899" fmla="*/ 379 w 10000"/>
              <a:gd name="connsiteY24-1900" fmla="*/ 7843 h 10000"/>
              <a:gd name="connsiteX25-1901" fmla="*/ 758 w 10000"/>
              <a:gd name="connsiteY25-1902" fmla="*/ 7843 h 10000"/>
              <a:gd name="connsiteX26-1903" fmla="*/ 1136 w 10000"/>
              <a:gd name="connsiteY26-1904" fmla="*/ 7843 h 10000"/>
              <a:gd name="connsiteX27-1905" fmla="*/ 1970 w 10000"/>
              <a:gd name="connsiteY27-1906" fmla="*/ 7977 h 10000"/>
              <a:gd name="connsiteX28-1907" fmla="*/ 2348 w 10000"/>
              <a:gd name="connsiteY28-1908" fmla="*/ 7977 h 10000"/>
              <a:gd name="connsiteX29-1909" fmla="*/ 3561 w 10000"/>
              <a:gd name="connsiteY29-1910" fmla="*/ 7977 h 10000"/>
              <a:gd name="connsiteX30-1911" fmla="*/ 4773 w 10000"/>
              <a:gd name="connsiteY30-1912" fmla="*/ 7977 h 10000"/>
              <a:gd name="connsiteX31-1913" fmla="*/ 5606 w 10000"/>
              <a:gd name="connsiteY31-1914" fmla="*/ 7977 h 10000"/>
              <a:gd name="connsiteX32-1915" fmla="*/ 5985 w 10000"/>
              <a:gd name="connsiteY32-1916" fmla="*/ 7977 h 10000"/>
              <a:gd name="connsiteX33-1917" fmla="*/ 6364 w 10000"/>
              <a:gd name="connsiteY33-1918" fmla="*/ 7977 h 10000"/>
              <a:gd name="connsiteX34-1919" fmla="*/ 6364 w 10000"/>
              <a:gd name="connsiteY34-1920" fmla="*/ 7843 h 10000"/>
              <a:gd name="connsiteX35-1921" fmla="*/ 6364 w 10000"/>
              <a:gd name="connsiteY35-1922" fmla="*/ 7730 h 10000"/>
              <a:gd name="connsiteX36-1923" fmla="*/ 6364 w 10000"/>
              <a:gd name="connsiteY36-1924" fmla="*/ 7618 h 10000"/>
              <a:gd name="connsiteX37-1925" fmla="*/ 6742 w 10000"/>
              <a:gd name="connsiteY37-1926" fmla="*/ 7371 h 10000"/>
              <a:gd name="connsiteX38-1927" fmla="*/ 6742 w 10000"/>
              <a:gd name="connsiteY38-1928" fmla="*/ 7146 h 10000"/>
              <a:gd name="connsiteX39-1929" fmla="*/ 6742 w 10000"/>
              <a:gd name="connsiteY39-1930" fmla="*/ 6899 h 10000"/>
              <a:gd name="connsiteX40-1931" fmla="*/ 6742 w 10000"/>
              <a:gd name="connsiteY40-1932" fmla="*/ 6652 h 10000"/>
              <a:gd name="connsiteX41-1933" fmla="*/ 6742 w 10000"/>
              <a:gd name="connsiteY41-1934" fmla="*/ 6067 h 10000"/>
              <a:gd name="connsiteX42-1935" fmla="*/ 6742 w 10000"/>
              <a:gd name="connsiteY42-1936" fmla="*/ 5595 h 10000"/>
              <a:gd name="connsiteX43-1937" fmla="*/ 6742 w 10000"/>
              <a:gd name="connsiteY43-1938" fmla="*/ 5123 h 10000"/>
              <a:gd name="connsiteX44-1939" fmla="*/ 6742 w 10000"/>
              <a:gd name="connsiteY44-1940" fmla="*/ 4764 h 10000"/>
              <a:gd name="connsiteX45-1941" fmla="*/ 6742 w 10000"/>
              <a:gd name="connsiteY45-1942" fmla="*/ 4517 h 10000"/>
              <a:gd name="connsiteX46-1943" fmla="*/ 6742 w 10000"/>
              <a:gd name="connsiteY46-1944" fmla="*/ 4292 h 10000"/>
              <a:gd name="connsiteX47-1945" fmla="*/ 6742 w 10000"/>
              <a:gd name="connsiteY47-1946" fmla="*/ 4045 h 10000"/>
              <a:gd name="connsiteX48-1947" fmla="*/ 6742 w 10000"/>
              <a:gd name="connsiteY48-1948" fmla="*/ 3798 h 10000"/>
              <a:gd name="connsiteX49-1949" fmla="*/ 6742 w 10000"/>
              <a:gd name="connsiteY49-1950" fmla="*/ 3438 h 10000"/>
              <a:gd name="connsiteX50-1951" fmla="*/ 6742 w 10000"/>
              <a:gd name="connsiteY50-1952" fmla="*/ 3101 h 10000"/>
              <a:gd name="connsiteX51-1953" fmla="*/ 6742 w 10000"/>
              <a:gd name="connsiteY51-1954" fmla="*/ 2741 h 10000"/>
              <a:gd name="connsiteX52-1955" fmla="*/ 6742 w 10000"/>
              <a:gd name="connsiteY52-1956" fmla="*/ 2269 h 10000"/>
              <a:gd name="connsiteX53-1957" fmla="*/ 6364 w 10000"/>
              <a:gd name="connsiteY53-1958" fmla="*/ 1550 h 10000"/>
              <a:gd name="connsiteX54-1959" fmla="*/ 5985 w 10000"/>
              <a:gd name="connsiteY54-1960" fmla="*/ 584 h 10000"/>
              <a:gd name="connsiteX55-1961" fmla="*/ 10000 w 10000"/>
              <a:gd name="connsiteY55-1962" fmla="*/ 0 h 10000"/>
              <a:gd name="connsiteX56-1963" fmla="*/ 10000 w 10000"/>
              <a:gd name="connsiteY56-1964" fmla="*/ 472 h 10000"/>
              <a:gd name="connsiteX57-1965" fmla="*/ 10000 w 10000"/>
              <a:gd name="connsiteY57-1966" fmla="*/ 584 h 10000"/>
              <a:gd name="connsiteX58-1967" fmla="*/ 9545 w 10000"/>
              <a:gd name="connsiteY58-1968" fmla="*/ 584 h 10000"/>
              <a:gd name="connsiteX59-1969" fmla="*/ 9545 w 10000"/>
              <a:gd name="connsiteY59-1970" fmla="*/ 719 h 10000"/>
              <a:gd name="connsiteX60-1971" fmla="*/ 9545 w 10000"/>
              <a:gd name="connsiteY60-1972" fmla="*/ 944 h 10000"/>
              <a:gd name="connsiteX61-1973" fmla="*/ 9545 w 10000"/>
              <a:gd name="connsiteY61-1974" fmla="*/ 1191 h 10000"/>
              <a:gd name="connsiteX62-1975" fmla="*/ 9545 w 10000"/>
              <a:gd name="connsiteY62-1976" fmla="*/ 1303 h 10000"/>
              <a:gd name="connsiteX63-1977" fmla="*/ 9545 w 10000"/>
              <a:gd name="connsiteY63-1978" fmla="*/ 1550 h 10000"/>
              <a:gd name="connsiteX64-1979" fmla="*/ 9545 w 10000"/>
              <a:gd name="connsiteY64-1980" fmla="*/ 1775 h 10000"/>
              <a:gd name="connsiteX65-1981" fmla="*/ 9545 w 10000"/>
              <a:gd name="connsiteY65-1982" fmla="*/ 2022 h 10000"/>
              <a:gd name="connsiteX66-1983" fmla="*/ 9545 w 10000"/>
              <a:gd name="connsiteY66-1984" fmla="*/ 2269 h 10000"/>
              <a:gd name="connsiteX67-1985" fmla="*/ 9545 w 10000"/>
              <a:gd name="connsiteY67-1986" fmla="*/ 2607 h 10000"/>
              <a:gd name="connsiteX68-1987" fmla="*/ 9545 w 10000"/>
              <a:gd name="connsiteY68-1988" fmla="*/ 2854 h 10000"/>
              <a:gd name="connsiteX69-1989" fmla="*/ 9545 w 10000"/>
              <a:gd name="connsiteY69-1990" fmla="*/ 3213 h 10000"/>
              <a:gd name="connsiteX70-1991" fmla="*/ 9545 w 10000"/>
              <a:gd name="connsiteY70-1992" fmla="*/ 3573 h 10000"/>
              <a:gd name="connsiteX71-1993" fmla="*/ 9545 w 10000"/>
              <a:gd name="connsiteY71-1994" fmla="*/ 3932 h 10000"/>
              <a:gd name="connsiteX72-1995" fmla="*/ 9545 w 10000"/>
              <a:gd name="connsiteY72-1996" fmla="*/ 4404 h 10000"/>
              <a:gd name="connsiteX73-1997" fmla="*/ 9545 w 10000"/>
              <a:gd name="connsiteY73-1998" fmla="*/ 5236 h 10000"/>
              <a:gd name="connsiteX74-1999" fmla="*/ 9545 w 10000"/>
              <a:gd name="connsiteY74-2000" fmla="*/ 5956 h 10000"/>
              <a:gd name="connsiteX75-2001" fmla="*/ 9545 w 10000"/>
              <a:gd name="connsiteY75-2002" fmla="*/ 6539 h 10000"/>
              <a:gd name="connsiteX76-2003" fmla="*/ 9545 w 10000"/>
              <a:gd name="connsiteY76-2004" fmla="*/ 7146 h 10000"/>
              <a:gd name="connsiteX77-2005" fmla="*/ 9545 w 10000"/>
              <a:gd name="connsiteY77-2006" fmla="*/ 7618 h 10000"/>
              <a:gd name="connsiteX78-2007" fmla="*/ 9545 w 10000"/>
              <a:gd name="connsiteY78-2008" fmla="*/ 7977 h 10000"/>
              <a:gd name="connsiteX79-2009" fmla="*/ 9545 w 10000"/>
              <a:gd name="connsiteY79-2010" fmla="*/ 8337 h 10000"/>
              <a:gd name="connsiteX80-2011" fmla="*/ 9545 w 10000"/>
              <a:gd name="connsiteY80-2012" fmla="*/ 8449 h 10000"/>
              <a:gd name="connsiteX81-2013" fmla="*/ 9545 w 10000"/>
              <a:gd name="connsiteY81-2014" fmla="*/ 8562 h 10000"/>
              <a:gd name="connsiteX82-2015" fmla="*/ 9167 w 10000"/>
              <a:gd name="connsiteY82-2016" fmla="*/ 8921 h 10000"/>
              <a:gd name="connsiteX83-2017" fmla="*/ 8788 w 10000"/>
              <a:gd name="connsiteY83-2018" fmla="*/ 9168 h 10000"/>
              <a:gd name="connsiteX84-2019" fmla="*/ 8333 w 10000"/>
              <a:gd name="connsiteY84-2020" fmla="*/ 9506 h 10000"/>
              <a:gd name="connsiteX85-2021" fmla="*/ 7576 w 10000"/>
              <a:gd name="connsiteY85-2022" fmla="*/ 9640 h 10000"/>
              <a:gd name="connsiteX86-2023" fmla="*/ 7576 w 10000"/>
              <a:gd name="connsiteY86-2024" fmla="*/ 9640 h 10000"/>
              <a:gd name="connsiteX0-2025" fmla="*/ 7576 w 10000"/>
              <a:gd name="connsiteY0-2026" fmla="*/ 9640 h 10000"/>
              <a:gd name="connsiteX1-2027" fmla="*/ 7197 w 10000"/>
              <a:gd name="connsiteY1-2028" fmla="*/ 9865 h 10000"/>
              <a:gd name="connsiteX2-2029" fmla="*/ 6742 w 10000"/>
              <a:gd name="connsiteY2-2030" fmla="*/ 10000 h 10000"/>
              <a:gd name="connsiteX3-2031" fmla="*/ 6364 w 10000"/>
              <a:gd name="connsiteY3-2032" fmla="*/ 10000 h 10000"/>
              <a:gd name="connsiteX4-2033" fmla="*/ 5606 w 10000"/>
              <a:gd name="connsiteY4-2034" fmla="*/ 10000 h 10000"/>
              <a:gd name="connsiteX5-2035" fmla="*/ 5606 w 10000"/>
              <a:gd name="connsiteY5-2036" fmla="*/ 10000 h 10000"/>
              <a:gd name="connsiteX6-2037" fmla="*/ 5152 w 10000"/>
              <a:gd name="connsiteY6-2038" fmla="*/ 9865 h 10000"/>
              <a:gd name="connsiteX7-2039" fmla="*/ 4773 w 10000"/>
              <a:gd name="connsiteY7-2040" fmla="*/ 9753 h 10000"/>
              <a:gd name="connsiteX8-2041" fmla="*/ 4773 w 10000"/>
              <a:gd name="connsiteY8-2042" fmla="*/ 9506 h 10000"/>
              <a:gd name="connsiteX9-2043" fmla="*/ 4394 w 10000"/>
              <a:gd name="connsiteY9-2044" fmla="*/ 9281 h 10000"/>
              <a:gd name="connsiteX10-2045" fmla="*/ 3939 w 10000"/>
              <a:gd name="connsiteY10-2046" fmla="*/ 9034 h 10000"/>
              <a:gd name="connsiteX11-2047" fmla="*/ 3182 w 10000"/>
              <a:gd name="connsiteY11-2048" fmla="*/ 8674 h 10000"/>
              <a:gd name="connsiteX12-2049" fmla="*/ 2348 w 10000"/>
              <a:gd name="connsiteY12-2050" fmla="*/ 8449 h 10000"/>
              <a:gd name="connsiteX13-2051" fmla="*/ 1591 w 10000"/>
              <a:gd name="connsiteY13-2052" fmla="*/ 8337 h 10000"/>
              <a:gd name="connsiteX14-2053" fmla="*/ 1136 w 10000"/>
              <a:gd name="connsiteY14-2054" fmla="*/ 8202 h 10000"/>
              <a:gd name="connsiteX15-2055" fmla="*/ 758 w 10000"/>
              <a:gd name="connsiteY15-2056" fmla="*/ 8090 h 10000"/>
              <a:gd name="connsiteX16-2057" fmla="*/ 379 w 10000"/>
              <a:gd name="connsiteY16-2058" fmla="*/ 8090 h 10000"/>
              <a:gd name="connsiteX17-2059" fmla="*/ 0 w 10000"/>
              <a:gd name="connsiteY17-2060" fmla="*/ 7977 h 10000"/>
              <a:gd name="connsiteX18-2061" fmla="*/ 0 w 10000"/>
              <a:gd name="connsiteY18-2062" fmla="*/ 7977 h 10000"/>
              <a:gd name="connsiteX19-2063" fmla="*/ 0 w 10000"/>
              <a:gd name="connsiteY19-2064" fmla="*/ 7977 h 10000"/>
              <a:gd name="connsiteX20-2065" fmla="*/ 0 w 10000"/>
              <a:gd name="connsiteY20-2066" fmla="*/ 7843 h 10000"/>
              <a:gd name="connsiteX21-2067" fmla="*/ 0 w 10000"/>
              <a:gd name="connsiteY21-2068" fmla="*/ 7843 h 10000"/>
              <a:gd name="connsiteX22-2069" fmla="*/ 0 w 10000"/>
              <a:gd name="connsiteY22-2070" fmla="*/ 7843 h 10000"/>
              <a:gd name="connsiteX23-2071" fmla="*/ 379 w 10000"/>
              <a:gd name="connsiteY23-2072" fmla="*/ 7843 h 10000"/>
              <a:gd name="connsiteX24-2073" fmla="*/ 379 w 10000"/>
              <a:gd name="connsiteY24-2074" fmla="*/ 7843 h 10000"/>
              <a:gd name="connsiteX25-2075" fmla="*/ 758 w 10000"/>
              <a:gd name="connsiteY25-2076" fmla="*/ 7843 h 10000"/>
              <a:gd name="connsiteX26-2077" fmla="*/ 1136 w 10000"/>
              <a:gd name="connsiteY26-2078" fmla="*/ 7843 h 10000"/>
              <a:gd name="connsiteX27-2079" fmla="*/ 1970 w 10000"/>
              <a:gd name="connsiteY27-2080" fmla="*/ 7977 h 10000"/>
              <a:gd name="connsiteX28-2081" fmla="*/ 2348 w 10000"/>
              <a:gd name="connsiteY28-2082" fmla="*/ 7977 h 10000"/>
              <a:gd name="connsiteX29-2083" fmla="*/ 3561 w 10000"/>
              <a:gd name="connsiteY29-2084" fmla="*/ 7977 h 10000"/>
              <a:gd name="connsiteX30-2085" fmla="*/ 4773 w 10000"/>
              <a:gd name="connsiteY30-2086" fmla="*/ 7977 h 10000"/>
              <a:gd name="connsiteX31-2087" fmla="*/ 5606 w 10000"/>
              <a:gd name="connsiteY31-2088" fmla="*/ 7977 h 10000"/>
              <a:gd name="connsiteX32-2089" fmla="*/ 5985 w 10000"/>
              <a:gd name="connsiteY32-2090" fmla="*/ 7977 h 10000"/>
              <a:gd name="connsiteX33-2091" fmla="*/ 6364 w 10000"/>
              <a:gd name="connsiteY33-2092" fmla="*/ 7977 h 10000"/>
              <a:gd name="connsiteX34-2093" fmla="*/ 6364 w 10000"/>
              <a:gd name="connsiteY34-2094" fmla="*/ 7843 h 10000"/>
              <a:gd name="connsiteX35-2095" fmla="*/ 6364 w 10000"/>
              <a:gd name="connsiteY35-2096" fmla="*/ 7730 h 10000"/>
              <a:gd name="connsiteX36-2097" fmla="*/ 6364 w 10000"/>
              <a:gd name="connsiteY36-2098" fmla="*/ 7618 h 10000"/>
              <a:gd name="connsiteX37-2099" fmla="*/ 6742 w 10000"/>
              <a:gd name="connsiteY37-2100" fmla="*/ 7371 h 10000"/>
              <a:gd name="connsiteX38-2101" fmla="*/ 6742 w 10000"/>
              <a:gd name="connsiteY38-2102" fmla="*/ 7146 h 10000"/>
              <a:gd name="connsiteX39-2103" fmla="*/ 6742 w 10000"/>
              <a:gd name="connsiteY39-2104" fmla="*/ 6899 h 10000"/>
              <a:gd name="connsiteX40-2105" fmla="*/ 6742 w 10000"/>
              <a:gd name="connsiteY40-2106" fmla="*/ 6652 h 10000"/>
              <a:gd name="connsiteX41-2107" fmla="*/ 6742 w 10000"/>
              <a:gd name="connsiteY41-2108" fmla="*/ 6067 h 10000"/>
              <a:gd name="connsiteX42-2109" fmla="*/ 6742 w 10000"/>
              <a:gd name="connsiteY42-2110" fmla="*/ 5595 h 10000"/>
              <a:gd name="connsiteX43-2111" fmla="*/ 6742 w 10000"/>
              <a:gd name="connsiteY43-2112" fmla="*/ 5123 h 10000"/>
              <a:gd name="connsiteX44-2113" fmla="*/ 6742 w 10000"/>
              <a:gd name="connsiteY44-2114" fmla="*/ 4764 h 10000"/>
              <a:gd name="connsiteX45-2115" fmla="*/ 6742 w 10000"/>
              <a:gd name="connsiteY45-2116" fmla="*/ 4517 h 10000"/>
              <a:gd name="connsiteX46-2117" fmla="*/ 6742 w 10000"/>
              <a:gd name="connsiteY46-2118" fmla="*/ 4292 h 10000"/>
              <a:gd name="connsiteX47-2119" fmla="*/ 6742 w 10000"/>
              <a:gd name="connsiteY47-2120" fmla="*/ 4045 h 10000"/>
              <a:gd name="connsiteX48-2121" fmla="*/ 6742 w 10000"/>
              <a:gd name="connsiteY48-2122" fmla="*/ 3798 h 10000"/>
              <a:gd name="connsiteX49-2123" fmla="*/ 6742 w 10000"/>
              <a:gd name="connsiteY49-2124" fmla="*/ 3438 h 10000"/>
              <a:gd name="connsiteX50-2125" fmla="*/ 6742 w 10000"/>
              <a:gd name="connsiteY50-2126" fmla="*/ 3101 h 10000"/>
              <a:gd name="connsiteX51-2127" fmla="*/ 6742 w 10000"/>
              <a:gd name="connsiteY51-2128" fmla="*/ 2741 h 10000"/>
              <a:gd name="connsiteX52-2129" fmla="*/ 6742 w 10000"/>
              <a:gd name="connsiteY52-2130" fmla="*/ 2269 h 10000"/>
              <a:gd name="connsiteX53-2131" fmla="*/ 6364 w 10000"/>
              <a:gd name="connsiteY53-2132" fmla="*/ 1550 h 10000"/>
              <a:gd name="connsiteX54-2133" fmla="*/ 5985 w 10000"/>
              <a:gd name="connsiteY54-2134" fmla="*/ 584 h 10000"/>
              <a:gd name="connsiteX55-2135" fmla="*/ 10000 w 10000"/>
              <a:gd name="connsiteY55-2136" fmla="*/ 0 h 10000"/>
              <a:gd name="connsiteX56-2137" fmla="*/ 10000 w 10000"/>
              <a:gd name="connsiteY56-2138" fmla="*/ 472 h 10000"/>
              <a:gd name="connsiteX57-2139" fmla="*/ 9545 w 10000"/>
              <a:gd name="connsiteY57-2140" fmla="*/ 584 h 10000"/>
              <a:gd name="connsiteX58-2141" fmla="*/ 9545 w 10000"/>
              <a:gd name="connsiteY58-2142" fmla="*/ 719 h 10000"/>
              <a:gd name="connsiteX59-2143" fmla="*/ 9545 w 10000"/>
              <a:gd name="connsiteY59-2144" fmla="*/ 944 h 10000"/>
              <a:gd name="connsiteX60-2145" fmla="*/ 9545 w 10000"/>
              <a:gd name="connsiteY60-2146" fmla="*/ 1191 h 10000"/>
              <a:gd name="connsiteX61-2147" fmla="*/ 9545 w 10000"/>
              <a:gd name="connsiteY61-2148" fmla="*/ 1303 h 10000"/>
              <a:gd name="connsiteX62-2149" fmla="*/ 9545 w 10000"/>
              <a:gd name="connsiteY62-2150" fmla="*/ 1550 h 10000"/>
              <a:gd name="connsiteX63-2151" fmla="*/ 9545 w 10000"/>
              <a:gd name="connsiteY63-2152" fmla="*/ 1775 h 10000"/>
              <a:gd name="connsiteX64-2153" fmla="*/ 9545 w 10000"/>
              <a:gd name="connsiteY64-2154" fmla="*/ 2022 h 10000"/>
              <a:gd name="connsiteX65-2155" fmla="*/ 9545 w 10000"/>
              <a:gd name="connsiteY65-2156" fmla="*/ 2269 h 10000"/>
              <a:gd name="connsiteX66-2157" fmla="*/ 9545 w 10000"/>
              <a:gd name="connsiteY66-2158" fmla="*/ 2607 h 10000"/>
              <a:gd name="connsiteX67-2159" fmla="*/ 9545 w 10000"/>
              <a:gd name="connsiteY67-2160" fmla="*/ 2854 h 10000"/>
              <a:gd name="connsiteX68-2161" fmla="*/ 9545 w 10000"/>
              <a:gd name="connsiteY68-2162" fmla="*/ 3213 h 10000"/>
              <a:gd name="connsiteX69-2163" fmla="*/ 9545 w 10000"/>
              <a:gd name="connsiteY69-2164" fmla="*/ 3573 h 10000"/>
              <a:gd name="connsiteX70-2165" fmla="*/ 9545 w 10000"/>
              <a:gd name="connsiteY70-2166" fmla="*/ 3932 h 10000"/>
              <a:gd name="connsiteX71-2167" fmla="*/ 9545 w 10000"/>
              <a:gd name="connsiteY71-2168" fmla="*/ 4404 h 10000"/>
              <a:gd name="connsiteX72-2169" fmla="*/ 9545 w 10000"/>
              <a:gd name="connsiteY72-2170" fmla="*/ 5236 h 10000"/>
              <a:gd name="connsiteX73-2171" fmla="*/ 9545 w 10000"/>
              <a:gd name="connsiteY73-2172" fmla="*/ 5956 h 10000"/>
              <a:gd name="connsiteX74-2173" fmla="*/ 9545 w 10000"/>
              <a:gd name="connsiteY74-2174" fmla="*/ 6539 h 10000"/>
              <a:gd name="connsiteX75-2175" fmla="*/ 9545 w 10000"/>
              <a:gd name="connsiteY75-2176" fmla="*/ 7146 h 10000"/>
              <a:gd name="connsiteX76-2177" fmla="*/ 9545 w 10000"/>
              <a:gd name="connsiteY76-2178" fmla="*/ 7618 h 10000"/>
              <a:gd name="connsiteX77-2179" fmla="*/ 9545 w 10000"/>
              <a:gd name="connsiteY77-2180" fmla="*/ 7977 h 10000"/>
              <a:gd name="connsiteX78-2181" fmla="*/ 9545 w 10000"/>
              <a:gd name="connsiteY78-2182" fmla="*/ 8337 h 10000"/>
              <a:gd name="connsiteX79-2183" fmla="*/ 9545 w 10000"/>
              <a:gd name="connsiteY79-2184" fmla="*/ 8449 h 10000"/>
              <a:gd name="connsiteX80-2185" fmla="*/ 9545 w 10000"/>
              <a:gd name="connsiteY80-2186" fmla="*/ 8562 h 10000"/>
              <a:gd name="connsiteX81-2187" fmla="*/ 9167 w 10000"/>
              <a:gd name="connsiteY81-2188" fmla="*/ 8921 h 10000"/>
              <a:gd name="connsiteX82-2189" fmla="*/ 8788 w 10000"/>
              <a:gd name="connsiteY82-2190" fmla="*/ 9168 h 10000"/>
              <a:gd name="connsiteX83-2191" fmla="*/ 8333 w 10000"/>
              <a:gd name="connsiteY83-2192" fmla="*/ 9506 h 10000"/>
              <a:gd name="connsiteX84-2193" fmla="*/ 7576 w 10000"/>
              <a:gd name="connsiteY84-2194" fmla="*/ 9640 h 10000"/>
              <a:gd name="connsiteX85-2195" fmla="*/ 7576 w 10000"/>
              <a:gd name="connsiteY85-2196" fmla="*/ 9640 h 10000"/>
              <a:gd name="connsiteX0-2197" fmla="*/ 7576 w 10000"/>
              <a:gd name="connsiteY0-2198" fmla="*/ 9168 h 9528"/>
              <a:gd name="connsiteX1-2199" fmla="*/ 7197 w 10000"/>
              <a:gd name="connsiteY1-2200" fmla="*/ 9393 h 9528"/>
              <a:gd name="connsiteX2-2201" fmla="*/ 6742 w 10000"/>
              <a:gd name="connsiteY2-2202" fmla="*/ 9528 h 9528"/>
              <a:gd name="connsiteX3-2203" fmla="*/ 6364 w 10000"/>
              <a:gd name="connsiteY3-2204" fmla="*/ 9528 h 9528"/>
              <a:gd name="connsiteX4-2205" fmla="*/ 5606 w 10000"/>
              <a:gd name="connsiteY4-2206" fmla="*/ 9528 h 9528"/>
              <a:gd name="connsiteX5-2207" fmla="*/ 5606 w 10000"/>
              <a:gd name="connsiteY5-2208" fmla="*/ 9528 h 9528"/>
              <a:gd name="connsiteX6-2209" fmla="*/ 5152 w 10000"/>
              <a:gd name="connsiteY6-2210" fmla="*/ 9393 h 9528"/>
              <a:gd name="connsiteX7-2211" fmla="*/ 4773 w 10000"/>
              <a:gd name="connsiteY7-2212" fmla="*/ 9281 h 9528"/>
              <a:gd name="connsiteX8-2213" fmla="*/ 4773 w 10000"/>
              <a:gd name="connsiteY8-2214" fmla="*/ 9034 h 9528"/>
              <a:gd name="connsiteX9-2215" fmla="*/ 4394 w 10000"/>
              <a:gd name="connsiteY9-2216" fmla="*/ 8809 h 9528"/>
              <a:gd name="connsiteX10-2217" fmla="*/ 3939 w 10000"/>
              <a:gd name="connsiteY10-2218" fmla="*/ 8562 h 9528"/>
              <a:gd name="connsiteX11-2219" fmla="*/ 3182 w 10000"/>
              <a:gd name="connsiteY11-2220" fmla="*/ 8202 h 9528"/>
              <a:gd name="connsiteX12-2221" fmla="*/ 2348 w 10000"/>
              <a:gd name="connsiteY12-2222" fmla="*/ 7977 h 9528"/>
              <a:gd name="connsiteX13-2223" fmla="*/ 1591 w 10000"/>
              <a:gd name="connsiteY13-2224" fmla="*/ 7865 h 9528"/>
              <a:gd name="connsiteX14-2225" fmla="*/ 1136 w 10000"/>
              <a:gd name="connsiteY14-2226" fmla="*/ 7730 h 9528"/>
              <a:gd name="connsiteX15-2227" fmla="*/ 758 w 10000"/>
              <a:gd name="connsiteY15-2228" fmla="*/ 7618 h 9528"/>
              <a:gd name="connsiteX16-2229" fmla="*/ 379 w 10000"/>
              <a:gd name="connsiteY16-2230" fmla="*/ 7618 h 9528"/>
              <a:gd name="connsiteX17-2231" fmla="*/ 0 w 10000"/>
              <a:gd name="connsiteY17-2232" fmla="*/ 7505 h 9528"/>
              <a:gd name="connsiteX18-2233" fmla="*/ 0 w 10000"/>
              <a:gd name="connsiteY18-2234" fmla="*/ 7505 h 9528"/>
              <a:gd name="connsiteX19-2235" fmla="*/ 0 w 10000"/>
              <a:gd name="connsiteY19-2236" fmla="*/ 7505 h 9528"/>
              <a:gd name="connsiteX20-2237" fmla="*/ 0 w 10000"/>
              <a:gd name="connsiteY20-2238" fmla="*/ 7371 h 9528"/>
              <a:gd name="connsiteX21-2239" fmla="*/ 0 w 10000"/>
              <a:gd name="connsiteY21-2240" fmla="*/ 7371 h 9528"/>
              <a:gd name="connsiteX22-2241" fmla="*/ 0 w 10000"/>
              <a:gd name="connsiteY22-2242" fmla="*/ 7371 h 9528"/>
              <a:gd name="connsiteX23-2243" fmla="*/ 379 w 10000"/>
              <a:gd name="connsiteY23-2244" fmla="*/ 7371 h 9528"/>
              <a:gd name="connsiteX24-2245" fmla="*/ 379 w 10000"/>
              <a:gd name="connsiteY24-2246" fmla="*/ 7371 h 9528"/>
              <a:gd name="connsiteX25-2247" fmla="*/ 758 w 10000"/>
              <a:gd name="connsiteY25-2248" fmla="*/ 7371 h 9528"/>
              <a:gd name="connsiteX26-2249" fmla="*/ 1136 w 10000"/>
              <a:gd name="connsiteY26-2250" fmla="*/ 7371 h 9528"/>
              <a:gd name="connsiteX27-2251" fmla="*/ 1970 w 10000"/>
              <a:gd name="connsiteY27-2252" fmla="*/ 7505 h 9528"/>
              <a:gd name="connsiteX28-2253" fmla="*/ 2348 w 10000"/>
              <a:gd name="connsiteY28-2254" fmla="*/ 7505 h 9528"/>
              <a:gd name="connsiteX29-2255" fmla="*/ 3561 w 10000"/>
              <a:gd name="connsiteY29-2256" fmla="*/ 7505 h 9528"/>
              <a:gd name="connsiteX30-2257" fmla="*/ 4773 w 10000"/>
              <a:gd name="connsiteY30-2258" fmla="*/ 7505 h 9528"/>
              <a:gd name="connsiteX31-2259" fmla="*/ 5606 w 10000"/>
              <a:gd name="connsiteY31-2260" fmla="*/ 7505 h 9528"/>
              <a:gd name="connsiteX32-2261" fmla="*/ 5985 w 10000"/>
              <a:gd name="connsiteY32-2262" fmla="*/ 7505 h 9528"/>
              <a:gd name="connsiteX33-2263" fmla="*/ 6364 w 10000"/>
              <a:gd name="connsiteY33-2264" fmla="*/ 7505 h 9528"/>
              <a:gd name="connsiteX34-2265" fmla="*/ 6364 w 10000"/>
              <a:gd name="connsiteY34-2266" fmla="*/ 7371 h 9528"/>
              <a:gd name="connsiteX35-2267" fmla="*/ 6364 w 10000"/>
              <a:gd name="connsiteY35-2268" fmla="*/ 7258 h 9528"/>
              <a:gd name="connsiteX36-2269" fmla="*/ 6364 w 10000"/>
              <a:gd name="connsiteY36-2270" fmla="*/ 7146 h 9528"/>
              <a:gd name="connsiteX37-2271" fmla="*/ 6742 w 10000"/>
              <a:gd name="connsiteY37-2272" fmla="*/ 6899 h 9528"/>
              <a:gd name="connsiteX38-2273" fmla="*/ 6742 w 10000"/>
              <a:gd name="connsiteY38-2274" fmla="*/ 6674 h 9528"/>
              <a:gd name="connsiteX39-2275" fmla="*/ 6742 w 10000"/>
              <a:gd name="connsiteY39-2276" fmla="*/ 6427 h 9528"/>
              <a:gd name="connsiteX40-2277" fmla="*/ 6742 w 10000"/>
              <a:gd name="connsiteY40-2278" fmla="*/ 6180 h 9528"/>
              <a:gd name="connsiteX41-2279" fmla="*/ 6742 w 10000"/>
              <a:gd name="connsiteY41-2280" fmla="*/ 5595 h 9528"/>
              <a:gd name="connsiteX42-2281" fmla="*/ 6742 w 10000"/>
              <a:gd name="connsiteY42-2282" fmla="*/ 5123 h 9528"/>
              <a:gd name="connsiteX43-2283" fmla="*/ 6742 w 10000"/>
              <a:gd name="connsiteY43-2284" fmla="*/ 4651 h 9528"/>
              <a:gd name="connsiteX44-2285" fmla="*/ 6742 w 10000"/>
              <a:gd name="connsiteY44-2286" fmla="*/ 4292 h 9528"/>
              <a:gd name="connsiteX45-2287" fmla="*/ 6742 w 10000"/>
              <a:gd name="connsiteY45-2288" fmla="*/ 4045 h 9528"/>
              <a:gd name="connsiteX46-2289" fmla="*/ 6742 w 10000"/>
              <a:gd name="connsiteY46-2290" fmla="*/ 3820 h 9528"/>
              <a:gd name="connsiteX47-2291" fmla="*/ 6742 w 10000"/>
              <a:gd name="connsiteY47-2292" fmla="*/ 3573 h 9528"/>
              <a:gd name="connsiteX48-2293" fmla="*/ 6742 w 10000"/>
              <a:gd name="connsiteY48-2294" fmla="*/ 3326 h 9528"/>
              <a:gd name="connsiteX49-2295" fmla="*/ 6742 w 10000"/>
              <a:gd name="connsiteY49-2296" fmla="*/ 2966 h 9528"/>
              <a:gd name="connsiteX50-2297" fmla="*/ 6742 w 10000"/>
              <a:gd name="connsiteY50-2298" fmla="*/ 2629 h 9528"/>
              <a:gd name="connsiteX51-2299" fmla="*/ 6742 w 10000"/>
              <a:gd name="connsiteY51-2300" fmla="*/ 2269 h 9528"/>
              <a:gd name="connsiteX52-2301" fmla="*/ 6742 w 10000"/>
              <a:gd name="connsiteY52-2302" fmla="*/ 1797 h 9528"/>
              <a:gd name="connsiteX53-2303" fmla="*/ 6364 w 10000"/>
              <a:gd name="connsiteY53-2304" fmla="*/ 1078 h 9528"/>
              <a:gd name="connsiteX54-2305" fmla="*/ 5985 w 10000"/>
              <a:gd name="connsiteY54-2306" fmla="*/ 112 h 9528"/>
              <a:gd name="connsiteX55-2307" fmla="*/ 10000 w 10000"/>
              <a:gd name="connsiteY55-2308" fmla="*/ 0 h 9528"/>
              <a:gd name="connsiteX56-2309" fmla="*/ 9545 w 10000"/>
              <a:gd name="connsiteY56-2310" fmla="*/ 112 h 9528"/>
              <a:gd name="connsiteX57-2311" fmla="*/ 9545 w 10000"/>
              <a:gd name="connsiteY57-2312" fmla="*/ 247 h 9528"/>
              <a:gd name="connsiteX58-2313" fmla="*/ 9545 w 10000"/>
              <a:gd name="connsiteY58-2314" fmla="*/ 472 h 9528"/>
              <a:gd name="connsiteX59-2315" fmla="*/ 9545 w 10000"/>
              <a:gd name="connsiteY59-2316" fmla="*/ 719 h 9528"/>
              <a:gd name="connsiteX60-2317" fmla="*/ 9545 w 10000"/>
              <a:gd name="connsiteY60-2318" fmla="*/ 831 h 9528"/>
              <a:gd name="connsiteX61-2319" fmla="*/ 9545 w 10000"/>
              <a:gd name="connsiteY61-2320" fmla="*/ 1078 h 9528"/>
              <a:gd name="connsiteX62-2321" fmla="*/ 9545 w 10000"/>
              <a:gd name="connsiteY62-2322" fmla="*/ 1303 h 9528"/>
              <a:gd name="connsiteX63-2323" fmla="*/ 9545 w 10000"/>
              <a:gd name="connsiteY63-2324" fmla="*/ 1550 h 9528"/>
              <a:gd name="connsiteX64-2325" fmla="*/ 9545 w 10000"/>
              <a:gd name="connsiteY64-2326" fmla="*/ 1797 h 9528"/>
              <a:gd name="connsiteX65-2327" fmla="*/ 9545 w 10000"/>
              <a:gd name="connsiteY65-2328" fmla="*/ 2135 h 9528"/>
              <a:gd name="connsiteX66-2329" fmla="*/ 9545 w 10000"/>
              <a:gd name="connsiteY66-2330" fmla="*/ 2382 h 9528"/>
              <a:gd name="connsiteX67-2331" fmla="*/ 9545 w 10000"/>
              <a:gd name="connsiteY67-2332" fmla="*/ 2741 h 9528"/>
              <a:gd name="connsiteX68-2333" fmla="*/ 9545 w 10000"/>
              <a:gd name="connsiteY68-2334" fmla="*/ 3101 h 9528"/>
              <a:gd name="connsiteX69-2335" fmla="*/ 9545 w 10000"/>
              <a:gd name="connsiteY69-2336" fmla="*/ 3460 h 9528"/>
              <a:gd name="connsiteX70-2337" fmla="*/ 9545 w 10000"/>
              <a:gd name="connsiteY70-2338" fmla="*/ 3932 h 9528"/>
              <a:gd name="connsiteX71-2339" fmla="*/ 9545 w 10000"/>
              <a:gd name="connsiteY71-2340" fmla="*/ 4764 h 9528"/>
              <a:gd name="connsiteX72-2341" fmla="*/ 9545 w 10000"/>
              <a:gd name="connsiteY72-2342" fmla="*/ 5484 h 9528"/>
              <a:gd name="connsiteX73-2343" fmla="*/ 9545 w 10000"/>
              <a:gd name="connsiteY73-2344" fmla="*/ 6067 h 9528"/>
              <a:gd name="connsiteX74-2345" fmla="*/ 9545 w 10000"/>
              <a:gd name="connsiteY74-2346" fmla="*/ 6674 h 9528"/>
              <a:gd name="connsiteX75-2347" fmla="*/ 9545 w 10000"/>
              <a:gd name="connsiteY75-2348" fmla="*/ 7146 h 9528"/>
              <a:gd name="connsiteX76-2349" fmla="*/ 9545 w 10000"/>
              <a:gd name="connsiteY76-2350" fmla="*/ 7505 h 9528"/>
              <a:gd name="connsiteX77-2351" fmla="*/ 9545 w 10000"/>
              <a:gd name="connsiteY77-2352" fmla="*/ 7865 h 9528"/>
              <a:gd name="connsiteX78-2353" fmla="*/ 9545 w 10000"/>
              <a:gd name="connsiteY78-2354" fmla="*/ 7977 h 9528"/>
              <a:gd name="connsiteX79-2355" fmla="*/ 9545 w 10000"/>
              <a:gd name="connsiteY79-2356" fmla="*/ 8090 h 9528"/>
              <a:gd name="connsiteX80-2357" fmla="*/ 9167 w 10000"/>
              <a:gd name="connsiteY80-2358" fmla="*/ 8449 h 9528"/>
              <a:gd name="connsiteX81-2359" fmla="*/ 8788 w 10000"/>
              <a:gd name="connsiteY81-2360" fmla="*/ 8696 h 9528"/>
              <a:gd name="connsiteX82-2361" fmla="*/ 8333 w 10000"/>
              <a:gd name="connsiteY82-2362" fmla="*/ 9034 h 9528"/>
              <a:gd name="connsiteX83-2363" fmla="*/ 7576 w 10000"/>
              <a:gd name="connsiteY83-2364" fmla="*/ 9168 h 9528"/>
              <a:gd name="connsiteX84-2365" fmla="*/ 7576 w 10000"/>
              <a:gd name="connsiteY84-2366" fmla="*/ 9168 h 9528"/>
              <a:gd name="connsiteX0-2367" fmla="*/ 7576 w 9545"/>
              <a:gd name="connsiteY0-2368" fmla="*/ 9504 h 9882"/>
              <a:gd name="connsiteX1-2369" fmla="*/ 7197 w 9545"/>
              <a:gd name="connsiteY1-2370" fmla="*/ 9740 h 9882"/>
              <a:gd name="connsiteX2-2371" fmla="*/ 6742 w 9545"/>
              <a:gd name="connsiteY2-2372" fmla="*/ 9882 h 9882"/>
              <a:gd name="connsiteX3-2373" fmla="*/ 6364 w 9545"/>
              <a:gd name="connsiteY3-2374" fmla="*/ 9882 h 9882"/>
              <a:gd name="connsiteX4-2375" fmla="*/ 5606 w 9545"/>
              <a:gd name="connsiteY4-2376" fmla="*/ 9882 h 9882"/>
              <a:gd name="connsiteX5-2377" fmla="*/ 5606 w 9545"/>
              <a:gd name="connsiteY5-2378" fmla="*/ 9882 h 9882"/>
              <a:gd name="connsiteX6-2379" fmla="*/ 5152 w 9545"/>
              <a:gd name="connsiteY6-2380" fmla="*/ 9740 h 9882"/>
              <a:gd name="connsiteX7-2381" fmla="*/ 4773 w 9545"/>
              <a:gd name="connsiteY7-2382" fmla="*/ 9623 h 9882"/>
              <a:gd name="connsiteX8-2383" fmla="*/ 4773 w 9545"/>
              <a:gd name="connsiteY8-2384" fmla="*/ 9364 h 9882"/>
              <a:gd name="connsiteX9-2385" fmla="*/ 4394 w 9545"/>
              <a:gd name="connsiteY9-2386" fmla="*/ 9127 h 9882"/>
              <a:gd name="connsiteX10-2387" fmla="*/ 3939 w 9545"/>
              <a:gd name="connsiteY10-2388" fmla="*/ 8868 h 9882"/>
              <a:gd name="connsiteX11-2389" fmla="*/ 3182 w 9545"/>
              <a:gd name="connsiteY11-2390" fmla="*/ 8490 h 9882"/>
              <a:gd name="connsiteX12-2391" fmla="*/ 2348 w 9545"/>
              <a:gd name="connsiteY12-2392" fmla="*/ 8254 h 9882"/>
              <a:gd name="connsiteX13-2393" fmla="*/ 1591 w 9545"/>
              <a:gd name="connsiteY13-2394" fmla="*/ 8137 h 9882"/>
              <a:gd name="connsiteX14-2395" fmla="*/ 1136 w 9545"/>
              <a:gd name="connsiteY14-2396" fmla="*/ 7995 h 9882"/>
              <a:gd name="connsiteX15-2397" fmla="*/ 758 w 9545"/>
              <a:gd name="connsiteY15-2398" fmla="*/ 7877 h 9882"/>
              <a:gd name="connsiteX16-2399" fmla="*/ 379 w 9545"/>
              <a:gd name="connsiteY16-2400" fmla="*/ 7877 h 9882"/>
              <a:gd name="connsiteX17-2401" fmla="*/ 0 w 9545"/>
              <a:gd name="connsiteY17-2402" fmla="*/ 7759 h 9882"/>
              <a:gd name="connsiteX18-2403" fmla="*/ 0 w 9545"/>
              <a:gd name="connsiteY18-2404" fmla="*/ 7759 h 9882"/>
              <a:gd name="connsiteX19-2405" fmla="*/ 0 w 9545"/>
              <a:gd name="connsiteY19-2406" fmla="*/ 7759 h 9882"/>
              <a:gd name="connsiteX20-2407" fmla="*/ 0 w 9545"/>
              <a:gd name="connsiteY20-2408" fmla="*/ 7618 h 9882"/>
              <a:gd name="connsiteX21-2409" fmla="*/ 0 w 9545"/>
              <a:gd name="connsiteY21-2410" fmla="*/ 7618 h 9882"/>
              <a:gd name="connsiteX22-2411" fmla="*/ 0 w 9545"/>
              <a:gd name="connsiteY22-2412" fmla="*/ 7618 h 9882"/>
              <a:gd name="connsiteX23-2413" fmla="*/ 379 w 9545"/>
              <a:gd name="connsiteY23-2414" fmla="*/ 7618 h 9882"/>
              <a:gd name="connsiteX24-2415" fmla="*/ 379 w 9545"/>
              <a:gd name="connsiteY24-2416" fmla="*/ 7618 h 9882"/>
              <a:gd name="connsiteX25-2417" fmla="*/ 758 w 9545"/>
              <a:gd name="connsiteY25-2418" fmla="*/ 7618 h 9882"/>
              <a:gd name="connsiteX26-2419" fmla="*/ 1136 w 9545"/>
              <a:gd name="connsiteY26-2420" fmla="*/ 7618 h 9882"/>
              <a:gd name="connsiteX27-2421" fmla="*/ 1970 w 9545"/>
              <a:gd name="connsiteY27-2422" fmla="*/ 7759 h 9882"/>
              <a:gd name="connsiteX28-2423" fmla="*/ 2348 w 9545"/>
              <a:gd name="connsiteY28-2424" fmla="*/ 7759 h 9882"/>
              <a:gd name="connsiteX29-2425" fmla="*/ 3561 w 9545"/>
              <a:gd name="connsiteY29-2426" fmla="*/ 7759 h 9882"/>
              <a:gd name="connsiteX30-2427" fmla="*/ 4773 w 9545"/>
              <a:gd name="connsiteY30-2428" fmla="*/ 7759 h 9882"/>
              <a:gd name="connsiteX31-2429" fmla="*/ 5606 w 9545"/>
              <a:gd name="connsiteY31-2430" fmla="*/ 7759 h 9882"/>
              <a:gd name="connsiteX32-2431" fmla="*/ 5985 w 9545"/>
              <a:gd name="connsiteY32-2432" fmla="*/ 7759 h 9882"/>
              <a:gd name="connsiteX33-2433" fmla="*/ 6364 w 9545"/>
              <a:gd name="connsiteY33-2434" fmla="*/ 7759 h 9882"/>
              <a:gd name="connsiteX34-2435" fmla="*/ 6364 w 9545"/>
              <a:gd name="connsiteY34-2436" fmla="*/ 7618 h 9882"/>
              <a:gd name="connsiteX35-2437" fmla="*/ 6364 w 9545"/>
              <a:gd name="connsiteY35-2438" fmla="*/ 7500 h 9882"/>
              <a:gd name="connsiteX36-2439" fmla="*/ 6364 w 9545"/>
              <a:gd name="connsiteY36-2440" fmla="*/ 7382 h 9882"/>
              <a:gd name="connsiteX37-2441" fmla="*/ 6742 w 9545"/>
              <a:gd name="connsiteY37-2442" fmla="*/ 7123 h 9882"/>
              <a:gd name="connsiteX38-2443" fmla="*/ 6742 w 9545"/>
              <a:gd name="connsiteY38-2444" fmla="*/ 6887 h 9882"/>
              <a:gd name="connsiteX39-2445" fmla="*/ 6742 w 9545"/>
              <a:gd name="connsiteY39-2446" fmla="*/ 6627 h 9882"/>
              <a:gd name="connsiteX40-2447" fmla="*/ 6742 w 9545"/>
              <a:gd name="connsiteY40-2448" fmla="*/ 6368 h 9882"/>
              <a:gd name="connsiteX41-2449" fmla="*/ 6742 w 9545"/>
              <a:gd name="connsiteY41-2450" fmla="*/ 5754 h 9882"/>
              <a:gd name="connsiteX42-2451" fmla="*/ 6742 w 9545"/>
              <a:gd name="connsiteY42-2452" fmla="*/ 5259 h 9882"/>
              <a:gd name="connsiteX43-2453" fmla="*/ 6742 w 9545"/>
              <a:gd name="connsiteY43-2454" fmla="*/ 4763 h 9882"/>
              <a:gd name="connsiteX44-2455" fmla="*/ 6742 w 9545"/>
              <a:gd name="connsiteY44-2456" fmla="*/ 4387 h 9882"/>
              <a:gd name="connsiteX45-2457" fmla="*/ 6742 w 9545"/>
              <a:gd name="connsiteY45-2458" fmla="*/ 4127 h 9882"/>
              <a:gd name="connsiteX46-2459" fmla="*/ 6742 w 9545"/>
              <a:gd name="connsiteY46-2460" fmla="*/ 3891 h 9882"/>
              <a:gd name="connsiteX47-2461" fmla="*/ 6742 w 9545"/>
              <a:gd name="connsiteY47-2462" fmla="*/ 3632 h 9882"/>
              <a:gd name="connsiteX48-2463" fmla="*/ 6742 w 9545"/>
              <a:gd name="connsiteY48-2464" fmla="*/ 3373 h 9882"/>
              <a:gd name="connsiteX49-2465" fmla="*/ 6742 w 9545"/>
              <a:gd name="connsiteY49-2466" fmla="*/ 2995 h 9882"/>
              <a:gd name="connsiteX50-2467" fmla="*/ 6742 w 9545"/>
              <a:gd name="connsiteY50-2468" fmla="*/ 2641 h 9882"/>
              <a:gd name="connsiteX51-2469" fmla="*/ 6742 w 9545"/>
              <a:gd name="connsiteY51-2470" fmla="*/ 2263 h 9882"/>
              <a:gd name="connsiteX52-2471" fmla="*/ 6742 w 9545"/>
              <a:gd name="connsiteY52-2472" fmla="*/ 1768 h 9882"/>
              <a:gd name="connsiteX53-2473" fmla="*/ 6364 w 9545"/>
              <a:gd name="connsiteY53-2474" fmla="*/ 1013 h 9882"/>
              <a:gd name="connsiteX54-2475" fmla="*/ 5985 w 9545"/>
              <a:gd name="connsiteY54-2476" fmla="*/ 0 h 9882"/>
              <a:gd name="connsiteX55-2477" fmla="*/ 9545 w 9545"/>
              <a:gd name="connsiteY55-2478" fmla="*/ 0 h 9882"/>
              <a:gd name="connsiteX56-2479" fmla="*/ 9545 w 9545"/>
              <a:gd name="connsiteY56-2480" fmla="*/ 141 h 9882"/>
              <a:gd name="connsiteX57-2481" fmla="*/ 9545 w 9545"/>
              <a:gd name="connsiteY57-2482" fmla="*/ 377 h 9882"/>
              <a:gd name="connsiteX58-2483" fmla="*/ 9545 w 9545"/>
              <a:gd name="connsiteY58-2484" fmla="*/ 637 h 9882"/>
              <a:gd name="connsiteX59-2485" fmla="*/ 9545 w 9545"/>
              <a:gd name="connsiteY59-2486" fmla="*/ 754 h 9882"/>
              <a:gd name="connsiteX60-2487" fmla="*/ 9545 w 9545"/>
              <a:gd name="connsiteY60-2488" fmla="*/ 1013 h 9882"/>
              <a:gd name="connsiteX61-2489" fmla="*/ 9545 w 9545"/>
              <a:gd name="connsiteY61-2490" fmla="*/ 1250 h 9882"/>
              <a:gd name="connsiteX62-2491" fmla="*/ 9545 w 9545"/>
              <a:gd name="connsiteY62-2492" fmla="*/ 1509 h 9882"/>
              <a:gd name="connsiteX63-2493" fmla="*/ 9545 w 9545"/>
              <a:gd name="connsiteY63-2494" fmla="*/ 1768 h 9882"/>
              <a:gd name="connsiteX64-2495" fmla="*/ 9545 w 9545"/>
              <a:gd name="connsiteY64-2496" fmla="*/ 2123 h 9882"/>
              <a:gd name="connsiteX65-2497" fmla="*/ 9545 w 9545"/>
              <a:gd name="connsiteY65-2498" fmla="*/ 2382 h 9882"/>
              <a:gd name="connsiteX66-2499" fmla="*/ 9545 w 9545"/>
              <a:gd name="connsiteY66-2500" fmla="*/ 2759 h 9882"/>
              <a:gd name="connsiteX67-2501" fmla="*/ 9545 w 9545"/>
              <a:gd name="connsiteY67-2502" fmla="*/ 3137 h 9882"/>
              <a:gd name="connsiteX68-2503" fmla="*/ 9545 w 9545"/>
              <a:gd name="connsiteY68-2504" fmla="*/ 3513 h 9882"/>
              <a:gd name="connsiteX69-2505" fmla="*/ 9545 w 9545"/>
              <a:gd name="connsiteY69-2506" fmla="*/ 4009 h 9882"/>
              <a:gd name="connsiteX70-2507" fmla="*/ 9545 w 9545"/>
              <a:gd name="connsiteY70-2508" fmla="*/ 4882 h 9882"/>
              <a:gd name="connsiteX71-2509" fmla="*/ 9545 w 9545"/>
              <a:gd name="connsiteY71-2510" fmla="*/ 5638 h 9882"/>
              <a:gd name="connsiteX72-2511" fmla="*/ 9545 w 9545"/>
              <a:gd name="connsiteY72-2512" fmla="*/ 6250 h 9882"/>
              <a:gd name="connsiteX73-2513" fmla="*/ 9545 w 9545"/>
              <a:gd name="connsiteY73-2514" fmla="*/ 6887 h 9882"/>
              <a:gd name="connsiteX74-2515" fmla="*/ 9545 w 9545"/>
              <a:gd name="connsiteY74-2516" fmla="*/ 7382 h 9882"/>
              <a:gd name="connsiteX75-2517" fmla="*/ 9545 w 9545"/>
              <a:gd name="connsiteY75-2518" fmla="*/ 7759 h 9882"/>
              <a:gd name="connsiteX76-2519" fmla="*/ 9545 w 9545"/>
              <a:gd name="connsiteY76-2520" fmla="*/ 8137 h 9882"/>
              <a:gd name="connsiteX77-2521" fmla="*/ 9545 w 9545"/>
              <a:gd name="connsiteY77-2522" fmla="*/ 8254 h 9882"/>
              <a:gd name="connsiteX78-2523" fmla="*/ 9545 w 9545"/>
              <a:gd name="connsiteY78-2524" fmla="*/ 8373 h 9882"/>
              <a:gd name="connsiteX79-2525" fmla="*/ 9167 w 9545"/>
              <a:gd name="connsiteY79-2526" fmla="*/ 8750 h 9882"/>
              <a:gd name="connsiteX80-2527" fmla="*/ 8788 w 9545"/>
              <a:gd name="connsiteY80-2528" fmla="*/ 9009 h 9882"/>
              <a:gd name="connsiteX81-2529" fmla="*/ 8333 w 9545"/>
              <a:gd name="connsiteY81-2530" fmla="*/ 9364 h 9882"/>
              <a:gd name="connsiteX82-2531" fmla="*/ 7576 w 9545"/>
              <a:gd name="connsiteY82-2532" fmla="*/ 9504 h 9882"/>
              <a:gd name="connsiteX83-2533" fmla="*/ 7576 w 9545"/>
              <a:gd name="connsiteY83-2534" fmla="*/ 9504 h 9882"/>
              <a:gd name="connsiteX0-2535" fmla="*/ 7937 w 10000"/>
              <a:gd name="connsiteY0-2536" fmla="*/ 9617 h 10000"/>
              <a:gd name="connsiteX1-2537" fmla="*/ 7540 w 10000"/>
              <a:gd name="connsiteY1-2538" fmla="*/ 9856 h 10000"/>
              <a:gd name="connsiteX2-2539" fmla="*/ 7063 w 10000"/>
              <a:gd name="connsiteY2-2540" fmla="*/ 10000 h 10000"/>
              <a:gd name="connsiteX3-2541" fmla="*/ 6667 w 10000"/>
              <a:gd name="connsiteY3-2542" fmla="*/ 10000 h 10000"/>
              <a:gd name="connsiteX4-2543" fmla="*/ 5873 w 10000"/>
              <a:gd name="connsiteY4-2544" fmla="*/ 10000 h 10000"/>
              <a:gd name="connsiteX5-2545" fmla="*/ 5873 w 10000"/>
              <a:gd name="connsiteY5-2546" fmla="*/ 10000 h 10000"/>
              <a:gd name="connsiteX6-2547" fmla="*/ 5398 w 10000"/>
              <a:gd name="connsiteY6-2548" fmla="*/ 9856 h 10000"/>
              <a:gd name="connsiteX7-2549" fmla="*/ 5001 w 10000"/>
              <a:gd name="connsiteY7-2550" fmla="*/ 9738 h 10000"/>
              <a:gd name="connsiteX8-2551" fmla="*/ 5001 w 10000"/>
              <a:gd name="connsiteY8-2552" fmla="*/ 9476 h 10000"/>
              <a:gd name="connsiteX9-2553" fmla="*/ 4603 w 10000"/>
              <a:gd name="connsiteY9-2554" fmla="*/ 9236 h 10000"/>
              <a:gd name="connsiteX10-2555" fmla="*/ 4127 w 10000"/>
              <a:gd name="connsiteY10-2556" fmla="*/ 8974 h 10000"/>
              <a:gd name="connsiteX11-2557" fmla="*/ 3334 w 10000"/>
              <a:gd name="connsiteY11-2558" fmla="*/ 8591 h 10000"/>
              <a:gd name="connsiteX12-2559" fmla="*/ 2460 w 10000"/>
              <a:gd name="connsiteY12-2560" fmla="*/ 8353 h 10000"/>
              <a:gd name="connsiteX13-2561" fmla="*/ 1667 w 10000"/>
              <a:gd name="connsiteY13-2562" fmla="*/ 8234 h 10000"/>
              <a:gd name="connsiteX14-2563" fmla="*/ 1190 w 10000"/>
              <a:gd name="connsiteY14-2564" fmla="*/ 8090 h 10000"/>
              <a:gd name="connsiteX15-2565" fmla="*/ 794 w 10000"/>
              <a:gd name="connsiteY15-2566" fmla="*/ 7971 h 10000"/>
              <a:gd name="connsiteX16-2567" fmla="*/ 397 w 10000"/>
              <a:gd name="connsiteY16-2568" fmla="*/ 7971 h 10000"/>
              <a:gd name="connsiteX17-2569" fmla="*/ 0 w 10000"/>
              <a:gd name="connsiteY17-2570" fmla="*/ 7852 h 10000"/>
              <a:gd name="connsiteX18-2571" fmla="*/ 0 w 10000"/>
              <a:gd name="connsiteY18-2572" fmla="*/ 7852 h 10000"/>
              <a:gd name="connsiteX19-2573" fmla="*/ 0 w 10000"/>
              <a:gd name="connsiteY19-2574" fmla="*/ 7852 h 10000"/>
              <a:gd name="connsiteX20-2575" fmla="*/ 0 w 10000"/>
              <a:gd name="connsiteY20-2576" fmla="*/ 7709 h 10000"/>
              <a:gd name="connsiteX21-2577" fmla="*/ 0 w 10000"/>
              <a:gd name="connsiteY21-2578" fmla="*/ 7709 h 10000"/>
              <a:gd name="connsiteX22-2579" fmla="*/ 0 w 10000"/>
              <a:gd name="connsiteY22-2580" fmla="*/ 7709 h 10000"/>
              <a:gd name="connsiteX23-2581" fmla="*/ 397 w 10000"/>
              <a:gd name="connsiteY23-2582" fmla="*/ 7709 h 10000"/>
              <a:gd name="connsiteX24-2583" fmla="*/ 397 w 10000"/>
              <a:gd name="connsiteY24-2584" fmla="*/ 7709 h 10000"/>
              <a:gd name="connsiteX25-2585" fmla="*/ 794 w 10000"/>
              <a:gd name="connsiteY25-2586" fmla="*/ 7709 h 10000"/>
              <a:gd name="connsiteX26-2587" fmla="*/ 1190 w 10000"/>
              <a:gd name="connsiteY26-2588" fmla="*/ 7709 h 10000"/>
              <a:gd name="connsiteX27-2589" fmla="*/ 2064 w 10000"/>
              <a:gd name="connsiteY27-2590" fmla="*/ 7852 h 10000"/>
              <a:gd name="connsiteX28-2591" fmla="*/ 2460 w 10000"/>
              <a:gd name="connsiteY28-2592" fmla="*/ 7852 h 10000"/>
              <a:gd name="connsiteX29-2593" fmla="*/ 3731 w 10000"/>
              <a:gd name="connsiteY29-2594" fmla="*/ 7852 h 10000"/>
              <a:gd name="connsiteX30-2595" fmla="*/ 5001 w 10000"/>
              <a:gd name="connsiteY30-2596" fmla="*/ 7852 h 10000"/>
              <a:gd name="connsiteX31-2597" fmla="*/ 5873 w 10000"/>
              <a:gd name="connsiteY31-2598" fmla="*/ 7852 h 10000"/>
              <a:gd name="connsiteX32-2599" fmla="*/ 6270 w 10000"/>
              <a:gd name="connsiteY32-2600" fmla="*/ 7852 h 10000"/>
              <a:gd name="connsiteX33-2601" fmla="*/ 6667 w 10000"/>
              <a:gd name="connsiteY33-2602" fmla="*/ 7852 h 10000"/>
              <a:gd name="connsiteX34-2603" fmla="*/ 6667 w 10000"/>
              <a:gd name="connsiteY34-2604" fmla="*/ 7709 h 10000"/>
              <a:gd name="connsiteX35-2605" fmla="*/ 6667 w 10000"/>
              <a:gd name="connsiteY35-2606" fmla="*/ 7590 h 10000"/>
              <a:gd name="connsiteX36-2607" fmla="*/ 6667 w 10000"/>
              <a:gd name="connsiteY36-2608" fmla="*/ 7470 h 10000"/>
              <a:gd name="connsiteX37-2609" fmla="*/ 7063 w 10000"/>
              <a:gd name="connsiteY37-2610" fmla="*/ 7208 h 10000"/>
              <a:gd name="connsiteX38-2611" fmla="*/ 7063 w 10000"/>
              <a:gd name="connsiteY38-2612" fmla="*/ 6969 h 10000"/>
              <a:gd name="connsiteX39-2613" fmla="*/ 7063 w 10000"/>
              <a:gd name="connsiteY39-2614" fmla="*/ 6706 h 10000"/>
              <a:gd name="connsiteX40-2615" fmla="*/ 7063 w 10000"/>
              <a:gd name="connsiteY40-2616" fmla="*/ 6444 h 10000"/>
              <a:gd name="connsiteX41-2617" fmla="*/ 7063 w 10000"/>
              <a:gd name="connsiteY41-2618" fmla="*/ 5823 h 10000"/>
              <a:gd name="connsiteX42-2619" fmla="*/ 7063 w 10000"/>
              <a:gd name="connsiteY42-2620" fmla="*/ 5322 h 10000"/>
              <a:gd name="connsiteX43-2621" fmla="*/ 7063 w 10000"/>
              <a:gd name="connsiteY43-2622" fmla="*/ 4820 h 10000"/>
              <a:gd name="connsiteX44-2623" fmla="*/ 7063 w 10000"/>
              <a:gd name="connsiteY44-2624" fmla="*/ 4439 h 10000"/>
              <a:gd name="connsiteX45-2625" fmla="*/ 7063 w 10000"/>
              <a:gd name="connsiteY45-2626" fmla="*/ 4176 h 10000"/>
              <a:gd name="connsiteX46-2627" fmla="*/ 7063 w 10000"/>
              <a:gd name="connsiteY46-2628" fmla="*/ 3937 h 10000"/>
              <a:gd name="connsiteX47-2629" fmla="*/ 7063 w 10000"/>
              <a:gd name="connsiteY47-2630" fmla="*/ 3675 h 10000"/>
              <a:gd name="connsiteX48-2631" fmla="*/ 7063 w 10000"/>
              <a:gd name="connsiteY48-2632" fmla="*/ 3413 h 10000"/>
              <a:gd name="connsiteX49-2633" fmla="*/ 7063 w 10000"/>
              <a:gd name="connsiteY49-2634" fmla="*/ 3031 h 10000"/>
              <a:gd name="connsiteX50-2635" fmla="*/ 7063 w 10000"/>
              <a:gd name="connsiteY50-2636" fmla="*/ 2673 h 10000"/>
              <a:gd name="connsiteX51-2637" fmla="*/ 7063 w 10000"/>
              <a:gd name="connsiteY51-2638" fmla="*/ 2290 h 10000"/>
              <a:gd name="connsiteX52-2639" fmla="*/ 7063 w 10000"/>
              <a:gd name="connsiteY52-2640" fmla="*/ 1789 h 10000"/>
              <a:gd name="connsiteX53-2641" fmla="*/ 6667 w 10000"/>
              <a:gd name="connsiteY53-2642" fmla="*/ 1025 h 10000"/>
              <a:gd name="connsiteX54-2643" fmla="*/ 6270 w 10000"/>
              <a:gd name="connsiteY54-2644" fmla="*/ 0 h 10000"/>
              <a:gd name="connsiteX55-2645" fmla="*/ 10000 w 10000"/>
              <a:gd name="connsiteY55-2646" fmla="*/ 0 h 10000"/>
              <a:gd name="connsiteX56-2647" fmla="*/ 10000 w 10000"/>
              <a:gd name="connsiteY56-2648" fmla="*/ 382 h 10000"/>
              <a:gd name="connsiteX57-2649" fmla="*/ 10000 w 10000"/>
              <a:gd name="connsiteY57-2650" fmla="*/ 645 h 10000"/>
              <a:gd name="connsiteX58-2651" fmla="*/ 10000 w 10000"/>
              <a:gd name="connsiteY58-2652" fmla="*/ 763 h 10000"/>
              <a:gd name="connsiteX59-2653" fmla="*/ 10000 w 10000"/>
              <a:gd name="connsiteY59-2654" fmla="*/ 1025 h 10000"/>
              <a:gd name="connsiteX60-2655" fmla="*/ 10000 w 10000"/>
              <a:gd name="connsiteY60-2656" fmla="*/ 1265 h 10000"/>
              <a:gd name="connsiteX61-2657" fmla="*/ 10000 w 10000"/>
              <a:gd name="connsiteY61-2658" fmla="*/ 1527 h 10000"/>
              <a:gd name="connsiteX62-2659" fmla="*/ 10000 w 10000"/>
              <a:gd name="connsiteY62-2660" fmla="*/ 1789 h 10000"/>
              <a:gd name="connsiteX63-2661" fmla="*/ 10000 w 10000"/>
              <a:gd name="connsiteY63-2662" fmla="*/ 2148 h 10000"/>
              <a:gd name="connsiteX64-2663" fmla="*/ 10000 w 10000"/>
              <a:gd name="connsiteY64-2664" fmla="*/ 2410 h 10000"/>
              <a:gd name="connsiteX65-2665" fmla="*/ 10000 w 10000"/>
              <a:gd name="connsiteY65-2666" fmla="*/ 2792 h 10000"/>
              <a:gd name="connsiteX66-2667" fmla="*/ 10000 w 10000"/>
              <a:gd name="connsiteY66-2668" fmla="*/ 3174 h 10000"/>
              <a:gd name="connsiteX67-2669" fmla="*/ 10000 w 10000"/>
              <a:gd name="connsiteY67-2670" fmla="*/ 3555 h 10000"/>
              <a:gd name="connsiteX68-2671" fmla="*/ 10000 w 10000"/>
              <a:gd name="connsiteY68-2672" fmla="*/ 4057 h 10000"/>
              <a:gd name="connsiteX69-2673" fmla="*/ 10000 w 10000"/>
              <a:gd name="connsiteY69-2674" fmla="*/ 4940 h 10000"/>
              <a:gd name="connsiteX70-2675" fmla="*/ 10000 w 10000"/>
              <a:gd name="connsiteY70-2676" fmla="*/ 5705 h 10000"/>
              <a:gd name="connsiteX71-2677" fmla="*/ 10000 w 10000"/>
              <a:gd name="connsiteY71-2678" fmla="*/ 6325 h 10000"/>
              <a:gd name="connsiteX72-2679" fmla="*/ 10000 w 10000"/>
              <a:gd name="connsiteY72-2680" fmla="*/ 6969 h 10000"/>
              <a:gd name="connsiteX73-2681" fmla="*/ 10000 w 10000"/>
              <a:gd name="connsiteY73-2682" fmla="*/ 7470 h 10000"/>
              <a:gd name="connsiteX74-2683" fmla="*/ 10000 w 10000"/>
              <a:gd name="connsiteY74-2684" fmla="*/ 7852 h 10000"/>
              <a:gd name="connsiteX75-2685" fmla="*/ 10000 w 10000"/>
              <a:gd name="connsiteY75-2686" fmla="*/ 8234 h 10000"/>
              <a:gd name="connsiteX76-2687" fmla="*/ 10000 w 10000"/>
              <a:gd name="connsiteY76-2688" fmla="*/ 8353 h 10000"/>
              <a:gd name="connsiteX77-2689" fmla="*/ 10000 w 10000"/>
              <a:gd name="connsiteY77-2690" fmla="*/ 8473 h 10000"/>
              <a:gd name="connsiteX78-2691" fmla="*/ 9604 w 10000"/>
              <a:gd name="connsiteY78-2692" fmla="*/ 8854 h 10000"/>
              <a:gd name="connsiteX79-2693" fmla="*/ 9207 w 10000"/>
              <a:gd name="connsiteY79-2694" fmla="*/ 9117 h 10000"/>
              <a:gd name="connsiteX80-2695" fmla="*/ 8730 w 10000"/>
              <a:gd name="connsiteY80-2696" fmla="*/ 9476 h 10000"/>
              <a:gd name="connsiteX81-2697" fmla="*/ 7937 w 10000"/>
              <a:gd name="connsiteY81-2698" fmla="*/ 9617 h 10000"/>
              <a:gd name="connsiteX82-2699" fmla="*/ 7937 w 10000"/>
              <a:gd name="connsiteY82-2700" fmla="*/ 9617 h 10000"/>
              <a:gd name="connsiteX0-2701" fmla="*/ 7937 w 10000"/>
              <a:gd name="connsiteY0-2702" fmla="*/ 9617 h 10000"/>
              <a:gd name="connsiteX1-2703" fmla="*/ 7540 w 10000"/>
              <a:gd name="connsiteY1-2704" fmla="*/ 9856 h 10000"/>
              <a:gd name="connsiteX2-2705" fmla="*/ 7063 w 10000"/>
              <a:gd name="connsiteY2-2706" fmla="*/ 10000 h 10000"/>
              <a:gd name="connsiteX3-2707" fmla="*/ 6667 w 10000"/>
              <a:gd name="connsiteY3-2708" fmla="*/ 10000 h 10000"/>
              <a:gd name="connsiteX4-2709" fmla="*/ 5873 w 10000"/>
              <a:gd name="connsiteY4-2710" fmla="*/ 10000 h 10000"/>
              <a:gd name="connsiteX5-2711" fmla="*/ 5873 w 10000"/>
              <a:gd name="connsiteY5-2712" fmla="*/ 10000 h 10000"/>
              <a:gd name="connsiteX6-2713" fmla="*/ 5398 w 10000"/>
              <a:gd name="connsiteY6-2714" fmla="*/ 9856 h 10000"/>
              <a:gd name="connsiteX7-2715" fmla="*/ 5001 w 10000"/>
              <a:gd name="connsiteY7-2716" fmla="*/ 9738 h 10000"/>
              <a:gd name="connsiteX8-2717" fmla="*/ 5001 w 10000"/>
              <a:gd name="connsiteY8-2718" fmla="*/ 9476 h 10000"/>
              <a:gd name="connsiteX9-2719" fmla="*/ 4603 w 10000"/>
              <a:gd name="connsiteY9-2720" fmla="*/ 9236 h 10000"/>
              <a:gd name="connsiteX10-2721" fmla="*/ 4127 w 10000"/>
              <a:gd name="connsiteY10-2722" fmla="*/ 8974 h 10000"/>
              <a:gd name="connsiteX11-2723" fmla="*/ 3334 w 10000"/>
              <a:gd name="connsiteY11-2724" fmla="*/ 8591 h 10000"/>
              <a:gd name="connsiteX12-2725" fmla="*/ 2460 w 10000"/>
              <a:gd name="connsiteY12-2726" fmla="*/ 8353 h 10000"/>
              <a:gd name="connsiteX13-2727" fmla="*/ 1667 w 10000"/>
              <a:gd name="connsiteY13-2728" fmla="*/ 8234 h 10000"/>
              <a:gd name="connsiteX14-2729" fmla="*/ 1190 w 10000"/>
              <a:gd name="connsiteY14-2730" fmla="*/ 8090 h 10000"/>
              <a:gd name="connsiteX15-2731" fmla="*/ 794 w 10000"/>
              <a:gd name="connsiteY15-2732" fmla="*/ 7971 h 10000"/>
              <a:gd name="connsiteX16-2733" fmla="*/ 397 w 10000"/>
              <a:gd name="connsiteY16-2734" fmla="*/ 7971 h 10000"/>
              <a:gd name="connsiteX17-2735" fmla="*/ 0 w 10000"/>
              <a:gd name="connsiteY17-2736" fmla="*/ 7852 h 10000"/>
              <a:gd name="connsiteX18-2737" fmla="*/ 0 w 10000"/>
              <a:gd name="connsiteY18-2738" fmla="*/ 7852 h 10000"/>
              <a:gd name="connsiteX19-2739" fmla="*/ 0 w 10000"/>
              <a:gd name="connsiteY19-2740" fmla="*/ 7852 h 10000"/>
              <a:gd name="connsiteX20-2741" fmla="*/ 0 w 10000"/>
              <a:gd name="connsiteY20-2742" fmla="*/ 7709 h 10000"/>
              <a:gd name="connsiteX21-2743" fmla="*/ 0 w 10000"/>
              <a:gd name="connsiteY21-2744" fmla="*/ 7709 h 10000"/>
              <a:gd name="connsiteX22-2745" fmla="*/ 0 w 10000"/>
              <a:gd name="connsiteY22-2746" fmla="*/ 7709 h 10000"/>
              <a:gd name="connsiteX23-2747" fmla="*/ 397 w 10000"/>
              <a:gd name="connsiteY23-2748" fmla="*/ 7709 h 10000"/>
              <a:gd name="connsiteX24-2749" fmla="*/ 397 w 10000"/>
              <a:gd name="connsiteY24-2750" fmla="*/ 7709 h 10000"/>
              <a:gd name="connsiteX25-2751" fmla="*/ 794 w 10000"/>
              <a:gd name="connsiteY25-2752" fmla="*/ 7709 h 10000"/>
              <a:gd name="connsiteX26-2753" fmla="*/ 1190 w 10000"/>
              <a:gd name="connsiteY26-2754" fmla="*/ 7709 h 10000"/>
              <a:gd name="connsiteX27-2755" fmla="*/ 2064 w 10000"/>
              <a:gd name="connsiteY27-2756" fmla="*/ 7852 h 10000"/>
              <a:gd name="connsiteX28-2757" fmla="*/ 2460 w 10000"/>
              <a:gd name="connsiteY28-2758" fmla="*/ 7852 h 10000"/>
              <a:gd name="connsiteX29-2759" fmla="*/ 3731 w 10000"/>
              <a:gd name="connsiteY29-2760" fmla="*/ 7852 h 10000"/>
              <a:gd name="connsiteX30-2761" fmla="*/ 5001 w 10000"/>
              <a:gd name="connsiteY30-2762" fmla="*/ 7852 h 10000"/>
              <a:gd name="connsiteX31-2763" fmla="*/ 5873 w 10000"/>
              <a:gd name="connsiteY31-2764" fmla="*/ 7852 h 10000"/>
              <a:gd name="connsiteX32-2765" fmla="*/ 6270 w 10000"/>
              <a:gd name="connsiteY32-2766" fmla="*/ 7852 h 10000"/>
              <a:gd name="connsiteX33-2767" fmla="*/ 6667 w 10000"/>
              <a:gd name="connsiteY33-2768" fmla="*/ 7852 h 10000"/>
              <a:gd name="connsiteX34-2769" fmla="*/ 6667 w 10000"/>
              <a:gd name="connsiteY34-2770" fmla="*/ 7709 h 10000"/>
              <a:gd name="connsiteX35-2771" fmla="*/ 6667 w 10000"/>
              <a:gd name="connsiteY35-2772" fmla="*/ 7590 h 10000"/>
              <a:gd name="connsiteX36-2773" fmla="*/ 6667 w 10000"/>
              <a:gd name="connsiteY36-2774" fmla="*/ 7470 h 10000"/>
              <a:gd name="connsiteX37-2775" fmla="*/ 7063 w 10000"/>
              <a:gd name="connsiteY37-2776" fmla="*/ 7208 h 10000"/>
              <a:gd name="connsiteX38-2777" fmla="*/ 7063 w 10000"/>
              <a:gd name="connsiteY38-2778" fmla="*/ 6969 h 10000"/>
              <a:gd name="connsiteX39-2779" fmla="*/ 7063 w 10000"/>
              <a:gd name="connsiteY39-2780" fmla="*/ 6706 h 10000"/>
              <a:gd name="connsiteX40-2781" fmla="*/ 7063 w 10000"/>
              <a:gd name="connsiteY40-2782" fmla="*/ 6444 h 10000"/>
              <a:gd name="connsiteX41-2783" fmla="*/ 7063 w 10000"/>
              <a:gd name="connsiteY41-2784" fmla="*/ 5823 h 10000"/>
              <a:gd name="connsiteX42-2785" fmla="*/ 7063 w 10000"/>
              <a:gd name="connsiteY42-2786" fmla="*/ 5322 h 10000"/>
              <a:gd name="connsiteX43-2787" fmla="*/ 7063 w 10000"/>
              <a:gd name="connsiteY43-2788" fmla="*/ 4820 h 10000"/>
              <a:gd name="connsiteX44-2789" fmla="*/ 7063 w 10000"/>
              <a:gd name="connsiteY44-2790" fmla="*/ 4439 h 10000"/>
              <a:gd name="connsiteX45-2791" fmla="*/ 7063 w 10000"/>
              <a:gd name="connsiteY45-2792" fmla="*/ 4176 h 10000"/>
              <a:gd name="connsiteX46-2793" fmla="*/ 7063 w 10000"/>
              <a:gd name="connsiteY46-2794" fmla="*/ 3937 h 10000"/>
              <a:gd name="connsiteX47-2795" fmla="*/ 7063 w 10000"/>
              <a:gd name="connsiteY47-2796" fmla="*/ 3675 h 10000"/>
              <a:gd name="connsiteX48-2797" fmla="*/ 7063 w 10000"/>
              <a:gd name="connsiteY48-2798" fmla="*/ 3413 h 10000"/>
              <a:gd name="connsiteX49-2799" fmla="*/ 7063 w 10000"/>
              <a:gd name="connsiteY49-2800" fmla="*/ 3031 h 10000"/>
              <a:gd name="connsiteX50-2801" fmla="*/ 7063 w 10000"/>
              <a:gd name="connsiteY50-2802" fmla="*/ 2673 h 10000"/>
              <a:gd name="connsiteX51-2803" fmla="*/ 7063 w 10000"/>
              <a:gd name="connsiteY51-2804" fmla="*/ 2290 h 10000"/>
              <a:gd name="connsiteX52-2805" fmla="*/ 7063 w 10000"/>
              <a:gd name="connsiteY52-2806" fmla="*/ 1789 h 10000"/>
              <a:gd name="connsiteX53-2807" fmla="*/ 6667 w 10000"/>
              <a:gd name="connsiteY53-2808" fmla="*/ 1025 h 10000"/>
              <a:gd name="connsiteX54-2809" fmla="*/ 6270 w 10000"/>
              <a:gd name="connsiteY54-2810" fmla="*/ 0 h 10000"/>
              <a:gd name="connsiteX55-2811" fmla="*/ 10000 w 10000"/>
              <a:gd name="connsiteY55-2812" fmla="*/ 0 h 10000"/>
              <a:gd name="connsiteX56-2813" fmla="*/ 10000 w 10000"/>
              <a:gd name="connsiteY56-2814" fmla="*/ 382 h 10000"/>
              <a:gd name="connsiteX57-2815" fmla="*/ 10000 w 10000"/>
              <a:gd name="connsiteY57-2816" fmla="*/ 763 h 10000"/>
              <a:gd name="connsiteX58-2817" fmla="*/ 10000 w 10000"/>
              <a:gd name="connsiteY58-2818" fmla="*/ 1025 h 10000"/>
              <a:gd name="connsiteX59-2819" fmla="*/ 10000 w 10000"/>
              <a:gd name="connsiteY59-2820" fmla="*/ 1265 h 10000"/>
              <a:gd name="connsiteX60-2821" fmla="*/ 10000 w 10000"/>
              <a:gd name="connsiteY60-2822" fmla="*/ 1527 h 10000"/>
              <a:gd name="connsiteX61-2823" fmla="*/ 10000 w 10000"/>
              <a:gd name="connsiteY61-2824" fmla="*/ 1789 h 10000"/>
              <a:gd name="connsiteX62-2825" fmla="*/ 10000 w 10000"/>
              <a:gd name="connsiteY62-2826" fmla="*/ 2148 h 10000"/>
              <a:gd name="connsiteX63-2827" fmla="*/ 10000 w 10000"/>
              <a:gd name="connsiteY63-2828" fmla="*/ 2410 h 10000"/>
              <a:gd name="connsiteX64-2829" fmla="*/ 10000 w 10000"/>
              <a:gd name="connsiteY64-2830" fmla="*/ 2792 h 10000"/>
              <a:gd name="connsiteX65-2831" fmla="*/ 10000 w 10000"/>
              <a:gd name="connsiteY65-2832" fmla="*/ 3174 h 10000"/>
              <a:gd name="connsiteX66-2833" fmla="*/ 10000 w 10000"/>
              <a:gd name="connsiteY66-2834" fmla="*/ 3555 h 10000"/>
              <a:gd name="connsiteX67-2835" fmla="*/ 10000 w 10000"/>
              <a:gd name="connsiteY67-2836" fmla="*/ 4057 h 10000"/>
              <a:gd name="connsiteX68-2837" fmla="*/ 10000 w 10000"/>
              <a:gd name="connsiteY68-2838" fmla="*/ 4940 h 10000"/>
              <a:gd name="connsiteX69-2839" fmla="*/ 10000 w 10000"/>
              <a:gd name="connsiteY69-2840" fmla="*/ 5705 h 10000"/>
              <a:gd name="connsiteX70-2841" fmla="*/ 10000 w 10000"/>
              <a:gd name="connsiteY70-2842" fmla="*/ 6325 h 10000"/>
              <a:gd name="connsiteX71-2843" fmla="*/ 10000 w 10000"/>
              <a:gd name="connsiteY71-2844" fmla="*/ 6969 h 10000"/>
              <a:gd name="connsiteX72-2845" fmla="*/ 10000 w 10000"/>
              <a:gd name="connsiteY72-2846" fmla="*/ 7470 h 10000"/>
              <a:gd name="connsiteX73-2847" fmla="*/ 10000 w 10000"/>
              <a:gd name="connsiteY73-2848" fmla="*/ 7852 h 10000"/>
              <a:gd name="connsiteX74-2849" fmla="*/ 10000 w 10000"/>
              <a:gd name="connsiteY74-2850" fmla="*/ 8234 h 10000"/>
              <a:gd name="connsiteX75-2851" fmla="*/ 10000 w 10000"/>
              <a:gd name="connsiteY75-2852" fmla="*/ 8353 h 10000"/>
              <a:gd name="connsiteX76-2853" fmla="*/ 10000 w 10000"/>
              <a:gd name="connsiteY76-2854" fmla="*/ 8473 h 10000"/>
              <a:gd name="connsiteX77-2855" fmla="*/ 9604 w 10000"/>
              <a:gd name="connsiteY77-2856" fmla="*/ 8854 h 10000"/>
              <a:gd name="connsiteX78-2857" fmla="*/ 9207 w 10000"/>
              <a:gd name="connsiteY78-2858" fmla="*/ 9117 h 10000"/>
              <a:gd name="connsiteX79-2859" fmla="*/ 8730 w 10000"/>
              <a:gd name="connsiteY79-2860" fmla="*/ 9476 h 10000"/>
              <a:gd name="connsiteX80-2861" fmla="*/ 7937 w 10000"/>
              <a:gd name="connsiteY80-2862" fmla="*/ 9617 h 10000"/>
              <a:gd name="connsiteX81-2863" fmla="*/ 7937 w 10000"/>
              <a:gd name="connsiteY81-2864" fmla="*/ 9617 h 10000"/>
              <a:gd name="connsiteX0-2865" fmla="*/ 7937 w 10000"/>
              <a:gd name="connsiteY0-2866" fmla="*/ 9617 h 10000"/>
              <a:gd name="connsiteX1-2867" fmla="*/ 7540 w 10000"/>
              <a:gd name="connsiteY1-2868" fmla="*/ 9856 h 10000"/>
              <a:gd name="connsiteX2-2869" fmla="*/ 7063 w 10000"/>
              <a:gd name="connsiteY2-2870" fmla="*/ 10000 h 10000"/>
              <a:gd name="connsiteX3-2871" fmla="*/ 6667 w 10000"/>
              <a:gd name="connsiteY3-2872" fmla="*/ 10000 h 10000"/>
              <a:gd name="connsiteX4-2873" fmla="*/ 5873 w 10000"/>
              <a:gd name="connsiteY4-2874" fmla="*/ 10000 h 10000"/>
              <a:gd name="connsiteX5-2875" fmla="*/ 5873 w 10000"/>
              <a:gd name="connsiteY5-2876" fmla="*/ 10000 h 10000"/>
              <a:gd name="connsiteX6-2877" fmla="*/ 5398 w 10000"/>
              <a:gd name="connsiteY6-2878" fmla="*/ 9856 h 10000"/>
              <a:gd name="connsiteX7-2879" fmla="*/ 5001 w 10000"/>
              <a:gd name="connsiteY7-2880" fmla="*/ 9738 h 10000"/>
              <a:gd name="connsiteX8-2881" fmla="*/ 5001 w 10000"/>
              <a:gd name="connsiteY8-2882" fmla="*/ 9476 h 10000"/>
              <a:gd name="connsiteX9-2883" fmla="*/ 4603 w 10000"/>
              <a:gd name="connsiteY9-2884" fmla="*/ 9236 h 10000"/>
              <a:gd name="connsiteX10-2885" fmla="*/ 4127 w 10000"/>
              <a:gd name="connsiteY10-2886" fmla="*/ 8974 h 10000"/>
              <a:gd name="connsiteX11-2887" fmla="*/ 3334 w 10000"/>
              <a:gd name="connsiteY11-2888" fmla="*/ 8591 h 10000"/>
              <a:gd name="connsiteX12-2889" fmla="*/ 2460 w 10000"/>
              <a:gd name="connsiteY12-2890" fmla="*/ 8353 h 10000"/>
              <a:gd name="connsiteX13-2891" fmla="*/ 1667 w 10000"/>
              <a:gd name="connsiteY13-2892" fmla="*/ 8234 h 10000"/>
              <a:gd name="connsiteX14-2893" fmla="*/ 1190 w 10000"/>
              <a:gd name="connsiteY14-2894" fmla="*/ 8090 h 10000"/>
              <a:gd name="connsiteX15-2895" fmla="*/ 794 w 10000"/>
              <a:gd name="connsiteY15-2896" fmla="*/ 7971 h 10000"/>
              <a:gd name="connsiteX16-2897" fmla="*/ 397 w 10000"/>
              <a:gd name="connsiteY16-2898" fmla="*/ 7971 h 10000"/>
              <a:gd name="connsiteX17-2899" fmla="*/ 0 w 10000"/>
              <a:gd name="connsiteY17-2900" fmla="*/ 7852 h 10000"/>
              <a:gd name="connsiteX18-2901" fmla="*/ 0 w 10000"/>
              <a:gd name="connsiteY18-2902" fmla="*/ 7852 h 10000"/>
              <a:gd name="connsiteX19-2903" fmla="*/ 0 w 10000"/>
              <a:gd name="connsiteY19-2904" fmla="*/ 7852 h 10000"/>
              <a:gd name="connsiteX20-2905" fmla="*/ 0 w 10000"/>
              <a:gd name="connsiteY20-2906" fmla="*/ 7709 h 10000"/>
              <a:gd name="connsiteX21-2907" fmla="*/ 0 w 10000"/>
              <a:gd name="connsiteY21-2908" fmla="*/ 7709 h 10000"/>
              <a:gd name="connsiteX22-2909" fmla="*/ 0 w 10000"/>
              <a:gd name="connsiteY22-2910" fmla="*/ 7709 h 10000"/>
              <a:gd name="connsiteX23-2911" fmla="*/ 397 w 10000"/>
              <a:gd name="connsiteY23-2912" fmla="*/ 7709 h 10000"/>
              <a:gd name="connsiteX24-2913" fmla="*/ 397 w 10000"/>
              <a:gd name="connsiteY24-2914" fmla="*/ 7709 h 10000"/>
              <a:gd name="connsiteX25-2915" fmla="*/ 794 w 10000"/>
              <a:gd name="connsiteY25-2916" fmla="*/ 7709 h 10000"/>
              <a:gd name="connsiteX26-2917" fmla="*/ 1190 w 10000"/>
              <a:gd name="connsiteY26-2918" fmla="*/ 7709 h 10000"/>
              <a:gd name="connsiteX27-2919" fmla="*/ 2064 w 10000"/>
              <a:gd name="connsiteY27-2920" fmla="*/ 7852 h 10000"/>
              <a:gd name="connsiteX28-2921" fmla="*/ 2460 w 10000"/>
              <a:gd name="connsiteY28-2922" fmla="*/ 7852 h 10000"/>
              <a:gd name="connsiteX29-2923" fmla="*/ 3731 w 10000"/>
              <a:gd name="connsiteY29-2924" fmla="*/ 7852 h 10000"/>
              <a:gd name="connsiteX30-2925" fmla="*/ 5001 w 10000"/>
              <a:gd name="connsiteY30-2926" fmla="*/ 7852 h 10000"/>
              <a:gd name="connsiteX31-2927" fmla="*/ 5873 w 10000"/>
              <a:gd name="connsiteY31-2928" fmla="*/ 7852 h 10000"/>
              <a:gd name="connsiteX32-2929" fmla="*/ 6270 w 10000"/>
              <a:gd name="connsiteY32-2930" fmla="*/ 7852 h 10000"/>
              <a:gd name="connsiteX33-2931" fmla="*/ 6667 w 10000"/>
              <a:gd name="connsiteY33-2932" fmla="*/ 7852 h 10000"/>
              <a:gd name="connsiteX34-2933" fmla="*/ 6667 w 10000"/>
              <a:gd name="connsiteY34-2934" fmla="*/ 7709 h 10000"/>
              <a:gd name="connsiteX35-2935" fmla="*/ 6667 w 10000"/>
              <a:gd name="connsiteY35-2936" fmla="*/ 7590 h 10000"/>
              <a:gd name="connsiteX36-2937" fmla="*/ 6667 w 10000"/>
              <a:gd name="connsiteY36-2938" fmla="*/ 7470 h 10000"/>
              <a:gd name="connsiteX37-2939" fmla="*/ 7063 w 10000"/>
              <a:gd name="connsiteY37-2940" fmla="*/ 7208 h 10000"/>
              <a:gd name="connsiteX38-2941" fmla="*/ 7063 w 10000"/>
              <a:gd name="connsiteY38-2942" fmla="*/ 6969 h 10000"/>
              <a:gd name="connsiteX39-2943" fmla="*/ 7063 w 10000"/>
              <a:gd name="connsiteY39-2944" fmla="*/ 6706 h 10000"/>
              <a:gd name="connsiteX40-2945" fmla="*/ 7063 w 10000"/>
              <a:gd name="connsiteY40-2946" fmla="*/ 6444 h 10000"/>
              <a:gd name="connsiteX41-2947" fmla="*/ 7063 w 10000"/>
              <a:gd name="connsiteY41-2948" fmla="*/ 5823 h 10000"/>
              <a:gd name="connsiteX42-2949" fmla="*/ 7063 w 10000"/>
              <a:gd name="connsiteY42-2950" fmla="*/ 5322 h 10000"/>
              <a:gd name="connsiteX43-2951" fmla="*/ 7063 w 10000"/>
              <a:gd name="connsiteY43-2952" fmla="*/ 4820 h 10000"/>
              <a:gd name="connsiteX44-2953" fmla="*/ 7063 w 10000"/>
              <a:gd name="connsiteY44-2954" fmla="*/ 4439 h 10000"/>
              <a:gd name="connsiteX45-2955" fmla="*/ 7063 w 10000"/>
              <a:gd name="connsiteY45-2956" fmla="*/ 4176 h 10000"/>
              <a:gd name="connsiteX46-2957" fmla="*/ 7063 w 10000"/>
              <a:gd name="connsiteY46-2958" fmla="*/ 3937 h 10000"/>
              <a:gd name="connsiteX47-2959" fmla="*/ 7063 w 10000"/>
              <a:gd name="connsiteY47-2960" fmla="*/ 3675 h 10000"/>
              <a:gd name="connsiteX48-2961" fmla="*/ 7063 w 10000"/>
              <a:gd name="connsiteY48-2962" fmla="*/ 3413 h 10000"/>
              <a:gd name="connsiteX49-2963" fmla="*/ 7063 w 10000"/>
              <a:gd name="connsiteY49-2964" fmla="*/ 3031 h 10000"/>
              <a:gd name="connsiteX50-2965" fmla="*/ 7063 w 10000"/>
              <a:gd name="connsiteY50-2966" fmla="*/ 2673 h 10000"/>
              <a:gd name="connsiteX51-2967" fmla="*/ 7063 w 10000"/>
              <a:gd name="connsiteY51-2968" fmla="*/ 2290 h 10000"/>
              <a:gd name="connsiteX52-2969" fmla="*/ 7063 w 10000"/>
              <a:gd name="connsiteY52-2970" fmla="*/ 1789 h 10000"/>
              <a:gd name="connsiteX53-2971" fmla="*/ 6667 w 10000"/>
              <a:gd name="connsiteY53-2972" fmla="*/ 1025 h 10000"/>
              <a:gd name="connsiteX54-2973" fmla="*/ 6270 w 10000"/>
              <a:gd name="connsiteY54-2974" fmla="*/ 0 h 10000"/>
              <a:gd name="connsiteX55-2975" fmla="*/ 10000 w 10000"/>
              <a:gd name="connsiteY55-2976" fmla="*/ 382 h 10000"/>
              <a:gd name="connsiteX56-2977" fmla="*/ 10000 w 10000"/>
              <a:gd name="connsiteY56-2978" fmla="*/ 763 h 10000"/>
              <a:gd name="connsiteX57-2979" fmla="*/ 10000 w 10000"/>
              <a:gd name="connsiteY57-2980" fmla="*/ 1025 h 10000"/>
              <a:gd name="connsiteX58-2981" fmla="*/ 10000 w 10000"/>
              <a:gd name="connsiteY58-2982" fmla="*/ 1265 h 10000"/>
              <a:gd name="connsiteX59-2983" fmla="*/ 10000 w 10000"/>
              <a:gd name="connsiteY59-2984" fmla="*/ 1527 h 10000"/>
              <a:gd name="connsiteX60-2985" fmla="*/ 10000 w 10000"/>
              <a:gd name="connsiteY60-2986" fmla="*/ 1789 h 10000"/>
              <a:gd name="connsiteX61-2987" fmla="*/ 10000 w 10000"/>
              <a:gd name="connsiteY61-2988" fmla="*/ 2148 h 10000"/>
              <a:gd name="connsiteX62-2989" fmla="*/ 10000 w 10000"/>
              <a:gd name="connsiteY62-2990" fmla="*/ 2410 h 10000"/>
              <a:gd name="connsiteX63-2991" fmla="*/ 10000 w 10000"/>
              <a:gd name="connsiteY63-2992" fmla="*/ 2792 h 10000"/>
              <a:gd name="connsiteX64-2993" fmla="*/ 10000 w 10000"/>
              <a:gd name="connsiteY64-2994" fmla="*/ 3174 h 10000"/>
              <a:gd name="connsiteX65-2995" fmla="*/ 10000 w 10000"/>
              <a:gd name="connsiteY65-2996" fmla="*/ 3555 h 10000"/>
              <a:gd name="connsiteX66-2997" fmla="*/ 10000 w 10000"/>
              <a:gd name="connsiteY66-2998" fmla="*/ 4057 h 10000"/>
              <a:gd name="connsiteX67-2999" fmla="*/ 10000 w 10000"/>
              <a:gd name="connsiteY67-3000" fmla="*/ 4940 h 10000"/>
              <a:gd name="connsiteX68-3001" fmla="*/ 10000 w 10000"/>
              <a:gd name="connsiteY68-3002" fmla="*/ 5705 h 10000"/>
              <a:gd name="connsiteX69-3003" fmla="*/ 10000 w 10000"/>
              <a:gd name="connsiteY69-3004" fmla="*/ 6325 h 10000"/>
              <a:gd name="connsiteX70-3005" fmla="*/ 10000 w 10000"/>
              <a:gd name="connsiteY70-3006" fmla="*/ 6969 h 10000"/>
              <a:gd name="connsiteX71-3007" fmla="*/ 10000 w 10000"/>
              <a:gd name="connsiteY71-3008" fmla="*/ 7470 h 10000"/>
              <a:gd name="connsiteX72-3009" fmla="*/ 10000 w 10000"/>
              <a:gd name="connsiteY72-3010" fmla="*/ 7852 h 10000"/>
              <a:gd name="connsiteX73-3011" fmla="*/ 10000 w 10000"/>
              <a:gd name="connsiteY73-3012" fmla="*/ 8234 h 10000"/>
              <a:gd name="connsiteX74-3013" fmla="*/ 10000 w 10000"/>
              <a:gd name="connsiteY74-3014" fmla="*/ 8353 h 10000"/>
              <a:gd name="connsiteX75-3015" fmla="*/ 10000 w 10000"/>
              <a:gd name="connsiteY75-3016" fmla="*/ 8473 h 10000"/>
              <a:gd name="connsiteX76-3017" fmla="*/ 9604 w 10000"/>
              <a:gd name="connsiteY76-3018" fmla="*/ 8854 h 10000"/>
              <a:gd name="connsiteX77-3019" fmla="*/ 9207 w 10000"/>
              <a:gd name="connsiteY77-3020" fmla="*/ 9117 h 10000"/>
              <a:gd name="connsiteX78-3021" fmla="*/ 8730 w 10000"/>
              <a:gd name="connsiteY78-3022" fmla="*/ 9476 h 10000"/>
              <a:gd name="connsiteX79-3023" fmla="*/ 7937 w 10000"/>
              <a:gd name="connsiteY79-3024" fmla="*/ 9617 h 10000"/>
              <a:gd name="connsiteX80-3025" fmla="*/ 7937 w 10000"/>
              <a:gd name="connsiteY80-3026" fmla="*/ 9617 h 10000"/>
              <a:gd name="connsiteX0-3027" fmla="*/ 7937 w 10000"/>
              <a:gd name="connsiteY0-3028" fmla="*/ 9617 h 10000"/>
              <a:gd name="connsiteX1-3029" fmla="*/ 7540 w 10000"/>
              <a:gd name="connsiteY1-3030" fmla="*/ 9856 h 10000"/>
              <a:gd name="connsiteX2-3031" fmla="*/ 7063 w 10000"/>
              <a:gd name="connsiteY2-3032" fmla="*/ 10000 h 10000"/>
              <a:gd name="connsiteX3-3033" fmla="*/ 6667 w 10000"/>
              <a:gd name="connsiteY3-3034" fmla="*/ 10000 h 10000"/>
              <a:gd name="connsiteX4-3035" fmla="*/ 5873 w 10000"/>
              <a:gd name="connsiteY4-3036" fmla="*/ 10000 h 10000"/>
              <a:gd name="connsiteX5-3037" fmla="*/ 5873 w 10000"/>
              <a:gd name="connsiteY5-3038" fmla="*/ 10000 h 10000"/>
              <a:gd name="connsiteX6-3039" fmla="*/ 5398 w 10000"/>
              <a:gd name="connsiteY6-3040" fmla="*/ 9856 h 10000"/>
              <a:gd name="connsiteX7-3041" fmla="*/ 5001 w 10000"/>
              <a:gd name="connsiteY7-3042" fmla="*/ 9738 h 10000"/>
              <a:gd name="connsiteX8-3043" fmla="*/ 5001 w 10000"/>
              <a:gd name="connsiteY8-3044" fmla="*/ 9476 h 10000"/>
              <a:gd name="connsiteX9-3045" fmla="*/ 4603 w 10000"/>
              <a:gd name="connsiteY9-3046" fmla="*/ 9236 h 10000"/>
              <a:gd name="connsiteX10-3047" fmla="*/ 4127 w 10000"/>
              <a:gd name="connsiteY10-3048" fmla="*/ 8974 h 10000"/>
              <a:gd name="connsiteX11-3049" fmla="*/ 3334 w 10000"/>
              <a:gd name="connsiteY11-3050" fmla="*/ 8591 h 10000"/>
              <a:gd name="connsiteX12-3051" fmla="*/ 2460 w 10000"/>
              <a:gd name="connsiteY12-3052" fmla="*/ 8353 h 10000"/>
              <a:gd name="connsiteX13-3053" fmla="*/ 1667 w 10000"/>
              <a:gd name="connsiteY13-3054" fmla="*/ 8234 h 10000"/>
              <a:gd name="connsiteX14-3055" fmla="*/ 1190 w 10000"/>
              <a:gd name="connsiteY14-3056" fmla="*/ 8090 h 10000"/>
              <a:gd name="connsiteX15-3057" fmla="*/ 794 w 10000"/>
              <a:gd name="connsiteY15-3058" fmla="*/ 7971 h 10000"/>
              <a:gd name="connsiteX16-3059" fmla="*/ 397 w 10000"/>
              <a:gd name="connsiteY16-3060" fmla="*/ 7971 h 10000"/>
              <a:gd name="connsiteX17-3061" fmla="*/ 0 w 10000"/>
              <a:gd name="connsiteY17-3062" fmla="*/ 7852 h 10000"/>
              <a:gd name="connsiteX18-3063" fmla="*/ 0 w 10000"/>
              <a:gd name="connsiteY18-3064" fmla="*/ 7852 h 10000"/>
              <a:gd name="connsiteX19-3065" fmla="*/ 0 w 10000"/>
              <a:gd name="connsiteY19-3066" fmla="*/ 7852 h 10000"/>
              <a:gd name="connsiteX20-3067" fmla="*/ 0 w 10000"/>
              <a:gd name="connsiteY20-3068" fmla="*/ 7709 h 10000"/>
              <a:gd name="connsiteX21-3069" fmla="*/ 0 w 10000"/>
              <a:gd name="connsiteY21-3070" fmla="*/ 7709 h 10000"/>
              <a:gd name="connsiteX22-3071" fmla="*/ 0 w 10000"/>
              <a:gd name="connsiteY22-3072" fmla="*/ 7709 h 10000"/>
              <a:gd name="connsiteX23-3073" fmla="*/ 397 w 10000"/>
              <a:gd name="connsiteY23-3074" fmla="*/ 7709 h 10000"/>
              <a:gd name="connsiteX24-3075" fmla="*/ 397 w 10000"/>
              <a:gd name="connsiteY24-3076" fmla="*/ 7709 h 10000"/>
              <a:gd name="connsiteX25-3077" fmla="*/ 794 w 10000"/>
              <a:gd name="connsiteY25-3078" fmla="*/ 7709 h 10000"/>
              <a:gd name="connsiteX26-3079" fmla="*/ 1190 w 10000"/>
              <a:gd name="connsiteY26-3080" fmla="*/ 7709 h 10000"/>
              <a:gd name="connsiteX27-3081" fmla="*/ 2064 w 10000"/>
              <a:gd name="connsiteY27-3082" fmla="*/ 7852 h 10000"/>
              <a:gd name="connsiteX28-3083" fmla="*/ 2460 w 10000"/>
              <a:gd name="connsiteY28-3084" fmla="*/ 7852 h 10000"/>
              <a:gd name="connsiteX29-3085" fmla="*/ 3731 w 10000"/>
              <a:gd name="connsiteY29-3086" fmla="*/ 7852 h 10000"/>
              <a:gd name="connsiteX30-3087" fmla="*/ 5001 w 10000"/>
              <a:gd name="connsiteY30-3088" fmla="*/ 7852 h 10000"/>
              <a:gd name="connsiteX31-3089" fmla="*/ 5873 w 10000"/>
              <a:gd name="connsiteY31-3090" fmla="*/ 7852 h 10000"/>
              <a:gd name="connsiteX32-3091" fmla="*/ 6270 w 10000"/>
              <a:gd name="connsiteY32-3092" fmla="*/ 7852 h 10000"/>
              <a:gd name="connsiteX33-3093" fmla="*/ 6667 w 10000"/>
              <a:gd name="connsiteY33-3094" fmla="*/ 7852 h 10000"/>
              <a:gd name="connsiteX34-3095" fmla="*/ 6667 w 10000"/>
              <a:gd name="connsiteY34-3096" fmla="*/ 7709 h 10000"/>
              <a:gd name="connsiteX35-3097" fmla="*/ 6667 w 10000"/>
              <a:gd name="connsiteY35-3098" fmla="*/ 7590 h 10000"/>
              <a:gd name="connsiteX36-3099" fmla="*/ 6667 w 10000"/>
              <a:gd name="connsiteY36-3100" fmla="*/ 7470 h 10000"/>
              <a:gd name="connsiteX37-3101" fmla="*/ 7063 w 10000"/>
              <a:gd name="connsiteY37-3102" fmla="*/ 7208 h 10000"/>
              <a:gd name="connsiteX38-3103" fmla="*/ 7063 w 10000"/>
              <a:gd name="connsiteY38-3104" fmla="*/ 6969 h 10000"/>
              <a:gd name="connsiteX39-3105" fmla="*/ 7063 w 10000"/>
              <a:gd name="connsiteY39-3106" fmla="*/ 6706 h 10000"/>
              <a:gd name="connsiteX40-3107" fmla="*/ 7063 w 10000"/>
              <a:gd name="connsiteY40-3108" fmla="*/ 6444 h 10000"/>
              <a:gd name="connsiteX41-3109" fmla="*/ 7063 w 10000"/>
              <a:gd name="connsiteY41-3110" fmla="*/ 5823 h 10000"/>
              <a:gd name="connsiteX42-3111" fmla="*/ 7063 w 10000"/>
              <a:gd name="connsiteY42-3112" fmla="*/ 5322 h 10000"/>
              <a:gd name="connsiteX43-3113" fmla="*/ 7063 w 10000"/>
              <a:gd name="connsiteY43-3114" fmla="*/ 4820 h 10000"/>
              <a:gd name="connsiteX44-3115" fmla="*/ 7063 w 10000"/>
              <a:gd name="connsiteY44-3116" fmla="*/ 4439 h 10000"/>
              <a:gd name="connsiteX45-3117" fmla="*/ 7063 w 10000"/>
              <a:gd name="connsiteY45-3118" fmla="*/ 4176 h 10000"/>
              <a:gd name="connsiteX46-3119" fmla="*/ 7063 w 10000"/>
              <a:gd name="connsiteY46-3120" fmla="*/ 3937 h 10000"/>
              <a:gd name="connsiteX47-3121" fmla="*/ 7063 w 10000"/>
              <a:gd name="connsiteY47-3122" fmla="*/ 3675 h 10000"/>
              <a:gd name="connsiteX48-3123" fmla="*/ 7063 w 10000"/>
              <a:gd name="connsiteY48-3124" fmla="*/ 3413 h 10000"/>
              <a:gd name="connsiteX49-3125" fmla="*/ 7063 w 10000"/>
              <a:gd name="connsiteY49-3126" fmla="*/ 3031 h 10000"/>
              <a:gd name="connsiteX50-3127" fmla="*/ 7063 w 10000"/>
              <a:gd name="connsiteY50-3128" fmla="*/ 2673 h 10000"/>
              <a:gd name="connsiteX51-3129" fmla="*/ 7063 w 10000"/>
              <a:gd name="connsiteY51-3130" fmla="*/ 2290 h 10000"/>
              <a:gd name="connsiteX52-3131" fmla="*/ 7063 w 10000"/>
              <a:gd name="connsiteY52-3132" fmla="*/ 1789 h 10000"/>
              <a:gd name="connsiteX53-3133" fmla="*/ 6667 w 10000"/>
              <a:gd name="connsiteY53-3134" fmla="*/ 1025 h 10000"/>
              <a:gd name="connsiteX54-3135" fmla="*/ 6270 w 10000"/>
              <a:gd name="connsiteY54-3136" fmla="*/ 0 h 10000"/>
              <a:gd name="connsiteX55-3137" fmla="*/ 10000 w 10000"/>
              <a:gd name="connsiteY55-3138" fmla="*/ 763 h 10000"/>
              <a:gd name="connsiteX56-3139" fmla="*/ 10000 w 10000"/>
              <a:gd name="connsiteY56-3140" fmla="*/ 1025 h 10000"/>
              <a:gd name="connsiteX57-3141" fmla="*/ 10000 w 10000"/>
              <a:gd name="connsiteY57-3142" fmla="*/ 1265 h 10000"/>
              <a:gd name="connsiteX58-3143" fmla="*/ 10000 w 10000"/>
              <a:gd name="connsiteY58-3144" fmla="*/ 1527 h 10000"/>
              <a:gd name="connsiteX59-3145" fmla="*/ 10000 w 10000"/>
              <a:gd name="connsiteY59-3146" fmla="*/ 1789 h 10000"/>
              <a:gd name="connsiteX60-3147" fmla="*/ 10000 w 10000"/>
              <a:gd name="connsiteY60-3148" fmla="*/ 2148 h 10000"/>
              <a:gd name="connsiteX61-3149" fmla="*/ 10000 w 10000"/>
              <a:gd name="connsiteY61-3150" fmla="*/ 2410 h 10000"/>
              <a:gd name="connsiteX62-3151" fmla="*/ 10000 w 10000"/>
              <a:gd name="connsiteY62-3152" fmla="*/ 2792 h 10000"/>
              <a:gd name="connsiteX63-3153" fmla="*/ 10000 w 10000"/>
              <a:gd name="connsiteY63-3154" fmla="*/ 3174 h 10000"/>
              <a:gd name="connsiteX64-3155" fmla="*/ 10000 w 10000"/>
              <a:gd name="connsiteY64-3156" fmla="*/ 3555 h 10000"/>
              <a:gd name="connsiteX65-3157" fmla="*/ 10000 w 10000"/>
              <a:gd name="connsiteY65-3158" fmla="*/ 4057 h 10000"/>
              <a:gd name="connsiteX66-3159" fmla="*/ 10000 w 10000"/>
              <a:gd name="connsiteY66-3160" fmla="*/ 4940 h 10000"/>
              <a:gd name="connsiteX67-3161" fmla="*/ 10000 w 10000"/>
              <a:gd name="connsiteY67-3162" fmla="*/ 5705 h 10000"/>
              <a:gd name="connsiteX68-3163" fmla="*/ 10000 w 10000"/>
              <a:gd name="connsiteY68-3164" fmla="*/ 6325 h 10000"/>
              <a:gd name="connsiteX69-3165" fmla="*/ 10000 w 10000"/>
              <a:gd name="connsiteY69-3166" fmla="*/ 6969 h 10000"/>
              <a:gd name="connsiteX70-3167" fmla="*/ 10000 w 10000"/>
              <a:gd name="connsiteY70-3168" fmla="*/ 7470 h 10000"/>
              <a:gd name="connsiteX71-3169" fmla="*/ 10000 w 10000"/>
              <a:gd name="connsiteY71-3170" fmla="*/ 7852 h 10000"/>
              <a:gd name="connsiteX72-3171" fmla="*/ 10000 w 10000"/>
              <a:gd name="connsiteY72-3172" fmla="*/ 8234 h 10000"/>
              <a:gd name="connsiteX73-3173" fmla="*/ 10000 w 10000"/>
              <a:gd name="connsiteY73-3174" fmla="*/ 8353 h 10000"/>
              <a:gd name="connsiteX74-3175" fmla="*/ 10000 w 10000"/>
              <a:gd name="connsiteY74-3176" fmla="*/ 8473 h 10000"/>
              <a:gd name="connsiteX75-3177" fmla="*/ 9604 w 10000"/>
              <a:gd name="connsiteY75-3178" fmla="*/ 8854 h 10000"/>
              <a:gd name="connsiteX76-3179" fmla="*/ 9207 w 10000"/>
              <a:gd name="connsiteY76-3180" fmla="*/ 9117 h 10000"/>
              <a:gd name="connsiteX77-3181" fmla="*/ 8730 w 10000"/>
              <a:gd name="connsiteY77-3182" fmla="*/ 9476 h 10000"/>
              <a:gd name="connsiteX78-3183" fmla="*/ 7937 w 10000"/>
              <a:gd name="connsiteY78-3184" fmla="*/ 9617 h 10000"/>
              <a:gd name="connsiteX79-3185" fmla="*/ 7937 w 10000"/>
              <a:gd name="connsiteY79-3186" fmla="*/ 9617 h 10000"/>
              <a:gd name="connsiteX0-3187" fmla="*/ 7937 w 10000"/>
              <a:gd name="connsiteY0-3188" fmla="*/ 9617 h 10000"/>
              <a:gd name="connsiteX1-3189" fmla="*/ 7540 w 10000"/>
              <a:gd name="connsiteY1-3190" fmla="*/ 9856 h 10000"/>
              <a:gd name="connsiteX2-3191" fmla="*/ 7063 w 10000"/>
              <a:gd name="connsiteY2-3192" fmla="*/ 10000 h 10000"/>
              <a:gd name="connsiteX3-3193" fmla="*/ 6667 w 10000"/>
              <a:gd name="connsiteY3-3194" fmla="*/ 10000 h 10000"/>
              <a:gd name="connsiteX4-3195" fmla="*/ 5873 w 10000"/>
              <a:gd name="connsiteY4-3196" fmla="*/ 10000 h 10000"/>
              <a:gd name="connsiteX5-3197" fmla="*/ 5873 w 10000"/>
              <a:gd name="connsiteY5-3198" fmla="*/ 10000 h 10000"/>
              <a:gd name="connsiteX6-3199" fmla="*/ 5398 w 10000"/>
              <a:gd name="connsiteY6-3200" fmla="*/ 9856 h 10000"/>
              <a:gd name="connsiteX7-3201" fmla="*/ 5001 w 10000"/>
              <a:gd name="connsiteY7-3202" fmla="*/ 9738 h 10000"/>
              <a:gd name="connsiteX8-3203" fmla="*/ 5001 w 10000"/>
              <a:gd name="connsiteY8-3204" fmla="*/ 9476 h 10000"/>
              <a:gd name="connsiteX9-3205" fmla="*/ 4603 w 10000"/>
              <a:gd name="connsiteY9-3206" fmla="*/ 9236 h 10000"/>
              <a:gd name="connsiteX10-3207" fmla="*/ 4127 w 10000"/>
              <a:gd name="connsiteY10-3208" fmla="*/ 8974 h 10000"/>
              <a:gd name="connsiteX11-3209" fmla="*/ 3334 w 10000"/>
              <a:gd name="connsiteY11-3210" fmla="*/ 8591 h 10000"/>
              <a:gd name="connsiteX12-3211" fmla="*/ 2460 w 10000"/>
              <a:gd name="connsiteY12-3212" fmla="*/ 8353 h 10000"/>
              <a:gd name="connsiteX13-3213" fmla="*/ 1667 w 10000"/>
              <a:gd name="connsiteY13-3214" fmla="*/ 8234 h 10000"/>
              <a:gd name="connsiteX14-3215" fmla="*/ 1190 w 10000"/>
              <a:gd name="connsiteY14-3216" fmla="*/ 8090 h 10000"/>
              <a:gd name="connsiteX15-3217" fmla="*/ 794 w 10000"/>
              <a:gd name="connsiteY15-3218" fmla="*/ 7971 h 10000"/>
              <a:gd name="connsiteX16-3219" fmla="*/ 397 w 10000"/>
              <a:gd name="connsiteY16-3220" fmla="*/ 7971 h 10000"/>
              <a:gd name="connsiteX17-3221" fmla="*/ 0 w 10000"/>
              <a:gd name="connsiteY17-3222" fmla="*/ 7852 h 10000"/>
              <a:gd name="connsiteX18-3223" fmla="*/ 0 w 10000"/>
              <a:gd name="connsiteY18-3224" fmla="*/ 7852 h 10000"/>
              <a:gd name="connsiteX19-3225" fmla="*/ 0 w 10000"/>
              <a:gd name="connsiteY19-3226" fmla="*/ 7852 h 10000"/>
              <a:gd name="connsiteX20-3227" fmla="*/ 0 w 10000"/>
              <a:gd name="connsiteY20-3228" fmla="*/ 7709 h 10000"/>
              <a:gd name="connsiteX21-3229" fmla="*/ 0 w 10000"/>
              <a:gd name="connsiteY21-3230" fmla="*/ 7709 h 10000"/>
              <a:gd name="connsiteX22-3231" fmla="*/ 0 w 10000"/>
              <a:gd name="connsiteY22-3232" fmla="*/ 7709 h 10000"/>
              <a:gd name="connsiteX23-3233" fmla="*/ 397 w 10000"/>
              <a:gd name="connsiteY23-3234" fmla="*/ 7709 h 10000"/>
              <a:gd name="connsiteX24-3235" fmla="*/ 397 w 10000"/>
              <a:gd name="connsiteY24-3236" fmla="*/ 7709 h 10000"/>
              <a:gd name="connsiteX25-3237" fmla="*/ 794 w 10000"/>
              <a:gd name="connsiteY25-3238" fmla="*/ 7709 h 10000"/>
              <a:gd name="connsiteX26-3239" fmla="*/ 1190 w 10000"/>
              <a:gd name="connsiteY26-3240" fmla="*/ 7709 h 10000"/>
              <a:gd name="connsiteX27-3241" fmla="*/ 2064 w 10000"/>
              <a:gd name="connsiteY27-3242" fmla="*/ 7852 h 10000"/>
              <a:gd name="connsiteX28-3243" fmla="*/ 2460 w 10000"/>
              <a:gd name="connsiteY28-3244" fmla="*/ 7852 h 10000"/>
              <a:gd name="connsiteX29-3245" fmla="*/ 3731 w 10000"/>
              <a:gd name="connsiteY29-3246" fmla="*/ 7852 h 10000"/>
              <a:gd name="connsiteX30-3247" fmla="*/ 5001 w 10000"/>
              <a:gd name="connsiteY30-3248" fmla="*/ 7852 h 10000"/>
              <a:gd name="connsiteX31-3249" fmla="*/ 5873 w 10000"/>
              <a:gd name="connsiteY31-3250" fmla="*/ 7852 h 10000"/>
              <a:gd name="connsiteX32-3251" fmla="*/ 6270 w 10000"/>
              <a:gd name="connsiteY32-3252" fmla="*/ 7852 h 10000"/>
              <a:gd name="connsiteX33-3253" fmla="*/ 6667 w 10000"/>
              <a:gd name="connsiteY33-3254" fmla="*/ 7852 h 10000"/>
              <a:gd name="connsiteX34-3255" fmla="*/ 6667 w 10000"/>
              <a:gd name="connsiteY34-3256" fmla="*/ 7709 h 10000"/>
              <a:gd name="connsiteX35-3257" fmla="*/ 6667 w 10000"/>
              <a:gd name="connsiteY35-3258" fmla="*/ 7590 h 10000"/>
              <a:gd name="connsiteX36-3259" fmla="*/ 6667 w 10000"/>
              <a:gd name="connsiteY36-3260" fmla="*/ 7470 h 10000"/>
              <a:gd name="connsiteX37-3261" fmla="*/ 7063 w 10000"/>
              <a:gd name="connsiteY37-3262" fmla="*/ 7208 h 10000"/>
              <a:gd name="connsiteX38-3263" fmla="*/ 7063 w 10000"/>
              <a:gd name="connsiteY38-3264" fmla="*/ 6969 h 10000"/>
              <a:gd name="connsiteX39-3265" fmla="*/ 7063 w 10000"/>
              <a:gd name="connsiteY39-3266" fmla="*/ 6706 h 10000"/>
              <a:gd name="connsiteX40-3267" fmla="*/ 7063 w 10000"/>
              <a:gd name="connsiteY40-3268" fmla="*/ 6444 h 10000"/>
              <a:gd name="connsiteX41-3269" fmla="*/ 7063 w 10000"/>
              <a:gd name="connsiteY41-3270" fmla="*/ 5823 h 10000"/>
              <a:gd name="connsiteX42-3271" fmla="*/ 7063 w 10000"/>
              <a:gd name="connsiteY42-3272" fmla="*/ 5322 h 10000"/>
              <a:gd name="connsiteX43-3273" fmla="*/ 7063 w 10000"/>
              <a:gd name="connsiteY43-3274" fmla="*/ 4820 h 10000"/>
              <a:gd name="connsiteX44-3275" fmla="*/ 7063 w 10000"/>
              <a:gd name="connsiteY44-3276" fmla="*/ 4439 h 10000"/>
              <a:gd name="connsiteX45-3277" fmla="*/ 7063 w 10000"/>
              <a:gd name="connsiteY45-3278" fmla="*/ 4176 h 10000"/>
              <a:gd name="connsiteX46-3279" fmla="*/ 7063 w 10000"/>
              <a:gd name="connsiteY46-3280" fmla="*/ 3937 h 10000"/>
              <a:gd name="connsiteX47-3281" fmla="*/ 7063 w 10000"/>
              <a:gd name="connsiteY47-3282" fmla="*/ 3675 h 10000"/>
              <a:gd name="connsiteX48-3283" fmla="*/ 7063 w 10000"/>
              <a:gd name="connsiteY48-3284" fmla="*/ 3413 h 10000"/>
              <a:gd name="connsiteX49-3285" fmla="*/ 7063 w 10000"/>
              <a:gd name="connsiteY49-3286" fmla="*/ 3031 h 10000"/>
              <a:gd name="connsiteX50-3287" fmla="*/ 7063 w 10000"/>
              <a:gd name="connsiteY50-3288" fmla="*/ 2673 h 10000"/>
              <a:gd name="connsiteX51-3289" fmla="*/ 7063 w 10000"/>
              <a:gd name="connsiteY51-3290" fmla="*/ 2290 h 10000"/>
              <a:gd name="connsiteX52-3291" fmla="*/ 7063 w 10000"/>
              <a:gd name="connsiteY52-3292" fmla="*/ 1789 h 10000"/>
              <a:gd name="connsiteX53-3293" fmla="*/ 6667 w 10000"/>
              <a:gd name="connsiteY53-3294" fmla="*/ 1025 h 10000"/>
              <a:gd name="connsiteX54-3295" fmla="*/ 6270 w 10000"/>
              <a:gd name="connsiteY54-3296" fmla="*/ 0 h 10000"/>
              <a:gd name="connsiteX55-3297" fmla="*/ 10000 w 10000"/>
              <a:gd name="connsiteY55-3298" fmla="*/ 763 h 10000"/>
              <a:gd name="connsiteX56-3299" fmla="*/ 10000 w 10000"/>
              <a:gd name="connsiteY56-3300" fmla="*/ 1025 h 10000"/>
              <a:gd name="connsiteX57-3301" fmla="*/ 10000 w 10000"/>
              <a:gd name="connsiteY57-3302" fmla="*/ 1527 h 10000"/>
              <a:gd name="connsiteX58-3303" fmla="*/ 10000 w 10000"/>
              <a:gd name="connsiteY58-3304" fmla="*/ 1789 h 10000"/>
              <a:gd name="connsiteX59-3305" fmla="*/ 10000 w 10000"/>
              <a:gd name="connsiteY59-3306" fmla="*/ 2148 h 10000"/>
              <a:gd name="connsiteX60-3307" fmla="*/ 10000 w 10000"/>
              <a:gd name="connsiteY60-3308" fmla="*/ 2410 h 10000"/>
              <a:gd name="connsiteX61-3309" fmla="*/ 10000 w 10000"/>
              <a:gd name="connsiteY61-3310" fmla="*/ 2792 h 10000"/>
              <a:gd name="connsiteX62-3311" fmla="*/ 10000 w 10000"/>
              <a:gd name="connsiteY62-3312" fmla="*/ 3174 h 10000"/>
              <a:gd name="connsiteX63-3313" fmla="*/ 10000 w 10000"/>
              <a:gd name="connsiteY63-3314" fmla="*/ 3555 h 10000"/>
              <a:gd name="connsiteX64-3315" fmla="*/ 10000 w 10000"/>
              <a:gd name="connsiteY64-3316" fmla="*/ 4057 h 10000"/>
              <a:gd name="connsiteX65-3317" fmla="*/ 10000 w 10000"/>
              <a:gd name="connsiteY65-3318" fmla="*/ 4940 h 10000"/>
              <a:gd name="connsiteX66-3319" fmla="*/ 10000 w 10000"/>
              <a:gd name="connsiteY66-3320" fmla="*/ 5705 h 10000"/>
              <a:gd name="connsiteX67-3321" fmla="*/ 10000 w 10000"/>
              <a:gd name="connsiteY67-3322" fmla="*/ 6325 h 10000"/>
              <a:gd name="connsiteX68-3323" fmla="*/ 10000 w 10000"/>
              <a:gd name="connsiteY68-3324" fmla="*/ 6969 h 10000"/>
              <a:gd name="connsiteX69-3325" fmla="*/ 10000 w 10000"/>
              <a:gd name="connsiteY69-3326" fmla="*/ 7470 h 10000"/>
              <a:gd name="connsiteX70-3327" fmla="*/ 10000 w 10000"/>
              <a:gd name="connsiteY70-3328" fmla="*/ 7852 h 10000"/>
              <a:gd name="connsiteX71-3329" fmla="*/ 10000 w 10000"/>
              <a:gd name="connsiteY71-3330" fmla="*/ 8234 h 10000"/>
              <a:gd name="connsiteX72-3331" fmla="*/ 10000 w 10000"/>
              <a:gd name="connsiteY72-3332" fmla="*/ 8353 h 10000"/>
              <a:gd name="connsiteX73-3333" fmla="*/ 10000 w 10000"/>
              <a:gd name="connsiteY73-3334" fmla="*/ 8473 h 10000"/>
              <a:gd name="connsiteX74-3335" fmla="*/ 9604 w 10000"/>
              <a:gd name="connsiteY74-3336" fmla="*/ 8854 h 10000"/>
              <a:gd name="connsiteX75-3337" fmla="*/ 9207 w 10000"/>
              <a:gd name="connsiteY75-3338" fmla="*/ 9117 h 10000"/>
              <a:gd name="connsiteX76-3339" fmla="*/ 8730 w 10000"/>
              <a:gd name="connsiteY76-3340" fmla="*/ 9476 h 10000"/>
              <a:gd name="connsiteX77-3341" fmla="*/ 7937 w 10000"/>
              <a:gd name="connsiteY77-3342" fmla="*/ 9617 h 10000"/>
              <a:gd name="connsiteX78-3343" fmla="*/ 7937 w 10000"/>
              <a:gd name="connsiteY78-3344" fmla="*/ 9617 h 10000"/>
              <a:gd name="connsiteX0-3345" fmla="*/ 7937 w 10000"/>
              <a:gd name="connsiteY0-3346" fmla="*/ 9617 h 10000"/>
              <a:gd name="connsiteX1-3347" fmla="*/ 7540 w 10000"/>
              <a:gd name="connsiteY1-3348" fmla="*/ 9856 h 10000"/>
              <a:gd name="connsiteX2-3349" fmla="*/ 7063 w 10000"/>
              <a:gd name="connsiteY2-3350" fmla="*/ 10000 h 10000"/>
              <a:gd name="connsiteX3-3351" fmla="*/ 6667 w 10000"/>
              <a:gd name="connsiteY3-3352" fmla="*/ 10000 h 10000"/>
              <a:gd name="connsiteX4-3353" fmla="*/ 5873 w 10000"/>
              <a:gd name="connsiteY4-3354" fmla="*/ 10000 h 10000"/>
              <a:gd name="connsiteX5-3355" fmla="*/ 5873 w 10000"/>
              <a:gd name="connsiteY5-3356" fmla="*/ 10000 h 10000"/>
              <a:gd name="connsiteX6-3357" fmla="*/ 5398 w 10000"/>
              <a:gd name="connsiteY6-3358" fmla="*/ 9856 h 10000"/>
              <a:gd name="connsiteX7-3359" fmla="*/ 5001 w 10000"/>
              <a:gd name="connsiteY7-3360" fmla="*/ 9738 h 10000"/>
              <a:gd name="connsiteX8-3361" fmla="*/ 5001 w 10000"/>
              <a:gd name="connsiteY8-3362" fmla="*/ 9476 h 10000"/>
              <a:gd name="connsiteX9-3363" fmla="*/ 4603 w 10000"/>
              <a:gd name="connsiteY9-3364" fmla="*/ 9236 h 10000"/>
              <a:gd name="connsiteX10-3365" fmla="*/ 4127 w 10000"/>
              <a:gd name="connsiteY10-3366" fmla="*/ 8974 h 10000"/>
              <a:gd name="connsiteX11-3367" fmla="*/ 3334 w 10000"/>
              <a:gd name="connsiteY11-3368" fmla="*/ 8591 h 10000"/>
              <a:gd name="connsiteX12-3369" fmla="*/ 2460 w 10000"/>
              <a:gd name="connsiteY12-3370" fmla="*/ 8353 h 10000"/>
              <a:gd name="connsiteX13-3371" fmla="*/ 1667 w 10000"/>
              <a:gd name="connsiteY13-3372" fmla="*/ 8234 h 10000"/>
              <a:gd name="connsiteX14-3373" fmla="*/ 1190 w 10000"/>
              <a:gd name="connsiteY14-3374" fmla="*/ 8090 h 10000"/>
              <a:gd name="connsiteX15-3375" fmla="*/ 794 w 10000"/>
              <a:gd name="connsiteY15-3376" fmla="*/ 7971 h 10000"/>
              <a:gd name="connsiteX16-3377" fmla="*/ 397 w 10000"/>
              <a:gd name="connsiteY16-3378" fmla="*/ 7971 h 10000"/>
              <a:gd name="connsiteX17-3379" fmla="*/ 0 w 10000"/>
              <a:gd name="connsiteY17-3380" fmla="*/ 7852 h 10000"/>
              <a:gd name="connsiteX18-3381" fmla="*/ 0 w 10000"/>
              <a:gd name="connsiteY18-3382" fmla="*/ 7852 h 10000"/>
              <a:gd name="connsiteX19-3383" fmla="*/ 0 w 10000"/>
              <a:gd name="connsiteY19-3384" fmla="*/ 7852 h 10000"/>
              <a:gd name="connsiteX20-3385" fmla="*/ 0 w 10000"/>
              <a:gd name="connsiteY20-3386" fmla="*/ 7709 h 10000"/>
              <a:gd name="connsiteX21-3387" fmla="*/ 0 w 10000"/>
              <a:gd name="connsiteY21-3388" fmla="*/ 7709 h 10000"/>
              <a:gd name="connsiteX22-3389" fmla="*/ 0 w 10000"/>
              <a:gd name="connsiteY22-3390" fmla="*/ 7709 h 10000"/>
              <a:gd name="connsiteX23-3391" fmla="*/ 397 w 10000"/>
              <a:gd name="connsiteY23-3392" fmla="*/ 7709 h 10000"/>
              <a:gd name="connsiteX24-3393" fmla="*/ 397 w 10000"/>
              <a:gd name="connsiteY24-3394" fmla="*/ 7709 h 10000"/>
              <a:gd name="connsiteX25-3395" fmla="*/ 794 w 10000"/>
              <a:gd name="connsiteY25-3396" fmla="*/ 7709 h 10000"/>
              <a:gd name="connsiteX26-3397" fmla="*/ 1190 w 10000"/>
              <a:gd name="connsiteY26-3398" fmla="*/ 7709 h 10000"/>
              <a:gd name="connsiteX27-3399" fmla="*/ 2064 w 10000"/>
              <a:gd name="connsiteY27-3400" fmla="*/ 7852 h 10000"/>
              <a:gd name="connsiteX28-3401" fmla="*/ 2460 w 10000"/>
              <a:gd name="connsiteY28-3402" fmla="*/ 7852 h 10000"/>
              <a:gd name="connsiteX29-3403" fmla="*/ 3731 w 10000"/>
              <a:gd name="connsiteY29-3404" fmla="*/ 7852 h 10000"/>
              <a:gd name="connsiteX30-3405" fmla="*/ 5001 w 10000"/>
              <a:gd name="connsiteY30-3406" fmla="*/ 7852 h 10000"/>
              <a:gd name="connsiteX31-3407" fmla="*/ 5873 w 10000"/>
              <a:gd name="connsiteY31-3408" fmla="*/ 7852 h 10000"/>
              <a:gd name="connsiteX32-3409" fmla="*/ 6270 w 10000"/>
              <a:gd name="connsiteY32-3410" fmla="*/ 7852 h 10000"/>
              <a:gd name="connsiteX33-3411" fmla="*/ 6667 w 10000"/>
              <a:gd name="connsiteY33-3412" fmla="*/ 7852 h 10000"/>
              <a:gd name="connsiteX34-3413" fmla="*/ 6667 w 10000"/>
              <a:gd name="connsiteY34-3414" fmla="*/ 7709 h 10000"/>
              <a:gd name="connsiteX35-3415" fmla="*/ 6667 w 10000"/>
              <a:gd name="connsiteY35-3416" fmla="*/ 7590 h 10000"/>
              <a:gd name="connsiteX36-3417" fmla="*/ 6667 w 10000"/>
              <a:gd name="connsiteY36-3418" fmla="*/ 7470 h 10000"/>
              <a:gd name="connsiteX37-3419" fmla="*/ 7063 w 10000"/>
              <a:gd name="connsiteY37-3420" fmla="*/ 7208 h 10000"/>
              <a:gd name="connsiteX38-3421" fmla="*/ 7063 w 10000"/>
              <a:gd name="connsiteY38-3422" fmla="*/ 6969 h 10000"/>
              <a:gd name="connsiteX39-3423" fmla="*/ 7063 w 10000"/>
              <a:gd name="connsiteY39-3424" fmla="*/ 6706 h 10000"/>
              <a:gd name="connsiteX40-3425" fmla="*/ 7063 w 10000"/>
              <a:gd name="connsiteY40-3426" fmla="*/ 6444 h 10000"/>
              <a:gd name="connsiteX41-3427" fmla="*/ 7063 w 10000"/>
              <a:gd name="connsiteY41-3428" fmla="*/ 5823 h 10000"/>
              <a:gd name="connsiteX42-3429" fmla="*/ 7063 w 10000"/>
              <a:gd name="connsiteY42-3430" fmla="*/ 5322 h 10000"/>
              <a:gd name="connsiteX43-3431" fmla="*/ 7063 w 10000"/>
              <a:gd name="connsiteY43-3432" fmla="*/ 4820 h 10000"/>
              <a:gd name="connsiteX44-3433" fmla="*/ 7063 w 10000"/>
              <a:gd name="connsiteY44-3434" fmla="*/ 4439 h 10000"/>
              <a:gd name="connsiteX45-3435" fmla="*/ 7063 w 10000"/>
              <a:gd name="connsiteY45-3436" fmla="*/ 4176 h 10000"/>
              <a:gd name="connsiteX46-3437" fmla="*/ 7063 w 10000"/>
              <a:gd name="connsiteY46-3438" fmla="*/ 3937 h 10000"/>
              <a:gd name="connsiteX47-3439" fmla="*/ 7063 w 10000"/>
              <a:gd name="connsiteY47-3440" fmla="*/ 3675 h 10000"/>
              <a:gd name="connsiteX48-3441" fmla="*/ 7063 w 10000"/>
              <a:gd name="connsiteY48-3442" fmla="*/ 3413 h 10000"/>
              <a:gd name="connsiteX49-3443" fmla="*/ 7063 w 10000"/>
              <a:gd name="connsiteY49-3444" fmla="*/ 3031 h 10000"/>
              <a:gd name="connsiteX50-3445" fmla="*/ 7063 w 10000"/>
              <a:gd name="connsiteY50-3446" fmla="*/ 2673 h 10000"/>
              <a:gd name="connsiteX51-3447" fmla="*/ 7063 w 10000"/>
              <a:gd name="connsiteY51-3448" fmla="*/ 2290 h 10000"/>
              <a:gd name="connsiteX52-3449" fmla="*/ 7063 w 10000"/>
              <a:gd name="connsiteY52-3450" fmla="*/ 1789 h 10000"/>
              <a:gd name="connsiteX53-3451" fmla="*/ 6667 w 10000"/>
              <a:gd name="connsiteY53-3452" fmla="*/ 1025 h 10000"/>
              <a:gd name="connsiteX54-3453" fmla="*/ 6270 w 10000"/>
              <a:gd name="connsiteY54-3454" fmla="*/ 0 h 10000"/>
              <a:gd name="connsiteX55-3455" fmla="*/ 10000 w 10000"/>
              <a:gd name="connsiteY55-3456" fmla="*/ 1025 h 10000"/>
              <a:gd name="connsiteX56-3457" fmla="*/ 10000 w 10000"/>
              <a:gd name="connsiteY56-3458" fmla="*/ 1527 h 10000"/>
              <a:gd name="connsiteX57-3459" fmla="*/ 10000 w 10000"/>
              <a:gd name="connsiteY57-3460" fmla="*/ 1789 h 10000"/>
              <a:gd name="connsiteX58-3461" fmla="*/ 10000 w 10000"/>
              <a:gd name="connsiteY58-3462" fmla="*/ 2148 h 10000"/>
              <a:gd name="connsiteX59-3463" fmla="*/ 10000 w 10000"/>
              <a:gd name="connsiteY59-3464" fmla="*/ 2410 h 10000"/>
              <a:gd name="connsiteX60-3465" fmla="*/ 10000 w 10000"/>
              <a:gd name="connsiteY60-3466" fmla="*/ 2792 h 10000"/>
              <a:gd name="connsiteX61-3467" fmla="*/ 10000 w 10000"/>
              <a:gd name="connsiteY61-3468" fmla="*/ 3174 h 10000"/>
              <a:gd name="connsiteX62-3469" fmla="*/ 10000 w 10000"/>
              <a:gd name="connsiteY62-3470" fmla="*/ 3555 h 10000"/>
              <a:gd name="connsiteX63-3471" fmla="*/ 10000 w 10000"/>
              <a:gd name="connsiteY63-3472" fmla="*/ 4057 h 10000"/>
              <a:gd name="connsiteX64-3473" fmla="*/ 10000 w 10000"/>
              <a:gd name="connsiteY64-3474" fmla="*/ 4940 h 10000"/>
              <a:gd name="connsiteX65-3475" fmla="*/ 10000 w 10000"/>
              <a:gd name="connsiteY65-3476" fmla="*/ 5705 h 10000"/>
              <a:gd name="connsiteX66-3477" fmla="*/ 10000 w 10000"/>
              <a:gd name="connsiteY66-3478" fmla="*/ 6325 h 10000"/>
              <a:gd name="connsiteX67-3479" fmla="*/ 10000 w 10000"/>
              <a:gd name="connsiteY67-3480" fmla="*/ 6969 h 10000"/>
              <a:gd name="connsiteX68-3481" fmla="*/ 10000 w 10000"/>
              <a:gd name="connsiteY68-3482" fmla="*/ 7470 h 10000"/>
              <a:gd name="connsiteX69-3483" fmla="*/ 10000 w 10000"/>
              <a:gd name="connsiteY69-3484" fmla="*/ 7852 h 10000"/>
              <a:gd name="connsiteX70-3485" fmla="*/ 10000 w 10000"/>
              <a:gd name="connsiteY70-3486" fmla="*/ 8234 h 10000"/>
              <a:gd name="connsiteX71-3487" fmla="*/ 10000 w 10000"/>
              <a:gd name="connsiteY71-3488" fmla="*/ 8353 h 10000"/>
              <a:gd name="connsiteX72-3489" fmla="*/ 10000 w 10000"/>
              <a:gd name="connsiteY72-3490" fmla="*/ 8473 h 10000"/>
              <a:gd name="connsiteX73-3491" fmla="*/ 9604 w 10000"/>
              <a:gd name="connsiteY73-3492" fmla="*/ 8854 h 10000"/>
              <a:gd name="connsiteX74-3493" fmla="*/ 9207 w 10000"/>
              <a:gd name="connsiteY74-3494" fmla="*/ 9117 h 10000"/>
              <a:gd name="connsiteX75-3495" fmla="*/ 8730 w 10000"/>
              <a:gd name="connsiteY75-3496" fmla="*/ 9476 h 10000"/>
              <a:gd name="connsiteX76-3497" fmla="*/ 7937 w 10000"/>
              <a:gd name="connsiteY76-3498" fmla="*/ 9617 h 10000"/>
              <a:gd name="connsiteX77-3499" fmla="*/ 7937 w 10000"/>
              <a:gd name="connsiteY77-3500" fmla="*/ 9617 h 10000"/>
              <a:gd name="connsiteX0-3501" fmla="*/ 7937 w 10000"/>
              <a:gd name="connsiteY0-3502" fmla="*/ 8592 h 8975"/>
              <a:gd name="connsiteX1-3503" fmla="*/ 7540 w 10000"/>
              <a:gd name="connsiteY1-3504" fmla="*/ 8831 h 8975"/>
              <a:gd name="connsiteX2-3505" fmla="*/ 7063 w 10000"/>
              <a:gd name="connsiteY2-3506" fmla="*/ 8975 h 8975"/>
              <a:gd name="connsiteX3-3507" fmla="*/ 6667 w 10000"/>
              <a:gd name="connsiteY3-3508" fmla="*/ 8975 h 8975"/>
              <a:gd name="connsiteX4-3509" fmla="*/ 5873 w 10000"/>
              <a:gd name="connsiteY4-3510" fmla="*/ 8975 h 8975"/>
              <a:gd name="connsiteX5-3511" fmla="*/ 5873 w 10000"/>
              <a:gd name="connsiteY5-3512" fmla="*/ 8975 h 8975"/>
              <a:gd name="connsiteX6-3513" fmla="*/ 5398 w 10000"/>
              <a:gd name="connsiteY6-3514" fmla="*/ 8831 h 8975"/>
              <a:gd name="connsiteX7-3515" fmla="*/ 5001 w 10000"/>
              <a:gd name="connsiteY7-3516" fmla="*/ 8713 h 8975"/>
              <a:gd name="connsiteX8-3517" fmla="*/ 5001 w 10000"/>
              <a:gd name="connsiteY8-3518" fmla="*/ 8451 h 8975"/>
              <a:gd name="connsiteX9-3519" fmla="*/ 4603 w 10000"/>
              <a:gd name="connsiteY9-3520" fmla="*/ 8211 h 8975"/>
              <a:gd name="connsiteX10-3521" fmla="*/ 4127 w 10000"/>
              <a:gd name="connsiteY10-3522" fmla="*/ 7949 h 8975"/>
              <a:gd name="connsiteX11-3523" fmla="*/ 3334 w 10000"/>
              <a:gd name="connsiteY11-3524" fmla="*/ 7566 h 8975"/>
              <a:gd name="connsiteX12-3525" fmla="*/ 2460 w 10000"/>
              <a:gd name="connsiteY12-3526" fmla="*/ 7328 h 8975"/>
              <a:gd name="connsiteX13-3527" fmla="*/ 1667 w 10000"/>
              <a:gd name="connsiteY13-3528" fmla="*/ 7209 h 8975"/>
              <a:gd name="connsiteX14-3529" fmla="*/ 1190 w 10000"/>
              <a:gd name="connsiteY14-3530" fmla="*/ 7065 h 8975"/>
              <a:gd name="connsiteX15-3531" fmla="*/ 794 w 10000"/>
              <a:gd name="connsiteY15-3532" fmla="*/ 6946 h 8975"/>
              <a:gd name="connsiteX16-3533" fmla="*/ 397 w 10000"/>
              <a:gd name="connsiteY16-3534" fmla="*/ 6946 h 8975"/>
              <a:gd name="connsiteX17-3535" fmla="*/ 0 w 10000"/>
              <a:gd name="connsiteY17-3536" fmla="*/ 6827 h 8975"/>
              <a:gd name="connsiteX18-3537" fmla="*/ 0 w 10000"/>
              <a:gd name="connsiteY18-3538" fmla="*/ 6827 h 8975"/>
              <a:gd name="connsiteX19-3539" fmla="*/ 0 w 10000"/>
              <a:gd name="connsiteY19-3540" fmla="*/ 6827 h 8975"/>
              <a:gd name="connsiteX20-3541" fmla="*/ 0 w 10000"/>
              <a:gd name="connsiteY20-3542" fmla="*/ 6684 h 8975"/>
              <a:gd name="connsiteX21-3543" fmla="*/ 0 w 10000"/>
              <a:gd name="connsiteY21-3544" fmla="*/ 6684 h 8975"/>
              <a:gd name="connsiteX22-3545" fmla="*/ 0 w 10000"/>
              <a:gd name="connsiteY22-3546" fmla="*/ 6684 h 8975"/>
              <a:gd name="connsiteX23-3547" fmla="*/ 397 w 10000"/>
              <a:gd name="connsiteY23-3548" fmla="*/ 6684 h 8975"/>
              <a:gd name="connsiteX24-3549" fmla="*/ 397 w 10000"/>
              <a:gd name="connsiteY24-3550" fmla="*/ 6684 h 8975"/>
              <a:gd name="connsiteX25-3551" fmla="*/ 794 w 10000"/>
              <a:gd name="connsiteY25-3552" fmla="*/ 6684 h 8975"/>
              <a:gd name="connsiteX26-3553" fmla="*/ 1190 w 10000"/>
              <a:gd name="connsiteY26-3554" fmla="*/ 6684 h 8975"/>
              <a:gd name="connsiteX27-3555" fmla="*/ 2064 w 10000"/>
              <a:gd name="connsiteY27-3556" fmla="*/ 6827 h 8975"/>
              <a:gd name="connsiteX28-3557" fmla="*/ 2460 w 10000"/>
              <a:gd name="connsiteY28-3558" fmla="*/ 6827 h 8975"/>
              <a:gd name="connsiteX29-3559" fmla="*/ 3731 w 10000"/>
              <a:gd name="connsiteY29-3560" fmla="*/ 6827 h 8975"/>
              <a:gd name="connsiteX30-3561" fmla="*/ 5001 w 10000"/>
              <a:gd name="connsiteY30-3562" fmla="*/ 6827 h 8975"/>
              <a:gd name="connsiteX31-3563" fmla="*/ 5873 w 10000"/>
              <a:gd name="connsiteY31-3564" fmla="*/ 6827 h 8975"/>
              <a:gd name="connsiteX32-3565" fmla="*/ 6270 w 10000"/>
              <a:gd name="connsiteY32-3566" fmla="*/ 6827 h 8975"/>
              <a:gd name="connsiteX33-3567" fmla="*/ 6667 w 10000"/>
              <a:gd name="connsiteY33-3568" fmla="*/ 6827 h 8975"/>
              <a:gd name="connsiteX34-3569" fmla="*/ 6667 w 10000"/>
              <a:gd name="connsiteY34-3570" fmla="*/ 6684 h 8975"/>
              <a:gd name="connsiteX35-3571" fmla="*/ 6667 w 10000"/>
              <a:gd name="connsiteY35-3572" fmla="*/ 6565 h 8975"/>
              <a:gd name="connsiteX36-3573" fmla="*/ 6667 w 10000"/>
              <a:gd name="connsiteY36-3574" fmla="*/ 6445 h 8975"/>
              <a:gd name="connsiteX37-3575" fmla="*/ 7063 w 10000"/>
              <a:gd name="connsiteY37-3576" fmla="*/ 6183 h 8975"/>
              <a:gd name="connsiteX38-3577" fmla="*/ 7063 w 10000"/>
              <a:gd name="connsiteY38-3578" fmla="*/ 5944 h 8975"/>
              <a:gd name="connsiteX39-3579" fmla="*/ 7063 w 10000"/>
              <a:gd name="connsiteY39-3580" fmla="*/ 5681 h 8975"/>
              <a:gd name="connsiteX40-3581" fmla="*/ 7063 w 10000"/>
              <a:gd name="connsiteY40-3582" fmla="*/ 5419 h 8975"/>
              <a:gd name="connsiteX41-3583" fmla="*/ 7063 w 10000"/>
              <a:gd name="connsiteY41-3584" fmla="*/ 4798 h 8975"/>
              <a:gd name="connsiteX42-3585" fmla="*/ 7063 w 10000"/>
              <a:gd name="connsiteY42-3586" fmla="*/ 4297 h 8975"/>
              <a:gd name="connsiteX43-3587" fmla="*/ 7063 w 10000"/>
              <a:gd name="connsiteY43-3588" fmla="*/ 3795 h 8975"/>
              <a:gd name="connsiteX44-3589" fmla="*/ 7063 w 10000"/>
              <a:gd name="connsiteY44-3590" fmla="*/ 3414 h 8975"/>
              <a:gd name="connsiteX45-3591" fmla="*/ 7063 w 10000"/>
              <a:gd name="connsiteY45-3592" fmla="*/ 3151 h 8975"/>
              <a:gd name="connsiteX46-3593" fmla="*/ 7063 w 10000"/>
              <a:gd name="connsiteY46-3594" fmla="*/ 2912 h 8975"/>
              <a:gd name="connsiteX47-3595" fmla="*/ 7063 w 10000"/>
              <a:gd name="connsiteY47-3596" fmla="*/ 2650 h 8975"/>
              <a:gd name="connsiteX48-3597" fmla="*/ 7063 w 10000"/>
              <a:gd name="connsiteY48-3598" fmla="*/ 2388 h 8975"/>
              <a:gd name="connsiteX49-3599" fmla="*/ 7063 w 10000"/>
              <a:gd name="connsiteY49-3600" fmla="*/ 2006 h 8975"/>
              <a:gd name="connsiteX50-3601" fmla="*/ 7063 w 10000"/>
              <a:gd name="connsiteY50-3602" fmla="*/ 1648 h 8975"/>
              <a:gd name="connsiteX51-3603" fmla="*/ 7063 w 10000"/>
              <a:gd name="connsiteY51-3604" fmla="*/ 1265 h 8975"/>
              <a:gd name="connsiteX52-3605" fmla="*/ 7063 w 10000"/>
              <a:gd name="connsiteY52-3606" fmla="*/ 764 h 8975"/>
              <a:gd name="connsiteX53-3607" fmla="*/ 6667 w 10000"/>
              <a:gd name="connsiteY53-3608" fmla="*/ 0 h 8975"/>
              <a:gd name="connsiteX54-3609" fmla="*/ 10000 w 10000"/>
              <a:gd name="connsiteY54-3610" fmla="*/ 0 h 8975"/>
              <a:gd name="connsiteX55-3611" fmla="*/ 10000 w 10000"/>
              <a:gd name="connsiteY55-3612" fmla="*/ 502 h 8975"/>
              <a:gd name="connsiteX56-3613" fmla="*/ 10000 w 10000"/>
              <a:gd name="connsiteY56-3614" fmla="*/ 764 h 8975"/>
              <a:gd name="connsiteX57-3615" fmla="*/ 10000 w 10000"/>
              <a:gd name="connsiteY57-3616" fmla="*/ 1123 h 8975"/>
              <a:gd name="connsiteX58-3617" fmla="*/ 10000 w 10000"/>
              <a:gd name="connsiteY58-3618" fmla="*/ 1385 h 8975"/>
              <a:gd name="connsiteX59-3619" fmla="*/ 10000 w 10000"/>
              <a:gd name="connsiteY59-3620" fmla="*/ 1767 h 8975"/>
              <a:gd name="connsiteX60-3621" fmla="*/ 10000 w 10000"/>
              <a:gd name="connsiteY60-3622" fmla="*/ 2149 h 8975"/>
              <a:gd name="connsiteX61-3623" fmla="*/ 10000 w 10000"/>
              <a:gd name="connsiteY61-3624" fmla="*/ 2530 h 8975"/>
              <a:gd name="connsiteX62-3625" fmla="*/ 10000 w 10000"/>
              <a:gd name="connsiteY62-3626" fmla="*/ 3032 h 8975"/>
              <a:gd name="connsiteX63-3627" fmla="*/ 10000 w 10000"/>
              <a:gd name="connsiteY63-3628" fmla="*/ 3915 h 8975"/>
              <a:gd name="connsiteX64-3629" fmla="*/ 10000 w 10000"/>
              <a:gd name="connsiteY64-3630" fmla="*/ 4680 h 8975"/>
              <a:gd name="connsiteX65-3631" fmla="*/ 10000 w 10000"/>
              <a:gd name="connsiteY65-3632" fmla="*/ 5300 h 8975"/>
              <a:gd name="connsiteX66-3633" fmla="*/ 10000 w 10000"/>
              <a:gd name="connsiteY66-3634" fmla="*/ 5944 h 8975"/>
              <a:gd name="connsiteX67-3635" fmla="*/ 10000 w 10000"/>
              <a:gd name="connsiteY67-3636" fmla="*/ 6445 h 8975"/>
              <a:gd name="connsiteX68-3637" fmla="*/ 10000 w 10000"/>
              <a:gd name="connsiteY68-3638" fmla="*/ 6827 h 8975"/>
              <a:gd name="connsiteX69-3639" fmla="*/ 10000 w 10000"/>
              <a:gd name="connsiteY69-3640" fmla="*/ 7209 h 8975"/>
              <a:gd name="connsiteX70-3641" fmla="*/ 10000 w 10000"/>
              <a:gd name="connsiteY70-3642" fmla="*/ 7328 h 8975"/>
              <a:gd name="connsiteX71-3643" fmla="*/ 10000 w 10000"/>
              <a:gd name="connsiteY71-3644" fmla="*/ 7448 h 8975"/>
              <a:gd name="connsiteX72-3645" fmla="*/ 9604 w 10000"/>
              <a:gd name="connsiteY72-3646" fmla="*/ 7829 h 8975"/>
              <a:gd name="connsiteX73-3647" fmla="*/ 9207 w 10000"/>
              <a:gd name="connsiteY73-3648" fmla="*/ 8092 h 8975"/>
              <a:gd name="connsiteX74-3649" fmla="*/ 8730 w 10000"/>
              <a:gd name="connsiteY74-3650" fmla="*/ 8451 h 8975"/>
              <a:gd name="connsiteX75-3651" fmla="*/ 7937 w 10000"/>
              <a:gd name="connsiteY75-3652" fmla="*/ 8592 h 8975"/>
              <a:gd name="connsiteX76-3653" fmla="*/ 7937 w 10000"/>
              <a:gd name="connsiteY76-3654" fmla="*/ 8592 h 8975"/>
              <a:gd name="connsiteX0-3655" fmla="*/ 7937 w 10000"/>
              <a:gd name="connsiteY0-3656" fmla="*/ 9573 h 10000"/>
              <a:gd name="connsiteX1-3657" fmla="*/ 7540 w 10000"/>
              <a:gd name="connsiteY1-3658" fmla="*/ 9840 h 10000"/>
              <a:gd name="connsiteX2-3659" fmla="*/ 7063 w 10000"/>
              <a:gd name="connsiteY2-3660" fmla="*/ 10000 h 10000"/>
              <a:gd name="connsiteX3-3661" fmla="*/ 6667 w 10000"/>
              <a:gd name="connsiteY3-3662" fmla="*/ 10000 h 10000"/>
              <a:gd name="connsiteX4-3663" fmla="*/ 5873 w 10000"/>
              <a:gd name="connsiteY4-3664" fmla="*/ 10000 h 10000"/>
              <a:gd name="connsiteX5-3665" fmla="*/ 5873 w 10000"/>
              <a:gd name="connsiteY5-3666" fmla="*/ 10000 h 10000"/>
              <a:gd name="connsiteX6-3667" fmla="*/ 5398 w 10000"/>
              <a:gd name="connsiteY6-3668" fmla="*/ 9840 h 10000"/>
              <a:gd name="connsiteX7-3669" fmla="*/ 5001 w 10000"/>
              <a:gd name="connsiteY7-3670" fmla="*/ 9708 h 10000"/>
              <a:gd name="connsiteX8-3671" fmla="*/ 5001 w 10000"/>
              <a:gd name="connsiteY8-3672" fmla="*/ 9416 h 10000"/>
              <a:gd name="connsiteX9-3673" fmla="*/ 4603 w 10000"/>
              <a:gd name="connsiteY9-3674" fmla="*/ 9149 h 10000"/>
              <a:gd name="connsiteX10-3675" fmla="*/ 4127 w 10000"/>
              <a:gd name="connsiteY10-3676" fmla="*/ 8857 h 10000"/>
              <a:gd name="connsiteX11-3677" fmla="*/ 3334 w 10000"/>
              <a:gd name="connsiteY11-3678" fmla="*/ 8430 h 10000"/>
              <a:gd name="connsiteX12-3679" fmla="*/ 2460 w 10000"/>
              <a:gd name="connsiteY12-3680" fmla="*/ 8165 h 10000"/>
              <a:gd name="connsiteX13-3681" fmla="*/ 1667 w 10000"/>
              <a:gd name="connsiteY13-3682" fmla="*/ 8032 h 10000"/>
              <a:gd name="connsiteX14-3683" fmla="*/ 1190 w 10000"/>
              <a:gd name="connsiteY14-3684" fmla="*/ 7872 h 10000"/>
              <a:gd name="connsiteX15-3685" fmla="*/ 794 w 10000"/>
              <a:gd name="connsiteY15-3686" fmla="*/ 7739 h 10000"/>
              <a:gd name="connsiteX16-3687" fmla="*/ 397 w 10000"/>
              <a:gd name="connsiteY16-3688" fmla="*/ 7739 h 10000"/>
              <a:gd name="connsiteX17-3689" fmla="*/ 0 w 10000"/>
              <a:gd name="connsiteY17-3690" fmla="*/ 7607 h 10000"/>
              <a:gd name="connsiteX18-3691" fmla="*/ 0 w 10000"/>
              <a:gd name="connsiteY18-3692" fmla="*/ 7607 h 10000"/>
              <a:gd name="connsiteX19-3693" fmla="*/ 0 w 10000"/>
              <a:gd name="connsiteY19-3694" fmla="*/ 7607 h 10000"/>
              <a:gd name="connsiteX20-3695" fmla="*/ 0 w 10000"/>
              <a:gd name="connsiteY20-3696" fmla="*/ 7447 h 10000"/>
              <a:gd name="connsiteX21-3697" fmla="*/ 0 w 10000"/>
              <a:gd name="connsiteY21-3698" fmla="*/ 7447 h 10000"/>
              <a:gd name="connsiteX22-3699" fmla="*/ 0 w 10000"/>
              <a:gd name="connsiteY22-3700" fmla="*/ 7447 h 10000"/>
              <a:gd name="connsiteX23-3701" fmla="*/ 397 w 10000"/>
              <a:gd name="connsiteY23-3702" fmla="*/ 7447 h 10000"/>
              <a:gd name="connsiteX24-3703" fmla="*/ 397 w 10000"/>
              <a:gd name="connsiteY24-3704" fmla="*/ 7447 h 10000"/>
              <a:gd name="connsiteX25-3705" fmla="*/ 794 w 10000"/>
              <a:gd name="connsiteY25-3706" fmla="*/ 7447 h 10000"/>
              <a:gd name="connsiteX26-3707" fmla="*/ 1190 w 10000"/>
              <a:gd name="connsiteY26-3708" fmla="*/ 7447 h 10000"/>
              <a:gd name="connsiteX27-3709" fmla="*/ 2064 w 10000"/>
              <a:gd name="connsiteY27-3710" fmla="*/ 7607 h 10000"/>
              <a:gd name="connsiteX28-3711" fmla="*/ 2460 w 10000"/>
              <a:gd name="connsiteY28-3712" fmla="*/ 7607 h 10000"/>
              <a:gd name="connsiteX29-3713" fmla="*/ 3731 w 10000"/>
              <a:gd name="connsiteY29-3714" fmla="*/ 7607 h 10000"/>
              <a:gd name="connsiteX30-3715" fmla="*/ 5001 w 10000"/>
              <a:gd name="connsiteY30-3716" fmla="*/ 7607 h 10000"/>
              <a:gd name="connsiteX31-3717" fmla="*/ 5873 w 10000"/>
              <a:gd name="connsiteY31-3718" fmla="*/ 7607 h 10000"/>
              <a:gd name="connsiteX32-3719" fmla="*/ 6270 w 10000"/>
              <a:gd name="connsiteY32-3720" fmla="*/ 7607 h 10000"/>
              <a:gd name="connsiteX33-3721" fmla="*/ 6667 w 10000"/>
              <a:gd name="connsiteY33-3722" fmla="*/ 7607 h 10000"/>
              <a:gd name="connsiteX34-3723" fmla="*/ 6667 w 10000"/>
              <a:gd name="connsiteY34-3724" fmla="*/ 7447 h 10000"/>
              <a:gd name="connsiteX35-3725" fmla="*/ 6667 w 10000"/>
              <a:gd name="connsiteY35-3726" fmla="*/ 7315 h 10000"/>
              <a:gd name="connsiteX36-3727" fmla="*/ 6667 w 10000"/>
              <a:gd name="connsiteY36-3728" fmla="*/ 7181 h 10000"/>
              <a:gd name="connsiteX37-3729" fmla="*/ 7063 w 10000"/>
              <a:gd name="connsiteY37-3730" fmla="*/ 6889 h 10000"/>
              <a:gd name="connsiteX38-3731" fmla="*/ 7063 w 10000"/>
              <a:gd name="connsiteY38-3732" fmla="*/ 6623 h 10000"/>
              <a:gd name="connsiteX39-3733" fmla="*/ 7063 w 10000"/>
              <a:gd name="connsiteY39-3734" fmla="*/ 6330 h 10000"/>
              <a:gd name="connsiteX40-3735" fmla="*/ 7063 w 10000"/>
              <a:gd name="connsiteY40-3736" fmla="*/ 6038 h 10000"/>
              <a:gd name="connsiteX41-3737" fmla="*/ 7063 w 10000"/>
              <a:gd name="connsiteY41-3738" fmla="*/ 5346 h 10000"/>
              <a:gd name="connsiteX42-3739" fmla="*/ 7063 w 10000"/>
              <a:gd name="connsiteY42-3740" fmla="*/ 4788 h 10000"/>
              <a:gd name="connsiteX43-3741" fmla="*/ 7063 w 10000"/>
              <a:gd name="connsiteY43-3742" fmla="*/ 4228 h 10000"/>
              <a:gd name="connsiteX44-3743" fmla="*/ 7063 w 10000"/>
              <a:gd name="connsiteY44-3744" fmla="*/ 3804 h 10000"/>
              <a:gd name="connsiteX45-3745" fmla="*/ 7063 w 10000"/>
              <a:gd name="connsiteY45-3746" fmla="*/ 3511 h 10000"/>
              <a:gd name="connsiteX46-3747" fmla="*/ 7063 w 10000"/>
              <a:gd name="connsiteY46-3748" fmla="*/ 3245 h 10000"/>
              <a:gd name="connsiteX47-3749" fmla="*/ 7063 w 10000"/>
              <a:gd name="connsiteY47-3750" fmla="*/ 2953 h 10000"/>
              <a:gd name="connsiteX48-3751" fmla="*/ 7063 w 10000"/>
              <a:gd name="connsiteY48-3752" fmla="*/ 2661 h 10000"/>
              <a:gd name="connsiteX49-3753" fmla="*/ 7063 w 10000"/>
              <a:gd name="connsiteY49-3754" fmla="*/ 2235 h 10000"/>
              <a:gd name="connsiteX50-3755" fmla="*/ 7063 w 10000"/>
              <a:gd name="connsiteY50-3756" fmla="*/ 1836 h 10000"/>
              <a:gd name="connsiteX51-3757" fmla="*/ 7063 w 10000"/>
              <a:gd name="connsiteY51-3758" fmla="*/ 1409 h 10000"/>
              <a:gd name="connsiteX52-3759" fmla="*/ 7063 w 10000"/>
              <a:gd name="connsiteY52-3760" fmla="*/ 851 h 10000"/>
              <a:gd name="connsiteX53-3761" fmla="*/ 10000 w 10000"/>
              <a:gd name="connsiteY53-3762" fmla="*/ 0 h 10000"/>
              <a:gd name="connsiteX54-3763" fmla="*/ 10000 w 10000"/>
              <a:gd name="connsiteY54-3764" fmla="*/ 559 h 10000"/>
              <a:gd name="connsiteX55-3765" fmla="*/ 10000 w 10000"/>
              <a:gd name="connsiteY55-3766" fmla="*/ 851 h 10000"/>
              <a:gd name="connsiteX56-3767" fmla="*/ 10000 w 10000"/>
              <a:gd name="connsiteY56-3768" fmla="*/ 1251 h 10000"/>
              <a:gd name="connsiteX57-3769" fmla="*/ 10000 w 10000"/>
              <a:gd name="connsiteY57-3770" fmla="*/ 1543 h 10000"/>
              <a:gd name="connsiteX58-3771" fmla="*/ 10000 w 10000"/>
              <a:gd name="connsiteY58-3772" fmla="*/ 1969 h 10000"/>
              <a:gd name="connsiteX59-3773" fmla="*/ 10000 w 10000"/>
              <a:gd name="connsiteY59-3774" fmla="*/ 2394 h 10000"/>
              <a:gd name="connsiteX60-3775" fmla="*/ 10000 w 10000"/>
              <a:gd name="connsiteY60-3776" fmla="*/ 2819 h 10000"/>
              <a:gd name="connsiteX61-3777" fmla="*/ 10000 w 10000"/>
              <a:gd name="connsiteY61-3778" fmla="*/ 3378 h 10000"/>
              <a:gd name="connsiteX62-3779" fmla="*/ 10000 w 10000"/>
              <a:gd name="connsiteY62-3780" fmla="*/ 4362 h 10000"/>
              <a:gd name="connsiteX63-3781" fmla="*/ 10000 w 10000"/>
              <a:gd name="connsiteY63-3782" fmla="*/ 5214 h 10000"/>
              <a:gd name="connsiteX64-3783" fmla="*/ 10000 w 10000"/>
              <a:gd name="connsiteY64-3784" fmla="*/ 5905 h 10000"/>
              <a:gd name="connsiteX65-3785" fmla="*/ 10000 w 10000"/>
              <a:gd name="connsiteY65-3786" fmla="*/ 6623 h 10000"/>
              <a:gd name="connsiteX66-3787" fmla="*/ 10000 w 10000"/>
              <a:gd name="connsiteY66-3788" fmla="*/ 7181 h 10000"/>
              <a:gd name="connsiteX67-3789" fmla="*/ 10000 w 10000"/>
              <a:gd name="connsiteY67-3790" fmla="*/ 7607 h 10000"/>
              <a:gd name="connsiteX68-3791" fmla="*/ 10000 w 10000"/>
              <a:gd name="connsiteY68-3792" fmla="*/ 8032 h 10000"/>
              <a:gd name="connsiteX69-3793" fmla="*/ 10000 w 10000"/>
              <a:gd name="connsiteY69-3794" fmla="*/ 8165 h 10000"/>
              <a:gd name="connsiteX70-3795" fmla="*/ 10000 w 10000"/>
              <a:gd name="connsiteY70-3796" fmla="*/ 8299 h 10000"/>
              <a:gd name="connsiteX71-3797" fmla="*/ 9604 w 10000"/>
              <a:gd name="connsiteY71-3798" fmla="*/ 8723 h 10000"/>
              <a:gd name="connsiteX72-3799" fmla="*/ 9207 w 10000"/>
              <a:gd name="connsiteY72-3800" fmla="*/ 9016 h 10000"/>
              <a:gd name="connsiteX73-3801" fmla="*/ 8730 w 10000"/>
              <a:gd name="connsiteY73-3802" fmla="*/ 9416 h 10000"/>
              <a:gd name="connsiteX74-3803" fmla="*/ 7937 w 10000"/>
              <a:gd name="connsiteY74-3804" fmla="*/ 9573 h 10000"/>
              <a:gd name="connsiteX75-3805" fmla="*/ 7937 w 10000"/>
              <a:gd name="connsiteY75-3806" fmla="*/ 9573 h 10000"/>
              <a:gd name="connsiteX0-3807" fmla="*/ 7937 w 10000"/>
              <a:gd name="connsiteY0-3808" fmla="*/ 9014 h 9441"/>
              <a:gd name="connsiteX1-3809" fmla="*/ 7540 w 10000"/>
              <a:gd name="connsiteY1-3810" fmla="*/ 9281 h 9441"/>
              <a:gd name="connsiteX2-3811" fmla="*/ 7063 w 10000"/>
              <a:gd name="connsiteY2-3812" fmla="*/ 9441 h 9441"/>
              <a:gd name="connsiteX3-3813" fmla="*/ 6667 w 10000"/>
              <a:gd name="connsiteY3-3814" fmla="*/ 9441 h 9441"/>
              <a:gd name="connsiteX4-3815" fmla="*/ 5873 w 10000"/>
              <a:gd name="connsiteY4-3816" fmla="*/ 9441 h 9441"/>
              <a:gd name="connsiteX5-3817" fmla="*/ 5873 w 10000"/>
              <a:gd name="connsiteY5-3818" fmla="*/ 9441 h 9441"/>
              <a:gd name="connsiteX6-3819" fmla="*/ 5398 w 10000"/>
              <a:gd name="connsiteY6-3820" fmla="*/ 9281 h 9441"/>
              <a:gd name="connsiteX7-3821" fmla="*/ 5001 w 10000"/>
              <a:gd name="connsiteY7-3822" fmla="*/ 9149 h 9441"/>
              <a:gd name="connsiteX8-3823" fmla="*/ 5001 w 10000"/>
              <a:gd name="connsiteY8-3824" fmla="*/ 8857 h 9441"/>
              <a:gd name="connsiteX9-3825" fmla="*/ 4603 w 10000"/>
              <a:gd name="connsiteY9-3826" fmla="*/ 8590 h 9441"/>
              <a:gd name="connsiteX10-3827" fmla="*/ 4127 w 10000"/>
              <a:gd name="connsiteY10-3828" fmla="*/ 8298 h 9441"/>
              <a:gd name="connsiteX11-3829" fmla="*/ 3334 w 10000"/>
              <a:gd name="connsiteY11-3830" fmla="*/ 7871 h 9441"/>
              <a:gd name="connsiteX12-3831" fmla="*/ 2460 w 10000"/>
              <a:gd name="connsiteY12-3832" fmla="*/ 7606 h 9441"/>
              <a:gd name="connsiteX13-3833" fmla="*/ 1667 w 10000"/>
              <a:gd name="connsiteY13-3834" fmla="*/ 7473 h 9441"/>
              <a:gd name="connsiteX14-3835" fmla="*/ 1190 w 10000"/>
              <a:gd name="connsiteY14-3836" fmla="*/ 7313 h 9441"/>
              <a:gd name="connsiteX15-3837" fmla="*/ 794 w 10000"/>
              <a:gd name="connsiteY15-3838" fmla="*/ 7180 h 9441"/>
              <a:gd name="connsiteX16-3839" fmla="*/ 397 w 10000"/>
              <a:gd name="connsiteY16-3840" fmla="*/ 7180 h 9441"/>
              <a:gd name="connsiteX17-3841" fmla="*/ 0 w 10000"/>
              <a:gd name="connsiteY17-3842" fmla="*/ 7048 h 9441"/>
              <a:gd name="connsiteX18-3843" fmla="*/ 0 w 10000"/>
              <a:gd name="connsiteY18-3844" fmla="*/ 7048 h 9441"/>
              <a:gd name="connsiteX19-3845" fmla="*/ 0 w 10000"/>
              <a:gd name="connsiteY19-3846" fmla="*/ 7048 h 9441"/>
              <a:gd name="connsiteX20-3847" fmla="*/ 0 w 10000"/>
              <a:gd name="connsiteY20-3848" fmla="*/ 6888 h 9441"/>
              <a:gd name="connsiteX21-3849" fmla="*/ 0 w 10000"/>
              <a:gd name="connsiteY21-3850" fmla="*/ 6888 h 9441"/>
              <a:gd name="connsiteX22-3851" fmla="*/ 0 w 10000"/>
              <a:gd name="connsiteY22-3852" fmla="*/ 6888 h 9441"/>
              <a:gd name="connsiteX23-3853" fmla="*/ 397 w 10000"/>
              <a:gd name="connsiteY23-3854" fmla="*/ 6888 h 9441"/>
              <a:gd name="connsiteX24-3855" fmla="*/ 397 w 10000"/>
              <a:gd name="connsiteY24-3856" fmla="*/ 6888 h 9441"/>
              <a:gd name="connsiteX25-3857" fmla="*/ 794 w 10000"/>
              <a:gd name="connsiteY25-3858" fmla="*/ 6888 h 9441"/>
              <a:gd name="connsiteX26-3859" fmla="*/ 1190 w 10000"/>
              <a:gd name="connsiteY26-3860" fmla="*/ 6888 h 9441"/>
              <a:gd name="connsiteX27-3861" fmla="*/ 2064 w 10000"/>
              <a:gd name="connsiteY27-3862" fmla="*/ 7048 h 9441"/>
              <a:gd name="connsiteX28-3863" fmla="*/ 2460 w 10000"/>
              <a:gd name="connsiteY28-3864" fmla="*/ 7048 h 9441"/>
              <a:gd name="connsiteX29-3865" fmla="*/ 3731 w 10000"/>
              <a:gd name="connsiteY29-3866" fmla="*/ 7048 h 9441"/>
              <a:gd name="connsiteX30-3867" fmla="*/ 5001 w 10000"/>
              <a:gd name="connsiteY30-3868" fmla="*/ 7048 h 9441"/>
              <a:gd name="connsiteX31-3869" fmla="*/ 5873 w 10000"/>
              <a:gd name="connsiteY31-3870" fmla="*/ 7048 h 9441"/>
              <a:gd name="connsiteX32-3871" fmla="*/ 6270 w 10000"/>
              <a:gd name="connsiteY32-3872" fmla="*/ 7048 h 9441"/>
              <a:gd name="connsiteX33-3873" fmla="*/ 6667 w 10000"/>
              <a:gd name="connsiteY33-3874" fmla="*/ 7048 h 9441"/>
              <a:gd name="connsiteX34-3875" fmla="*/ 6667 w 10000"/>
              <a:gd name="connsiteY34-3876" fmla="*/ 6888 h 9441"/>
              <a:gd name="connsiteX35-3877" fmla="*/ 6667 w 10000"/>
              <a:gd name="connsiteY35-3878" fmla="*/ 6756 h 9441"/>
              <a:gd name="connsiteX36-3879" fmla="*/ 6667 w 10000"/>
              <a:gd name="connsiteY36-3880" fmla="*/ 6622 h 9441"/>
              <a:gd name="connsiteX37-3881" fmla="*/ 7063 w 10000"/>
              <a:gd name="connsiteY37-3882" fmla="*/ 6330 h 9441"/>
              <a:gd name="connsiteX38-3883" fmla="*/ 7063 w 10000"/>
              <a:gd name="connsiteY38-3884" fmla="*/ 6064 h 9441"/>
              <a:gd name="connsiteX39-3885" fmla="*/ 7063 w 10000"/>
              <a:gd name="connsiteY39-3886" fmla="*/ 5771 h 9441"/>
              <a:gd name="connsiteX40-3887" fmla="*/ 7063 w 10000"/>
              <a:gd name="connsiteY40-3888" fmla="*/ 5479 h 9441"/>
              <a:gd name="connsiteX41-3889" fmla="*/ 7063 w 10000"/>
              <a:gd name="connsiteY41-3890" fmla="*/ 4787 h 9441"/>
              <a:gd name="connsiteX42-3891" fmla="*/ 7063 w 10000"/>
              <a:gd name="connsiteY42-3892" fmla="*/ 4229 h 9441"/>
              <a:gd name="connsiteX43-3893" fmla="*/ 7063 w 10000"/>
              <a:gd name="connsiteY43-3894" fmla="*/ 3669 h 9441"/>
              <a:gd name="connsiteX44-3895" fmla="*/ 7063 w 10000"/>
              <a:gd name="connsiteY44-3896" fmla="*/ 3245 h 9441"/>
              <a:gd name="connsiteX45-3897" fmla="*/ 7063 w 10000"/>
              <a:gd name="connsiteY45-3898" fmla="*/ 2952 h 9441"/>
              <a:gd name="connsiteX46-3899" fmla="*/ 7063 w 10000"/>
              <a:gd name="connsiteY46-3900" fmla="*/ 2686 h 9441"/>
              <a:gd name="connsiteX47-3901" fmla="*/ 7063 w 10000"/>
              <a:gd name="connsiteY47-3902" fmla="*/ 2394 h 9441"/>
              <a:gd name="connsiteX48-3903" fmla="*/ 7063 w 10000"/>
              <a:gd name="connsiteY48-3904" fmla="*/ 2102 h 9441"/>
              <a:gd name="connsiteX49-3905" fmla="*/ 7063 w 10000"/>
              <a:gd name="connsiteY49-3906" fmla="*/ 1676 h 9441"/>
              <a:gd name="connsiteX50-3907" fmla="*/ 7063 w 10000"/>
              <a:gd name="connsiteY50-3908" fmla="*/ 1277 h 9441"/>
              <a:gd name="connsiteX51-3909" fmla="*/ 7063 w 10000"/>
              <a:gd name="connsiteY51-3910" fmla="*/ 850 h 9441"/>
              <a:gd name="connsiteX52-3911" fmla="*/ 7063 w 10000"/>
              <a:gd name="connsiteY52-3912" fmla="*/ 292 h 9441"/>
              <a:gd name="connsiteX53-3913" fmla="*/ 10000 w 10000"/>
              <a:gd name="connsiteY53-3914" fmla="*/ 0 h 9441"/>
              <a:gd name="connsiteX54-3915" fmla="*/ 10000 w 10000"/>
              <a:gd name="connsiteY54-3916" fmla="*/ 292 h 9441"/>
              <a:gd name="connsiteX55-3917" fmla="*/ 10000 w 10000"/>
              <a:gd name="connsiteY55-3918" fmla="*/ 692 h 9441"/>
              <a:gd name="connsiteX56-3919" fmla="*/ 10000 w 10000"/>
              <a:gd name="connsiteY56-3920" fmla="*/ 984 h 9441"/>
              <a:gd name="connsiteX57-3921" fmla="*/ 10000 w 10000"/>
              <a:gd name="connsiteY57-3922" fmla="*/ 1410 h 9441"/>
              <a:gd name="connsiteX58-3923" fmla="*/ 10000 w 10000"/>
              <a:gd name="connsiteY58-3924" fmla="*/ 1835 h 9441"/>
              <a:gd name="connsiteX59-3925" fmla="*/ 10000 w 10000"/>
              <a:gd name="connsiteY59-3926" fmla="*/ 2260 h 9441"/>
              <a:gd name="connsiteX60-3927" fmla="*/ 10000 w 10000"/>
              <a:gd name="connsiteY60-3928" fmla="*/ 2819 h 9441"/>
              <a:gd name="connsiteX61-3929" fmla="*/ 10000 w 10000"/>
              <a:gd name="connsiteY61-3930" fmla="*/ 3803 h 9441"/>
              <a:gd name="connsiteX62-3931" fmla="*/ 10000 w 10000"/>
              <a:gd name="connsiteY62-3932" fmla="*/ 4655 h 9441"/>
              <a:gd name="connsiteX63-3933" fmla="*/ 10000 w 10000"/>
              <a:gd name="connsiteY63-3934" fmla="*/ 5346 h 9441"/>
              <a:gd name="connsiteX64-3935" fmla="*/ 10000 w 10000"/>
              <a:gd name="connsiteY64-3936" fmla="*/ 6064 h 9441"/>
              <a:gd name="connsiteX65-3937" fmla="*/ 10000 w 10000"/>
              <a:gd name="connsiteY65-3938" fmla="*/ 6622 h 9441"/>
              <a:gd name="connsiteX66-3939" fmla="*/ 10000 w 10000"/>
              <a:gd name="connsiteY66-3940" fmla="*/ 7048 h 9441"/>
              <a:gd name="connsiteX67-3941" fmla="*/ 10000 w 10000"/>
              <a:gd name="connsiteY67-3942" fmla="*/ 7473 h 9441"/>
              <a:gd name="connsiteX68-3943" fmla="*/ 10000 w 10000"/>
              <a:gd name="connsiteY68-3944" fmla="*/ 7606 h 9441"/>
              <a:gd name="connsiteX69-3945" fmla="*/ 10000 w 10000"/>
              <a:gd name="connsiteY69-3946" fmla="*/ 7740 h 9441"/>
              <a:gd name="connsiteX70-3947" fmla="*/ 9604 w 10000"/>
              <a:gd name="connsiteY70-3948" fmla="*/ 8164 h 9441"/>
              <a:gd name="connsiteX71-3949" fmla="*/ 9207 w 10000"/>
              <a:gd name="connsiteY71-3950" fmla="*/ 8457 h 9441"/>
              <a:gd name="connsiteX72-3951" fmla="*/ 8730 w 10000"/>
              <a:gd name="connsiteY72-3952" fmla="*/ 8857 h 9441"/>
              <a:gd name="connsiteX73-3953" fmla="*/ 7937 w 10000"/>
              <a:gd name="connsiteY73-3954" fmla="*/ 9014 h 9441"/>
              <a:gd name="connsiteX74-3955" fmla="*/ 7937 w 10000"/>
              <a:gd name="connsiteY74-3956" fmla="*/ 9014 h 9441"/>
              <a:gd name="connsiteX0-3957" fmla="*/ 7937 w 10000"/>
              <a:gd name="connsiteY0-3958" fmla="*/ 9239 h 9691"/>
              <a:gd name="connsiteX1-3959" fmla="*/ 7540 w 10000"/>
              <a:gd name="connsiteY1-3960" fmla="*/ 9522 h 9691"/>
              <a:gd name="connsiteX2-3961" fmla="*/ 7063 w 10000"/>
              <a:gd name="connsiteY2-3962" fmla="*/ 9691 h 9691"/>
              <a:gd name="connsiteX3-3963" fmla="*/ 6667 w 10000"/>
              <a:gd name="connsiteY3-3964" fmla="*/ 9691 h 9691"/>
              <a:gd name="connsiteX4-3965" fmla="*/ 5873 w 10000"/>
              <a:gd name="connsiteY4-3966" fmla="*/ 9691 h 9691"/>
              <a:gd name="connsiteX5-3967" fmla="*/ 5873 w 10000"/>
              <a:gd name="connsiteY5-3968" fmla="*/ 9691 h 9691"/>
              <a:gd name="connsiteX6-3969" fmla="*/ 5398 w 10000"/>
              <a:gd name="connsiteY6-3970" fmla="*/ 9522 h 9691"/>
              <a:gd name="connsiteX7-3971" fmla="*/ 5001 w 10000"/>
              <a:gd name="connsiteY7-3972" fmla="*/ 9382 h 9691"/>
              <a:gd name="connsiteX8-3973" fmla="*/ 5001 w 10000"/>
              <a:gd name="connsiteY8-3974" fmla="*/ 9072 h 9691"/>
              <a:gd name="connsiteX9-3975" fmla="*/ 4603 w 10000"/>
              <a:gd name="connsiteY9-3976" fmla="*/ 8790 h 9691"/>
              <a:gd name="connsiteX10-3977" fmla="*/ 4127 w 10000"/>
              <a:gd name="connsiteY10-3978" fmla="*/ 8480 h 9691"/>
              <a:gd name="connsiteX11-3979" fmla="*/ 3334 w 10000"/>
              <a:gd name="connsiteY11-3980" fmla="*/ 8028 h 9691"/>
              <a:gd name="connsiteX12-3981" fmla="*/ 2460 w 10000"/>
              <a:gd name="connsiteY12-3982" fmla="*/ 7747 h 9691"/>
              <a:gd name="connsiteX13-3983" fmla="*/ 1667 w 10000"/>
              <a:gd name="connsiteY13-3984" fmla="*/ 7606 h 9691"/>
              <a:gd name="connsiteX14-3985" fmla="*/ 1190 w 10000"/>
              <a:gd name="connsiteY14-3986" fmla="*/ 7437 h 9691"/>
              <a:gd name="connsiteX15-3987" fmla="*/ 794 w 10000"/>
              <a:gd name="connsiteY15-3988" fmla="*/ 7296 h 9691"/>
              <a:gd name="connsiteX16-3989" fmla="*/ 397 w 10000"/>
              <a:gd name="connsiteY16-3990" fmla="*/ 7296 h 9691"/>
              <a:gd name="connsiteX17-3991" fmla="*/ 0 w 10000"/>
              <a:gd name="connsiteY17-3992" fmla="*/ 7156 h 9691"/>
              <a:gd name="connsiteX18-3993" fmla="*/ 0 w 10000"/>
              <a:gd name="connsiteY18-3994" fmla="*/ 7156 h 9691"/>
              <a:gd name="connsiteX19-3995" fmla="*/ 0 w 10000"/>
              <a:gd name="connsiteY19-3996" fmla="*/ 7156 h 9691"/>
              <a:gd name="connsiteX20-3997" fmla="*/ 0 w 10000"/>
              <a:gd name="connsiteY20-3998" fmla="*/ 6987 h 9691"/>
              <a:gd name="connsiteX21-3999" fmla="*/ 0 w 10000"/>
              <a:gd name="connsiteY21-4000" fmla="*/ 6987 h 9691"/>
              <a:gd name="connsiteX22-4001" fmla="*/ 0 w 10000"/>
              <a:gd name="connsiteY22-4002" fmla="*/ 6987 h 9691"/>
              <a:gd name="connsiteX23-4003" fmla="*/ 397 w 10000"/>
              <a:gd name="connsiteY23-4004" fmla="*/ 6987 h 9691"/>
              <a:gd name="connsiteX24-4005" fmla="*/ 397 w 10000"/>
              <a:gd name="connsiteY24-4006" fmla="*/ 6987 h 9691"/>
              <a:gd name="connsiteX25-4007" fmla="*/ 794 w 10000"/>
              <a:gd name="connsiteY25-4008" fmla="*/ 6987 h 9691"/>
              <a:gd name="connsiteX26-4009" fmla="*/ 1190 w 10000"/>
              <a:gd name="connsiteY26-4010" fmla="*/ 6987 h 9691"/>
              <a:gd name="connsiteX27-4011" fmla="*/ 2064 w 10000"/>
              <a:gd name="connsiteY27-4012" fmla="*/ 7156 h 9691"/>
              <a:gd name="connsiteX28-4013" fmla="*/ 2460 w 10000"/>
              <a:gd name="connsiteY28-4014" fmla="*/ 7156 h 9691"/>
              <a:gd name="connsiteX29-4015" fmla="*/ 3731 w 10000"/>
              <a:gd name="connsiteY29-4016" fmla="*/ 7156 h 9691"/>
              <a:gd name="connsiteX30-4017" fmla="*/ 5001 w 10000"/>
              <a:gd name="connsiteY30-4018" fmla="*/ 7156 h 9691"/>
              <a:gd name="connsiteX31-4019" fmla="*/ 5873 w 10000"/>
              <a:gd name="connsiteY31-4020" fmla="*/ 7156 h 9691"/>
              <a:gd name="connsiteX32-4021" fmla="*/ 6270 w 10000"/>
              <a:gd name="connsiteY32-4022" fmla="*/ 7156 h 9691"/>
              <a:gd name="connsiteX33-4023" fmla="*/ 6667 w 10000"/>
              <a:gd name="connsiteY33-4024" fmla="*/ 7156 h 9691"/>
              <a:gd name="connsiteX34-4025" fmla="*/ 6667 w 10000"/>
              <a:gd name="connsiteY34-4026" fmla="*/ 6987 h 9691"/>
              <a:gd name="connsiteX35-4027" fmla="*/ 6667 w 10000"/>
              <a:gd name="connsiteY35-4028" fmla="*/ 6847 h 9691"/>
              <a:gd name="connsiteX36-4029" fmla="*/ 6667 w 10000"/>
              <a:gd name="connsiteY36-4030" fmla="*/ 6705 h 9691"/>
              <a:gd name="connsiteX37-4031" fmla="*/ 7063 w 10000"/>
              <a:gd name="connsiteY37-4032" fmla="*/ 6396 h 9691"/>
              <a:gd name="connsiteX38-4033" fmla="*/ 7063 w 10000"/>
              <a:gd name="connsiteY38-4034" fmla="*/ 6114 h 9691"/>
              <a:gd name="connsiteX39-4035" fmla="*/ 7063 w 10000"/>
              <a:gd name="connsiteY39-4036" fmla="*/ 5804 h 9691"/>
              <a:gd name="connsiteX40-4037" fmla="*/ 7063 w 10000"/>
              <a:gd name="connsiteY40-4038" fmla="*/ 5494 h 9691"/>
              <a:gd name="connsiteX41-4039" fmla="*/ 7063 w 10000"/>
              <a:gd name="connsiteY41-4040" fmla="*/ 4761 h 9691"/>
              <a:gd name="connsiteX42-4041" fmla="*/ 7063 w 10000"/>
              <a:gd name="connsiteY42-4042" fmla="*/ 4170 h 9691"/>
              <a:gd name="connsiteX43-4043" fmla="*/ 7063 w 10000"/>
              <a:gd name="connsiteY43-4044" fmla="*/ 3577 h 9691"/>
              <a:gd name="connsiteX44-4045" fmla="*/ 7063 w 10000"/>
              <a:gd name="connsiteY44-4046" fmla="*/ 3128 h 9691"/>
              <a:gd name="connsiteX45-4047" fmla="*/ 7063 w 10000"/>
              <a:gd name="connsiteY45-4048" fmla="*/ 2818 h 9691"/>
              <a:gd name="connsiteX46-4049" fmla="*/ 7063 w 10000"/>
              <a:gd name="connsiteY46-4050" fmla="*/ 2536 h 9691"/>
              <a:gd name="connsiteX47-4051" fmla="*/ 7063 w 10000"/>
              <a:gd name="connsiteY47-4052" fmla="*/ 2227 h 9691"/>
              <a:gd name="connsiteX48-4053" fmla="*/ 7063 w 10000"/>
              <a:gd name="connsiteY48-4054" fmla="*/ 1917 h 9691"/>
              <a:gd name="connsiteX49-4055" fmla="*/ 7063 w 10000"/>
              <a:gd name="connsiteY49-4056" fmla="*/ 1466 h 9691"/>
              <a:gd name="connsiteX50-4057" fmla="*/ 7063 w 10000"/>
              <a:gd name="connsiteY50-4058" fmla="*/ 1044 h 9691"/>
              <a:gd name="connsiteX51-4059" fmla="*/ 7063 w 10000"/>
              <a:gd name="connsiteY51-4060" fmla="*/ 591 h 9691"/>
              <a:gd name="connsiteX52-4061" fmla="*/ 7063 w 10000"/>
              <a:gd name="connsiteY52-4062" fmla="*/ 0 h 9691"/>
              <a:gd name="connsiteX53-4063" fmla="*/ 10000 w 10000"/>
              <a:gd name="connsiteY53-4064" fmla="*/ 0 h 9691"/>
              <a:gd name="connsiteX54-4065" fmla="*/ 10000 w 10000"/>
              <a:gd name="connsiteY54-4066" fmla="*/ 424 h 9691"/>
              <a:gd name="connsiteX55-4067" fmla="*/ 10000 w 10000"/>
              <a:gd name="connsiteY55-4068" fmla="*/ 733 h 9691"/>
              <a:gd name="connsiteX56-4069" fmla="*/ 10000 w 10000"/>
              <a:gd name="connsiteY56-4070" fmla="*/ 1184 h 9691"/>
              <a:gd name="connsiteX57-4071" fmla="*/ 10000 w 10000"/>
              <a:gd name="connsiteY57-4072" fmla="*/ 1635 h 9691"/>
              <a:gd name="connsiteX58-4073" fmla="*/ 10000 w 10000"/>
              <a:gd name="connsiteY58-4074" fmla="*/ 2085 h 9691"/>
              <a:gd name="connsiteX59-4075" fmla="*/ 10000 w 10000"/>
              <a:gd name="connsiteY59-4076" fmla="*/ 2677 h 9691"/>
              <a:gd name="connsiteX60-4077" fmla="*/ 10000 w 10000"/>
              <a:gd name="connsiteY60-4078" fmla="*/ 3719 h 9691"/>
              <a:gd name="connsiteX61-4079" fmla="*/ 10000 w 10000"/>
              <a:gd name="connsiteY61-4080" fmla="*/ 4622 h 9691"/>
              <a:gd name="connsiteX62-4081" fmla="*/ 10000 w 10000"/>
              <a:gd name="connsiteY62-4082" fmla="*/ 5354 h 9691"/>
              <a:gd name="connsiteX63-4083" fmla="*/ 10000 w 10000"/>
              <a:gd name="connsiteY63-4084" fmla="*/ 6114 h 9691"/>
              <a:gd name="connsiteX64-4085" fmla="*/ 10000 w 10000"/>
              <a:gd name="connsiteY64-4086" fmla="*/ 6705 h 9691"/>
              <a:gd name="connsiteX65-4087" fmla="*/ 10000 w 10000"/>
              <a:gd name="connsiteY65-4088" fmla="*/ 7156 h 9691"/>
              <a:gd name="connsiteX66-4089" fmla="*/ 10000 w 10000"/>
              <a:gd name="connsiteY66-4090" fmla="*/ 7606 h 9691"/>
              <a:gd name="connsiteX67-4091" fmla="*/ 10000 w 10000"/>
              <a:gd name="connsiteY67-4092" fmla="*/ 7747 h 9691"/>
              <a:gd name="connsiteX68-4093" fmla="*/ 10000 w 10000"/>
              <a:gd name="connsiteY68-4094" fmla="*/ 7889 h 9691"/>
              <a:gd name="connsiteX69-4095" fmla="*/ 9604 w 10000"/>
              <a:gd name="connsiteY69-4096" fmla="*/ 8338 h 9691"/>
              <a:gd name="connsiteX70-4097" fmla="*/ 9207 w 10000"/>
              <a:gd name="connsiteY70-4098" fmla="*/ 8649 h 9691"/>
              <a:gd name="connsiteX71-4099" fmla="*/ 8730 w 10000"/>
              <a:gd name="connsiteY71-4100" fmla="*/ 9072 h 9691"/>
              <a:gd name="connsiteX72-4101" fmla="*/ 7937 w 10000"/>
              <a:gd name="connsiteY72-4102" fmla="*/ 9239 h 9691"/>
              <a:gd name="connsiteX73-4103" fmla="*/ 7937 w 10000"/>
              <a:gd name="connsiteY73-4104" fmla="*/ 9239 h 9691"/>
              <a:gd name="connsiteX0-4105" fmla="*/ 7937 w 10000"/>
              <a:gd name="connsiteY0-4106" fmla="*/ 9534 h 10000"/>
              <a:gd name="connsiteX1-4107" fmla="*/ 7540 w 10000"/>
              <a:gd name="connsiteY1-4108" fmla="*/ 9826 h 10000"/>
              <a:gd name="connsiteX2-4109" fmla="*/ 7063 w 10000"/>
              <a:gd name="connsiteY2-4110" fmla="*/ 10000 h 10000"/>
              <a:gd name="connsiteX3-4111" fmla="*/ 6667 w 10000"/>
              <a:gd name="connsiteY3-4112" fmla="*/ 10000 h 10000"/>
              <a:gd name="connsiteX4-4113" fmla="*/ 5873 w 10000"/>
              <a:gd name="connsiteY4-4114" fmla="*/ 10000 h 10000"/>
              <a:gd name="connsiteX5-4115" fmla="*/ 5873 w 10000"/>
              <a:gd name="connsiteY5-4116" fmla="*/ 10000 h 10000"/>
              <a:gd name="connsiteX6-4117" fmla="*/ 5398 w 10000"/>
              <a:gd name="connsiteY6-4118" fmla="*/ 9826 h 10000"/>
              <a:gd name="connsiteX7-4119" fmla="*/ 5001 w 10000"/>
              <a:gd name="connsiteY7-4120" fmla="*/ 9681 h 10000"/>
              <a:gd name="connsiteX8-4121" fmla="*/ 5001 w 10000"/>
              <a:gd name="connsiteY8-4122" fmla="*/ 9361 h 10000"/>
              <a:gd name="connsiteX9-4123" fmla="*/ 4603 w 10000"/>
              <a:gd name="connsiteY9-4124" fmla="*/ 9070 h 10000"/>
              <a:gd name="connsiteX10-4125" fmla="*/ 4127 w 10000"/>
              <a:gd name="connsiteY10-4126" fmla="*/ 8750 h 10000"/>
              <a:gd name="connsiteX11-4127" fmla="*/ 3334 w 10000"/>
              <a:gd name="connsiteY11-4128" fmla="*/ 8284 h 10000"/>
              <a:gd name="connsiteX12-4129" fmla="*/ 2460 w 10000"/>
              <a:gd name="connsiteY12-4130" fmla="*/ 7994 h 10000"/>
              <a:gd name="connsiteX13-4131" fmla="*/ 1667 w 10000"/>
              <a:gd name="connsiteY13-4132" fmla="*/ 7849 h 10000"/>
              <a:gd name="connsiteX14-4133" fmla="*/ 1190 w 10000"/>
              <a:gd name="connsiteY14-4134" fmla="*/ 7674 h 10000"/>
              <a:gd name="connsiteX15-4135" fmla="*/ 794 w 10000"/>
              <a:gd name="connsiteY15-4136" fmla="*/ 7529 h 10000"/>
              <a:gd name="connsiteX16-4137" fmla="*/ 397 w 10000"/>
              <a:gd name="connsiteY16-4138" fmla="*/ 7529 h 10000"/>
              <a:gd name="connsiteX17-4139" fmla="*/ 0 w 10000"/>
              <a:gd name="connsiteY17-4140" fmla="*/ 7384 h 10000"/>
              <a:gd name="connsiteX18-4141" fmla="*/ 0 w 10000"/>
              <a:gd name="connsiteY18-4142" fmla="*/ 7384 h 10000"/>
              <a:gd name="connsiteX19-4143" fmla="*/ 0 w 10000"/>
              <a:gd name="connsiteY19-4144" fmla="*/ 7384 h 10000"/>
              <a:gd name="connsiteX20-4145" fmla="*/ 0 w 10000"/>
              <a:gd name="connsiteY20-4146" fmla="*/ 7210 h 10000"/>
              <a:gd name="connsiteX21-4147" fmla="*/ 0 w 10000"/>
              <a:gd name="connsiteY21-4148" fmla="*/ 7210 h 10000"/>
              <a:gd name="connsiteX22-4149" fmla="*/ 0 w 10000"/>
              <a:gd name="connsiteY22-4150" fmla="*/ 7210 h 10000"/>
              <a:gd name="connsiteX23-4151" fmla="*/ 397 w 10000"/>
              <a:gd name="connsiteY23-4152" fmla="*/ 7210 h 10000"/>
              <a:gd name="connsiteX24-4153" fmla="*/ 397 w 10000"/>
              <a:gd name="connsiteY24-4154" fmla="*/ 7210 h 10000"/>
              <a:gd name="connsiteX25-4155" fmla="*/ 794 w 10000"/>
              <a:gd name="connsiteY25-4156" fmla="*/ 7210 h 10000"/>
              <a:gd name="connsiteX26-4157" fmla="*/ 1190 w 10000"/>
              <a:gd name="connsiteY26-4158" fmla="*/ 7210 h 10000"/>
              <a:gd name="connsiteX27-4159" fmla="*/ 2064 w 10000"/>
              <a:gd name="connsiteY27-4160" fmla="*/ 7384 h 10000"/>
              <a:gd name="connsiteX28-4161" fmla="*/ 2460 w 10000"/>
              <a:gd name="connsiteY28-4162" fmla="*/ 7384 h 10000"/>
              <a:gd name="connsiteX29-4163" fmla="*/ 3731 w 10000"/>
              <a:gd name="connsiteY29-4164" fmla="*/ 7384 h 10000"/>
              <a:gd name="connsiteX30-4165" fmla="*/ 5001 w 10000"/>
              <a:gd name="connsiteY30-4166" fmla="*/ 7384 h 10000"/>
              <a:gd name="connsiteX31-4167" fmla="*/ 5873 w 10000"/>
              <a:gd name="connsiteY31-4168" fmla="*/ 7384 h 10000"/>
              <a:gd name="connsiteX32-4169" fmla="*/ 6270 w 10000"/>
              <a:gd name="connsiteY32-4170" fmla="*/ 7384 h 10000"/>
              <a:gd name="connsiteX33-4171" fmla="*/ 6667 w 10000"/>
              <a:gd name="connsiteY33-4172" fmla="*/ 7384 h 10000"/>
              <a:gd name="connsiteX34-4173" fmla="*/ 6667 w 10000"/>
              <a:gd name="connsiteY34-4174" fmla="*/ 7210 h 10000"/>
              <a:gd name="connsiteX35-4175" fmla="*/ 6667 w 10000"/>
              <a:gd name="connsiteY35-4176" fmla="*/ 7065 h 10000"/>
              <a:gd name="connsiteX36-4177" fmla="*/ 6667 w 10000"/>
              <a:gd name="connsiteY36-4178" fmla="*/ 6919 h 10000"/>
              <a:gd name="connsiteX37-4179" fmla="*/ 7063 w 10000"/>
              <a:gd name="connsiteY37-4180" fmla="*/ 6600 h 10000"/>
              <a:gd name="connsiteX38-4181" fmla="*/ 7063 w 10000"/>
              <a:gd name="connsiteY38-4182" fmla="*/ 6309 h 10000"/>
              <a:gd name="connsiteX39-4183" fmla="*/ 7063 w 10000"/>
              <a:gd name="connsiteY39-4184" fmla="*/ 5989 h 10000"/>
              <a:gd name="connsiteX40-4185" fmla="*/ 7063 w 10000"/>
              <a:gd name="connsiteY40-4186" fmla="*/ 5669 h 10000"/>
              <a:gd name="connsiteX41-4187" fmla="*/ 7063 w 10000"/>
              <a:gd name="connsiteY41-4188" fmla="*/ 4913 h 10000"/>
              <a:gd name="connsiteX42-4189" fmla="*/ 7063 w 10000"/>
              <a:gd name="connsiteY42-4190" fmla="*/ 4303 h 10000"/>
              <a:gd name="connsiteX43-4191" fmla="*/ 7063 w 10000"/>
              <a:gd name="connsiteY43-4192" fmla="*/ 3691 h 10000"/>
              <a:gd name="connsiteX44-4193" fmla="*/ 7063 w 10000"/>
              <a:gd name="connsiteY44-4194" fmla="*/ 3228 h 10000"/>
              <a:gd name="connsiteX45-4195" fmla="*/ 7063 w 10000"/>
              <a:gd name="connsiteY45-4196" fmla="*/ 2908 h 10000"/>
              <a:gd name="connsiteX46-4197" fmla="*/ 7063 w 10000"/>
              <a:gd name="connsiteY46-4198" fmla="*/ 2617 h 10000"/>
              <a:gd name="connsiteX47-4199" fmla="*/ 7063 w 10000"/>
              <a:gd name="connsiteY47-4200" fmla="*/ 2298 h 10000"/>
              <a:gd name="connsiteX48-4201" fmla="*/ 7063 w 10000"/>
              <a:gd name="connsiteY48-4202" fmla="*/ 1978 h 10000"/>
              <a:gd name="connsiteX49-4203" fmla="*/ 7063 w 10000"/>
              <a:gd name="connsiteY49-4204" fmla="*/ 1513 h 10000"/>
              <a:gd name="connsiteX50-4205" fmla="*/ 7063 w 10000"/>
              <a:gd name="connsiteY50-4206" fmla="*/ 1077 h 10000"/>
              <a:gd name="connsiteX51-4207" fmla="*/ 7063 w 10000"/>
              <a:gd name="connsiteY51-4208" fmla="*/ 610 h 10000"/>
              <a:gd name="connsiteX52-4209" fmla="*/ 7063 w 10000"/>
              <a:gd name="connsiteY52-4210" fmla="*/ 0 h 10000"/>
              <a:gd name="connsiteX53-4211" fmla="*/ 10000 w 10000"/>
              <a:gd name="connsiteY53-4212" fmla="*/ 438 h 10000"/>
              <a:gd name="connsiteX54-4213" fmla="*/ 10000 w 10000"/>
              <a:gd name="connsiteY54-4214" fmla="*/ 756 h 10000"/>
              <a:gd name="connsiteX55-4215" fmla="*/ 10000 w 10000"/>
              <a:gd name="connsiteY55-4216" fmla="*/ 1222 h 10000"/>
              <a:gd name="connsiteX56-4217" fmla="*/ 10000 w 10000"/>
              <a:gd name="connsiteY56-4218" fmla="*/ 1687 h 10000"/>
              <a:gd name="connsiteX57-4219" fmla="*/ 10000 w 10000"/>
              <a:gd name="connsiteY57-4220" fmla="*/ 2151 h 10000"/>
              <a:gd name="connsiteX58-4221" fmla="*/ 10000 w 10000"/>
              <a:gd name="connsiteY58-4222" fmla="*/ 2762 h 10000"/>
              <a:gd name="connsiteX59-4223" fmla="*/ 10000 w 10000"/>
              <a:gd name="connsiteY59-4224" fmla="*/ 3838 h 10000"/>
              <a:gd name="connsiteX60-4225" fmla="*/ 10000 w 10000"/>
              <a:gd name="connsiteY60-4226" fmla="*/ 4769 h 10000"/>
              <a:gd name="connsiteX61-4227" fmla="*/ 10000 w 10000"/>
              <a:gd name="connsiteY61-4228" fmla="*/ 5525 h 10000"/>
              <a:gd name="connsiteX62-4229" fmla="*/ 10000 w 10000"/>
              <a:gd name="connsiteY62-4230" fmla="*/ 6309 h 10000"/>
              <a:gd name="connsiteX63-4231" fmla="*/ 10000 w 10000"/>
              <a:gd name="connsiteY63-4232" fmla="*/ 6919 h 10000"/>
              <a:gd name="connsiteX64-4233" fmla="*/ 10000 w 10000"/>
              <a:gd name="connsiteY64-4234" fmla="*/ 7384 h 10000"/>
              <a:gd name="connsiteX65-4235" fmla="*/ 10000 w 10000"/>
              <a:gd name="connsiteY65-4236" fmla="*/ 7849 h 10000"/>
              <a:gd name="connsiteX66-4237" fmla="*/ 10000 w 10000"/>
              <a:gd name="connsiteY66-4238" fmla="*/ 7994 h 10000"/>
              <a:gd name="connsiteX67-4239" fmla="*/ 10000 w 10000"/>
              <a:gd name="connsiteY67-4240" fmla="*/ 8141 h 10000"/>
              <a:gd name="connsiteX68-4241" fmla="*/ 9604 w 10000"/>
              <a:gd name="connsiteY68-4242" fmla="*/ 8604 h 10000"/>
              <a:gd name="connsiteX69-4243" fmla="*/ 9207 w 10000"/>
              <a:gd name="connsiteY69-4244" fmla="*/ 8925 h 10000"/>
              <a:gd name="connsiteX70-4245" fmla="*/ 8730 w 10000"/>
              <a:gd name="connsiteY70-4246" fmla="*/ 9361 h 10000"/>
              <a:gd name="connsiteX71-4247" fmla="*/ 7937 w 10000"/>
              <a:gd name="connsiteY71-4248" fmla="*/ 9534 h 10000"/>
              <a:gd name="connsiteX72-4249" fmla="*/ 7937 w 10000"/>
              <a:gd name="connsiteY72-4250" fmla="*/ 9534 h 10000"/>
              <a:gd name="connsiteX0-4251" fmla="*/ 7937 w 10000"/>
              <a:gd name="connsiteY0-4252" fmla="*/ 9096 h 9562"/>
              <a:gd name="connsiteX1-4253" fmla="*/ 7540 w 10000"/>
              <a:gd name="connsiteY1-4254" fmla="*/ 9388 h 9562"/>
              <a:gd name="connsiteX2-4255" fmla="*/ 7063 w 10000"/>
              <a:gd name="connsiteY2-4256" fmla="*/ 9562 h 9562"/>
              <a:gd name="connsiteX3-4257" fmla="*/ 6667 w 10000"/>
              <a:gd name="connsiteY3-4258" fmla="*/ 9562 h 9562"/>
              <a:gd name="connsiteX4-4259" fmla="*/ 5873 w 10000"/>
              <a:gd name="connsiteY4-4260" fmla="*/ 9562 h 9562"/>
              <a:gd name="connsiteX5-4261" fmla="*/ 5873 w 10000"/>
              <a:gd name="connsiteY5-4262" fmla="*/ 9562 h 9562"/>
              <a:gd name="connsiteX6-4263" fmla="*/ 5398 w 10000"/>
              <a:gd name="connsiteY6-4264" fmla="*/ 9388 h 9562"/>
              <a:gd name="connsiteX7-4265" fmla="*/ 5001 w 10000"/>
              <a:gd name="connsiteY7-4266" fmla="*/ 9243 h 9562"/>
              <a:gd name="connsiteX8-4267" fmla="*/ 5001 w 10000"/>
              <a:gd name="connsiteY8-4268" fmla="*/ 8923 h 9562"/>
              <a:gd name="connsiteX9-4269" fmla="*/ 4603 w 10000"/>
              <a:gd name="connsiteY9-4270" fmla="*/ 8632 h 9562"/>
              <a:gd name="connsiteX10-4271" fmla="*/ 4127 w 10000"/>
              <a:gd name="connsiteY10-4272" fmla="*/ 8312 h 9562"/>
              <a:gd name="connsiteX11-4273" fmla="*/ 3334 w 10000"/>
              <a:gd name="connsiteY11-4274" fmla="*/ 7846 h 9562"/>
              <a:gd name="connsiteX12-4275" fmla="*/ 2460 w 10000"/>
              <a:gd name="connsiteY12-4276" fmla="*/ 7556 h 9562"/>
              <a:gd name="connsiteX13-4277" fmla="*/ 1667 w 10000"/>
              <a:gd name="connsiteY13-4278" fmla="*/ 7411 h 9562"/>
              <a:gd name="connsiteX14-4279" fmla="*/ 1190 w 10000"/>
              <a:gd name="connsiteY14-4280" fmla="*/ 7236 h 9562"/>
              <a:gd name="connsiteX15-4281" fmla="*/ 794 w 10000"/>
              <a:gd name="connsiteY15-4282" fmla="*/ 7091 h 9562"/>
              <a:gd name="connsiteX16-4283" fmla="*/ 397 w 10000"/>
              <a:gd name="connsiteY16-4284" fmla="*/ 7091 h 9562"/>
              <a:gd name="connsiteX17-4285" fmla="*/ 0 w 10000"/>
              <a:gd name="connsiteY17-4286" fmla="*/ 6946 h 9562"/>
              <a:gd name="connsiteX18-4287" fmla="*/ 0 w 10000"/>
              <a:gd name="connsiteY18-4288" fmla="*/ 6946 h 9562"/>
              <a:gd name="connsiteX19-4289" fmla="*/ 0 w 10000"/>
              <a:gd name="connsiteY19-4290" fmla="*/ 6946 h 9562"/>
              <a:gd name="connsiteX20-4291" fmla="*/ 0 w 10000"/>
              <a:gd name="connsiteY20-4292" fmla="*/ 6772 h 9562"/>
              <a:gd name="connsiteX21-4293" fmla="*/ 0 w 10000"/>
              <a:gd name="connsiteY21-4294" fmla="*/ 6772 h 9562"/>
              <a:gd name="connsiteX22-4295" fmla="*/ 0 w 10000"/>
              <a:gd name="connsiteY22-4296" fmla="*/ 6772 h 9562"/>
              <a:gd name="connsiteX23-4297" fmla="*/ 397 w 10000"/>
              <a:gd name="connsiteY23-4298" fmla="*/ 6772 h 9562"/>
              <a:gd name="connsiteX24-4299" fmla="*/ 397 w 10000"/>
              <a:gd name="connsiteY24-4300" fmla="*/ 6772 h 9562"/>
              <a:gd name="connsiteX25-4301" fmla="*/ 794 w 10000"/>
              <a:gd name="connsiteY25-4302" fmla="*/ 6772 h 9562"/>
              <a:gd name="connsiteX26-4303" fmla="*/ 1190 w 10000"/>
              <a:gd name="connsiteY26-4304" fmla="*/ 6772 h 9562"/>
              <a:gd name="connsiteX27-4305" fmla="*/ 2064 w 10000"/>
              <a:gd name="connsiteY27-4306" fmla="*/ 6946 h 9562"/>
              <a:gd name="connsiteX28-4307" fmla="*/ 2460 w 10000"/>
              <a:gd name="connsiteY28-4308" fmla="*/ 6946 h 9562"/>
              <a:gd name="connsiteX29-4309" fmla="*/ 3731 w 10000"/>
              <a:gd name="connsiteY29-4310" fmla="*/ 6946 h 9562"/>
              <a:gd name="connsiteX30-4311" fmla="*/ 5001 w 10000"/>
              <a:gd name="connsiteY30-4312" fmla="*/ 6946 h 9562"/>
              <a:gd name="connsiteX31-4313" fmla="*/ 5873 w 10000"/>
              <a:gd name="connsiteY31-4314" fmla="*/ 6946 h 9562"/>
              <a:gd name="connsiteX32-4315" fmla="*/ 6270 w 10000"/>
              <a:gd name="connsiteY32-4316" fmla="*/ 6946 h 9562"/>
              <a:gd name="connsiteX33-4317" fmla="*/ 6667 w 10000"/>
              <a:gd name="connsiteY33-4318" fmla="*/ 6946 h 9562"/>
              <a:gd name="connsiteX34-4319" fmla="*/ 6667 w 10000"/>
              <a:gd name="connsiteY34-4320" fmla="*/ 6772 h 9562"/>
              <a:gd name="connsiteX35-4321" fmla="*/ 6667 w 10000"/>
              <a:gd name="connsiteY35-4322" fmla="*/ 6627 h 9562"/>
              <a:gd name="connsiteX36-4323" fmla="*/ 6667 w 10000"/>
              <a:gd name="connsiteY36-4324" fmla="*/ 6481 h 9562"/>
              <a:gd name="connsiteX37-4325" fmla="*/ 7063 w 10000"/>
              <a:gd name="connsiteY37-4326" fmla="*/ 6162 h 9562"/>
              <a:gd name="connsiteX38-4327" fmla="*/ 7063 w 10000"/>
              <a:gd name="connsiteY38-4328" fmla="*/ 5871 h 9562"/>
              <a:gd name="connsiteX39-4329" fmla="*/ 7063 w 10000"/>
              <a:gd name="connsiteY39-4330" fmla="*/ 5551 h 9562"/>
              <a:gd name="connsiteX40-4331" fmla="*/ 7063 w 10000"/>
              <a:gd name="connsiteY40-4332" fmla="*/ 5231 h 9562"/>
              <a:gd name="connsiteX41-4333" fmla="*/ 7063 w 10000"/>
              <a:gd name="connsiteY41-4334" fmla="*/ 4475 h 9562"/>
              <a:gd name="connsiteX42-4335" fmla="*/ 7063 w 10000"/>
              <a:gd name="connsiteY42-4336" fmla="*/ 3865 h 9562"/>
              <a:gd name="connsiteX43-4337" fmla="*/ 7063 w 10000"/>
              <a:gd name="connsiteY43-4338" fmla="*/ 3253 h 9562"/>
              <a:gd name="connsiteX44-4339" fmla="*/ 7063 w 10000"/>
              <a:gd name="connsiteY44-4340" fmla="*/ 2790 h 9562"/>
              <a:gd name="connsiteX45-4341" fmla="*/ 7063 w 10000"/>
              <a:gd name="connsiteY45-4342" fmla="*/ 2470 h 9562"/>
              <a:gd name="connsiteX46-4343" fmla="*/ 7063 w 10000"/>
              <a:gd name="connsiteY46-4344" fmla="*/ 2179 h 9562"/>
              <a:gd name="connsiteX47-4345" fmla="*/ 7063 w 10000"/>
              <a:gd name="connsiteY47-4346" fmla="*/ 1860 h 9562"/>
              <a:gd name="connsiteX48-4347" fmla="*/ 7063 w 10000"/>
              <a:gd name="connsiteY48-4348" fmla="*/ 1540 h 9562"/>
              <a:gd name="connsiteX49-4349" fmla="*/ 7063 w 10000"/>
              <a:gd name="connsiteY49-4350" fmla="*/ 1075 h 9562"/>
              <a:gd name="connsiteX50-4351" fmla="*/ 7063 w 10000"/>
              <a:gd name="connsiteY50-4352" fmla="*/ 639 h 9562"/>
              <a:gd name="connsiteX51-4353" fmla="*/ 7063 w 10000"/>
              <a:gd name="connsiteY51-4354" fmla="*/ 172 h 9562"/>
              <a:gd name="connsiteX52-4355" fmla="*/ 10000 w 10000"/>
              <a:gd name="connsiteY52-4356" fmla="*/ 0 h 9562"/>
              <a:gd name="connsiteX53-4357" fmla="*/ 10000 w 10000"/>
              <a:gd name="connsiteY53-4358" fmla="*/ 318 h 9562"/>
              <a:gd name="connsiteX54-4359" fmla="*/ 10000 w 10000"/>
              <a:gd name="connsiteY54-4360" fmla="*/ 784 h 9562"/>
              <a:gd name="connsiteX55-4361" fmla="*/ 10000 w 10000"/>
              <a:gd name="connsiteY55-4362" fmla="*/ 1249 h 9562"/>
              <a:gd name="connsiteX56-4363" fmla="*/ 10000 w 10000"/>
              <a:gd name="connsiteY56-4364" fmla="*/ 1713 h 9562"/>
              <a:gd name="connsiteX57-4365" fmla="*/ 10000 w 10000"/>
              <a:gd name="connsiteY57-4366" fmla="*/ 2324 h 9562"/>
              <a:gd name="connsiteX58-4367" fmla="*/ 10000 w 10000"/>
              <a:gd name="connsiteY58-4368" fmla="*/ 3400 h 9562"/>
              <a:gd name="connsiteX59-4369" fmla="*/ 10000 w 10000"/>
              <a:gd name="connsiteY59-4370" fmla="*/ 4331 h 9562"/>
              <a:gd name="connsiteX60-4371" fmla="*/ 10000 w 10000"/>
              <a:gd name="connsiteY60-4372" fmla="*/ 5087 h 9562"/>
              <a:gd name="connsiteX61-4373" fmla="*/ 10000 w 10000"/>
              <a:gd name="connsiteY61-4374" fmla="*/ 5871 h 9562"/>
              <a:gd name="connsiteX62-4375" fmla="*/ 10000 w 10000"/>
              <a:gd name="connsiteY62-4376" fmla="*/ 6481 h 9562"/>
              <a:gd name="connsiteX63-4377" fmla="*/ 10000 w 10000"/>
              <a:gd name="connsiteY63-4378" fmla="*/ 6946 h 9562"/>
              <a:gd name="connsiteX64-4379" fmla="*/ 10000 w 10000"/>
              <a:gd name="connsiteY64-4380" fmla="*/ 7411 h 9562"/>
              <a:gd name="connsiteX65-4381" fmla="*/ 10000 w 10000"/>
              <a:gd name="connsiteY65-4382" fmla="*/ 7556 h 9562"/>
              <a:gd name="connsiteX66-4383" fmla="*/ 10000 w 10000"/>
              <a:gd name="connsiteY66-4384" fmla="*/ 7703 h 9562"/>
              <a:gd name="connsiteX67-4385" fmla="*/ 9604 w 10000"/>
              <a:gd name="connsiteY67-4386" fmla="*/ 8166 h 9562"/>
              <a:gd name="connsiteX68-4387" fmla="*/ 9207 w 10000"/>
              <a:gd name="connsiteY68-4388" fmla="*/ 8487 h 9562"/>
              <a:gd name="connsiteX69-4389" fmla="*/ 8730 w 10000"/>
              <a:gd name="connsiteY69-4390" fmla="*/ 8923 h 9562"/>
              <a:gd name="connsiteX70-4391" fmla="*/ 7937 w 10000"/>
              <a:gd name="connsiteY70-4392" fmla="*/ 9096 h 9562"/>
              <a:gd name="connsiteX71-4393" fmla="*/ 7937 w 10000"/>
              <a:gd name="connsiteY71-4394" fmla="*/ 9096 h 9562"/>
              <a:gd name="connsiteX0-4395" fmla="*/ 7937 w 10000"/>
              <a:gd name="connsiteY0-4396" fmla="*/ 9513 h 10000"/>
              <a:gd name="connsiteX1-4397" fmla="*/ 7540 w 10000"/>
              <a:gd name="connsiteY1-4398" fmla="*/ 9818 h 10000"/>
              <a:gd name="connsiteX2-4399" fmla="*/ 7063 w 10000"/>
              <a:gd name="connsiteY2-4400" fmla="*/ 10000 h 10000"/>
              <a:gd name="connsiteX3-4401" fmla="*/ 6667 w 10000"/>
              <a:gd name="connsiteY3-4402" fmla="*/ 10000 h 10000"/>
              <a:gd name="connsiteX4-4403" fmla="*/ 5873 w 10000"/>
              <a:gd name="connsiteY4-4404" fmla="*/ 10000 h 10000"/>
              <a:gd name="connsiteX5-4405" fmla="*/ 5873 w 10000"/>
              <a:gd name="connsiteY5-4406" fmla="*/ 10000 h 10000"/>
              <a:gd name="connsiteX6-4407" fmla="*/ 5398 w 10000"/>
              <a:gd name="connsiteY6-4408" fmla="*/ 9818 h 10000"/>
              <a:gd name="connsiteX7-4409" fmla="*/ 5001 w 10000"/>
              <a:gd name="connsiteY7-4410" fmla="*/ 9666 h 10000"/>
              <a:gd name="connsiteX8-4411" fmla="*/ 5001 w 10000"/>
              <a:gd name="connsiteY8-4412" fmla="*/ 9332 h 10000"/>
              <a:gd name="connsiteX9-4413" fmla="*/ 4603 w 10000"/>
              <a:gd name="connsiteY9-4414" fmla="*/ 9027 h 10000"/>
              <a:gd name="connsiteX10-4415" fmla="*/ 4127 w 10000"/>
              <a:gd name="connsiteY10-4416" fmla="*/ 8693 h 10000"/>
              <a:gd name="connsiteX11-4417" fmla="*/ 3334 w 10000"/>
              <a:gd name="connsiteY11-4418" fmla="*/ 8205 h 10000"/>
              <a:gd name="connsiteX12-4419" fmla="*/ 2460 w 10000"/>
              <a:gd name="connsiteY12-4420" fmla="*/ 7902 h 10000"/>
              <a:gd name="connsiteX13-4421" fmla="*/ 1667 w 10000"/>
              <a:gd name="connsiteY13-4422" fmla="*/ 7750 h 10000"/>
              <a:gd name="connsiteX14-4423" fmla="*/ 1190 w 10000"/>
              <a:gd name="connsiteY14-4424" fmla="*/ 7567 h 10000"/>
              <a:gd name="connsiteX15-4425" fmla="*/ 794 w 10000"/>
              <a:gd name="connsiteY15-4426" fmla="*/ 7416 h 10000"/>
              <a:gd name="connsiteX16-4427" fmla="*/ 397 w 10000"/>
              <a:gd name="connsiteY16-4428" fmla="*/ 7416 h 10000"/>
              <a:gd name="connsiteX17-4429" fmla="*/ 0 w 10000"/>
              <a:gd name="connsiteY17-4430" fmla="*/ 7264 h 10000"/>
              <a:gd name="connsiteX18-4431" fmla="*/ 0 w 10000"/>
              <a:gd name="connsiteY18-4432" fmla="*/ 7264 h 10000"/>
              <a:gd name="connsiteX19-4433" fmla="*/ 0 w 10000"/>
              <a:gd name="connsiteY19-4434" fmla="*/ 7264 h 10000"/>
              <a:gd name="connsiteX20-4435" fmla="*/ 0 w 10000"/>
              <a:gd name="connsiteY20-4436" fmla="*/ 7082 h 10000"/>
              <a:gd name="connsiteX21-4437" fmla="*/ 0 w 10000"/>
              <a:gd name="connsiteY21-4438" fmla="*/ 7082 h 10000"/>
              <a:gd name="connsiteX22-4439" fmla="*/ 0 w 10000"/>
              <a:gd name="connsiteY22-4440" fmla="*/ 7082 h 10000"/>
              <a:gd name="connsiteX23-4441" fmla="*/ 397 w 10000"/>
              <a:gd name="connsiteY23-4442" fmla="*/ 7082 h 10000"/>
              <a:gd name="connsiteX24-4443" fmla="*/ 397 w 10000"/>
              <a:gd name="connsiteY24-4444" fmla="*/ 7082 h 10000"/>
              <a:gd name="connsiteX25-4445" fmla="*/ 794 w 10000"/>
              <a:gd name="connsiteY25-4446" fmla="*/ 7082 h 10000"/>
              <a:gd name="connsiteX26-4447" fmla="*/ 1190 w 10000"/>
              <a:gd name="connsiteY26-4448" fmla="*/ 7082 h 10000"/>
              <a:gd name="connsiteX27-4449" fmla="*/ 2064 w 10000"/>
              <a:gd name="connsiteY27-4450" fmla="*/ 7264 h 10000"/>
              <a:gd name="connsiteX28-4451" fmla="*/ 2460 w 10000"/>
              <a:gd name="connsiteY28-4452" fmla="*/ 7264 h 10000"/>
              <a:gd name="connsiteX29-4453" fmla="*/ 3731 w 10000"/>
              <a:gd name="connsiteY29-4454" fmla="*/ 7264 h 10000"/>
              <a:gd name="connsiteX30-4455" fmla="*/ 5001 w 10000"/>
              <a:gd name="connsiteY30-4456" fmla="*/ 7264 h 10000"/>
              <a:gd name="connsiteX31-4457" fmla="*/ 5873 w 10000"/>
              <a:gd name="connsiteY31-4458" fmla="*/ 7264 h 10000"/>
              <a:gd name="connsiteX32-4459" fmla="*/ 6270 w 10000"/>
              <a:gd name="connsiteY32-4460" fmla="*/ 7264 h 10000"/>
              <a:gd name="connsiteX33-4461" fmla="*/ 6667 w 10000"/>
              <a:gd name="connsiteY33-4462" fmla="*/ 7264 h 10000"/>
              <a:gd name="connsiteX34-4463" fmla="*/ 6667 w 10000"/>
              <a:gd name="connsiteY34-4464" fmla="*/ 7082 h 10000"/>
              <a:gd name="connsiteX35-4465" fmla="*/ 6667 w 10000"/>
              <a:gd name="connsiteY35-4466" fmla="*/ 6931 h 10000"/>
              <a:gd name="connsiteX36-4467" fmla="*/ 6667 w 10000"/>
              <a:gd name="connsiteY36-4468" fmla="*/ 6778 h 10000"/>
              <a:gd name="connsiteX37-4469" fmla="*/ 7063 w 10000"/>
              <a:gd name="connsiteY37-4470" fmla="*/ 6444 h 10000"/>
              <a:gd name="connsiteX38-4471" fmla="*/ 7063 w 10000"/>
              <a:gd name="connsiteY38-4472" fmla="*/ 6140 h 10000"/>
              <a:gd name="connsiteX39-4473" fmla="*/ 7063 w 10000"/>
              <a:gd name="connsiteY39-4474" fmla="*/ 5805 h 10000"/>
              <a:gd name="connsiteX40-4475" fmla="*/ 7063 w 10000"/>
              <a:gd name="connsiteY40-4476" fmla="*/ 5471 h 10000"/>
              <a:gd name="connsiteX41-4477" fmla="*/ 7063 w 10000"/>
              <a:gd name="connsiteY41-4478" fmla="*/ 4680 h 10000"/>
              <a:gd name="connsiteX42-4479" fmla="*/ 7063 w 10000"/>
              <a:gd name="connsiteY42-4480" fmla="*/ 4042 h 10000"/>
              <a:gd name="connsiteX43-4481" fmla="*/ 7063 w 10000"/>
              <a:gd name="connsiteY43-4482" fmla="*/ 3402 h 10000"/>
              <a:gd name="connsiteX44-4483" fmla="*/ 7063 w 10000"/>
              <a:gd name="connsiteY44-4484" fmla="*/ 2918 h 10000"/>
              <a:gd name="connsiteX45-4485" fmla="*/ 7063 w 10000"/>
              <a:gd name="connsiteY45-4486" fmla="*/ 2583 h 10000"/>
              <a:gd name="connsiteX46-4487" fmla="*/ 7063 w 10000"/>
              <a:gd name="connsiteY46-4488" fmla="*/ 2279 h 10000"/>
              <a:gd name="connsiteX47-4489" fmla="*/ 7063 w 10000"/>
              <a:gd name="connsiteY47-4490" fmla="*/ 1945 h 10000"/>
              <a:gd name="connsiteX48-4491" fmla="*/ 7063 w 10000"/>
              <a:gd name="connsiteY48-4492" fmla="*/ 1611 h 10000"/>
              <a:gd name="connsiteX49-4493" fmla="*/ 7063 w 10000"/>
              <a:gd name="connsiteY49-4494" fmla="*/ 1124 h 10000"/>
              <a:gd name="connsiteX50-4495" fmla="*/ 7063 w 10000"/>
              <a:gd name="connsiteY50-4496" fmla="*/ 668 h 10000"/>
              <a:gd name="connsiteX51-4497" fmla="*/ 10000 w 10000"/>
              <a:gd name="connsiteY51-4498" fmla="*/ 0 h 10000"/>
              <a:gd name="connsiteX52-4499" fmla="*/ 10000 w 10000"/>
              <a:gd name="connsiteY52-4500" fmla="*/ 333 h 10000"/>
              <a:gd name="connsiteX53-4501" fmla="*/ 10000 w 10000"/>
              <a:gd name="connsiteY53-4502" fmla="*/ 820 h 10000"/>
              <a:gd name="connsiteX54-4503" fmla="*/ 10000 w 10000"/>
              <a:gd name="connsiteY54-4504" fmla="*/ 1306 h 10000"/>
              <a:gd name="connsiteX55-4505" fmla="*/ 10000 w 10000"/>
              <a:gd name="connsiteY55-4506" fmla="*/ 1791 h 10000"/>
              <a:gd name="connsiteX56-4507" fmla="*/ 10000 w 10000"/>
              <a:gd name="connsiteY56-4508" fmla="*/ 2430 h 10000"/>
              <a:gd name="connsiteX57-4509" fmla="*/ 10000 w 10000"/>
              <a:gd name="connsiteY57-4510" fmla="*/ 3556 h 10000"/>
              <a:gd name="connsiteX58-4511" fmla="*/ 10000 w 10000"/>
              <a:gd name="connsiteY58-4512" fmla="*/ 4529 h 10000"/>
              <a:gd name="connsiteX59-4513" fmla="*/ 10000 w 10000"/>
              <a:gd name="connsiteY59-4514" fmla="*/ 5320 h 10000"/>
              <a:gd name="connsiteX60-4515" fmla="*/ 10000 w 10000"/>
              <a:gd name="connsiteY60-4516" fmla="*/ 6140 h 10000"/>
              <a:gd name="connsiteX61-4517" fmla="*/ 10000 w 10000"/>
              <a:gd name="connsiteY61-4518" fmla="*/ 6778 h 10000"/>
              <a:gd name="connsiteX62-4519" fmla="*/ 10000 w 10000"/>
              <a:gd name="connsiteY62-4520" fmla="*/ 7264 h 10000"/>
              <a:gd name="connsiteX63-4521" fmla="*/ 10000 w 10000"/>
              <a:gd name="connsiteY63-4522" fmla="*/ 7750 h 10000"/>
              <a:gd name="connsiteX64-4523" fmla="*/ 10000 w 10000"/>
              <a:gd name="connsiteY64-4524" fmla="*/ 7902 h 10000"/>
              <a:gd name="connsiteX65-4525" fmla="*/ 10000 w 10000"/>
              <a:gd name="connsiteY65-4526" fmla="*/ 8056 h 10000"/>
              <a:gd name="connsiteX66-4527" fmla="*/ 9604 w 10000"/>
              <a:gd name="connsiteY66-4528" fmla="*/ 8540 h 10000"/>
              <a:gd name="connsiteX67-4529" fmla="*/ 9207 w 10000"/>
              <a:gd name="connsiteY67-4530" fmla="*/ 8876 h 10000"/>
              <a:gd name="connsiteX68-4531" fmla="*/ 8730 w 10000"/>
              <a:gd name="connsiteY68-4532" fmla="*/ 9332 h 10000"/>
              <a:gd name="connsiteX69-4533" fmla="*/ 7937 w 10000"/>
              <a:gd name="connsiteY69-4534" fmla="*/ 9513 h 10000"/>
              <a:gd name="connsiteX70-4535" fmla="*/ 7937 w 10000"/>
              <a:gd name="connsiteY70-4536" fmla="*/ 9513 h 10000"/>
              <a:gd name="connsiteX0-4537" fmla="*/ 7937 w 10000"/>
              <a:gd name="connsiteY0-4538" fmla="*/ 9513 h 10000"/>
              <a:gd name="connsiteX1-4539" fmla="*/ 7540 w 10000"/>
              <a:gd name="connsiteY1-4540" fmla="*/ 9818 h 10000"/>
              <a:gd name="connsiteX2-4541" fmla="*/ 7063 w 10000"/>
              <a:gd name="connsiteY2-4542" fmla="*/ 10000 h 10000"/>
              <a:gd name="connsiteX3-4543" fmla="*/ 6667 w 10000"/>
              <a:gd name="connsiteY3-4544" fmla="*/ 10000 h 10000"/>
              <a:gd name="connsiteX4-4545" fmla="*/ 5873 w 10000"/>
              <a:gd name="connsiteY4-4546" fmla="*/ 10000 h 10000"/>
              <a:gd name="connsiteX5-4547" fmla="*/ 5873 w 10000"/>
              <a:gd name="connsiteY5-4548" fmla="*/ 10000 h 10000"/>
              <a:gd name="connsiteX6-4549" fmla="*/ 5398 w 10000"/>
              <a:gd name="connsiteY6-4550" fmla="*/ 9818 h 10000"/>
              <a:gd name="connsiteX7-4551" fmla="*/ 5001 w 10000"/>
              <a:gd name="connsiteY7-4552" fmla="*/ 9666 h 10000"/>
              <a:gd name="connsiteX8-4553" fmla="*/ 5001 w 10000"/>
              <a:gd name="connsiteY8-4554" fmla="*/ 9332 h 10000"/>
              <a:gd name="connsiteX9-4555" fmla="*/ 4603 w 10000"/>
              <a:gd name="connsiteY9-4556" fmla="*/ 9027 h 10000"/>
              <a:gd name="connsiteX10-4557" fmla="*/ 4127 w 10000"/>
              <a:gd name="connsiteY10-4558" fmla="*/ 8693 h 10000"/>
              <a:gd name="connsiteX11-4559" fmla="*/ 3334 w 10000"/>
              <a:gd name="connsiteY11-4560" fmla="*/ 8205 h 10000"/>
              <a:gd name="connsiteX12-4561" fmla="*/ 2460 w 10000"/>
              <a:gd name="connsiteY12-4562" fmla="*/ 7902 h 10000"/>
              <a:gd name="connsiteX13-4563" fmla="*/ 1667 w 10000"/>
              <a:gd name="connsiteY13-4564" fmla="*/ 7750 h 10000"/>
              <a:gd name="connsiteX14-4565" fmla="*/ 1190 w 10000"/>
              <a:gd name="connsiteY14-4566" fmla="*/ 7567 h 10000"/>
              <a:gd name="connsiteX15-4567" fmla="*/ 794 w 10000"/>
              <a:gd name="connsiteY15-4568" fmla="*/ 7416 h 10000"/>
              <a:gd name="connsiteX16-4569" fmla="*/ 397 w 10000"/>
              <a:gd name="connsiteY16-4570" fmla="*/ 7416 h 10000"/>
              <a:gd name="connsiteX17-4571" fmla="*/ 0 w 10000"/>
              <a:gd name="connsiteY17-4572" fmla="*/ 7264 h 10000"/>
              <a:gd name="connsiteX18-4573" fmla="*/ 0 w 10000"/>
              <a:gd name="connsiteY18-4574" fmla="*/ 7264 h 10000"/>
              <a:gd name="connsiteX19-4575" fmla="*/ 0 w 10000"/>
              <a:gd name="connsiteY19-4576" fmla="*/ 7264 h 10000"/>
              <a:gd name="connsiteX20-4577" fmla="*/ 0 w 10000"/>
              <a:gd name="connsiteY20-4578" fmla="*/ 7082 h 10000"/>
              <a:gd name="connsiteX21-4579" fmla="*/ 0 w 10000"/>
              <a:gd name="connsiteY21-4580" fmla="*/ 7082 h 10000"/>
              <a:gd name="connsiteX22-4581" fmla="*/ 0 w 10000"/>
              <a:gd name="connsiteY22-4582" fmla="*/ 7082 h 10000"/>
              <a:gd name="connsiteX23-4583" fmla="*/ 397 w 10000"/>
              <a:gd name="connsiteY23-4584" fmla="*/ 7082 h 10000"/>
              <a:gd name="connsiteX24-4585" fmla="*/ 397 w 10000"/>
              <a:gd name="connsiteY24-4586" fmla="*/ 7082 h 10000"/>
              <a:gd name="connsiteX25-4587" fmla="*/ 794 w 10000"/>
              <a:gd name="connsiteY25-4588" fmla="*/ 7082 h 10000"/>
              <a:gd name="connsiteX26-4589" fmla="*/ 1190 w 10000"/>
              <a:gd name="connsiteY26-4590" fmla="*/ 7082 h 10000"/>
              <a:gd name="connsiteX27-4591" fmla="*/ 2064 w 10000"/>
              <a:gd name="connsiteY27-4592" fmla="*/ 7264 h 10000"/>
              <a:gd name="connsiteX28-4593" fmla="*/ 2460 w 10000"/>
              <a:gd name="connsiteY28-4594" fmla="*/ 7264 h 10000"/>
              <a:gd name="connsiteX29-4595" fmla="*/ 3731 w 10000"/>
              <a:gd name="connsiteY29-4596" fmla="*/ 7264 h 10000"/>
              <a:gd name="connsiteX30-4597" fmla="*/ 5001 w 10000"/>
              <a:gd name="connsiteY30-4598" fmla="*/ 7264 h 10000"/>
              <a:gd name="connsiteX31-4599" fmla="*/ 5873 w 10000"/>
              <a:gd name="connsiteY31-4600" fmla="*/ 7264 h 10000"/>
              <a:gd name="connsiteX32-4601" fmla="*/ 6270 w 10000"/>
              <a:gd name="connsiteY32-4602" fmla="*/ 7264 h 10000"/>
              <a:gd name="connsiteX33-4603" fmla="*/ 6667 w 10000"/>
              <a:gd name="connsiteY33-4604" fmla="*/ 7264 h 10000"/>
              <a:gd name="connsiteX34-4605" fmla="*/ 6667 w 10000"/>
              <a:gd name="connsiteY34-4606" fmla="*/ 7082 h 10000"/>
              <a:gd name="connsiteX35-4607" fmla="*/ 6667 w 10000"/>
              <a:gd name="connsiteY35-4608" fmla="*/ 6931 h 10000"/>
              <a:gd name="connsiteX36-4609" fmla="*/ 6667 w 10000"/>
              <a:gd name="connsiteY36-4610" fmla="*/ 6778 h 10000"/>
              <a:gd name="connsiteX37-4611" fmla="*/ 7063 w 10000"/>
              <a:gd name="connsiteY37-4612" fmla="*/ 6444 h 10000"/>
              <a:gd name="connsiteX38-4613" fmla="*/ 7063 w 10000"/>
              <a:gd name="connsiteY38-4614" fmla="*/ 6140 h 10000"/>
              <a:gd name="connsiteX39-4615" fmla="*/ 7063 w 10000"/>
              <a:gd name="connsiteY39-4616" fmla="*/ 5805 h 10000"/>
              <a:gd name="connsiteX40-4617" fmla="*/ 7063 w 10000"/>
              <a:gd name="connsiteY40-4618" fmla="*/ 5471 h 10000"/>
              <a:gd name="connsiteX41-4619" fmla="*/ 7063 w 10000"/>
              <a:gd name="connsiteY41-4620" fmla="*/ 4680 h 10000"/>
              <a:gd name="connsiteX42-4621" fmla="*/ 7063 w 10000"/>
              <a:gd name="connsiteY42-4622" fmla="*/ 4042 h 10000"/>
              <a:gd name="connsiteX43-4623" fmla="*/ 7063 w 10000"/>
              <a:gd name="connsiteY43-4624" fmla="*/ 3402 h 10000"/>
              <a:gd name="connsiteX44-4625" fmla="*/ 7063 w 10000"/>
              <a:gd name="connsiteY44-4626" fmla="*/ 2918 h 10000"/>
              <a:gd name="connsiteX45-4627" fmla="*/ 7063 w 10000"/>
              <a:gd name="connsiteY45-4628" fmla="*/ 2583 h 10000"/>
              <a:gd name="connsiteX46-4629" fmla="*/ 7063 w 10000"/>
              <a:gd name="connsiteY46-4630" fmla="*/ 2279 h 10000"/>
              <a:gd name="connsiteX47-4631" fmla="*/ 7063 w 10000"/>
              <a:gd name="connsiteY47-4632" fmla="*/ 1945 h 10000"/>
              <a:gd name="connsiteX48-4633" fmla="*/ 7063 w 10000"/>
              <a:gd name="connsiteY48-4634" fmla="*/ 1611 h 10000"/>
              <a:gd name="connsiteX49-4635" fmla="*/ 7063 w 10000"/>
              <a:gd name="connsiteY49-4636" fmla="*/ 1124 h 10000"/>
              <a:gd name="connsiteX50-4637" fmla="*/ 10000 w 10000"/>
              <a:gd name="connsiteY50-4638" fmla="*/ 0 h 10000"/>
              <a:gd name="connsiteX51-4639" fmla="*/ 10000 w 10000"/>
              <a:gd name="connsiteY51-4640" fmla="*/ 333 h 10000"/>
              <a:gd name="connsiteX52-4641" fmla="*/ 10000 w 10000"/>
              <a:gd name="connsiteY52-4642" fmla="*/ 820 h 10000"/>
              <a:gd name="connsiteX53-4643" fmla="*/ 10000 w 10000"/>
              <a:gd name="connsiteY53-4644" fmla="*/ 1306 h 10000"/>
              <a:gd name="connsiteX54-4645" fmla="*/ 10000 w 10000"/>
              <a:gd name="connsiteY54-4646" fmla="*/ 1791 h 10000"/>
              <a:gd name="connsiteX55-4647" fmla="*/ 10000 w 10000"/>
              <a:gd name="connsiteY55-4648" fmla="*/ 2430 h 10000"/>
              <a:gd name="connsiteX56-4649" fmla="*/ 10000 w 10000"/>
              <a:gd name="connsiteY56-4650" fmla="*/ 3556 h 10000"/>
              <a:gd name="connsiteX57-4651" fmla="*/ 10000 w 10000"/>
              <a:gd name="connsiteY57-4652" fmla="*/ 4529 h 10000"/>
              <a:gd name="connsiteX58-4653" fmla="*/ 10000 w 10000"/>
              <a:gd name="connsiteY58-4654" fmla="*/ 5320 h 10000"/>
              <a:gd name="connsiteX59-4655" fmla="*/ 10000 w 10000"/>
              <a:gd name="connsiteY59-4656" fmla="*/ 6140 h 10000"/>
              <a:gd name="connsiteX60-4657" fmla="*/ 10000 w 10000"/>
              <a:gd name="connsiteY60-4658" fmla="*/ 6778 h 10000"/>
              <a:gd name="connsiteX61-4659" fmla="*/ 10000 w 10000"/>
              <a:gd name="connsiteY61-4660" fmla="*/ 7264 h 10000"/>
              <a:gd name="connsiteX62-4661" fmla="*/ 10000 w 10000"/>
              <a:gd name="connsiteY62-4662" fmla="*/ 7750 h 10000"/>
              <a:gd name="connsiteX63-4663" fmla="*/ 10000 w 10000"/>
              <a:gd name="connsiteY63-4664" fmla="*/ 7902 h 10000"/>
              <a:gd name="connsiteX64-4665" fmla="*/ 10000 w 10000"/>
              <a:gd name="connsiteY64-4666" fmla="*/ 8056 h 10000"/>
              <a:gd name="connsiteX65-4667" fmla="*/ 9604 w 10000"/>
              <a:gd name="connsiteY65-4668" fmla="*/ 8540 h 10000"/>
              <a:gd name="connsiteX66-4669" fmla="*/ 9207 w 10000"/>
              <a:gd name="connsiteY66-4670" fmla="*/ 8876 h 10000"/>
              <a:gd name="connsiteX67-4671" fmla="*/ 8730 w 10000"/>
              <a:gd name="connsiteY67-4672" fmla="*/ 9332 h 10000"/>
              <a:gd name="connsiteX68-4673" fmla="*/ 7937 w 10000"/>
              <a:gd name="connsiteY68-4674" fmla="*/ 9513 h 10000"/>
              <a:gd name="connsiteX69-4675" fmla="*/ 7937 w 10000"/>
              <a:gd name="connsiteY69-4676" fmla="*/ 9513 h 10000"/>
              <a:gd name="connsiteX0-4677" fmla="*/ 7937 w 10000"/>
              <a:gd name="connsiteY0-4678" fmla="*/ 9513 h 10000"/>
              <a:gd name="connsiteX1-4679" fmla="*/ 7540 w 10000"/>
              <a:gd name="connsiteY1-4680" fmla="*/ 9818 h 10000"/>
              <a:gd name="connsiteX2-4681" fmla="*/ 7063 w 10000"/>
              <a:gd name="connsiteY2-4682" fmla="*/ 10000 h 10000"/>
              <a:gd name="connsiteX3-4683" fmla="*/ 6667 w 10000"/>
              <a:gd name="connsiteY3-4684" fmla="*/ 10000 h 10000"/>
              <a:gd name="connsiteX4-4685" fmla="*/ 5873 w 10000"/>
              <a:gd name="connsiteY4-4686" fmla="*/ 10000 h 10000"/>
              <a:gd name="connsiteX5-4687" fmla="*/ 5873 w 10000"/>
              <a:gd name="connsiteY5-4688" fmla="*/ 10000 h 10000"/>
              <a:gd name="connsiteX6-4689" fmla="*/ 5398 w 10000"/>
              <a:gd name="connsiteY6-4690" fmla="*/ 9818 h 10000"/>
              <a:gd name="connsiteX7-4691" fmla="*/ 5001 w 10000"/>
              <a:gd name="connsiteY7-4692" fmla="*/ 9666 h 10000"/>
              <a:gd name="connsiteX8-4693" fmla="*/ 5001 w 10000"/>
              <a:gd name="connsiteY8-4694" fmla="*/ 9332 h 10000"/>
              <a:gd name="connsiteX9-4695" fmla="*/ 4603 w 10000"/>
              <a:gd name="connsiteY9-4696" fmla="*/ 9027 h 10000"/>
              <a:gd name="connsiteX10-4697" fmla="*/ 4127 w 10000"/>
              <a:gd name="connsiteY10-4698" fmla="*/ 8693 h 10000"/>
              <a:gd name="connsiteX11-4699" fmla="*/ 3334 w 10000"/>
              <a:gd name="connsiteY11-4700" fmla="*/ 8205 h 10000"/>
              <a:gd name="connsiteX12-4701" fmla="*/ 2460 w 10000"/>
              <a:gd name="connsiteY12-4702" fmla="*/ 7902 h 10000"/>
              <a:gd name="connsiteX13-4703" fmla="*/ 1667 w 10000"/>
              <a:gd name="connsiteY13-4704" fmla="*/ 7750 h 10000"/>
              <a:gd name="connsiteX14-4705" fmla="*/ 1190 w 10000"/>
              <a:gd name="connsiteY14-4706" fmla="*/ 7567 h 10000"/>
              <a:gd name="connsiteX15-4707" fmla="*/ 794 w 10000"/>
              <a:gd name="connsiteY15-4708" fmla="*/ 7416 h 10000"/>
              <a:gd name="connsiteX16-4709" fmla="*/ 397 w 10000"/>
              <a:gd name="connsiteY16-4710" fmla="*/ 7416 h 10000"/>
              <a:gd name="connsiteX17-4711" fmla="*/ 0 w 10000"/>
              <a:gd name="connsiteY17-4712" fmla="*/ 7264 h 10000"/>
              <a:gd name="connsiteX18-4713" fmla="*/ 0 w 10000"/>
              <a:gd name="connsiteY18-4714" fmla="*/ 7264 h 10000"/>
              <a:gd name="connsiteX19-4715" fmla="*/ 0 w 10000"/>
              <a:gd name="connsiteY19-4716" fmla="*/ 7264 h 10000"/>
              <a:gd name="connsiteX20-4717" fmla="*/ 0 w 10000"/>
              <a:gd name="connsiteY20-4718" fmla="*/ 7082 h 10000"/>
              <a:gd name="connsiteX21-4719" fmla="*/ 0 w 10000"/>
              <a:gd name="connsiteY21-4720" fmla="*/ 7082 h 10000"/>
              <a:gd name="connsiteX22-4721" fmla="*/ 0 w 10000"/>
              <a:gd name="connsiteY22-4722" fmla="*/ 7082 h 10000"/>
              <a:gd name="connsiteX23-4723" fmla="*/ 397 w 10000"/>
              <a:gd name="connsiteY23-4724" fmla="*/ 7082 h 10000"/>
              <a:gd name="connsiteX24-4725" fmla="*/ 397 w 10000"/>
              <a:gd name="connsiteY24-4726" fmla="*/ 7082 h 10000"/>
              <a:gd name="connsiteX25-4727" fmla="*/ 794 w 10000"/>
              <a:gd name="connsiteY25-4728" fmla="*/ 7082 h 10000"/>
              <a:gd name="connsiteX26-4729" fmla="*/ 1190 w 10000"/>
              <a:gd name="connsiteY26-4730" fmla="*/ 7082 h 10000"/>
              <a:gd name="connsiteX27-4731" fmla="*/ 2064 w 10000"/>
              <a:gd name="connsiteY27-4732" fmla="*/ 7264 h 10000"/>
              <a:gd name="connsiteX28-4733" fmla="*/ 2460 w 10000"/>
              <a:gd name="connsiteY28-4734" fmla="*/ 7264 h 10000"/>
              <a:gd name="connsiteX29-4735" fmla="*/ 3731 w 10000"/>
              <a:gd name="connsiteY29-4736" fmla="*/ 7264 h 10000"/>
              <a:gd name="connsiteX30-4737" fmla="*/ 5001 w 10000"/>
              <a:gd name="connsiteY30-4738" fmla="*/ 7264 h 10000"/>
              <a:gd name="connsiteX31-4739" fmla="*/ 5873 w 10000"/>
              <a:gd name="connsiteY31-4740" fmla="*/ 7264 h 10000"/>
              <a:gd name="connsiteX32-4741" fmla="*/ 6270 w 10000"/>
              <a:gd name="connsiteY32-4742" fmla="*/ 7264 h 10000"/>
              <a:gd name="connsiteX33-4743" fmla="*/ 6667 w 10000"/>
              <a:gd name="connsiteY33-4744" fmla="*/ 7264 h 10000"/>
              <a:gd name="connsiteX34-4745" fmla="*/ 6667 w 10000"/>
              <a:gd name="connsiteY34-4746" fmla="*/ 7082 h 10000"/>
              <a:gd name="connsiteX35-4747" fmla="*/ 6667 w 10000"/>
              <a:gd name="connsiteY35-4748" fmla="*/ 6931 h 10000"/>
              <a:gd name="connsiteX36-4749" fmla="*/ 6667 w 10000"/>
              <a:gd name="connsiteY36-4750" fmla="*/ 6778 h 10000"/>
              <a:gd name="connsiteX37-4751" fmla="*/ 7063 w 10000"/>
              <a:gd name="connsiteY37-4752" fmla="*/ 6444 h 10000"/>
              <a:gd name="connsiteX38-4753" fmla="*/ 7063 w 10000"/>
              <a:gd name="connsiteY38-4754" fmla="*/ 6140 h 10000"/>
              <a:gd name="connsiteX39-4755" fmla="*/ 7063 w 10000"/>
              <a:gd name="connsiteY39-4756" fmla="*/ 5805 h 10000"/>
              <a:gd name="connsiteX40-4757" fmla="*/ 7063 w 10000"/>
              <a:gd name="connsiteY40-4758" fmla="*/ 5471 h 10000"/>
              <a:gd name="connsiteX41-4759" fmla="*/ 7063 w 10000"/>
              <a:gd name="connsiteY41-4760" fmla="*/ 4680 h 10000"/>
              <a:gd name="connsiteX42-4761" fmla="*/ 7063 w 10000"/>
              <a:gd name="connsiteY42-4762" fmla="*/ 4042 h 10000"/>
              <a:gd name="connsiteX43-4763" fmla="*/ 7063 w 10000"/>
              <a:gd name="connsiteY43-4764" fmla="*/ 3402 h 10000"/>
              <a:gd name="connsiteX44-4765" fmla="*/ 7063 w 10000"/>
              <a:gd name="connsiteY44-4766" fmla="*/ 2918 h 10000"/>
              <a:gd name="connsiteX45-4767" fmla="*/ 7063 w 10000"/>
              <a:gd name="connsiteY45-4768" fmla="*/ 2583 h 10000"/>
              <a:gd name="connsiteX46-4769" fmla="*/ 7063 w 10000"/>
              <a:gd name="connsiteY46-4770" fmla="*/ 2279 h 10000"/>
              <a:gd name="connsiteX47-4771" fmla="*/ 7063 w 10000"/>
              <a:gd name="connsiteY47-4772" fmla="*/ 1945 h 10000"/>
              <a:gd name="connsiteX48-4773" fmla="*/ 7063 w 10000"/>
              <a:gd name="connsiteY48-4774" fmla="*/ 1611 h 10000"/>
              <a:gd name="connsiteX49-4775" fmla="*/ 10000 w 10000"/>
              <a:gd name="connsiteY49-4776" fmla="*/ 0 h 10000"/>
              <a:gd name="connsiteX50-4777" fmla="*/ 10000 w 10000"/>
              <a:gd name="connsiteY50-4778" fmla="*/ 333 h 10000"/>
              <a:gd name="connsiteX51-4779" fmla="*/ 10000 w 10000"/>
              <a:gd name="connsiteY51-4780" fmla="*/ 820 h 10000"/>
              <a:gd name="connsiteX52-4781" fmla="*/ 10000 w 10000"/>
              <a:gd name="connsiteY52-4782" fmla="*/ 1306 h 10000"/>
              <a:gd name="connsiteX53-4783" fmla="*/ 10000 w 10000"/>
              <a:gd name="connsiteY53-4784" fmla="*/ 1791 h 10000"/>
              <a:gd name="connsiteX54-4785" fmla="*/ 10000 w 10000"/>
              <a:gd name="connsiteY54-4786" fmla="*/ 2430 h 10000"/>
              <a:gd name="connsiteX55-4787" fmla="*/ 10000 w 10000"/>
              <a:gd name="connsiteY55-4788" fmla="*/ 3556 h 10000"/>
              <a:gd name="connsiteX56-4789" fmla="*/ 10000 w 10000"/>
              <a:gd name="connsiteY56-4790" fmla="*/ 4529 h 10000"/>
              <a:gd name="connsiteX57-4791" fmla="*/ 10000 w 10000"/>
              <a:gd name="connsiteY57-4792" fmla="*/ 5320 h 10000"/>
              <a:gd name="connsiteX58-4793" fmla="*/ 10000 w 10000"/>
              <a:gd name="connsiteY58-4794" fmla="*/ 6140 h 10000"/>
              <a:gd name="connsiteX59-4795" fmla="*/ 10000 w 10000"/>
              <a:gd name="connsiteY59-4796" fmla="*/ 6778 h 10000"/>
              <a:gd name="connsiteX60-4797" fmla="*/ 10000 w 10000"/>
              <a:gd name="connsiteY60-4798" fmla="*/ 7264 h 10000"/>
              <a:gd name="connsiteX61-4799" fmla="*/ 10000 w 10000"/>
              <a:gd name="connsiteY61-4800" fmla="*/ 7750 h 10000"/>
              <a:gd name="connsiteX62-4801" fmla="*/ 10000 w 10000"/>
              <a:gd name="connsiteY62-4802" fmla="*/ 7902 h 10000"/>
              <a:gd name="connsiteX63-4803" fmla="*/ 10000 w 10000"/>
              <a:gd name="connsiteY63-4804" fmla="*/ 8056 h 10000"/>
              <a:gd name="connsiteX64-4805" fmla="*/ 9604 w 10000"/>
              <a:gd name="connsiteY64-4806" fmla="*/ 8540 h 10000"/>
              <a:gd name="connsiteX65-4807" fmla="*/ 9207 w 10000"/>
              <a:gd name="connsiteY65-4808" fmla="*/ 8876 h 10000"/>
              <a:gd name="connsiteX66-4809" fmla="*/ 8730 w 10000"/>
              <a:gd name="connsiteY66-4810" fmla="*/ 9332 h 10000"/>
              <a:gd name="connsiteX67-4811" fmla="*/ 7937 w 10000"/>
              <a:gd name="connsiteY67-4812" fmla="*/ 9513 h 10000"/>
              <a:gd name="connsiteX68-4813" fmla="*/ 7937 w 10000"/>
              <a:gd name="connsiteY68-4814" fmla="*/ 9513 h 10000"/>
              <a:gd name="connsiteX0-4815" fmla="*/ 7937 w 10000"/>
              <a:gd name="connsiteY0-4816" fmla="*/ 9513 h 10000"/>
              <a:gd name="connsiteX1-4817" fmla="*/ 7540 w 10000"/>
              <a:gd name="connsiteY1-4818" fmla="*/ 9818 h 10000"/>
              <a:gd name="connsiteX2-4819" fmla="*/ 7063 w 10000"/>
              <a:gd name="connsiteY2-4820" fmla="*/ 10000 h 10000"/>
              <a:gd name="connsiteX3-4821" fmla="*/ 6667 w 10000"/>
              <a:gd name="connsiteY3-4822" fmla="*/ 10000 h 10000"/>
              <a:gd name="connsiteX4-4823" fmla="*/ 5873 w 10000"/>
              <a:gd name="connsiteY4-4824" fmla="*/ 10000 h 10000"/>
              <a:gd name="connsiteX5-4825" fmla="*/ 5873 w 10000"/>
              <a:gd name="connsiteY5-4826" fmla="*/ 10000 h 10000"/>
              <a:gd name="connsiteX6-4827" fmla="*/ 5398 w 10000"/>
              <a:gd name="connsiteY6-4828" fmla="*/ 9818 h 10000"/>
              <a:gd name="connsiteX7-4829" fmla="*/ 5001 w 10000"/>
              <a:gd name="connsiteY7-4830" fmla="*/ 9666 h 10000"/>
              <a:gd name="connsiteX8-4831" fmla="*/ 5001 w 10000"/>
              <a:gd name="connsiteY8-4832" fmla="*/ 9332 h 10000"/>
              <a:gd name="connsiteX9-4833" fmla="*/ 4603 w 10000"/>
              <a:gd name="connsiteY9-4834" fmla="*/ 9027 h 10000"/>
              <a:gd name="connsiteX10-4835" fmla="*/ 4127 w 10000"/>
              <a:gd name="connsiteY10-4836" fmla="*/ 8693 h 10000"/>
              <a:gd name="connsiteX11-4837" fmla="*/ 3334 w 10000"/>
              <a:gd name="connsiteY11-4838" fmla="*/ 8205 h 10000"/>
              <a:gd name="connsiteX12-4839" fmla="*/ 2460 w 10000"/>
              <a:gd name="connsiteY12-4840" fmla="*/ 7902 h 10000"/>
              <a:gd name="connsiteX13-4841" fmla="*/ 1667 w 10000"/>
              <a:gd name="connsiteY13-4842" fmla="*/ 7750 h 10000"/>
              <a:gd name="connsiteX14-4843" fmla="*/ 1190 w 10000"/>
              <a:gd name="connsiteY14-4844" fmla="*/ 7567 h 10000"/>
              <a:gd name="connsiteX15-4845" fmla="*/ 794 w 10000"/>
              <a:gd name="connsiteY15-4846" fmla="*/ 7416 h 10000"/>
              <a:gd name="connsiteX16-4847" fmla="*/ 397 w 10000"/>
              <a:gd name="connsiteY16-4848" fmla="*/ 7416 h 10000"/>
              <a:gd name="connsiteX17-4849" fmla="*/ 0 w 10000"/>
              <a:gd name="connsiteY17-4850" fmla="*/ 7264 h 10000"/>
              <a:gd name="connsiteX18-4851" fmla="*/ 0 w 10000"/>
              <a:gd name="connsiteY18-4852" fmla="*/ 7264 h 10000"/>
              <a:gd name="connsiteX19-4853" fmla="*/ 0 w 10000"/>
              <a:gd name="connsiteY19-4854" fmla="*/ 7264 h 10000"/>
              <a:gd name="connsiteX20-4855" fmla="*/ 0 w 10000"/>
              <a:gd name="connsiteY20-4856" fmla="*/ 7082 h 10000"/>
              <a:gd name="connsiteX21-4857" fmla="*/ 0 w 10000"/>
              <a:gd name="connsiteY21-4858" fmla="*/ 7082 h 10000"/>
              <a:gd name="connsiteX22-4859" fmla="*/ 0 w 10000"/>
              <a:gd name="connsiteY22-4860" fmla="*/ 7082 h 10000"/>
              <a:gd name="connsiteX23-4861" fmla="*/ 397 w 10000"/>
              <a:gd name="connsiteY23-4862" fmla="*/ 7082 h 10000"/>
              <a:gd name="connsiteX24-4863" fmla="*/ 397 w 10000"/>
              <a:gd name="connsiteY24-4864" fmla="*/ 7082 h 10000"/>
              <a:gd name="connsiteX25-4865" fmla="*/ 794 w 10000"/>
              <a:gd name="connsiteY25-4866" fmla="*/ 7082 h 10000"/>
              <a:gd name="connsiteX26-4867" fmla="*/ 1190 w 10000"/>
              <a:gd name="connsiteY26-4868" fmla="*/ 7082 h 10000"/>
              <a:gd name="connsiteX27-4869" fmla="*/ 2064 w 10000"/>
              <a:gd name="connsiteY27-4870" fmla="*/ 7264 h 10000"/>
              <a:gd name="connsiteX28-4871" fmla="*/ 2460 w 10000"/>
              <a:gd name="connsiteY28-4872" fmla="*/ 7264 h 10000"/>
              <a:gd name="connsiteX29-4873" fmla="*/ 3731 w 10000"/>
              <a:gd name="connsiteY29-4874" fmla="*/ 7264 h 10000"/>
              <a:gd name="connsiteX30-4875" fmla="*/ 5001 w 10000"/>
              <a:gd name="connsiteY30-4876" fmla="*/ 7264 h 10000"/>
              <a:gd name="connsiteX31-4877" fmla="*/ 5873 w 10000"/>
              <a:gd name="connsiteY31-4878" fmla="*/ 7264 h 10000"/>
              <a:gd name="connsiteX32-4879" fmla="*/ 6270 w 10000"/>
              <a:gd name="connsiteY32-4880" fmla="*/ 7264 h 10000"/>
              <a:gd name="connsiteX33-4881" fmla="*/ 6667 w 10000"/>
              <a:gd name="connsiteY33-4882" fmla="*/ 7264 h 10000"/>
              <a:gd name="connsiteX34-4883" fmla="*/ 6667 w 10000"/>
              <a:gd name="connsiteY34-4884" fmla="*/ 7082 h 10000"/>
              <a:gd name="connsiteX35-4885" fmla="*/ 6667 w 10000"/>
              <a:gd name="connsiteY35-4886" fmla="*/ 6931 h 10000"/>
              <a:gd name="connsiteX36-4887" fmla="*/ 6667 w 10000"/>
              <a:gd name="connsiteY36-4888" fmla="*/ 6778 h 10000"/>
              <a:gd name="connsiteX37-4889" fmla="*/ 7063 w 10000"/>
              <a:gd name="connsiteY37-4890" fmla="*/ 6444 h 10000"/>
              <a:gd name="connsiteX38-4891" fmla="*/ 7063 w 10000"/>
              <a:gd name="connsiteY38-4892" fmla="*/ 6140 h 10000"/>
              <a:gd name="connsiteX39-4893" fmla="*/ 7063 w 10000"/>
              <a:gd name="connsiteY39-4894" fmla="*/ 5805 h 10000"/>
              <a:gd name="connsiteX40-4895" fmla="*/ 7063 w 10000"/>
              <a:gd name="connsiteY40-4896" fmla="*/ 5471 h 10000"/>
              <a:gd name="connsiteX41-4897" fmla="*/ 7063 w 10000"/>
              <a:gd name="connsiteY41-4898" fmla="*/ 4680 h 10000"/>
              <a:gd name="connsiteX42-4899" fmla="*/ 7063 w 10000"/>
              <a:gd name="connsiteY42-4900" fmla="*/ 4042 h 10000"/>
              <a:gd name="connsiteX43-4901" fmla="*/ 7063 w 10000"/>
              <a:gd name="connsiteY43-4902" fmla="*/ 3402 h 10000"/>
              <a:gd name="connsiteX44-4903" fmla="*/ 7063 w 10000"/>
              <a:gd name="connsiteY44-4904" fmla="*/ 2918 h 10000"/>
              <a:gd name="connsiteX45-4905" fmla="*/ 7063 w 10000"/>
              <a:gd name="connsiteY45-4906" fmla="*/ 2583 h 10000"/>
              <a:gd name="connsiteX46-4907" fmla="*/ 7063 w 10000"/>
              <a:gd name="connsiteY46-4908" fmla="*/ 2279 h 10000"/>
              <a:gd name="connsiteX47-4909" fmla="*/ 7063 w 10000"/>
              <a:gd name="connsiteY47-4910" fmla="*/ 1945 h 10000"/>
              <a:gd name="connsiteX48-4911" fmla="*/ 7063 w 10000"/>
              <a:gd name="connsiteY48-4912" fmla="*/ 1611 h 10000"/>
              <a:gd name="connsiteX49-4913" fmla="*/ 10000 w 10000"/>
              <a:gd name="connsiteY49-4914" fmla="*/ 0 h 10000"/>
              <a:gd name="connsiteX50-4915" fmla="*/ 10000 w 10000"/>
              <a:gd name="connsiteY50-4916" fmla="*/ 820 h 10000"/>
              <a:gd name="connsiteX51-4917" fmla="*/ 10000 w 10000"/>
              <a:gd name="connsiteY51-4918" fmla="*/ 1306 h 10000"/>
              <a:gd name="connsiteX52-4919" fmla="*/ 10000 w 10000"/>
              <a:gd name="connsiteY52-4920" fmla="*/ 1791 h 10000"/>
              <a:gd name="connsiteX53-4921" fmla="*/ 10000 w 10000"/>
              <a:gd name="connsiteY53-4922" fmla="*/ 2430 h 10000"/>
              <a:gd name="connsiteX54-4923" fmla="*/ 10000 w 10000"/>
              <a:gd name="connsiteY54-4924" fmla="*/ 3556 h 10000"/>
              <a:gd name="connsiteX55-4925" fmla="*/ 10000 w 10000"/>
              <a:gd name="connsiteY55-4926" fmla="*/ 4529 h 10000"/>
              <a:gd name="connsiteX56-4927" fmla="*/ 10000 w 10000"/>
              <a:gd name="connsiteY56-4928" fmla="*/ 5320 h 10000"/>
              <a:gd name="connsiteX57-4929" fmla="*/ 10000 w 10000"/>
              <a:gd name="connsiteY57-4930" fmla="*/ 6140 h 10000"/>
              <a:gd name="connsiteX58-4931" fmla="*/ 10000 w 10000"/>
              <a:gd name="connsiteY58-4932" fmla="*/ 6778 h 10000"/>
              <a:gd name="connsiteX59-4933" fmla="*/ 10000 w 10000"/>
              <a:gd name="connsiteY59-4934" fmla="*/ 7264 h 10000"/>
              <a:gd name="connsiteX60-4935" fmla="*/ 10000 w 10000"/>
              <a:gd name="connsiteY60-4936" fmla="*/ 7750 h 10000"/>
              <a:gd name="connsiteX61-4937" fmla="*/ 10000 w 10000"/>
              <a:gd name="connsiteY61-4938" fmla="*/ 7902 h 10000"/>
              <a:gd name="connsiteX62-4939" fmla="*/ 10000 w 10000"/>
              <a:gd name="connsiteY62-4940" fmla="*/ 8056 h 10000"/>
              <a:gd name="connsiteX63-4941" fmla="*/ 9604 w 10000"/>
              <a:gd name="connsiteY63-4942" fmla="*/ 8540 h 10000"/>
              <a:gd name="connsiteX64-4943" fmla="*/ 9207 w 10000"/>
              <a:gd name="connsiteY64-4944" fmla="*/ 8876 h 10000"/>
              <a:gd name="connsiteX65-4945" fmla="*/ 8730 w 10000"/>
              <a:gd name="connsiteY65-4946" fmla="*/ 9332 h 10000"/>
              <a:gd name="connsiteX66-4947" fmla="*/ 7937 w 10000"/>
              <a:gd name="connsiteY66-4948" fmla="*/ 9513 h 10000"/>
              <a:gd name="connsiteX67-4949" fmla="*/ 7937 w 10000"/>
              <a:gd name="connsiteY67-4950" fmla="*/ 9513 h 10000"/>
              <a:gd name="connsiteX0-4951" fmla="*/ 7937 w 10000"/>
              <a:gd name="connsiteY0-4952" fmla="*/ 8693 h 9180"/>
              <a:gd name="connsiteX1-4953" fmla="*/ 7540 w 10000"/>
              <a:gd name="connsiteY1-4954" fmla="*/ 8998 h 9180"/>
              <a:gd name="connsiteX2-4955" fmla="*/ 7063 w 10000"/>
              <a:gd name="connsiteY2-4956" fmla="*/ 9180 h 9180"/>
              <a:gd name="connsiteX3-4957" fmla="*/ 6667 w 10000"/>
              <a:gd name="connsiteY3-4958" fmla="*/ 9180 h 9180"/>
              <a:gd name="connsiteX4-4959" fmla="*/ 5873 w 10000"/>
              <a:gd name="connsiteY4-4960" fmla="*/ 9180 h 9180"/>
              <a:gd name="connsiteX5-4961" fmla="*/ 5873 w 10000"/>
              <a:gd name="connsiteY5-4962" fmla="*/ 9180 h 9180"/>
              <a:gd name="connsiteX6-4963" fmla="*/ 5398 w 10000"/>
              <a:gd name="connsiteY6-4964" fmla="*/ 8998 h 9180"/>
              <a:gd name="connsiteX7-4965" fmla="*/ 5001 w 10000"/>
              <a:gd name="connsiteY7-4966" fmla="*/ 8846 h 9180"/>
              <a:gd name="connsiteX8-4967" fmla="*/ 5001 w 10000"/>
              <a:gd name="connsiteY8-4968" fmla="*/ 8512 h 9180"/>
              <a:gd name="connsiteX9-4969" fmla="*/ 4603 w 10000"/>
              <a:gd name="connsiteY9-4970" fmla="*/ 8207 h 9180"/>
              <a:gd name="connsiteX10-4971" fmla="*/ 4127 w 10000"/>
              <a:gd name="connsiteY10-4972" fmla="*/ 7873 h 9180"/>
              <a:gd name="connsiteX11-4973" fmla="*/ 3334 w 10000"/>
              <a:gd name="connsiteY11-4974" fmla="*/ 7385 h 9180"/>
              <a:gd name="connsiteX12-4975" fmla="*/ 2460 w 10000"/>
              <a:gd name="connsiteY12-4976" fmla="*/ 7082 h 9180"/>
              <a:gd name="connsiteX13-4977" fmla="*/ 1667 w 10000"/>
              <a:gd name="connsiteY13-4978" fmla="*/ 6930 h 9180"/>
              <a:gd name="connsiteX14-4979" fmla="*/ 1190 w 10000"/>
              <a:gd name="connsiteY14-4980" fmla="*/ 6747 h 9180"/>
              <a:gd name="connsiteX15-4981" fmla="*/ 794 w 10000"/>
              <a:gd name="connsiteY15-4982" fmla="*/ 6596 h 9180"/>
              <a:gd name="connsiteX16-4983" fmla="*/ 397 w 10000"/>
              <a:gd name="connsiteY16-4984" fmla="*/ 6596 h 9180"/>
              <a:gd name="connsiteX17-4985" fmla="*/ 0 w 10000"/>
              <a:gd name="connsiteY17-4986" fmla="*/ 6444 h 9180"/>
              <a:gd name="connsiteX18-4987" fmla="*/ 0 w 10000"/>
              <a:gd name="connsiteY18-4988" fmla="*/ 6444 h 9180"/>
              <a:gd name="connsiteX19-4989" fmla="*/ 0 w 10000"/>
              <a:gd name="connsiteY19-4990" fmla="*/ 6444 h 9180"/>
              <a:gd name="connsiteX20-4991" fmla="*/ 0 w 10000"/>
              <a:gd name="connsiteY20-4992" fmla="*/ 6262 h 9180"/>
              <a:gd name="connsiteX21-4993" fmla="*/ 0 w 10000"/>
              <a:gd name="connsiteY21-4994" fmla="*/ 6262 h 9180"/>
              <a:gd name="connsiteX22-4995" fmla="*/ 0 w 10000"/>
              <a:gd name="connsiteY22-4996" fmla="*/ 6262 h 9180"/>
              <a:gd name="connsiteX23-4997" fmla="*/ 397 w 10000"/>
              <a:gd name="connsiteY23-4998" fmla="*/ 6262 h 9180"/>
              <a:gd name="connsiteX24-4999" fmla="*/ 397 w 10000"/>
              <a:gd name="connsiteY24-5000" fmla="*/ 6262 h 9180"/>
              <a:gd name="connsiteX25-5001" fmla="*/ 794 w 10000"/>
              <a:gd name="connsiteY25-5002" fmla="*/ 6262 h 9180"/>
              <a:gd name="connsiteX26-5003" fmla="*/ 1190 w 10000"/>
              <a:gd name="connsiteY26-5004" fmla="*/ 6262 h 9180"/>
              <a:gd name="connsiteX27-5005" fmla="*/ 2064 w 10000"/>
              <a:gd name="connsiteY27-5006" fmla="*/ 6444 h 9180"/>
              <a:gd name="connsiteX28-5007" fmla="*/ 2460 w 10000"/>
              <a:gd name="connsiteY28-5008" fmla="*/ 6444 h 9180"/>
              <a:gd name="connsiteX29-5009" fmla="*/ 3731 w 10000"/>
              <a:gd name="connsiteY29-5010" fmla="*/ 6444 h 9180"/>
              <a:gd name="connsiteX30-5011" fmla="*/ 5001 w 10000"/>
              <a:gd name="connsiteY30-5012" fmla="*/ 6444 h 9180"/>
              <a:gd name="connsiteX31-5013" fmla="*/ 5873 w 10000"/>
              <a:gd name="connsiteY31-5014" fmla="*/ 6444 h 9180"/>
              <a:gd name="connsiteX32-5015" fmla="*/ 6270 w 10000"/>
              <a:gd name="connsiteY32-5016" fmla="*/ 6444 h 9180"/>
              <a:gd name="connsiteX33-5017" fmla="*/ 6667 w 10000"/>
              <a:gd name="connsiteY33-5018" fmla="*/ 6444 h 9180"/>
              <a:gd name="connsiteX34-5019" fmla="*/ 6667 w 10000"/>
              <a:gd name="connsiteY34-5020" fmla="*/ 6262 h 9180"/>
              <a:gd name="connsiteX35-5021" fmla="*/ 6667 w 10000"/>
              <a:gd name="connsiteY35-5022" fmla="*/ 6111 h 9180"/>
              <a:gd name="connsiteX36-5023" fmla="*/ 6667 w 10000"/>
              <a:gd name="connsiteY36-5024" fmla="*/ 5958 h 9180"/>
              <a:gd name="connsiteX37-5025" fmla="*/ 7063 w 10000"/>
              <a:gd name="connsiteY37-5026" fmla="*/ 5624 h 9180"/>
              <a:gd name="connsiteX38-5027" fmla="*/ 7063 w 10000"/>
              <a:gd name="connsiteY38-5028" fmla="*/ 5320 h 9180"/>
              <a:gd name="connsiteX39-5029" fmla="*/ 7063 w 10000"/>
              <a:gd name="connsiteY39-5030" fmla="*/ 4985 h 9180"/>
              <a:gd name="connsiteX40-5031" fmla="*/ 7063 w 10000"/>
              <a:gd name="connsiteY40-5032" fmla="*/ 4651 h 9180"/>
              <a:gd name="connsiteX41-5033" fmla="*/ 7063 w 10000"/>
              <a:gd name="connsiteY41-5034" fmla="*/ 3860 h 9180"/>
              <a:gd name="connsiteX42-5035" fmla="*/ 7063 w 10000"/>
              <a:gd name="connsiteY42-5036" fmla="*/ 3222 h 9180"/>
              <a:gd name="connsiteX43-5037" fmla="*/ 7063 w 10000"/>
              <a:gd name="connsiteY43-5038" fmla="*/ 2582 h 9180"/>
              <a:gd name="connsiteX44-5039" fmla="*/ 7063 w 10000"/>
              <a:gd name="connsiteY44-5040" fmla="*/ 2098 h 9180"/>
              <a:gd name="connsiteX45-5041" fmla="*/ 7063 w 10000"/>
              <a:gd name="connsiteY45-5042" fmla="*/ 1763 h 9180"/>
              <a:gd name="connsiteX46-5043" fmla="*/ 7063 w 10000"/>
              <a:gd name="connsiteY46-5044" fmla="*/ 1459 h 9180"/>
              <a:gd name="connsiteX47-5045" fmla="*/ 7063 w 10000"/>
              <a:gd name="connsiteY47-5046" fmla="*/ 1125 h 9180"/>
              <a:gd name="connsiteX48-5047" fmla="*/ 7063 w 10000"/>
              <a:gd name="connsiteY48-5048" fmla="*/ 791 h 9180"/>
              <a:gd name="connsiteX49-5049" fmla="*/ 10000 w 10000"/>
              <a:gd name="connsiteY49-5050" fmla="*/ 0 h 9180"/>
              <a:gd name="connsiteX50-5051" fmla="*/ 10000 w 10000"/>
              <a:gd name="connsiteY50-5052" fmla="*/ 486 h 9180"/>
              <a:gd name="connsiteX51-5053" fmla="*/ 10000 w 10000"/>
              <a:gd name="connsiteY51-5054" fmla="*/ 971 h 9180"/>
              <a:gd name="connsiteX52-5055" fmla="*/ 10000 w 10000"/>
              <a:gd name="connsiteY52-5056" fmla="*/ 1610 h 9180"/>
              <a:gd name="connsiteX53-5057" fmla="*/ 10000 w 10000"/>
              <a:gd name="connsiteY53-5058" fmla="*/ 2736 h 9180"/>
              <a:gd name="connsiteX54-5059" fmla="*/ 10000 w 10000"/>
              <a:gd name="connsiteY54-5060" fmla="*/ 3709 h 9180"/>
              <a:gd name="connsiteX55-5061" fmla="*/ 10000 w 10000"/>
              <a:gd name="connsiteY55-5062" fmla="*/ 4500 h 9180"/>
              <a:gd name="connsiteX56-5063" fmla="*/ 10000 w 10000"/>
              <a:gd name="connsiteY56-5064" fmla="*/ 5320 h 9180"/>
              <a:gd name="connsiteX57-5065" fmla="*/ 10000 w 10000"/>
              <a:gd name="connsiteY57-5066" fmla="*/ 5958 h 9180"/>
              <a:gd name="connsiteX58-5067" fmla="*/ 10000 w 10000"/>
              <a:gd name="connsiteY58-5068" fmla="*/ 6444 h 9180"/>
              <a:gd name="connsiteX59-5069" fmla="*/ 10000 w 10000"/>
              <a:gd name="connsiteY59-5070" fmla="*/ 6930 h 9180"/>
              <a:gd name="connsiteX60-5071" fmla="*/ 10000 w 10000"/>
              <a:gd name="connsiteY60-5072" fmla="*/ 7082 h 9180"/>
              <a:gd name="connsiteX61-5073" fmla="*/ 10000 w 10000"/>
              <a:gd name="connsiteY61-5074" fmla="*/ 7236 h 9180"/>
              <a:gd name="connsiteX62-5075" fmla="*/ 9604 w 10000"/>
              <a:gd name="connsiteY62-5076" fmla="*/ 7720 h 9180"/>
              <a:gd name="connsiteX63-5077" fmla="*/ 9207 w 10000"/>
              <a:gd name="connsiteY63-5078" fmla="*/ 8056 h 9180"/>
              <a:gd name="connsiteX64-5079" fmla="*/ 8730 w 10000"/>
              <a:gd name="connsiteY64-5080" fmla="*/ 8512 h 9180"/>
              <a:gd name="connsiteX65-5081" fmla="*/ 7937 w 10000"/>
              <a:gd name="connsiteY65-5082" fmla="*/ 8693 h 9180"/>
              <a:gd name="connsiteX66-5083" fmla="*/ 7937 w 10000"/>
              <a:gd name="connsiteY66-5084" fmla="*/ 8693 h 9180"/>
              <a:gd name="connsiteX0-5085" fmla="*/ 7937 w 10000"/>
              <a:gd name="connsiteY0-5086" fmla="*/ 9469 h 10000"/>
              <a:gd name="connsiteX1-5087" fmla="*/ 7540 w 10000"/>
              <a:gd name="connsiteY1-5088" fmla="*/ 9802 h 10000"/>
              <a:gd name="connsiteX2-5089" fmla="*/ 7063 w 10000"/>
              <a:gd name="connsiteY2-5090" fmla="*/ 10000 h 10000"/>
              <a:gd name="connsiteX3-5091" fmla="*/ 6667 w 10000"/>
              <a:gd name="connsiteY3-5092" fmla="*/ 10000 h 10000"/>
              <a:gd name="connsiteX4-5093" fmla="*/ 5873 w 10000"/>
              <a:gd name="connsiteY4-5094" fmla="*/ 10000 h 10000"/>
              <a:gd name="connsiteX5-5095" fmla="*/ 5873 w 10000"/>
              <a:gd name="connsiteY5-5096" fmla="*/ 10000 h 10000"/>
              <a:gd name="connsiteX6-5097" fmla="*/ 5398 w 10000"/>
              <a:gd name="connsiteY6-5098" fmla="*/ 9802 h 10000"/>
              <a:gd name="connsiteX7-5099" fmla="*/ 5001 w 10000"/>
              <a:gd name="connsiteY7-5100" fmla="*/ 9636 h 10000"/>
              <a:gd name="connsiteX8-5101" fmla="*/ 5001 w 10000"/>
              <a:gd name="connsiteY8-5102" fmla="*/ 9272 h 10000"/>
              <a:gd name="connsiteX9-5103" fmla="*/ 4603 w 10000"/>
              <a:gd name="connsiteY9-5104" fmla="*/ 8940 h 10000"/>
              <a:gd name="connsiteX10-5105" fmla="*/ 4127 w 10000"/>
              <a:gd name="connsiteY10-5106" fmla="*/ 8576 h 10000"/>
              <a:gd name="connsiteX11-5107" fmla="*/ 3334 w 10000"/>
              <a:gd name="connsiteY11-5108" fmla="*/ 8045 h 10000"/>
              <a:gd name="connsiteX12-5109" fmla="*/ 2460 w 10000"/>
              <a:gd name="connsiteY12-5110" fmla="*/ 7715 h 10000"/>
              <a:gd name="connsiteX13-5111" fmla="*/ 1667 w 10000"/>
              <a:gd name="connsiteY13-5112" fmla="*/ 7549 h 10000"/>
              <a:gd name="connsiteX14-5113" fmla="*/ 1190 w 10000"/>
              <a:gd name="connsiteY14-5114" fmla="*/ 7350 h 10000"/>
              <a:gd name="connsiteX15-5115" fmla="*/ 794 w 10000"/>
              <a:gd name="connsiteY15-5116" fmla="*/ 7185 h 10000"/>
              <a:gd name="connsiteX16-5117" fmla="*/ 397 w 10000"/>
              <a:gd name="connsiteY16-5118" fmla="*/ 7185 h 10000"/>
              <a:gd name="connsiteX17-5119" fmla="*/ 0 w 10000"/>
              <a:gd name="connsiteY17-5120" fmla="*/ 7020 h 10000"/>
              <a:gd name="connsiteX18-5121" fmla="*/ 0 w 10000"/>
              <a:gd name="connsiteY18-5122" fmla="*/ 7020 h 10000"/>
              <a:gd name="connsiteX19-5123" fmla="*/ 0 w 10000"/>
              <a:gd name="connsiteY19-5124" fmla="*/ 7020 h 10000"/>
              <a:gd name="connsiteX20-5125" fmla="*/ 0 w 10000"/>
              <a:gd name="connsiteY20-5126" fmla="*/ 6821 h 10000"/>
              <a:gd name="connsiteX21-5127" fmla="*/ 0 w 10000"/>
              <a:gd name="connsiteY21-5128" fmla="*/ 6821 h 10000"/>
              <a:gd name="connsiteX22-5129" fmla="*/ 0 w 10000"/>
              <a:gd name="connsiteY22-5130" fmla="*/ 6821 h 10000"/>
              <a:gd name="connsiteX23-5131" fmla="*/ 397 w 10000"/>
              <a:gd name="connsiteY23-5132" fmla="*/ 6821 h 10000"/>
              <a:gd name="connsiteX24-5133" fmla="*/ 397 w 10000"/>
              <a:gd name="connsiteY24-5134" fmla="*/ 6821 h 10000"/>
              <a:gd name="connsiteX25-5135" fmla="*/ 794 w 10000"/>
              <a:gd name="connsiteY25-5136" fmla="*/ 6821 h 10000"/>
              <a:gd name="connsiteX26-5137" fmla="*/ 1190 w 10000"/>
              <a:gd name="connsiteY26-5138" fmla="*/ 6821 h 10000"/>
              <a:gd name="connsiteX27-5139" fmla="*/ 2064 w 10000"/>
              <a:gd name="connsiteY27-5140" fmla="*/ 7020 h 10000"/>
              <a:gd name="connsiteX28-5141" fmla="*/ 2460 w 10000"/>
              <a:gd name="connsiteY28-5142" fmla="*/ 7020 h 10000"/>
              <a:gd name="connsiteX29-5143" fmla="*/ 3731 w 10000"/>
              <a:gd name="connsiteY29-5144" fmla="*/ 7020 h 10000"/>
              <a:gd name="connsiteX30-5145" fmla="*/ 5001 w 10000"/>
              <a:gd name="connsiteY30-5146" fmla="*/ 7020 h 10000"/>
              <a:gd name="connsiteX31-5147" fmla="*/ 5873 w 10000"/>
              <a:gd name="connsiteY31-5148" fmla="*/ 7020 h 10000"/>
              <a:gd name="connsiteX32-5149" fmla="*/ 6270 w 10000"/>
              <a:gd name="connsiteY32-5150" fmla="*/ 7020 h 10000"/>
              <a:gd name="connsiteX33-5151" fmla="*/ 6667 w 10000"/>
              <a:gd name="connsiteY33-5152" fmla="*/ 7020 h 10000"/>
              <a:gd name="connsiteX34-5153" fmla="*/ 6667 w 10000"/>
              <a:gd name="connsiteY34-5154" fmla="*/ 6821 h 10000"/>
              <a:gd name="connsiteX35-5155" fmla="*/ 6667 w 10000"/>
              <a:gd name="connsiteY35-5156" fmla="*/ 6657 h 10000"/>
              <a:gd name="connsiteX36-5157" fmla="*/ 6667 w 10000"/>
              <a:gd name="connsiteY36-5158" fmla="*/ 6490 h 10000"/>
              <a:gd name="connsiteX37-5159" fmla="*/ 7063 w 10000"/>
              <a:gd name="connsiteY37-5160" fmla="*/ 6126 h 10000"/>
              <a:gd name="connsiteX38-5161" fmla="*/ 7063 w 10000"/>
              <a:gd name="connsiteY38-5162" fmla="*/ 5795 h 10000"/>
              <a:gd name="connsiteX39-5163" fmla="*/ 7063 w 10000"/>
              <a:gd name="connsiteY39-5164" fmla="*/ 5430 h 10000"/>
              <a:gd name="connsiteX40-5165" fmla="*/ 7063 w 10000"/>
              <a:gd name="connsiteY40-5166" fmla="*/ 5066 h 10000"/>
              <a:gd name="connsiteX41-5167" fmla="*/ 7063 w 10000"/>
              <a:gd name="connsiteY41-5168" fmla="*/ 4205 h 10000"/>
              <a:gd name="connsiteX42-5169" fmla="*/ 7063 w 10000"/>
              <a:gd name="connsiteY42-5170" fmla="*/ 3510 h 10000"/>
              <a:gd name="connsiteX43-5171" fmla="*/ 7063 w 10000"/>
              <a:gd name="connsiteY43-5172" fmla="*/ 2813 h 10000"/>
              <a:gd name="connsiteX44-5173" fmla="*/ 7063 w 10000"/>
              <a:gd name="connsiteY44-5174" fmla="*/ 2285 h 10000"/>
              <a:gd name="connsiteX45-5175" fmla="*/ 7063 w 10000"/>
              <a:gd name="connsiteY45-5176" fmla="*/ 1920 h 10000"/>
              <a:gd name="connsiteX46-5177" fmla="*/ 7063 w 10000"/>
              <a:gd name="connsiteY46-5178" fmla="*/ 1589 h 10000"/>
              <a:gd name="connsiteX47-5179" fmla="*/ 7063 w 10000"/>
              <a:gd name="connsiteY47-5180" fmla="*/ 1225 h 10000"/>
              <a:gd name="connsiteX48-5181" fmla="*/ 7063 w 10000"/>
              <a:gd name="connsiteY48-5182" fmla="*/ 862 h 10000"/>
              <a:gd name="connsiteX49-5183" fmla="*/ 10000 w 10000"/>
              <a:gd name="connsiteY49-5184" fmla="*/ 0 h 10000"/>
              <a:gd name="connsiteX50-5185" fmla="*/ 10000 w 10000"/>
              <a:gd name="connsiteY50-5186" fmla="*/ 1058 h 10000"/>
              <a:gd name="connsiteX51-5187" fmla="*/ 10000 w 10000"/>
              <a:gd name="connsiteY51-5188" fmla="*/ 1754 h 10000"/>
              <a:gd name="connsiteX52-5189" fmla="*/ 10000 w 10000"/>
              <a:gd name="connsiteY52-5190" fmla="*/ 2980 h 10000"/>
              <a:gd name="connsiteX53-5191" fmla="*/ 10000 w 10000"/>
              <a:gd name="connsiteY53-5192" fmla="*/ 4040 h 10000"/>
              <a:gd name="connsiteX54-5193" fmla="*/ 10000 w 10000"/>
              <a:gd name="connsiteY54-5194" fmla="*/ 4902 h 10000"/>
              <a:gd name="connsiteX55-5195" fmla="*/ 10000 w 10000"/>
              <a:gd name="connsiteY55-5196" fmla="*/ 5795 h 10000"/>
              <a:gd name="connsiteX56-5197" fmla="*/ 10000 w 10000"/>
              <a:gd name="connsiteY56-5198" fmla="*/ 6490 h 10000"/>
              <a:gd name="connsiteX57-5199" fmla="*/ 10000 w 10000"/>
              <a:gd name="connsiteY57-5200" fmla="*/ 7020 h 10000"/>
              <a:gd name="connsiteX58-5201" fmla="*/ 10000 w 10000"/>
              <a:gd name="connsiteY58-5202" fmla="*/ 7549 h 10000"/>
              <a:gd name="connsiteX59-5203" fmla="*/ 10000 w 10000"/>
              <a:gd name="connsiteY59-5204" fmla="*/ 7715 h 10000"/>
              <a:gd name="connsiteX60-5205" fmla="*/ 10000 w 10000"/>
              <a:gd name="connsiteY60-5206" fmla="*/ 7882 h 10000"/>
              <a:gd name="connsiteX61-5207" fmla="*/ 9604 w 10000"/>
              <a:gd name="connsiteY61-5208" fmla="*/ 8410 h 10000"/>
              <a:gd name="connsiteX62-5209" fmla="*/ 9207 w 10000"/>
              <a:gd name="connsiteY62-5210" fmla="*/ 8776 h 10000"/>
              <a:gd name="connsiteX63-5211" fmla="*/ 8730 w 10000"/>
              <a:gd name="connsiteY63-5212" fmla="*/ 9272 h 10000"/>
              <a:gd name="connsiteX64-5213" fmla="*/ 7937 w 10000"/>
              <a:gd name="connsiteY64-5214" fmla="*/ 9469 h 10000"/>
              <a:gd name="connsiteX65-5215" fmla="*/ 7937 w 10000"/>
              <a:gd name="connsiteY65-5216" fmla="*/ 9469 h 10000"/>
              <a:gd name="connsiteX0-5217" fmla="*/ 7937 w 10000"/>
              <a:gd name="connsiteY0-5218" fmla="*/ 8607 h 9138"/>
              <a:gd name="connsiteX1-5219" fmla="*/ 7540 w 10000"/>
              <a:gd name="connsiteY1-5220" fmla="*/ 8940 h 9138"/>
              <a:gd name="connsiteX2-5221" fmla="*/ 7063 w 10000"/>
              <a:gd name="connsiteY2-5222" fmla="*/ 9138 h 9138"/>
              <a:gd name="connsiteX3-5223" fmla="*/ 6667 w 10000"/>
              <a:gd name="connsiteY3-5224" fmla="*/ 9138 h 9138"/>
              <a:gd name="connsiteX4-5225" fmla="*/ 5873 w 10000"/>
              <a:gd name="connsiteY4-5226" fmla="*/ 9138 h 9138"/>
              <a:gd name="connsiteX5-5227" fmla="*/ 5873 w 10000"/>
              <a:gd name="connsiteY5-5228" fmla="*/ 9138 h 9138"/>
              <a:gd name="connsiteX6-5229" fmla="*/ 5398 w 10000"/>
              <a:gd name="connsiteY6-5230" fmla="*/ 8940 h 9138"/>
              <a:gd name="connsiteX7-5231" fmla="*/ 5001 w 10000"/>
              <a:gd name="connsiteY7-5232" fmla="*/ 8774 h 9138"/>
              <a:gd name="connsiteX8-5233" fmla="*/ 5001 w 10000"/>
              <a:gd name="connsiteY8-5234" fmla="*/ 8410 h 9138"/>
              <a:gd name="connsiteX9-5235" fmla="*/ 4603 w 10000"/>
              <a:gd name="connsiteY9-5236" fmla="*/ 8078 h 9138"/>
              <a:gd name="connsiteX10-5237" fmla="*/ 4127 w 10000"/>
              <a:gd name="connsiteY10-5238" fmla="*/ 7714 h 9138"/>
              <a:gd name="connsiteX11-5239" fmla="*/ 3334 w 10000"/>
              <a:gd name="connsiteY11-5240" fmla="*/ 7183 h 9138"/>
              <a:gd name="connsiteX12-5241" fmla="*/ 2460 w 10000"/>
              <a:gd name="connsiteY12-5242" fmla="*/ 6853 h 9138"/>
              <a:gd name="connsiteX13-5243" fmla="*/ 1667 w 10000"/>
              <a:gd name="connsiteY13-5244" fmla="*/ 6687 h 9138"/>
              <a:gd name="connsiteX14-5245" fmla="*/ 1190 w 10000"/>
              <a:gd name="connsiteY14-5246" fmla="*/ 6488 h 9138"/>
              <a:gd name="connsiteX15-5247" fmla="*/ 794 w 10000"/>
              <a:gd name="connsiteY15-5248" fmla="*/ 6323 h 9138"/>
              <a:gd name="connsiteX16-5249" fmla="*/ 397 w 10000"/>
              <a:gd name="connsiteY16-5250" fmla="*/ 6323 h 9138"/>
              <a:gd name="connsiteX17-5251" fmla="*/ 0 w 10000"/>
              <a:gd name="connsiteY17-5252" fmla="*/ 6158 h 9138"/>
              <a:gd name="connsiteX18-5253" fmla="*/ 0 w 10000"/>
              <a:gd name="connsiteY18-5254" fmla="*/ 6158 h 9138"/>
              <a:gd name="connsiteX19-5255" fmla="*/ 0 w 10000"/>
              <a:gd name="connsiteY19-5256" fmla="*/ 6158 h 9138"/>
              <a:gd name="connsiteX20-5257" fmla="*/ 0 w 10000"/>
              <a:gd name="connsiteY20-5258" fmla="*/ 5959 h 9138"/>
              <a:gd name="connsiteX21-5259" fmla="*/ 0 w 10000"/>
              <a:gd name="connsiteY21-5260" fmla="*/ 5959 h 9138"/>
              <a:gd name="connsiteX22-5261" fmla="*/ 0 w 10000"/>
              <a:gd name="connsiteY22-5262" fmla="*/ 5959 h 9138"/>
              <a:gd name="connsiteX23-5263" fmla="*/ 397 w 10000"/>
              <a:gd name="connsiteY23-5264" fmla="*/ 5959 h 9138"/>
              <a:gd name="connsiteX24-5265" fmla="*/ 397 w 10000"/>
              <a:gd name="connsiteY24-5266" fmla="*/ 5959 h 9138"/>
              <a:gd name="connsiteX25-5267" fmla="*/ 794 w 10000"/>
              <a:gd name="connsiteY25-5268" fmla="*/ 5959 h 9138"/>
              <a:gd name="connsiteX26-5269" fmla="*/ 1190 w 10000"/>
              <a:gd name="connsiteY26-5270" fmla="*/ 5959 h 9138"/>
              <a:gd name="connsiteX27-5271" fmla="*/ 2064 w 10000"/>
              <a:gd name="connsiteY27-5272" fmla="*/ 6158 h 9138"/>
              <a:gd name="connsiteX28-5273" fmla="*/ 2460 w 10000"/>
              <a:gd name="connsiteY28-5274" fmla="*/ 6158 h 9138"/>
              <a:gd name="connsiteX29-5275" fmla="*/ 3731 w 10000"/>
              <a:gd name="connsiteY29-5276" fmla="*/ 6158 h 9138"/>
              <a:gd name="connsiteX30-5277" fmla="*/ 5001 w 10000"/>
              <a:gd name="connsiteY30-5278" fmla="*/ 6158 h 9138"/>
              <a:gd name="connsiteX31-5279" fmla="*/ 5873 w 10000"/>
              <a:gd name="connsiteY31-5280" fmla="*/ 6158 h 9138"/>
              <a:gd name="connsiteX32-5281" fmla="*/ 6270 w 10000"/>
              <a:gd name="connsiteY32-5282" fmla="*/ 6158 h 9138"/>
              <a:gd name="connsiteX33-5283" fmla="*/ 6667 w 10000"/>
              <a:gd name="connsiteY33-5284" fmla="*/ 6158 h 9138"/>
              <a:gd name="connsiteX34-5285" fmla="*/ 6667 w 10000"/>
              <a:gd name="connsiteY34-5286" fmla="*/ 5959 h 9138"/>
              <a:gd name="connsiteX35-5287" fmla="*/ 6667 w 10000"/>
              <a:gd name="connsiteY35-5288" fmla="*/ 5795 h 9138"/>
              <a:gd name="connsiteX36-5289" fmla="*/ 6667 w 10000"/>
              <a:gd name="connsiteY36-5290" fmla="*/ 5628 h 9138"/>
              <a:gd name="connsiteX37-5291" fmla="*/ 7063 w 10000"/>
              <a:gd name="connsiteY37-5292" fmla="*/ 5264 h 9138"/>
              <a:gd name="connsiteX38-5293" fmla="*/ 7063 w 10000"/>
              <a:gd name="connsiteY38-5294" fmla="*/ 4933 h 9138"/>
              <a:gd name="connsiteX39-5295" fmla="*/ 7063 w 10000"/>
              <a:gd name="connsiteY39-5296" fmla="*/ 4568 h 9138"/>
              <a:gd name="connsiteX40-5297" fmla="*/ 7063 w 10000"/>
              <a:gd name="connsiteY40-5298" fmla="*/ 4204 h 9138"/>
              <a:gd name="connsiteX41-5299" fmla="*/ 7063 w 10000"/>
              <a:gd name="connsiteY41-5300" fmla="*/ 3343 h 9138"/>
              <a:gd name="connsiteX42-5301" fmla="*/ 7063 w 10000"/>
              <a:gd name="connsiteY42-5302" fmla="*/ 2648 h 9138"/>
              <a:gd name="connsiteX43-5303" fmla="*/ 7063 w 10000"/>
              <a:gd name="connsiteY43-5304" fmla="*/ 1951 h 9138"/>
              <a:gd name="connsiteX44-5305" fmla="*/ 7063 w 10000"/>
              <a:gd name="connsiteY44-5306" fmla="*/ 1423 h 9138"/>
              <a:gd name="connsiteX45-5307" fmla="*/ 7063 w 10000"/>
              <a:gd name="connsiteY45-5308" fmla="*/ 1058 h 9138"/>
              <a:gd name="connsiteX46-5309" fmla="*/ 7063 w 10000"/>
              <a:gd name="connsiteY46-5310" fmla="*/ 727 h 9138"/>
              <a:gd name="connsiteX47-5311" fmla="*/ 7063 w 10000"/>
              <a:gd name="connsiteY47-5312" fmla="*/ 363 h 9138"/>
              <a:gd name="connsiteX48-5313" fmla="*/ 7063 w 10000"/>
              <a:gd name="connsiteY48-5314" fmla="*/ 0 h 9138"/>
              <a:gd name="connsiteX49-5315" fmla="*/ 10000 w 10000"/>
              <a:gd name="connsiteY49-5316" fmla="*/ 196 h 9138"/>
              <a:gd name="connsiteX50-5317" fmla="*/ 10000 w 10000"/>
              <a:gd name="connsiteY50-5318" fmla="*/ 892 h 9138"/>
              <a:gd name="connsiteX51-5319" fmla="*/ 10000 w 10000"/>
              <a:gd name="connsiteY51-5320" fmla="*/ 2118 h 9138"/>
              <a:gd name="connsiteX52-5321" fmla="*/ 10000 w 10000"/>
              <a:gd name="connsiteY52-5322" fmla="*/ 3178 h 9138"/>
              <a:gd name="connsiteX53-5323" fmla="*/ 10000 w 10000"/>
              <a:gd name="connsiteY53-5324" fmla="*/ 4040 h 9138"/>
              <a:gd name="connsiteX54-5325" fmla="*/ 10000 w 10000"/>
              <a:gd name="connsiteY54-5326" fmla="*/ 4933 h 9138"/>
              <a:gd name="connsiteX55-5327" fmla="*/ 10000 w 10000"/>
              <a:gd name="connsiteY55-5328" fmla="*/ 5628 h 9138"/>
              <a:gd name="connsiteX56-5329" fmla="*/ 10000 w 10000"/>
              <a:gd name="connsiteY56-5330" fmla="*/ 6158 h 9138"/>
              <a:gd name="connsiteX57-5331" fmla="*/ 10000 w 10000"/>
              <a:gd name="connsiteY57-5332" fmla="*/ 6687 h 9138"/>
              <a:gd name="connsiteX58-5333" fmla="*/ 10000 w 10000"/>
              <a:gd name="connsiteY58-5334" fmla="*/ 6853 h 9138"/>
              <a:gd name="connsiteX59-5335" fmla="*/ 10000 w 10000"/>
              <a:gd name="connsiteY59-5336" fmla="*/ 7020 h 9138"/>
              <a:gd name="connsiteX60-5337" fmla="*/ 9604 w 10000"/>
              <a:gd name="connsiteY60-5338" fmla="*/ 7548 h 9138"/>
              <a:gd name="connsiteX61-5339" fmla="*/ 9207 w 10000"/>
              <a:gd name="connsiteY61-5340" fmla="*/ 7914 h 9138"/>
              <a:gd name="connsiteX62-5341" fmla="*/ 8730 w 10000"/>
              <a:gd name="connsiteY62-5342" fmla="*/ 8410 h 9138"/>
              <a:gd name="connsiteX63-5343" fmla="*/ 7937 w 10000"/>
              <a:gd name="connsiteY63-5344" fmla="*/ 8607 h 9138"/>
              <a:gd name="connsiteX64-5345" fmla="*/ 7937 w 10000"/>
              <a:gd name="connsiteY64-5346" fmla="*/ 8607 h 9138"/>
              <a:gd name="connsiteX0-5347" fmla="*/ 7937 w 10000"/>
              <a:gd name="connsiteY0-5348" fmla="*/ 9419 h 10000"/>
              <a:gd name="connsiteX1-5349" fmla="*/ 7540 w 10000"/>
              <a:gd name="connsiteY1-5350" fmla="*/ 9783 h 10000"/>
              <a:gd name="connsiteX2-5351" fmla="*/ 7063 w 10000"/>
              <a:gd name="connsiteY2-5352" fmla="*/ 10000 h 10000"/>
              <a:gd name="connsiteX3-5353" fmla="*/ 6667 w 10000"/>
              <a:gd name="connsiteY3-5354" fmla="*/ 10000 h 10000"/>
              <a:gd name="connsiteX4-5355" fmla="*/ 5873 w 10000"/>
              <a:gd name="connsiteY4-5356" fmla="*/ 10000 h 10000"/>
              <a:gd name="connsiteX5-5357" fmla="*/ 5873 w 10000"/>
              <a:gd name="connsiteY5-5358" fmla="*/ 10000 h 10000"/>
              <a:gd name="connsiteX6-5359" fmla="*/ 5398 w 10000"/>
              <a:gd name="connsiteY6-5360" fmla="*/ 9783 h 10000"/>
              <a:gd name="connsiteX7-5361" fmla="*/ 5001 w 10000"/>
              <a:gd name="connsiteY7-5362" fmla="*/ 9602 h 10000"/>
              <a:gd name="connsiteX8-5363" fmla="*/ 5001 w 10000"/>
              <a:gd name="connsiteY8-5364" fmla="*/ 9203 h 10000"/>
              <a:gd name="connsiteX9-5365" fmla="*/ 4603 w 10000"/>
              <a:gd name="connsiteY9-5366" fmla="*/ 8840 h 10000"/>
              <a:gd name="connsiteX10-5367" fmla="*/ 4127 w 10000"/>
              <a:gd name="connsiteY10-5368" fmla="*/ 8442 h 10000"/>
              <a:gd name="connsiteX11-5369" fmla="*/ 3334 w 10000"/>
              <a:gd name="connsiteY11-5370" fmla="*/ 7861 h 10000"/>
              <a:gd name="connsiteX12-5371" fmla="*/ 2460 w 10000"/>
              <a:gd name="connsiteY12-5372" fmla="*/ 7499 h 10000"/>
              <a:gd name="connsiteX13-5373" fmla="*/ 1667 w 10000"/>
              <a:gd name="connsiteY13-5374" fmla="*/ 7318 h 10000"/>
              <a:gd name="connsiteX14-5375" fmla="*/ 1190 w 10000"/>
              <a:gd name="connsiteY14-5376" fmla="*/ 7100 h 10000"/>
              <a:gd name="connsiteX15-5377" fmla="*/ 794 w 10000"/>
              <a:gd name="connsiteY15-5378" fmla="*/ 6919 h 10000"/>
              <a:gd name="connsiteX16-5379" fmla="*/ 397 w 10000"/>
              <a:gd name="connsiteY16-5380" fmla="*/ 6919 h 10000"/>
              <a:gd name="connsiteX17-5381" fmla="*/ 0 w 10000"/>
              <a:gd name="connsiteY17-5382" fmla="*/ 6739 h 10000"/>
              <a:gd name="connsiteX18-5383" fmla="*/ 0 w 10000"/>
              <a:gd name="connsiteY18-5384" fmla="*/ 6739 h 10000"/>
              <a:gd name="connsiteX19-5385" fmla="*/ 0 w 10000"/>
              <a:gd name="connsiteY19-5386" fmla="*/ 6739 h 10000"/>
              <a:gd name="connsiteX20-5387" fmla="*/ 0 w 10000"/>
              <a:gd name="connsiteY20-5388" fmla="*/ 6521 h 10000"/>
              <a:gd name="connsiteX21-5389" fmla="*/ 0 w 10000"/>
              <a:gd name="connsiteY21-5390" fmla="*/ 6521 h 10000"/>
              <a:gd name="connsiteX22-5391" fmla="*/ 0 w 10000"/>
              <a:gd name="connsiteY22-5392" fmla="*/ 6521 h 10000"/>
              <a:gd name="connsiteX23-5393" fmla="*/ 397 w 10000"/>
              <a:gd name="connsiteY23-5394" fmla="*/ 6521 h 10000"/>
              <a:gd name="connsiteX24-5395" fmla="*/ 397 w 10000"/>
              <a:gd name="connsiteY24-5396" fmla="*/ 6521 h 10000"/>
              <a:gd name="connsiteX25-5397" fmla="*/ 794 w 10000"/>
              <a:gd name="connsiteY25-5398" fmla="*/ 6521 h 10000"/>
              <a:gd name="connsiteX26-5399" fmla="*/ 1190 w 10000"/>
              <a:gd name="connsiteY26-5400" fmla="*/ 6521 h 10000"/>
              <a:gd name="connsiteX27-5401" fmla="*/ 2064 w 10000"/>
              <a:gd name="connsiteY27-5402" fmla="*/ 6739 h 10000"/>
              <a:gd name="connsiteX28-5403" fmla="*/ 2460 w 10000"/>
              <a:gd name="connsiteY28-5404" fmla="*/ 6739 h 10000"/>
              <a:gd name="connsiteX29-5405" fmla="*/ 3731 w 10000"/>
              <a:gd name="connsiteY29-5406" fmla="*/ 6739 h 10000"/>
              <a:gd name="connsiteX30-5407" fmla="*/ 5001 w 10000"/>
              <a:gd name="connsiteY30-5408" fmla="*/ 6739 h 10000"/>
              <a:gd name="connsiteX31-5409" fmla="*/ 5873 w 10000"/>
              <a:gd name="connsiteY31-5410" fmla="*/ 6739 h 10000"/>
              <a:gd name="connsiteX32-5411" fmla="*/ 6270 w 10000"/>
              <a:gd name="connsiteY32-5412" fmla="*/ 6739 h 10000"/>
              <a:gd name="connsiteX33-5413" fmla="*/ 6667 w 10000"/>
              <a:gd name="connsiteY33-5414" fmla="*/ 6739 h 10000"/>
              <a:gd name="connsiteX34-5415" fmla="*/ 6667 w 10000"/>
              <a:gd name="connsiteY34-5416" fmla="*/ 6521 h 10000"/>
              <a:gd name="connsiteX35-5417" fmla="*/ 6667 w 10000"/>
              <a:gd name="connsiteY35-5418" fmla="*/ 6342 h 10000"/>
              <a:gd name="connsiteX36-5419" fmla="*/ 6667 w 10000"/>
              <a:gd name="connsiteY36-5420" fmla="*/ 6159 h 10000"/>
              <a:gd name="connsiteX37-5421" fmla="*/ 7063 w 10000"/>
              <a:gd name="connsiteY37-5422" fmla="*/ 5761 h 10000"/>
              <a:gd name="connsiteX38-5423" fmla="*/ 7063 w 10000"/>
              <a:gd name="connsiteY38-5424" fmla="*/ 5398 h 10000"/>
              <a:gd name="connsiteX39-5425" fmla="*/ 7063 w 10000"/>
              <a:gd name="connsiteY39-5426" fmla="*/ 4999 h 10000"/>
              <a:gd name="connsiteX40-5427" fmla="*/ 7063 w 10000"/>
              <a:gd name="connsiteY40-5428" fmla="*/ 4601 h 10000"/>
              <a:gd name="connsiteX41-5429" fmla="*/ 7063 w 10000"/>
              <a:gd name="connsiteY41-5430" fmla="*/ 3658 h 10000"/>
              <a:gd name="connsiteX42-5431" fmla="*/ 7063 w 10000"/>
              <a:gd name="connsiteY42-5432" fmla="*/ 2898 h 10000"/>
              <a:gd name="connsiteX43-5433" fmla="*/ 7063 w 10000"/>
              <a:gd name="connsiteY43-5434" fmla="*/ 2135 h 10000"/>
              <a:gd name="connsiteX44-5435" fmla="*/ 7063 w 10000"/>
              <a:gd name="connsiteY44-5436" fmla="*/ 1557 h 10000"/>
              <a:gd name="connsiteX45-5437" fmla="*/ 7063 w 10000"/>
              <a:gd name="connsiteY45-5438" fmla="*/ 1158 h 10000"/>
              <a:gd name="connsiteX46-5439" fmla="*/ 7063 w 10000"/>
              <a:gd name="connsiteY46-5440" fmla="*/ 796 h 10000"/>
              <a:gd name="connsiteX47-5441" fmla="*/ 7063 w 10000"/>
              <a:gd name="connsiteY47-5442" fmla="*/ 397 h 10000"/>
              <a:gd name="connsiteX48-5443" fmla="*/ 7063 w 10000"/>
              <a:gd name="connsiteY48-5444" fmla="*/ 0 h 10000"/>
              <a:gd name="connsiteX49-5445" fmla="*/ 10000 w 10000"/>
              <a:gd name="connsiteY49-5446" fmla="*/ 976 h 10000"/>
              <a:gd name="connsiteX50-5447" fmla="*/ 10000 w 10000"/>
              <a:gd name="connsiteY50-5448" fmla="*/ 2318 h 10000"/>
              <a:gd name="connsiteX51-5449" fmla="*/ 10000 w 10000"/>
              <a:gd name="connsiteY51-5450" fmla="*/ 3478 h 10000"/>
              <a:gd name="connsiteX52-5451" fmla="*/ 10000 w 10000"/>
              <a:gd name="connsiteY52-5452" fmla="*/ 4421 h 10000"/>
              <a:gd name="connsiteX53-5453" fmla="*/ 10000 w 10000"/>
              <a:gd name="connsiteY53-5454" fmla="*/ 5398 h 10000"/>
              <a:gd name="connsiteX54-5455" fmla="*/ 10000 w 10000"/>
              <a:gd name="connsiteY54-5456" fmla="*/ 6159 h 10000"/>
              <a:gd name="connsiteX55-5457" fmla="*/ 10000 w 10000"/>
              <a:gd name="connsiteY55-5458" fmla="*/ 6739 h 10000"/>
              <a:gd name="connsiteX56-5459" fmla="*/ 10000 w 10000"/>
              <a:gd name="connsiteY56-5460" fmla="*/ 7318 h 10000"/>
              <a:gd name="connsiteX57-5461" fmla="*/ 10000 w 10000"/>
              <a:gd name="connsiteY57-5462" fmla="*/ 7499 h 10000"/>
              <a:gd name="connsiteX58-5463" fmla="*/ 10000 w 10000"/>
              <a:gd name="connsiteY58-5464" fmla="*/ 7682 h 10000"/>
              <a:gd name="connsiteX59-5465" fmla="*/ 9604 w 10000"/>
              <a:gd name="connsiteY59-5466" fmla="*/ 8260 h 10000"/>
              <a:gd name="connsiteX60-5467" fmla="*/ 9207 w 10000"/>
              <a:gd name="connsiteY60-5468" fmla="*/ 8661 h 10000"/>
              <a:gd name="connsiteX61-5469" fmla="*/ 8730 w 10000"/>
              <a:gd name="connsiteY61-5470" fmla="*/ 9203 h 10000"/>
              <a:gd name="connsiteX62-5471" fmla="*/ 7937 w 10000"/>
              <a:gd name="connsiteY62-5472" fmla="*/ 9419 h 10000"/>
              <a:gd name="connsiteX63-5473" fmla="*/ 7937 w 10000"/>
              <a:gd name="connsiteY63-5474" fmla="*/ 9419 h 10000"/>
              <a:gd name="connsiteX0-5475" fmla="*/ 7937 w 10000"/>
              <a:gd name="connsiteY0-5476" fmla="*/ 9419 h 10000"/>
              <a:gd name="connsiteX1-5477" fmla="*/ 7540 w 10000"/>
              <a:gd name="connsiteY1-5478" fmla="*/ 9783 h 10000"/>
              <a:gd name="connsiteX2-5479" fmla="*/ 7063 w 10000"/>
              <a:gd name="connsiteY2-5480" fmla="*/ 10000 h 10000"/>
              <a:gd name="connsiteX3-5481" fmla="*/ 6667 w 10000"/>
              <a:gd name="connsiteY3-5482" fmla="*/ 10000 h 10000"/>
              <a:gd name="connsiteX4-5483" fmla="*/ 5873 w 10000"/>
              <a:gd name="connsiteY4-5484" fmla="*/ 10000 h 10000"/>
              <a:gd name="connsiteX5-5485" fmla="*/ 5873 w 10000"/>
              <a:gd name="connsiteY5-5486" fmla="*/ 10000 h 10000"/>
              <a:gd name="connsiteX6-5487" fmla="*/ 5398 w 10000"/>
              <a:gd name="connsiteY6-5488" fmla="*/ 9783 h 10000"/>
              <a:gd name="connsiteX7-5489" fmla="*/ 5001 w 10000"/>
              <a:gd name="connsiteY7-5490" fmla="*/ 9602 h 10000"/>
              <a:gd name="connsiteX8-5491" fmla="*/ 5001 w 10000"/>
              <a:gd name="connsiteY8-5492" fmla="*/ 9203 h 10000"/>
              <a:gd name="connsiteX9-5493" fmla="*/ 4603 w 10000"/>
              <a:gd name="connsiteY9-5494" fmla="*/ 8840 h 10000"/>
              <a:gd name="connsiteX10-5495" fmla="*/ 4127 w 10000"/>
              <a:gd name="connsiteY10-5496" fmla="*/ 8442 h 10000"/>
              <a:gd name="connsiteX11-5497" fmla="*/ 3334 w 10000"/>
              <a:gd name="connsiteY11-5498" fmla="*/ 7861 h 10000"/>
              <a:gd name="connsiteX12-5499" fmla="*/ 2460 w 10000"/>
              <a:gd name="connsiteY12-5500" fmla="*/ 7499 h 10000"/>
              <a:gd name="connsiteX13-5501" fmla="*/ 1667 w 10000"/>
              <a:gd name="connsiteY13-5502" fmla="*/ 7318 h 10000"/>
              <a:gd name="connsiteX14-5503" fmla="*/ 1190 w 10000"/>
              <a:gd name="connsiteY14-5504" fmla="*/ 7100 h 10000"/>
              <a:gd name="connsiteX15-5505" fmla="*/ 794 w 10000"/>
              <a:gd name="connsiteY15-5506" fmla="*/ 6919 h 10000"/>
              <a:gd name="connsiteX16-5507" fmla="*/ 397 w 10000"/>
              <a:gd name="connsiteY16-5508" fmla="*/ 6919 h 10000"/>
              <a:gd name="connsiteX17-5509" fmla="*/ 0 w 10000"/>
              <a:gd name="connsiteY17-5510" fmla="*/ 6739 h 10000"/>
              <a:gd name="connsiteX18-5511" fmla="*/ 0 w 10000"/>
              <a:gd name="connsiteY18-5512" fmla="*/ 6739 h 10000"/>
              <a:gd name="connsiteX19-5513" fmla="*/ 0 w 10000"/>
              <a:gd name="connsiteY19-5514" fmla="*/ 6739 h 10000"/>
              <a:gd name="connsiteX20-5515" fmla="*/ 0 w 10000"/>
              <a:gd name="connsiteY20-5516" fmla="*/ 6521 h 10000"/>
              <a:gd name="connsiteX21-5517" fmla="*/ 0 w 10000"/>
              <a:gd name="connsiteY21-5518" fmla="*/ 6521 h 10000"/>
              <a:gd name="connsiteX22-5519" fmla="*/ 0 w 10000"/>
              <a:gd name="connsiteY22-5520" fmla="*/ 6521 h 10000"/>
              <a:gd name="connsiteX23-5521" fmla="*/ 397 w 10000"/>
              <a:gd name="connsiteY23-5522" fmla="*/ 6521 h 10000"/>
              <a:gd name="connsiteX24-5523" fmla="*/ 397 w 10000"/>
              <a:gd name="connsiteY24-5524" fmla="*/ 6521 h 10000"/>
              <a:gd name="connsiteX25-5525" fmla="*/ 794 w 10000"/>
              <a:gd name="connsiteY25-5526" fmla="*/ 6521 h 10000"/>
              <a:gd name="connsiteX26-5527" fmla="*/ 1190 w 10000"/>
              <a:gd name="connsiteY26-5528" fmla="*/ 6521 h 10000"/>
              <a:gd name="connsiteX27-5529" fmla="*/ 2064 w 10000"/>
              <a:gd name="connsiteY27-5530" fmla="*/ 6739 h 10000"/>
              <a:gd name="connsiteX28-5531" fmla="*/ 2460 w 10000"/>
              <a:gd name="connsiteY28-5532" fmla="*/ 6739 h 10000"/>
              <a:gd name="connsiteX29-5533" fmla="*/ 3731 w 10000"/>
              <a:gd name="connsiteY29-5534" fmla="*/ 6739 h 10000"/>
              <a:gd name="connsiteX30-5535" fmla="*/ 5001 w 10000"/>
              <a:gd name="connsiteY30-5536" fmla="*/ 6739 h 10000"/>
              <a:gd name="connsiteX31-5537" fmla="*/ 5873 w 10000"/>
              <a:gd name="connsiteY31-5538" fmla="*/ 6739 h 10000"/>
              <a:gd name="connsiteX32-5539" fmla="*/ 6270 w 10000"/>
              <a:gd name="connsiteY32-5540" fmla="*/ 6739 h 10000"/>
              <a:gd name="connsiteX33-5541" fmla="*/ 6667 w 10000"/>
              <a:gd name="connsiteY33-5542" fmla="*/ 6739 h 10000"/>
              <a:gd name="connsiteX34-5543" fmla="*/ 6667 w 10000"/>
              <a:gd name="connsiteY34-5544" fmla="*/ 6521 h 10000"/>
              <a:gd name="connsiteX35-5545" fmla="*/ 6667 w 10000"/>
              <a:gd name="connsiteY35-5546" fmla="*/ 6342 h 10000"/>
              <a:gd name="connsiteX36-5547" fmla="*/ 6667 w 10000"/>
              <a:gd name="connsiteY36-5548" fmla="*/ 6159 h 10000"/>
              <a:gd name="connsiteX37-5549" fmla="*/ 7063 w 10000"/>
              <a:gd name="connsiteY37-5550" fmla="*/ 5761 h 10000"/>
              <a:gd name="connsiteX38-5551" fmla="*/ 7063 w 10000"/>
              <a:gd name="connsiteY38-5552" fmla="*/ 5398 h 10000"/>
              <a:gd name="connsiteX39-5553" fmla="*/ 7063 w 10000"/>
              <a:gd name="connsiteY39-5554" fmla="*/ 4999 h 10000"/>
              <a:gd name="connsiteX40-5555" fmla="*/ 7063 w 10000"/>
              <a:gd name="connsiteY40-5556" fmla="*/ 4601 h 10000"/>
              <a:gd name="connsiteX41-5557" fmla="*/ 7063 w 10000"/>
              <a:gd name="connsiteY41-5558" fmla="*/ 3658 h 10000"/>
              <a:gd name="connsiteX42-5559" fmla="*/ 7063 w 10000"/>
              <a:gd name="connsiteY42-5560" fmla="*/ 2898 h 10000"/>
              <a:gd name="connsiteX43-5561" fmla="*/ 7063 w 10000"/>
              <a:gd name="connsiteY43-5562" fmla="*/ 2135 h 10000"/>
              <a:gd name="connsiteX44-5563" fmla="*/ 7063 w 10000"/>
              <a:gd name="connsiteY44-5564" fmla="*/ 1557 h 10000"/>
              <a:gd name="connsiteX45-5565" fmla="*/ 7063 w 10000"/>
              <a:gd name="connsiteY45-5566" fmla="*/ 1158 h 10000"/>
              <a:gd name="connsiteX46-5567" fmla="*/ 7063 w 10000"/>
              <a:gd name="connsiteY46-5568" fmla="*/ 796 h 10000"/>
              <a:gd name="connsiteX47-5569" fmla="*/ 7063 w 10000"/>
              <a:gd name="connsiteY47-5570" fmla="*/ 397 h 10000"/>
              <a:gd name="connsiteX48-5571" fmla="*/ 7063 w 10000"/>
              <a:gd name="connsiteY48-5572" fmla="*/ 0 h 10000"/>
              <a:gd name="connsiteX49-5573" fmla="*/ 10000 w 10000"/>
              <a:gd name="connsiteY49-5574" fmla="*/ 2318 h 10000"/>
              <a:gd name="connsiteX50-5575" fmla="*/ 10000 w 10000"/>
              <a:gd name="connsiteY50-5576" fmla="*/ 3478 h 10000"/>
              <a:gd name="connsiteX51-5577" fmla="*/ 10000 w 10000"/>
              <a:gd name="connsiteY51-5578" fmla="*/ 4421 h 10000"/>
              <a:gd name="connsiteX52-5579" fmla="*/ 10000 w 10000"/>
              <a:gd name="connsiteY52-5580" fmla="*/ 5398 h 10000"/>
              <a:gd name="connsiteX53-5581" fmla="*/ 10000 w 10000"/>
              <a:gd name="connsiteY53-5582" fmla="*/ 6159 h 10000"/>
              <a:gd name="connsiteX54-5583" fmla="*/ 10000 w 10000"/>
              <a:gd name="connsiteY54-5584" fmla="*/ 6739 h 10000"/>
              <a:gd name="connsiteX55-5585" fmla="*/ 10000 w 10000"/>
              <a:gd name="connsiteY55-5586" fmla="*/ 7318 h 10000"/>
              <a:gd name="connsiteX56-5587" fmla="*/ 10000 w 10000"/>
              <a:gd name="connsiteY56-5588" fmla="*/ 7499 h 10000"/>
              <a:gd name="connsiteX57-5589" fmla="*/ 10000 w 10000"/>
              <a:gd name="connsiteY57-5590" fmla="*/ 7682 h 10000"/>
              <a:gd name="connsiteX58-5591" fmla="*/ 9604 w 10000"/>
              <a:gd name="connsiteY58-5592" fmla="*/ 8260 h 10000"/>
              <a:gd name="connsiteX59-5593" fmla="*/ 9207 w 10000"/>
              <a:gd name="connsiteY59-5594" fmla="*/ 8661 h 10000"/>
              <a:gd name="connsiteX60-5595" fmla="*/ 8730 w 10000"/>
              <a:gd name="connsiteY60-5596" fmla="*/ 9203 h 10000"/>
              <a:gd name="connsiteX61-5597" fmla="*/ 7937 w 10000"/>
              <a:gd name="connsiteY61-5598" fmla="*/ 9419 h 10000"/>
              <a:gd name="connsiteX62-5599" fmla="*/ 7937 w 10000"/>
              <a:gd name="connsiteY62-5600" fmla="*/ 9419 h 10000"/>
              <a:gd name="connsiteX0-5601" fmla="*/ 7937 w 10000"/>
              <a:gd name="connsiteY0-5602" fmla="*/ 9022 h 9603"/>
              <a:gd name="connsiteX1-5603" fmla="*/ 7540 w 10000"/>
              <a:gd name="connsiteY1-5604" fmla="*/ 9386 h 9603"/>
              <a:gd name="connsiteX2-5605" fmla="*/ 7063 w 10000"/>
              <a:gd name="connsiteY2-5606" fmla="*/ 9603 h 9603"/>
              <a:gd name="connsiteX3-5607" fmla="*/ 6667 w 10000"/>
              <a:gd name="connsiteY3-5608" fmla="*/ 9603 h 9603"/>
              <a:gd name="connsiteX4-5609" fmla="*/ 5873 w 10000"/>
              <a:gd name="connsiteY4-5610" fmla="*/ 9603 h 9603"/>
              <a:gd name="connsiteX5-5611" fmla="*/ 5873 w 10000"/>
              <a:gd name="connsiteY5-5612" fmla="*/ 9603 h 9603"/>
              <a:gd name="connsiteX6-5613" fmla="*/ 5398 w 10000"/>
              <a:gd name="connsiteY6-5614" fmla="*/ 9386 h 9603"/>
              <a:gd name="connsiteX7-5615" fmla="*/ 5001 w 10000"/>
              <a:gd name="connsiteY7-5616" fmla="*/ 9205 h 9603"/>
              <a:gd name="connsiteX8-5617" fmla="*/ 5001 w 10000"/>
              <a:gd name="connsiteY8-5618" fmla="*/ 8806 h 9603"/>
              <a:gd name="connsiteX9-5619" fmla="*/ 4603 w 10000"/>
              <a:gd name="connsiteY9-5620" fmla="*/ 8443 h 9603"/>
              <a:gd name="connsiteX10-5621" fmla="*/ 4127 w 10000"/>
              <a:gd name="connsiteY10-5622" fmla="*/ 8045 h 9603"/>
              <a:gd name="connsiteX11-5623" fmla="*/ 3334 w 10000"/>
              <a:gd name="connsiteY11-5624" fmla="*/ 7464 h 9603"/>
              <a:gd name="connsiteX12-5625" fmla="*/ 2460 w 10000"/>
              <a:gd name="connsiteY12-5626" fmla="*/ 7102 h 9603"/>
              <a:gd name="connsiteX13-5627" fmla="*/ 1667 w 10000"/>
              <a:gd name="connsiteY13-5628" fmla="*/ 6921 h 9603"/>
              <a:gd name="connsiteX14-5629" fmla="*/ 1190 w 10000"/>
              <a:gd name="connsiteY14-5630" fmla="*/ 6703 h 9603"/>
              <a:gd name="connsiteX15-5631" fmla="*/ 794 w 10000"/>
              <a:gd name="connsiteY15-5632" fmla="*/ 6522 h 9603"/>
              <a:gd name="connsiteX16-5633" fmla="*/ 397 w 10000"/>
              <a:gd name="connsiteY16-5634" fmla="*/ 6522 h 9603"/>
              <a:gd name="connsiteX17-5635" fmla="*/ 0 w 10000"/>
              <a:gd name="connsiteY17-5636" fmla="*/ 6342 h 9603"/>
              <a:gd name="connsiteX18-5637" fmla="*/ 0 w 10000"/>
              <a:gd name="connsiteY18-5638" fmla="*/ 6342 h 9603"/>
              <a:gd name="connsiteX19-5639" fmla="*/ 0 w 10000"/>
              <a:gd name="connsiteY19-5640" fmla="*/ 6342 h 9603"/>
              <a:gd name="connsiteX20-5641" fmla="*/ 0 w 10000"/>
              <a:gd name="connsiteY20-5642" fmla="*/ 6124 h 9603"/>
              <a:gd name="connsiteX21-5643" fmla="*/ 0 w 10000"/>
              <a:gd name="connsiteY21-5644" fmla="*/ 6124 h 9603"/>
              <a:gd name="connsiteX22-5645" fmla="*/ 0 w 10000"/>
              <a:gd name="connsiteY22-5646" fmla="*/ 6124 h 9603"/>
              <a:gd name="connsiteX23-5647" fmla="*/ 397 w 10000"/>
              <a:gd name="connsiteY23-5648" fmla="*/ 6124 h 9603"/>
              <a:gd name="connsiteX24-5649" fmla="*/ 397 w 10000"/>
              <a:gd name="connsiteY24-5650" fmla="*/ 6124 h 9603"/>
              <a:gd name="connsiteX25-5651" fmla="*/ 794 w 10000"/>
              <a:gd name="connsiteY25-5652" fmla="*/ 6124 h 9603"/>
              <a:gd name="connsiteX26-5653" fmla="*/ 1190 w 10000"/>
              <a:gd name="connsiteY26-5654" fmla="*/ 6124 h 9603"/>
              <a:gd name="connsiteX27-5655" fmla="*/ 2064 w 10000"/>
              <a:gd name="connsiteY27-5656" fmla="*/ 6342 h 9603"/>
              <a:gd name="connsiteX28-5657" fmla="*/ 2460 w 10000"/>
              <a:gd name="connsiteY28-5658" fmla="*/ 6342 h 9603"/>
              <a:gd name="connsiteX29-5659" fmla="*/ 3731 w 10000"/>
              <a:gd name="connsiteY29-5660" fmla="*/ 6342 h 9603"/>
              <a:gd name="connsiteX30-5661" fmla="*/ 5001 w 10000"/>
              <a:gd name="connsiteY30-5662" fmla="*/ 6342 h 9603"/>
              <a:gd name="connsiteX31-5663" fmla="*/ 5873 w 10000"/>
              <a:gd name="connsiteY31-5664" fmla="*/ 6342 h 9603"/>
              <a:gd name="connsiteX32-5665" fmla="*/ 6270 w 10000"/>
              <a:gd name="connsiteY32-5666" fmla="*/ 6342 h 9603"/>
              <a:gd name="connsiteX33-5667" fmla="*/ 6667 w 10000"/>
              <a:gd name="connsiteY33-5668" fmla="*/ 6342 h 9603"/>
              <a:gd name="connsiteX34-5669" fmla="*/ 6667 w 10000"/>
              <a:gd name="connsiteY34-5670" fmla="*/ 6124 h 9603"/>
              <a:gd name="connsiteX35-5671" fmla="*/ 6667 w 10000"/>
              <a:gd name="connsiteY35-5672" fmla="*/ 5945 h 9603"/>
              <a:gd name="connsiteX36-5673" fmla="*/ 6667 w 10000"/>
              <a:gd name="connsiteY36-5674" fmla="*/ 5762 h 9603"/>
              <a:gd name="connsiteX37-5675" fmla="*/ 7063 w 10000"/>
              <a:gd name="connsiteY37-5676" fmla="*/ 5364 h 9603"/>
              <a:gd name="connsiteX38-5677" fmla="*/ 7063 w 10000"/>
              <a:gd name="connsiteY38-5678" fmla="*/ 5001 h 9603"/>
              <a:gd name="connsiteX39-5679" fmla="*/ 7063 w 10000"/>
              <a:gd name="connsiteY39-5680" fmla="*/ 4602 h 9603"/>
              <a:gd name="connsiteX40-5681" fmla="*/ 7063 w 10000"/>
              <a:gd name="connsiteY40-5682" fmla="*/ 4204 h 9603"/>
              <a:gd name="connsiteX41-5683" fmla="*/ 7063 w 10000"/>
              <a:gd name="connsiteY41-5684" fmla="*/ 3261 h 9603"/>
              <a:gd name="connsiteX42-5685" fmla="*/ 7063 w 10000"/>
              <a:gd name="connsiteY42-5686" fmla="*/ 2501 h 9603"/>
              <a:gd name="connsiteX43-5687" fmla="*/ 7063 w 10000"/>
              <a:gd name="connsiteY43-5688" fmla="*/ 1738 h 9603"/>
              <a:gd name="connsiteX44-5689" fmla="*/ 7063 w 10000"/>
              <a:gd name="connsiteY44-5690" fmla="*/ 1160 h 9603"/>
              <a:gd name="connsiteX45-5691" fmla="*/ 7063 w 10000"/>
              <a:gd name="connsiteY45-5692" fmla="*/ 761 h 9603"/>
              <a:gd name="connsiteX46-5693" fmla="*/ 7063 w 10000"/>
              <a:gd name="connsiteY46-5694" fmla="*/ 399 h 9603"/>
              <a:gd name="connsiteX47-5695" fmla="*/ 7063 w 10000"/>
              <a:gd name="connsiteY47-5696" fmla="*/ 0 h 9603"/>
              <a:gd name="connsiteX48-5697" fmla="*/ 10000 w 10000"/>
              <a:gd name="connsiteY48-5698" fmla="*/ 1921 h 9603"/>
              <a:gd name="connsiteX49-5699" fmla="*/ 10000 w 10000"/>
              <a:gd name="connsiteY49-5700" fmla="*/ 3081 h 9603"/>
              <a:gd name="connsiteX50-5701" fmla="*/ 10000 w 10000"/>
              <a:gd name="connsiteY50-5702" fmla="*/ 4024 h 9603"/>
              <a:gd name="connsiteX51-5703" fmla="*/ 10000 w 10000"/>
              <a:gd name="connsiteY51-5704" fmla="*/ 5001 h 9603"/>
              <a:gd name="connsiteX52-5705" fmla="*/ 10000 w 10000"/>
              <a:gd name="connsiteY52-5706" fmla="*/ 5762 h 9603"/>
              <a:gd name="connsiteX53-5707" fmla="*/ 10000 w 10000"/>
              <a:gd name="connsiteY53-5708" fmla="*/ 6342 h 9603"/>
              <a:gd name="connsiteX54-5709" fmla="*/ 10000 w 10000"/>
              <a:gd name="connsiteY54-5710" fmla="*/ 6921 h 9603"/>
              <a:gd name="connsiteX55-5711" fmla="*/ 10000 w 10000"/>
              <a:gd name="connsiteY55-5712" fmla="*/ 7102 h 9603"/>
              <a:gd name="connsiteX56-5713" fmla="*/ 10000 w 10000"/>
              <a:gd name="connsiteY56-5714" fmla="*/ 7285 h 9603"/>
              <a:gd name="connsiteX57-5715" fmla="*/ 9604 w 10000"/>
              <a:gd name="connsiteY57-5716" fmla="*/ 7863 h 9603"/>
              <a:gd name="connsiteX58-5717" fmla="*/ 9207 w 10000"/>
              <a:gd name="connsiteY58-5718" fmla="*/ 8264 h 9603"/>
              <a:gd name="connsiteX59-5719" fmla="*/ 8730 w 10000"/>
              <a:gd name="connsiteY59-5720" fmla="*/ 8806 h 9603"/>
              <a:gd name="connsiteX60-5721" fmla="*/ 7937 w 10000"/>
              <a:gd name="connsiteY60-5722" fmla="*/ 9022 h 9603"/>
              <a:gd name="connsiteX61-5723" fmla="*/ 7937 w 10000"/>
              <a:gd name="connsiteY61-5724" fmla="*/ 9022 h 9603"/>
              <a:gd name="connsiteX0-5725" fmla="*/ 7937 w 10000"/>
              <a:gd name="connsiteY0-5726" fmla="*/ 9395 h 10000"/>
              <a:gd name="connsiteX1-5727" fmla="*/ 7540 w 10000"/>
              <a:gd name="connsiteY1-5728" fmla="*/ 9774 h 10000"/>
              <a:gd name="connsiteX2-5729" fmla="*/ 7063 w 10000"/>
              <a:gd name="connsiteY2-5730" fmla="*/ 10000 h 10000"/>
              <a:gd name="connsiteX3-5731" fmla="*/ 6667 w 10000"/>
              <a:gd name="connsiteY3-5732" fmla="*/ 10000 h 10000"/>
              <a:gd name="connsiteX4-5733" fmla="*/ 5873 w 10000"/>
              <a:gd name="connsiteY4-5734" fmla="*/ 10000 h 10000"/>
              <a:gd name="connsiteX5-5735" fmla="*/ 5873 w 10000"/>
              <a:gd name="connsiteY5-5736" fmla="*/ 10000 h 10000"/>
              <a:gd name="connsiteX6-5737" fmla="*/ 5398 w 10000"/>
              <a:gd name="connsiteY6-5738" fmla="*/ 9774 h 10000"/>
              <a:gd name="connsiteX7-5739" fmla="*/ 5001 w 10000"/>
              <a:gd name="connsiteY7-5740" fmla="*/ 9586 h 10000"/>
              <a:gd name="connsiteX8-5741" fmla="*/ 5001 w 10000"/>
              <a:gd name="connsiteY8-5742" fmla="*/ 9170 h 10000"/>
              <a:gd name="connsiteX9-5743" fmla="*/ 4603 w 10000"/>
              <a:gd name="connsiteY9-5744" fmla="*/ 8792 h 10000"/>
              <a:gd name="connsiteX10-5745" fmla="*/ 4127 w 10000"/>
              <a:gd name="connsiteY10-5746" fmla="*/ 8378 h 10000"/>
              <a:gd name="connsiteX11-5747" fmla="*/ 3334 w 10000"/>
              <a:gd name="connsiteY11-5748" fmla="*/ 7773 h 10000"/>
              <a:gd name="connsiteX12-5749" fmla="*/ 2460 w 10000"/>
              <a:gd name="connsiteY12-5750" fmla="*/ 7396 h 10000"/>
              <a:gd name="connsiteX13-5751" fmla="*/ 1667 w 10000"/>
              <a:gd name="connsiteY13-5752" fmla="*/ 7207 h 10000"/>
              <a:gd name="connsiteX14-5753" fmla="*/ 1190 w 10000"/>
              <a:gd name="connsiteY14-5754" fmla="*/ 6980 h 10000"/>
              <a:gd name="connsiteX15-5755" fmla="*/ 794 w 10000"/>
              <a:gd name="connsiteY15-5756" fmla="*/ 6792 h 10000"/>
              <a:gd name="connsiteX16-5757" fmla="*/ 397 w 10000"/>
              <a:gd name="connsiteY16-5758" fmla="*/ 6792 h 10000"/>
              <a:gd name="connsiteX17-5759" fmla="*/ 0 w 10000"/>
              <a:gd name="connsiteY17-5760" fmla="*/ 6604 h 10000"/>
              <a:gd name="connsiteX18-5761" fmla="*/ 0 w 10000"/>
              <a:gd name="connsiteY18-5762" fmla="*/ 6604 h 10000"/>
              <a:gd name="connsiteX19-5763" fmla="*/ 0 w 10000"/>
              <a:gd name="connsiteY19-5764" fmla="*/ 6604 h 10000"/>
              <a:gd name="connsiteX20-5765" fmla="*/ 0 w 10000"/>
              <a:gd name="connsiteY20-5766" fmla="*/ 6377 h 10000"/>
              <a:gd name="connsiteX21-5767" fmla="*/ 0 w 10000"/>
              <a:gd name="connsiteY21-5768" fmla="*/ 6377 h 10000"/>
              <a:gd name="connsiteX22-5769" fmla="*/ 0 w 10000"/>
              <a:gd name="connsiteY22-5770" fmla="*/ 6377 h 10000"/>
              <a:gd name="connsiteX23-5771" fmla="*/ 397 w 10000"/>
              <a:gd name="connsiteY23-5772" fmla="*/ 6377 h 10000"/>
              <a:gd name="connsiteX24-5773" fmla="*/ 397 w 10000"/>
              <a:gd name="connsiteY24-5774" fmla="*/ 6377 h 10000"/>
              <a:gd name="connsiteX25-5775" fmla="*/ 794 w 10000"/>
              <a:gd name="connsiteY25-5776" fmla="*/ 6377 h 10000"/>
              <a:gd name="connsiteX26-5777" fmla="*/ 1190 w 10000"/>
              <a:gd name="connsiteY26-5778" fmla="*/ 6377 h 10000"/>
              <a:gd name="connsiteX27-5779" fmla="*/ 2064 w 10000"/>
              <a:gd name="connsiteY27-5780" fmla="*/ 6604 h 10000"/>
              <a:gd name="connsiteX28-5781" fmla="*/ 2460 w 10000"/>
              <a:gd name="connsiteY28-5782" fmla="*/ 6604 h 10000"/>
              <a:gd name="connsiteX29-5783" fmla="*/ 3731 w 10000"/>
              <a:gd name="connsiteY29-5784" fmla="*/ 6604 h 10000"/>
              <a:gd name="connsiteX30-5785" fmla="*/ 5001 w 10000"/>
              <a:gd name="connsiteY30-5786" fmla="*/ 6604 h 10000"/>
              <a:gd name="connsiteX31-5787" fmla="*/ 5873 w 10000"/>
              <a:gd name="connsiteY31-5788" fmla="*/ 6604 h 10000"/>
              <a:gd name="connsiteX32-5789" fmla="*/ 6270 w 10000"/>
              <a:gd name="connsiteY32-5790" fmla="*/ 6604 h 10000"/>
              <a:gd name="connsiteX33-5791" fmla="*/ 6667 w 10000"/>
              <a:gd name="connsiteY33-5792" fmla="*/ 6604 h 10000"/>
              <a:gd name="connsiteX34-5793" fmla="*/ 6667 w 10000"/>
              <a:gd name="connsiteY34-5794" fmla="*/ 6377 h 10000"/>
              <a:gd name="connsiteX35-5795" fmla="*/ 6667 w 10000"/>
              <a:gd name="connsiteY35-5796" fmla="*/ 6191 h 10000"/>
              <a:gd name="connsiteX36-5797" fmla="*/ 6667 w 10000"/>
              <a:gd name="connsiteY36-5798" fmla="*/ 6000 h 10000"/>
              <a:gd name="connsiteX37-5799" fmla="*/ 7063 w 10000"/>
              <a:gd name="connsiteY37-5800" fmla="*/ 5586 h 10000"/>
              <a:gd name="connsiteX38-5801" fmla="*/ 7063 w 10000"/>
              <a:gd name="connsiteY38-5802" fmla="*/ 5208 h 10000"/>
              <a:gd name="connsiteX39-5803" fmla="*/ 7063 w 10000"/>
              <a:gd name="connsiteY39-5804" fmla="*/ 4792 h 10000"/>
              <a:gd name="connsiteX40-5805" fmla="*/ 7063 w 10000"/>
              <a:gd name="connsiteY40-5806" fmla="*/ 4378 h 10000"/>
              <a:gd name="connsiteX41-5807" fmla="*/ 7063 w 10000"/>
              <a:gd name="connsiteY41-5808" fmla="*/ 3396 h 10000"/>
              <a:gd name="connsiteX42-5809" fmla="*/ 7063 w 10000"/>
              <a:gd name="connsiteY42-5810" fmla="*/ 2604 h 10000"/>
              <a:gd name="connsiteX43-5811" fmla="*/ 7063 w 10000"/>
              <a:gd name="connsiteY43-5812" fmla="*/ 1810 h 10000"/>
              <a:gd name="connsiteX44-5813" fmla="*/ 7063 w 10000"/>
              <a:gd name="connsiteY44-5814" fmla="*/ 1208 h 10000"/>
              <a:gd name="connsiteX45-5815" fmla="*/ 7063 w 10000"/>
              <a:gd name="connsiteY45-5816" fmla="*/ 792 h 10000"/>
              <a:gd name="connsiteX46-5817" fmla="*/ 7063 w 10000"/>
              <a:gd name="connsiteY46-5818" fmla="*/ 0 h 10000"/>
              <a:gd name="connsiteX47-5819" fmla="*/ 10000 w 10000"/>
              <a:gd name="connsiteY47-5820" fmla="*/ 2000 h 10000"/>
              <a:gd name="connsiteX48-5821" fmla="*/ 10000 w 10000"/>
              <a:gd name="connsiteY48-5822" fmla="*/ 3208 h 10000"/>
              <a:gd name="connsiteX49-5823" fmla="*/ 10000 w 10000"/>
              <a:gd name="connsiteY49-5824" fmla="*/ 4190 h 10000"/>
              <a:gd name="connsiteX50-5825" fmla="*/ 10000 w 10000"/>
              <a:gd name="connsiteY50-5826" fmla="*/ 5208 h 10000"/>
              <a:gd name="connsiteX51-5827" fmla="*/ 10000 w 10000"/>
              <a:gd name="connsiteY51-5828" fmla="*/ 6000 h 10000"/>
              <a:gd name="connsiteX52-5829" fmla="*/ 10000 w 10000"/>
              <a:gd name="connsiteY52-5830" fmla="*/ 6604 h 10000"/>
              <a:gd name="connsiteX53-5831" fmla="*/ 10000 w 10000"/>
              <a:gd name="connsiteY53-5832" fmla="*/ 7207 h 10000"/>
              <a:gd name="connsiteX54-5833" fmla="*/ 10000 w 10000"/>
              <a:gd name="connsiteY54-5834" fmla="*/ 7396 h 10000"/>
              <a:gd name="connsiteX55-5835" fmla="*/ 10000 w 10000"/>
              <a:gd name="connsiteY55-5836" fmla="*/ 7586 h 10000"/>
              <a:gd name="connsiteX56-5837" fmla="*/ 9604 w 10000"/>
              <a:gd name="connsiteY56-5838" fmla="*/ 8188 h 10000"/>
              <a:gd name="connsiteX57-5839" fmla="*/ 9207 w 10000"/>
              <a:gd name="connsiteY57-5840" fmla="*/ 8606 h 10000"/>
              <a:gd name="connsiteX58-5841" fmla="*/ 8730 w 10000"/>
              <a:gd name="connsiteY58-5842" fmla="*/ 9170 h 10000"/>
              <a:gd name="connsiteX59-5843" fmla="*/ 7937 w 10000"/>
              <a:gd name="connsiteY59-5844" fmla="*/ 9395 h 10000"/>
              <a:gd name="connsiteX60-5845" fmla="*/ 7937 w 10000"/>
              <a:gd name="connsiteY60-5846" fmla="*/ 9395 h 10000"/>
              <a:gd name="connsiteX0-5847" fmla="*/ 7937 w 10000"/>
              <a:gd name="connsiteY0-5848" fmla="*/ 8603 h 9208"/>
              <a:gd name="connsiteX1-5849" fmla="*/ 7540 w 10000"/>
              <a:gd name="connsiteY1-5850" fmla="*/ 8982 h 9208"/>
              <a:gd name="connsiteX2-5851" fmla="*/ 7063 w 10000"/>
              <a:gd name="connsiteY2-5852" fmla="*/ 9208 h 9208"/>
              <a:gd name="connsiteX3-5853" fmla="*/ 6667 w 10000"/>
              <a:gd name="connsiteY3-5854" fmla="*/ 9208 h 9208"/>
              <a:gd name="connsiteX4-5855" fmla="*/ 5873 w 10000"/>
              <a:gd name="connsiteY4-5856" fmla="*/ 9208 h 9208"/>
              <a:gd name="connsiteX5-5857" fmla="*/ 5873 w 10000"/>
              <a:gd name="connsiteY5-5858" fmla="*/ 9208 h 9208"/>
              <a:gd name="connsiteX6-5859" fmla="*/ 5398 w 10000"/>
              <a:gd name="connsiteY6-5860" fmla="*/ 8982 h 9208"/>
              <a:gd name="connsiteX7-5861" fmla="*/ 5001 w 10000"/>
              <a:gd name="connsiteY7-5862" fmla="*/ 8794 h 9208"/>
              <a:gd name="connsiteX8-5863" fmla="*/ 5001 w 10000"/>
              <a:gd name="connsiteY8-5864" fmla="*/ 8378 h 9208"/>
              <a:gd name="connsiteX9-5865" fmla="*/ 4603 w 10000"/>
              <a:gd name="connsiteY9-5866" fmla="*/ 8000 h 9208"/>
              <a:gd name="connsiteX10-5867" fmla="*/ 4127 w 10000"/>
              <a:gd name="connsiteY10-5868" fmla="*/ 7586 h 9208"/>
              <a:gd name="connsiteX11-5869" fmla="*/ 3334 w 10000"/>
              <a:gd name="connsiteY11-5870" fmla="*/ 6981 h 9208"/>
              <a:gd name="connsiteX12-5871" fmla="*/ 2460 w 10000"/>
              <a:gd name="connsiteY12-5872" fmla="*/ 6604 h 9208"/>
              <a:gd name="connsiteX13-5873" fmla="*/ 1667 w 10000"/>
              <a:gd name="connsiteY13-5874" fmla="*/ 6415 h 9208"/>
              <a:gd name="connsiteX14-5875" fmla="*/ 1190 w 10000"/>
              <a:gd name="connsiteY14-5876" fmla="*/ 6188 h 9208"/>
              <a:gd name="connsiteX15-5877" fmla="*/ 794 w 10000"/>
              <a:gd name="connsiteY15-5878" fmla="*/ 6000 h 9208"/>
              <a:gd name="connsiteX16-5879" fmla="*/ 397 w 10000"/>
              <a:gd name="connsiteY16-5880" fmla="*/ 6000 h 9208"/>
              <a:gd name="connsiteX17-5881" fmla="*/ 0 w 10000"/>
              <a:gd name="connsiteY17-5882" fmla="*/ 5812 h 9208"/>
              <a:gd name="connsiteX18-5883" fmla="*/ 0 w 10000"/>
              <a:gd name="connsiteY18-5884" fmla="*/ 5812 h 9208"/>
              <a:gd name="connsiteX19-5885" fmla="*/ 0 w 10000"/>
              <a:gd name="connsiteY19-5886" fmla="*/ 5812 h 9208"/>
              <a:gd name="connsiteX20-5887" fmla="*/ 0 w 10000"/>
              <a:gd name="connsiteY20-5888" fmla="*/ 5585 h 9208"/>
              <a:gd name="connsiteX21-5889" fmla="*/ 0 w 10000"/>
              <a:gd name="connsiteY21-5890" fmla="*/ 5585 h 9208"/>
              <a:gd name="connsiteX22-5891" fmla="*/ 0 w 10000"/>
              <a:gd name="connsiteY22-5892" fmla="*/ 5585 h 9208"/>
              <a:gd name="connsiteX23-5893" fmla="*/ 397 w 10000"/>
              <a:gd name="connsiteY23-5894" fmla="*/ 5585 h 9208"/>
              <a:gd name="connsiteX24-5895" fmla="*/ 397 w 10000"/>
              <a:gd name="connsiteY24-5896" fmla="*/ 5585 h 9208"/>
              <a:gd name="connsiteX25-5897" fmla="*/ 794 w 10000"/>
              <a:gd name="connsiteY25-5898" fmla="*/ 5585 h 9208"/>
              <a:gd name="connsiteX26-5899" fmla="*/ 1190 w 10000"/>
              <a:gd name="connsiteY26-5900" fmla="*/ 5585 h 9208"/>
              <a:gd name="connsiteX27-5901" fmla="*/ 2064 w 10000"/>
              <a:gd name="connsiteY27-5902" fmla="*/ 5812 h 9208"/>
              <a:gd name="connsiteX28-5903" fmla="*/ 2460 w 10000"/>
              <a:gd name="connsiteY28-5904" fmla="*/ 5812 h 9208"/>
              <a:gd name="connsiteX29-5905" fmla="*/ 3731 w 10000"/>
              <a:gd name="connsiteY29-5906" fmla="*/ 5812 h 9208"/>
              <a:gd name="connsiteX30-5907" fmla="*/ 5001 w 10000"/>
              <a:gd name="connsiteY30-5908" fmla="*/ 5812 h 9208"/>
              <a:gd name="connsiteX31-5909" fmla="*/ 5873 w 10000"/>
              <a:gd name="connsiteY31-5910" fmla="*/ 5812 h 9208"/>
              <a:gd name="connsiteX32-5911" fmla="*/ 6270 w 10000"/>
              <a:gd name="connsiteY32-5912" fmla="*/ 5812 h 9208"/>
              <a:gd name="connsiteX33-5913" fmla="*/ 6667 w 10000"/>
              <a:gd name="connsiteY33-5914" fmla="*/ 5812 h 9208"/>
              <a:gd name="connsiteX34-5915" fmla="*/ 6667 w 10000"/>
              <a:gd name="connsiteY34-5916" fmla="*/ 5585 h 9208"/>
              <a:gd name="connsiteX35-5917" fmla="*/ 6667 w 10000"/>
              <a:gd name="connsiteY35-5918" fmla="*/ 5399 h 9208"/>
              <a:gd name="connsiteX36-5919" fmla="*/ 6667 w 10000"/>
              <a:gd name="connsiteY36-5920" fmla="*/ 5208 h 9208"/>
              <a:gd name="connsiteX37-5921" fmla="*/ 7063 w 10000"/>
              <a:gd name="connsiteY37-5922" fmla="*/ 4794 h 9208"/>
              <a:gd name="connsiteX38-5923" fmla="*/ 7063 w 10000"/>
              <a:gd name="connsiteY38-5924" fmla="*/ 4416 h 9208"/>
              <a:gd name="connsiteX39-5925" fmla="*/ 7063 w 10000"/>
              <a:gd name="connsiteY39-5926" fmla="*/ 4000 h 9208"/>
              <a:gd name="connsiteX40-5927" fmla="*/ 7063 w 10000"/>
              <a:gd name="connsiteY40-5928" fmla="*/ 3586 h 9208"/>
              <a:gd name="connsiteX41-5929" fmla="*/ 7063 w 10000"/>
              <a:gd name="connsiteY41-5930" fmla="*/ 2604 h 9208"/>
              <a:gd name="connsiteX42-5931" fmla="*/ 7063 w 10000"/>
              <a:gd name="connsiteY42-5932" fmla="*/ 1812 h 9208"/>
              <a:gd name="connsiteX43-5933" fmla="*/ 7063 w 10000"/>
              <a:gd name="connsiteY43-5934" fmla="*/ 1018 h 9208"/>
              <a:gd name="connsiteX44-5935" fmla="*/ 7063 w 10000"/>
              <a:gd name="connsiteY44-5936" fmla="*/ 416 h 9208"/>
              <a:gd name="connsiteX45-5937" fmla="*/ 7063 w 10000"/>
              <a:gd name="connsiteY45-5938" fmla="*/ 0 h 9208"/>
              <a:gd name="connsiteX46-5939" fmla="*/ 10000 w 10000"/>
              <a:gd name="connsiteY46-5940" fmla="*/ 1208 h 9208"/>
              <a:gd name="connsiteX47-5941" fmla="*/ 10000 w 10000"/>
              <a:gd name="connsiteY47-5942" fmla="*/ 2416 h 9208"/>
              <a:gd name="connsiteX48-5943" fmla="*/ 10000 w 10000"/>
              <a:gd name="connsiteY48-5944" fmla="*/ 3398 h 9208"/>
              <a:gd name="connsiteX49-5945" fmla="*/ 10000 w 10000"/>
              <a:gd name="connsiteY49-5946" fmla="*/ 4416 h 9208"/>
              <a:gd name="connsiteX50-5947" fmla="*/ 10000 w 10000"/>
              <a:gd name="connsiteY50-5948" fmla="*/ 5208 h 9208"/>
              <a:gd name="connsiteX51-5949" fmla="*/ 10000 w 10000"/>
              <a:gd name="connsiteY51-5950" fmla="*/ 5812 h 9208"/>
              <a:gd name="connsiteX52-5951" fmla="*/ 10000 w 10000"/>
              <a:gd name="connsiteY52-5952" fmla="*/ 6415 h 9208"/>
              <a:gd name="connsiteX53-5953" fmla="*/ 10000 w 10000"/>
              <a:gd name="connsiteY53-5954" fmla="*/ 6604 h 9208"/>
              <a:gd name="connsiteX54-5955" fmla="*/ 10000 w 10000"/>
              <a:gd name="connsiteY54-5956" fmla="*/ 6794 h 9208"/>
              <a:gd name="connsiteX55-5957" fmla="*/ 9604 w 10000"/>
              <a:gd name="connsiteY55-5958" fmla="*/ 7396 h 9208"/>
              <a:gd name="connsiteX56-5959" fmla="*/ 9207 w 10000"/>
              <a:gd name="connsiteY56-5960" fmla="*/ 7814 h 9208"/>
              <a:gd name="connsiteX57-5961" fmla="*/ 8730 w 10000"/>
              <a:gd name="connsiteY57-5962" fmla="*/ 8378 h 9208"/>
              <a:gd name="connsiteX58-5963" fmla="*/ 7937 w 10000"/>
              <a:gd name="connsiteY58-5964" fmla="*/ 8603 h 9208"/>
              <a:gd name="connsiteX59-5965" fmla="*/ 7937 w 10000"/>
              <a:gd name="connsiteY59-5966" fmla="*/ 8603 h 9208"/>
              <a:gd name="connsiteX0-5967" fmla="*/ 7937 w 10000"/>
              <a:gd name="connsiteY0-5968" fmla="*/ 8891 h 9548"/>
              <a:gd name="connsiteX1-5969" fmla="*/ 7540 w 10000"/>
              <a:gd name="connsiteY1-5970" fmla="*/ 9303 h 9548"/>
              <a:gd name="connsiteX2-5971" fmla="*/ 7063 w 10000"/>
              <a:gd name="connsiteY2-5972" fmla="*/ 9548 h 9548"/>
              <a:gd name="connsiteX3-5973" fmla="*/ 6667 w 10000"/>
              <a:gd name="connsiteY3-5974" fmla="*/ 9548 h 9548"/>
              <a:gd name="connsiteX4-5975" fmla="*/ 5873 w 10000"/>
              <a:gd name="connsiteY4-5976" fmla="*/ 9548 h 9548"/>
              <a:gd name="connsiteX5-5977" fmla="*/ 5873 w 10000"/>
              <a:gd name="connsiteY5-5978" fmla="*/ 9548 h 9548"/>
              <a:gd name="connsiteX6-5979" fmla="*/ 5398 w 10000"/>
              <a:gd name="connsiteY6-5980" fmla="*/ 9303 h 9548"/>
              <a:gd name="connsiteX7-5981" fmla="*/ 5001 w 10000"/>
              <a:gd name="connsiteY7-5982" fmla="*/ 9098 h 9548"/>
              <a:gd name="connsiteX8-5983" fmla="*/ 5001 w 10000"/>
              <a:gd name="connsiteY8-5984" fmla="*/ 8647 h 9548"/>
              <a:gd name="connsiteX9-5985" fmla="*/ 4603 w 10000"/>
              <a:gd name="connsiteY9-5986" fmla="*/ 8236 h 9548"/>
              <a:gd name="connsiteX10-5987" fmla="*/ 4127 w 10000"/>
              <a:gd name="connsiteY10-5988" fmla="*/ 7786 h 9548"/>
              <a:gd name="connsiteX11-5989" fmla="*/ 3334 w 10000"/>
              <a:gd name="connsiteY11-5990" fmla="*/ 7129 h 9548"/>
              <a:gd name="connsiteX12-5991" fmla="*/ 2460 w 10000"/>
              <a:gd name="connsiteY12-5992" fmla="*/ 6720 h 9548"/>
              <a:gd name="connsiteX13-5993" fmla="*/ 1667 w 10000"/>
              <a:gd name="connsiteY13-5994" fmla="*/ 6515 h 9548"/>
              <a:gd name="connsiteX14-5995" fmla="*/ 1190 w 10000"/>
              <a:gd name="connsiteY14-5996" fmla="*/ 6268 h 9548"/>
              <a:gd name="connsiteX15-5997" fmla="*/ 794 w 10000"/>
              <a:gd name="connsiteY15-5998" fmla="*/ 6064 h 9548"/>
              <a:gd name="connsiteX16-5999" fmla="*/ 397 w 10000"/>
              <a:gd name="connsiteY16-6000" fmla="*/ 6064 h 9548"/>
              <a:gd name="connsiteX17-6001" fmla="*/ 0 w 10000"/>
              <a:gd name="connsiteY17-6002" fmla="*/ 5860 h 9548"/>
              <a:gd name="connsiteX18-6003" fmla="*/ 0 w 10000"/>
              <a:gd name="connsiteY18-6004" fmla="*/ 5860 h 9548"/>
              <a:gd name="connsiteX19-6005" fmla="*/ 0 w 10000"/>
              <a:gd name="connsiteY19-6006" fmla="*/ 5860 h 9548"/>
              <a:gd name="connsiteX20-6007" fmla="*/ 0 w 10000"/>
              <a:gd name="connsiteY20-6008" fmla="*/ 5613 h 9548"/>
              <a:gd name="connsiteX21-6009" fmla="*/ 0 w 10000"/>
              <a:gd name="connsiteY21-6010" fmla="*/ 5613 h 9548"/>
              <a:gd name="connsiteX22-6011" fmla="*/ 0 w 10000"/>
              <a:gd name="connsiteY22-6012" fmla="*/ 5613 h 9548"/>
              <a:gd name="connsiteX23-6013" fmla="*/ 397 w 10000"/>
              <a:gd name="connsiteY23-6014" fmla="*/ 5613 h 9548"/>
              <a:gd name="connsiteX24-6015" fmla="*/ 397 w 10000"/>
              <a:gd name="connsiteY24-6016" fmla="*/ 5613 h 9548"/>
              <a:gd name="connsiteX25-6017" fmla="*/ 794 w 10000"/>
              <a:gd name="connsiteY25-6018" fmla="*/ 5613 h 9548"/>
              <a:gd name="connsiteX26-6019" fmla="*/ 1190 w 10000"/>
              <a:gd name="connsiteY26-6020" fmla="*/ 5613 h 9548"/>
              <a:gd name="connsiteX27-6021" fmla="*/ 2064 w 10000"/>
              <a:gd name="connsiteY27-6022" fmla="*/ 5860 h 9548"/>
              <a:gd name="connsiteX28-6023" fmla="*/ 2460 w 10000"/>
              <a:gd name="connsiteY28-6024" fmla="*/ 5860 h 9548"/>
              <a:gd name="connsiteX29-6025" fmla="*/ 3731 w 10000"/>
              <a:gd name="connsiteY29-6026" fmla="*/ 5860 h 9548"/>
              <a:gd name="connsiteX30-6027" fmla="*/ 5001 w 10000"/>
              <a:gd name="connsiteY30-6028" fmla="*/ 5860 h 9548"/>
              <a:gd name="connsiteX31-6029" fmla="*/ 5873 w 10000"/>
              <a:gd name="connsiteY31-6030" fmla="*/ 5860 h 9548"/>
              <a:gd name="connsiteX32-6031" fmla="*/ 6270 w 10000"/>
              <a:gd name="connsiteY32-6032" fmla="*/ 5860 h 9548"/>
              <a:gd name="connsiteX33-6033" fmla="*/ 6667 w 10000"/>
              <a:gd name="connsiteY33-6034" fmla="*/ 5860 h 9548"/>
              <a:gd name="connsiteX34-6035" fmla="*/ 6667 w 10000"/>
              <a:gd name="connsiteY34-6036" fmla="*/ 5613 h 9548"/>
              <a:gd name="connsiteX35-6037" fmla="*/ 6667 w 10000"/>
              <a:gd name="connsiteY35-6038" fmla="*/ 5411 h 9548"/>
              <a:gd name="connsiteX36-6039" fmla="*/ 6667 w 10000"/>
              <a:gd name="connsiteY36-6040" fmla="*/ 5204 h 9548"/>
              <a:gd name="connsiteX37-6041" fmla="*/ 7063 w 10000"/>
              <a:gd name="connsiteY37-6042" fmla="*/ 4754 h 9548"/>
              <a:gd name="connsiteX38-6043" fmla="*/ 7063 w 10000"/>
              <a:gd name="connsiteY38-6044" fmla="*/ 4344 h 9548"/>
              <a:gd name="connsiteX39-6045" fmla="*/ 7063 w 10000"/>
              <a:gd name="connsiteY39-6046" fmla="*/ 3892 h 9548"/>
              <a:gd name="connsiteX40-6047" fmla="*/ 7063 w 10000"/>
              <a:gd name="connsiteY40-6048" fmla="*/ 3442 h 9548"/>
              <a:gd name="connsiteX41-6049" fmla="*/ 7063 w 10000"/>
              <a:gd name="connsiteY41-6050" fmla="*/ 2376 h 9548"/>
              <a:gd name="connsiteX42-6051" fmla="*/ 7063 w 10000"/>
              <a:gd name="connsiteY42-6052" fmla="*/ 1516 h 9548"/>
              <a:gd name="connsiteX43-6053" fmla="*/ 7063 w 10000"/>
              <a:gd name="connsiteY43-6054" fmla="*/ 654 h 9548"/>
              <a:gd name="connsiteX44-6055" fmla="*/ 7063 w 10000"/>
              <a:gd name="connsiteY44-6056" fmla="*/ 0 h 9548"/>
              <a:gd name="connsiteX45-6057" fmla="*/ 10000 w 10000"/>
              <a:gd name="connsiteY45-6058" fmla="*/ 860 h 9548"/>
              <a:gd name="connsiteX46-6059" fmla="*/ 10000 w 10000"/>
              <a:gd name="connsiteY46-6060" fmla="*/ 2172 h 9548"/>
              <a:gd name="connsiteX47-6061" fmla="*/ 10000 w 10000"/>
              <a:gd name="connsiteY47-6062" fmla="*/ 3238 h 9548"/>
              <a:gd name="connsiteX48-6063" fmla="*/ 10000 w 10000"/>
              <a:gd name="connsiteY48-6064" fmla="*/ 4344 h 9548"/>
              <a:gd name="connsiteX49-6065" fmla="*/ 10000 w 10000"/>
              <a:gd name="connsiteY49-6066" fmla="*/ 5204 h 9548"/>
              <a:gd name="connsiteX50-6067" fmla="*/ 10000 w 10000"/>
              <a:gd name="connsiteY50-6068" fmla="*/ 5860 h 9548"/>
              <a:gd name="connsiteX51-6069" fmla="*/ 10000 w 10000"/>
              <a:gd name="connsiteY51-6070" fmla="*/ 6515 h 9548"/>
              <a:gd name="connsiteX52-6071" fmla="*/ 10000 w 10000"/>
              <a:gd name="connsiteY52-6072" fmla="*/ 6720 h 9548"/>
              <a:gd name="connsiteX53-6073" fmla="*/ 10000 w 10000"/>
              <a:gd name="connsiteY53-6074" fmla="*/ 6926 h 9548"/>
              <a:gd name="connsiteX54-6075" fmla="*/ 9604 w 10000"/>
              <a:gd name="connsiteY54-6076" fmla="*/ 7580 h 9548"/>
              <a:gd name="connsiteX55-6077" fmla="*/ 9207 w 10000"/>
              <a:gd name="connsiteY55-6078" fmla="*/ 8034 h 9548"/>
              <a:gd name="connsiteX56-6079" fmla="*/ 8730 w 10000"/>
              <a:gd name="connsiteY56-6080" fmla="*/ 8647 h 9548"/>
              <a:gd name="connsiteX57-6081" fmla="*/ 7937 w 10000"/>
              <a:gd name="connsiteY57-6082" fmla="*/ 8891 h 9548"/>
              <a:gd name="connsiteX58-6083" fmla="*/ 7937 w 10000"/>
              <a:gd name="connsiteY58-6084" fmla="*/ 8891 h 9548"/>
              <a:gd name="connsiteX0-6085" fmla="*/ 7937 w 10000"/>
              <a:gd name="connsiteY0-6086" fmla="*/ 9312 h 10000"/>
              <a:gd name="connsiteX1-6087" fmla="*/ 7540 w 10000"/>
              <a:gd name="connsiteY1-6088" fmla="*/ 9743 h 10000"/>
              <a:gd name="connsiteX2-6089" fmla="*/ 7063 w 10000"/>
              <a:gd name="connsiteY2-6090" fmla="*/ 10000 h 10000"/>
              <a:gd name="connsiteX3-6091" fmla="*/ 6667 w 10000"/>
              <a:gd name="connsiteY3-6092" fmla="*/ 10000 h 10000"/>
              <a:gd name="connsiteX4-6093" fmla="*/ 5873 w 10000"/>
              <a:gd name="connsiteY4-6094" fmla="*/ 10000 h 10000"/>
              <a:gd name="connsiteX5-6095" fmla="*/ 5873 w 10000"/>
              <a:gd name="connsiteY5-6096" fmla="*/ 10000 h 10000"/>
              <a:gd name="connsiteX6-6097" fmla="*/ 5398 w 10000"/>
              <a:gd name="connsiteY6-6098" fmla="*/ 9743 h 10000"/>
              <a:gd name="connsiteX7-6099" fmla="*/ 5001 w 10000"/>
              <a:gd name="connsiteY7-6100" fmla="*/ 9529 h 10000"/>
              <a:gd name="connsiteX8-6101" fmla="*/ 5001 w 10000"/>
              <a:gd name="connsiteY8-6102" fmla="*/ 9056 h 10000"/>
              <a:gd name="connsiteX9-6103" fmla="*/ 4603 w 10000"/>
              <a:gd name="connsiteY9-6104" fmla="*/ 8626 h 10000"/>
              <a:gd name="connsiteX10-6105" fmla="*/ 4127 w 10000"/>
              <a:gd name="connsiteY10-6106" fmla="*/ 8155 h 10000"/>
              <a:gd name="connsiteX11-6107" fmla="*/ 3334 w 10000"/>
              <a:gd name="connsiteY11-6108" fmla="*/ 7466 h 10000"/>
              <a:gd name="connsiteX12-6109" fmla="*/ 2460 w 10000"/>
              <a:gd name="connsiteY12-6110" fmla="*/ 7038 h 10000"/>
              <a:gd name="connsiteX13-6111" fmla="*/ 1667 w 10000"/>
              <a:gd name="connsiteY13-6112" fmla="*/ 6823 h 10000"/>
              <a:gd name="connsiteX14-6113" fmla="*/ 1190 w 10000"/>
              <a:gd name="connsiteY14-6114" fmla="*/ 6565 h 10000"/>
              <a:gd name="connsiteX15-6115" fmla="*/ 794 w 10000"/>
              <a:gd name="connsiteY15-6116" fmla="*/ 6351 h 10000"/>
              <a:gd name="connsiteX16-6117" fmla="*/ 397 w 10000"/>
              <a:gd name="connsiteY16-6118" fmla="*/ 6351 h 10000"/>
              <a:gd name="connsiteX17-6119" fmla="*/ 0 w 10000"/>
              <a:gd name="connsiteY17-6120" fmla="*/ 6137 h 10000"/>
              <a:gd name="connsiteX18-6121" fmla="*/ 0 w 10000"/>
              <a:gd name="connsiteY18-6122" fmla="*/ 6137 h 10000"/>
              <a:gd name="connsiteX19-6123" fmla="*/ 0 w 10000"/>
              <a:gd name="connsiteY19-6124" fmla="*/ 6137 h 10000"/>
              <a:gd name="connsiteX20-6125" fmla="*/ 0 w 10000"/>
              <a:gd name="connsiteY20-6126" fmla="*/ 5879 h 10000"/>
              <a:gd name="connsiteX21-6127" fmla="*/ 0 w 10000"/>
              <a:gd name="connsiteY21-6128" fmla="*/ 5879 h 10000"/>
              <a:gd name="connsiteX22-6129" fmla="*/ 0 w 10000"/>
              <a:gd name="connsiteY22-6130" fmla="*/ 5879 h 10000"/>
              <a:gd name="connsiteX23-6131" fmla="*/ 397 w 10000"/>
              <a:gd name="connsiteY23-6132" fmla="*/ 5879 h 10000"/>
              <a:gd name="connsiteX24-6133" fmla="*/ 397 w 10000"/>
              <a:gd name="connsiteY24-6134" fmla="*/ 5879 h 10000"/>
              <a:gd name="connsiteX25-6135" fmla="*/ 794 w 10000"/>
              <a:gd name="connsiteY25-6136" fmla="*/ 5879 h 10000"/>
              <a:gd name="connsiteX26-6137" fmla="*/ 1190 w 10000"/>
              <a:gd name="connsiteY26-6138" fmla="*/ 5879 h 10000"/>
              <a:gd name="connsiteX27-6139" fmla="*/ 2064 w 10000"/>
              <a:gd name="connsiteY27-6140" fmla="*/ 6137 h 10000"/>
              <a:gd name="connsiteX28-6141" fmla="*/ 2460 w 10000"/>
              <a:gd name="connsiteY28-6142" fmla="*/ 6137 h 10000"/>
              <a:gd name="connsiteX29-6143" fmla="*/ 3731 w 10000"/>
              <a:gd name="connsiteY29-6144" fmla="*/ 6137 h 10000"/>
              <a:gd name="connsiteX30-6145" fmla="*/ 5001 w 10000"/>
              <a:gd name="connsiteY30-6146" fmla="*/ 6137 h 10000"/>
              <a:gd name="connsiteX31-6147" fmla="*/ 5873 w 10000"/>
              <a:gd name="connsiteY31-6148" fmla="*/ 6137 h 10000"/>
              <a:gd name="connsiteX32-6149" fmla="*/ 6270 w 10000"/>
              <a:gd name="connsiteY32-6150" fmla="*/ 6137 h 10000"/>
              <a:gd name="connsiteX33-6151" fmla="*/ 6667 w 10000"/>
              <a:gd name="connsiteY33-6152" fmla="*/ 6137 h 10000"/>
              <a:gd name="connsiteX34-6153" fmla="*/ 6667 w 10000"/>
              <a:gd name="connsiteY34-6154" fmla="*/ 5879 h 10000"/>
              <a:gd name="connsiteX35-6155" fmla="*/ 6667 w 10000"/>
              <a:gd name="connsiteY35-6156" fmla="*/ 5667 h 10000"/>
              <a:gd name="connsiteX36-6157" fmla="*/ 6667 w 10000"/>
              <a:gd name="connsiteY36-6158" fmla="*/ 5450 h 10000"/>
              <a:gd name="connsiteX37-6159" fmla="*/ 7063 w 10000"/>
              <a:gd name="connsiteY37-6160" fmla="*/ 4979 h 10000"/>
              <a:gd name="connsiteX38-6161" fmla="*/ 7063 w 10000"/>
              <a:gd name="connsiteY38-6162" fmla="*/ 4550 h 10000"/>
              <a:gd name="connsiteX39-6163" fmla="*/ 7063 w 10000"/>
              <a:gd name="connsiteY39-6164" fmla="*/ 4076 h 10000"/>
              <a:gd name="connsiteX40-6165" fmla="*/ 7063 w 10000"/>
              <a:gd name="connsiteY40-6166" fmla="*/ 3605 h 10000"/>
              <a:gd name="connsiteX41-6167" fmla="*/ 7063 w 10000"/>
              <a:gd name="connsiteY41-6168" fmla="*/ 2488 h 10000"/>
              <a:gd name="connsiteX42-6169" fmla="*/ 7063 w 10000"/>
              <a:gd name="connsiteY42-6170" fmla="*/ 1588 h 10000"/>
              <a:gd name="connsiteX43-6171" fmla="*/ 7063 w 10000"/>
              <a:gd name="connsiteY43-6172" fmla="*/ 0 h 10000"/>
              <a:gd name="connsiteX44-6173" fmla="*/ 10000 w 10000"/>
              <a:gd name="connsiteY44-6174" fmla="*/ 901 h 10000"/>
              <a:gd name="connsiteX45-6175" fmla="*/ 10000 w 10000"/>
              <a:gd name="connsiteY45-6176" fmla="*/ 2275 h 10000"/>
              <a:gd name="connsiteX46-6177" fmla="*/ 10000 w 10000"/>
              <a:gd name="connsiteY46-6178" fmla="*/ 3391 h 10000"/>
              <a:gd name="connsiteX47-6179" fmla="*/ 10000 w 10000"/>
              <a:gd name="connsiteY47-6180" fmla="*/ 4550 h 10000"/>
              <a:gd name="connsiteX48-6181" fmla="*/ 10000 w 10000"/>
              <a:gd name="connsiteY48-6182" fmla="*/ 5450 h 10000"/>
              <a:gd name="connsiteX49-6183" fmla="*/ 10000 w 10000"/>
              <a:gd name="connsiteY49-6184" fmla="*/ 6137 h 10000"/>
              <a:gd name="connsiteX50-6185" fmla="*/ 10000 w 10000"/>
              <a:gd name="connsiteY50-6186" fmla="*/ 6823 h 10000"/>
              <a:gd name="connsiteX51-6187" fmla="*/ 10000 w 10000"/>
              <a:gd name="connsiteY51-6188" fmla="*/ 7038 h 10000"/>
              <a:gd name="connsiteX52-6189" fmla="*/ 10000 w 10000"/>
              <a:gd name="connsiteY52-6190" fmla="*/ 7254 h 10000"/>
              <a:gd name="connsiteX53-6191" fmla="*/ 9604 w 10000"/>
              <a:gd name="connsiteY53-6192" fmla="*/ 7939 h 10000"/>
              <a:gd name="connsiteX54-6193" fmla="*/ 9207 w 10000"/>
              <a:gd name="connsiteY54-6194" fmla="*/ 8414 h 10000"/>
              <a:gd name="connsiteX55-6195" fmla="*/ 8730 w 10000"/>
              <a:gd name="connsiteY55-6196" fmla="*/ 9056 h 10000"/>
              <a:gd name="connsiteX56-6197" fmla="*/ 7937 w 10000"/>
              <a:gd name="connsiteY56-6198" fmla="*/ 9312 h 10000"/>
              <a:gd name="connsiteX57-6199" fmla="*/ 7937 w 10000"/>
              <a:gd name="connsiteY57-6200" fmla="*/ 9312 h 10000"/>
              <a:gd name="connsiteX0-6201" fmla="*/ 7937 w 10000"/>
              <a:gd name="connsiteY0-6202" fmla="*/ 8411 h 9099"/>
              <a:gd name="connsiteX1-6203" fmla="*/ 7540 w 10000"/>
              <a:gd name="connsiteY1-6204" fmla="*/ 8842 h 9099"/>
              <a:gd name="connsiteX2-6205" fmla="*/ 7063 w 10000"/>
              <a:gd name="connsiteY2-6206" fmla="*/ 9099 h 9099"/>
              <a:gd name="connsiteX3-6207" fmla="*/ 6667 w 10000"/>
              <a:gd name="connsiteY3-6208" fmla="*/ 9099 h 9099"/>
              <a:gd name="connsiteX4-6209" fmla="*/ 5873 w 10000"/>
              <a:gd name="connsiteY4-6210" fmla="*/ 9099 h 9099"/>
              <a:gd name="connsiteX5-6211" fmla="*/ 5873 w 10000"/>
              <a:gd name="connsiteY5-6212" fmla="*/ 9099 h 9099"/>
              <a:gd name="connsiteX6-6213" fmla="*/ 5398 w 10000"/>
              <a:gd name="connsiteY6-6214" fmla="*/ 8842 h 9099"/>
              <a:gd name="connsiteX7-6215" fmla="*/ 5001 w 10000"/>
              <a:gd name="connsiteY7-6216" fmla="*/ 8628 h 9099"/>
              <a:gd name="connsiteX8-6217" fmla="*/ 5001 w 10000"/>
              <a:gd name="connsiteY8-6218" fmla="*/ 8155 h 9099"/>
              <a:gd name="connsiteX9-6219" fmla="*/ 4603 w 10000"/>
              <a:gd name="connsiteY9-6220" fmla="*/ 7725 h 9099"/>
              <a:gd name="connsiteX10-6221" fmla="*/ 4127 w 10000"/>
              <a:gd name="connsiteY10-6222" fmla="*/ 7254 h 9099"/>
              <a:gd name="connsiteX11-6223" fmla="*/ 3334 w 10000"/>
              <a:gd name="connsiteY11-6224" fmla="*/ 6565 h 9099"/>
              <a:gd name="connsiteX12-6225" fmla="*/ 2460 w 10000"/>
              <a:gd name="connsiteY12-6226" fmla="*/ 6137 h 9099"/>
              <a:gd name="connsiteX13-6227" fmla="*/ 1667 w 10000"/>
              <a:gd name="connsiteY13-6228" fmla="*/ 5922 h 9099"/>
              <a:gd name="connsiteX14-6229" fmla="*/ 1190 w 10000"/>
              <a:gd name="connsiteY14-6230" fmla="*/ 5664 h 9099"/>
              <a:gd name="connsiteX15-6231" fmla="*/ 794 w 10000"/>
              <a:gd name="connsiteY15-6232" fmla="*/ 5450 h 9099"/>
              <a:gd name="connsiteX16-6233" fmla="*/ 397 w 10000"/>
              <a:gd name="connsiteY16-6234" fmla="*/ 5450 h 9099"/>
              <a:gd name="connsiteX17-6235" fmla="*/ 0 w 10000"/>
              <a:gd name="connsiteY17-6236" fmla="*/ 5236 h 9099"/>
              <a:gd name="connsiteX18-6237" fmla="*/ 0 w 10000"/>
              <a:gd name="connsiteY18-6238" fmla="*/ 5236 h 9099"/>
              <a:gd name="connsiteX19-6239" fmla="*/ 0 w 10000"/>
              <a:gd name="connsiteY19-6240" fmla="*/ 5236 h 9099"/>
              <a:gd name="connsiteX20-6241" fmla="*/ 0 w 10000"/>
              <a:gd name="connsiteY20-6242" fmla="*/ 4978 h 9099"/>
              <a:gd name="connsiteX21-6243" fmla="*/ 0 w 10000"/>
              <a:gd name="connsiteY21-6244" fmla="*/ 4978 h 9099"/>
              <a:gd name="connsiteX22-6245" fmla="*/ 0 w 10000"/>
              <a:gd name="connsiteY22-6246" fmla="*/ 4978 h 9099"/>
              <a:gd name="connsiteX23-6247" fmla="*/ 397 w 10000"/>
              <a:gd name="connsiteY23-6248" fmla="*/ 4978 h 9099"/>
              <a:gd name="connsiteX24-6249" fmla="*/ 397 w 10000"/>
              <a:gd name="connsiteY24-6250" fmla="*/ 4978 h 9099"/>
              <a:gd name="connsiteX25-6251" fmla="*/ 794 w 10000"/>
              <a:gd name="connsiteY25-6252" fmla="*/ 4978 h 9099"/>
              <a:gd name="connsiteX26-6253" fmla="*/ 1190 w 10000"/>
              <a:gd name="connsiteY26-6254" fmla="*/ 4978 h 9099"/>
              <a:gd name="connsiteX27-6255" fmla="*/ 2064 w 10000"/>
              <a:gd name="connsiteY27-6256" fmla="*/ 5236 h 9099"/>
              <a:gd name="connsiteX28-6257" fmla="*/ 2460 w 10000"/>
              <a:gd name="connsiteY28-6258" fmla="*/ 5236 h 9099"/>
              <a:gd name="connsiteX29-6259" fmla="*/ 3731 w 10000"/>
              <a:gd name="connsiteY29-6260" fmla="*/ 5236 h 9099"/>
              <a:gd name="connsiteX30-6261" fmla="*/ 5001 w 10000"/>
              <a:gd name="connsiteY30-6262" fmla="*/ 5236 h 9099"/>
              <a:gd name="connsiteX31-6263" fmla="*/ 5873 w 10000"/>
              <a:gd name="connsiteY31-6264" fmla="*/ 5236 h 9099"/>
              <a:gd name="connsiteX32-6265" fmla="*/ 6270 w 10000"/>
              <a:gd name="connsiteY32-6266" fmla="*/ 5236 h 9099"/>
              <a:gd name="connsiteX33-6267" fmla="*/ 6667 w 10000"/>
              <a:gd name="connsiteY33-6268" fmla="*/ 5236 h 9099"/>
              <a:gd name="connsiteX34-6269" fmla="*/ 6667 w 10000"/>
              <a:gd name="connsiteY34-6270" fmla="*/ 4978 h 9099"/>
              <a:gd name="connsiteX35-6271" fmla="*/ 6667 w 10000"/>
              <a:gd name="connsiteY35-6272" fmla="*/ 4766 h 9099"/>
              <a:gd name="connsiteX36-6273" fmla="*/ 6667 w 10000"/>
              <a:gd name="connsiteY36-6274" fmla="*/ 4549 h 9099"/>
              <a:gd name="connsiteX37-6275" fmla="*/ 7063 w 10000"/>
              <a:gd name="connsiteY37-6276" fmla="*/ 4078 h 9099"/>
              <a:gd name="connsiteX38-6277" fmla="*/ 7063 w 10000"/>
              <a:gd name="connsiteY38-6278" fmla="*/ 3649 h 9099"/>
              <a:gd name="connsiteX39-6279" fmla="*/ 7063 w 10000"/>
              <a:gd name="connsiteY39-6280" fmla="*/ 3175 h 9099"/>
              <a:gd name="connsiteX40-6281" fmla="*/ 7063 w 10000"/>
              <a:gd name="connsiteY40-6282" fmla="*/ 2704 h 9099"/>
              <a:gd name="connsiteX41-6283" fmla="*/ 7063 w 10000"/>
              <a:gd name="connsiteY41-6284" fmla="*/ 1587 h 9099"/>
              <a:gd name="connsiteX42-6285" fmla="*/ 7063 w 10000"/>
              <a:gd name="connsiteY42-6286" fmla="*/ 687 h 9099"/>
              <a:gd name="connsiteX43-6287" fmla="*/ 10000 w 10000"/>
              <a:gd name="connsiteY43-6288" fmla="*/ 0 h 9099"/>
              <a:gd name="connsiteX44-6289" fmla="*/ 10000 w 10000"/>
              <a:gd name="connsiteY44-6290" fmla="*/ 1374 h 9099"/>
              <a:gd name="connsiteX45-6291" fmla="*/ 10000 w 10000"/>
              <a:gd name="connsiteY45-6292" fmla="*/ 2490 h 9099"/>
              <a:gd name="connsiteX46-6293" fmla="*/ 10000 w 10000"/>
              <a:gd name="connsiteY46-6294" fmla="*/ 3649 h 9099"/>
              <a:gd name="connsiteX47-6295" fmla="*/ 10000 w 10000"/>
              <a:gd name="connsiteY47-6296" fmla="*/ 4549 h 9099"/>
              <a:gd name="connsiteX48-6297" fmla="*/ 10000 w 10000"/>
              <a:gd name="connsiteY48-6298" fmla="*/ 5236 h 9099"/>
              <a:gd name="connsiteX49-6299" fmla="*/ 10000 w 10000"/>
              <a:gd name="connsiteY49-6300" fmla="*/ 5922 h 9099"/>
              <a:gd name="connsiteX50-6301" fmla="*/ 10000 w 10000"/>
              <a:gd name="connsiteY50-6302" fmla="*/ 6137 h 9099"/>
              <a:gd name="connsiteX51-6303" fmla="*/ 10000 w 10000"/>
              <a:gd name="connsiteY51-6304" fmla="*/ 6353 h 9099"/>
              <a:gd name="connsiteX52-6305" fmla="*/ 9604 w 10000"/>
              <a:gd name="connsiteY52-6306" fmla="*/ 7038 h 9099"/>
              <a:gd name="connsiteX53-6307" fmla="*/ 9207 w 10000"/>
              <a:gd name="connsiteY53-6308" fmla="*/ 7513 h 9099"/>
              <a:gd name="connsiteX54-6309" fmla="*/ 8730 w 10000"/>
              <a:gd name="connsiteY54-6310" fmla="*/ 8155 h 9099"/>
              <a:gd name="connsiteX55-6311" fmla="*/ 7937 w 10000"/>
              <a:gd name="connsiteY55-6312" fmla="*/ 8411 h 9099"/>
              <a:gd name="connsiteX56-6313" fmla="*/ 7937 w 10000"/>
              <a:gd name="connsiteY56-6314" fmla="*/ 8411 h 9099"/>
              <a:gd name="connsiteX0-6315" fmla="*/ 7937 w 10000"/>
              <a:gd name="connsiteY0-6316" fmla="*/ 8489 h 9245"/>
              <a:gd name="connsiteX1-6317" fmla="*/ 7540 w 10000"/>
              <a:gd name="connsiteY1-6318" fmla="*/ 8963 h 9245"/>
              <a:gd name="connsiteX2-6319" fmla="*/ 7063 w 10000"/>
              <a:gd name="connsiteY2-6320" fmla="*/ 9245 h 9245"/>
              <a:gd name="connsiteX3-6321" fmla="*/ 6667 w 10000"/>
              <a:gd name="connsiteY3-6322" fmla="*/ 9245 h 9245"/>
              <a:gd name="connsiteX4-6323" fmla="*/ 5873 w 10000"/>
              <a:gd name="connsiteY4-6324" fmla="*/ 9245 h 9245"/>
              <a:gd name="connsiteX5-6325" fmla="*/ 5873 w 10000"/>
              <a:gd name="connsiteY5-6326" fmla="*/ 9245 h 9245"/>
              <a:gd name="connsiteX6-6327" fmla="*/ 5398 w 10000"/>
              <a:gd name="connsiteY6-6328" fmla="*/ 8963 h 9245"/>
              <a:gd name="connsiteX7-6329" fmla="*/ 5001 w 10000"/>
              <a:gd name="connsiteY7-6330" fmla="*/ 8727 h 9245"/>
              <a:gd name="connsiteX8-6331" fmla="*/ 5001 w 10000"/>
              <a:gd name="connsiteY8-6332" fmla="*/ 8208 h 9245"/>
              <a:gd name="connsiteX9-6333" fmla="*/ 4603 w 10000"/>
              <a:gd name="connsiteY9-6334" fmla="*/ 7735 h 9245"/>
              <a:gd name="connsiteX10-6335" fmla="*/ 4127 w 10000"/>
              <a:gd name="connsiteY10-6336" fmla="*/ 7217 h 9245"/>
              <a:gd name="connsiteX11-6337" fmla="*/ 3334 w 10000"/>
              <a:gd name="connsiteY11-6338" fmla="*/ 6460 h 9245"/>
              <a:gd name="connsiteX12-6339" fmla="*/ 2460 w 10000"/>
              <a:gd name="connsiteY12-6340" fmla="*/ 5990 h 9245"/>
              <a:gd name="connsiteX13-6341" fmla="*/ 1667 w 10000"/>
              <a:gd name="connsiteY13-6342" fmla="*/ 5753 h 9245"/>
              <a:gd name="connsiteX14-6343" fmla="*/ 1190 w 10000"/>
              <a:gd name="connsiteY14-6344" fmla="*/ 5470 h 9245"/>
              <a:gd name="connsiteX15-6345" fmla="*/ 794 w 10000"/>
              <a:gd name="connsiteY15-6346" fmla="*/ 5235 h 9245"/>
              <a:gd name="connsiteX16-6347" fmla="*/ 397 w 10000"/>
              <a:gd name="connsiteY16-6348" fmla="*/ 5235 h 9245"/>
              <a:gd name="connsiteX17-6349" fmla="*/ 0 w 10000"/>
              <a:gd name="connsiteY17-6350" fmla="*/ 4999 h 9245"/>
              <a:gd name="connsiteX18-6351" fmla="*/ 0 w 10000"/>
              <a:gd name="connsiteY18-6352" fmla="*/ 4999 h 9245"/>
              <a:gd name="connsiteX19-6353" fmla="*/ 0 w 10000"/>
              <a:gd name="connsiteY19-6354" fmla="*/ 4999 h 9245"/>
              <a:gd name="connsiteX20-6355" fmla="*/ 0 w 10000"/>
              <a:gd name="connsiteY20-6356" fmla="*/ 4716 h 9245"/>
              <a:gd name="connsiteX21-6357" fmla="*/ 0 w 10000"/>
              <a:gd name="connsiteY21-6358" fmla="*/ 4716 h 9245"/>
              <a:gd name="connsiteX22-6359" fmla="*/ 0 w 10000"/>
              <a:gd name="connsiteY22-6360" fmla="*/ 4716 h 9245"/>
              <a:gd name="connsiteX23-6361" fmla="*/ 397 w 10000"/>
              <a:gd name="connsiteY23-6362" fmla="*/ 4716 h 9245"/>
              <a:gd name="connsiteX24-6363" fmla="*/ 397 w 10000"/>
              <a:gd name="connsiteY24-6364" fmla="*/ 4716 h 9245"/>
              <a:gd name="connsiteX25-6365" fmla="*/ 794 w 10000"/>
              <a:gd name="connsiteY25-6366" fmla="*/ 4716 h 9245"/>
              <a:gd name="connsiteX26-6367" fmla="*/ 1190 w 10000"/>
              <a:gd name="connsiteY26-6368" fmla="*/ 4716 h 9245"/>
              <a:gd name="connsiteX27-6369" fmla="*/ 2064 w 10000"/>
              <a:gd name="connsiteY27-6370" fmla="*/ 4999 h 9245"/>
              <a:gd name="connsiteX28-6371" fmla="*/ 2460 w 10000"/>
              <a:gd name="connsiteY28-6372" fmla="*/ 4999 h 9245"/>
              <a:gd name="connsiteX29-6373" fmla="*/ 3731 w 10000"/>
              <a:gd name="connsiteY29-6374" fmla="*/ 4999 h 9245"/>
              <a:gd name="connsiteX30-6375" fmla="*/ 5001 w 10000"/>
              <a:gd name="connsiteY30-6376" fmla="*/ 4999 h 9245"/>
              <a:gd name="connsiteX31-6377" fmla="*/ 5873 w 10000"/>
              <a:gd name="connsiteY31-6378" fmla="*/ 4999 h 9245"/>
              <a:gd name="connsiteX32-6379" fmla="*/ 6270 w 10000"/>
              <a:gd name="connsiteY32-6380" fmla="*/ 4999 h 9245"/>
              <a:gd name="connsiteX33-6381" fmla="*/ 6667 w 10000"/>
              <a:gd name="connsiteY33-6382" fmla="*/ 4999 h 9245"/>
              <a:gd name="connsiteX34-6383" fmla="*/ 6667 w 10000"/>
              <a:gd name="connsiteY34-6384" fmla="*/ 4716 h 9245"/>
              <a:gd name="connsiteX35-6385" fmla="*/ 6667 w 10000"/>
              <a:gd name="connsiteY35-6386" fmla="*/ 4483 h 9245"/>
              <a:gd name="connsiteX36-6387" fmla="*/ 6667 w 10000"/>
              <a:gd name="connsiteY36-6388" fmla="*/ 4244 h 9245"/>
              <a:gd name="connsiteX37-6389" fmla="*/ 7063 w 10000"/>
              <a:gd name="connsiteY37-6390" fmla="*/ 3727 h 9245"/>
              <a:gd name="connsiteX38-6391" fmla="*/ 7063 w 10000"/>
              <a:gd name="connsiteY38-6392" fmla="*/ 3255 h 9245"/>
              <a:gd name="connsiteX39-6393" fmla="*/ 7063 w 10000"/>
              <a:gd name="connsiteY39-6394" fmla="*/ 2734 h 9245"/>
              <a:gd name="connsiteX40-6395" fmla="*/ 7063 w 10000"/>
              <a:gd name="connsiteY40-6396" fmla="*/ 2217 h 9245"/>
              <a:gd name="connsiteX41-6397" fmla="*/ 7063 w 10000"/>
              <a:gd name="connsiteY41-6398" fmla="*/ 989 h 9245"/>
              <a:gd name="connsiteX42-6399" fmla="*/ 7063 w 10000"/>
              <a:gd name="connsiteY42-6400" fmla="*/ 0 h 9245"/>
              <a:gd name="connsiteX43-6401" fmla="*/ 10000 w 10000"/>
              <a:gd name="connsiteY43-6402" fmla="*/ 755 h 9245"/>
              <a:gd name="connsiteX44-6403" fmla="*/ 10000 w 10000"/>
              <a:gd name="connsiteY44-6404" fmla="*/ 1982 h 9245"/>
              <a:gd name="connsiteX45-6405" fmla="*/ 10000 w 10000"/>
              <a:gd name="connsiteY45-6406" fmla="*/ 3255 h 9245"/>
              <a:gd name="connsiteX46-6407" fmla="*/ 10000 w 10000"/>
              <a:gd name="connsiteY46-6408" fmla="*/ 4244 h 9245"/>
              <a:gd name="connsiteX47-6409" fmla="*/ 10000 w 10000"/>
              <a:gd name="connsiteY47-6410" fmla="*/ 4999 h 9245"/>
              <a:gd name="connsiteX48-6411" fmla="*/ 10000 w 10000"/>
              <a:gd name="connsiteY48-6412" fmla="*/ 5753 h 9245"/>
              <a:gd name="connsiteX49-6413" fmla="*/ 10000 w 10000"/>
              <a:gd name="connsiteY49-6414" fmla="*/ 5990 h 9245"/>
              <a:gd name="connsiteX50-6415" fmla="*/ 10000 w 10000"/>
              <a:gd name="connsiteY50-6416" fmla="*/ 6227 h 9245"/>
              <a:gd name="connsiteX51-6417" fmla="*/ 9604 w 10000"/>
              <a:gd name="connsiteY51-6418" fmla="*/ 6980 h 9245"/>
              <a:gd name="connsiteX52-6419" fmla="*/ 9207 w 10000"/>
              <a:gd name="connsiteY52-6420" fmla="*/ 7502 h 9245"/>
              <a:gd name="connsiteX53-6421" fmla="*/ 8730 w 10000"/>
              <a:gd name="connsiteY53-6422" fmla="*/ 8208 h 9245"/>
              <a:gd name="connsiteX54-6423" fmla="*/ 7937 w 10000"/>
              <a:gd name="connsiteY54-6424" fmla="*/ 8489 h 9245"/>
              <a:gd name="connsiteX55-6425" fmla="*/ 7937 w 10000"/>
              <a:gd name="connsiteY55-6426" fmla="*/ 8489 h 9245"/>
              <a:gd name="connsiteX0-6427" fmla="*/ 7937 w 10000"/>
              <a:gd name="connsiteY0-6428" fmla="*/ 9182 h 10000"/>
              <a:gd name="connsiteX1-6429" fmla="*/ 7540 w 10000"/>
              <a:gd name="connsiteY1-6430" fmla="*/ 9695 h 10000"/>
              <a:gd name="connsiteX2-6431" fmla="*/ 7063 w 10000"/>
              <a:gd name="connsiteY2-6432" fmla="*/ 10000 h 10000"/>
              <a:gd name="connsiteX3-6433" fmla="*/ 6667 w 10000"/>
              <a:gd name="connsiteY3-6434" fmla="*/ 10000 h 10000"/>
              <a:gd name="connsiteX4-6435" fmla="*/ 5873 w 10000"/>
              <a:gd name="connsiteY4-6436" fmla="*/ 10000 h 10000"/>
              <a:gd name="connsiteX5-6437" fmla="*/ 5873 w 10000"/>
              <a:gd name="connsiteY5-6438" fmla="*/ 10000 h 10000"/>
              <a:gd name="connsiteX6-6439" fmla="*/ 5398 w 10000"/>
              <a:gd name="connsiteY6-6440" fmla="*/ 9695 h 10000"/>
              <a:gd name="connsiteX7-6441" fmla="*/ 5001 w 10000"/>
              <a:gd name="connsiteY7-6442" fmla="*/ 9440 h 10000"/>
              <a:gd name="connsiteX8-6443" fmla="*/ 5001 w 10000"/>
              <a:gd name="connsiteY8-6444" fmla="*/ 8878 h 10000"/>
              <a:gd name="connsiteX9-6445" fmla="*/ 4603 w 10000"/>
              <a:gd name="connsiteY9-6446" fmla="*/ 8367 h 10000"/>
              <a:gd name="connsiteX10-6447" fmla="*/ 4127 w 10000"/>
              <a:gd name="connsiteY10-6448" fmla="*/ 7806 h 10000"/>
              <a:gd name="connsiteX11-6449" fmla="*/ 3334 w 10000"/>
              <a:gd name="connsiteY11-6450" fmla="*/ 6988 h 10000"/>
              <a:gd name="connsiteX12-6451" fmla="*/ 2460 w 10000"/>
              <a:gd name="connsiteY12-6452" fmla="*/ 6479 h 10000"/>
              <a:gd name="connsiteX13-6453" fmla="*/ 1667 w 10000"/>
              <a:gd name="connsiteY13-6454" fmla="*/ 6223 h 10000"/>
              <a:gd name="connsiteX14-6455" fmla="*/ 1190 w 10000"/>
              <a:gd name="connsiteY14-6456" fmla="*/ 5917 h 10000"/>
              <a:gd name="connsiteX15-6457" fmla="*/ 794 w 10000"/>
              <a:gd name="connsiteY15-6458" fmla="*/ 5663 h 10000"/>
              <a:gd name="connsiteX16-6459" fmla="*/ 397 w 10000"/>
              <a:gd name="connsiteY16-6460" fmla="*/ 5663 h 10000"/>
              <a:gd name="connsiteX17-6461" fmla="*/ 0 w 10000"/>
              <a:gd name="connsiteY17-6462" fmla="*/ 5407 h 10000"/>
              <a:gd name="connsiteX18-6463" fmla="*/ 0 w 10000"/>
              <a:gd name="connsiteY18-6464" fmla="*/ 5407 h 10000"/>
              <a:gd name="connsiteX19-6465" fmla="*/ 0 w 10000"/>
              <a:gd name="connsiteY19-6466" fmla="*/ 5407 h 10000"/>
              <a:gd name="connsiteX20-6467" fmla="*/ 0 w 10000"/>
              <a:gd name="connsiteY20-6468" fmla="*/ 5101 h 10000"/>
              <a:gd name="connsiteX21-6469" fmla="*/ 0 w 10000"/>
              <a:gd name="connsiteY21-6470" fmla="*/ 5101 h 10000"/>
              <a:gd name="connsiteX22-6471" fmla="*/ 0 w 10000"/>
              <a:gd name="connsiteY22-6472" fmla="*/ 5101 h 10000"/>
              <a:gd name="connsiteX23-6473" fmla="*/ 397 w 10000"/>
              <a:gd name="connsiteY23-6474" fmla="*/ 5101 h 10000"/>
              <a:gd name="connsiteX24-6475" fmla="*/ 397 w 10000"/>
              <a:gd name="connsiteY24-6476" fmla="*/ 5101 h 10000"/>
              <a:gd name="connsiteX25-6477" fmla="*/ 794 w 10000"/>
              <a:gd name="connsiteY25-6478" fmla="*/ 5101 h 10000"/>
              <a:gd name="connsiteX26-6479" fmla="*/ 1190 w 10000"/>
              <a:gd name="connsiteY26-6480" fmla="*/ 5101 h 10000"/>
              <a:gd name="connsiteX27-6481" fmla="*/ 2064 w 10000"/>
              <a:gd name="connsiteY27-6482" fmla="*/ 5407 h 10000"/>
              <a:gd name="connsiteX28-6483" fmla="*/ 2460 w 10000"/>
              <a:gd name="connsiteY28-6484" fmla="*/ 5407 h 10000"/>
              <a:gd name="connsiteX29-6485" fmla="*/ 3731 w 10000"/>
              <a:gd name="connsiteY29-6486" fmla="*/ 5407 h 10000"/>
              <a:gd name="connsiteX30-6487" fmla="*/ 5001 w 10000"/>
              <a:gd name="connsiteY30-6488" fmla="*/ 5407 h 10000"/>
              <a:gd name="connsiteX31-6489" fmla="*/ 5873 w 10000"/>
              <a:gd name="connsiteY31-6490" fmla="*/ 5407 h 10000"/>
              <a:gd name="connsiteX32-6491" fmla="*/ 6270 w 10000"/>
              <a:gd name="connsiteY32-6492" fmla="*/ 5407 h 10000"/>
              <a:gd name="connsiteX33-6493" fmla="*/ 6667 w 10000"/>
              <a:gd name="connsiteY33-6494" fmla="*/ 5407 h 10000"/>
              <a:gd name="connsiteX34-6495" fmla="*/ 6667 w 10000"/>
              <a:gd name="connsiteY34-6496" fmla="*/ 5101 h 10000"/>
              <a:gd name="connsiteX35-6497" fmla="*/ 6667 w 10000"/>
              <a:gd name="connsiteY35-6498" fmla="*/ 4849 h 10000"/>
              <a:gd name="connsiteX36-6499" fmla="*/ 6667 w 10000"/>
              <a:gd name="connsiteY36-6500" fmla="*/ 4591 h 10000"/>
              <a:gd name="connsiteX37-6501" fmla="*/ 7063 w 10000"/>
              <a:gd name="connsiteY37-6502" fmla="*/ 4031 h 10000"/>
              <a:gd name="connsiteX38-6503" fmla="*/ 7063 w 10000"/>
              <a:gd name="connsiteY38-6504" fmla="*/ 3521 h 10000"/>
              <a:gd name="connsiteX39-6505" fmla="*/ 7063 w 10000"/>
              <a:gd name="connsiteY39-6506" fmla="*/ 2957 h 10000"/>
              <a:gd name="connsiteX40-6507" fmla="*/ 7063 w 10000"/>
              <a:gd name="connsiteY40-6508" fmla="*/ 2398 h 10000"/>
              <a:gd name="connsiteX41-6509" fmla="*/ 7063 w 10000"/>
              <a:gd name="connsiteY41-6510" fmla="*/ 1070 h 10000"/>
              <a:gd name="connsiteX42-6511" fmla="*/ 7063 w 10000"/>
              <a:gd name="connsiteY42-6512" fmla="*/ 0 h 10000"/>
              <a:gd name="connsiteX43-6513" fmla="*/ 10000 w 10000"/>
              <a:gd name="connsiteY43-6514" fmla="*/ 2144 h 10000"/>
              <a:gd name="connsiteX44-6515" fmla="*/ 10000 w 10000"/>
              <a:gd name="connsiteY44-6516" fmla="*/ 3521 h 10000"/>
              <a:gd name="connsiteX45-6517" fmla="*/ 10000 w 10000"/>
              <a:gd name="connsiteY45-6518" fmla="*/ 4591 h 10000"/>
              <a:gd name="connsiteX46-6519" fmla="*/ 10000 w 10000"/>
              <a:gd name="connsiteY46-6520" fmla="*/ 5407 h 10000"/>
              <a:gd name="connsiteX47-6521" fmla="*/ 10000 w 10000"/>
              <a:gd name="connsiteY47-6522" fmla="*/ 6223 h 10000"/>
              <a:gd name="connsiteX48-6523" fmla="*/ 10000 w 10000"/>
              <a:gd name="connsiteY48-6524" fmla="*/ 6479 h 10000"/>
              <a:gd name="connsiteX49-6525" fmla="*/ 10000 w 10000"/>
              <a:gd name="connsiteY49-6526" fmla="*/ 6736 h 10000"/>
              <a:gd name="connsiteX50-6527" fmla="*/ 9604 w 10000"/>
              <a:gd name="connsiteY50-6528" fmla="*/ 7550 h 10000"/>
              <a:gd name="connsiteX51-6529" fmla="*/ 9207 w 10000"/>
              <a:gd name="connsiteY51-6530" fmla="*/ 8115 h 10000"/>
              <a:gd name="connsiteX52-6531" fmla="*/ 8730 w 10000"/>
              <a:gd name="connsiteY52-6532" fmla="*/ 8878 h 10000"/>
              <a:gd name="connsiteX53-6533" fmla="*/ 7937 w 10000"/>
              <a:gd name="connsiteY53-6534" fmla="*/ 9182 h 10000"/>
              <a:gd name="connsiteX54-6535" fmla="*/ 7937 w 10000"/>
              <a:gd name="connsiteY54-6536" fmla="*/ 9182 h 10000"/>
              <a:gd name="connsiteX0-6537" fmla="*/ 7937 w 10000"/>
              <a:gd name="connsiteY0-6538" fmla="*/ 9182 h 10000"/>
              <a:gd name="connsiteX1-6539" fmla="*/ 7540 w 10000"/>
              <a:gd name="connsiteY1-6540" fmla="*/ 9695 h 10000"/>
              <a:gd name="connsiteX2-6541" fmla="*/ 7063 w 10000"/>
              <a:gd name="connsiteY2-6542" fmla="*/ 10000 h 10000"/>
              <a:gd name="connsiteX3-6543" fmla="*/ 6667 w 10000"/>
              <a:gd name="connsiteY3-6544" fmla="*/ 10000 h 10000"/>
              <a:gd name="connsiteX4-6545" fmla="*/ 5873 w 10000"/>
              <a:gd name="connsiteY4-6546" fmla="*/ 10000 h 10000"/>
              <a:gd name="connsiteX5-6547" fmla="*/ 5873 w 10000"/>
              <a:gd name="connsiteY5-6548" fmla="*/ 10000 h 10000"/>
              <a:gd name="connsiteX6-6549" fmla="*/ 5398 w 10000"/>
              <a:gd name="connsiteY6-6550" fmla="*/ 9695 h 10000"/>
              <a:gd name="connsiteX7-6551" fmla="*/ 5001 w 10000"/>
              <a:gd name="connsiteY7-6552" fmla="*/ 9440 h 10000"/>
              <a:gd name="connsiteX8-6553" fmla="*/ 5001 w 10000"/>
              <a:gd name="connsiteY8-6554" fmla="*/ 8878 h 10000"/>
              <a:gd name="connsiteX9-6555" fmla="*/ 4603 w 10000"/>
              <a:gd name="connsiteY9-6556" fmla="*/ 8367 h 10000"/>
              <a:gd name="connsiteX10-6557" fmla="*/ 4127 w 10000"/>
              <a:gd name="connsiteY10-6558" fmla="*/ 7806 h 10000"/>
              <a:gd name="connsiteX11-6559" fmla="*/ 3334 w 10000"/>
              <a:gd name="connsiteY11-6560" fmla="*/ 6988 h 10000"/>
              <a:gd name="connsiteX12-6561" fmla="*/ 2460 w 10000"/>
              <a:gd name="connsiteY12-6562" fmla="*/ 6479 h 10000"/>
              <a:gd name="connsiteX13-6563" fmla="*/ 1667 w 10000"/>
              <a:gd name="connsiteY13-6564" fmla="*/ 6223 h 10000"/>
              <a:gd name="connsiteX14-6565" fmla="*/ 1190 w 10000"/>
              <a:gd name="connsiteY14-6566" fmla="*/ 5917 h 10000"/>
              <a:gd name="connsiteX15-6567" fmla="*/ 794 w 10000"/>
              <a:gd name="connsiteY15-6568" fmla="*/ 5663 h 10000"/>
              <a:gd name="connsiteX16-6569" fmla="*/ 397 w 10000"/>
              <a:gd name="connsiteY16-6570" fmla="*/ 5663 h 10000"/>
              <a:gd name="connsiteX17-6571" fmla="*/ 0 w 10000"/>
              <a:gd name="connsiteY17-6572" fmla="*/ 5407 h 10000"/>
              <a:gd name="connsiteX18-6573" fmla="*/ 0 w 10000"/>
              <a:gd name="connsiteY18-6574" fmla="*/ 5407 h 10000"/>
              <a:gd name="connsiteX19-6575" fmla="*/ 0 w 10000"/>
              <a:gd name="connsiteY19-6576" fmla="*/ 5407 h 10000"/>
              <a:gd name="connsiteX20-6577" fmla="*/ 0 w 10000"/>
              <a:gd name="connsiteY20-6578" fmla="*/ 5101 h 10000"/>
              <a:gd name="connsiteX21-6579" fmla="*/ 0 w 10000"/>
              <a:gd name="connsiteY21-6580" fmla="*/ 5101 h 10000"/>
              <a:gd name="connsiteX22-6581" fmla="*/ 0 w 10000"/>
              <a:gd name="connsiteY22-6582" fmla="*/ 5101 h 10000"/>
              <a:gd name="connsiteX23-6583" fmla="*/ 397 w 10000"/>
              <a:gd name="connsiteY23-6584" fmla="*/ 5101 h 10000"/>
              <a:gd name="connsiteX24-6585" fmla="*/ 397 w 10000"/>
              <a:gd name="connsiteY24-6586" fmla="*/ 5101 h 10000"/>
              <a:gd name="connsiteX25-6587" fmla="*/ 794 w 10000"/>
              <a:gd name="connsiteY25-6588" fmla="*/ 5101 h 10000"/>
              <a:gd name="connsiteX26-6589" fmla="*/ 1190 w 10000"/>
              <a:gd name="connsiteY26-6590" fmla="*/ 5101 h 10000"/>
              <a:gd name="connsiteX27-6591" fmla="*/ 2064 w 10000"/>
              <a:gd name="connsiteY27-6592" fmla="*/ 5407 h 10000"/>
              <a:gd name="connsiteX28-6593" fmla="*/ 2460 w 10000"/>
              <a:gd name="connsiteY28-6594" fmla="*/ 5407 h 10000"/>
              <a:gd name="connsiteX29-6595" fmla="*/ 3731 w 10000"/>
              <a:gd name="connsiteY29-6596" fmla="*/ 5407 h 10000"/>
              <a:gd name="connsiteX30-6597" fmla="*/ 5001 w 10000"/>
              <a:gd name="connsiteY30-6598" fmla="*/ 5407 h 10000"/>
              <a:gd name="connsiteX31-6599" fmla="*/ 5873 w 10000"/>
              <a:gd name="connsiteY31-6600" fmla="*/ 5407 h 10000"/>
              <a:gd name="connsiteX32-6601" fmla="*/ 6270 w 10000"/>
              <a:gd name="connsiteY32-6602" fmla="*/ 5407 h 10000"/>
              <a:gd name="connsiteX33-6603" fmla="*/ 6667 w 10000"/>
              <a:gd name="connsiteY33-6604" fmla="*/ 5407 h 10000"/>
              <a:gd name="connsiteX34-6605" fmla="*/ 6667 w 10000"/>
              <a:gd name="connsiteY34-6606" fmla="*/ 5101 h 10000"/>
              <a:gd name="connsiteX35-6607" fmla="*/ 6667 w 10000"/>
              <a:gd name="connsiteY35-6608" fmla="*/ 4849 h 10000"/>
              <a:gd name="connsiteX36-6609" fmla="*/ 6667 w 10000"/>
              <a:gd name="connsiteY36-6610" fmla="*/ 4591 h 10000"/>
              <a:gd name="connsiteX37-6611" fmla="*/ 7063 w 10000"/>
              <a:gd name="connsiteY37-6612" fmla="*/ 4031 h 10000"/>
              <a:gd name="connsiteX38-6613" fmla="*/ 7063 w 10000"/>
              <a:gd name="connsiteY38-6614" fmla="*/ 2957 h 10000"/>
              <a:gd name="connsiteX39-6615" fmla="*/ 7063 w 10000"/>
              <a:gd name="connsiteY39-6616" fmla="*/ 2398 h 10000"/>
              <a:gd name="connsiteX40-6617" fmla="*/ 7063 w 10000"/>
              <a:gd name="connsiteY40-6618" fmla="*/ 1070 h 10000"/>
              <a:gd name="connsiteX41-6619" fmla="*/ 7063 w 10000"/>
              <a:gd name="connsiteY41-6620" fmla="*/ 0 h 10000"/>
              <a:gd name="connsiteX42-6621" fmla="*/ 10000 w 10000"/>
              <a:gd name="connsiteY42-6622" fmla="*/ 2144 h 10000"/>
              <a:gd name="connsiteX43-6623" fmla="*/ 10000 w 10000"/>
              <a:gd name="connsiteY43-6624" fmla="*/ 3521 h 10000"/>
              <a:gd name="connsiteX44-6625" fmla="*/ 10000 w 10000"/>
              <a:gd name="connsiteY44-6626" fmla="*/ 4591 h 10000"/>
              <a:gd name="connsiteX45-6627" fmla="*/ 10000 w 10000"/>
              <a:gd name="connsiteY45-6628" fmla="*/ 5407 h 10000"/>
              <a:gd name="connsiteX46-6629" fmla="*/ 10000 w 10000"/>
              <a:gd name="connsiteY46-6630" fmla="*/ 6223 h 10000"/>
              <a:gd name="connsiteX47-6631" fmla="*/ 10000 w 10000"/>
              <a:gd name="connsiteY47-6632" fmla="*/ 6479 h 10000"/>
              <a:gd name="connsiteX48-6633" fmla="*/ 10000 w 10000"/>
              <a:gd name="connsiteY48-6634" fmla="*/ 6736 h 10000"/>
              <a:gd name="connsiteX49-6635" fmla="*/ 9604 w 10000"/>
              <a:gd name="connsiteY49-6636" fmla="*/ 7550 h 10000"/>
              <a:gd name="connsiteX50-6637" fmla="*/ 9207 w 10000"/>
              <a:gd name="connsiteY50-6638" fmla="*/ 8115 h 10000"/>
              <a:gd name="connsiteX51-6639" fmla="*/ 8730 w 10000"/>
              <a:gd name="connsiteY51-6640" fmla="*/ 8878 h 10000"/>
              <a:gd name="connsiteX52-6641" fmla="*/ 7937 w 10000"/>
              <a:gd name="connsiteY52-6642" fmla="*/ 9182 h 10000"/>
              <a:gd name="connsiteX53-6643" fmla="*/ 7937 w 10000"/>
              <a:gd name="connsiteY53-6644" fmla="*/ 9182 h 10000"/>
              <a:gd name="connsiteX0-6645" fmla="*/ 7937 w 10000"/>
              <a:gd name="connsiteY0-6646" fmla="*/ 9182 h 10000"/>
              <a:gd name="connsiteX1-6647" fmla="*/ 7540 w 10000"/>
              <a:gd name="connsiteY1-6648" fmla="*/ 9695 h 10000"/>
              <a:gd name="connsiteX2-6649" fmla="*/ 7063 w 10000"/>
              <a:gd name="connsiteY2-6650" fmla="*/ 10000 h 10000"/>
              <a:gd name="connsiteX3-6651" fmla="*/ 6667 w 10000"/>
              <a:gd name="connsiteY3-6652" fmla="*/ 10000 h 10000"/>
              <a:gd name="connsiteX4-6653" fmla="*/ 5873 w 10000"/>
              <a:gd name="connsiteY4-6654" fmla="*/ 10000 h 10000"/>
              <a:gd name="connsiteX5-6655" fmla="*/ 5873 w 10000"/>
              <a:gd name="connsiteY5-6656" fmla="*/ 10000 h 10000"/>
              <a:gd name="connsiteX6-6657" fmla="*/ 5398 w 10000"/>
              <a:gd name="connsiteY6-6658" fmla="*/ 9695 h 10000"/>
              <a:gd name="connsiteX7-6659" fmla="*/ 5001 w 10000"/>
              <a:gd name="connsiteY7-6660" fmla="*/ 9440 h 10000"/>
              <a:gd name="connsiteX8-6661" fmla="*/ 5001 w 10000"/>
              <a:gd name="connsiteY8-6662" fmla="*/ 8878 h 10000"/>
              <a:gd name="connsiteX9-6663" fmla="*/ 4603 w 10000"/>
              <a:gd name="connsiteY9-6664" fmla="*/ 8367 h 10000"/>
              <a:gd name="connsiteX10-6665" fmla="*/ 4127 w 10000"/>
              <a:gd name="connsiteY10-6666" fmla="*/ 7806 h 10000"/>
              <a:gd name="connsiteX11-6667" fmla="*/ 3334 w 10000"/>
              <a:gd name="connsiteY11-6668" fmla="*/ 6988 h 10000"/>
              <a:gd name="connsiteX12-6669" fmla="*/ 2460 w 10000"/>
              <a:gd name="connsiteY12-6670" fmla="*/ 6479 h 10000"/>
              <a:gd name="connsiteX13-6671" fmla="*/ 1667 w 10000"/>
              <a:gd name="connsiteY13-6672" fmla="*/ 6223 h 10000"/>
              <a:gd name="connsiteX14-6673" fmla="*/ 1190 w 10000"/>
              <a:gd name="connsiteY14-6674" fmla="*/ 5917 h 10000"/>
              <a:gd name="connsiteX15-6675" fmla="*/ 794 w 10000"/>
              <a:gd name="connsiteY15-6676" fmla="*/ 5663 h 10000"/>
              <a:gd name="connsiteX16-6677" fmla="*/ 397 w 10000"/>
              <a:gd name="connsiteY16-6678" fmla="*/ 5663 h 10000"/>
              <a:gd name="connsiteX17-6679" fmla="*/ 0 w 10000"/>
              <a:gd name="connsiteY17-6680" fmla="*/ 5407 h 10000"/>
              <a:gd name="connsiteX18-6681" fmla="*/ 0 w 10000"/>
              <a:gd name="connsiteY18-6682" fmla="*/ 5407 h 10000"/>
              <a:gd name="connsiteX19-6683" fmla="*/ 0 w 10000"/>
              <a:gd name="connsiteY19-6684" fmla="*/ 5407 h 10000"/>
              <a:gd name="connsiteX20-6685" fmla="*/ 0 w 10000"/>
              <a:gd name="connsiteY20-6686" fmla="*/ 5101 h 10000"/>
              <a:gd name="connsiteX21-6687" fmla="*/ 0 w 10000"/>
              <a:gd name="connsiteY21-6688" fmla="*/ 5101 h 10000"/>
              <a:gd name="connsiteX22-6689" fmla="*/ 0 w 10000"/>
              <a:gd name="connsiteY22-6690" fmla="*/ 5101 h 10000"/>
              <a:gd name="connsiteX23-6691" fmla="*/ 397 w 10000"/>
              <a:gd name="connsiteY23-6692" fmla="*/ 5101 h 10000"/>
              <a:gd name="connsiteX24-6693" fmla="*/ 397 w 10000"/>
              <a:gd name="connsiteY24-6694" fmla="*/ 5101 h 10000"/>
              <a:gd name="connsiteX25-6695" fmla="*/ 794 w 10000"/>
              <a:gd name="connsiteY25-6696" fmla="*/ 5101 h 10000"/>
              <a:gd name="connsiteX26-6697" fmla="*/ 1190 w 10000"/>
              <a:gd name="connsiteY26-6698" fmla="*/ 5101 h 10000"/>
              <a:gd name="connsiteX27-6699" fmla="*/ 2064 w 10000"/>
              <a:gd name="connsiteY27-6700" fmla="*/ 5407 h 10000"/>
              <a:gd name="connsiteX28-6701" fmla="*/ 2460 w 10000"/>
              <a:gd name="connsiteY28-6702" fmla="*/ 5407 h 10000"/>
              <a:gd name="connsiteX29-6703" fmla="*/ 3731 w 10000"/>
              <a:gd name="connsiteY29-6704" fmla="*/ 5407 h 10000"/>
              <a:gd name="connsiteX30-6705" fmla="*/ 5001 w 10000"/>
              <a:gd name="connsiteY30-6706" fmla="*/ 5407 h 10000"/>
              <a:gd name="connsiteX31-6707" fmla="*/ 5873 w 10000"/>
              <a:gd name="connsiteY31-6708" fmla="*/ 5407 h 10000"/>
              <a:gd name="connsiteX32-6709" fmla="*/ 6270 w 10000"/>
              <a:gd name="connsiteY32-6710" fmla="*/ 5407 h 10000"/>
              <a:gd name="connsiteX33-6711" fmla="*/ 6667 w 10000"/>
              <a:gd name="connsiteY33-6712" fmla="*/ 5407 h 10000"/>
              <a:gd name="connsiteX34-6713" fmla="*/ 6667 w 10000"/>
              <a:gd name="connsiteY34-6714" fmla="*/ 5101 h 10000"/>
              <a:gd name="connsiteX35-6715" fmla="*/ 6667 w 10000"/>
              <a:gd name="connsiteY35-6716" fmla="*/ 4849 h 10000"/>
              <a:gd name="connsiteX36-6717" fmla="*/ 6667 w 10000"/>
              <a:gd name="connsiteY36-6718" fmla="*/ 4591 h 10000"/>
              <a:gd name="connsiteX37-6719" fmla="*/ 7063 w 10000"/>
              <a:gd name="connsiteY37-6720" fmla="*/ 4031 h 10000"/>
              <a:gd name="connsiteX38-6721" fmla="*/ 7063 w 10000"/>
              <a:gd name="connsiteY38-6722" fmla="*/ 2957 h 10000"/>
              <a:gd name="connsiteX39-6723" fmla="*/ 7063 w 10000"/>
              <a:gd name="connsiteY39-6724" fmla="*/ 1070 h 10000"/>
              <a:gd name="connsiteX40-6725" fmla="*/ 7063 w 10000"/>
              <a:gd name="connsiteY40-6726" fmla="*/ 0 h 10000"/>
              <a:gd name="connsiteX41-6727" fmla="*/ 10000 w 10000"/>
              <a:gd name="connsiteY41-6728" fmla="*/ 2144 h 10000"/>
              <a:gd name="connsiteX42-6729" fmla="*/ 10000 w 10000"/>
              <a:gd name="connsiteY42-6730" fmla="*/ 3521 h 10000"/>
              <a:gd name="connsiteX43-6731" fmla="*/ 10000 w 10000"/>
              <a:gd name="connsiteY43-6732" fmla="*/ 4591 h 10000"/>
              <a:gd name="connsiteX44-6733" fmla="*/ 10000 w 10000"/>
              <a:gd name="connsiteY44-6734" fmla="*/ 5407 h 10000"/>
              <a:gd name="connsiteX45-6735" fmla="*/ 10000 w 10000"/>
              <a:gd name="connsiteY45-6736" fmla="*/ 6223 h 10000"/>
              <a:gd name="connsiteX46-6737" fmla="*/ 10000 w 10000"/>
              <a:gd name="connsiteY46-6738" fmla="*/ 6479 h 10000"/>
              <a:gd name="connsiteX47-6739" fmla="*/ 10000 w 10000"/>
              <a:gd name="connsiteY47-6740" fmla="*/ 6736 h 10000"/>
              <a:gd name="connsiteX48-6741" fmla="*/ 9604 w 10000"/>
              <a:gd name="connsiteY48-6742" fmla="*/ 7550 h 10000"/>
              <a:gd name="connsiteX49-6743" fmla="*/ 9207 w 10000"/>
              <a:gd name="connsiteY49-6744" fmla="*/ 8115 h 10000"/>
              <a:gd name="connsiteX50-6745" fmla="*/ 8730 w 10000"/>
              <a:gd name="connsiteY50-6746" fmla="*/ 8878 h 10000"/>
              <a:gd name="connsiteX51-6747" fmla="*/ 7937 w 10000"/>
              <a:gd name="connsiteY51-6748" fmla="*/ 9182 h 10000"/>
              <a:gd name="connsiteX52-6749" fmla="*/ 7937 w 10000"/>
              <a:gd name="connsiteY52-6750" fmla="*/ 9182 h 10000"/>
              <a:gd name="connsiteX0-6751" fmla="*/ 7937 w 10000"/>
              <a:gd name="connsiteY0-6752" fmla="*/ 9182 h 10000"/>
              <a:gd name="connsiteX1-6753" fmla="*/ 7540 w 10000"/>
              <a:gd name="connsiteY1-6754" fmla="*/ 9695 h 10000"/>
              <a:gd name="connsiteX2-6755" fmla="*/ 7063 w 10000"/>
              <a:gd name="connsiteY2-6756" fmla="*/ 10000 h 10000"/>
              <a:gd name="connsiteX3-6757" fmla="*/ 6667 w 10000"/>
              <a:gd name="connsiteY3-6758" fmla="*/ 10000 h 10000"/>
              <a:gd name="connsiteX4-6759" fmla="*/ 5873 w 10000"/>
              <a:gd name="connsiteY4-6760" fmla="*/ 10000 h 10000"/>
              <a:gd name="connsiteX5-6761" fmla="*/ 5873 w 10000"/>
              <a:gd name="connsiteY5-6762" fmla="*/ 10000 h 10000"/>
              <a:gd name="connsiteX6-6763" fmla="*/ 5398 w 10000"/>
              <a:gd name="connsiteY6-6764" fmla="*/ 9695 h 10000"/>
              <a:gd name="connsiteX7-6765" fmla="*/ 5001 w 10000"/>
              <a:gd name="connsiteY7-6766" fmla="*/ 9440 h 10000"/>
              <a:gd name="connsiteX8-6767" fmla="*/ 5001 w 10000"/>
              <a:gd name="connsiteY8-6768" fmla="*/ 8878 h 10000"/>
              <a:gd name="connsiteX9-6769" fmla="*/ 4603 w 10000"/>
              <a:gd name="connsiteY9-6770" fmla="*/ 8367 h 10000"/>
              <a:gd name="connsiteX10-6771" fmla="*/ 4127 w 10000"/>
              <a:gd name="connsiteY10-6772" fmla="*/ 7806 h 10000"/>
              <a:gd name="connsiteX11-6773" fmla="*/ 3334 w 10000"/>
              <a:gd name="connsiteY11-6774" fmla="*/ 6988 h 10000"/>
              <a:gd name="connsiteX12-6775" fmla="*/ 2460 w 10000"/>
              <a:gd name="connsiteY12-6776" fmla="*/ 6479 h 10000"/>
              <a:gd name="connsiteX13-6777" fmla="*/ 1667 w 10000"/>
              <a:gd name="connsiteY13-6778" fmla="*/ 6223 h 10000"/>
              <a:gd name="connsiteX14-6779" fmla="*/ 1190 w 10000"/>
              <a:gd name="connsiteY14-6780" fmla="*/ 5917 h 10000"/>
              <a:gd name="connsiteX15-6781" fmla="*/ 794 w 10000"/>
              <a:gd name="connsiteY15-6782" fmla="*/ 5663 h 10000"/>
              <a:gd name="connsiteX16-6783" fmla="*/ 397 w 10000"/>
              <a:gd name="connsiteY16-6784" fmla="*/ 5663 h 10000"/>
              <a:gd name="connsiteX17-6785" fmla="*/ 0 w 10000"/>
              <a:gd name="connsiteY17-6786" fmla="*/ 5407 h 10000"/>
              <a:gd name="connsiteX18-6787" fmla="*/ 0 w 10000"/>
              <a:gd name="connsiteY18-6788" fmla="*/ 5407 h 10000"/>
              <a:gd name="connsiteX19-6789" fmla="*/ 0 w 10000"/>
              <a:gd name="connsiteY19-6790" fmla="*/ 5407 h 10000"/>
              <a:gd name="connsiteX20-6791" fmla="*/ 0 w 10000"/>
              <a:gd name="connsiteY20-6792" fmla="*/ 5101 h 10000"/>
              <a:gd name="connsiteX21-6793" fmla="*/ 0 w 10000"/>
              <a:gd name="connsiteY21-6794" fmla="*/ 5101 h 10000"/>
              <a:gd name="connsiteX22-6795" fmla="*/ 0 w 10000"/>
              <a:gd name="connsiteY22-6796" fmla="*/ 5101 h 10000"/>
              <a:gd name="connsiteX23-6797" fmla="*/ 397 w 10000"/>
              <a:gd name="connsiteY23-6798" fmla="*/ 5101 h 10000"/>
              <a:gd name="connsiteX24-6799" fmla="*/ 397 w 10000"/>
              <a:gd name="connsiteY24-6800" fmla="*/ 5101 h 10000"/>
              <a:gd name="connsiteX25-6801" fmla="*/ 794 w 10000"/>
              <a:gd name="connsiteY25-6802" fmla="*/ 5101 h 10000"/>
              <a:gd name="connsiteX26-6803" fmla="*/ 1190 w 10000"/>
              <a:gd name="connsiteY26-6804" fmla="*/ 5101 h 10000"/>
              <a:gd name="connsiteX27-6805" fmla="*/ 2064 w 10000"/>
              <a:gd name="connsiteY27-6806" fmla="*/ 5407 h 10000"/>
              <a:gd name="connsiteX28-6807" fmla="*/ 2460 w 10000"/>
              <a:gd name="connsiteY28-6808" fmla="*/ 5407 h 10000"/>
              <a:gd name="connsiteX29-6809" fmla="*/ 3731 w 10000"/>
              <a:gd name="connsiteY29-6810" fmla="*/ 5407 h 10000"/>
              <a:gd name="connsiteX30-6811" fmla="*/ 5001 w 10000"/>
              <a:gd name="connsiteY30-6812" fmla="*/ 5407 h 10000"/>
              <a:gd name="connsiteX31-6813" fmla="*/ 5873 w 10000"/>
              <a:gd name="connsiteY31-6814" fmla="*/ 5407 h 10000"/>
              <a:gd name="connsiteX32-6815" fmla="*/ 6270 w 10000"/>
              <a:gd name="connsiteY32-6816" fmla="*/ 5407 h 10000"/>
              <a:gd name="connsiteX33-6817" fmla="*/ 6667 w 10000"/>
              <a:gd name="connsiteY33-6818" fmla="*/ 5407 h 10000"/>
              <a:gd name="connsiteX34-6819" fmla="*/ 6667 w 10000"/>
              <a:gd name="connsiteY34-6820" fmla="*/ 5101 h 10000"/>
              <a:gd name="connsiteX35-6821" fmla="*/ 6667 w 10000"/>
              <a:gd name="connsiteY35-6822" fmla="*/ 4849 h 10000"/>
              <a:gd name="connsiteX36-6823" fmla="*/ 6667 w 10000"/>
              <a:gd name="connsiteY36-6824" fmla="*/ 4591 h 10000"/>
              <a:gd name="connsiteX37-6825" fmla="*/ 7063 w 10000"/>
              <a:gd name="connsiteY37-6826" fmla="*/ 4031 h 10000"/>
              <a:gd name="connsiteX38-6827" fmla="*/ 7063 w 10000"/>
              <a:gd name="connsiteY38-6828" fmla="*/ 1070 h 10000"/>
              <a:gd name="connsiteX39-6829" fmla="*/ 7063 w 10000"/>
              <a:gd name="connsiteY39-6830" fmla="*/ 0 h 10000"/>
              <a:gd name="connsiteX40-6831" fmla="*/ 10000 w 10000"/>
              <a:gd name="connsiteY40-6832" fmla="*/ 2144 h 10000"/>
              <a:gd name="connsiteX41-6833" fmla="*/ 10000 w 10000"/>
              <a:gd name="connsiteY41-6834" fmla="*/ 3521 h 10000"/>
              <a:gd name="connsiteX42-6835" fmla="*/ 10000 w 10000"/>
              <a:gd name="connsiteY42-6836" fmla="*/ 4591 h 10000"/>
              <a:gd name="connsiteX43-6837" fmla="*/ 10000 w 10000"/>
              <a:gd name="connsiteY43-6838" fmla="*/ 5407 h 10000"/>
              <a:gd name="connsiteX44-6839" fmla="*/ 10000 w 10000"/>
              <a:gd name="connsiteY44-6840" fmla="*/ 6223 h 10000"/>
              <a:gd name="connsiteX45-6841" fmla="*/ 10000 w 10000"/>
              <a:gd name="connsiteY45-6842" fmla="*/ 6479 h 10000"/>
              <a:gd name="connsiteX46-6843" fmla="*/ 10000 w 10000"/>
              <a:gd name="connsiteY46-6844" fmla="*/ 6736 h 10000"/>
              <a:gd name="connsiteX47-6845" fmla="*/ 9604 w 10000"/>
              <a:gd name="connsiteY47-6846" fmla="*/ 7550 h 10000"/>
              <a:gd name="connsiteX48-6847" fmla="*/ 9207 w 10000"/>
              <a:gd name="connsiteY48-6848" fmla="*/ 8115 h 10000"/>
              <a:gd name="connsiteX49-6849" fmla="*/ 8730 w 10000"/>
              <a:gd name="connsiteY49-6850" fmla="*/ 8878 h 10000"/>
              <a:gd name="connsiteX50-6851" fmla="*/ 7937 w 10000"/>
              <a:gd name="connsiteY50-6852" fmla="*/ 9182 h 10000"/>
              <a:gd name="connsiteX51-6853" fmla="*/ 7937 w 10000"/>
              <a:gd name="connsiteY51-6854" fmla="*/ 9182 h 10000"/>
              <a:gd name="connsiteX0-6855" fmla="*/ 7937 w 10000"/>
              <a:gd name="connsiteY0-6856" fmla="*/ 9182 h 10000"/>
              <a:gd name="connsiteX1-6857" fmla="*/ 7540 w 10000"/>
              <a:gd name="connsiteY1-6858" fmla="*/ 9695 h 10000"/>
              <a:gd name="connsiteX2-6859" fmla="*/ 7063 w 10000"/>
              <a:gd name="connsiteY2-6860" fmla="*/ 10000 h 10000"/>
              <a:gd name="connsiteX3-6861" fmla="*/ 6667 w 10000"/>
              <a:gd name="connsiteY3-6862" fmla="*/ 10000 h 10000"/>
              <a:gd name="connsiteX4-6863" fmla="*/ 5873 w 10000"/>
              <a:gd name="connsiteY4-6864" fmla="*/ 10000 h 10000"/>
              <a:gd name="connsiteX5-6865" fmla="*/ 5873 w 10000"/>
              <a:gd name="connsiteY5-6866" fmla="*/ 10000 h 10000"/>
              <a:gd name="connsiteX6-6867" fmla="*/ 5398 w 10000"/>
              <a:gd name="connsiteY6-6868" fmla="*/ 9695 h 10000"/>
              <a:gd name="connsiteX7-6869" fmla="*/ 5001 w 10000"/>
              <a:gd name="connsiteY7-6870" fmla="*/ 9440 h 10000"/>
              <a:gd name="connsiteX8-6871" fmla="*/ 5001 w 10000"/>
              <a:gd name="connsiteY8-6872" fmla="*/ 8878 h 10000"/>
              <a:gd name="connsiteX9-6873" fmla="*/ 4603 w 10000"/>
              <a:gd name="connsiteY9-6874" fmla="*/ 8367 h 10000"/>
              <a:gd name="connsiteX10-6875" fmla="*/ 4127 w 10000"/>
              <a:gd name="connsiteY10-6876" fmla="*/ 7806 h 10000"/>
              <a:gd name="connsiteX11-6877" fmla="*/ 3334 w 10000"/>
              <a:gd name="connsiteY11-6878" fmla="*/ 6988 h 10000"/>
              <a:gd name="connsiteX12-6879" fmla="*/ 2460 w 10000"/>
              <a:gd name="connsiteY12-6880" fmla="*/ 6479 h 10000"/>
              <a:gd name="connsiteX13-6881" fmla="*/ 1667 w 10000"/>
              <a:gd name="connsiteY13-6882" fmla="*/ 6223 h 10000"/>
              <a:gd name="connsiteX14-6883" fmla="*/ 1190 w 10000"/>
              <a:gd name="connsiteY14-6884" fmla="*/ 5917 h 10000"/>
              <a:gd name="connsiteX15-6885" fmla="*/ 794 w 10000"/>
              <a:gd name="connsiteY15-6886" fmla="*/ 5663 h 10000"/>
              <a:gd name="connsiteX16-6887" fmla="*/ 397 w 10000"/>
              <a:gd name="connsiteY16-6888" fmla="*/ 5663 h 10000"/>
              <a:gd name="connsiteX17-6889" fmla="*/ 0 w 10000"/>
              <a:gd name="connsiteY17-6890" fmla="*/ 5407 h 10000"/>
              <a:gd name="connsiteX18-6891" fmla="*/ 0 w 10000"/>
              <a:gd name="connsiteY18-6892" fmla="*/ 5407 h 10000"/>
              <a:gd name="connsiteX19-6893" fmla="*/ 0 w 10000"/>
              <a:gd name="connsiteY19-6894" fmla="*/ 5407 h 10000"/>
              <a:gd name="connsiteX20-6895" fmla="*/ 0 w 10000"/>
              <a:gd name="connsiteY20-6896" fmla="*/ 5101 h 10000"/>
              <a:gd name="connsiteX21-6897" fmla="*/ 0 w 10000"/>
              <a:gd name="connsiteY21-6898" fmla="*/ 5101 h 10000"/>
              <a:gd name="connsiteX22-6899" fmla="*/ 0 w 10000"/>
              <a:gd name="connsiteY22-6900" fmla="*/ 5101 h 10000"/>
              <a:gd name="connsiteX23-6901" fmla="*/ 397 w 10000"/>
              <a:gd name="connsiteY23-6902" fmla="*/ 5101 h 10000"/>
              <a:gd name="connsiteX24-6903" fmla="*/ 397 w 10000"/>
              <a:gd name="connsiteY24-6904" fmla="*/ 5101 h 10000"/>
              <a:gd name="connsiteX25-6905" fmla="*/ 794 w 10000"/>
              <a:gd name="connsiteY25-6906" fmla="*/ 5101 h 10000"/>
              <a:gd name="connsiteX26-6907" fmla="*/ 1190 w 10000"/>
              <a:gd name="connsiteY26-6908" fmla="*/ 5101 h 10000"/>
              <a:gd name="connsiteX27-6909" fmla="*/ 2064 w 10000"/>
              <a:gd name="connsiteY27-6910" fmla="*/ 5407 h 10000"/>
              <a:gd name="connsiteX28-6911" fmla="*/ 2460 w 10000"/>
              <a:gd name="connsiteY28-6912" fmla="*/ 5407 h 10000"/>
              <a:gd name="connsiteX29-6913" fmla="*/ 3731 w 10000"/>
              <a:gd name="connsiteY29-6914" fmla="*/ 5407 h 10000"/>
              <a:gd name="connsiteX30-6915" fmla="*/ 5001 w 10000"/>
              <a:gd name="connsiteY30-6916" fmla="*/ 5407 h 10000"/>
              <a:gd name="connsiteX31-6917" fmla="*/ 5873 w 10000"/>
              <a:gd name="connsiteY31-6918" fmla="*/ 5407 h 10000"/>
              <a:gd name="connsiteX32-6919" fmla="*/ 6270 w 10000"/>
              <a:gd name="connsiteY32-6920" fmla="*/ 5407 h 10000"/>
              <a:gd name="connsiteX33-6921" fmla="*/ 6667 w 10000"/>
              <a:gd name="connsiteY33-6922" fmla="*/ 5407 h 10000"/>
              <a:gd name="connsiteX34-6923" fmla="*/ 6667 w 10000"/>
              <a:gd name="connsiteY34-6924" fmla="*/ 5101 h 10000"/>
              <a:gd name="connsiteX35-6925" fmla="*/ 6667 w 10000"/>
              <a:gd name="connsiteY35-6926" fmla="*/ 4849 h 10000"/>
              <a:gd name="connsiteX36-6927" fmla="*/ 6667 w 10000"/>
              <a:gd name="connsiteY36-6928" fmla="*/ 4591 h 10000"/>
              <a:gd name="connsiteX37-6929" fmla="*/ 7063 w 10000"/>
              <a:gd name="connsiteY37-6930" fmla="*/ 4031 h 10000"/>
              <a:gd name="connsiteX38-6931" fmla="*/ 7063 w 10000"/>
              <a:gd name="connsiteY38-6932" fmla="*/ 0 h 10000"/>
              <a:gd name="connsiteX39-6933" fmla="*/ 10000 w 10000"/>
              <a:gd name="connsiteY39-6934" fmla="*/ 2144 h 10000"/>
              <a:gd name="connsiteX40-6935" fmla="*/ 10000 w 10000"/>
              <a:gd name="connsiteY40-6936" fmla="*/ 3521 h 10000"/>
              <a:gd name="connsiteX41-6937" fmla="*/ 10000 w 10000"/>
              <a:gd name="connsiteY41-6938" fmla="*/ 4591 h 10000"/>
              <a:gd name="connsiteX42-6939" fmla="*/ 10000 w 10000"/>
              <a:gd name="connsiteY42-6940" fmla="*/ 5407 h 10000"/>
              <a:gd name="connsiteX43-6941" fmla="*/ 10000 w 10000"/>
              <a:gd name="connsiteY43-6942" fmla="*/ 6223 h 10000"/>
              <a:gd name="connsiteX44-6943" fmla="*/ 10000 w 10000"/>
              <a:gd name="connsiteY44-6944" fmla="*/ 6479 h 10000"/>
              <a:gd name="connsiteX45-6945" fmla="*/ 10000 w 10000"/>
              <a:gd name="connsiteY45-6946" fmla="*/ 6736 h 10000"/>
              <a:gd name="connsiteX46-6947" fmla="*/ 9604 w 10000"/>
              <a:gd name="connsiteY46-6948" fmla="*/ 7550 h 10000"/>
              <a:gd name="connsiteX47-6949" fmla="*/ 9207 w 10000"/>
              <a:gd name="connsiteY47-6950" fmla="*/ 8115 h 10000"/>
              <a:gd name="connsiteX48-6951" fmla="*/ 8730 w 10000"/>
              <a:gd name="connsiteY48-6952" fmla="*/ 8878 h 10000"/>
              <a:gd name="connsiteX49-6953" fmla="*/ 7937 w 10000"/>
              <a:gd name="connsiteY49-6954" fmla="*/ 9182 h 10000"/>
              <a:gd name="connsiteX50-6955" fmla="*/ 7937 w 10000"/>
              <a:gd name="connsiteY50-6956" fmla="*/ 9182 h 10000"/>
              <a:gd name="connsiteX0-6957" fmla="*/ 7937 w 10000"/>
              <a:gd name="connsiteY0-6958" fmla="*/ 7038 h 7856"/>
              <a:gd name="connsiteX1-6959" fmla="*/ 7540 w 10000"/>
              <a:gd name="connsiteY1-6960" fmla="*/ 7551 h 7856"/>
              <a:gd name="connsiteX2-6961" fmla="*/ 7063 w 10000"/>
              <a:gd name="connsiteY2-6962" fmla="*/ 7856 h 7856"/>
              <a:gd name="connsiteX3-6963" fmla="*/ 6667 w 10000"/>
              <a:gd name="connsiteY3-6964" fmla="*/ 7856 h 7856"/>
              <a:gd name="connsiteX4-6965" fmla="*/ 5873 w 10000"/>
              <a:gd name="connsiteY4-6966" fmla="*/ 7856 h 7856"/>
              <a:gd name="connsiteX5-6967" fmla="*/ 5873 w 10000"/>
              <a:gd name="connsiteY5-6968" fmla="*/ 7856 h 7856"/>
              <a:gd name="connsiteX6-6969" fmla="*/ 5398 w 10000"/>
              <a:gd name="connsiteY6-6970" fmla="*/ 7551 h 7856"/>
              <a:gd name="connsiteX7-6971" fmla="*/ 5001 w 10000"/>
              <a:gd name="connsiteY7-6972" fmla="*/ 7296 h 7856"/>
              <a:gd name="connsiteX8-6973" fmla="*/ 5001 w 10000"/>
              <a:gd name="connsiteY8-6974" fmla="*/ 6734 h 7856"/>
              <a:gd name="connsiteX9-6975" fmla="*/ 4603 w 10000"/>
              <a:gd name="connsiteY9-6976" fmla="*/ 6223 h 7856"/>
              <a:gd name="connsiteX10-6977" fmla="*/ 4127 w 10000"/>
              <a:gd name="connsiteY10-6978" fmla="*/ 5662 h 7856"/>
              <a:gd name="connsiteX11-6979" fmla="*/ 3334 w 10000"/>
              <a:gd name="connsiteY11-6980" fmla="*/ 4844 h 7856"/>
              <a:gd name="connsiteX12-6981" fmla="*/ 2460 w 10000"/>
              <a:gd name="connsiteY12-6982" fmla="*/ 4335 h 7856"/>
              <a:gd name="connsiteX13-6983" fmla="*/ 1667 w 10000"/>
              <a:gd name="connsiteY13-6984" fmla="*/ 4079 h 7856"/>
              <a:gd name="connsiteX14-6985" fmla="*/ 1190 w 10000"/>
              <a:gd name="connsiteY14-6986" fmla="*/ 3773 h 7856"/>
              <a:gd name="connsiteX15-6987" fmla="*/ 794 w 10000"/>
              <a:gd name="connsiteY15-6988" fmla="*/ 3519 h 7856"/>
              <a:gd name="connsiteX16-6989" fmla="*/ 397 w 10000"/>
              <a:gd name="connsiteY16-6990" fmla="*/ 3519 h 7856"/>
              <a:gd name="connsiteX17-6991" fmla="*/ 0 w 10000"/>
              <a:gd name="connsiteY17-6992" fmla="*/ 3263 h 7856"/>
              <a:gd name="connsiteX18-6993" fmla="*/ 0 w 10000"/>
              <a:gd name="connsiteY18-6994" fmla="*/ 3263 h 7856"/>
              <a:gd name="connsiteX19-6995" fmla="*/ 0 w 10000"/>
              <a:gd name="connsiteY19-6996" fmla="*/ 3263 h 7856"/>
              <a:gd name="connsiteX20-6997" fmla="*/ 0 w 10000"/>
              <a:gd name="connsiteY20-6998" fmla="*/ 2957 h 7856"/>
              <a:gd name="connsiteX21-6999" fmla="*/ 0 w 10000"/>
              <a:gd name="connsiteY21-7000" fmla="*/ 2957 h 7856"/>
              <a:gd name="connsiteX22-7001" fmla="*/ 0 w 10000"/>
              <a:gd name="connsiteY22-7002" fmla="*/ 2957 h 7856"/>
              <a:gd name="connsiteX23-7003" fmla="*/ 397 w 10000"/>
              <a:gd name="connsiteY23-7004" fmla="*/ 2957 h 7856"/>
              <a:gd name="connsiteX24-7005" fmla="*/ 397 w 10000"/>
              <a:gd name="connsiteY24-7006" fmla="*/ 2957 h 7856"/>
              <a:gd name="connsiteX25-7007" fmla="*/ 794 w 10000"/>
              <a:gd name="connsiteY25-7008" fmla="*/ 2957 h 7856"/>
              <a:gd name="connsiteX26-7009" fmla="*/ 1190 w 10000"/>
              <a:gd name="connsiteY26-7010" fmla="*/ 2957 h 7856"/>
              <a:gd name="connsiteX27-7011" fmla="*/ 2064 w 10000"/>
              <a:gd name="connsiteY27-7012" fmla="*/ 3263 h 7856"/>
              <a:gd name="connsiteX28-7013" fmla="*/ 2460 w 10000"/>
              <a:gd name="connsiteY28-7014" fmla="*/ 3263 h 7856"/>
              <a:gd name="connsiteX29-7015" fmla="*/ 3731 w 10000"/>
              <a:gd name="connsiteY29-7016" fmla="*/ 3263 h 7856"/>
              <a:gd name="connsiteX30-7017" fmla="*/ 5001 w 10000"/>
              <a:gd name="connsiteY30-7018" fmla="*/ 3263 h 7856"/>
              <a:gd name="connsiteX31-7019" fmla="*/ 5873 w 10000"/>
              <a:gd name="connsiteY31-7020" fmla="*/ 3263 h 7856"/>
              <a:gd name="connsiteX32-7021" fmla="*/ 6270 w 10000"/>
              <a:gd name="connsiteY32-7022" fmla="*/ 3263 h 7856"/>
              <a:gd name="connsiteX33-7023" fmla="*/ 6667 w 10000"/>
              <a:gd name="connsiteY33-7024" fmla="*/ 3263 h 7856"/>
              <a:gd name="connsiteX34-7025" fmla="*/ 6667 w 10000"/>
              <a:gd name="connsiteY34-7026" fmla="*/ 2957 h 7856"/>
              <a:gd name="connsiteX35-7027" fmla="*/ 6667 w 10000"/>
              <a:gd name="connsiteY35-7028" fmla="*/ 2705 h 7856"/>
              <a:gd name="connsiteX36-7029" fmla="*/ 6667 w 10000"/>
              <a:gd name="connsiteY36-7030" fmla="*/ 2447 h 7856"/>
              <a:gd name="connsiteX37-7031" fmla="*/ 7063 w 10000"/>
              <a:gd name="connsiteY37-7032" fmla="*/ 1887 h 7856"/>
              <a:gd name="connsiteX38-7033" fmla="*/ 10000 w 10000"/>
              <a:gd name="connsiteY38-7034" fmla="*/ 0 h 7856"/>
              <a:gd name="connsiteX39-7035" fmla="*/ 10000 w 10000"/>
              <a:gd name="connsiteY39-7036" fmla="*/ 1377 h 7856"/>
              <a:gd name="connsiteX40-7037" fmla="*/ 10000 w 10000"/>
              <a:gd name="connsiteY40-7038" fmla="*/ 2447 h 7856"/>
              <a:gd name="connsiteX41-7039" fmla="*/ 10000 w 10000"/>
              <a:gd name="connsiteY41-7040" fmla="*/ 3263 h 7856"/>
              <a:gd name="connsiteX42-7041" fmla="*/ 10000 w 10000"/>
              <a:gd name="connsiteY42-7042" fmla="*/ 4079 h 7856"/>
              <a:gd name="connsiteX43-7043" fmla="*/ 10000 w 10000"/>
              <a:gd name="connsiteY43-7044" fmla="*/ 4335 h 7856"/>
              <a:gd name="connsiteX44-7045" fmla="*/ 10000 w 10000"/>
              <a:gd name="connsiteY44-7046" fmla="*/ 4592 h 7856"/>
              <a:gd name="connsiteX45-7047" fmla="*/ 9604 w 10000"/>
              <a:gd name="connsiteY45-7048" fmla="*/ 5406 h 7856"/>
              <a:gd name="connsiteX46-7049" fmla="*/ 9207 w 10000"/>
              <a:gd name="connsiteY46-7050" fmla="*/ 5971 h 7856"/>
              <a:gd name="connsiteX47-7051" fmla="*/ 8730 w 10000"/>
              <a:gd name="connsiteY47-7052" fmla="*/ 6734 h 7856"/>
              <a:gd name="connsiteX48-7053" fmla="*/ 7937 w 10000"/>
              <a:gd name="connsiteY48-7054" fmla="*/ 7038 h 7856"/>
              <a:gd name="connsiteX49-7055" fmla="*/ 7937 w 10000"/>
              <a:gd name="connsiteY49-7056" fmla="*/ 7038 h 7856"/>
              <a:gd name="connsiteX0-7057" fmla="*/ 7937 w 10000"/>
              <a:gd name="connsiteY0-7058" fmla="*/ 7206 h 8247"/>
              <a:gd name="connsiteX1-7059" fmla="*/ 7540 w 10000"/>
              <a:gd name="connsiteY1-7060" fmla="*/ 7859 h 8247"/>
              <a:gd name="connsiteX2-7061" fmla="*/ 7063 w 10000"/>
              <a:gd name="connsiteY2-7062" fmla="*/ 8247 h 8247"/>
              <a:gd name="connsiteX3-7063" fmla="*/ 6667 w 10000"/>
              <a:gd name="connsiteY3-7064" fmla="*/ 8247 h 8247"/>
              <a:gd name="connsiteX4-7065" fmla="*/ 5873 w 10000"/>
              <a:gd name="connsiteY4-7066" fmla="*/ 8247 h 8247"/>
              <a:gd name="connsiteX5-7067" fmla="*/ 5873 w 10000"/>
              <a:gd name="connsiteY5-7068" fmla="*/ 8247 h 8247"/>
              <a:gd name="connsiteX6-7069" fmla="*/ 5398 w 10000"/>
              <a:gd name="connsiteY6-7070" fmla="*/ 7859 h 8247"/>
              <a:gd name="connsiteX7-7071" fmla="*/ 5001 w 10000"/>
              <a:gd name="connsiteY7-7072" fmla="*/ 7534 h 8247"/>
              <a:gd name="connsiteX8-7073" fmla="*/ 5001 w 10000"/>
              <a:gd name="connsiteY8-7074" fmla="*/ 6819 h 8247"/>
              <a:gd name="connsiteX9-7075" fmla="*/ 4603 w 10000"/>
              <a:gd name="connsiteY9-7076" fmla="*/ 6168 h 8247"/>
              <a:gd name="connsiteX10-7077" fmla="*/ 4127 w 10000"/>
              <a:gd name="connsiteY10-7078" fmla="*/ 5454 h 8247"/>
              <a:gd name="connsiteX11-7079" fmla="*/ 3334 w 10000"/>
              <a:gd name="connsiteY11-7080" fmla="*/ 4413 h 8247"/>
              <a:gd name="connsiteX12-7081" fmla="*/ 2460 w 10000"/>
              <a:gd name="connsiteY12-7082" fmla="*/ 3765 h 8247"/>
              <a:gd name="connsiteX13-7083" fmla="*/ 1667 w 10000"/>
              <a:gd name="connsiteY13-7084" fmla="*/ 3439 h 8247"/>
              <a:gd name="connsiteX14-7085" fmla="*/ 1190 w 10000"/>
              <a:gd name="connsiteY14-7086" fmla="*/ 3050 h 8247"/>
              <a:gd name="connsiteX15-7087" fmla="*/ 794 w 10000"/>
              <a:gd name="connsiteY15-7088" fmla="*/ 2726 h 8247"/>
              <a:gd name="connsiteX16-7089" fmla="*/ 397 w 10000"/>
              <a:gd name="connsiteY16-7090" fmla="*/ 2726 h 8247"/>
              <a:gd name="connsiteX17-7091" fmla="*/ 0 w 10000"/>
              <a:gd name="connsiteY17-7092" fmla="*/ 2401 h 8247"/>
              <a:gd name="connsiteX18-7093" fmla="*/ 0 w 10000"/>
              <a:gd name="connsiteY18-7094" fmla="*/ 2401 h 8247"/>
              <a:gd name="connsiteX19-7095" fmla="*/ 0 w 10000"/>
              <a:gd name="connsiteY19-7096" fmla="*/ 2401 h 8247"/>
              <a:gd name="connsiteX20-7097" fmla="*/ 0 w 10000"/>
              <a:gd name="connsiteY20-7098" fmla="*/ 2011 h 8247"/>
              <a:gd name="connsiteX21-7099" fmla="*/ 0 w 10000"/>
              <a:gd name="connsiteY21-7100" fmla="*/ 2011 h 8247"/>
              <a:gd name="connsiteX22-7101" fmla="*/ 0 w 10000"/>
              <a:gd name="connsiteY22-7102" fmla="*/ 2011 h 8247"/>
              <a:gd name="connsiteX23-7103" fmla="*/ 397 w 10000"/>
              <a:gd name="connsiteY23-7104" fmla="*/ 2011 h 8247"/>
              <a:gd name="connsiteX24-7105" fmla="*/ 397 w 10000"/>
              <a:gd name="connsiteY24-7106" fmla="*/ 2011 h 8247"/>
              <a:gd name="connsiteX25-7107" fmla="*/ 794 w 10000"/>
              <a:gd name="connsiteY25-7108" fmla="*/ 2011 h 8247"/>
              <a:gd name="connsiteX26-7109" fmla="*/ 1190 w 10000"/>
              <a:gd name="connsiteY26-7110" fmla="*/ 2011 h 8247"/>
              <a:gd name="connsiteX27-7111" fmla="*/ 2064 w 10000"/>
              <a:gd name="connsiteY27-7112" fmla="*/ 2401 h 8247"/>
              <a:gd name="connsiteX28-7113" fmla="*/ 2460 w 10000"/>
              <a:gd name="connsiteY28-7114" fmla="*/ 2401 h 8247"/>
              <a:gd name="connsiteX29-7115" fmla="*/ 3731 w 10000"/>
              <a:gd name="connsiteY29-7116" fmla="*/ 2401 h 8247"/>
              <a:gd name="connsiteX30-7117" fmla="*/ 5001 w 10000"/>
              <a:gd name="connsiteY30-7118" fmla="*/ 2401 h 8247"/>
              <a:gd name="connsiteX31-7119" fmla="*/ 5873 w 10000"/>
              <a:gd name="connsiteY31-7120" fmla="*/ 2401 h 8247"/>
              <a:gd name="connsiteX32-7121" fmla="*/ 6270 w 10000"/>
              <a:gd name="connsiteY32-7122" fmla="*/ 2401 h 8247"/>
              <a:gd name="connsiteX33-7123" fmla="*/ 6667 w 10000"/>
              <a:gd name="connsiteY33-7124" fmla="*/ 2401 h 8247"/>
              <a:gd name="connsiteX34-7125" fmla="*/ 6667 w 10000"/>
              <a:gd name="connsiteY34-7126" fmla="*/ 2011 h 8247"/>
              <a:gd name="connsiteX35-7127" fmla="*/ 6667 w 10000"/>
              <a:gd name="connsiteY35-7128" fmla="*/ 1690 h 8247"/>
              <a:gd name="connsiteX36-7129" fmla="*/ 6667 w 10000"/>
              <a:gd name="connsiteY36-7130" fmla="*/ 1362 h 8247"/>
              <a:gd name="connsiteX37-7131" fmla="*/ 7063 w 10000"/>
              <a:gd name="connsiteY37-7132" fmla="*/ 649 h 8247"/>
              <a:gd name="connsiteX38-7133" fmla="*/ 10000 w 10000"/>
              <a:gd name="connsiteY38-7134" fmla="*/ 0 h 8247"/>
              <a:gd name="connsiteX39-7135" fmla="*/ 10000 w 10000"/>
              <a:gd name="connsiteY39-7136" fmla="*/ 1362 h 8247"/>
              <a:gd name="connsiteX40-7137" fmla="*/ 10000 w 10000"/>
              <a:gd name="connsiteY40-7138" fmla="*/ 2401 h 8247"/>
              <a:gd name="connsiteX41-7139" fmla="*/ 10000 w 10000"/>
              <a:gd name="connsiteY41-7140" fmla="*/ 3439 h 8247"/>
              <a:gd name="connsiteX42-7141" fmla="*/ 10000 w 10000"/>
              <a:gd name="connsiteY42-7142" fmla="*/ 3765 h 8247"/>
              <a:gd name="connsiteX43-7143" fmla="*/ 10000 w 10000"/>
              <a:gd name="connsiteY43-7144" fmla="*/ 4092 h 8247"/>
              <a:gd name="connsiteX44-7145" fmla="*/ 9604 w 10000"/>
              <a:gd name="connsiteY44-7146" fmla="*/ 5128 h 8247"/>
              <a:gd name="connsiteX45-7147" fmla="*/ 9207 w 10000"/>
              <a:gd name="connsiteY45-7148" fmla="*/ 5848 h 8247"/>
              <a:gd name="connsiteX46-7149" fmla="*/ 8730 w 10000"/>
              <a:gd name="connsiteY46-7150" fmla="*/ 6819 h 8247"/>
              <a:gd name="connsiteX47-7151" fmla="*/ 7937 w 10000"/>
              <a:gd name="connsiteY47-7152" fmla="*/ 7206 h 8247"/>
              <a:gd name="connsiteX48-7153" fmla="*/ 7937 w 10000"/>
              <a:gd name="connsiteY48-7154" fmla="*/ 7206 h 8247"/>
              <a:gd name="connsiteX0-7155" fmla="*/ 7937 w 10000"/>
              <a:gd name="connsiteY0-7156" fmla="*/ 7951 h 9213"/>
              <a:gd name="connsiteX1-7157" fmla="*/ 7540 w 10000"/>
              <a:gd name="connsiteY1-7158" fmla="*/ 8743 h 9213"/>
              <a:gd name="connsiteX2-7159" fmla="*/ 7063 w 10000"/>
              <a:gd name="connsiteY2-7160" fmla="*/ 9213 h 9213"/>
              <a:gd name="connsiteX3-7161" fmla="*/ 6667 w 10000"/>
              <a:gd name="connsiteY3-7162" fmla="*/ 9213 h 9213"/>
              <a:gd name="connsiteX4-7163" fmla="*/ 5873 w 10000"/>
              <a:gd name="connsiteY4-7164" fmla="*/ 9213 h 9213"/>
              <a:gd name="connsiteX5-7165" fmla="*/ 5873 w 10000"/>
              <a:gd name="connsiteY5-7166" fmla="*/ 9213 h 9213"/>
              <a:gd name="connsiteX6-7167" fmla="*/ 5398 w 10000"/>
              <a:gd name="connsiteY6-7168" fmla="*/ 8743 h 9213"/>
              <a:gd name="connsiteX7-7169" fmla="*/ 5001 w 10000"/>
              <a:gd name="connsiteY7-7170" fmla="*/ 8348 h 9213"/>
              <a:gd name="connsiteX8-7171" fmla="*/ 5001 w 10000"/>
              <a:gd name="connsiteY8-7172" fmla="*/ 7481 h 9213"/>
              <a:gd name="connsiteX9-7173" fmla="*/ 4603 w 10000"/>
              <a:gd name="connsiteY9-7174" fmla="*/ 6692 h 9213"/>
              <a:gd name="connsiteX10-7175" fmla="*/ 4127 w 10000"/>
              <a:gd name="connsiteY10-7176" fmla="*/ 5826 h 9213"/>
              <a:gd name="connsiteX11-7177" fmla="*/ 3334 w 10000"/>
              <a:gd name="connsiteY11-7178" fmla="*/ 4564 h 9213"/>
              <a:gd name="connsiteX12-7179" fmla="*/ 2460 w 10000"/>
              <a:gd name="connsiteY12-7180" fmla="*/ 3778 h 9213"/>
              <a:gd name="connsiteX13-7181" fmla="*/ 1667 w 10000"/>
              <a:gd name="connsiteY13-7182" fmla="*/ 3383 h 9213"/>
              <a:gd name="connsiteX14-7183" fmla="*/ 1190 w 10000"/>
              <a:gd name="connsiteY14-7184" fmla="*/ 2911 h 9213"/>
              <a:gd name="connsiteX15-7185" fmla="*/ 794 w 10000"/>
              <a:gd name="connsiteY15-7186" fmla="*/ 2518 h 9213"/>
              <a:gd name="connsiteX16-7187" fmla="*/ 397 w 10000"/>
              <a:gd name="connsiteY16-7188" fmla="*/ 2518 h 9213"/>
              <a:gd name="connsiteX17-7189" fmla="*/ 0 w 10000"/>
              <a:gd name="connsiteY17-7190" fmla="*/ 2124 h 9213"/>
              <a:gd name="connsiteX18-7191" fmla="*/ 0 w 10000"/>
              <a:gd name="connsiteY18-7192" fmla="*/ 2124 h 9213"/>
              <a:gd name="connsiteX19-7193" fmla="*/ 0 w 10000"/>
              <a:gd name="connsiteY19-7194" fmla="*/ 2124 h 9213"/>
              <a:gd name="connsiteX20-7195" fmla="*/ 0 w 10000"/>
              <a:gd name="connsiteY20-7196" fmla="*/ 1651 h 9213"/>
              <a:gd name="connsiteX21-7197" fmla="*/ 0 w 10000"/>
              <a:gd name="connsiteY21-7198" fmla="*/ 1651 h 9213"/>
              <a:gd name="connsiteX22-7199" fmla="*/ 0 w 10000"/>
              <a:gd name="connsiteY22-7200" fmla="*/ 1651 h 9213"/>
              <a:gd name="connsiteX23-7201" fmla="*/ 397 w 10000"/>
              <a:gd name="connsiteY23-7202" fmla="*/ 1651 h 9213"/>
              <a:gd name="connsiteX24-7203" fmla="*/ 397 w 10000"/>
              <a:gd name="connsiteY24-7204" fmla="*/ 1651 h 9213"/>
              <a:gd name="connsiteX25-7205" fmla="*/ 794 w 10000"/>
              <a:gd name="connsiteY25-7206" fmla="*/ 1651 h 9213"/>
              <a:gd name="connsiteX26-7207" fmla="*/ 1190 w 10000"/>
              <a:gd name="connsiteY26-7208" fmla="*/ 1651 h 9213"/>
              <a:gd name="connsiteX27-7209" fmla="*/ 2064 w 10000"/>
              <a:gd name="connsiteY27-7210" fmla="*/ 2124 h 9213"/>
              <a:gd name="connsiteX28-7211" fmla="*/ 2460 w 10000"/>
              <a:gd name="connsiteY28-7212" fmla="*/ 2124 h 9213"/>
              <a:gd name="connsiteX29-7213" fmla="*/ 3731 w 10000"/>
              <a:gd name="connsiteY29-7214" fmla="*/ 2124 h 9213"/>
              <a:gd name="connsiteX30-7215" fmla="*/ 5001 w 10000"/>
              <a:gd name="connsiteY30-7216" fmla="*/ 2124 h 9213"/>
              <a:gd name="connsiteX31-7217" fmla="*/ 5873 w 10000"/>
              <a:gd name="connsiteY31-7218" fmla="*/ 2124 h 9213"/>
              <a:gd name="connsiteX32-7219" fmla="*/ 6270 w 10000"/>
              <a:gd name="connsiteY32-7220" fmla="*/ 2124 h 9213"/>
              <a:gd name="connsiteX33-7221" fmla="*/ 6667 w 10000"/>
              <a:gd name="connsiteY33-7222" fmla="*/ 2124 h 9213"/>
              <a:gd name="connsiteX34-7223" fmla="*/ 6667 w 10000"/>
              <a:gd name="connsiteY34-7224" fmla="*/ 1651 h 9213"/>
              <a:gd name="connsiteX35-7225" fmla="*/ 6667 w 10000"/>
              <a:gd name="connsiteY35-7226" fmla="*/ 1262 h 9213"/>
              <a:gd name="connsiteX36-7227" fmla="*/ 6667 w 10000"/>
              <a:gd name="connsiteY36-7228" fmla="*/ 865 h 9213"/>
              <a:gd name="connsiteX37-7229" fmla="*/ 7063 w 10000"/>
              <a:gd name="connsiteY37-7230" fmla="*/ 0 h 9213"/>
              <a:gd name="connsiteX38-7231" fmla="*/ 10000 w 10000"/>
              <a:gd name="connsiteY38-7232" fmla="*/ 865 h 9213"/>
              <a:gd name="connsiteX39-7233" fmla="*/ 10000 w 10000"/>
              <a:gd name="connsiteY39-7234" fmla="*/ 2124 h 9213"/>
              <a:gd name="connsiteX40-7235" fmla="*/ 10000 w 10000"/>
              <a:gd name="connsiteY40-7236" fmla="*/ 3383 h 9213"/>
              <a:gd name="connsiteX41-7237" fmla="*/ 10000 w 10000"/>
              <a:gd name="connsiteY41-7238" fmla="*/ 3778 h 9213"/>
              <a:gd name="connsiteX42-7239" fmla="*/ 10000 w 10000"/>
              <a:gd name="connsiteY42-7240" fmla="*/ 4175 h 9213"/>
              <a:gd name="connsiteX43-7241" fmla="*/ 9604 w 10000"/>
              <a:gd name="connsiteY43-7242" fmla="*/ 5431 h 9213"/>
              <a:gd name="connsiteX44-7243" fmla="*/ 9207 w 10000"/>
              <a:gd name="connsiteY44-7244" fmla="*/ 6304 h 9213"/>
              <a:gd name="connsiteX45-7245" fmla="*/ 8730 w 10000"/>
              <a:gd name="connsiteY45-7246" fmla="*/ 7481 h 9213"/>
              <a:gd name="connsiteX46-7247" fmla="*/ 7937 w 10000"/>
              <a:gd name="connsiteY46-7248" fmla="*/ 7951 h 9213"/>
              <a:gd name="connsiteX47-7249" fmla="*/ 7937 w 10000"/>
              <a:gd name="connsiteY47-7250" fmla="*/ 7951 h 9213"/>
              <a:gd name="connsiteX0-7251" fmla="*/ 7937 w 10000"/>
              <a:gd name="connsiteY0-7252" fmla="*/ 8630 h 10000"/>
              <a:gd name="connsiteX1-7253" fmla="*/ 7540 w 10000"/>
              <a:gd name="connsiteY1-7254" fmla="*/ 9490 h 10000"/>
              <a:gd name="connsiteX2-7255" fmla="*/ 7063 w 10000"/>
              <a:gd name="connsiteY2-7256" fmla="*/ 10000 h 10000"/>
              <a:gd name="connsiteX3-7257" fmla="*/ 6667 w 10000"/>
              <a:gd name="connsiteY3-7258" fmla="*/ 10000 h 10000"/>
              <a:gd name="connsiteX4-7259" fmla="*/ 5873 w 10000"/>
              <a:gd name="connsiteY4-7260" fmla="*/ 10000 h 10000"/>
              <a:gd name="connsiteX5-7261" fmla="*/ 5873 w 10000"/>
              <a:gd name="connsiteY5-7262" fmla="*/ 10000 h 10000"/>
              <a:gd name="connsiteX6-7263" fmla="*/ 5398 w 10000"/>
              <a:gd name="connsiteY6-7264" fmla="*/ 9490 h 10000"/>
              <a:gd name="connsiteX7-7265" fmla="*/ 5001 w 10000"/>
              <a:gd name="connsiteY7-7266" fmla="*/ 9061 h 10000"/>
              <a:gd name="connsiteX8-7267" fmla="*/ 5001 w 10000"/>
              <a:gd name="connsiteY8-7268" fmla="*/ 8120 h 10000"/>
              <a:gd name="connsiteX9-7269" fmla="*/ 4603 w 10000"/>
              <a:gd name="connsiteY9-7270" fmla="*/ 7264 h 10000"/>
              <a:gd name="connsiteX10-7271" fmla="*/ 4127 w 10000"/>
              <a:gd name="connsiteY10-7272" fmla="*/ 6324 h 10000"/>
              <a:gd name="connsiteX11-7273" fmla="*/ 3334 w 10000"/>
              <a:gd name="connsiteY11-7274" fmla="*/ 4954 h 10000"/>
              <a:gd name="connsiteX12-7275" fmla="*/ 2460 w 10000"/>
              <a:gd name="connsiteY12-7276" fmla="*/ 4101 h 10000"/>
              <a:gd name="connsiteX13-7277" fmla="*/ 1667 w 10000"/>
              <a:gd name="connsiteY13-7278" fmla="*/ 3672 h 10000"/>
              <a:gd name="connsiteX14-7279" fmla="*/ 1190 w 10000"/>
              <a:gd name="connsiteY14-7280" fmla="*/ 3160 h 10000"/>
              <a:gd name="connsiteX15-7281" fmla="*/ 794 w 10000"/>
              <a:gd name="connsiteY15-7282" fmla="*/ 2733 h 10000"/>
              <a:gd name="connsiteX16-7283" fmla="*/ 397 w 10000"/>
              <a:gd name="connsiteY16-7284" fmla="*/ 2733 h 10000"/>
              <a:gd name="connsiteX17-7285" fmla="*/ 0 w 10000"/>
              <a:gd name="connsiteY17-7286" fmla="*/ 2305 h 10000"/>
              <a:gd name="connsiteX18-7287" fmla="*/ 0 w 10000"/>
              <a:gd name="connsiteY18-7288" fmla="*/ 2305 h 10000"/>
              <a:gd name="connsiteX19-7289" fmla="*/ 0 w 10000"/>
              <a:gd name="connsiteY19-7290" fmla="*/ 2305 h 10000"/>
              <a:gd name="connsiteX20-7291" fmla="*/ 0 w 10000"/>
              <a:gd name="connsiteY20-7292" fmla="*/ 1792 h 10000"/>
              <a:gd name="connsiteX21-7293" fmla="*/ 0 w 10000"/>
              <a:gd name="connsiteY21-7294" fmla="*/ 1792 h 10000"/>
              <a:gd name="connsiteX22-7295" fmla="*/ 0 w 10000"/>
              <a:gd name="connsiteY22-7296" fmla="*/ 1792 h 10000"/>
              <a:gd name="connsiteX23-7297" fmla="*/ 397 w 10000"/>
              <a:gd name="connsiteY23-7298" fmla="*/ 1792 h 10000"/>
              <a:gd name="connsiteX24-7299" fmla="*/ 397 w 10000"/>
              <a:gd name="connsiteY24-7300" fmla="*/ 1792 h 10000"/>
              <a:gd name="connsiteX25-7301" fmla="*/ 794 w 10000"/>
              <a:gd name="connsiteY25-7302" fmla="*/ 1792 h 10000"/>
              <a:gd name="connsiteX26-7303" fmla="*/ 1190 w 10000"/>
              <a:gd name="connsiteY26-7304" fmla="*/ 1792 h 10000"/>
              <a:gd name="connsiteX27-7305" fmla="*/ 2064 w 10000"/>
              <a:gd name="connsiteY27-7306" fmla="*/ 2305 h 10000"/>
              <a:gd name="connsiteX28-7307" fmla="*/ 2460 w 10000"/>
              <a:gd name="connsiteY28-7308" fmla="*/ 2305 h 10000"/>
              <a:gd name="connsiteX29-7309" fmla="*/ 3731 w 10000"/>
              <a:gd name="connsiteY29-7310" fmla="*/ 2305 h 10000"/>
              <a:gd name="connsiteX30-7311" fmla="*/ 5001 w 10000"/>
              <a:gd name="connsiteY30-7312" fmla="*/ 2305 h 10000"/>
              <a:gd name="connsiteX31-7313" fmla="*/ 5873 w 10000"/>
              <a:gd name="connsiteY31-7314" fmla="*/ 2305 h 10000"/>
              <a:gd name="connsiteX32-7315" fmla="*/ 6270 w 10000"/>
              <a:gd name="connsiteY32-7316" fmla="*/ 2305 h 10000"/>
              <a:gd name="connsiteX33-7317" fmla="*/ 6667 w 10000"/>
              <a:gd name="connsiteY33-7318" fmla="*/ 2305 h 10000"/>
              <a:gd name="connsiteX34-7319" fmla="*/ 6667 w 10000"/>
              <a:gd name="connsiteY34-7320" fmla="*/ 1792 h 10000"/>
              <a:gd name="connsiteX35-7321" fmla="*/ 6667 w 10000"/>
              <a:gd name="connsiteY35-7322" fmla="*/ 1370 h 10000"/>
              <a:gd name="connsiteX36-7323" fmla="*/ 6667 w 10000"/>
              <a:gd name="connsiteY36-7324" fmla="*/ 939 h 10000"/>
              <a:gd name="connsiteX37-7325" fmla="*/ 7063 w 10000"/>
              <a:gd name="connsiteY37-7326" fmla="*/ 0 h 10000"/>
              <a:gd name="connsiteX38-7327" fmla="*/ 10000 w 10000"/>
              <a:gd name="connsiteY38-7328" fmla="*/ 939 h 10000"/>
              <a:gd name="connsiteX39-7329" fmla="*/ 10000 w 10000"/>
              <a:gd name="connsiteY39-7330" fmla="*/ 3672 h 10000"/>
              <a:gd name="connsiteX40-7331" fmla="*/ 10000 w 10000"/>
              <a:gd name="connsiteY40-7332" fmla="*/ 4101 h 10000"/>
              <a:gd name="connsiteX41-7333" fmla="*/ 10000 w 10000"/>
              <a:gd name="connsiteY41-7334" fmla="*/ 4532 h 10000"/>
              <a:gd name="connsiteX42-7335" fmla="*/ 9604 w 10000"/>
              <a:gd name="connsiteY42-7336" fmla="*/ 5895 h 10000"/>
              <a:gd name="connsiteX43-7337" fmla="*/ 9207 w 10000"/>
              <a:gd name="connsiteY43-7338" fmla="*/ 6843 h 10000"/>
              <a:gd name="connsiteX44-7339" fmla="*/ 8730 w 10000"/>
              <a:gd name="connsiteY44-7340" fmla="*/ 8120 h 10000"/>
              <a:gd name="connsiteX45-7341" fmla="*/ 7937 w 10000"/>
              <a:gd name="connsiteY45-7342" fmla="*/ 8630 h 10000"/>
              <a:gd name="connsiteX46-7343" fmla="*/ 7937 w 10000"/>
              <a:gd name="connsiteY46-7344" fmla="*/ 8630 h 10000"/>
              <a:gd name="connsiteX0-7345" fmla="*/ 7937 w 10000"/>
              <a:gd name="connsiteY0-7346" fmla="*/ 8630 h 10000"/>
              <a:gd name="connsiteX1-7347" fmla="*/ 7540 w 10000"/>
              <a:gd name="connsiteY1-7348" fmla="*/ 9490 h 10000"/>
              <a:gd name="connsiteX2-7349" fmla="*/ 7063 w 10000"/>
              <a:gd name="connsiteY2-7350" fmla="*/ 10000 h 10000"/>
              <a:gd name="connsiteX3-7351" fmla="*/ 6667 w 10000"/>
              <a:gd name="connsiteY3-7352" fmla="*/ 10000 h 10000"/>
              <a:gd name="connsiteX4-7353" fmla="*/ 5873 w 10000"/>
              <a:gd name="connsiteY4-7354" fmla="*/ 10000 h 10000"/>
              <a:gd name="connsiteX5-7355" fmla="*/ 5873 w 10000"/>
              <a:gd name="connsiteY5-7356" fmla="*/ 10000 h 10000"/>
              <a:gd name="connsiteX6-7357" fmla="*/ 5398 w 10000"/>
              <a:gd name="connsiteY6-7358" fmla="*/ 9490 h 10000"/>
              <a:gd name="connsiteX7-7359" fmla="*/ 5001 w 10000"/>
              <a:gd name="connsiteY7-7360" fmla="*/ 9061 h 10000"/>
              <a:gd name="connsiteX8-7361" fmla="*/ 5001 w 10000"/>
              <a:gd name="connsiteY8-7362" fmla="*/ 8120 h 10000"/>
              <a:gd name="connsiteX9-7363" fmla="*/ 4603 w 10000"/>
              <a:gd name="connsiteY9-7364" fmla="*/ 7264 h 10000"/>
              <a:gd name="connsiteX10-7365" fmla="*/ 4127 w 10000"/>
              <a:gd name="connsiteY10-7366" fmla="*/ 6324 h 10000"/>
              <a:gd name="connsiteX11-7367" fmla="*/ 3334 w 10000"/>
              <a:gd name="connsiteY11-7368" fmla="*/ 4954 h 10000"/>
              <a:gd name="connsiteX12-7369" fmla="*/ 2460 w 10000"/>
              <a:gd name="connsiteY12-7370" fmla="*/ 4101 h 10000"/>
              <a:gd name="connsiteX13-7371" fmla="*/ 1667 w 10000"/>
              <a:gd name="connsiteY13-7372" fmla="*/ 3672 h 10000"/>
              <a:gd name="connsiteX14-7373" fmla="*/ 1190 w 10000"/>
              <a:gd name="connsiteY14-7374" fmla="*/ 3160 h 10000"/>
              <a:gd name="connsiteX15-7375" fmla="*/ 794 w 10000"/>
              <a:gd name="connsiteY15-7376" fmla="*/ 2733 h 10000"/>
              <a:gd name="connsiteX16-7377" fmla="*/ 397 w 10000"/>
              <a:gd name="connsiteY16-7378" fmla="*/ 2733 h 10000"/>
              <a:gd name="connsiteX17-7379" fmla="*/ 0 w 10000"/>
              <a:gd name="connsiteY17-7380" fmla="*/ 2305 h 10000"/>
              <a:gd name="connsiteX18-7381" fmla="*/ 0 w 10000"/>
              <a:gd name="connsiteY18-7382" fmla="*/ 2305 h 10000"/>
              <a:gd name="connsiteX19-7383" fmla="*/ 0 w 10000"/>
              <a:gd name="connsiteY19-7384" fmla="*/ 2305 h 10000"/>
              <a:gd name="connsiteX20-7385" fmla="*/ 0 w 10000"/>
              <a:gd name="connsiteY20-7386" fmla="*/ 1792 h 10000"/>
              <a:gd name="connsiteX21-7387" fmla="*/ 0 w 10000"/>
              <a:gd name="connsiteY21-7388" fmla="*/ 1792 h 10000"/>
              <a:gd name="connsiteX22-7389" fmla="*/ 0 w 10000"/>
              <a:gd name="connsiteY22-7390" fmla="*/ 1792 h 10000"/>
              <a:gd name="connsiteX23-7391" fmla="*/ 397 w 10000"/>
              <a:gd name="connsiteY23-7392" fmla="*/ 1792 h 10000"/>
              <a:gd name="connsiteX24-7393" fmla="*/ 397 w 10000"/>
              <a:gd name="connsiteY24-7394" fmla="*/ 1792 h 10000"/>
              <a:gd name="connsiteX25-7395" fmla="*/ 794 w 10000"/>
              <a:gd name="connsiteY25-7396" fmla="*/ 1792 h 10000"/>
              <a:gd name="connsiteX26-7397" fmla="*/ 1190 w 10000"/>
              <a:gd name="connsiteY26-7398" fmla="*/ 1792 h 10000"/>
              <a:gd name="connsiteX27-7399" fmla="*/ 2064 w 10000"/>
              <a:gd name="connsiteY27-7400" fmla="*/ 2305 h 10000"/>
              <a:gd name="connsiteX28-7401" fmla="*/ 2460 w 10000"/>
              <a:gd name="connsiteY28-7402" fmla="*/ 2305 h 10000"/>
              <a:gd name="connsiteX29-7403" fmla="*/ 3731 w 10000"/>
              <a:gd name="connsiteY29-7404" fmla="*/ 2305 h 10000"/>
              <a:gd name="connsiteX30-7405" fmla="*/ 5001 w 10000"/>
              <a:gd name="connsiteY30-7406" fmla="*/ 2305 h 10000"/>
              <a:gd name="connsiteX31-7407" fmla="*/ 5873 w 10000"/>
              <a:gd name="connsiteY31-7408" fmla="*/ 2305 h 10000"/>
              <a:gd name="connsiteX32-7409" fmla="*/ 6270 w 10000"/>
              <a:gd name="connsiteY32-7410" fmla="*/ 2305 h 10000"/>
              <a:gd name="connsiteX33-7411" fmla="*/ 6667 w 10000"/>
              <a:gd name="connsiteY33-7412" fmla="*/ 2305 h 10000"/>
              <a:gd name="connsiteX34-7413" fmla="*/ 6667 w 10000"/>
              <a:gd name="connsiteY34-7414" fmla="*/ 1792 h 10000"/>
              <a:gd name="connsiteX35-7415" fmla="*/ 6667 w 10000"/>
              <a:gd name="connsiteY35-7416" fmla="*/ 1370 h 10000"/>
              <a:gd name="connsiteX36-7417" fmla="*/ 6667 w 10000"/>
              <a:gd name="connsiteY36-7418" fmla="*/ 939 h 10000"/>
              <a:gd name="connsiteX37-7419" fmla="*/ 7063 w 10000"/>
              <a:gd name="connsiteY37-7420" fmla="*/ 0 h 10000"/>
              <a:gd name="connsiteX38-7421" fmla="*/ 10000 w 10000"/>
              <a:gd name="connsiteY38-7422" fmla="*/ 3672 h 10000"/>
              <a:gd name="connsiteX39-7423" fmla="*/ 10000 w 10000"/>
              <a:gd name="connsiteY39-7424" fmla="*/ 4101 h 10000"/>
              <a:gd name="connsiteX40-7425" fmla="*/ 10000 w 10000"/>
              <a:gd name="connsiteY40-7426" fmla="*/ 4532 h 10000"/>
              <a:gd name="connsiteX41-7427" fmla="*/ 9604 w 10000"/>
              <a:gd name="connsiteY41-7428" fmla="*/ 5895 h 10000"/>
              <a:gd name="connsiteX42-7429" fmla="*/ 9207 w 10000"/>
              <a:gd name="connsiteY42-7430" fmla="*/ 6843 h 10000"/>
              <a:gd name="connsiteX43-7431" fmla="*/ 8730 w 10000"/>
              <a:gd name="connsiteY43-7432" fmla="*/ 8120 h 10000"/>
              <a:gd name="connsiteX44-7433" fmla="*/ 7937 w 10000"/>
              <a:gd name="connsiteY44-7434" fmla="*/ 8630 h 10000"/>
              <a:gd name="connsiteX45-7435" fmla="*/ 7937 w 10000"/>
              <a:gd name="connsiteY45-7436" fmla="*/ 8630 h 10000"/>
              <a:gd name="connsiteX0-7437" fmla="*/ 7937 w 10000"/>
              <a:gd name="connsiteY0-7438" fmla="*/ 7691 h 9061"/>
              <a:gd name="connsiteX1-7439" fmla="*/ 7540 w 10000"/>
              <a:gd name="connsiteY1-7440" fmla="*/ 8551 h 9061"/>
              <a:gd name="connsiteX2-7441" fmla="*/ 7063 w 10000"/>
              <a:gd name="connsiteY2-7442" fmla="*/ 9061 h 9061"/>
              <a:gd name="connsiteX3-7443" fmla="*/ 6667 w 10000"/>
              <a:gd name="connsiteY3-7444" fmla="*/ 9061 h 9061"/>
              <a:gd name="connsiteX4-7445" fmla="*/ 5873 w 10000"/>
              <a:gd name="connsiteY4-7446" fmla="*/ 9061 h 9061"/>
              <a:gd name="connsiteX5-7447" fmla="*/ 5873 w 10000"/>
              <a:gd name="connsiteY5-7448" fmla="*/ 9061 h 9061"/>
              <a:gd name="connsiteX6-7449" fmla="*/ 5398 w 10000"/>
              <a:gd name="connsiteY6-7450" fmla="*/ 8551 h 9061"/>
              <a:gd name="connsiteX7-7451" fmla="*/ 5001 w 10000"/>
              <a:gd name="connsiteY7-7452" fmla="*/ 8122 h 9061"/>
              <a:gd name="connsiteX8-7453" fmla="*/ 5001 w 10000"/>
              <a:gd name="connsiteY8-7454" fmla="*/ 7181 h 9061"/>
              <a:gd name="connsiteX9-7455" fmla="*/ 4603 w 10000"/>
              <a:gd name="connsiteY9-7456" fmla="*/ 6325 h 9061"/>
              <a:gd name="connsiteX10-7457" fmla="*/ 4127 w 10000"/>
              <a:gd name="connsiteY10-7458" fmla="*/ 5385 h 9061"/>
              <a:gd name="connsiteX11-7459" fmla="*/ 3334 w 10000"/>
              <a:gd name="connsiteY11-7460" fmla="*/ 4015 h 9061"/>
              <a:gd name="connsiteX12-7461" fmla="*/ 2460 w 10000"/>
              <a:gd name="connsiteY12-7462" fmla="*/ 3162 h 9061"/>
              <a:gd name="connsiteX13-7463" fmla="*/ 1667 w 10000"/>
              <a:gd name="connsiteY13-7464" fmla="*/ 2733 h 9061"/>
              <a:gd name="connsiteX14-7465" fmla="*/ 1190 w 10000"/>
              <a:gd name="connsiteY14-7466" fmla="*/ 2221 h 9061"/>
              <a:gd name="connsiteX15-7467" fmla="*/ 794 w 10000"/>
              <a:gd name="connsiteY15-7468" fmla="*/ 1794 h 9061"/>
              <a:gd name="connsiteX16-7469" fmla="*/ 397 w 10000"/>
              <a:gd name="connsiteY16-7470" fmla="*/ 1794 h 9061"/>
              <a:gd name="connsiteX17-7471" fmla="*/ 0 w 10000"/>
              <a:gd name="connsiteY17-7472" fmla="*/ 1366 h 9061"/>
              <a:gd name="connsiteX18-7473" fmla="*/ 0 w 10000"/>
              <a:gd name="connsiteY18-7474" fmla="*/ 1366 h 9061"/>
              <a:gd name="connsiteX19-7475" fmla="*/ 0 w 10000"/>
              <a:gd name="connsiteY19-7476" fmla="*/ 1366 h 9061"/>
              <a:gd name="connsiteX20-7477" fmla="*/ 0 w 10000"/>
              <a:gd name="connsiteY20-7478" fmla="*/ 853 h 9061"/>
              <a:gd name="connsiteX21-7479" fmla="*/ 0 w 10000"/>
              <a:gd name="connsiteY21-7480" fmla="*/ 853 h 9061"/>
              <a:gd name="connsiteX22-7481" fmla="*/ 0 w 10000"/>
              <a:gd name="connsiteY22-7482" fmla="*/ 853 h 9061"/>
              <a:gd name="connsiteX23-7483" fmla="*/ 397 w 10000"/>
              <a:gd name="connsiteY23-7484" fmla="*/ 853 h 9061"/>
              <a:gd name="connsiteX24-7485" fmla="*/ 397 w 10000"/>
              <a:gd name="connsiteY24-7486" fmla="*/ 853 h 9061"/>
              <a:gd name="connsiteX25-7487" fmla="*/ 794 w 10000"/>
              <a:gd name="connsiteY25-7488" fmla="*/ 853 h 9061"/>
              <a:gd name="connsiteX26-7489" fmla="*/ 1190 w 10000"/>
              <a:gd name="connsiteY26-7490" fmla="*/ 853 h 9061"/>
              <a:gd name="connsiteX27-7491" fmla="*/ 2064 w 10000"/>
              <a:gd name="connsiteY27-7492" fmla="*/ 1366 h 9061"/>
              <a:gd name="connsiteX28-7493" fmla="*/ 2460 w 10000"/>
              <a:gd name="connsiteY28-7494" fmla="*/ 1366 h 9061"/>
              <a:gd name="connsiteX29-7495" fmla="*/ 3731 w 10000"/>
              <a:gd name="connsiteY29-7496" fmla="*/ 1366 h 9061"/>
              <a:gd name="connsiteX30-7497" fmla="*/ 5001 w 10000"/>
              <a:gd name="connsiteY30-7498" fmla="*/ 1366 h 9061"/>
              <a:gd name="connsiteX31-7499" fmla="*/ 5873 w 10000"/>
              <a:gd name="connsiteY31-7500" fmla="*/ 1366 h 9061"/>
              <a:gd name="connsiteX32-7501" fmla="*/ 6270 w 10000"/>
              <a:gd name="connsiteY32-7502" fmla="*/ 1366 h 9061"/>
              <a:gd name="connsiteX33-7503" fmla="*/ 6667 w 10000"/>
              <a:gd name="connsiteY33-7504" fmla="*/ 1366 h 9061"/>
              <a:gd name="connsiteX34-7505" fmla="*/ 6667 w 10000"/>
              <a:gd name="connsiteY34-7506" fmla="*/ 853 h 9061"/>
              <a:gd name="connsiteX35-7507" fmla="*/ 6667 w 10000"/>
              <a:gd name="connsiteY35-7508" fmla="*/ 431 h 9061"/>
              <a:gd name="connsiteX36-7509" fmla="*/ 6667 w 10000"/>
              <a:gd name="connsiteY36-7510" fmla="*/ 0 h 9061"/>
              <a:gd name="connsiteX37-7511" fmla="*/ 10000 w 10000"/>
              <a:gd name="connsiteY37-7512" fmla="*/ 2733 h 9061"/>
              <a:gd name="connsiteX38-7513" fmla="*/ 10000 w 10000"/>
              <a:gd name="connsiteY38-7514" fmla="*/ 3162 h 9061"/>
              <a:gd name="connsiteX39-7515" fmla="*/ 10000 w 10000"/>
              <a:gd name="connsiteY39-7516" fmla="*/ 3593 h 9061"/>
              <a:gd name="connsiteX40-7517" fmla="*/ 9604 w 10000"/>
              <a:gd name="connsiteY40-7518" fmla="*/ 4956 h 9061"/>
              <a:gd name="connsiteX41-7519" fmla="*/ 9207 w 10000"/>
              <a:gd name="connsiteY41-7520" fmla="*/ 5904 h 9061"/>
              <a:gd name="connsiteX42-7521" fmla="*/ 8730 w 10000"/>
              <a:gd name="connsiteY42-7522" fmla="*/ 7181 h 9061"/>
              <a:gd name="connsiteX43-7523" fmla="*/ 7937 w 10000"/>
              <a:gd name="connsiteY43-7524" fmla="*/ 7691 h 9061"/>
              <a:gd name="connsiteX44-7525" fmla="*/ 7937 w 10000"/>
              <a:gd name="connsiteY44-7526" fmla="*/ 7691 h 9061"/>
              <a:gd name="connsiteX0-7527" fmla="*/ 7937 w 10000"/>
              <a:gd name="connsiteY0-7528" fmla="*/ 8012 h 9524"/>
              <a:gd name="connsiteX1-7529" fmla="*/ 7540 w 10000"/>
              <a:gd name="connsiteY1-7530" fmla="*/ 8961 h 9524"/>
              <a:gd name="connsiteX2-7531" fmla="*/ 7063 w 10000"/>
              <a:gd name="connsiteY2-7532" fmla="*/ 9524 h 9524"/>
              <a:gd name="connsiteX3-7533" fmla="*/ 6667 w 10000"/>
              <a:gd name="connsiteY3-7534" fmla="*/ 9524 h 9524"/>
              <a:gd name="connsiteX4-7535" fmla="*/ 5873 w 10000"/>
              <a:gd name="connsiteY4-7536" fmla="*/ 9524 h 9524"/>
              <a:gd name="connsiteX5-7537" fmla="*/ 5873 w 10000"/>
              <a:gd name="connsiteY5-7538" fmla="*/ 9524 h 9524"/>
              <a:gd name="connsiteX6-7539" fmla="*/ 5398 w 10000"/>
              <a:gd name="connsiteY6-7540" fmla="*/ 8961 h 9524"/>
              <a:gd name="connsiteX7-7541" fmla="*/ 5001 w 10000"/>
              <a:gd name="connsiteY7-7542" fmla="*/ 8488 h 9524"/>
              <a:gd name="connsiteX8-7543" fmla="*/ 5001 w 10000"/>
              <a:gd name="connsiteY8-7544" fmla="*/ 7449 h 9524"/>
              <a:gd name="connsiteX9-7545" fmla="*/ 4603 w 10000"/>
              <a:gd name="connsiteY9-7546" fmla="*/ 6504 h 9524"/>
              <a:gd name="connsiteX10-7547" fmla="*/ 4127 w 10000"/>
              <a:gd name="connsiteY10-7548" fmla="*/ 5467 h 9524"/>
              <a:gd name="connsiteX11-7549" fmla="*/ 3334 w 10000"/>
              <a:gd name="connsiteY11-7550" fmla="*/ 3955 h 9524"/>
              <a:gd name="connsiteX12-7551" fmla="*/ 2460 w 10000"/>
              <a:gd name="connsiteY12-7552" fmla="*/ 3014 h 9524"/>
              <a:gd name="connsiteX13-7553" fmla="*/ 1667 w 10000"/>
              <a:gd name="connsiteY13-7554" fmla="*/ 2540 h 9524"/>
              <a:gd name="connsiteX14-7555" fmla="*/ 1190 w 10000"/>
              <a:gd name="connsiteY14-7556" fmla="*/ 1975 h 9524"/>
              <a:gd name="connsiteX15-7557" fmla="*/ 794 w 10000"/>
              <a:gd name="connsiteY15-7558" fmla="*/ 1504 h 9524"/>
              <a:gd name="connsiteX16-7559" fmla="*/ 397 w 10000"/>
              <a:gd name="connsiteY16-7560" fmla="*/ 1504 h 9524"/>
              <a:gd name="connsiteX17-7561" fmla="*/ 0 w 10000"/>
              <a:gd name="connsiteY17-7562" fmla="*/ 1032 h 9524"/>
              <a:gd name="connsiteX18-7563" fmla="*/ 0 w 10000"/>
              <a:gd name="connsiteY18-7564" fmla="*/ 1032 h 9524"/>
              <a:gd name="connsiteX19-7565" fmla="*/ 0 w 10000"/>
              <a:gd name="connsiteY19-7566" fmla="*/ 1032 h 9524"/>
              <a:gd name="connsiteX20-7567" fmla="*/ 0 w 10000"/>
              <a:gd name="connsiteY20-7568" fmla="*/ 465 h 9524"/>
              <a:gd name="connsiteX21-7569" fmla="*/ 0 w 10000"/>
              <a:gd name="connsiteY21-7570" fmla="*/ 465 h 9524"/>
              <a:gd name="connsiteX22-7571" fmla="*/ 0 w 10000"/>
              <a:gd name="connsiteY22-7572" fmla="*/ 465 h 9524"/>
              <a:gd name="connsiteX23-7573" fmla="*/ 397 w 10000"/>
              <a:gd name="connsiteY23-7574" fmla="*/ 465 h 9524"/>
              <a:gd name="connsiteX24-7575" fmla="*/ 397 w 10000"/>
              <a:gd name="connsiteY24-7576" fmla="*/ 465 h 9524"/>
              <a:gd name="connsiteX25-7577" fmla="*/ 794 w 10000"/>
              <a:gd name="connsiteY25-7578" fmla="*/ 465 h 9524"/>
              <a:gd name="connsiteX26-7579" fmla="*/ 1190 w 10000"/>
              <a:gd name="connsiteY26-7580" fmla="*/ 465 h 9524"/>
              <a:gd name="connsiteX27-7581" fmla="*/ 2064 w 10000"/>
              <a:gd name="connsiteY27-7582" fmla="*/ 1032 h 9524"/>
              <a:gd name="connsiteX28-7583" fmla="*/ 2460 w 10000"/>
              <a:gd name="connsiteY28-7584" fmla="*/ 1032 h 9524"/>
              <a:gd name="connsiteX29-7585" fmla="*/ 3731 w 10000"/>
              <a:gd name="connsiteY29-7586" fmla="*/ 1032 h 9524"/>
              <a:gd name="connsiteX30-7587" fmla="*/ 5001 w 10000"/>
              <a:gd name="connsiteY30-7588" fmla="*/ 1032 h 9524"/>
              <a:gd name="connsiteX31-7589" fmla="*/ 5873 w 10000"/>
              <a:gd name="connsiteY31-7590" fmla="*/ 1032 h 9524"/>
              <a:gd name="connsiteX32-7591" fmla="*/ 6270 w 10000"/>
              <a:gd name="connsiteY32-7592" fmla="*/ 1032 h 9524"/>
              <a:gd name="connsiteX33-7593" fmla="*/ 6667 w 10000"/>
              <a:gd name="connsiteY33-7594" fmla="*/ 1032 h 9524"/>
              <a:gd name="connsiteX34-7595" fmla="*/ 6667 w 10000"/>
              <a:gd name="connsiteY34-7596" fmla="*/ 465 h 9524"/>
              <a:gd name="connsiteX35-7597" fmla="*/ 6667 w 10000"/>
              <a:gd name="connsiteY35-7598" fmla="*/ 0 h 9524"/>
              <a:gd name="connsiteX36-7599" fmla="*/ 10000 w 10000"/>
              <a:gd name="connsiteY36-7600" fmla="*/ 2540 h 9524"/>
              <a:gd name="connsiteX37-7601" fmla="*/ 10000 w 10000"/>
              <a:gd name="connsiteY37-7602" fmla="*/ 3014 h 9524"/>
              <a:gd name="connsiteX38-7603" fmla="*/ 10000 w 10000"/>
              <a:gd name="connsiteY38-7604" fmla="*/ 3489 h 9524"/>
              <a:gd name="connsiteX39-7605" fmla="*/ 9604 w 10000"/>
              <a:gd name="connsiteY39-7606" fmla="*/ 4994 h 9524"/>
              <a:gd name="connsiteX40-7607" fmla="*/ 9207 w 10000"/>
              <a:gd name="connsiteY40-7608" fmla="*/ 6040 h 9524"/>
              <a:gd name="connsiteX41-7609" fmla="*/ 8730 w 10000"/>
              <a:gd name="connsiteY41-7610" fmla="*/ 7449 h 9524"/>
              <a:gd name="connsiteX42-7611" fmla="*/ 7937 w 10000"/>
              <a:gd name="connsiteY42-7612" fmla="*/ 8012 h 9524"/>
              <a:gd name="connsiteX43-7613" fmla="*/ 7937 w 10000"/>
              <a:gd name="connsiteY43-7614" fmla="*/ 8012 h 9524"/>
              <a:gd name="connsiteX0-7615" fmla="*/ 7937 w 10000"/>
              <a:gd name="connsiteY0-7616" fmla="*/ 8412 h 10000"/>
              <a:gd name="connsiteX1-7617" fmla="*/ 7540 w 10000"/>
              <a:gd name="connsiteY1-7618" fmla="*/ 9409 h 10000"/>
              <a:gd name="connsiteX2-7619" fmla="*/ 7063 w 10000"/>
              <a:gd name="connsiteY2-7620" fmla="*/ 10000 h 10000"/>
              <a:gd name="connsiteX3-7621" fmla="*/ 6667 w 10000"/>
              <a:gd name="connsiteY3-7622" fmla="*/ 10000 h 10000"/>
              <a:gd name="connsiteX4-7623" fmla="*/ 5873 w 10000"/>
              <a:gd name="connsiteY4-7624" fmla="*/ 10000 h 10000"/>
              <a:gd name="connsiteX5-7625" fmla="*/ 5873 w 10000"/>
              <a:gd name="connsiteY5-7626" fmla="*/ 10000 h 10000"/>
              <a:gd name="connsiteX6-7627" fmla="*/ 5398 w 10000"/>
              <a:gd name="connsiteY6-7628" fmla="*/ 9409 h 10000"/>
              <a:gd name="connsiteX7-7629" fmla="*/ 5001 w 10000"/>
              <a:gd name="connsiteY7-7630" fmla="*/ 8912 h 10000"/>
              <a:gd name="connsiteX8-7631" fmla="*/ 5001 w 10000"/>
              <a:gd name="connsiteY8-7632" fmla="*/ 7821 h 10000"/>
              <a:gd name="connsiteX9-7633" fmla="*/ 4603 w 10000"/>
              <a:gd name="connsiteY9-7634" fmla="*/ 6829 h 10000"/>
              <a:gd name="connsiteX10-7635" fmla="*/ 4127 w 10000"/>
              <a:gd name="connsiteY10-7636" fmla="*/ 5740 h 10000"/>
              <a:gd name="connsiteX11-7637" fmla="*/ 3334 w 10000"/>
              <a:gd name="connsiteY11-7638" fmla="*/ 4153 h 10000"/>
              <a:gd name="connsiteX12-7639" fmla="*/ 2460 w 10000"/>
              <a:gd name="connsiteY12-7640" fmla="*/ 3165 h 10000"/>
              <a:gd name="connsiteX13-7641" fmla="*/ 1667 w 10000"/>
              <a:gd name="connsiteY13-7642" fmla="*/ 2667 h 10000"/>
              <a:gd name="connsiteX14-7643" fmla="*/ 1190 w 10000"/>
              <a:gd name="connsiteY14-7644" fmla="*/ 2074 h 10000"/>
              <a:gd name="connsiteX15-7645" fmla="*/ 794 w 10000"/>
              <a:gd name="connsiteY15-7646" fmla="*/ 1579 h 10000"/>
              <a:gd name="connsiteX16-7647" fmla="*/ 397 w 10000"/>
              <a:gd name="connsiteY16-7648" fmla="*/ 1579 h 10000"/>
              <a:gd name="connsiteX17-7649" fmla="*/ 0 w 10000"/>
              <a:gd name="connsiteY17-7650" fmla="*/ 1084 h 10000"/>
              <a:gd name="connsiteX18-7651" fmla="*/ 0 w 10000"/>
              <a:gd name="connsiteY18-7652" fmla="*/ 1084 h 10000"/>
              <a:gd name="connsiteX19-7653" fmla="*/ 0 w 10000"/>
              <a:gd name="connsiteY19-7654" fmla="*/ 1084 h 10000"/>
              <a:gd name="connsiteX20-7655" fmla="*/ 0 w 10000"/>
              <a:gd name="connsiteY20-7656" fmla="*/ 488 h 10000"/>
              <a:gd name="connsiteX21-7657" fmla="*/ 0 w 10000"/>
              <a:gd name="connsiteY21-7658" fmla="*/ 488 h 10000"/>
              <a:gd name="connsiteX22-7659" fmla="*/ 0 w 10000"/>
              <a:gd name="connsiteY22-7660" fmla="*/ 488 h 10000"/>
              <a:gd name="connsiteX23-7661" fmla="*/ 397 w 10000"/>
              <a:gd name="connsiteY23-7662" fmla="*/ 488 h 10000"/>
              <a:gd name="connsiteX24-7663" fmla="*/ 397 w 10000"/>
              <a:gd name="connsiteY24-7664" fmla="*/ 488 h 10000"/>
              <a:gd name="connsiteX25-7665" fmla="*/ 794 w 10000"/>
              <a:gd name="connsiteY25-7666" fmla="*/ 488 h 10000"/>
              <a:gd name="connsiteX26-7667" fmla="*/ 1190 w 10000"/>
              <a:gd name="connsiteY26-7668" fmla="*/ 488 h 10000"/>
              <a:gd name="connsiteX27-7669" fmla="*/ 2064 w 10000"/>
              <a:gd name="connsiteY27-7670" fmla="*/ 1084 h 10000"/>
              <a:gd name="connsiteX28-7671" fmla="*/ 2460 w 10000"/>
              <a:gd name="connsiteY28-7672" fmla="*/ 1084 h 10000"/>
              <a:gd name="connsiteX29-7673" fmla="*/ 3731 w 10000"/>
              <a:gd name="connsiteY29-7674" fmla="*/ 1084 h 10000"/>
              <a:gd name="connsiteX30-7675" fmla="*/ 5001 w 10000"/>
              <a:gd name="connsiteY30-7676" fmla="*/ 1084 h 10000"/>
              <a:gd name="connsiteX31-7677" fmla="*/ 5873 w 10000"/>
              <a:gd name="connsiteY31-7678" fmla="*/ 1084 h 10000"/>
              <a:gd name="connsiteX32-7679" fmla="*/ 6270 w 10000"/>
              <a:gd name="connsiteY32-7680" fmla="*/ 1084 h 10000"/>
              <a:gd name="connsiteX33-7681" fmla="*/ 6667 w 10000"/>
              <a:gd name="connsiteY33-7682" fmla="*/ 1084 h 10000"/>
              <a:gd name="connsiteX34-7683" fmla="*/ 6667 w 10000"/>
              <a:gd name="connsiteY34-7684" fmla="*/ 488 h 10000"/>
              <a:gd name="connsiteX35-7685" fmla="*/ 6667 w 10000"/>
              <a:gd name="connsiteY35-7686" fmla="*/ 0 h 10000"/>
              <a:gd name="connsiteX36-7687" fmla="*/ 10000 w 10000"/>
              <a:gd name="connsiteY36-7688" fmla="*/ 2667 h 10000"/>
              <a:gd name="connsiteX37-7689" fmla="*/ 10000 w 10000"/>
              <a:gd name="connsiteY37-7690" fmla="*/ 3165 h 10000"/>
              <a:gd name="connsiteX38-7691" fmla="*/ 9604 w 10000"/>
              <a:gd name="connsiteY38-7692" fmla="*/ 5244 h 10000"/>
              <a:gd name="connsiteX39-7693" fmla="*/ 9207 w 10000"/>
              <a:gd name="connsiteY39-7694" fmla="*/ 6342 h 10000"/>
              <a:gd name="connsiteX40-7695" fmla="*/ 8730 w 10000"/>
              <a:gd name="connsiteY40-7696" fmla="*/ 7821 h 10000"/>
              <a:gd name="connsiteX41-7697" fmla="*/ 7937 w 10000"/>
              <a:gd name="connsiteY41-7698" fmla="*/ 8412 h 10000"/>
              <a:gd name="connsiteX42-7699" fmla="*/ 7937 w 10000"/>
              <a:gd name="connsiteY42-7700" fmla="*/ 8412 h 10000"/>
              <a:gd name="connsiteX0-7701" fmla="*/ 7937 w 10000"/>
              <a:gd name="connsiteY0-7702" fmla="*/ 8412 h 10000"/>
              <a:gd name="connsiteX1-7703" fmla="*/ 7540 w 10000"/>
              <a:gd name="connsiteY1-7704" fmla="*/ 9409 h 10000"/>
              <a:gd name="connsiteX2-7705" fmla="*/ 7063 w 10000"/>
              <a:gd name="connsiteY2-7706" fmla="*/ 10000 h 10000"/>
              <a:gd name="connsiteX3-7707" fmla="*/ 6667 w 10000"/>
              <a:gd name="connsiteY3-7708" fmla="*/ 10000 h 10000"/>
              <a:gd name="connsiteX4-7709" fmla="*/ 5873 w 10000"/>
              <a:gd name="connsiteY4-7710" fmla="*/ 10000 h 10000"/>
              <a:gd name="connsiteX5-7711" fmla="*/ 5873 w 10000"/>
              <a:gd name="connsiteY5-7712" fmla="*/ 10000 h 10000"/>
              <a:gd name="connsiteX6-7713" fmla="*/ 5398 w 10000"/>
              <a:gd name="connsiteY6-7714" fmla="*/ 9409 h 10000"/>
              <a:gd name="connsiteX7-7715" fmla="*/ 5001 w 10000"/>
              <a:gd name="connsiteY7-7716" fmla="*/ 8912 h 10000"/>
              <a:gd name="connsiteX8-7717" fmla="*/ 5001 w 10000"/>
              <a:gd name="connsiteY8-7718" fmla="*/ 7821 h 10000"/>
              <a:gd name="connsiteX9-7719" fmla="*/ 4603 w 10000"/>
              <a:gd name="connsiteY9-7720" fmla="*/ 6829 h 10000"/>
              <a:gd name="connsiteX10-7721" fmla="*/ 4127 w 10000"/>
              <a:gd name="connsiteY10-7722" fmla="*/ 5740 h 10000"/>
              <a:gd name="connsiteX11-7723" fmla="*/ 3334 w 10000"/>
              <a:gd name="connsiteY11-7724" fmla="*/ 4153 h 10000"/>
              <a:gd name="connsiteX12-7725" fmla="*/ 2460 w 10000"/>
              <a:gd name="connsiteY12-7726" fmla="*/ 3165 h 10000"/>
              <a:gd name="connsiteX13-7727" fmla="*/ 1667 w 10000"/>
              <a:gd name="connsiteY13-7728" fmla="*/ 2667 h 10000"/>
              <a:gd name="connsiteX14-7729" fmla="*/ 1190 w 10000"/>
              <a:gd name="connsiteY14-7730" fmla="*/ 2074 h 10000"/>
              <a:gd name="connsiteX15-7731" fmla="*/ 794 w 10000"/>
              <a:gd name="connsiteY15-7732" fmla="*/ 1579 h 10000"/>
              <a:gd name="connsiteX16-7733" fmla="*/ 397 w 10000"/>
              <a:gd name="connsiteY16-7734" fmla="*/ 1579 h 10000"/>
              <a:gd name="connsiteX17-7735" fmla="*/ 0 w 10000"/>
              <a:gd name="connsiteY17-7736" fmla="*/ 1084 h 10000"/>
              <a:gd name="connsiteX18-7737" fmla="*/ 0 w 10000"/>
              <a:gd name="connsiteY18-7738" fmla="*/ 1084 h 10000"/>
              <a:gd name="connsiteX19-7739" fmla="*/ 0 w 10000"/>
              <a:gd name="connsiteY19-7740" fmla="*/ 1084 h 10000"/>
              <a:gd name="connsiteX20-7741" fmla="*/ 0 w 10000"/>
              <a:gd name="connsiteY20-7742" fmla="*/ 488 h 10000"/>
              <a:gd name="connsiteX21-7743" fmla="*/ 0 w 10000"/>
              <a:gd name="connsiteY21-7744" fmla="*/ 488 h 10000"/>
              <a:gd name="connsiteX22-7745" fmla="*/ 0 w 10000"/>
              <a:gd name="connsiteY22-7746" fmla="*/ 488 h 10000"/>
              <a:gd name="connsiteX23-7747" fmla="*/ 397 w 10000"/>
              <a:gd name="connsiteY23-7748" fmla="*/ 488 h 10000"/>
              <a:gd name="connsiteX24-7749" fmla="*/ 397 w 10000"/>
              <a:gd name="connsiteY24-7750" fmla="*/ 488 h 10000"/>
              <a:gd name="connsiteX25-7751" fmla="*/ 794 w 10000"/>
              <a:gd name="connsiteY25-7752" fmla="*/ 488 h 10000"/>
              <a:gd name="connsiteX26-7753" fmla="*/ 1190 w 10000"/>
              <a:gd name="connsiteY26-7754" fmla="*/ 488 h 10000"/>
              <a:gd name="connsiteX27-7755" fmla="*/ 2064 w 10000"/>
              <a:gd name="connsiteY27-7756" fmla="*/ 1084 h 10000"/>
              <a:gd name="connsiteX28-7757" fmla="*/ 2460 w 10000"/>
              <a:gd name="connsiteY28-7758" fmla="*/ 1084 h 10000"/>
              <a:gd name="connsiteX29-7759" fmla="*/ 3731 w 10000"/>
              <a:gd name="connsiteY29-7760" fmla="*/ 1084 h 10000"/>
              <a:gd name="connsiteX30-7761" fmla="*/ 5001 w 10000"/>
              <a:gd name="connsiteY30-7762" fmla="*/ 1084 h 10000"/>
              <a:gd name="connsiteX31-7763" fmla="*/ 5873 w 10000"/>
              <a:gd name="connsiteY31-7764" fmla="*/ 1084 h 10000"/>
              <a:gd name="connsiteX32-7765" fmla="*/ 6270 w 10000"/>
              <a:gd name="connsiteY32-7766" fmla="*/ 1084 h 10000"/>
              <a:gd name="connsiteX33-7767" fmla="*/ 6667 w 10000"/>
              <a:gd name="connsiteY33-7768" fmla="*/ 1084 h 10000"/>
              <a:gd name="connsiteX34-7769" fmla="*/ 6667 w 10000"/>
              <a:gd name="connsiteY34-7770" fmla="*/ 488 h 10000"/>
              <a:gd name="connsiteX35-7771" fmla="*/ 6667 w 10000"/>
              <a:gd name="connsiteY35-7772" fmla="*/ 0 h 10000"/>
              <a:gd name="connsiteX36-7773" fmla="*/ 10000 w 10000"/>
              <a:gd name="connsiteY36-7774" fmla="*/ 2667 h 10000"/>
              <a:gd name="connsiteX37-7775" fmla="*/ 10000 w 10000"/>
              <a:gd name="connsiteY37-7776" fmla="*/ 3165 h 10000"/>
              <a:gd name="connsiteX38-7777" fmla="*/ 9207 w 10000"/>
              <a:gd name="connsiteY38-7778" fmla="*/ 6342 h 10000"/>
              <a:gd name="connsiteX39-7779" fmla="*/ 8730 w 10000"/>
              <a:gd name="connsiteY39-7780" fmla="*/ 7821 h 10000"/>
              <a:gd name="connsiteX40-7781" fmla="*/ 7937 w 10000"/>
              <a:gd name="connsiteY40-7782" fmla="*/ 8412 h 10000"/>
              <a:gd name="connsiteX41-7783" fmla="*/ 7937 w 10000"/>
              <a:gd name="connsiteY41-7784" fmla="*/ 8412 h 10000"/>
              <a:gd name="connsiteX0-7785" fmla="*/ 7937 w 10000"/>
              <a:gd name="connsiteY0-7786" fmla="*/ 8412 h 10000"/>
              <a:gd name="connsiteX1-7787" fmla="*/ 7540 w 10000"/>
              <a:gd name="connsiteY1-7788" fmla="*/ 9409 h 10000"/>
              <a:gd name="connsiteX2-7789" fmla="*/ 7063 w 10000"/>
              <a:gd name="connsiteY2-7790" fmla="*/ 10000 h 10000"/>
              <a:gd name="connsiteX3-7791" fmla="*/ 6667 w 10000"/>
              <a:gd name="connsiteY3-7792" fmla="*/ 10000 h 10000"/>
              <a:gd name="connsiteX4-7793" fmla="*/ 5873 w 10000"/>
              <a:gd name="connsiteY4-7794" fmla="*/ 10000 h 10000"/>
              <a:gd name="connsiteX5-7795" fmla="*/ 5873 w 10000"/>
              <a:gd name="connsiteY5-7796" fmla="*/ 10000 h 10000"/>
              <a:gd name="connsiteX6-7797" fmla="*/ 5398 w 10000"/>
              <a:gd name="connsiteY6-7798" fmla="*/ 9409 h 10000"/>
              <a:gd name="connsiteX7-7799" fmla="*/ 5001 w 10000"/>
              <a:gd name="connsiteY7-7800" fmla="*/ 8912 h 10000"/>
              <a:gd name="connsiteX8-7801" fmla="*/ 5001 w 10000"/>
              <a:gd name="connsiteY8-7802" fmla="*/ 7821 h 10000"/>
              <a:gd name="connsiteX9-7803" fmla="*/ 4603 w 10000"/>
              <a:gd name="connsiteY9-7804" fmla="*/ 6829 h 10000"/>
              <a:gd name="connsiteX10-7805" fmla="*/ 4127 w 10000"/>
              <a:gd name="connsiteY10-7806" fmla="*/ 5740 h 10000"/>
              <a:gd name="connsiteX11-7807" fmla="*/ 3334 w 10000"/>
              <a:gd name="connsiteY11-7808" fmla="*/ 4153 h 10000"/>
              <a:gd name="connsiteX12-7809" fmla="*/ 2460 w 10000"/>
              <a:gd name="connsiteY12-7810" fmla="*/ 3165 h 10000"/>
              <a:gd name="connsiteX13-7811" fmla="*/ 1667 w 10000"/>
              <a:gd name="connsiteY13-7812" fmla="*/ 2667 h 10000"/>
              <a:gd name="connsiteX14-7813" fmla="*/ 1190 w 10000"/>
              <a:gd name="connsiteY14-7814" fmla="*/ 2074 h 10000"/>
              <a:gd name="connsiteX15-7815" fmla="*/ 794 w 10000"/>
              <a:gd name="connsiteY15-7816" fmla="*/ 1579 h 10000"/>
              <a:gd name="connsiteX16-7817" fmla="*/ 397 w 10000"/>
              <a:gd name="connsiteY16-7818" fmla="*/ 1579 h 10000"/>
              <a:gd name="connsiteX17-7819" fmla="*/ 0 w 10000"/>
              <a:gd name="connsiteY17-7820" fmla="*/ 1084 h 10000"/>
              <a:gd name="connsiteX18-7821" fmla="*/ 0 w 10000"/>
              <a:gd name="connsiteY18-7822" fmla="*/ 1084 h 10000"/>
              <a:gd name="connsiteX19-7823" fmla="*/ 0 w 10000"/>
              <a:gd name="connsiteY19-7824" fmla="*/ 1084 h 10000"/>
              <a:gd name="connsiteX20-7825" fmla="*/ 0 w 10000"/>
              <a:gd name="connsiteY20-7826" fmla="*/ 488 h 10000"/>
              <a:gd name="connsiteX21-7827" fmla="*/ 0 w 10000"/>
              <a:gd name="connsiteY21-7828" fmla="*/ 488 h 10000"/>
              <a:gd name="connsiteX22-7829" fmla="*/ 0 w 10000"/>
              <a:gd name="connsiteY22-7830" fmla="*/ 488 h 10000"/>
              <a:gd name="connsiteX23-7831" fmla="*/ 397 w 10000"/>
              <a:gd name="connsiteY23-7832" fmla="*/ 488 h 10000"/>
              <a:gd name="connsiteX24-7833" fmla="*/ 397 w 10000"/>
              <a:gd name="connsiteY24-7834" fmla="*/ 488 h 10000"/>
              <a:gd name="connsiteX25-7835" fmla="*/ 794 w 10000"/>
              <a:gd name="connsiteY25-7836" fmla="*/ 488 h 10000"/>
              <a:gd name="connsiteX26-7837" fmla="*/ 1190 w 10000"/>
              <a:gd name="connsiteY26-7838" fmla="*/ 488 h 10000"/>
              <a:gd name="connsiteX27-7839" fmla="*/ 2064 w 10000"/>
              <a:gd name="connsiteY27-7840" fmla="*/ 1084 h 10000"/>
              <a:gd name="connsiteX28-7841" fmla="*/ 2460 w 10000"/>
              <a:gd name="connsiteY28-7842" fmla="*/ 1084 h 10000"/>
              <a:gd name="connsiteX29-7843" fmla="*/ 3731 w 10000"/>
              <a:gd name="connsiteY29-7844" fmla="*/ 1084 h 10000"/>
              <a:gd name="connsiteX30-7845" fmla="*/ 5001 w 10000"/>
              <a:gd name="connsiteY30-7846" fmla="*/ 1084 h 10000"/>
              <a:gd name="connsiteX31-7847" fmla="*/ 5873 w 10000"/>
              <a:gd name="connsiteY31-7848" fmla="*/ 1084 h 10000"/>
              <a:gd name="connsiteX32-7849" fmla="*/ 6270 w 10000"/>
              <a:gd name="connsiteY32-7850" fmla="*/ 1084 h 10000"/>
              <a:gd name="connsiteX33-7851" fmla="*/ 6667 w 10000"/>
              <a:gd name="connsiteY33-7852" fmla="*/ 1084 h 10000"/>
              <a:gd name="connsiteX34-7853" fmla="*/ 6667 w 10000"/>
              <a:gd name="connsiteY34-7854" fmla="*/ 488 h 10000"/>
              <a:gd name="connsiteX35-7855" fmla="*/ 6667 w 10000"/>
              <a:gd name="connsiteY35-7856" fmla="*/ 0 h 10000"/>
              <a:gd name="connsiteX36-7857" fmla="*/ 10000 w 10000"/>
              <a:gd name="connsiteY36-7858" fmla="*/ 2667 h 10000"/>
              <a:gd name="connsiteX37-7859" fmla="*/ 9207 w 10000"/>
              <a:gd name="connsiteY37-7860" fmla="*/ 6342 h 10000"/>
              <a:gd name="connsiteX38-7861" fmla="*/ 8730 w 10000"/>
              <a:gd name="connsiteY38-7862" fmla="*/ 7821 h 10000"/>
              <a:gd name="connsiteX39-7863" fmla="*/ 7937 w 10000"/>
              <a:gd name="connsiteY39-7864" fmla="*/ 8412 h 10000"/>
              <a:gd name="connsiteX40-7865" fmla="*/ 7937 w 10000"/>
              <a:gd name="connsiteY40-7866" fmla="*/ 8412 h 10000"/>
              <a:gd name="connsiteX0-7867" fmla="*/ 7937 w 9207"/>
              <a:gd name="connsiteY0-7868" fmla="*/ 8412 h 10000"/>
              <a:gd name="connsiteX1-7869" fmla="*/ 7540 w 9207"/>
              <a:gd name="connsiteY1-7870" fmla="*/ 9409 h 10000"/>
              <a:gd name="connsiteX2-7871" fmla="*/ 7063 w 9207"/>
              <a:gd name="connsiteY2-7872" fmla="*/ 10000 h 10000"/>
              <a:gd name="connsiteX3-7873" fmla="*/ 6667 w 9207"/>
              <a:gd name="connsiteY3-7874" fmla="*/ 10000 h 10000"/>
              <a:gd name="connsiteX4-7875" fmla="*/ 5873 w 9207"/>
              <a:gd name="connsiteY4-7876" fmla="*/ 10000 h 10000"/>
              <a:gd name="connsiteX5-7877" fmla="*/ 5873 w 9207"/>
              <a:gd name="connsiteY5-7878" fmla="*/ 10000 h 10000"/>
              <a:gd name="connsiteX6-7879" fmla="*/ 5398 w 9207"/>
              <a:gd name="connsiteY6-7880" fmla="*/ 9409 h 10000"/>
              <a:gd name="connsiteX7-7881" fmla="*/ 5001 w 9207"/>
              <a:gd name="connsiteY7-7882" fmla="*/ 8912 h 10000"/>
              <a:gd name="connsiteX8-7883" fmla="*/ 5001 w 9207"/>
              <a:gd name="connsiteY8-7884" fmla="*/ 7821 h 10000"/>
              <a:gd name="connsiteX9-7885" fmla="*/ 4603 w 9207"/>
              <a:gd name="connsiteY9-7886" fmla="*/ 6829 h 10000"/>
              <a:gd name="connsiteX10-7887" fmla="*/ 4127 w 9207"/>
              <a:gd name="connsiteY10-7888" fmla="*/ 5740 h 10000"/>
              <a:gd name="connsiteX11-7889" fmla="*/ 3334 w 9207"/>
              <a:gd name="connsiteY11-7890" fmla="*/ 4153 h 10000"/>
              <a:gd name="connsiteX12-7891" fmla="*/ 2460 w 9207"/>
              <a:gd name="connsiteY12-7892" fmla="*/ 3165 h 10000"/>
              <a:gd name="connsiteX13-7893" fmla="*/ 1667 w 9207"/>
              <a:gd name="connsiteY13-7894" fmla="*/ 2667 h 10000"/>
              <a:gd name="connsiteX14-7895" fmla="*/ 1190 w 9207"/>
              <a:gd name="connsiteY14-7896" fmla="*/ 2074 h 10000"/>
              <a:gd name="connsiteX15-7897" fmla="*/ 794 w 9207"/>
              <a:gd name="connsiteY15-7898" fmla="*/ 1579 h 10000"/>
              <a:gd name="connsiteX16-7899" fmla="*/ 397 w 9207"/>
              <a:gd name="connsiteY16-7900" fmla="*/ 1579 h 10000"/>
              <a:gd name="connsiteX17-7901" fmla="*/ 0 w 9207"/>
              <a:gd name="connsiteY17-7902" fmla="*/ 1084 h 10000"/>
              <a:gd name="connsiteX18-7903" fmla="*/ 0 w 9207"/>
              <a:gd name="connsiteY18-7904" fmla="*/ 1084 h 10000"/>
              <a:gd name="connsiteX19-7905" fmla="*/ 0 w 9207"/>
              <a:gd name="connsiteY19-7906" fmla="*/ 1084 h 10000"/>
              <a:gd name="connsiteX20-7907" fmla="*/ 0 w 9207"/>
              <a:gd name="connsiteY20-7908" fmla="*/ 488 h 10000"/>
              <a:gd name="connsiteX21-7909" fmla="*/ 0 w 9207"/>
              <a:gd name="connsiteY21-7910" fmla="*/ 488 h 10000"/>
              <a:gd name="connsiteX22-7911" fmla="*/ 0 w 9207"/>
              <a:gd name="connsiteY22-7912" fmla="*/ 488 h 10000"/>
              <a:gd name="connsiteX23-7913" fmla="*/ 397 w 9207"/>
              <a:gd name="connsiteY23-7914" fmla="*/ 488 h 10000"/>
              <a:gd name="connsiteX24-7915" fmla="*/ 397 w 9207"/>
              <a:gd name="connsiteY24-7916" fmla="*/ 488 h 10000"/>
              <a:gd name="connsiteX25-7917" fmla="*/ 794 w 9207"/>
              <a:gd name="connsiteY25-7918" fmla="*/ 488 h 10000"/>
              <a:gd name="connsiteX26-7919" fmla="*/ 1190 w 9207"/>
              <a:gd name="connsiteY26-7920" fmla="*/ 488 h 10000"/>
              <a:gd name="connsiteX27-7921" fmla="*/ 2064 w 9207"/>
              <a:gd name="connsiteY27-7922" fmla="*/ 1084 h 10000"/>
              <a:gd name="connsiteX28-7923" fmla="*/ 2460 w 9207"/>
              <a:gd name="connsiteY28-7924" fmla="*/ 1084 h 10000"/>
              <a:gd name="connsiteX29-7925" fmla="*/ 3731 w 9207"/>
              <a:gd name="connsiteY29-7926" fmla="*/ 1084 h 10000"/>
              <a:gd name="connsiteX30-7927" fmla="*/ 5001 w 9207"/>
              <a:gd name="connsiteY30-7928" fmla="*/ 1084 h 10000"/>
              <a:gd name="connsiteX31-7929" fmla="*/ 5873 w 9207"/>
              <a:gd name="connsiteY31-7930" fmla="*/ 1084 h 10000"/>
              <a:gd name="connsiteX32-7931" fmla="*/ 6270 w 9207"/>
              <a:gd name="connsiteY32-7932" fmla="*/ 1084 h 10000"/>
              <a:gd name="connsiteX33-7933" fmla="*/ 6667 w 9207"/>
              <a:gd name="connsiteY33-7934" fmla="*/ 1084 h 10000"/>
              <a:gd name="connsiteX34-7935" fmla="*/ 6667 w 9207"/>
              <a:gd name="connsiteY34-7936" fmla="*/ 488 h 10000"/>
              <a:gd name="connsiteX35-7937" fmla="*/ 6667 w 9207"/>
              <a:gd name="connsiteY35-7938" fmla="*/ 0 h 10000"/>
              <a:gd name="connsiteX36-7939" fmla="*/ 9207 w 9207"/>
              <a:gd name="connsiteY36-7940" fmla="*/ 6342 h 10000"/>
              <a:gd name="connsiteX37-7941" fmla="*/ 8730 w 9207"/>
              <a:gd name="connsiteY37-7942" fmla="*/ 7821 h 10000"/>
              <a:gd name="connsiteX38-7943" fmla="*/ 7937 w 9207"/>
              <a:gd name="connsiteY38-7944" fmla="*/ 8412 h 10000"/>
              <a:gd name="connsiteX39-7945" fmla="*/ 7937 w 9207"/>
              <a:gd name="connsiteY39-7946" fmla="*/ 8412 h 10000"/>
              <a:gd name="connsiteX0-7947" fmla="*/ 8621 w 9482"/>
              <a:gd name="connsiteY0-7948" fmla="*/ 8412 h 10000"/>
              <a:gd name="connsiteX1-7949" fmla="*/ 8189 w 9482"/>
              <a:gd name="connsiteY1-7950" fmla="*/ 9409 h 10000"/>
              <a:gd name="connsiteX2-7951" fmla="*/ 7671 w 9482"/>
              <a:gd name="connsiteY2-7952" fmla="*/ 10000 h 10000"/>
              <a:gd name="connsiteX3-7953" fmla="*/ 7241 w 9482"/>
              <a:gd name="connsiteY3-7954" fmla="*/ 10000 h 10000"/>
              <a:gd name="connsiteX4-7955" fmla="*/ 6379 w 9482"/>
              <a:gd name="connsiteY4-7956" fmla="*/ 10000 h 10000"/>
              <a:gd name="connsiteX5-7957" fmla="*/ 6379 w 9482"/>
              <a:gd name="connsiteY5-7958" fmla="*/ 10000 h 10000"/>
              <a:gd name="connsiteX6-7959" fmla="*/ 5863 w 9482"/>
              <a:gd name="connsiteY6-7960" fmla="*/ 9409 h 10000"/>
              <a:gd name="connsiteX7-7961" fmla="*/ 5432 w 9482"/>
              <a:gd name="connsiteY7-7962" fmla="*/ 8912 h 10000"/>
              <a:gd name="connsiteX8-7963" fmla="*/ 5432 w 9482"/>
              <a:gd name="connsiteY8-7964" fmla="*/ 7821 h 10000"/>
              <a:gd name="connsiteX9-7965" fmla="*/ 4999 w 9482"/>
              <a:gd name="connsiteY9-7966" fmla="*/ 6829 h 10000"/>
              <a:gd name="connsiteX10-7967" fmla="*/ 4482 w 9482"/>
              <a:gd name="connsiteY10-7968" fmla="*/ 5740 h 10000"/>
              <a:gd name="connsiteX11-7969" fmla="*/ 3621 w 9482"/>
              <a:gd name="connsiteY11-7970" fmla="*/ 4153 h 10000"/>
              <a:gd name="connsiteX12-7971" fmla="*/ 2672 w 9482"/>
              <a:gd name="connsiteY12-7972" fmla="*/ 3165 h 10000"/>
              <a:gd name="connsiteX13-7973" fmla="*/ 1811 w 9482"/>
              <a:gd name="connsiteY13-7974" fmla="*/ 2667 h 10000"/>
              <a:gd name="connsiteX14-7975" fmla="*/ 1292 w 9482"/>
              <a:gd name="connsiteY14-7976" fmla="*/ 2074 h 10000"/>
              <a:gd name="connsiteX15-7977" fmla="*/ 862 w 9482"/>
              <a:gd name="connsiteY15-7978" fmla="*/ 1579 h 10000"/>
              <a:gd name="connsiteX16-7979" fmla="*/ 431 w 9482"/>
              <a:gd name="connsiteY16-7980" fmla="*/ 1579 h 10000"/>
              <a:gd name="connsiteX17-7981" fmla="*/ 0 w 9482"/>
              <a:gd name="connsiteY17-7982" fmla="*/ 1084 h 10000"/>
              <a:gd name="connsiteX18-7983" fmla="*/ 0 w 9482"/>
              <a:gd name="connsiteY18-7984" fmla="*/ 1084 h 10000"/>
              <a:gd name="connsiteX19-7985" fmla="*/ 0 w 9482"/>
              <a:gd name="connsiteY19-7986" fmla="*/ 1084 h 10000"/>
              <a:gd name="connsiteX20-7987" fmla="*/ 0 w 9482"/>
              <a:gd name="connsiteY20-7988" fmla="*/ 488 h 10000"/>
              <a:gd name="connsiteX21-7989" fmla="*/ 0 w 9482"/>
              <a:gd name="connsiteY21-7990" fmla="*/ 488 h 10000"/>
              <a:gd name="connsiteX22-7991" fmla="*/ 0 w 9482"/>
              <a:gd name="connsiteY22-7992" fmla="*/ 488 h 10000"/>
              <a:gd name="connsiteX23-7993" fmla="*/ 431 w 9482"/>
              <a:gd name="connsiteY23-7994" fmla="*/ 488 h 10000"/>
              <a:gd name="connsiteX24-7995" fmla="*/ 431 w 9482"/>
              <a:gd name="connsiteY24-7996" fmla="*/ 488 h 10000"/>
              <a:gd name="connsiteX25-7997" fmla="*/ 862 w 9482"/>
              <a:gd name="connsiteY25-7998" fmla="*/ 488 h 10000"/>
              <a:gd name="connsiteX26-7999" fmla="*/ 1292 w 9482"/>
              <a:gd name="connsiteY26-8000" fmla="*/ 488 h 10000"/>
              <a:gd name="connsiteX27-8001" fmla="*/ 2242 w 9482"/>
              <a:gd name="connsiteY27-8002" fmla="*/ 1084 h 10000"/>
              <a:gd name="connsiteX28-8003" fmla="*/ 2672 w 9482"/>
              <a:gd name="connsiteY28-8004" fmla="*/ 1084 h 10000"/>
              <a:gd name="connsiteX29-8005" fmla="*/ 4052 w 9482"/>
              <a:gd name="connsiteY29-8006" fmla="*/ 1084 h 10000"/>
              <a:gd name="connsiteX30-8007" fmla="*/ 5432 w 9482"/>
              <a:gd name="connsiteY30-8008" fmla="*/ 1084 h 10000"/>
              <a:gd name="connsiteX31-8009" fmla="*/ 6379 w 9482"/>
              <a:gd name="connsiteY31-8010" fmla="*/ 1084 h 10000"/>
              <a:gd name="connsiteX32-8011" fmla="*/ 6810 w 9482"/>
              <a:gd name="connsiteY32-8012" fmla="*/ 1084 h 10000"/>
              <a:gd name="connsiteX33-8013" fmla="*/ 7241 w 9482"/>
              <a:gd name="connsiteY33-8014" fmla="*/ 1084 h 10000"/>
              <a:gd name="connsiteX34-8015" fmla="*/ 7241 w 9482"/>
              <a:gd name="connsiteY34-8016" fmla="*/ 488 h 10000"/>
              <a:gd name="connsiteX35-8017" fmla="*/ 7241 w 9482"/>
              <a:gd name="connsiteY35-8018" fmla="*/ 0 h 10000"/>
              <a:gd name="connsiteX36-8019" fmla="*/ 9482 w 9482"/>
              <a:gd name="connsiteY36-8020" fmla="*/ 7821 h 10000"/>
              <a:gd name="connsiteX37-8021" fmla="*/ 8621 w 9482"/>
              <a:gd name="connsiteY37-8022" fmla="*/ 8412 h 10000"/>
              <a:gd name="connsiteX38-8023" fmla="*/ 8621 w 9482"/>
              <a:gd name="connsiteY38-8024" fmla="*/ 8412 h 10000"/>
              <a:gd name="connsiteX0-8025" fmla="*/ 9092 w 9092"/>
              <a:gd name="connsiteY0-8026" fmla="*/ 8412 h 10000"/>
              <a:gd name="connsiteX1-8027" fmla="*/ 8636 w 9092"/>
              <a:gd name="connsiteY1-8028" fmla="*/ 9409 h 10000"/>
              <a:gd name="connsiteX2-8029" fmla="*/ 8090 w 9092"/>
              <a:gd name="connsiteY2-8030" fmla="*/ 10000 h 10000"/>
              <a:gd name="connsiteX3-8031" fmla="*/ 7637 w 9092"/>
              <a:gd name="connsiteY3-8032" fmla="*/ 10000 h 10000"/>
              <a:gd name="connsiteX4-8033" fmla="*/ 6727 w 9092"/>
              <a:gd name="connsiteY4-8034" fmla="*/ 10000 h 10000"/>
              <a:gd name="connsiteX5-8035" fmla="*/ 6727 w 9092"/>
              <a:gd name="connsiteY5-8036" fmla="*/ 10000 h 10000"/>
              <a:gd name="connsiteX6-8037" fmla="*/ 6183 w 9092"/>
              <a:gd name="connsiteY6-8038" fmla="*/ 9409 h 10000"/>
              <a:gd name="connsiteX7-8039" fmla="*/ 5729 w 9092"/>
              <a:gd name="connsiteY7-8040" fmla="*/ 8912 h 10000"/>
              <a:gd name="connsiteX8-8041" fmla="*/ 5729 w 9092"/>
              <a:gd name="connsiteY8-8042" fmla="*/ 7821 h 10000"/>
              <a:gd name="connsiteX9-8043" fmla="*/ 5272 w 9092"/>
              <a:gd name="connsiteY9-8044" fmla="*/ 6829 h 10000"/>
              <a:gd name="connsiteX10-8045" fmla="*/ 4727 w 9092"/>
              <a:gd name="connsiteY10-8046" fmla="*/ 5740 h 10000"/>
              <a:gd name="connsiteX11-8047" fmla="*/ 3819 w 9092"/>
              <a:gd name="connsiteY11-8048" fmla="*/ 4153 h 10000"/>
              <a:gd name="connsiteX12-8049" fmla="*/ 2818 w 9092"/>
              <a:gd name="connsiteY12-8050" fmla="*/ 3165 h 10000"/>
              <a:gd name="connsiteX13-8051" fmla="*/ 1910 w 9092"/>
              <a:gd name="connsiteY13-8052" fmla="*/ 2667 h 10000"/>
              <a:gd name="connsiteX14-8053" fmla="*/ 1363 w 9092"/>
              <a:gd name="connsiteY14-8054" fmla="*/ 2074 h 10000"/>
              <a:gd name="connsiteX15-8055" fmla="*/ 909 w 9092"/>
              <a:gd name="connsiteY15-8056" fmla="*/ 1579 h 10000"/>
              <a:gd name="connsiteX16-8057" fmla="*/ 455 w 9092"/>
              <a:gd name="connsiteY16-8058" fmla="*/ 1579 h 10000"/>
              <a:gd name="connsiteX17-8059" fmla="*/ 0 w 9092"/>
              <a:gd name="connsiteY17-8060" fmla="*/ 1084 h 10000"/>
              <a:gd name="connsiteX18-8061" fmla="*/ 0 w 9092"/>
              <a:gd name="connsiteY18-8062" fmla="*/ 1084 h 10000"/>
              <a:gd name="connsiteX19-8063" fmla="*/ 0 w 9092"/>
              <a:gd name="connsiteY19-8064" fmla="*/ 1084 h 10000"/>
              <a:gd name="connsiteX20-8065" fmla="*/ 0 w 9092"/>
              <a:gd name="connsiteY20-8066" fmla="*/ 488 h 10000"/>
              <a:gd name="connsiteX21-8067" fmla="*/ 0 w 9092"/>
              <a:gd name="connsiteY21-8068" fmla="*/ 488 h 10000"/>
              <a:gd name="connsiteX22-8069" fmla="*/ 0 w 9092"/>
              <a:gd name="connsiteY22-8070" fmla="*/ 488 h 10000"/>
              <a:gd name="connsiteX23-8071" fmla="*/ 455 w 9092"/>
              <a:gd name="connsiteY23-8072" fmla="*/ 488 h 10000"/>
              <a:gd name="connsiteX24-8073" fmla="*/ 455 w 9092"/>
              <a:gd name="connsiteY24-8074" fmla="*/ 488 h 10000"/>
              <a:gd name="connsiteX25-8075" fmla="*/ 909 w 9092"/>
              <a:gd name="connsiteY25-8076" fmla="*/ 488 h 10000"/>
              <a:gd name="connsiteX26-8077" fmla="*/ 1363 w 9092"/>
              <a:gd name="connsiteY26-8078" fmla="*/ 488 h 10000"/>
              <a:gd name="connsiteX27-8079" fmla="*/ 2364 w 9092"/>
              <a:gd name="connsiteY27-8080" fmla="*/ 1084 h 10000"/>
              <a:gd name="connsiteX28-8081" fmla="*/ 2818 w 9092"/>
              <a:gd name="connsiteY28-8082" fmla="*/ 1084 h 10000"/>
              <a:gd name="connsiteX29-8083" fmla="*/ 4273 w 9092"/>
              <a:gd name="connsiteY29-8084" fmla="*/ 1084 h 10000"/>
              <a:gd name="connsiteX30-8085" fmla="*/ 5729 w 9092"/>
              <a:gd name="connsiteY30-8086" fmla="*/ 1084 h 10000"/>
              <a:gd name="connsiteX31-8087" fmla="*/ 6727 w 9092"/>
              <a:gd name="connsiteY31-8088" fmla="*/ 1084 h 10000"/>
              <a:gd name="connsiteX32-8089" fmla="*/ 7182 w 9092"/>
              <a:gd name="connsiteY32-8090" fmla="*/ 1084 h 10000"/>
              <a:gd name="connsiteX33-8091" fmla="*/ 7637 w 9092"/>
              <a:gd name="connsiteY33-8092" fmla="*/ 1084 h 10000"/>
              <a:gd name="connsiteX34-8093" fmla="*/ 7637 w 9092"/>
              <a:gd name="connsiteY34-8094" fmla="*/ 488 h 10000"/>
              <a:gd name="connsiteX35-8095" fmla="*/ 7637 w 9092"/>
              <a:gd name="connsiteY35-8096" fmla="*/ 0 h 10000"/>
              <a:gd name="connsiteX36-8097" fmla="*/ 9092 w 9092"/>
              <a:gd name="connsiteY36-8098" fmla="*/ 8412 h 10000"/>
              <a:gd name="connsiteX37-8099" fmla="*/ 9092 w 9092"/>
              <a:gd name="connsiteY37-8100" fmla="*/ 8412 h 10000"/>
              <a:gd name="connsiteX0-8101" fmla="*/ 10000 w 10000"/>
              <a:gd name="connsiteY0-8102" fmla="*/ 8412 h 10000"/>
              <a:gd name="connsiteX1-8103" fmla="*/ 9498 w 10000"/>
              <a:gd name="connsiteY1-8104" fmla="*/ 9409 h 10000"/>
              <a:gd name="connsiteX2-8105" fmla="*/ 8898 w 10000"/>
              <a:gd name="connsiteY2-8106" fmla="*/ 10000 h 10000"/>
              <a:gd name="connsiteX3-8107" fmla="*/ 8400 w 10000"/>
              <a:gd name="connsiteY3-8108" fmla="*/ 10000 h 10000"/>
              <a:gd name="connsiteX4-8109" fmla="*/ 7399 w 10000"/>
              <a:gd name="connsiteY4-8110" fmla="*/ 10000 h 10000"/>
              <a:gd name="connsiteX5-8111" fmla="*/ 7399 w 10000"/>
              <a:gd name="connsiteY5-8112" fmla="*/ 10000 h 10000"/>
              <a:gd name="connsiteX6-8113" fmla="*/ 6800 w 10000"/>
              <a:gd name="connsiteY6-8114" fmla="*/ 9409 h 10000"/>
              <a:gd name="connsiteX7-8115" fmla="*/ 6301 w 10000"/>
              <a:gd name="connsiteY7-8116" fmla="*/ 8912 h 10000"/>
              <a:gd name="connsiteX8-8117" fmla="*/ 6301 w 10000"/>
              <a:gd name="connsiteY8-8118" fmla="*/ 7821 h 10000"/>
              <a:gd name="connsiteX9-8119" fmla="*/ 5799 w 10000"/>
              <a:gd name="connsiteY9-8120" fmla="*/ 6829 h 10000"/>
              <a:gd name="connsiteX10-8121" fmla="*/ 5199 w 10000"/>
              <a:gd name="connsiteY10-8122" fmla="*/ 5740 h 10000"/>
              <a:gd name="connsiteX11-8123" fmla="*/ 4200 w 10000"/>
              <a:gd name="connsiteY11-8124" fmla="*/ 4153 h 10000"/>
              <a:gd name="connsiteX12-8125" fmla="*/ 3099 w 10000"/>
              <a:gd name="connsiteY12-8126" fmla="*/ 3165 h 10000"/>
              <a:gd name="connsiteX13-8127" fmla="*/ 2101 w 10000"/>
              <a:gd name="connsiteY13-8128" fmla="*/ 2667 h 10000"/>
              <a:gd name="connsiteX14-8129" fmla="*/ 1499 w 10000"/>
              <a:gd name="connsiteY14-8130" fmla="*/ 2074 h 10000"/>
              <a:gd name="connsiteX15-8131" fmla="*/ 1000 w 10000"/>
              <a:gd name="connsiteY15-8132" fmla="*/ 1579 h 10000"/>
              <a:gd name="connsiteX16-8133" fmla="*/ 500 w 10000"/>
              <a:gd name="connsiteY16-8134" fmla="*/ 1579 h 10000"/>
              <a:gd name="connsiteX17-8135" fmla="*/ 0 w 10000"/>
              <a:gd name="connsiteY17-8136" fmla="*/ 1084 h 10000"/>
              <a:gd name="connsiteX18-8137" fmla="*/ 0 w 10000"/>
              <a:gd name="connsiteY18-8138" fmla="*/ 1084 h 10000"/>
              <a:gd name="connsiteX19-8139" fmla="*/ 0 w 10000"/>
              <a:gd name="connsiteY19-8140" fmla="*/ 1084 h 10000"/>
              <a:gd name="connsiteX20-8141" fmla="*/ 0 w 10000"/>
              <a:gd name="connsiteY20-8142" fmla="*/ 488 h 10000"/>
              <a:gd name="connsiteX21-8143" fmla="*/ 0 w 10000"/>
              <a:gd name="connsiteY21-8144" fmla="*/ 488 h 10000"/>
              <a:gd name="connsiteX22-8145" fmla="*/ 0 w 10000"/>
              <a:gd name="connsiteY22-8146" fmla="*/ 488 h 10000"/>
              <a:gd name="connsiteX23-8147" fmla="*/ 500 w 10000"/>
              <a:gd name="connsiteY23-8148" fmla="*/ 488 h 10000"/>
              <a:gd name="connsiteX24-8149" fmla="*/ 500 w 10000"/>
              <a:gd name="connsiteY24-8150" fmla="*/ 488 h 10000"/>
              <a:gd name="connsiteX25-8151" fmla="*/ 1000 w 10000"/>
              <a:gd name="connsiteY25-8152" fmla="*/ 488 h 10000"/>
              <a:gd name="connsiteX26-8153" fmla="*/ 1499 w 10000"/>
              <a:gd name="connsiteY26-8154" fmla="*/ 488 h 10000"/>
              <a:gd name="connsiteX27-8155" fmla="*/ 2600 w 10000"/>
              <a:gd name="connsiteY27-8156" fmla="*/ 1084 h 10000"/>
              <a:gd name="connsiteX28-8157" fmla="*/ 3099 w 10000"/>
              <a:gd name="connsiteY28-8158" fmla="*/ 1084 h 10000"/>
              <a:gd name="connsiteX29-8159" fmla="*/ 4700 w 10000"/>
              <a:gd name="connsiteY29-8160" fmla="*/ 1084 h 10000"/>
              <a:gd name="connsiteX30-8161" fmla="*/ 6301 w 10000"/>
              <a:gd name="connsiteY30-8162" fmla="*/ 1084 h 10000"/>
              <a:gd name="connsiteX31-8163" fmla="*/ 7399 w 10000"/>
              <a:gd name="connsiteY31-8164" fmla="*/ 1084 h 10000"/>
              <a:gd name="connsiteX32-8165" fmla="*/ 7899 w 10000"/>
              <a:gd name="connsiteY32-8166" fmla="*/ 1084 h 10000"/>
              <a:gd name="connsiteX33-8167" fmla="*/ 8400 w 10000"/>
              <a:gd name="connsiteY33-8168" fmla="*/ 1084 h 10000"/>
              <a:gd name="connsiteX34-8169" fmla="*/ 8400 w 10000"/>
              <a:gd name="connsiteY34-8170" fmla="*/ 488 h 10000"/>
              <a:gd name="connsiteX35-8171" fmla="*/ 8400 w 10000"/>
              <a:gd name="connsiteY35-8172" fmla="*/ 0 h 10000"/>
              <a:gd name="connsiteX36-8173" fmla="*/ 10000 w 10000"/>
              <a:gd name="connsiteY36-8174" fmla="*/ 8412 h 10000"/>
              <a:gd name="connsiteX0-8175" fmla="*/ 10000 w 10000"/>
              <a:gd name="connsiteY0-8176" fmla="*/ 8412 h 10000"/>
              <a:gd name="connsiteX1-8177" fmla="*/ 9498 w 10000"/>
              <a:gd name="connsiteY1-8178" fmla="*/ 9409 h 10000"/>
              <a:gd name="connsiteX2-8179" fmla="*/ 8898 w 10000"/>
              <a:gd name="connsiteY2-8180" fmla="*/ 10000 h 10000"/>
              <a:gd name="connsiteX3-8181" fmla="*/ 8400 w 10000"/>
              <a:gd name="connsiteY3-8182" fmla="*/ 10000 h 10000"/>
              <a:gd name="connsiteX4-8183" fmla="*/ 7399 w 10000"/>
              <a:gd name="connsiteY4-8184" fmla="*/ 10000 h 10000"/>
              <a:gd name="connsiteX5-8185" fmla="*/ 7399 w 10000"/>
              <a:gd name="connsiteY5-8186" fmla="*/ 10000 h 10000"/>
              <a:gd name="connsiteX6-8187" fmla="*/ 6800 w 10000"/>
              <a:gd name="connsiteY6-8188" fmla="*/ 9409 h 10000"/>
              <a:gd name="connsiteX7-8189" fmla="*/ 6301 w 10000"/>
              <a:gd name="connsiteY7-8190" fmla="*/ 8912 h 10000"/>
              <a:gd name="connsiteX8-8191" fmla="*/ 6301 w 10000"/>
              <a:gd name="connsiteY8-8192" fmla="*/ 7821 h 10000"/>
              <a:gd name="connsiteX9-8193" fmla="*/ 5799 w 10000"/>
              <a:gd name="connsiteY9-8194" fmla="*/ 6829 h 10000"/>
              <a:gd name="connsiteX10-8195" fmla="*/ 5199 w 10000"/>
              <a:gd name="connsiteY10-8196" fmla="*/ 5740 h 10000"/>
              <a:gd name="connsiteX11-8197" fmla="*/ 4200 w 10000"/>
              <a:gd name="connsiteY11-8198" fmla="*/ 4153 h 10000"/>
              <a:gd name="connsiteX12-8199" fmla="*/ 3099 w 10000"/>
              <a:gd name="connsiteY12-8200" fmla="*/ 3165 h 10000"/>
              <a:gd name="connsiteX13-8201" fmla="*/ 2101 w 10000"/>
              <a:gd name="connsiteY13-8202" fmla="*/ 2667 h 10000"/>
              <a:gd name="connsiteX14-8203" fmla="*/ 1499 w 10000"/>
              <a:gd name="connsiteY14-8204" fmla="*/ 2074 h 10000"/>
              <a:gd name="connsiteX15-8205" fmla="*/ 1000 w 10000"/>
              <a:gd name="connsiteY15-8206" fmla="*/ 1579 h 10000"/>
              <a:gd name="connsiteX16-8207" fmla="*/ 500 w 10000"/>
              <a:gd name="connsiteY16-8208" fmla="*/ 1579 h 10000"/>
              <a:gd name="connsiteX17-8209" fmla="*/ 0 w 10000"/>
              <a:gd name="connsiteY17-8210" fmla="*/ 1084 h 10000"/>
              <a:gd name="connsiteX18-8211" fmla="*/ 0 w 10000"/>
              <a:gd name="connsiteY18-8212" fmla="*/ 1084 h 10000"/>
              <a:gd name="connsiteX19-8213" fmla="*/ 0 w 10000"/>
              <a:gd name="connsiteY19-8214" fmla="*/ 1084 h 10000"/>
              <a:gd name="connsiteX20-8215" fmla="*/ 0 w 10000"/>
              <a:gd name="connsiteY20-8216" fmla="*/ 488 h 10000"/>
              <a:gd name="connsiteX21-8217" fmla="*/ 0 w 10000"/>
              <a:gd name="connsiteY21-8218" fmla="*/ 488 h 10000"/>
              <a:gd name="connsiteX22-8219" fmla="*/ 0 w 10000"/>
              <a:gd name="connsiteY22-8220" fmla="*/ 488 h 10000"/>
              <a:gd name="connsiteX23-8221" fmla="*/ 500 w 10000"/>
              <a:gd name="connsiteY23-8222" fmla="*/ 488 h 10000"/>
              <a:gd name="connsiteX24-8223" fmla="*/ 500 w 10000"/>
              <a:gd name="connsiteY24-8224" fmla="*/ 488 h 10000"/>
              <a:gd name="connsiteX25-8225" fmla="*/ 1000 w 10000"/>
              <a:gd name="connsiteY25-8226" fmla="*/ 488 h 10000"/>
              <a:gd name="connsiteX26-8227" fmla="*/ 1499 w 10000"/>
              <a:gd name="connsiteY26-8228" fmla="*/ 488 h 10000"/>
              <a:gd name="connsiteX27-8229" fmla="*/ 2600 w 10000"/>
              <a:gd name="connsiteY27-8230" fmla="*/ 1084 h 10000"/>
              <a:gd name="connsiteX28-8231" fmla="*/ 3099 w 10000"/>
              <a:gd name="connsiteY28-8232" fmla="*/ 1084 h 10000"/>
              <a:gd name="connsiteX29-8233" fmla="*/ 4700 w 10000"/>
              <a:gd name="connsiteY29-8234" fmla="*/ 1084 h 10000"/>
              <a:gd name="connsiteX30-8235" fmla="*/ 6301 w 10000"/>
              <a:gd name="connsiteY30-8236" fmla="*/ 1084 h 10000"/>
              <a:gd name="connsiteX31-8237" fmla="*/ 7399 w 10000"/>
              <a:gd name="connsiteY31-8238" fmla="*/ 1084 h 10000"/>
              <a:gd name="connsiteX32-8239" fmla="*/ 7899 w 10000"/>
              <a:gd name="connsiteY32-8240" fmla="*/ 1084 h 10000"/>
              <a:gd name="connsiteX33-8241" fmla="*/ 8400 w 10000"/>
              <a:gd name="connsiteY33-8242" fmla="*/ 1084 h 10000"/>
              <a:gd name="connsiteX34-8243" fmla="*/ 8400 w 10000"/>
              <a:gd name="connsiteY34-8244" fmla="*/ 488 h 10000"/>
              <a:gd name="connsiteX35-8245" fmla="*/ 8400 w 10000"/>
              <a:gd name="connsiteY35-8246" fmla="*/ 0 h 10000"/>
              <a:gd name="connsiteX0-8247" fmla="*/ 10000 w 10000"/>
              <a:gd name="connsiteY0-8248" fmla="*/ 8412 h 10000"/>
              <a:gd name="connsiteX1-8249" fmla="*/ 8898 w 10000"/>
              <a:gd name="connsiteY1-8250" fmla="*/ 10000 h 10000"/>
              <a:gd name="connsiteX2-8251" fmla="*/ 8400 w 10000"/>
              <a:gd name="connsiteY2-8252" fmla="*/ 10000 h 10000"/>
              <a:gd name="connsiteX3-8253" fmla="*/ 7399 w 10000"/>
              <a:gd name="connsiteY3-8254" fmla="*/ 10000 h 10000"/>
              <a:gd name="connsiteX4-8255" fmla="*/ 7399 w 10000"/>
              <a:gd name="connsiteY4-8256" fmla="*/ 10000 h 10000"/>
              <a:gd name="connsiteX5-8257" fmla="*/ 6800 w 10000"/>
              <a:gd name="connsiteY5-8258" fmla="*/ 9409 h 10000"/>
              <a:gd name="connsiteX6-8259" fmla="*/ 6301 w 10000"/>
              <a:gd name="connsiteY6-8260" fmla="*/ 8912 h 10000"/>
              <a:gd name="connsiteX7-8261" fmla="*/ 6301 w 10000"/>
              <a:gd name="connsiteY7-8262" fmla="*/ 7821 h 10000"/>
              <a:gd name="connsiteX8-8263" fmla="*/ 5799 w 10000"/>
              <a:gd name="connsiteY8-8264" fmla="*/ 6829 h 10000"/>
              <a:gd name="connsiteX9-8265" fmla="*/ 5199 w 10000"/>
              <a:gd name="connsiteY9-8266" fmla="*/ 5740 h 10000"/>
              <a:gd name="connsiteX10-8267" fmla="*/ 4200 w 10000"/>
              <a:gd name="connsiteY10-8268" fmla="*/ 4153 h 10000"/>
              <a:gd name="connsiteX11-8269" fmla="*/ 3099 w 10000"/>
              <a:gd name="connsiteY11-8270" fmla="*/ 3165 h 10000"/>
              <a:gd name="connsiteX12-8271" fmla="*/ 2101 w 10000"/>
              <a:gd name="connsiteY12-8272" fmla="*/ 2667 h 10000"/>
              <a:gd name="connsiteX13-8273" fmla="*/ 1499 w 10000"/>
              <a:gd name="connsiteY13-8274" fmla="*/ 2074 h 10000"/>
              <a:gd name="connsiteX14-8275" fmla="*/ 1000 w 10000"/>
              <a:gd name="connsiteY14-8276" fmla="*/ 1579 h 10000"/>
              <a:gd name="connsiteX15-8277" fmla="*/ 500 w 10000"/>
              <a:gd name="connsiteY15-8278" fmla="*/ 1579 h 10000"/>
              <a:gd name="connsiteX16-8279" fmla="*/ 0 w 10000"/>
              <a:gd name="connsiteY16-8280" fmla="*/ 1084 h 10000"/>
              <a:gd name="connsiteX17-8281" fmla="*/ 0 w 10000"/>
              <a:gd name="connsiteY17-8282" fmla="*/ 1084 h 10000"/>
              <a:gd name="connsiteX18-8283" fmla="*/ 0 w 10000"/>
              <a:gd name="connsiteY18-8284" fmla="*/ 1084 h 10000"/>
              <a:gd name="connsiteX19-8285" fmla="*/ 0 w 10000"/>
              <a:gd name="connsiteY19-8286" fmla="*/ 488 h 10000"/>
              <a:gd name="connsiteX20-8287" fmla="*/ 0 w 10000"/>
              <a:gd name="connsiteY20-8288" fmla="*/ 488 h 10000"/>
              <a:gd name="connsiteX21-8289" fmla="*/ 0 w 10000"/>
              <a:gd name="connsiteY21-8290" fmla="*/ 488 h 10000"/>
              <a:gd name="connsiteX22-8291" fmla="*/ 500 w 10000"/>
              <a:gd name="connsiteY22-8292" fmla="*/ 488 h 10000"/>
              <a:gd name="connsiteX23-8293" fmla="*/ 500 w 10000"/>
              <a:gd name="connsiteY23-8294" fmla="*/ 488 h 10000"/>
              <a:gd name="connsiteX24-8295" fmla="*/ 1000 w 10000"/>
              <a:gd name="connsiteY24-8296" fmla="*/ 488 h 10000"/>
              <a:gd name="connsiteX25-8297" fmla="*/ 1499 w 10000"/>
              <a:gd name="connsiteY25-8298" fmla="*/ 488 h 10000"/>
              <a:gd name="connsiteX26-8299" fmla="*/ 2600 w 10000"/>
              <a:gd name="connsiteY26-8300" fmla="*/ 1084 h 10000"/>
              <a:gd name="connsiteX27-8301" fmla="*/ 3099 w 10000"/>
              <a:gd name="connsiteY27-8302" fmla="*/ 1084 h 10000"/>
              <a:gd name="connsiteX28-8303" fmla="*/ 4700 w 10000"/>
              <a:gd name="connsiteY28-8304" fmla="*/ 1084 h 10000"/>
              <a:gd name="connsiteX29-8305" fmla="*/ 6301 w 10000"/>
              <a:gd name="connsiteY29-8306" fmla="*/ 1084 h 10000"/>
              <a:gd name="connsiteX30-8307" fmla="*/ 7399 w 10000"/>
              <a:gd name="connsiteY30-8308" fmla="*/ 1084 h 10000"/>
              <a:gd name="connsiteX31-8309" fmla="*/ 7899 w 10000"/>
              <a:gd name="connsiteY31-8310" fmla="*/ 1084 h 10000"/>
              <a:gd name="connsiteX32-8311" fmla="*/ 8400 w 10000"/>
              <a:gd name="connsiteY32-8312" fmla="*/ 1084 h 10000"/>
              <a:gd name="connsiteX33-8313" fmla="*/ 8400 w 10000"/>
              <a:gd name="connsiteY33-8314" fmla="*/ 488 h 10000"/>
              <a:gd name="connsiteX34-8315" fmla="*/ 8400 w 10000"/>
              <a:gd name="connsiteY34-8316" fmla="*/ 0 h 10000"/>
              <a:gd name="connsiteX0-8317" fmla="*/ 8898 w 8898"/>
              <a:gd name="connsiteY0-8318" fmla="*/ 10000 h 10000"/>
              <a:gd name="connsiteX1-8319" fmla="*/ 8400 w 8898"/>
              <a:gd name="connsiteY1-8320" fmla="*/ 10000 h 10000"/>
              <a:gd name="connsiteX2-8321" fmla="*/ 7399 w 8898"/>
              <a:gd name="connsiteY2-8322" fmla="*/ 10000 h 10000"/>
              <a:gd name="connsiteX3-8323" fmla="*/ 7399 w 8898"/>
              <a:gd name="connsiteY3-8324" fmla="*/ 10000 h 10000"/>
              <a:gd name="connsiteX4-8325" fmla="*/ 6800 w 8898"/>
              <a:gd name="connsiteY4-8326" fmla="*/ 9409 h 10000"/>
              <a:gd name="connsiteX5-8327" fmla="*/ 6301 w 8898"/>
              <a:gd name="connsiteY5-8328" fmla="*/ 8912 h 10000"/>
              <a:gd name="connsiteX6-8329" fmla="*/ 6301 w 8898"/>
              <a:gd name="connsiteY6-8330" fmla="*/ 7821 h 10000"/>
              <a:gd name="connsiteX7-8331" fmla="*/ 5799 w 8898"/>
              <a:gd name="connsiteY7-8332" fmla="*/ 6829 h 10000"/>
              <a:gd name="connsiteX8-8333" fmla="*/ 5199 w 8898"/>
              <a:gd name="connsiteY8-8334" fmla="*/ 5740 h 10000"/>
              <a:gd name="connsiteX9-8335" fmla="*/ 4200 w 8898"/>
              <a:gd name="connsiteY9-8336" fmla="*/ 4153 h 10000"/>
              <a:gd name="connsiteX10-8337" fmla="*/ 3099 w 8898"/>
              <a:gd name="connsiteY10-8338" fmla="*/ 3165 h 10000"/>
              <a:gd name="connsiteX11-8339" fmla="*/ 2101 w 8898"/>
              <a:gd name="connsiteY11-8340" fmla="*/ 2667 h 10000"/>
              <a:gd name="connsiteX12-8341" fmla="*/ 1499 w 8898"/>
              <a:gd name="connsiteY12-8342" fmla="*/ 2074 h 10000"/>
              <a:gd name="connsiteX13-8343" fmla="*/ 1000 w 8898"/>
              <a:gd name="connsiteY13-8344" fmla="*/ 1579 h 10000"/>
              <a:gd name="connsiteX14-8345" fmla="*/ 500 w 8898"/>
              <a:gd name="connsiteY14-8346" fmla="*/ 1579 h 10000"/>
              <a:gd name="connsiteX15-8347" fmla="*/ 0 w 8898"/>
              <a:gd name="connsiteY15-8348" fmla="*/ 1084 h 10000"/>
              <a:gd name="connsiteX16-8349" fmla="*/ 0 w 8898"/>
              <a:gd name="connsiteY16-8350" fmla="*/ 1084 h 10000"/>
              <a:gd name="connsiteX17-8351" fmla="*/ 0 w 8898"/>
              <a:gd name="connsiteY17-8352" fmla="*/ 1084 h 10000"/>
              <a:gd name="connsiteX18-8353" fmla="*/ 0 w 8898"/>
              <a:gd name="connsiteY18-8354" fmla="*/ 488 h 10000"/>
              <a:gd name="connsiteX19-8355" fmla="*/ 0 w 8898"/>
              <a:gd name="connsiteY19-8356" fmla="*/ 488 h 10000"/>
              <a:gd name="connsiteX20-8357" fmla="*/ 0 w 8898"/>
              <a:gd name="connsiteY20-8358" fmla="*/ 488 h 10000"/>
              <a:gd name="connsiteX21-8359" fmla="*/ 500 w 8898"/>
              <a:gd name="connsiteY21-8360" fmla="*/ 488 h 10000"/>
              <a:gd name="connsiteX22-8361" fmla="*/ 500 w 8898"/>
              <a:gd name="connsiteY22-8362" fmla="*/ 488 h 10000"/>
              <a:gd name="connsiteX23-8363" fmla="*/ 1000 w 8898"/>
              <a:gd name="connsiteY23-8364" fmla="*/ 488 h 10000"/>
              <a:gd name="connsiteX24-8365" fmla="*/ 1499 w 8898"/>
              <a:gd name="connsiteY24-8366" fmla="*/ 488 h 10000"/>
              <a:gd name="connsiteX25-8367" fmla="*/ 2600 w 8898"/>
              <a:gd name="connsiteY25-8368" fmla="*/ 1084 h 10000"/>
              <a:gd name="connsiteX26-8369" fmla="*/ 3099 w 8898"/>
              <a:gd name="connsiteY26-8370" fmla="*/ 1084 h 10000"/>
              <a:gd name="connsiteX27-8371" fmla="*/ 4700 w 8898"/>
              <a:gd name="connsiteY27-8372" fmla="*/ 1084 h 10000"/>
              <a:gd name="connsiteX28-8373" fmla="*/ 6301 w 8898"/>
              <a:gd name="connsiteY28-8374" fmla="*/ 1084 h 10000"/>
              <a:gd name="connsiteX29-8375" fmla="*/ 7399 w 8898"/>
              <a:gd name="connsiteY29-8376" fmla="*/ 1084 h 10000"/>
              <a:gd name="connsiteX30-8377" fmla="*/ 7899 w 8898"/>
              <a:gd name="connsiteY30-8378" fmla="*/ 1084 h 10000"/>
              <a:gd name="connsiteX31-8379" fmla="*/ 8400 w 8898"/>
              <a:gd name="connsiteY31-8380" fmla="*/ 1084 h 10000"/>
              <a:gd name="connsiteX32-8381" fmla="*/ 8400 w 8898"/>
              <a:gd name="connsiteY32-8382" fmla="*/ 488 h 10000"/>
              <a:gd name="connsiteX33-8383" fmla="*/ 8400 w 8898"/>
              <a:gd name="connsiteY33-8384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</a:cxnLst>
            <a:rect l="l" t="t" r="r" b="b"/>
            <a:pathLst>
              <a:path w="8898" h="10000">
                <a:moveTo>
                  <a:pt x="8898" y="10000"/>
                </a:moveTo>
                <a:lnTo>
                  <a:pt x="8400" y="10000"/>
                </a:lnTo>
                <a:lnTo>
                  <a:pt x="7399" y="10000"/>
                </a:lnTo>
                <a:lnTo>
                  <a:pt x="7399" y="10000"/>
                </a:lnTo>
                <a:lnTo>
                  <a:pt x="6800" y="9409"/>
                </a:lnTo>
                <a:lnTo>
                  <a:pt x="6301" y="8912"/>
                </a:lnTo>
                <a:lnTo>
                  <a:pt x="6301" y="7821"/>
                </a:lnTo>
                <a:lnTo>
                  <a:pt x="5799" y="6829"/>
                </a:lnTo>
                <a:lnTo>
                  <a:pt x="5199" y="5740"/>
                </a:lnTo>
                <a:lnTo>
                  <a:pt x="4200" y="4153"/>
                </a:lnTo>
                <a:lnTo>
                  <a:pt x="3099" y="3165"/>
                </a:lnTo>
                <a:lnTo>
                  <a:pt x="2101" y="2667"/>
                </a:lnTo>
                <a:lnTo>
                  <a:pt x="1499" y="2074"/>
                </a:lnTo>
                <a:lnTo>
                  <a:pt x="1000" y="1579"/>
                </a:lnTo>
                <a:lnTo>
                  <a:pt x="500" y="1579"/>
                </a:lnTo>
                <a:lnTo>
                  <a:pt x="0" y="1084"/>
                </a:lnTo>
                <a:lnTo>
                  <a:pt x="0" y="1084"/>
                </a:lnTo>
                <a:lnTo>
                  <a:pt x="0" y="1084"/>
                </a:lnTo>
                <a:lnTo>
                  <a:pt x="0" y="488"/>
                </a:lnTo>
                <a:lnTo>
                  <a:pt x="0" y="488"/>
                </a:lnTo>
                <a:lnTo>
                  <a:pt x="0" y="488"/>
                </a:lnTo>
                <a:lnTo>
                  <a:pt x="500" y="488"/>
                </a:lnTo>
                <a:lnTo>
                  <a:pt x="500" y="488"/>
                </a:lnTo>
                <a:lnTo>
                  <a:pt x="1000" y="488"/>
                </a:lnTo>
                <a:lnTo>
                  <a:pt x="1499" y="488"/>
                </a:lnTo>
                <a:lnTo>
                  <a:pt x="2600" y="1084"/>
                </a:lnTo>
                <a:lnTo>
                  <a:pt x="3099" y="1084"/>
                </a:lnTo>
                <a:lnTo>
                  <a:pt x="4700" y="1084"/>
                </a:lnTo>
                <a:lnTo>
                  <a:pt x="6301" y="1084"/>
                </a:lnTo>
                <a:lnTo>
                  <a:pt x="7399" y="1084"/>
                </a:lnTo>
                <a:lnTo>
                  <a:pt x="7899" y="1084"/>
                </a:lnTo>
                <a:lnTo>
                  <a:pt x="8400" y="1084"/>
                </a:lnTo>
                <a:lnTo>
                  <a:pt x="8400" y="488"/>
                </a:lnTo>
                <a:lnTo>
                  <a:pt x="8400" y="0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3" name="Freeform 29"/>
          <p:cNvSpPr/>
          <p:nvPr/>
        </p:nvSpPr>
        <p:spPr bwMode="auto">
          <a:xfrm>
            <a:off x="5748338" y="3376613"/>
            <a:ext cx="101600" cy="782638"/>
          </a:xfrm>
          <a:custGeom>
            <a:avLst/>
            <a:gdLst>
              <a:gd name="connsiteX0" fmla="*/ 7576 w 10000"/>
              <a:gd name="connsiteY0" fmla="*/ 9675 h 10000"/>
              <a:gd name="connsiteX1" fmla="*/ 7197 w 10000"/>
              <a:gd name="connsiteY1" fmla="*/ 9878 h 10000"/>
              <a:gd name="connsiteX2" fmla="*/ 6742 w 10000"/>
              <a:gd name="connsiteY2" fmla="*/ 10000 h 10000"/>
              <a:gd name="connsiteX3" fmla="*/ 6364 w 10000"/>
              <a:gd name="connsiteY3" fmla="*/ 10000 h 10000"/>
              <a:gd name="connsiteX4" fmla="*/ 5606 w 10000"/>
              <a:gd name="connsiteY4" fmla="*/ 10000 h 10000"/>
              <a:gd name="connsiteX5" fmla="*/ 5606 w 10000"/>
              <a:gd name="connsiteY5" fmla="*/ 10000 h 10000"/>
              <a:gd name="connsiteX6" fmla="*/ 5152 w 10000"/>
              <a:gd name="connsiteY6" fmla="*/ 9878 h 10000"/>
              <a:gd name="connsiteX7" fmla="*/ 4773 w 10000"/>
              <a:gd name="connsiteY7" fmla="*/ 9777 h 10000"/>
              <a:gd name="connsiteX8" fmla="*/ 4773 w 10000"/>
              <a:gd name="connsiteY8" fmla="*/ 9554 h 10000"/>
              <a:gd name="connsiteX9" fmla="*/ 4394 w 10000"/>
              <a:gd name="connsiteY9" fmla="*/ 9351 h 10000"/>
              <a:gd name="connsiteX10" fmla="*/ 3939 w 10000"/>
              <a:gd name="connsiteY10" fmla="*/ 9128 h 10000"/>
              <a:gd name="connsiteX11" fmla="*/ 3182 w 10000"/>
              <a:gd name="connsiteY11" fmla="*/ 8803 h 10000"/>
              <a:gd name="connsiteX12" fmla="*/ 2348 w 10000"/>
              <a:gd name="connsiteY12" fmla="*/ 8600 h 10000"/>
              <a:gd name="connsiteX13" fmla="*/ 1591 w 10000"/>
              <a:gd name="connsiteY13" fmla="*/ 8499 h 10000"/>
              <a:gd name="connsiteX14" fmla="*/ 1136 w 10000"/>
              <a:gd name="connsiteY14" fmla="*/ 8377 h 10000"/>
              <a:gd name="connsiteX15" fmla="*/ 758 w 10000"/>
              <a:gd name="connsiteY15" fmla="*/ 8276 h 10000"/>
              <a:gd name="connsiteX16" fmla="*/ 379 w 10000"/>
              <a:gd name="connsiteY16" fmla="*/ 8276 h 10000"/>
              <a:gd name="connsiteX17" fmla="*/ 0 w 10000"/>
              <a:gd name="connsiteY17" fmla="*/ 8174 h 10000"/>
              <a:gd name="connsiteX18" fmla="*/ 0 w 10000"/>
              <a:gd name="connsiteY18" fmla="*/ 8174 h 10000"/>
              <a:gd name="connsiteX19" fmla="*/ 0 w 10000"/>
              <a:gd name="connsiteY19" fmla="*/ 8174 h 10000"/>
              <a:gd name="connsiteX20" fmla="*/ 0 w 10000"/>
              <a:gd name="connsiteY20" fmla="*/ 8053 h 10000"/>
              <a:gd name="connsiteX21" fmla="*/ 0 w 10000"/>
              <a:gd name="connsiteY21" fmla="*/ 8053 h 10000"/>
              <a:gd name="connsiteX22" fmla="*/ 0 w 10000"/>
              <a:gd name="connsiteY22" fmla="*/ 8053 h 10000"/>
              <a:gd name="connsiteX23" fmla="*/ 379 w 10000"/>
              <a:gd name="connsiteY23" fmla="*/ 8053 h 10000"/>
              <a:gd name="connsiteX24" fmla="*/ 379 w 10000"/>
              <a:gd name="connsiteY24" fmla="*/ 8053 h 10000"/>
              <a:gd name="connsiteX25" fmla="*/ 758 w 10000"/>
              <a:gd name="connsiteY25" fmla="*/ 8053 h 10000"/>
              <a:gd name="connsiteX26" fmla="*/ 1136 w 10000"/>
              <a:gd name="connsiteY26" fmla="*/ 8053 h 10000"/>
              <a:gd name="connsiteX27" fmla="*/ 1970 w 10000"/>
              <a:gd name="connsiteY27" fmla="*/ 8174 h 10000"/>
              <a:gd name="connsiteX28" fmla="*/ 3561 w 10000"/>
              <a:gd name="connsiteY28" fmla="*/ 8174 h 10000"/>
              <a:gd name="connsiteX29" fmla="*/ 4773 w 10000"/>
              <a:gd name="connsiteY29" fmla="*/ 8174 h 10000"/>
              <a:gd name="connsiteX30" fmla="*/ 5606 w 10000"/>
              <a:gd name="connsiteY30" fmla="*/ 8174 h 10000"/>
              <a:gd name="connsiteX31" fmla="*/ 5985 w 10000"/>
              <a:gd name="connsiteY31" fmla="*/ 8174 h 10000"/>
              <a:gd name="connsiteX32" fmla="*/ 6364 w 10000"/>
              <a:gd name="connsiteY32" fmla="*/ 8174 h 10000"/>
              <a:gd name="connsiteX33" fmla="*/ 6364 w 10000"/>
              <a:gd name="connsiteY33" fmla="*/ 8053 h 10000"/>
              <a:gd name="connsiteX34" fmla="*/ 6364 w 10000"/>
              <a:gd name="connsiteY34" fmla="*/ 7951 h 10000"/>
              <a:gd name="connsiteX35" fmla="*/ 6364 w 10000"/>
              <a:gd name="connsiteY35" fmla="*/ 7850 h 10000"/>
              <a:gd name="connsiteX36" fmla="*/ 6742 w 10000"/>
              <a:gd name="connsiteY36" fmla="*/ 7627 h 10000"/>
              <a:gd name="connsiteX37" fmla="*/ 6742 w 10000"/>
              <a:gd name="connsiteY37" fmla="*/ 7424 h 10000"/>
              <a:gd name="connsiteX38" fmla="*/ 6742 w 10000"/>
              <a:gd name="connsiteY38" fmla="*/ 7201 h 10000"/>
              <a:gd name="connsiteX39" fmla="*/ 6742 w 10000"/>
              <a:gd name="connsiteY39" fmla="*/ 6978 h 10000"/>
              <a:gd name="connsiteX40" fmla="*/ 6742 w 10000"/>
              <a:gd name="connsiteY40" fmla="*/ 6450 h 10000"/>
              <a:gd name="connsiteX41" fmla="*/ 6742 w 10000"/>
              <a:gd name="connsiteY41" fmla="*/ 6024 h 10000"/>
              <a:gd name="connsiteX42" fmla="*/ 6742 w 10000"/>
              <a:gd name="connsiteY42" fmla="*/ 5598 h 10000"/>
              <a:gd name="connsiteX43" fmla="*/ 6742 w 10000"/>
              <a:gd name="connsiteY43" fmla="*/ 5274 h 10000"/>
              <a:gd name="connsiteX44" fmla="*/ 6742 w 10000"/>
              <a:gd name="connsiteY44" fmla="*/ 5051 h 10000"/>
              <a:gd name="connsiteX45" fmla="*/ 6742 w 10000"/>
              <a:gd name="connsiteY45" fmla="*/ 4848 h 10000"/>
              <a:gd name="connsiteX46" fmla="*/ 6742 w 10000"/>
              <a:gd name="connsiteY46" fmla="*/ 4625 h 10000"/>
              <a:gd name="connsiteX47" fmla="*/ 6742 w 10000"/>
              <a:gd name="connsiteY47" fmla="*/ 4402 h 10000"/>
              <a:gd name="connsiteX48" fmla="*/ 6742 w 10000"/>
              <a:gd name="connsiteY48" fmla="*/ 4077 h 10000"/>
              <a:gd name="connsiteX49" fmla="*/ 6742 w 10000"/>
              <a:gd name="connsiteY49" fmla="*/ 3773 h 10000"/>
              <a:gd name="connsiteX50" fmla="*/ 6742 w 10000"/>
              <a:gd name="connsiteY50" fmla="*/ 3448 h 10000"/>
              <a:gd name="connsiteX51" fmla="*/ 6742 w 10000"/>
              <a:gd name="connsiteY51" fmla="*/ 3022 h 10000"/>
              <a:gd name="connsiteX52" fmla="*/ 6364 w 10000"/>
              <a:gd name="connsiteY52" fmla="*/ 2373 h 10000"/>
              <a:gd name="connsiteX53" fmla="*/ 5985 w 10000"/>
              <a:gd name="connsiteY53" fmla="*/ 1501 h 10000"/>
              <a:gd name="connsiteX54" fmla="*/ 5606 w 10000"/>
              <a:gd name="connsiteY54" fmla="*/ 751 h 10000"/>
              <a:gd name="connsiteX55" fmla="*/ 5152 w 10000"/>
              <a:gd name="connsiteY55" fmla="*/ 0 h 10000"/>
              <a:gd name="connsiteX56" fmla="*/ 5985 w 10000"/>
              <a:gd name="connsiteY56" fmla="*/ 223 h 10000"/>
              <a:gd name="connsiteX57" fmla="*/ 7197 w 10000"/>
              <a:gd name="connsiteY57" fmla="*/ 426 h 10000"/>
              <a:gd name="connsiteX58" fmla="*/ 7955 w 10000"/>
              <a:gd name="connsiteY58" fmla="*/ 548 h 10000"/>
              <a:gd name="connsiteX59" fmla="*/ 8788 w 10000"/>
              <a:gd name="connsiteY59" fmla="*/ 649 h 10000"/>
              <a:gd name="connsiteX60" fmla="*/ 9167 w 10000"/>
              <a:gd name="connsiteY60" fmla="*/ 751 h 10000"/>
              <a:gd name="connsiteX61" fmla="*/ 9545 w 10000"/>
              <a:gd name="connsiteY61" fmla="*/ 872 h 10000"/>
              <a:gd name="connsiteX62" fmla="*/ 10000 w 10000"/>
              <a:gd name="connsiteY62" fmla="*/ 974 h 10000"/>
              <a:gd name="connsiteX63" fmla="*/ 10000 w 10000"/>
              <a:gd name="connsiteY63" fmla="*/ 974 h 10000"/>
              <a:gd name="connsiteX64" fmla="*/ 10000 w 10000"/>
              <a:gd name="connsiteY64" fmla="*/ 1075 h 10000"/>
              <a:gd name="connsiteX65" fmla="*/ 10000 w 10000"/>
              <a:gd name="connsiteY65" fmla="*/ 1176 h 10000"/>
              <a:gd name="connsiteX66" fmla="*/ 10000 w 10000"/>
              <a:gd name="connsiteY66" fmla="*/ 1400 h 10000"/>
              <a:gd name="connsiteX67" fmla="*/ 10000 w 10000"/>
              <a:gd name="connsiteY67" fmla="*/ 1501 h 10000"/>
              <a:gd name="connsiteX68" fmla="*/ 9545 w 10000"/>
              <a:gd name="connsiteY68" fmla="*/ 1501 h 10000"/>
              <a:gd name="connsiteX69" fmla="*/ 9545 w 10000"/>
              <a:gd name="connsiteY69" fmla="*/ 1623 h 10000"/>
              <a:gd name="connsiteX70" fmla="*/ 9545 w 10000"/>
              <a:gd name="connsiteY70" fmla="*/ 1724 h 10000"/>
              <a:gd name="connsiteX71" fmla="*/ 9545 w 10000"/>
              <a:gd name="connsiteY71" fmla="*/ 1826 h 10000"/>
              <a:gd name="connsiteX72" fmla="*/ 9545 w 10000"/>
              <a:gd name="connsiteY72" fmla="*/ 2049 h 10000"/>
              <a:gd name="connsiteX73" fmla="*/ 9545 w 10000"/>
              <a:gd name="connsiteY73" fmla="*/ 2150 h 10000"/>
              <a:gd name="connsiteX74" fmla="*/ 9545 w 10000"/>
              <a:gd name="connsiteY74" fmla="*/ 2373 h 10000"/>
              <a:gd name="connsiteX75" fmla="*/ 9545 w 10000"/>
              <a:gd name="connsiteY75" fmla="*/ 2576 h 10000"/>
              <a:gd name="connsiteX76" fmla="*/ 9545 w 10000"/>
              <a:gd name="connsiteY76" fmla="*/ 2799 h 10000"/>
              <a:gd name="connsiteX77" fmla="*/ 9545 w 10000"/>
              <a:gd name="connsiteY77" fmla="*/ 3022 h 10000"/>
              <a:gd name="connsiteX78" fmla="*/ 9545 w 10000"/>
              <a:gd name="connsiteY78" fmla="*/ 3327 h 10000"/>
              <a:gd name="connsiteX79" fmla="*/ 9545 w 10000"/>
              <a:gd name="connsiteY79" fmla="*/ 3550 h 10000"/>
              <a:gd name="connsiteX80" fmla="*/ 9545 w 10000"/>
              <a:gd name="connsiteY80" fmla="*/ 3874 h 10000"/>
              <a:gd name="connsiteX81" fmla="*/ 9545 w 10000"/>
              <a:gd name="connsiteY81" fmla="*/ 4199 h 10000"/>
              <a:gd name="connsiteX82" fmla="*/ 9545 w 10000"/>
              <a:gd name="connsiteY82" fmla="*/ 4523 h 10000"/>
              <a:gd name="connsiteX83" fmla="*/ 9545 w 10000"/>
              <a:gd name="connsiteY83" fmla="*/ 4949 h 10000"/>
              <a:gd name="connsiteX84" fmla="*/ 9545 w 10000"/>
              <a:gd name="connsiteY84" fmla="*/ 5700 h 10000"/>
              <a:gd name="connsiteX85" fmla="*/ 9545 w 10000"/>
              <a:gd name="connsiteY85" fmla="*/ 6349 h 10000"/>
              <a:gd name="connsiteX86" fmla="*/ 9545 w 10000"/>
              <a:gd name="connsiteY86" fmla="*/ 6876 h 10000"/>
              <a:gd name="connsiteX87" fmla="*/ 9545 w 10000"/>
              <a:gd name="connsiteY87" fmla="*/ 7424 h 10000"/>
              <a:gd name="connsiteX88" fmla="*/ 9545 w 10000"/>
              <a:gd name="connsiteY88" fmla="*/ 7850 h 10000"/>
              <a:gd name="connsiteX89" fmla="*/ 9545 w 10000"/>
              <a:gd name="connsiteY89" fmla="*/ 8174 h 10000"/>
              <a:gd name="connsiteX90" fmla="*/ 9545 w 10000"/>
              <a:gd name="connsiteY90" fmla="*/ 8499 h 10000"/>
              <a:gd name="connsiteX91" fmla="*/ 9545 w 10000"/>
              <a:gd name="connsiteY91" fmla="*/ 8600 h 10000"/>
              <a:gd name="connsiteX92" fmla="*/ 9545 w 10000"/>
              <a:gd name="connsiteY92" fmla="*/ 8702 h 10000"/>
              <a:gd name="connsiteX93" fmla="*/ 9167 w 10000"/>
              <a:gd name="connsiteY93" fmla="*/ 9026 h 10000"/>
              <a:gd name="connsiteX94" fmla="*/ 8788 w 10000"/>
              <a:gd name="connsiteY94" fmla="*/ 9249 h 10000"/>
              <a:gd name="connsiteX95" fmla="*/ 8333 w 10000"/>
              <a:gd name="connsiteY95" fmla="*/ 9554 h 10000"/>
              <a:gd name="connsiteX96" fmla="*/ 7576 w 10000"/>
              <a:gd name="connsiteY96" fmla="*/ 9675 h 10000"/>
              <a:gd name="connsiteX97" fmla="*/ 7576 w 10000"/>
              <a:gd name="connsiteY97" fmla="*/ 9675 h 10000"/>
              <a:gd name="connsiteX0-1" fmla="*/ 7576 w 10000"/>
              <a:gd name="connsiteY0-2" fmla="*/ 9675 h 10000"/>
              <a:gd name="connsiteX1-3" fmla="*/ 7197 w 10000"/>
              <a:gd name="connsiteY1-4" fmla="*/ 9878 h 10000"/>
              <a:gd name="connsiteX2-5" fmla="*/ 6742 w 10000"/>
              <a:gd name="connsiteY2-6" fmla="*/ 10000 h 10000"/>
              <a:gd name="connsiteX3-7" fmla="*/ 6364 w 10000"/>
              <a:gd name="connsiteY3-8" fmla="*/ 10000 h 10000"/>
              <a:gd name="connsiteX4-9" fmla="*/ 5606 w 10000"/>
              <a:gd name="connsiteY4-10" fmla="*/ 10000 h 10000"/>
              <a:gd name="connsiteX5-11" fmla="*/ 5606 w 10000"/>
              <a:gd name="connsiteY5-12" fmla="*/ 10000 h 10000"/>
              <a:gd name="connsiteX6-13" fmla="*/ 5152 w 10000"/>
              <a:gd name="connsiteY6-14" fmla="*/ 9878 h 10000"/>
              <a:gd name="connsiteX7-15" fmla="*/ 4773 w 10000"/>
              <a:gd name="connsiteY7-16" fmla="*/ 9777 h 10000"/>
              <a:gd name="connsiteX8-17" fmla="*/ 4773 w 10000"/>
              <a:gd name="connsiteY8-18" fmla="*/ 9554 h 10000"/>
              <a:gd name="connsiteX9-19" fmla="*/ 4394 w 10000"/>
              <a:gd name="connsiteY9-20" fmla="*/ 9351 h 10000"/>
              <a:gd name="connsiteX10-21" fmla="*/ 3939 w 10000"/>
              <a:gd name="connsiteY10-22" fmla="*/ 9128 h 10000"/>
              <a:gd name="connsiteX11-23" fmla="*/ 3182 w 10000"/>
              <a:gd name="connsiteY11-24" fmla="*/ 8803 h 10000"/>
              <a:gd name="connsiteX12-25" fmla="*/ 2348 w 10000"/>
              <a:gd name="connsiteY12-26" fmla="*/ 8600 h 10000"/>
              <a:gd name="connsiteX13-27" fmla="*/ 1591 w 10000"/>
              <a:gd name="connsiteY13-28" fmla="*/ 8499 h 10000"/>
              <a:gd name="connsiteX14-29" fmla="*/ 1136 w 10000"/>
              <a:gd name="connsiteY14-30" fmla="*/ 8377 h 10000"/>
              <a:gd name="connsiteX15-31" fmla="*/ 758 w 10000"/>
              <a:gd name="connsiteY15-32" fmla="*/ 8276 h 10000"/>
              <a:gd name="connsiteX16-33" fmla="*/ 379 w 10000"/>
              <a:gd name="connsiteY16-34" fmla="*/ 8276 h 10000"/>
              <a:gd name="connsiteX17-35" fmla="*/ 0 w 10000"/>
              <a:gd name="connsiteY17-36" fmla="*/ 8174 h 10000"/>
              <a:gd name="connsiteX18-37" fmla="*/ 0 w 10000"/>
              <a:gd name="connsiteY18-38" fmla="*/ 8174 h 10000"/>
              <a:gd name="connsiteX19-39" fmla="*/ 0 w 10000"/>
              <a:gd name="connsiteY19-40" fmla="*/ 8174 h 10000"/>
              <a:gd name="connsiteX20-41" fmla="*/ 0 w 10000"/>
              <a:gd name="connsiteY20-42" fmla="*/ 8053 h 10000"/>
              <a:gd name="connsiteX21-43" fmla="*/ 0 w 10000"/>
              <a:gd name="connsiteY21-44" fmla="*/ 8053 h 10000"/>
              <a:gd name="connsiteX22-45" fmla="*/ 0 w 10000"/>
              <a:gd name="connsiteY22-46" fmla="*/ 8053 h 10000"/>
              <a:gd name="connsiteX23-47" fmla="*/ 379 w 10000"/>
              <a:gd name="connsiteY23-48" fmla="*/ 8053 h 10000"/>
              <a:gd name="connsiteX24-49" fmla="*/ 758 w 10000"/>
              <a:gd name="connsiteY24-50" fmla="*/ 8053 h 10000"/>
              <a:gd name="connsiteX25-51" fmla="*/ 1136 w 10000"/>
              <a:gd name="connsiteY25-52" fmla="*/ 8053 h 10000"/>
              <a:gd name="connsiteX26-53" fmla="*/ 1970 w 10000"/>
              <a:gd name="connsiteY26-54" fmla="*/ 8174 h 10000"/>
              <a:gd name="connsiteX27-55" fmla="*/ 3561 w 10000"/>
              <a:gd name="connsiteY27-56" fmla="*/ 8174 h 10000"/>
              <a:gd name="connsiteX28-57" fmla="*/ 4773 w 10000"/>
              <a:gd name="connsiteY28-58" fmla="*/ 8174 h 10000"/>
              <a:gd name="connsiteX29-59" fmla="*/ 5606 w 10000"/>
              <a:gd name="connsiteY29-60" fmla="*/ 8174 h 10000"/>
              <a:gd name="connsiteX30-61" fmla="*/ 5985 w 10000"/>
              <a:gd name="connsiteY30-62" fmla="*/ 8174 h 10000"/>
              <a:gd name="connsiteX31-63" fmla="*/ 6364 w 10000"/>
              <a:gd name="connsiteY31-64" fmla="*/ 8174 h 10000"/>
              <a:gd name="connsiteX32-65" fmla="*/ 6364 w 10000"/>
              <a:gd name="connsiteY32-66" fmla="*/ 8053 h 10000"/>
              <a:gd name="connsiteX33-67" fmla="*/ 6364 w 10000"/>
              <a:gd name="connsiteY33-68" fmla="*/ 7951 h 10000"/>
              <a:gd name="connsiteX34-69" fmla="*/ 6364 w 10000"/>
              <a:gd name="connsiteY34-70" fmla="*/ 7850 h 10000"/>
              <a:gd name="connsiteX35-71" fmla="*/ 6742 w 10000"/>
              <a:gd name="connsiteY35-72" fmla="*/ 7627 h 10000"/>
              <a:gd name="connsiteX36-73" fmla="*/ 6742 w 10000"/>
              <a:gd name="connsiteY36-74" fmla="*/ 7424 h 10000"/>
              <a:gd name="connsiteX37-75" fmla="*/ 6742 w 10000"/>
              <a:gd name="connsiteY37-76" fmla="*/ 7201 h 10000"/>
              <a:gd name="connsiteX38-77" fmla="*/ 6742 w 10000"/>
              <a:gd name="connsiteY38-78" fmla="*/ 6978 h 10000"/>
              <a:gd name="connsiteX39-79" fmla="*/ 6742 w 10000"/>
              <a:gd name="connsiteY39-80" fmla="*/ 6450 h 10000"/>
              <a:gd name="connsiteX40-81" fmla="*/ 6742 w 10000"/>
              <a:gd name="connsiteY40-82" fmla="*/ 6024 h 10000"/>
              <a:gd name="connsiteX41-83" fmla="*/ 6742 w 10000"/>
              <a:gd name="connsiteY41-84" fmla="*/ 5598 h 10000"/>
              <a:gd name="connsiteX42-85" fmla="*/ 6742 w 10000"/>
              <a:gd name="connsiteY42-86" fmla="*/ 5274 h 10000"/>
              <a:gd name="connsiteX43-87" fmla="*/ 6742 w 10000"/>
              <a:gd name="connsiteY43-88" fmla="*/ 5051 h 10000"/>
              <a:gd name="connsiteX44-89" fmla="*/ 6742 w 10000"/>
              <a:gd name="connsiteY44-90" fmla="*/ 4848 h 10000"/>
              <a:gd name="connsiteX45-91" fmla="*/ 6742 w 10000"/>
              <a:gd name="connsiteY45-92" fmla="*/ 4625 h 10000"/>
              <a:gd name="connsiteX46-93" fmla="*/ 6742 w 10000"/>
              <a:gd name="connsiteY46-94" fmla="*/ 4402 h 10000"/>
              <a:gd name="connsiteX47-95" fmla="*/ 6742 w 10000"/>
              <a:gd name="connsiteY47-96" fmla="*/ 4077 h 10000"/>
              <a:gd name="connsiteX48-97" fmla="*/ 6742 w 10000"/>
              <a:gd name="connsiteY48-98" fmla="*/ 3773 h 10000"/>
              <a:gd name="connsiteX49-99" fmla="*/ 6742 w 10000"/>
              <a:gd name="connsiteY49-100" fmla="*/ 3448 h 10000"/>
              <a:gd name="connsiteX50-101" fmla="*/ 6742 w 10000"/>
              <a:gd name="connsiteY50-102" fmla="*/ 3022 h 10000"/>
              <a:gd name="connsiteX51-103" fmla="*/ 6364 w 10000"/>
              <a:gd name="connsiteY51-104" fmla="*/ 2373 h 10000"/>
              <a:gd name="connsiteX52-105" fmla="*/ 5985 w 10000"/>
              <a:gd name="connsiteY52-106" fmla="*/ 1501 h 10000"/>
              <a:gd name="connsiteX53-107" fmla="*/ 5606 w 10000"/>
              <a:gd name="connsiteY53-108" fmla="*/ 751 h 10000"/>
              <a:gd name="connsiteX54-109" fmla="*/ 5152 w 10000"/>
              <a:gd name="connsiteY54-110" fmla="*/ 0 h 10000"/>
              <a:gd name="connsiteX55-111" fmla="*/ 5985 w 10000"/>
              <a:gd name="connsiteY55-112" fmla="*/ 223 h 10000"/>
              <a:gd name="connsiteX56-113" fmla="*/ 7197 w 10000"/>
              <a:gd name="connsiteY56-114" fmla="*/ 426 h 10000"/>
              <a:gd name="connsiteX57-115" fmla="*/ 7955 w 10000"/>
              <a:gd name="connsiteY57-116" fmla="*/ 548 h 10000"/>
              <a:gd name="connsiteX58-117" fmla="*/ 8788 w 10000"/>
              <a:gd name="connsiteY58-118" fmla="*/ 649 h 10000"/>
              <a:gd name="connsiteX59-119" fmla="*/ 9167 w 10000"/>
              <a:gd name="connsiteY59-120" fmla="*/ 751 h 10000"/>
              <a:gd name="connsiteX60-121" fmla="*/ 9545 w 10000"/>
              <a:gd name="connsiteY60-122" fmla="*/ 872 h 10000"/>
              <a:gd name="connsiteX61-123" fmla="*/ 10000 w 10000"/>
              <a:gd name="connsiteY61-124" fmla="*/ 974 h 10000"/>
              <a:gd name="connsiteX62-125" fmla="*/ 10000 w 10000"/>
              <a:gd name="connsiteY62-126" fmla="*/ 974 h 10000"/>
              <a:gd name="connsiteX63-127" fmla="*/ 10000 w 10000"/>
              <a:gd name="connsiteY63-128" fmla="*/ 1075 h 10000"/>
              <a:gd name="connsiteX64-129" fmla="*/ 10000 w 10000"/>
              <a:gd name="connsiteY64-130" fmla="*/ 1176 h 10000"/>
              <a:gd name="connsiteX65-131" fmla="*/ 10000 w 10000"/>
              <a:gd name="connsiteY65-132" fmla="*/ 1400 h 10000"/>
              <a:gd name="connsiteX66-133" fmla="*/ 10000 w 10000"/>
              <a:gd name="connsiteY66-134" fmla="*/ 1501 h 10000"/>
              <a:gd name="connsiteX67-135" fmla="*/ 9545 w 10000"/>
              <a:gd name="connsiteY67-136" fmla="*/ 1501 h 10000"/>
              <a:gd name="connsiteX68-137" fmla="*/ 9545 w 10000"/>
              <a:gd name="connsiteY68-138" fmla="*/ 1623 h 10000"/>
              <a:gd name="connsiteX69-139" fmla="*/ 9545 w 10000"/>
              <a:gd name="connsiteY69-140" fmla="*/ 1724 h 10000"/>
              <a:gd name="connsiteX70-141" fmla="*/ 9545 w 10000"/>
              <a:gd name="connsiteY70-142" fmla="*/ 1826 h 10000"/>
              <a:gd name="connsiteX71-143" fmla="*/ 9545 w 10000"/>
              <a:gd name="connsiteY71-144" fmla="*/ 2049 h 10000"/>
              <a:gd name="connsiteX72-145" fmla="*/ 9545 w 10000"/>
              <a:gd name="connsiteY72-146" fmla="*/ 2150 h 10000"/>
              <a:gd name="connsiteX73-147" fmla="*/ 9545 w 10000"/>
              <a:gd name="connsiteY73-148" fmla="*/ 2373 h 10000"/>
              <a:gd name="connsiteX74-149" fmla="*/ 9545 w 10000"/>
              <a:gd name="connsiteY74-150" fmla="*/ 2576 h 10000"/>
              <a:gd name="connsiteX75-151" fmla="*/ 9545 w 10000"/>
              <a:gd name="connsiteY75-152" fmla="*/ 2799 h 10000"/>
              <a:gd name="connsiteX76-153" fmla="*/ 9545 w 10000"/>
              <a:gd name="connsiteY76-154" fmla="*/ 3022 h 10000"/>
              <a:gd name="connsiteX77-155" fmla="*/ 9545 w 10000"/>
              <a:gd name="connsiteY77-156" fmla="*/ 3327 h 10000"/>
              <a:gd name="connsiteX78-157" fmla="*/ 9545 w 10000"/>
              <a:gd name="connsiteY78-158" fmla="*/ 3550 h 10000"/>
              <a:gd name="connsiteX79-159" fmla="*/ 9545 w 10000"/>
              <a:gd name="connsiteY79-160" fmla="*/ 3874 h 10000"/>
              <a:gd name="connsiteX80-161" fmla="*/ 9545 w 10000"/>
              <a:gd name="connsiteY80-162" fmla="*/ 4199 h 10000"/>
              <a:gd name="connsiteX81-163" fmla="*/ 9545 w 10000"/>
              <a:gd name="connsiteY81-164" fmla="*/ 4523 h 10000"/>
              <a:gd name="connsiteX82-165" fmla="*/ 9545 w 10000"/>
              <a:gd name="connsiteY82-166" fmla="*/ 4949 h 10000"/>
              <a:gd name="connsiteX83-167" fmla="*/ 9545 w 10000"/>
              <a:gd name="connsiteY83-168" fmla="*/ 5700 h 10000"/>
              <a:gd name="connsiteX84-169" fmla="*/ 9545 w 10000"/>
              <a:gd name="connsiteY84-170" fmla="*/ 6349 h 10000"/>
              <a:gd name="connsiteX85-171" fmla="*/ 9545 w 10000"/>
              <a:gd name="connsiteY85-172" fmla="*/ 6876 h 10000"/>
              <a:gd name="connsiteX86-173" fmla="*/ 9545 w 10000"/>
              <a:gd name="connsiteY86-174" fmla="*/ 7424 h 10000"/>
              <a:gd name="connsiteX87-175" fmla="*/ 9545 w 10000"/>
              <a:gd name="connsiteY87-176" fmla="*/ 7850 h 10000"/>
              <a:gd name="connsiteX88-177" fmla="*/ 9545 w 10000"/>
              <a:gd name="connsiteY88-178" fmla="*/ 8174 h 10000"/>
              <a:gd name="connsiteX89-179" fmla="*/ 9545 w 10000"/>
              <a:gd name="connsiteY89-180" fmla="*/ 8499 h 10000"/>
              <a:gd name="connsiteX90-181" fmla="*/ 9545 w 10000"/>
              <a:gd name="connsiteY90-182" fmla="*/ 8600 h 10000"/>
              <a:gd name="connsiteX91-183" fmla="*/ 9545 w 10000"/>
              <a:gd name="connsiteY91-184" fmla="*/ 8702 h 10000"/>
              <a:gd name="connsiteX92-185" fmla="*/ 9167 w 10000"/>
              <a:gd name="connsiteY92-186" fmla="*/ 9026 h 10000"/>
              <a:gd name="connsiteX93-187" fmla="*/ 8788 w 10000"/>
              <a:gd name="connsiteY93-188" fmla="*/ 9249 h 10000"/>
              <a:gd name="connsiteX94-189" fmla="*/ 8333 w 10000"/>
              <a:gd name="connsiteY94-190" fmla="*/ 9554 h 10000"/>
              <a:gd name="connsiteX95-191" fmla="*/ 7576 w 10000"/>
              <a:gd name="connsiteY95-192" fmla="*/ 9675 h 10000"/>
              <a:gd name="connsiteX96-193" fmla="*/ 7576 w 10000"/>
              <a:gd name="connsiteY96-194" fmla="*/ 9675 h 10000"/>
              <a:gd name="connsiteX0-195" fmla="*/ 7576 w 10000"/>
              <a:gd name="connsiteY0-196" fmla="*/ 9675 h 10000"/>
              <a:gd name="connsiteX1-197" fmla="*/ 7197 w 10000"/>
              <a:gd name="connsiteY1-198" fmla="*/ 9878 h 10000"/>
              <a:gd name="connsiteX2-199" fmla="*/ 6742 w 10000"/>
              <a:gd name="connsiteY2-200" fmla="*/ 10000 h 10000"/>
              <a:gd name="connsiteX3-201" fmla="*/ 6364 w 10000"/>
              <a:gd name="connsiteY3-202" fmla="*/ 10000 h 10000"/>
              <a:gd name="connsiteX4-203" fmla="*/ 5606 w 10000"/>
              <a:gd name="connsiteY4-204" fmla="*/ 10000 h 10000"/>
              <a:gd name="connsiteX5-205" fmla="*/ 5606 w 10000"/>
              <a:gd name="connsiteY5-206" fmla="*/ 10000 h 10000"/>
              <a:gd name="connsiteX6-207" fmla="*/ 5152 w 10000"/>
              <a:gd name="connsiteY6-208" fmla="*/ 9878 h 10000"/>
              <a:gd name="connsiteX7-209" fmla="*/ 4773 w 10000"/>
              <a:gd name="connsiteY7-210" fmla="*/ 9777 h 10000"/>
              <a:gd name="connsiteX8-211" fmla="*/ 4773 w 10000"/>
              <a:gd name="connsiteY8-212" fmla="*/ 9554 h 10000"/>
              <a:gd name="connsiteX9-213" fmla="*/ 4394 w 10000"/>
              <a:gd name="connsiteY9-214" fmla="*/ 9351 h 10000"/>
              <a:gd name="connsiteX10-215" fmla="*/ 3939 w 10000"/>
              <a:gd name="connsiteY10-216" fmla="*/ 9128 h 10000"/>
              <a:gd name="connsiteX11-217" fmla="*/ 3182 w 10000"/>
              <a:gd name="connsiteY11-218" fmla="*/ 8803 h 10000"/>
              <a:gd name="connsiteX12-219" fmla="*/ 2348 w 10000"/>
              <a:gd name="connsiteY12-220" fmla="*/ 8600 h 10000"/>
              <a:gd name="connsiteX13-221" fmla="*/ 1591 w 10000"/>
              <a:gd name="connsiteY13-222" fmla="*/ 8499 h 10000"/>
              <a:gd name="connsiteX14-223" fmla="*/ 1136 w 10000"/>
              <a:gd name="connsiteY14-224" fmla="*/ 8377 h 10000"/>
              <a:gd name="connsiteX15-225" fmla="*/ 758 w 10000"/>
              <a:gd name="connsiteY15-226" fmla="*/ 8276 h 10000"/>
              <a:gd name="connsiteX16-227" fmla="*/ 379 w 10000"/>
              <a:gd name="connsiteY16-228" fmla="*/ 8276 h 10000"/>
              <a:gd name="connsiteX17-229" fmla="*/ 0 w 10000"/>
              <a:gd name="connsiteY17-230" fmla="*/ 8174 h 10000"/>
              <a:gd name="connsiteX18-231" fmla="*/ 0 w 10000"/>
              <a:gd name="connsiteY18-232" fmla="*/ 8174 h 10000"/>
              <a:gd name="connsiteX19-233" fmla="*/ 0 w 10000"/>
              <a:gd name="connsiteY19-234" fmla="*/ 8174 h 10000"/>
              <a:gd name="connsiteX20-235" fmla="*/ 0 w 10000"/>
              <a:gd name="connsiteY20-236" fmla="*/ 8053 h 10000"/>
              <a:gd name="connsiteX21-237" fmla="*/ 0 w 10000"/>
              <a:gd name="connsiteY21-238" fmla="*/ 8053 h 10000"/>
              <a:gd name="connsiteX22-239" fmla="*/ 0 w 10000"/>
              <a:gd name="connsiteY22-240" fmla="*/ 8053 h 10000"/>
              <a:gd name="connsiteX23-241" fmla="*/ 379 w 10000"/>
              <a:gd name="connsiteY23-242" fmla="*/ 8053 h 10000"/>
              <a:gd name="connsiteX24-243" fmla="*/ 758 w 10000"/>
              <a:gd name="connsiteY24-244" fmla="*/ 8053 h 10000"/>
              <a:gd name="connsiteX25-245" fmla="*/ 1136 w 10000"/>
              <a:gd name="connsiteY25-246" fmla="*/ 8053 h 10000"/>
              <a:gd name="connsiteX26-247" fmla="*/ 3561 w 10000"/>
              <a:gd name="connsiteY26-248" fmla="*/ 8174 h 10000"/>
              <a:gd name="connsiteX27-249" fmla="*/ 4773 w 10000"/>
              <a:gd name="connsiteY27-250" fmla="*/ 8174 h 10000"/>
              <a:gd name="connsiteX28-251" fmla="*/ 5606 w 10000"/>
              <a:gd name="connsiteY28-252" fmla="*/ 8174 h 10000"/>
              <a:gd name="connsiteX29-253" fmla="*/ 5985 w 10000"/>
              <a:gd name="connsiteY29-254" fmla="*/ 8174 h 10000"/>
              <a:gd name="connsiteX30-255" fmla="*/ 6364 w 10000"/>
              <a:gd name="connsiteY30-256" fmla="*/ 8174 h 10000"/>
              <a:gd name="connsiteX31-257" fmla="*/ 6364 w 10000"/>
              <a:gd name="connsiteY31-258" fmla="*/ 8053 h 10000"/>
              <a:gd name="connsiteX32-259" fmla="*/ 6364 w 10000"/>
              <a:gd name="connsiteY32-260" fmla="*/ 7951 h 10000"/>
              <a:gd name="connsiteX33-261" fmla="*/ 6364 w 10000"/>
              <a:gd name="connsiteY33-262" fmla="*/ 7850 h 10000"/>
              <a:gd name="connsiteX34-263" fmla="*/ 6742 w 10000"/>
              <a:gd name="connsiteY34-264" fmla="*/ 7627 h 10000"/>
              <a:gd name="connsiteX35-265" fmla="*/ 6742 w 10000"/>
              <a:gd name="connsiteY35-266" fmla="*/ 7424 h 10000"/>
              <a:gd name="connsiteX36-267" fmla="*/ 6742 w 10000"/>
              <a:gd name="connsiteY36-268" fmla="*/ 7201 h 10000"/>
              <a:gd name="connsiteX37-269" fmla="*/ 6742 w 10000"/>
              <a:gd name="connsiteY37-270" fmla="*/ 6978 h 10000"/>
              <a:gd name="connsiteX38-271" fmla="*/ 6742 w 10000"/>
              <a:gd name="connsiteY38-272" fmla="*/ 6450 h 10000"/>
              <a:gd name="connsiteX39-273" fmla="*/ 6742 w 10000"/>
              <a:gd name="connsiteY39-274" fmla="*/ 6024 h 10000"/>
              <a:gd name="connsiteX40-275" fmla="*/ 6742 w 10000"/>
              <a:gd name="connsiteY40-276" fmla="*/ 5598 h 10000"/>
              <a:gd name="connsiteX41-277" fmla="*/ 6742 w 10000"/>
              <a:gd name="connsiteY41-278" fmla="*/ 5274 h 10000"/>
              <a:gd name="connsiteX42-279" fmla="*/ 6742 w 10000"/>
              <a:gd name="connsiteY42-280" fmla="*/ 5051 h 10000"/>
              <a:gd name="connsiteX43-281" fmla="*/ 6742 w 10000"/>
              <a:gd name="connsiteY43-282" fmla="*/ 4848 h 10000"/>
              <a:gd name="connsiteX44-283" fmla="*/ 6742 w 10000"/>
              <a:gd name="connsiteY44-284" fmla="*/ 4625 h 10000"/>
              <a:gd name="connsiteX45-285" fmla="*/ 6742 w 10000"/>
              <a:gd name="connsiteY45-286" fmla="*/ 4402 h 10000"/>
              <a:gd name="connsiteX46-287" fmla="*/ 6742 w 10000"/>
              <a:gd name="connsiteY46-288" fmla="*/ 4077 h 10000"/>
              <a:gd name="connsiteX47-289" fmla="*/ 6742 w 10000"/>
              <a:gd name="connsiteY47-290" fmla="*/ 3773 h 10000"/>
              <a:gd name="connsiteX48-291" fmla="*/ 6742 w 10000"/>
              <a:gd name="connsiteY48-292" fmla="*/ 3448 h 10000"/>
              <a:gd name="connsiteX49-293" fmla="*/ 6742 w 10000"/>
              <a:gd name="connsiteY49-294" fmla="*/ 3022 h 10000"/>
              <a:gd name="connsiteX50-295" fmla="*/ 6364 w 10000"/>
              <a:gd name="connsiteY50-296" fmla="*/ 2373 h 10000"/>
              <a:gd name="connsiteX51-297" fmla="*/ 5985 w 10000"/>
              <a:gd name="connsiteY51-298" fmla="*/ 1501 h 10000"/>
              <a:gd name="connsiteX52-299" fmla="*/ 5606 w 10000"/>
              <a:gd name="connsiteY52-300" fmla="*/ 751 h 10000"/>
              <a:gd name="connsiteX53-301" fmla="*/ 5152 w 10000"/>
              <a:gd name="connsiteY53-302" fmla="*/ 0 h 10000"/>
              <a:gd name="connsiteX54-303" fmla="*/ 5985 w 10000"/>
              <a:gd name="connsiteY54-304" fmla="*/ 223 h 10000"/>
              <a:gd name="connsiteX55-305" fmla="*/ 7197 w 10000"/>
              <a:gd name="connsiteY55-306" fmla="*/ 426 h 10000"/>
              <a:gd name="connsiteX56-307" fmla="*/ 7955 w 10000"/>
              <a:gd name="connsiteY56-308" fmla="*/ 548 h 10000"/>
              <a:gd name="connsiteX57-309" fmla="*/ 8788 w 10000"/>
              <a:gd name="connsiteY57-310" fmla="*/ 649 h 10000"/>
              <a:gd name="connsiteX58-311" fmla="*/ 9167 w 10000"/>
              <a:gd name="connsiteY58-312" fmla="*/ 751 h 10000"/>
              <a:gd name="connsiteX59-313" fmla="*/ 9545 w 10000"/>
              <a:gd name="connsiteY59-314" fmla="*/ 872 h 10000"/>
              <a:gd name="connsiteX60-315" fmla="*/ 10000 w 10000"/>
              <a:gd name="connsiteY60-316" fmla="*/ 974 h 10000"/>
              <a:gd name="connsiteX61-317" fmla="*/ 10000 w 10000"/>
              <a:gd name="connsiteY61-318" fmla="*/ 974 h 10000"/>
              <a:gd name="connsiteX62-319" fmla="*/ 10000 w 10000"/>
              <a:gd name="connsiteY62-320" fmla="*/ 1075 h 10000"/>
              <a:gd name="connsiteX63-321" fmla="*/ 10000 w 10000"/>
              <a:gd name="connsiteY63-322" fmla="*/ 1176 h 10000"/>
              <a:gd name="connsiteX64-323" fmla="*/ 10000 w 10000"/>
              <a:gd name="connsiteY64-324" fmla="*/ 1400 h 10000"/>
              <a:gd name="connsiteX65-325" fmla="*/ 10000 w 10000"/>
              <a:gd name="connsiteY65-326" fmla="*/ 1501 h 10000"/>
              <a:gd name="connsiteX66-327" fmla="*/ 9545 w 10000"/>
              <a:gd name="connsiteY66-328" fmla="*/ 1501 h 10000"/>
              <a:gd name="connsiteX67-329" fmla="*/ 9545 w 10000"/>
              <a:gd name="connsiteY67-330" fmla="*/ 1623 h 10000"/>
              <a:gd name="connsiteX68-331" fmla="*/ 9545 w 10000"/>
              <a:gd name="connsiteY68-332" fmla="*/ 1724 h 10000"/>
              <a:gd name="connsiteX69-333" fmla="*/ 9545 w 10000"/>
              <a:gd name="connsiteY69-334" fmla="*/ 1826 h 10000"/>
              <a:gd name="connsiteX70-335" fmla="*/ 9545 w 10000"/>
              <a:gd name="connsiteY70-336" fmla="*/ 2049 h 10000"/>
              <a:gd name="connsiteX71-337" fmla="*/ 9545 w 10000"/>
              <a:gd name="connsiteY71-338" fmla="*/ 2150 h 10000"/>
              <a:gd name="connsiteX72-339" fmla="*/ 9545 w 10000"/>
              <a:gd name="connsiteY72-340" fmla="*/ 2373 h 10000"/>
              <a:gd name="connsiteX73-341" fmla="*/ 9545 w 10000"/>
              <a:gd name="connsiteY73-342" fmla="*/ 2576 h 10000"/>
              <a:gd name="connsiteX74-343" fmla="*/ 9545 w 10000"/>
              <a:gd name="connsiteY74-344" fmla="*/ 2799 h 10000"/>
              <a:gd name="connsiteX75-345" fmla="*/ 9545 w 10000"/>
              <a:gd name="connsiteY75-346" fmla="*/ 3022 h 10000"/>
              <a:gd name="connsiteX76-347" fmla="*/ 9545 w 10000"/>
              <a:gd name="connsiteY76-348" fmla="*/ 3327 h 10000"/>
              <a:gd name="connsiteX77-349" fmla="*/ 9545 w 10000"/>
              <a:gd name="connsiteY77-350" fmla="*/ 3550 h 10000"/>
              <a:gd name="connsiteX78-351" fmla="*/ 9545 w 10000"/>
              <a:gd name="connsiteY78-352" fmla="*/ 3874 h 10000"/>
              <a:gd name="connsiteX79-353" fmla="*/ 9545 w 10000"/>
              <a:gd name="connsiteY79-354" fmla="*/ 4199 h 10000"/>
              <a:gd name="connsiteX80-355" fmla="*/ 9545 w 10000"/>
              <a:gd name="connsiteY80-356" fmla="*/ 4523 h 10000"/>
              <a:gd name="connsiteX81-357" fmla="*/ 9545 w 10000"/>
              <a:gd name="connsiteY81-358" fmla="*/ 4949 h 10000"/>
              <a:gd name="connsiteX82-359" fmla="*/ 9545 w 10000"/>
              <a:gd name="connsiteY82-360" fmla="*/ 5700 h 10000"/>
              <a:gd name="connsiteX83-361" fmla="*/ 9545 w 10000"/>
              <a:gd name="connsiteY83-362" fmla="*/ 6349 h 10000"/>
              <a:gd name="connsiteX84-363" fmla="*/ 9545 w 10000"/>
              <a:gd name="connsiteY84-364" fmla="*/ 6876 h 10000"/>
              <a:gd name="connsiteX85-365" fmla="*/ 9545 w 10000"/>
              <a:gd name="connsiteY85-366" fmla="*/ 7424 h 10000"/>
              <a:gd name="connsiteX86-367" fmla="*/ 9545 w 10000"/>
              <a:gd name="connsiteY86-368" fmla="*/ 7850 h 10000"/>
              <a:gd name="connsiteX87-369" fmla="*/ 9545 w 10000"/>
              <a:gd name="connsiteY87-370" fmla="*/ 8174 h 10000"/>
              <a:gd name="connsiteX88-371" fmla="*/ 9545 w 10000"/>
              <a:gd name="connsiteY88-372" fmla="*/ 8499 h 10000"/>
              <a:gd name="connsiteX89-373" fmla="*/ 9545 w 10000"/>
              <a:gd name="connsiteY89-374" fmla="*/ 8600 h 10000"/>
              <a:gd name="connsiteX90-375" fmla="*/ 9545 w 10000"/>
              <a:gd name="connsiteY90-376" fmla="*/ 8702 h 10000"/>
              <a:gd name="connsiteX91-377" fmla="*/ 9167 w 10000"/>
              <a:gd name="connsiteY91-378" fmla="*/ 9026 h 10000"/>
              <a:gd name="connsiteX92-379" fmla="*/ 8788 w 10000"/>
              <a:gd name="connsiteY92-380" fmla="*/ 9249 h 10000"/>
              <a:gd name="connsiteX93-381" fmla="*/ 8333 w 10000"/>
              <a:gd name="connsiteY93-382" fmla="*/ 9554 h 10000"/>
              <a:gd name="connsiteX94-383" fmla="*/ 7576 w 10000"/>
              <a:gd name="connsiteY94-384" fmla="*/ 9675 h 10000"/>
              <a:gd name="connsiteX95-385" fmla="*/ 7576 w 10000"/>
              <a:gd name="connsiteY95-386" fmla="*/ 9675 h 10000"/>
              <a:gd name="connsiteX0-387" fmla="*/ 7576 w 10000"/>
              <a:gd name="connsiteY0-388" fmla="*/ 9675 h 10000"/>
              <a:gd name="connsiteX1-389" fmla="*/ 7197 w 10000"/>
              <a:gd name="connsiteY1-390" fmla="*/ 9878 h 10000"/>
              <a:gd name="connsiteX2-391" fmla="*/ 6742 w 10000"/>
              <a:gd name="connsiteY2-392" fmla="*/ 10000 h 10000"/>
              <a:gd name="connsiteX3-393" fmla="*/ 6364 w 10000"/>
              <a:gd name="connsiteY3-394" fmla="*/ 10000 h 10000"/>
              <a:gd name="connsiteX4-395" fmla="*/ 5606 w 10000"/>
              <a:gd name="connsiteY4-396" fmla="*/ 10000 h 10000"/>
              <a:gd name="connsiteX5-397" fmla="*/ 5606 w 10000"/>
              <a:gd name="connsiteY5-398" fmla="*/ 10000 h 10000"/>
              <a:gd name="connsiteX6-399" fmla="*/ 5152 w 10000"/>
              <a:gd name="connsiteY6-400" fmla="*/ 9878 h 10000"/>
              <a:gd name="connsiteX7-401" fmla="*/ 4773 w 10000"/>
              <a:gd name="connsiteY7-402" fmla="*/ 9777 h 10000"/>
              <a:gd name="connsiteX8-403" fmla="*/ 4773 w 10000"/>
              <a:gd name="connsiteY8-404" fmla="*/ 9554 h 10000"/>
              <a:gd name="connsiteX9-405" fmla="*/ 4394 w 10000"/>
              <a:gd name="connsiteY9-406" fmla="*/ 9351 h 10000"/>
              <a:gd name="connsiteX10-407" fmla="*/ 3939 w 10000"/>
              <a:gd name="connsiteY10-408" fmla="*/ 9128 h 10000"/>
              <a:gd name="connsiteX11-409" fmla="*/ 3182 w 10000"/>
              <a:gd name="connsiteY11-410" fmla="*/ 8803 h 10000"/>
              <a:gd name="connsiteX12-411" fmla="*/ 2348 w 10000"/>
              <a:gd name="connsiteY12-412" fmla="*/ 8600 h 10000"/>
              <a:gd name="connsiteX13-413" fmla="*/ 1591 w 10000"/>
              <a:gd name="connsiteY13-414" fmla="*/ 8499 h 10000"/>
              <a:gd name="connsiteX14-415" fmla="*/ 1136 w 10000"/>
              <a:gd name="connsiteY14-416" fmla="*/ 8377 h 10000"/>
              <a:gd name="connsiteX15-417" fmla="*/ 758 w 10000"/>
              <a:gd name="connsiteY15-418" fmla="*/ 8276 h 10000"/>
              <a:gd name="connsiteX16-419" fmla="*/ 379 w 10000"/>
              <a:gd name="connsiteY16-420" fmla="*/ 8276 h 10000"/>
              <a:gd name="connsiteX17-421" fmla="*/ 0 w 10000"/>
              <a:gd name="connsiteY17-422" fmla="*/ 8174 h 10000"/>
              <a:gd name="connsiteX18-423" fmla="*/ 0 w 10000"/>
              <a:gd name="connsiteY18-424" fmla="*/ 8174 h 10000"/>
              <a:gd name="connsiteX19-425" fmla="*/ 0 w 10000"/>
              <a:gd name="connsiteY19-426" fmla="*/ 8174 h 10000"/>
              <a:gd name="connsiteX20-427" fmla="*/ 0 w 10000"/>
              <a:gd name="connsiteY20-428" fmla="*/ 8053 h 10000"/>
              <a:gd name="connsiteX21-429" fmla="*/ 0 w 10000"/>
              <a:gd name="connsiteY21-430" fmla="*/ 8053 h 10000"/>
              <a:gd name="connsiteX22-431" fmla="*/ 0 w 10000"/>
              <a:gd name="connsiteY22-432" fmla="*/ 8053 h 10000"/>
              <a:gd name="connsiteX23-433" fmla="*/ 379 w 10000"/>
              <a:gd name="connsiteY23-434" fmla="*/ 8053 h 10000"/>
              <a:gd name="connsiteX24-435" fmla="*/ 1136 w 10000"/>
              <a:gd name="connsiteY24-436" fmla="*/ 8053 h 10000"/>
              <a:gd name="connsiteX25-437" fmla="*/ 3561 w 10000"/>
              <a:gd name="connsiteY25-438" fmla="*/ 8174 h 10000"/>
              <a:gd name="connsiteX26-439" fmla="*/ 4773 w 10000"/>
              <a:gd name="connsiteY26-440" fmla="*/ 8174 h 10000"/>
              <a:gd name="connsiteX27-441" fmla="*/ 5606 w 10000"/>
              <a:gd name="connsiteY27-442" fmla="*/ 8174 h 10000"/>
              <a:gd name="connsiteX28-443" fmla="*/ 5985 w 10000"/>
              <a:gd name="connsiteY28-444" fmla="*/ 8174 h 10000"/>
              <a:gd name="connsiteX29-445" fmla="*/ 6364 w 10000"/>
              <a:gd name="connsiteY29-446" fmla="*/ 8174 h 10000"/>
              <a:gd name="connsiteX30-447" fmla="*/ 6364 w 10000"/>
              <a:gd name="connsiteY30-448" fmla="*/ 8053 h 10000"/>
              <a:gd name="connsiteX31-449" fmla="*/ 6364 w 10000"/>
              <a:gd name="connsiteY31-450" fmla="*/ 7951 h 10000"/>
              <a:gd name="connsiteX32-451" fmla="*/ 6364 w 10000"/>
              <a:gd name="connsiteY32-452" fmla="*/ 7850 h 10000"/>
              <a:gd name="connsiteX33-453" fmla="*/ 6742 w 10000"/>
              <a:gd name="connsiteY33-454" fmla="*/ 7627 h 10000"/>
              <a:gd name="connsiteX34-455" fmla="*/ 6742 w 10000"/>
              <a:gd name="connsiteY34-456" fmla="*/ 7424 h 10000"/>
              <a:gd name="connsiteX35-457" fmla="*/ 6742 w 10000"/>
              <a:gd name="connsiteY35-458" fmla="*/ 7201 h 10000"/>
              <a:gd name="connsiteX36-459" fmla="*/ 6742 w 10000"/>
              <a:gd name="connsiteY36-460" fmla="*/ 6978 h 10000"/>
              <a:gd name="connsiteX37-461" fmla="*/ 6742 w 10000"/>
              <a:gd name="connsiteY37-462" fmla="*/ 6450 h 10000"/>
              <a:gd name="connsiteX38-463" fmla="*/ 6742 w 10000"/>
              <a:gd name="connsiteY38-464" fmla="*/ 6024 h 10000"/>
              <a:gd name="connsiteX39-465" fmla="*/ 6742 w 10000"/>
              <a:gd name="connsiteY39-466" fmla="*/ 5598 h 10000"/>
              <a:gd name="connsiteX40-467" fmla="*/ 6742 w 10000"/>
              <a:gd name="connsiteY40-468" fmla="*/ 5274 h 10000"/>
              <a:gd name="connsiteX41-469" fmla="*/ 6742 w 10000"/>
              <a:gd name="connsiteY41-470" fmla="*/ 5051 h 10000"/>
              <a:gd name="connsiteX42-471" fmla="*/ 6742 w 10000"/>
              <a:gd name="connsiteY42-472" fmla="*/ 4848 h 10000"/>
              <a:gd name="connsiteX43-473" fmla="*/ 6742 w 10000"/>
              <a:gd name="connsiteY43-474" fmla="*/ 4625 h 10000"/>
              <a:gd name="connsiteX44-475" fmla="*/ 6742 w 10000"/>
              <a:gd name="connsiteY44-476" fmla="*/ 4402 h 10000"/>
              <a:gd name="connsiteX45-477" fmla="*/ 6742 w 10000"/>
              <a:gd name="connsiteY45-478" fmla="*/ 4077 h 10000"/>
              <a:gd name="connsiteX46-479" fmla="*/ 6742 w 10000"/>
              <a:gd name="connsiteY46-480" fmla="*/ 3773 h 10000"/>
              <a:gd name="connsiteX47-481" fmla="*/ 6742 w 10000"/>
              <a:gd name="connsiteY47-482" fmla="*/ 3448 h 10000"/>
              <a:gd name="connsiteX48-483" fmla="*/ 6742 w 10000"/>
              <a:gd name="connsiteY48-484" fmla="*/ 3022 h 10000"/>
              <a:gd name="connsiteX49-485" fmla="*/ 6364 w 10000"/>
              <a:gd name="connsiteY49-486" fmla="*/ 2373 h 10000"/>
              <a:gd name="connsiteX50-487" fmla="*/ 5985 w 10000"/>
              <a:gd name="connsiteY50-488" fmla="*/ 1501 h 10000"/>
              <a:gd name="connsiteX51-489" fmla="*/ 5606 w 10000"/>
              <a:gd name="connsiteY51-490" fmla="*/ 751 h 10000"/>
              <a:gd name="connsiteX52-491" fmla="*/ 5152 w 10000"/>
              <a:gd name="connsiteY52-492" fmla="*/ 0 h 10000"/>
              <a:gd name="connsiteX53-493" fmla="*/ 5985 w 10000"/>
              <a:gd name="connsiteY53-494" fmla="*/ 223 h 10000"/>
              <a:gd name="connsiteX54-495" fmla="*/ 7197 w 10000"/>
              <a:gd name="connsiteY54-496" fmla="*/ 426 h 10000"/>
              <a:gd name="connsiteX55-497" fmla="*/ 7955 w 10000"/>
              <a:gd name="connsiteY55-498" fmla="*/ 548 h 10000"/>
              <a:gd name="connsiteX56-499" fmla="*/ 8788 w 10000"/>
              <a:gd name="connsiteY56-500" fmla="*/ 649 h 10000"/>
              <a:gd name="connsiteX57-501" fmla="*/ 9167 w 10000"/>
              <a:gd name="connsiteY57-502" fmla="*/ 751 h 10000"/>
              <a:gd name="connsiteX58-503" fmla="*/ 9545 w 10000"/>
              <a:gd name="connsiteY58-504" fmla="*/ 872 h 10000"/>
              <a:gd name="connsiteX59-505" fmla="*/ 10000 w 10000"/>
              <a:gd name="connsiteY59-506" fmla="*/ 974 h 10000"/>
              <a:gd name="connsiteX60-507" fmla="*/ 10000 w 10000"/>
              <a:gd name="connsiteY60-508" fmla="*/ 974 h 10000"/>
              <a:gd name="connsiteX61-509" fmla="*/ 10000 w 10000"/>
              <a:gd name="connsiteY61-510" fmla="*/ 1075 h 10000"/>
              <a:gd name="connsiteX62-511" fmla="*/ 10000 w 10000"/>
              <a:gd name="connsiteY62-512" fmla="*/ 1176 h 10000"/>
              <a:gd name="connsiteX63-513" fmla="*/ 10000 w 10000"/>
              <a:gd name="connsiteY63-514" fmla="*/ 1400 h 10000"/>
              <a:gd name="connsiteX64-515" fmla="*/ 10000 w 10000"/>
              <a:gd name="connsiteY64-516" fmla="*/ 1501 h 10000"/>
              <a:gd name="connsiteX65-517" fmla="*/ 9545 w 10000"/>
              <a:gd name="connsiteY65-518" fmla="*/ 1501 h 10000"/>
              <a:gd name="connsiteX66-519" fmla="*/ 9545 w 10000"/>
              <a:gd name="connsiteY66-520" fmla="*/ 1623 h 10000"/>
              <a:gd name="connsiteX67-521" fmla="*/ 9545 w 10000"/>
              <a:gd name="connsiteY67-522" fmla="*/ 1724 h 10000"/>
              <a:gd name="connsiteX68-523" fmla="*/ 9545 w 10000"/>
              <a:gd name="connsiteY68-524" fmla="*/ 1826 h 10000"/>
              <a:gd name="connsiteX69-525" fmla="*/ 9545 w 10000"/>
              <a:gd name="connsiteY69-526" fmla="*/ 2049 h 10000"/>
              <a:gd name="connsiteX70-527" fmla="*/ 9545 w 10000"/>
              <a:gd name="connsiteY70-528" fmla="*/ 2150 h 10000"/>
              <a:gd name="connsiteX71-529" fmla="*/ 9545 w 10000"/>
              <a:gd name="connsiteY71-530" fmla="*/ 2373 h 10000"/>
              <a:gd name="connsiteX72-531" fmla="*/ 9545 w 10000"/>
              <a:gd name="connsiteY72-532" fmla="*/ 2576 h 10000"/>
              <a:gd name="connsiteX73-533" fmla="*/ 9545 w 10000"/>
              <a:gd name="connsiteY73-534" fmla="*/ 2799 h 10000"/>
              <a:gd name="connsiteX74-535" fmla="*/ 9545 w 10000"/>
              <a:gd name="connsiteY74-536" fmla="*/ 3022 h 10000"/>
              <a:gd name="connsiteX75-537" fmla="*/ 9545 w 10000"/>
              <a:gd name="connsiteY75-538" fmla="*/ 3327 h 10000"/>
              <a:gd name="connsiteX76-539" fmla="*/ 9545 w 10000"/>
              <a:gd name="connsiteY76-540" fmla="*/ 3550 h 10000"/>
              <a:gd name="connsiteX77-541" fmla="*/ 9545 w 10000"/>
              <a:gd name="connsiteY77-542" fmla="*/ 3874 h 10000"/>
              <a:gd name="connsiteX78-543" fmla="*/ 9545 w 10000"/>
              <a:gd name="connsiteY78-544" fmla="*/ 4199 h 10000"/>
              <a:gd name="connsiteX79-545" fmla="*/ 9545 w 10000"/>
              <a:gd name="connsiteY79-546" fmla="*/ 4523 h 10000"/>
              <a:gd name="connsiteX80-547" fmla="*/ 9545 w 10000"/>
              <a:gd name="connsiteY80-548" fmla="*/ 4949 h 10000"/>
              <a:gd name="connsiteX81-549" fmla="*/ 9545 w 10000"/>
              <a:gd name="connsiteY81-550" fmla="*/ 5700 h 10000"/>
              <a:gd name="connsiteX82-551" fmla="*/ 9545 w 10000"/>
              <a:gd name="connsiteY82-552" fmla="*/ 6349 h 10000"/>
              <a:gd name="connsiteX83-553" fmla="*/ 9545 w 10000"/>
              <a:gd name="connsiteY83-554" fmla="*/ 6876 h 10000"/>
              <a:gd name="connsiteX84-555" fmla="*/ 9545 w 10000"/>
              <a:gd name="connsiteY84-556" fmla="*/ 7424 h 10000"/>
              <a:gd name="connsiteX85-557" fmla="*/ 9545 w 10000"/>
              <a:gd name="connsiteY85-558" fmla="*/ 7850 h 10000"/>
              <a:gd name="connsiteX86-559" fmla="*/ 9545 w 10000"/>
              <a:gd name="connsiteY86-560" fmla="*/ 8174 h 10000"/>
              <a:gd name="connsiteX87-561" fmla="*/ 9545 w 10000"/>
              <a:gd name="connsiteY87-562" fmla="*/ 8499 h 10000"/>
              <a:gd name="connsiteX88-563" fmla="*/ 9545 w 10000"/>
              <a:gd name="connsiteY88-564" fmla="*/ 8600 h 10000"/>
              <a:gd name="connsiteX89-565" fmla="*/ 9545 w 10000"/>
              <a:gd name="connsiteY89-566" fmla="*/ 8702 h 10000"/>
              <a:gd name="connsiteX90-567" fmla="*/ 9167 w 10000"/>
              <a:gd name="connsiteY90-568" fmla="*/ 9026 h 10000"/>
              <a:gd name="connsiteX91-569" fmla="*/ 8788 w 10000"/>
              <a:gd name="connsiteY91-570" fmla="*/ 9249 h 10000"/>
              <a:gd name="connsiteX92-571" fmla="*/ 8333 w 10000"/>
              <a:gd name="connsiteY92-572" fmla="*/ 9554 h 10000"/>
              <a:gd name="connsiteX93-573" fmla="*/ 7576 w 10000"/>
              <a:gd name="connsiteY93-574" fmla="*/ 9675 h 10000"/>
              <a:gd name="connsiteX94-575" fmla="*/ 7576 w 10000"/>
              <a:gd name="connsiteY94-576" fmla="*/ 9675 h 10000"/>
              <a:gd name="connsiteX0-577" fmla="*/ 7576 w 10000"/>
              <a:gd name="connsiteY0-578" fmla="*/ 9675 h 10000"/>
              <a:gd name="connsiteX1-579" fmla="*/ 7197 w 10000"/>
              <a:gd name="connsiteY1-580" fmla="*/ 9878 h 10000"/>
              <a:gd name="connsiteX2-581" fmla="*/ 6742 w 10000"/>
              <a:gd name="connsiteY2-582" fmla="*/ 10000 h 10000"/>
              <a:gd name="connsiteX3-583" fmla="*/ 6364 w 10000"/>
              <a:gd name="connsiteY3-584" fmla="*/ 10000 h 10000"/>
              <a:gd name="connsiteX4-585" fmla="*/ 5606 w 10000"/>
              <a:gd name="connsiteY4-586" fmla="*/ 10000 h 10000"/>
              <a:gd name="connsiteX5-587" fmla="*/ 5606 w 10000"/>
              <a:gd name="connsiteY5-588" fmla="*/ 10000 h 10000"/>
              <a:gd name="connsiteX6-589" fmla="*/ 5152 w 10000"/>
              <a:gd name="connsiteY6-590" fmla="*/ 9878 h 10000"/>
              <a:gd name="connsiteX7-591" fmla="*/ 4773 w 10000"/>
              <a:gd name="connsiteY7-592" fmla="*/ 9777 h 10000"/>
              <a:gd name="connsiteX8-593" fmla="*/ 4773 w 10000"/>
              <a:gd name="connsiteY8-594" fmla="*/ 9554 h 10000"/>
              <a:gd name="connsiteX9-595" fmla="*/ 4394 w 10000"/>
              <a:gd name="connsiteY9-596" fmla="*/ 9351 h 10000"/>
              <a:gd name="connsiteX10-597" fmla="*/ 3939 w 10000"/>
              <a:gd name="connsiteY10-598" fmla="*/ 9128 h 10000"/>
              <a:gd name="connsiteX11-599" fmla="*/ 3182 w 10000"/>
              <a:gd name="connsiteY11-600" fmla="*/ 8803 h 10000"/>
              <a:gd name="connsiteX12-601" fmla="*/ 2348 w 10000"/>
              <a:gd name="connsiteY12-602" fmla="*/ 8600 h 10000"/>
              <a:gd name="connsiteX13-603" fmla="*/ 1591 w 10000"/>
              <a:gd name="connsiteY13-604" fmla="*/ 8499 h 10000"/>
              <a:gd name="connsiteX14-605" fmla="*/ 1136 w 10000"/>
              <a:gd name="connsiteY14-606" fmla="*/ 8377 h 10000"/>
              <a:gd name="connsiteX15-607" fmla="*/ 758 w 10000"/>
              <a:gd name="connsiteY15-608" fmla="*/ 8276 h 10000"/>
              <a:gd name="connsiteX16-609" fmla="*/ 379 w 10000"/>
              <a:gd name="connsiteY16-610" fmla="*/ 8276 h 10000"/>
              <a:gd name="connsiteX17-611" fmla="*/ 0 w 10000"/>
              <a:gd name="connsiteY17-612" fmla="*/ 8174 h 10000"/>
              <a:gd name="connsiteX18-613" fmla="*/ 0 w 10000"/>
              <a:gd name="connsiteY18-614" fmla="*/ 8174 h 10000"/>
              <a:gd name="connsiteX19-615" fmla="*/ 0 w 10000"/>
              <a:gd name="connsiteY19-616" fmla="*/ 8174 h 10000"/>
              <a:gd name="connsiteX20-617" fmla="*/ 0 w 10000"/>
              <a:gd name="connsiteY20-618" fmla="*/ 8053 h 10000"/>
              <a:gd name="connsiteX21-619" fmla="*/ 0 w 10000"/>
              <a:gd name="connsiteY21-620" fmla="*/ 8053 h 10000"/>
              <a:gd name="connsiteX22-621" fmla="*/ 0 w 10000"/>
              <a:gd name="connsiteY22-622" fmla="*/ 8053 h 10000"/>
              <a:gd name="connsiteX23-623" fmla="*/ 1136 w 10000"/>
              <a:gd name="connsiteY23-624" fmla="*/ 8053 h 10000"/>
              <a:gd name="connsiteX24-625" fmla="*/ 3561 w 10000"/>
              <a:gd name="connsiteY24-626" fmla="*/ 8174 h 10000"/>
              <a:gd name="connsiteX25-627" fmla="*/ 4773 w 10000"/>
              <a:gd name="connsiteY25-628" fmla="*/ 8174 h 10000"/>
              <a:gd name="connsiteX26-629" fmla="*/ 5606 w 10000"/>
              <a:gd name="connsiteY26-630" fmla="*/ 8174 h 10000"/>
              <a:gd name="connsiteX27-631" fmla="*/ 5985 w 10000"/>
              <a:gd name="connsiteY27-632" fmla="*/ 8174 h 10000"/>
              <a:gd name="connsiteX28-633" fmla="*/ 6364 w 10000"/>
              <a:gd name="connsiteY28-634" fmla="*/ 8174 h 10000"/>
              <a:gd name="connsiteX29-635" fmla="*/ 6364 w 10000"/>
              <a:gd name="connsiteY29-636" fmla="*/ 8053 h 10000"/>
              <a:gd name="connsiteX30-637" fmla="*/ 6364 w 10000"/>
              <a:gd name="connsiteY30-638" fmla="*/ 7951 h 10000"/>
              <a:gd name="connsiteX31-639" fmla="*/ 6364 w 10000"/>
              <a:gd name="connsiteY31-640" fmla="*/ 7850 h 10000"/>
              <a:gd name="connsiteX32-641" fmla="*/ 6742 w 10000"/>
              <a:gd name="connsiteY32-642" fmla="*/ 7627 h 10000"/>
              <a:gd name="connsiteX33-643" fmla="*/ 6742 w 10000"/>
              <a:gd name="connsiteY33-644" fmla="*/ 7424 h 10000"/>
              <a:gd name="connsiteX34-645" fmla="*/ 6742 w 10000"/>
              <a:gd name="connsiteY34-646" fmla="*/ 7201 h 10000"/>
              <a:gd name="connsiteX35-647" fmla="*/ 6742 w 10000"/>
              <a:gd name="connsiteY35-648" fmla="*/ 6978 h 10000"/>
              <a:gd name="connsiteX36-649" fmla="*/ 6742 w 10000"/>
              <a:gd name="connsiteY36-650" fmla="*/ 6450 h 10000"/>
              <a:gd name="connsiteX37-651" fmla="*/ 6742 w 10000"/>
              <a:gd name="connsiteY37-652" fmla="*/ 6024 h 10000"/>
              <a:gd name="connsiteX38-653" fmla="*/ 6742 w 10000"/>
              <a:gd name="connsiteY38-654" fmla="*/ 5598 h 10000"/>
              <a:gd name="connsiteX39-655" fmla="*/ 6742 w 10000"/>
              <a:gd name="connsiteY39-656" fmla="*/ 5274 h 10000"/>
              <a:gd name="connsiteX40-657" fmla="*/ 6742 w 10000"/>
              <a:gd name="connsiteY40-658" fmla="*/ 5051 h 10000"/>
              <a:gd name="connsiteX41-659" fmla="*/ 6742 w 10000"/>
              <a:gd name="connsiteY41-660" fmla="*/ 4848 h 10000"/>
              <a:gd name="connsiteX42-661" fmla="*/ 6742 w 10000"/>
              <a:gd name="connsiteY42-662" fmla="*/ 4625 h 10000"/>
              <a:gd name="connsiteX43-663" fmla="*/ 6742 w 10000"/>
              <a:gd name="connsiteY43-664" fmla="*/ 4402 h 10000"/>
              <a:gd name="connsiteX44-665" fmla="*/ 6742 w 10000"/>
              <a:gd name="connsiteY44-666" fmla="*/ 4077 h 10000"/>
              <a:gd name="connsiteX45-667" fmla="*/ 6742 w 10000"/>
              <a:gd name="connsiteY45-668" fmla="*/ 3773 h 10000"/>
              <a:gd name="connsiteX46-669" fmla="*/ 6742 w 10000"/>
              <a:gd name="connsiteY46-670" fmla="*/ 3448 h 10000"/>
              <a:gd name="connsiteX47-671" fmla="*/ 6742 w 10000"/>
              <a:gd name="connsiteY47-672" fmla="*/ 3022 h 10000"/>
              <a:gd name="connsiteX48-673" fmla="*/ 6364 w 10000"/>
              <a:gd name="connsiteY48-674" fmla="*/ 2373 h 10000"/>
              <a:gd name="connsiteX49-675" fmla="*/ 5985 w 10000"/>
              <a:gd name="connsiteY49-676" fmla="*/ 1501 h 10000"/>
              <a:gd name="connsiteX50-677" fmla="*/ 5606 w 10000"/>
              <a:gd name="connsiteY50-678" fmla="*/ 751 h 10000"/>
              <a:gd name="connsiteX51-679" fmla="*/ 5152 w 10000"/>
              <a:gd name="connsiteY51-680" fmla="*/ 0 h 10000"/>
              <a:gd name="connsiteX52-681" fmla="*/ 5985 w 10000"/>
              <a:gd name="connsiteY52-682" fmla="*/ 223 h 10000"/>
              <a:gd name="connsiteX53-683" fmla="*/ 7197 w 10000"/>
              <a:gd name="connsiteY53-684" fmla="*/ 426 h 10000"/>
              <a:gd name="connsiteX54-685" fmla="*/ 7955 w 10000"/>
              <a:gd name="connsiteY54-686" fmla="*/ 548 h 10000"/>
              <a:gd name="connsiteX55-687" fmla="*/ 8788 w 10000"/>
              <a:gd name="connsiteY55-688" fmla="*/ 649 h 10000"/>
              <a:gd name="connsiteX56-689" fmla="*/ 9167 w 10000"/>
              <a:gd name="connsiteY56-690" fmla="*/ 751 h 10000"/>
              <a:gd name="connsiteX57-691" fmla="*/ 9545 w 10000"/>
              <a:gd name="connsiteY57-692" fmla="*/ 872 h 10000"/>
              <a:gd name="connsiteX58-693" fmla="*/ 10000 w 10000"/>
              <a:gd name="connsiteY58-694" fmla="*/ 974 h 10000"/>
              <a:gd name="connsiteX59-695" fmla="*/ 10000 w 10000"/>
              <a:gd name="connsiteY59-696" fmla="*/ 974 h 10000"/>
              <a:gd name="connsiteX60-697" fmla="*/ 10000 w 10000"/>
              <a:gd name="connsiteY60-698" fmla="*/ 1075 h 10000"/>
              <a:gd name="connsiteX61-699" fmla="*/ 10000 w 10000"/>
              <a:gd name="connsiteY61-700" fmla="*/ 1176 h 10000"/>
              <a:gd name="connsiteX62-701" fmla="*/ 10000 w 10000"/>
              <a:gd name="connsiteY62-702" fmla="*/ 1400 h 10000"/>
              <a:gd name="connsiteX63-703" fmla="*/ 10000 w 10000"/>
              <a:gd name="connsiteY63-704" fmla="*/ 1501 h 10000"/>
              <a:gd name="connsiteX64-705" fmla="*/ 9545 w 10000"/>
              <a:gd name="connsiteY64-706" fmla="*/ 1501 h 10000"/>
              <a:gd name="connsiteX65-707" fmla="*/ 9545 w 10000"/>
              <a:gd name="connsiteY65-708" fmla="*/ 1623 h 10000"/>
              <a:gd name="connsiteX66-709" fmla="*/ 9545 w 10000"/>
              <a:gd name="connsiteY66-710" fmla="*/ 1724 h 10000"/>
              <a:gd name="connsiteX67-711" fmla="*/ 9545 w 10000"/>
              <a:gd name="connsiteY67-712" fmla="*/ 1826 h 10000"/>
              <a:gd name="connsiteX68-713" fmla="*/ 9545 w 10000"/>
              <a:gd name="connsiteY68-714" fmla="*/ 2049 h 10000"/>
              <a:gd name="connsiteX69-715" fmla="*/ 9545 w 10000"/>
              <a:gd name="connsiteY69-716" fmla="*/ 2150 h 10000"/>
              <a:gd name="connsiteX70-717" fmla="*/ 9545 w 10000"/>
              <a:gd name="connsiteY70-718" fmla="*/ 2373 h 10000"/>
              <a:gd name="connsiteX71-719" fmla="*/ 9545 w 10000"/>
              <a:gd name="connsiteY71-720" fmla="*/ 2576 h 10000"/>
              <a:gd name="connsiteX72-721" fmla="*/ 9545 w 10000"/>
              <a:gd name="connsiteY72-722" fmla="*/ 2799 h 10000"/>
              <a:gd name="connsiteX73-723" fmla="*/ 9545 w 10000"/>
              <a:gd name="connsiteY73-724" fmla="*/ 3022 h 10000"/>
              <a:gd name="connsiteX74-725" fmla="*/ 9545 w 10000"/>
              <a:gd name="connsiteY74-726" fmla="*/ 3327 h 10000"/>
              <a:gd name="connsiteX75-727" fmla="*/ 9545 w 10000"/>
              <a:gd name="connsiteY75-728" fmla="*/ 3550 h 10000"/>
              <a:gd name="connsiteX76-729" fmla="*/ 9545 w 10000"/>
              <a:gd name="connsiteY76-730" fmla="*/ 3874 h 10000"/>
              <a:gd name="connsiteX77-731" fmla="*/ 9545 w 10000"/>
              <a:gd name="connsiteY77-732" fmla="*/ 4199 h 10000"/>
              <a:gd name="connsiteX78-733" fmla="*/ 9545 w 10000"/>
              <a:gd name="connsiteY78-734" fmla="*/ 4523 h 10000"/>
              <a:gd name="connsiteX79-735" fmla="*/ 9545 w 10000"/>
              <a:gd name="connsiteY79-736" fmla="*/ 4949 h 10000"/>
              <a:gd name="connsiteX80-737" fmla="*/ 9545 w 10000"/>
              <a:gd name="connsiteY80-738" fmla="*/ 5700 h 10000"/>
              <a:gd name="connsiteX81-739" fmla="*/ 9545 w 10000"/>
              <a:gd name="connsiteY81-740" fmla="*/ 6349 h 10000"/>
              <a:gd name="connsiteX82-741" fmla="*/ 9545 w 10000"/>
              <a:gd name="connsiteY82-742" fmla="*/ 6876 h 10000"/>
              <a:gd name="connsiteX83-743" fmla="*/ 9545 w 10000"/>
              <a:gd name="connsiteY83-744" fmla="*/ 7424 h 10000"/>
              <a:gd name="connsiteX84-745" fmla="*/ 9545 w 10000"/>
              <a:gd name="connsiteY84-746" fmla="*/ 7850 h 10000"/>
              <a:gd name="connsiteX85-747" fmla="*/ 9545 w 10000"/>
              <a:gd name="connsiteY85-748" fmla="*/ 8174 h 10000"/>
              <a:gd name="connsiteX86-749" fmla="*/ 9545 w 10000"/>
              <a:gd name="connsiteY86-750" fmla="*/ 8499 h 10000"/>
              <a:gd name="connsiteX87-751" fmla="*/ 9545 w 10000"/>
              <a:gd name="connsiteY87-752" fmla="*/ 8600 h 10000"/>
              <a:gd name="connsiteX88-753" fmla="*/ 9545 w 10000"/>
              <a:gd name="connsiteY88-754" fmla="*/ 8702 h 10000"/>
              <a:gd name="connsiteX89-755" fmla="*/ 9167 w 10000"/>
              <a:gd name="connsiteY89-756" fmla="*/ 9026 h 10000"/>
              <a:gd name="connsiteX90-757" fmla="*/ 8788 w 10000"/>
              <a:gd name="connsiteY90-758" fmla="*/ 9249 h 10000"/>
              <a:gd name="connsiteX91-759" fmla="*/ 8333 w 10000"/>
              <a:gd name="connsiteY91-760" fmla="*/ 9554 h 10000"/>
              <a:gd name="connsiteX92-761" fmla="*/ 7576 w 10000"/>
              <a:gd name="connsiteY92-762" fmla="*/ 9675 h 10000"/>
              <a:gd name="connsiteX93-763" fmla="*/ 7576 w 10000"/>
              <a:gd name="connsiteY93-764" fmla="*/ 9675 h 10000"/>
              <a:gd name="connsiteX0-765" fmla="*/ 7576 w 10000"/>
              <a:gd name="connsiteY0-766" fmla="*/ 9675 h 10000"/>
              <a:gd name="connsiteX1-767" fmla="*/ 7197 w 10000"/>
              <a:gd name="connsiteY1-768" fmla="*/ 9878 h 10000"/>
              <a:gd name="connsiteX2-769" fmla="*/ 6742 w 10000"/>
              <a:gd name="connsiteY2-770" fmla="*/ 10000 h 10000"/>
              <a:gd name="connsiteX3-771" fmla="*/ 6364 w 10000"/>
              <a:gd name="connsiteY3-772" fmla="*/ 10000 h 10000"/>
              <a:gd name="connsiteX4-773" fmla="*/ 5606 w 10000"/>
              <a:gd name="connsiteY4-774" fmla="*/ 10000 h 10000"/>
              <a:gd name="connsiteX5-775" fmla="*/ 5606 w 10000"/>
              <a:gd name="connsiteY5-776" fmla="*/ 10000 h 10000"/>
              <a:gd name="connsiteX6-777" fmla="*/ 5152 w 10000"/>
              <a:gd name="connsiteY6-778" fmla="*/ 9878 h 10000"/>
              <a:gd name="connsiteX7-779" fmla="*/ 4773 w 10000"/>
              <a:gd name="connsiteY7-780" fmla="*/ 9777 h 10000"/>
              <a:gd name="connsiteX8-781" fmla="*/ 4773 w 10000"/>
              <a:gd name="connsiteY8-782" fmla="*/ 9554 h 10000"/>
              <a:gd name="connsiteX9-783" fmla="*/ 4394 w 10000"/>
              <a:gd name="connsiteY9-784" fmla="*/ 9351 h 10000"/>
              <a:gd name="connsiteX10-785" fmla="*/ 3939 w 10000"/>
              <a:gd name="connsiteY10-786" fmla="*/ 9128 h 10000"/>
              <a:gd name="connsiteX11-787" fmla="*/ 3182 w 10000"/>
              <a:gd name="connsiteY11-788" fmla="*/ 8803 h 10000"/>
              <a:gd name="connsiteX12-789" fmla="*/ 2348 w 10000"/>
              <a:gd name="connsiteY12-790" fmla="*/ 8600 h 10000"/>
              <a:gd name="connsiteX13-791" fmla="*/ 1591 w 10000"/>
              <a:gd name="connsiteY13-792" fmla="*/ 8499 h 10000"/>
              <a:gd name="connsiteX14-793" fmla="*/ 1136 w 10000"/>
              <a:gd name="connsiteY14-794" fmla="*/ 8377 h 10000"/>
              <a:gd name="connsiteX15-795" fmla="*/ 758 w 10000"/>
              <a:gd name="connsiteY15-796" fmla="*/ 8276 h 10000"/>
              <a:gd name="connsiteX16-797" fmla="*/ 379 w 10000"/>
              <a:gd name="connsiteY16-798" fmla="*/ 8276 h 10000"/>
              <a:gd name="connsiteX17-799" fmla="*/ 0 w 10000"/>
              <a:gd name="connsiteY17-800" fmla="*/ 8174 h 10000"/>
              <a:gd name="connsiteX18-801" fmla="*/ 0 w 10000"/>
              <a:gd name="connsiteY18-802" fmla="*/ 8174 h 10000"/>
              <a:gd name="connsiteX19-803" fmla="*/ 0 w 10000"/>
              <a:gd name="connsiteY19-804" fmla="*/ 8174 h 10000"/>
              <a:gd name="connsiteX20-805" fmla="*/ 0 w 10000"/>
              <a:gd name="connsiteY20-806" fmla="*/ 8053 h 10000"/>
              <a:gd name="connsiteX21-807" fmla="*/ 0 w 10000"/>
              <a:gd name="connsiteY21-808" fmla="*/ 8053 h 10000"/>
              <a:gd name="connsiteX22-809" fmla="*/ 1136 w 10000"/>
              <a:gd name="connsiteY22-810" fmla="*/ 8053 h 10000"/>
              <a:gd name="connsiteX23-811" fmla="*/ 3561 w 10000"/>
              <a:gd name="connsiteY23-812" fmla="*/ 8174 h 10000"/>
              <a:gd name="connsiteX24-813" fmla="*/ 4773 w 10000"/>
              <a:gd name="connsiteY24-814" fmla="*/ 8174 h 10000"/>
              <a:gd name="connsiteX25-815" fmla="*/ 5606 w 10000"/>
              <a:gd name="connsiteY25-816" fmla="*/ 8174 h 10000"/>
              <a:gd name="connsiteX26-817" fmla="*/ 5985 w 10000"/>
              <a:gd name="connsiteY26-818" fmla="*/ 8174 h 10000"/>
              <a:gd name="connsiteX27-819" fmla="*/ 6364 w 10000"/>
              <a:gd name="connsiteY27-820" fmla="*/ 8174 h 10000"/>
              <a:gd name="connsiteX28-821" fmla="*/ 6364 w 10000"/>
              <a:gd name="connsiteY28-822" fmla="*/ 8053 h 10000"/>
              <a:gd name="connsiteX29-823" fmla="*/ 6364 w 10000"/>
              <a:gd name="connsiteY29-824" fmla="*/ 7951 h 10000"/>
              <a:gd name="connsiteX30-825" fmla="*/ 6364 w 10000"/>
              <a:gd name="connsiteY30-826" fmla="*/ 7850 h 10000"/>
              <a:gd name="connsiteX31-827" fmla="*/ 6742 w 10000"/>
              <a:gd name="connsiteY31-828" fmla="*/ 7627 h 10000"/>
              <a:gd name="connsiteX32-829" fmla="*/ 6742 w 10000"/>
              <a:gd name="connsiteY32-830" fmla="*/ 7424 h 10000"/>
              <a:gd name="connsiteX33-831" fmla="*/ 6742 w 10000"/>
              <a:gd name="connsiteY33-832" fmla="*/ 7201 h 10000"/>
              <a:gd name="connsiteX34-833" fmla="*/ 6742 w 10000"/>
              <a:gd name="connsiteY34-834" fmla="*/ 6978 h 10000"/>
              <a:gd name="connsiteX35-835" fmla="*/ 6742 w 10000"/>
              <a:gd name="connsiteY35-836" fmla="*/ 6450 h 10000"/>
              <a:gd name="connsiteX36-837" fmla="*/ 6742 w 10000"/>
              <a:gd name="connsiteY36-838" fmla="*/ 6024 h 10000"/>
              <a:gd name="connsiteX37-839" fmla="*/ 6742 w 10000"/>
              <a:gd name="connsiteY37-840" fmla="*/ 5598 h 10000"/>
              <a:gd name="connsiteX38-841" fmla="*/ 6742 w 10000"/>
              <a:gd name="connsiteY38-842" fmla="*/ 5274 h 10000"/>
              <a:gd name="connsiteX39-843" fmla="*/ 6742 w 10000"/>
              <a:gd name="connsiteY39-844" fmla="*/ 5051 h 10000"/>
              <a:gd name="connsiteX40-845" fmla="*/ 6742 w 10000"/>
              <a:gd name="connsiteY40-846" fmla="*/ 4848 h 10000"/>
              <a:gd name="connsiteX41-847" fmla="*/ 6742 w 10000"/>
              <a:gd name="connsiteY41-848" fmla="*/ 4625 h 10000"/>
              <a:gd name="connsiteX42-849" fmla="*/ 6742 w 10000"/>
              <a:gd name="connsiteY42-850" fmla="*/ 4402 h 10000"/>
              <a:gd name="connsiteX43-851" fmla="*/ 6742 w 10000"/>
              <a:gd name="connsiteY43-852" fmla="*/ 4077 h 10000"/>
              <a:gd name="connsiteX44-853" fmla="*/ 6742 w 10000"/>
              <a:gd name="connsiteY44-854" fmla="*/ 3773 h 10000"/>
              <a:gd name="connsiteX45-855" fmla="*/ 6742 w 10000"/>
              <a:gd name="connsiteY45-856" fmla="*/ 3448 h 10000"/>
              <a:gd name="connsiteX46-857" fmla="*/ 6742 w 10000"/>
              <a:gd name="connsiteY46-858" fmla="*/ 3022 h 10000"/>
              <a:gd name="connsiteX47-859" fmla="*/ 6364 w 10000"/>
              <a:gd name="connsiteY47-860" fmla="*/ 2373 h 10000"/>
              <a:gd name="connsiteX48-861" fmla="*/ 5985 w 10000"/>
              <a:gd name="connsiteY48-862" fmla="*/ 1501 h 10000"/>
              <a:gd name="connsiteX49-863" fmla="*/ 5606 w 10000"/>
              <a:gd name="connsiteY49-864" fmla="*/ 751 h 10000"/>
              <a:gd name="connsiteX50-865" fmla="*/ 5152 w 10000"/>
              <a:gd name="connsiteY50-866" fmla="*/ 0 h 10000"/>
              <a:gd name="connsiteX51-867" fmla="*/ 5985 w 10000"/>
              <a:gd name="connsiteY51-868" fmla="*/ 223 h 10000"/>
              <a:gd name="connsiteX52-869" fmla="*/ 7197 w 10000"/>
              <a:gd name="connsiteY52-870" fmla="*/ 426 h 10000"/>
              <a:gd name="connsiteX53-871" fmla="*/ 7955 w 10000"/>
              <a:gd name="connsiteY53-872" fmla="*/ 548 h 10000"/>
              <a:gd name="connsiteX54-873" fmla="*/ 8788 w 10000"/>
              <a:gd name="connsiteY54-874" fmla="*/ 649 h 10000"/>
              <a:gd name="connsiteX55-875" fmla="*/ 9167 w 10000"/>
              <a:gd name="connsiteY55-876" fmla="*/ 751 h 10000"/>
              <a:gd name="connsiteX56-877" fmla="*/ 9545 w 10000"/>
              <a:gd name="connsiteY56-878" fmla="*/ 872 h 10000"/>
              <a:gd name="connsiteX57-879" fmla="*/ 10000 w 10000"/>
              <a:gd name="connsiteY57-880" fmla="*/ 974 h 10000"/>
              <a:gd name="connsiteX58-881" fmla="*/ 10000 w 10000"/>
              <a:gd name="connsiteY58-882" fmla="*/ 974 h 10000"/>
              <a:gd name="connsiteX59-883" fmla="*/ 10000 w 10000"/>
              <a:gd name="connsiteY59-884" fmla="*/ 1075 h 10000"/>
              <a:gd name="connsiteX60-885" fmla="*/ 10000 w 10000"/>
              <a:gd name="connsiteY60-886" fmla="*/ 1176 h 10000"/>
              <a:gd name="connsiteX61-887" fmla="*/ 10000 w 10000"/>
              <a:gd name="connsiteY61-888" fmla="*/ 1400 h 10000"/>
              <a:gd name="connsiteX62-889" fmla="*/ 10000 w 10000"/>
              <a:gd name="connsiteY62-890" fmla="*/ 1501 h 10000"/>
              <a:gd name="connsiteX63-891" fmla="*/ 9545 w 10000"/>
              <a:gd name="connsiteY63-892" fmla="*/ 1501 h 10000"/>
              <a:gd name="connsiteX64-893" fmla="*/ 9545 w 10000"/>
              <a:gd name="connsiteY64-894" fmla="*/ 1623 h 10000"/>
              <a:gd name="connsiteX65-895" fmla="*/ 9545 w 10000"/>
              <a:gd name="connsiteY65-896" fmla="*/ 1724 h 10000"/>
              <a:gd name="connsiteX66-897" fmla="*/ 9545 w 10000"/>
              <a:gd name="connsiteY66-898" fmla="*/ 1826 h 10000"/>
              <a:gd name="connsiteX67-899" fmla="*/ 9545 w 10000"/>
              <a:gd name="connsiteY67-900" fmla="*/ 2049 h 10000"/>
              <a:gd name="connsiteX68-901" fmla="*/ 9545 w 10000"/>
              <a:gd name="connsiteY68-902" fmla="*/ 2150 h 10000"/>
              <a:gd name="connsiteX69-903" fmla="*/ 9545 w 10000"/>
              <a:gd name="connsiteY69-904" fmla="*/ 2373 h 10000"/>
              <a:gd name="connsiteX70-905" fmla="*/ 9545 w 10000"/>
              <a:gd name="connsiteY70-906" fmla="*/ 2576 h 10000"/>
              <a:gd name="connsiteX71-907" fmla="*/ 9545 w 10000"/>
              <a:gd name="connsiteY71-908" fmla="*/ 2799 h 10000"/>
              <a:gd name="connsiteX72-909" fmla="*/ 9545 w 10000"/>
              <a:gd name="connsiteY72-910" fmla="*/ 3022 h 10000"/>
              <a:gd name="connsiteX73-911" fmla="*/ 9545 w 10000"/>
              <a:gd name="connsiteY73-912" fmla="*/ 3327 h 10000"/>
              <a:gd name="connsiteX74-913" fmla="*/ 9545 w 10000"/>
              <a:gd name="connsiteY74-914" fmla="*/ 3550 h 10000"/>
              <a:gd name="connsiteX75-915" fmla="*/ 9545 w 10000"/>
              <a:gd name="connsiteY75-916" fmla="*/ 3874 h 10000"/>
              <a:gd name="connsiteX76-917" fmla="*/ 9545 w 10000"/>
              <a:gd name="connsiteY76-918" fmla="*/ 4199 h 10000"/>
              <a:gd name="connsiteX77-919" fmla="*/ 9545 w 10000"/>
              <a:gd name="connsiteY77-920" fmla="*/ 4523 h 10000"/>
              <a:gd name="connsiteX78-921" fmla="*/ 9545 w 10000"/>
              <a:gd name="connsiteY78-922" fmla="*/ 4949 h 10000"/>
              <a:gd name="connsiteX79-923" fmla="*/ 9545 w 10000"/>
              <a:gd name="connsiteY79-924" fmla="*/ 5700 h 10000"/>
              <a:gd name="connsiteX80-925" fmla="*/ 9545 w 10000"/>
              <a:gd name="connsiteY80-926" fmla="*/ 6349 h 10000"/>
              <a:gd name="connsiteX81-927" fmla="*/ 9545 w 10000"/>
              <a:gd name="connsiteY81-928" fmla="*/ 6876 h 10000"/>
              <a:gd name="connsiteX82-929" fmla="*/ 9545 w 10000"/>
              <a:gd name="connsiteY82-930" fmla="*/ 7424 h 10000"/>
              <a:gd name="connsiteX83-931" fmla="*/ 9545 w 10000"/>
              <a:gd name="connsiteY83-932" fmla="*/ 7850 h 10000"/>
              <a:gd name="connsiteX84-933" fmla="*/ 9545 w 10000"/>
              <a:gd name="connsiteY84-934" fmla="*/ 8174 h 10000"/>
              <a:gd name="connsiteX85-935" fmla="*/ 9545 w 10000"/>
              <a:gd name="connsiteY85-936" fmla="*/ 8499 h 10000"/>
              <a:gd name="connsiteX86-937" fmla="*/ 9545 w 10000"/>
              <a:gd name="connsiteY86-938" fmla="*/ 8600 h 10000"/>
              <a:gd name="connsiteX87-939" fmla="*/ 9545 w 10000"/>
              <a:gd name="connsiteY87-940" fmla="*/ 8702 h 10000"/>
              <a:gd name="connsiteX88-941" fmla="*/ 9167 w 10000"/>
              <a:gd name="connsiteY88-942" fmla="*/ 9026 h 10000"/>
              <a:gd name="connsiteX89-943" fmla="*/ 8788 w 10000"/>
              <a:gd name="connsiteY89-944" fmla="*/ 9249 h 10000"/>
              <a:gd name="connsiteX90-945" fmla="*/ 8333 w 10000"/>
              <a:gd name="connsiteY90-946" fmla="*/ 9554 h 10000"/>
              <a:gd name="connsiteX91-947" fmla="*/ 7576 w 10000"/>
              <a:gd name="connsiteY91-948" fmla="*/ 9675 h 10000"/>
              <a:gd name="connsiteX92-949" fmla="*/ 7576 w 10000"/>
              <a:gd name="connsiteY92-950" fmla="*/ 9675 h 10000"/>
              <a:gd name="connsiteX0-951" fmla="*/ 7576 w 10000"/>
              <a:gd name="connsiteY0-952" fmla="*/ 9675 h 10000"/>
              <a:gd name="connsiteX1-953" fmla="*/ 7197 w 10000"/>
              <a:gd name="connsiteY1-954" fmla="*/ 9878 h 10000"/>
              <a:gd name="connsiteX2-955" fmla="*/ 6742 w 10000"/>
              <a:gd name="connsiteY2-956" fmla="*/ 10000 h 10000"/>
              <a:gd name="connsiteX3-957" fmla="*/ 6364 w 10000"/>
              <a:gd name="connsiteY3-958" fmla="*/ 10000 h 10000"/>
              <a:gd name="connsiteX4-959" fmla="*/ 5606 w 10000"/>
              <a:gd name="connsiteY4-960" fmla="*/ 10000 h 10000"/>
              <a:gd name="connsiteX5-961" fmla="*/ 5606 w 10000"/>
              <a:gd name="connsiteY5-962" fmla="*/ 10000 h 10000"/>
              <a:gd name="connsiteX6-963" fmla="*/ 5152 w 10000"/>
              <a:gd name="connsiteY6-964" fmla="*/ 9878 h 10000"/>
              <a:gd name="connsiteX7-965" fmla="*/ 4773 w 10000"/>
              <a:gd name="connsiteY7-966" fmla="*/ 9777 h 10000"/>
              <a:gd name="connsiteX8-967" fmla="*/ 4773 w 10000"/>
              <a:gd name="connsiteY8-968" fmla="*/ 9554 h 10000"/>
              <a:gd name="connsiteX9-969" fmla="*/ 4394 w 10000"/>
              <a:gd name="connsiteY9-970" fmla="*/ 9351 h 10000"/>
              <a:gd name="connsiteX10-971" fmla="*/ 3939 w 10000"/>
              <a:gd name="connsiteY10-972" fmla="*/ 9128 h 10000"/>
              <a:gd name="connsiteX11-973" fmla="*/ 3182 w 10000"/>
              <a:gd name="connsiteY11-974" fmla="*/ 8803 h 10000"/>
              <a:gd name="connsiteX12-975" fmla="*/ 2348 w 10000"/>
              <a:gd name="connsiteY12-976" fmla="*/ 8600 h 10000"/>
              <a:gd name="connsiteX13-977" fmla="*/ 1591 w 10000"/>
              <a:gd name="connsiteY13-978" fmla="*/ 8499 h 10000"/>
              <a:gd name="connsiteX14-979" fmla="*/ 1136 w 10000"/>
              <a:gd name="connsiteY14-980" fmla="*/ 8377 h 10000"/>
              <a:gd name="connsiteX15-981" fmla="*/ 758 w 10000"/>
              <a:gd name="connsiteY15-982" fmla="*/ 8276 h 10000"/>
              <a:gd name="connsiteX16-983" fmla="*/ 379 w 10000"/>
              <a:gd name="connsiteY16-984" fmla="*/ 8276 h 10000"/>
              <a:gd name="connsiteX17-985" fmla="*/ 0 w 10000"/>
              <a:gd name="connsiteY17-986" fmla="*/ 8174 h 10000"/>
              <a:gd name="connsiteX18-987" fmla="*/ 0 w 10000"/>
              <a:gd name="connsiteY18-988" fmla="*/ 8174 h 10000"/>
              <a:gd name="connsiteX19-989" fmla="*/ 0 w 10000"/>
              <a:gd name="connsiteY19-990" fmla="*/ 8174 h 10000"/>
              <a:gd name="connsiteX20-991" fmla="*/ 0 w 10000"/>
              <a:gd name="connsiteY20-992" fmla="*/ 8053 h 10000"/>
              <a:gd name="connsiteX21-993" fmla="*/ 0 w 10000"/>
              <a:gd name="connsiteY21-994" fmla="*/ 8053 h 10000"/>
              <a:gd name="connsiteX22-995" fmla="*/ 3561 w 10000"/>
              <a:gd name="connsiteY22-996" fmla="*/ 8174 h 10000"/>
              <a:gd name="connsiteX23-997" fmla="*/ 4773 w 10000"/>
              <a:gd name="connsiteY23-998" fmla="*/ 8174 h 10000"/>
              <a:gd name="connsiteX24-999" fmla="*/ 5606 w 10000"/>
              <a:gd name="connsiteY24-1000" fmla="*/ 8174 h 10000"/>
              <a:gd name="connsiteX25-1001" fmla="*/ 5985 w 10000"/>
              <a:gd name="connsiteY25-1002" fmla="*/ 8174 h 10000"/>
              <a:gd name="connsiteX26-1003" fmla="*/ 6364 w 10000"/>
              <a:gd name="connsiteY26-1004" fmla="*/ 8174 h 10000"/>
              <a:gd name="connsiteX27-1005" fmla="*/ 6364 w 10000"/>
              <a:gd name="connsiteY27-1006" fmla="*/ 8053 h 10000"/>
              <a:gd name="connsiteX28-1007" fmla="*/ 6364 w 10000"/>
              <a:gd name="connsiteY28-1008" fmla="*/ 7951 h 10000"/>
              <a:gd name="connsiteX29-1009" fmla="*/ 6364 w 10000"/>
              <a:gd name="connsiteY29-1010" fmla="*/ 7850 h 10000"/>
              <a:gd name="connsiteX30-1011" fmla="*/ 6742 w 10000"/>
              <a:gd name="connsiteY30-1012" fmla="*/ 7627 h 10000"/>
              <a:gd name="connsiteX31-1013" fmla="*/ 6742 w 10000"/>
              <a:gd name="connsiteY31-1014" fmla="*/ 7424 h 10000"/>
              <a:gd name="connsiteX32-1015" fmla="*/ 6742 w 10000"/>
              <a:gd name="connsiteY32-1016" fmla="*/ 7201 h 10000"/>
              <a:gd name="connsiteX33-1017" fmla="*/ 6742 w 10000"/>
              <a:gd name="connsiteY33-1018" fmla="*/ 6978 h 10000"/>
              <a:gd name="connsiteX34-1019" fmla="*/ 6742 w 10000"/>
              <a:gd name="connsiteY34-1020" fmla="*/ 6450 h 10000"/>
              <a:gd name="connsiteX35-1021" fmla="*/ 6742 w 10000"/>
              <a:gd name="connsiteY35-1022" fmla="*/ 6024 h 10000"/>
              <a:gd name="connsiteX36-1023" fmla="*/ 6742 w 10000"/>
              <a:gd name="connsiteY36-1024" fmla="*/ 5598 h 10000"/>
              <a:gd name="connsiteX37-1025" fmla="*/ 6742 w 10000"/>
              <a:gd name="connsiteY37-1026" fmla="*/ 5274 h 10000"/>
              <a:gd name="connsiteX38-1027" fmla="*/ 6742 w 10000"/>
              <a:gd name="connsiteY38-1028" fmla="*/ 5051 h 10000"/>
              <a:gd name="connsiteX39-1029" fmla="*/ 6742 w 10000"/>
              <a:gd name="connsiteY39-1030" fmla="*/ 4848 h 10000"/>
              <a:gd name="connsiteX40-1031" fmla="*/ 6742 w 10000"/>
              <a:gd name="connsiteY40-1032" fmla="*/ 4625 h 10000"/>
              <a:gd name="connsiteX41-1033" fmla="*/ 6742 w 10000"/>
              <a:gd name="connsiteY41-1034" fmla="*/ 4402 h 10000"/>
              <a:gd name="connsiteX42-1035" fmla="*/ 6742 w 10000"/>
              <a:gd name="connsiteY42-1036" fmla="*/ 4077 h 10000"/>
              <a:gd name="connsiteX43-1037" fmla="*/ 6742 w 10000"/>
              <a:gd name="connsiteY43-1038" fmla="*/ 3773 h 10000"/>
              <a:gd name="connsiteX44-1039" fmla="*/ 6742 w 10000"/>
              <a:gd name="connsiteY44-1040" fmla="*/ 3448 h 10000"/>
              <a:gd name="connsiteX45-1041" fmla="*/ 6742 w 10000"/>
              <a:gd name="connsiteY45-1042" fmla="*/ 3022 h 10000"/>
              <a:gd name="connsiteX46-1043" fmla="*/ 6364 w 10000"/>
              <a:gd name="connsiteY46-1044" fmla="*/ 2373 h 10000"/>
              <a:gd name="connsiteX47-1045" fmla="*/ 5985 w 10000"/>
              <a:gd name="connsiteY47-1046" fmla="*/ 1501 h 10000"/>
              <a:gd name="connsiteX48-1047" fmla="*/ 5606 w 10000"/>
              <a:gd name="connsiteY48-1048" fmla="*/ 751 h 10000"/>
              <a:gd name="connsiteX49-1049" fmla="*/ 5152 w 10000"/>
              <a:gd name="connsiteY49-1050" fmla="*/ 0 h 10000"/>
              <a:gd name="connsiteX50-1051" fmla="*/ 5985 w 10000"/>
              <a:gd name="connsiteY50-1052" fmla="*/ 223 h 10000"/>
              <a:gd name="connsiteX51-1053" fmla="*/ 7197 w 10000"/>
              <a:gd name="connsiteY51-1054" fmla="*/ 426 h 10000"/>
              <a:gd name="connsiteX52-1055" fmla="*/ 7955 w 10000"/>
              <a:gd name="connsiteY52-1056" fmla="*/ 548 h 10000"/>
              <a:gd name="connsiteX53-1057" fmla="*/ 8788 w 10000"/>
              <a:gd name="connsiteY53-1058" fmla="*/ 649 h 10000"/>
              <a:gd name="connsiteX54-1059" fmla="*/ 9167 w 10000"/>
              <a:gd name="connsiteY54-1060" fmla="*/ 751 h 10000"/>
              <a:gd name="connsiteX55-1061" fmla="*/ 9545 w 10000"/>
              <a:gd name="connsiteY55-1062" fmla="*/ 872 h 10000"/>
              <a:gd name="connsiteX56-1063" fmla="*/ 10000 w 10000"/>
              <a:gd name="connsiteY56-1064" fmla="*/ 974 h 10000"/>
              <a:gd name="connsiteX57-1065" fmla="*/ 10000 w 10000"/>
              <a:gd name="connsiteY57-1066" fmla="*/ 974 h 10000"/>
              <a:gd name="connsiteX58-1067" fmla="*/ 10000 w 10000"/>
              <a:gd name="connsiteY58-1068" fmla="*/ 1075 h 10000"/>
              <a:gd name="connsiteX59-1069" fmla="*/ 10000 w 10000"/>
              <a:gd name="connsiteY59-1070" fmla="*/ 1176 h 10000"/>
              <a:gd name="connsiteX60-1071" fmla="*/ 10000 w 10000"/>
              <a:gd name="connsiteY60-1072" fmla="*/ 1400 h 10000"/>
              <a:gd name="connsiteX61-1073" fmla="*/ 10000 w 10000"/>
              <a:gd name="connsiteY61-1074" fmla="*/ 1501 h 10000"/>
              <a:gd name="connsiteX62-1075" fmla="*/ 9545 w 10000"/>
              <a:gd name="connsiteY62-1076" fmla="*/ 1501 h 10000"/>
              <a:gd name="connsiteX63-1077" fmla="*/ 9545 w 10000"/>
              <a:gd name="connsiteY63-1078" fmla="*/ 1623 h 10000"/>
              <a:gd name="connsiteX64-1079" fmla="*/ 9545 w 10000"/>
              <a:gd name="connsiteY64-1080" fmla="*/ 1724 h 10000"/>
              <a:gd name="connsiteX65-1081" fmla="*/ 9545 w 10000"/>
              <a:gd name="connsiteY65-1082" fmla="*/ 1826 h 10000"/>
              <a:gd name="connsiteX66-1083" fmla="*/ 9545 w 10000"/>
              <a:gd name="connsiteY66-1084" fmla="*/ 2049 h 10000"/>
              <a:gd name="connsiteX67-1085" fmla="*/ 9545 w 10000"/>
              <a:gd name="connsiteY67-1086" fmla="*/ 2150 h 10000"/>
              <a:gd name="connsiteX68-1087" fmla="*/ 9545 w 10000"/>
              <a:gd name="connsiteY68-1088" fmla="*/ 2373 h 10000"/>
              <a:gd name="connsiteX69-1089" fmla="*/ 9545 w 10000"/>
              <a:gd name="connsiteY69-1090" fmla="*/ 2576 h 10000"/>
              <a:gd name="connsiteX70-1091" fmla="*/ 9545 w 10000"/>
              <a:gd name="connsiteY70-1092" fmla="*/ 2799 h 10000"/>
              <a:gd name="connsiteX71-1093" fmla="*/ 9545 w 10000"/>
              <a:gd name="connsiteY71-1094" fmla="*/ 3022 h 10000"/>
              <a:gd name="connsiteX72-1095" fmla="*/ 9545 w 10000"/>
              <a:gd name="connsiteY72-1096" fmla="*/ 3327 h 10000"/>
              <a:gd name="connsiteX73-1097" fmla="*/ 9545 w 10000"/>
              <a:gd name="connsiteY73-1098" fmla="*/ 3550 h 10000"/>
              <a:gd name="connsiteX74-1099" fmla="*/ 9545 w 10000"/>
              <a:gd name="connsiteY74-1100" fmla="*/ 3874 h 10000"/>
              <a:gd name="connsiteX75-1101" fmla="*/ 9545 w 10000"/>
              <a:gd name="connsiteY75-1102" fmla="*/ 4199 h 10000"/>
              <a:gd name="connsiteX76-1103" fmla="*/ 9545 w 10000"/>
              <a:gd name="connsiteY76-1104" fmla="*/ 4523 h 10000"/>
              <a:gd name="connsiteX77-1105" fmla="*/ 9545 w 10000"/>
              <a:gd name="connsiteY77-1106" fmla="*/ 4949 h 10000"/>
              <a:gd name="connsiteX78-1107" fmla="*/ 9545 w 10000"/>
              <a:gd name="connsiteY78-1108" fmla="*/ 5700 h 10000"/>
              <a:gd name="connsiteX79-1109" fmla="*/ 9545 w 10000"/>
              <a:gd name="connsiteY79-1110" fmla="*/ 6349 h 10000"/>
              <a:gd name="connsiteX80-1111" fmla="*/ 9545 w 10000"/>
              <a:gd name="connsiteY80-1112" fmla="*/ 6876 h 10000"/>
              <a:gd name="connsiteX81-1113" fmla="*/ 9545 w 10000"/>
              <a:gd name="connsiteY81-1114" fmla="*/ 7424 h 10000"/>
              <a:gd name="connsiteX82-1115" fmla="*/ 9545 w 10000"/>
              <a:gd name="connsiteY82-1116" fmla="*/ 7850 h 10000"/>
              <a:gd name="connsiteX83-1117" fmla="*/ 9545 w 10000"/>
              <a:gd name="connsiteY83-1118" fmla="*/ 8174 h 10000"/>
              <a:gd name="connsiteX84-1119" fmla="*/ 9545 w 10000"/>
              <a:gd name="connsiteY84-1120" fmla="*/ 8499 h 10000"/>
              <a:gd name="connsiteX85-1121" fmla="*/ 9545 w 10000"/>
              <a:gd name="connsiteY85-1122" fmla="*/ 8600 h 10000"/>
              <a:gd name="connsiteX86-1123" fmla="*/ 9545 w 10000"/>
              <a:gd name="connsiteY86-1124" fmla="*/ 8702 h 10000"/>
              <a:gd name="connsiteX87-1125" fmla="*/ 9167 w 10000"/>
              <a:gd name="connsiteY87-1126" fmla="*/ 9026 h 10000"/>
              <a:gd name="connsiteX88-1127" fmla="*/ 8788 w 10000"/>
              <a:gd name="connsiteY88-1128" fmla="*/ 9249 h 10000"/>
              <a:gd name="connsiteX89-1129" fmla="*/ 8333 w 10000"/>
              <a:gd name="connsiteY89-1130" fmla="*/ 9554 h 10000"/>
              <a:gd name="connsiteX90-1131" fmla="*/ 7576 w 10000"/>
              <a:gd name="connsiteY90-1132" fmla="*/ 9675 h 10000"/>
              <a:gd name="connsiteX91-1133" fmla="*/ 7576 w 10000"/>
              <a:gd name="connsiteY91-1134" fmla="*/ 9675 h 10000"/>
              <a:gd name="connsiteX0-1135" fmla="*/ 7576 w 10000"/>
              <a:gd name="connsiteY0-1136" fmla="*/ 9675 h 10000"/>
              <a:gd name="connsiteX1-1137" fmla="*/ 7197 w 10000"/>
              <a:gd name="connsiteY1-1138" fmla="*/ 9878 h 10000"/>
              <a:gd name="connsiteX2-1139" fmla="*/ 6742 w 10000"/>
              <a:gd name="connsiteY2-1140" fmla="*/ 10000 h 10000"/>
              <a:gd name="connsiteX3-1141" fmla="*/ 6364 w 10000"/>
              <a:gd name="connsiteY3-1142" fmla="*/ 10000 h 10000"/>
              <a:gd name="connsiteX4-1143" fmla="*/ 5606 w 10000"/>
              <a:gd name="connsiteY4-1144" fmla="*/ 10000 h 10000"/>
              <a:gd name="connsiteX5-1145" fmla="*/ 5606 w 10000"/>
              <a:gd name="connsiteY5-1146" fmla="*/ 10000 h 10000"/>
              <a:gd name="connsiteX6-1147" fmla="*/ 5152 w 10000"/>
              <a:gd name="connsiteY6-1148" fmla="*/ 9878 h 10000"/>
              <a:gd name="connsiteX7-1149" fmla="*/ 4773 w 10000"/>
              <a:gd name="connsiteY7-1150" fmla="*/ 9777 h 10000"/>
              <a:gd name="connsiteX8-1151" fmla="*/ 4773 w 10000"/>
              <a:gd name="connsiteY8-1152" fmla="*/ 9554 h 10000"/>
              <a:gd name="connsiteX9-1153" fmla="*/ 4394 w 10000"/>
              <a:gd name="connsiteY9-1154" fmla="*/ 9351 h 10000"/>
              <a:gd name="connsiteX10-1155" fmla="*/ 3939 w 10000"/>
              <a:gd name="connsiteY10-1156" fmla="*/ 9128 h 10000"/>
              <a:gd name="connsiteX11-1157" fmla="*/ 3182 w 10000"/>
              <a:gd name="connsiteY11-1158" fmla="*/ 8803 h 10000"/>
              <a:gd name="connsiteX12-1159" fmla="*/ 2348 w 10000"/>
              <a:gd name="connsiteY12-1160" fmla="*/ 8600 h 10000"/>
              <a:gd name="connsiteX13-1161" fmla="*/ 1591 w 10000"/>
              <a:gd name="connsiteY13-1162" fmla="*/ 8499 h 10000"/>
              <a:gd name="connsiteX14-1163" fmla="*/ 1136 w 10000"/>
              <a:gd name="connsiteY14-1164" fmla="*/ 8377 h 10000"/>
              <a:gd name="connsiteX15-1165" fmla="*/ 758 w 10000"/>
              <a:gd name="connsiteY15-1166" fmla="*/ 8276 h 10000"/>
              <a:gd name="connsiteX16-1167" fmla="*/ 379 w 10000"/>
              <a:gd name="connsiteY16-1168" fmla="*/ 8276 h 10000"/>
              <a:gd name="connsiteX17-1169" fmla="*/ 0 w 10000"/>
              <a:gd name="connsiteY17-1170" fmla="*/ 8174 h 10000"/>
              <a:gd name="connsiteX18-1171" fmla="*/ 0 w 10000"/>
              <a:gd name="connsiteY18-1172" fmla="*/ 8174 h 10000"/>
              <a:gd name="connsiteX19-1173" fmla="*/ 0 w 10000"/>
              <a:gd name="connsiteY19-1174" fmla="*/ 8174 h 10000"/>
              <a:gd name="connsiteX20-1175" fmla="*/ 0 w 10000"/>
              <a:gd name="connsiteY20-1176" fmla="*/ 8053 h 10000"/>
              <a:gd name="connsiteX21-1177" fmla="*/ 3561 w 10000"/>
              <a:gd name="connsiteY21-1178" fmla="*/ 8174 h 10000"/>
              <a:gd name="connsiteX22-1179" fmla="*/ 4773 w 10000"/>
              <a:gd name="connsiteY22-1180" fmla="*/ 8174 h 10000"/>
              <a:gd name="connsiteX23-1181" fmla="*/ 5606 w 10000"/>
              <a:gd name="connsiteY23-1182" fmla="*/ 8174 h 10000"/>
              <a:gd name="connsiteX24-1183" fmla="*/ 5985 w 10000"/>
              <a:gd name="connsiteY24-1184" fmla="*/ 8174 h 10000"/>
              <a:gd name="connsiteX25-1185" fmla="*/ 6364 w 10000"/>
              <a:gd name="connsiteY25-1186" fmla="*/ 8174 h 10000"/>
              <a:gd name="connsiteX26-1187" fmla="*/ 6364 w 10000"/>
              <a:gd name="connsiteY26-1188" fmla="*/ 8053 h 10000"/>
              <a:gd name="connsiteX27-1189" fmla="*/ 6364 w 10000"/>
              <a:gd name="connsiteY27-1190" fmla="*/ 7951 h 10000"/>
              <a:gd name="connsiteX28-1191" fmla="*/ 6364 w 10000"/>
              <a:gd name="connsiteY28-1192" fmla="*/ 7850 h 10000"/>
              <a:gd name="connsiteX29-1193" fmla="*/ 6742 w 10000"/>
              <a:gd name="connsiteY29-1194" fmla="*/ 7627 h 10000"/>
              <a:gd name="connsiteX30-1195" fmla="*/ 6742 w 10000"/>
              <a:gd name="connsiteY30-1196" fmla="*/ 7424 h 10000"/>
              <a:gd name="connsiteX31-1197" fmla="*/ 6742 w 10000"/>
              <a:gd name="connsiteY31-1198" fmla="*/ 7201 h 10000"/>
              <a:gd name="connsiteX32-1199" fmla="*/ 6742 w 10000"/>
              <a:gd name="connsiteY32-1200" fmla="*/ 6978 h 10000"/>
              <a:gd name="connsiteX33-1201" fmla="*/ 6742 w 10000"/>
              <a:gd name="connsiteY33-1202" fmla="*/ 6450 h 10000"/>
              <a:gd name="connsiteX34-1203" fmla="*/ 6742 w 10000"/>
              <a:gd name="connsiteY34-1204" fmla="*/ 6024 h 10000"/>
              <a:gd name="connsiteX35-1205" fmla="*/ 6742 w 10000"/>
              <a:gd name="connsiteY35-1206" fmla="*/ 5598 h 10000"/>
              <a:gd name="connsiteX36-1207" fmla="*/ 6742 w 10000"/>
              <a:gd name="connsiteY36-1208" fmla="*/ 5274 h 10000"/>
              <a:gd name="connsiteX37-1209" fmla="*/ 6742 w 10000"/>
              <a:gd name="connsiteY37-1210" fmla="*/ 5051 h 10000"/>
              <a:gd name="connsiteX38-1211" fmla="*/ 6742 w 10000"/>
              <a:gd name="connsiteY38-1212" fmla="*/ 4848 h 10000"/>
              <a:gd name="connsiteX39-1213" fmla="*/ 6742 w 10000"/>
              <a:gd name="connsiteY39-1214" fmla="*/ 4625 h 10000"/>
              <a:gd name="connsiteX40-1215" fmla="*/ 6742 w 10000"/>
              <a:gd name="connsiteY40-1216" fmla="*/ 4402 h 10000"/>
              <a:gd name="connsiteX41-1217" fmla="*/ 6742 w 10000"/>
              <a:gd name="connsiteY41-1218" fmla="*/ 4077 h 10000"/>
              <a:gd name="connsiteX42-1219" fmla="*/ 6742 w 10000"/>
              <a:gd name="connsiteY42-1220" fmla="*/ 3773 h 10000"/>
              <a:gd name="connsiteX43-1221" fmla="*/ 6742 w 10000"/>
              <a:gd name="connsiteY43-1222" fmla="*/ 3448 h 10000"/>
              <a:gd name="connsiteX44-1223" fmla="*/ 6742 w 10000"/>
              <a:gd name="connsiteY44-1224" fmla="*/ 3022 h 10000"/>
              <a:gd name="connsiteX45-1225" fmla="*/ 6364 w 10000"/>
              <a:gd name="connsiteY45-1226" fmla="*/ 2373 h 10000"/>
              <a:gd name="connsiteX46-1227" fmla="*/ 5985 w 10000"/>
              <a:gd name="connsiteY46-1228" fmla="*/ 1501 h 10000"/>
              <a:gd name="connsiteX47-1229" fmla="*/ 5606 w 10000"/>
              <a:gd name="connsiteY47-1230" fmla="*/ 751 h 10000"/>
              <a:gd name="connsiteX48-1231" fmla="*/ 5152 w 10000"/>
              <a:gd name="connsiteY48-1232" fmla="*/ 0 h 10000"/>
              <a:gd name="connsiteX49-1233" fmla="*/ 5985 w 10000"/>
              <a:gd name="connsiteY49-1234" fmla="*/ 223 h 10000"/>
              <a:gd name="connsiteX50-1235" fmla="*/ 7197 w 10000"/>
              <a:gd name="connsiteY50-1236" fmla="*/ 426 h 10000"/>
              <a:gd name="connsiteX51-1237" fmla="*/ 7955 w 10000"/>
              <a:gd name="connsiteY51-1238" fmla="*/ 548 h 10000"/>
              <a:gd name="connsiteX52-1239" fmla="*/ 8788 w 10000"/>
              <a:gd name="connsiteY52-1240" fmla="*/ 649 h 10000"/>
              <a:gd name="connsiteX53-1241" fmla="*/ 9167 w 10000"/>
              <a:gd name="connsiteY53-1242" fmla="*/ 751 h 10000"/>
              <a:gd name="connsiteX54-1243" fmla="*/ 9545 w 10000"/>
              <a:gd name="connsiteY54-1244" fmla="*/ 872 h 10000"/>
              <a:gd name="connsiteX55-1245" fmla="*/ 10000 w 10000"/>
              <a:gd name="connsiteY55-1246" fmla="*/ 974 h 10000"/>
              <a:gd name="connsiteX56-1247" fmla="*/ 10000 w 10000"/>
              <a:gd name="connsiteY56-1248" fmla="*/ 974 h 10000"/>
              <a:gd name="connsiteX57-1249" fmla="*/ 10000 w 10000"/>
              <a:gd name="connsiteY57-1250" fmla="*/ 1075 h 10000"/>
              <a:gd name="connsiteX58-1251" fmla="*/ 10000 w 10000"/>
              <a:gd name="connsiteY58-1252" fmla="*/ 1176 h 10000"/>
              <a:gd name="connsiteX59-1253" fmla="*/ 10000 w 10000"/>
              <a:gd name="connsiteY59-1254" fmla="*/ 1400 h 10000"/>
              <a:gd name="connsiteX60-1255" fmla="*/ 10000 w 10000"/>
              <a:gd name="connsiteY60-1256" fmla="*/ 1501 h 10000"/>
              <a:gd name="connsiteX61-1257" fmla="*/ 9545 w 10000"/>
              <a:gd name="connsiteY61-1258" fmla="*/ 1501 h 10000"/>
              <a:gd name="connsiteX62-1259" fmla="*/ 9545 w 10000"/>
              <a:gd name="connsiteY62-1260" fmla="*/ 1623 h 10000"/>
              <a:gd name="connsiteX63-1261" fmla="*/ 9545 w 10000"/>
              <a:gd name="connsiteY63-1262" fmla="*/ 1724 h 10000"/>
              <a:gd name="connsiteX64-1263" fmla="*/ 9545 w 10000"/>
              <a:gd name="connsiteY64-1264" fmla="*/ 1826 h 10000"/>
              <a:gd name="connsiteX65-1265" fmla="*/ 9545 w 10000"/>
              <a:gd name="connsiteY65-1266" fmla="*/ 2049 h 10000"/>
              <a:gd name="connsiteX66-1267" fmla="*/ 9545 w 10000"/>
              <a:gd name="connsiteY66-1268" fmla="*/ 2150 h 10000"/>
              <a:gd name="connsiteX67-1269" fmla="*/ 9545 w 10000"/>
              <a:gd name="connsiteY67-1270" fmla="*/ 2373 h 10000"/>
              <a:gd name="connsiteX68-1271" fmla="*/ 9545 w 10000"/>
              <a:gd name="connsiteY68-1272" fmla="*/ 2576 h 10000"/>
              <a:gd name="connsiteX69-1273" fmla="*/ 9545 w 10000"/>
              <a:gd name="connsiteY69-1274" fmla="*/ 2799 h 10000"/>
              <a:gd name="connsiteX70-1275" fmla="*/ 9545 w 10000"/>
              <a:gd name="connsiteY70-1276" fmla="*/ 3022 h 10000"/>
              <a:gd name="connsiteX71-1277" fmla="*/ 9545 w 10000"/>
              <a:gd name="connsiteY71-1278" fmla="*/ 3327 h 10000"/>
              <a:gd name="connsiteX72-1279" fmla="*/ 9545 w 10000"/>
              <a:gd name="connsiteY72-1280" fmla="*/ 3550 h 10000"/>
              <a:gd name="connsiteX73-1281" fmla="*/ 9545 w 10000"/>
              <a:gd name="connsiteY73-1282" fmla="*/ 3874 h 10000"/>
              <a:gd name="connsiteX74-1283" fmla="*/ 9545 w 10000"/>
              <a:gd name="connsiteY74-1284" fmla="*/ 4199 h 10000"/>
              <a:gd name="connsiteX75-1285" fmla="*/ 9545 w 10000"/>
              <a:gd name="connsiteY75-1286" fmla="*/ 4523 h 10000"/>
              <a:gd name="connsiteX76-1287" fmla="*/ 9545 w 10000"/>
              <a:gd name="connsiteY76-1288" fmla="*/ 4949 h 10000"/>
              <a:gd name="connsiteX77-1289" fmla="*/ 9545 w 10000"/>
              <a:gd name="connsiteY77-1290" fmla="*/ 5700 h 10000"/>
              <a:gd name="connsiteX78-1291" fmla="*/ 9545 w 10000"/>
              <a:gd name="connsiteY78-1292" fmla="*/ 6349 h 10000"/>
              <a:gd name="connsiteX79-1293" fmla="*/ 9545 w 10000"/>
              <a:gd name="connsiteY79-1294" fmla="*/ 6876 h 10000"/>
              <a:gd name="connsiteX80-1295" fmla="*/ 9545 w 10000"/>
              <a:gd name="connsiteY80-1296" fmla="*/ 7424 h 10000"/>
              <a:gd name="connsiteX81-1297" fmla="*/ 9545 w 10000"/>
              <a:gd name="connsiteY81-1298" fmla="*/ 7850 h 10000"/>
              <a:gd name="connsiteX82-1299" fmla="*/ 9545 w 10000"/>
              <a:gd name="connsiteY82-1300" fmla="*/ 8174 h 10000"/>
              <a:gd name="connsiteX83-1301" fmla="*/ 9545 w 10000"/>
              <a:gd name="connsiteY83-1302" fmla="*/ 8499 h 10000"/>
              <a:gd name="connsiteX84-1303" fmla="*/ 9545 w 10000"/>
              <a:gd name="connsiteY84-1304" fmla="*/ 8600 h 10000"/>
              <a:gd name="connsiteX85-1305" fmla="*/ 9545 w 10000"/>
              <a:gd name="connsiteY85-1306" fmla="*/ 8702 h 10000"/>
              <a:gd name="connsiteX86-1307" fmla="*/ 9167 w 10000"/>
              <a:gd name="connsiteY86-1308" fmla="*/ 9026 h 10000"/>
              <a:gd name="connsiteX87-1309" fmla="*/ 8788 w 10000"/>
              <a:gd name="connsiteY87-1310" fmla="*/ 9249 h 10000"/>
              <a:gd name="connsiteX88-1311" fmla="*/ 8333 w 10000"/>
              <a:gd name="connsiteY88-1312" fmla="*/ 9554 h 10000"/>
              <a:gd name="connsiteX89-1313" fmla="*/ 7576 w 10000"/>
              <a:gd name="connsiteY89-1314" fmla="*/ 9675 h 10000"/>
              <a:gd name="connsiteX90-1315" fmla="*/ 7576 w 10000"/>
              <a:gd name="connsiteY90-1316" fmla="*/ 9675 h 10000"/>
              <a:gd name="connsiteX0-1317" fmla="*/ 7576 w 10000"/>
              <a:gd name="connsiteY0-1318" fmla="*/ 9675 h 10000"/>
              <a:gd name="connsiteX1-1319" fmla="*/ 7197 w 10000"/>
              <a:gd name="connsiteY1-1320" fmla="*/ 9878 h 10000"/>
              <a:gd name="connsiteX2-1321" fmla="*/ 6742 w 10000"/>
              <a:gd name="connsiteY2-1322" fmla="*/ 10000 h 10000"/>
              <a:gd name="connsiteX3-1323" fmla="*/ 6364 w 10000"/>
              <a:gd name="connsiteY3-1324" fmla="*/ 10000 h 10000"/>
              <a:gd name="connsiteX4-1325" fmla="*/ 5606 w 10000"/>
              <a:gd name="connsiteY4-1326" fmla="*/ 10000 h 10000"/>
              <a:gd name="connsiteX5-1327" fmla="*/ 5606 w 10000"/>
              <a:gd name="connsiteY5-1328" fmla="*/ 10000 h 10000"/>
              <a:gd name="connsiteX6-1329" fmla="*/ 5152 w 10000"/>
              <a:gd name="connsiteY6-1330" fmla="*/ 9878 h 10000"/>
              <a:gd name="connsiteX7-1331" fmla="*/ 4773 w 10000"/>
              <a:gd name="connsiteY7-1332" fmla="*/ 9777 h 10000"/>
              <a:gd name="connsiteX8-1333" fmla="*/ 4773 w 10000"/>
              <a:gd name="connsiteY8-1334" fmla="*/ 9554 h 10000"/>
              <a:gd name="connsiteX9-1335" fmla="*/ 4394 w 10000"/>
              <a:gd name="connsiteY9-1336" fmla="*/ 9351 h 10000"/>
              <a:gd name="connsiteX10-1337" fmla="*/ 3939 w 10000"/>
              <a:gd name="connsiteY10-1338" fmla="*/ 9128 h 10000"/>
              <a:gd name="connsiteX11-1339" fmla="*/ 3182 w 10000"/>
              <a:gd name="connsiteY11-1340" fmla="*/ 8803 h 10000"/>
              <a:gd name="connsiteX12-1341" fmla="*/ 2348 w 10000"/>
              <a:gd name="connsiteY12-1342" fmla="*/ 8600 h 10000"/>
              <a:gd name="connsiteX13-1343" fmla="*/ 1591 w 10000"/>
              <a:gd name="connsiteY13-1344" fmla="*/ 8499 h 10000"/>
              <a:gd name="connsiteX14-1345" fmla="*/ 1136 w 10000"/>
              <a:gd name="connsiteY14-1346" fmla="*/ 8377 h 10000"/>
              <a:gd name="connsiteX15-1347" fmla="*/ 758 w 10000"/>
              <a:gd name="connsiteY15-1348" fmla="*/ 8276 h 10000"/>
              <a:gd name="connsiteX16-1349" fmla="*/ 379 w 10000"/>
              <a:gd name="connsiteY16-1350" fmla="*/ 8276 h 10000"/>
              <a:gd name="connsiteX17-1351" fmla="*/ 0 w 10000"/>
              <a:gd name="connsiteY17-1352" fmla="*/ 8174 h 10000"/>
              <a:gd name="connsiteX18-1353" fmla="*/ 0 w 10000"/>
              <a:gd name="connsiteY18-1354" fmla="*/ 8174 h 10000"/>
              <a:gd name="connsiteX19-1355" fmla="*/ 0 w 10000"/>
              <a:gd name="connsiteY19-1356" fmla="*/ 8053 h 10000"/>
              <a:gd name="connsiteX20-1357" fmla="*/ 3561 w 10000"/>
              <a:gd name="connsiteY20-1358" fmla="*/ 8174 h 10000"/>
              <a:gd name="connsiteX21-1359" fmla="*/ 4773 w 10000"/>
              <a:gd name="connsiteY21-1360" fmla="*/ 8174 h 10000"/>
              <a:gd name="connsiteX22-1361" fmla="*/ 5606 w 10000"/>
              <a:gd name="connsiteY22-1362" fmla="*/ 8174 h 10000"/>
              <a:gd name="connsiteX23-1363" fmla="*/ 5985 w 10000"/>
              <a:gd name="connsiteY23-1364" fmla="*/ 8174 h 10000"/>
              <a:gd name="connsiteX24-1365" fmla="*/ 6364 w 10000"/>
              <a:gd name="connsiteY24-1366" fmla="*/ 8174 h 10000"/>
              <a:gd name="connsiteX25-1367" fmla="*/ 6364 w 10000"/>
              <a:gd name="connsiteY25-1368" fmla="*/ 8053 h 10000"/>
              <a:gd name="connsiteX26-1369" fmla="*/ 6364 w 10000"/>
              <a:gd name="connsiteY26-1370" fmla="*/ 7951 h 10000"/>
              <a:gd name="connsiteX27-1371" fmla="*/ 6364 w 10000"/>
              <a:gd name="connsiteY27-1372" fmla="*/ 7850 h 10000"/>
              <a:gd name="connsiteX28-1373" fmla="*/ 6742 w 10000"/>
              <a:gd name="connsiteY28-1374" fmla="*/ 7627 h 10000"/>
              <a:gd name="connsiteX29-1375" fmla="*/ 6742 w 10000"/>
              <a:gd name="connsiteY29-1376" fmla="*/ 7424 h 10000"/>
              <a:gd name="connsiteX30-1377" fmla="*/ 6742 w 10000"/>
              <a:gd name="connsiteY30-1378" fmla="*/ 7201 h 10000"/>
              <a:gd name="connsiteX31-1379" fmla="*/ 6742 w 10000"/>
              <a:gd name="connsiteY31-1380" fmla="*/ 6978 h 10000"/>
              <a:gd name="connsiteX32-1381" fmla="*/ 6742 w 10000"/>
              <a:gd name="connsiteY32-1382" fmla="*/ 6450 h 10000"/>
              <a:gd name="connsiteX33-1383" fmla="*/ 6742 w 10000"/>
              <a:gd name="connsiteY33-1384" fmla="*/ 6024 h 10000"/>
              <a:gd name="connsiteX34-1385" fmla="*/ 6742 w 10000"/>
              <a:gd name="connsiteY34-1386" fmla="*/ 5598 h 10000"/>
              <a:gd name="connsiteX35-1387" fmla="*/ 6742 w 10000"/>
              <a:gd name="connsiteY35-1388" fmla="*/ 5274 h 10000"/>
              <a:gd name="connsiteX36-1389" fmla="*/ 6742 w 10000"/>
              <a:gd name="connsiteY36-1390" fmla="*/ 5051 h 10000"/>
              <a:gd name="connsiteX37-1391" fmla="*/ 6742 w 10000"/>
              <a:gd name="connsiteY37-1392" fmla="*/ 4848 h 10000"/>
              <a:gd name="connsiteX38-1393" fmla="*/ 6742 w 10000"/>
              <a:gd name="connsiteY38-1394" fmla="*/ 4625 h 10000"/>
              <a:gd name="connsiteX39-1395" fmla="*/ 6742 w 10000"/>
              <a:gd name="connsiteY39-1396" fmla="*/ 4402 h 10000"/>
              <a:gd name="connsiteX40-1397" fmla="*/ 6742 w 10000"/>
              <a:gd name="connsiteY40-1398" fmla="*/ 4077 h 10000"/>
              <a:gd name="connsiteX41-1399" fmla="*/ 6742 w 10000"/>
              <a:gd name="connsiteY41-1400" fmla="*/ 3773 h 10000"/>
              <a:gd name="connsiteX42-1401" fmla="*/ 6742 w 10000"/>
              <a:gd name="connsiteY42-1402" fmla="*/ 3448 h 10000"/>
              <a:gd name="connsiteX43-1403" fmla="*/ 6742 w 10000"/>
              <a:gd name="connsiteY43-1404" fmla="*/ 3022 h 10000"/>
              <a:gd name="connsiteX44-1405" fmla="*/ 6364 w 10000"/>
              <a:gd name="connsiteY44-1406" fmla="*/ 2373 h 10000"/>
              <a:gd name="connsiteX45-1407" fmla="*/ 5985 w 10000"/>
              <a:gd name="connsiteY45-1408" fmla="*/ 1501 h 10000"/>
              <a:gd name="connsiteX46-1409" fmla="*/ 5606 w 10000"/>
              <a:gd name="connsiteY46-1410" fmla="*/ 751 h 10000"/>
              <a:gd name="connsiteX47-1411" fmla="*/ 5152 w 10000"/>
              <a:gd name="connsiteY47-1412" fmla="*/ 0 h 10000"/>
              <a:gd name="connsiteX48-1413" fmla="*/ 5985 w 10000"/>
              <a:gd name="connsiteY48-1414" fmla="*/ 223 h 10000"/>
              <a:gd name="connsiteX49-1415" fmla="*/ 7197 w 10000"/>
              <a:gd name="connsiteY49-1416" fmla="*/ 426 h 10000"/>
              <a:gd name="connsiteX50-1417" fmla="*/ 7955 w 10000"/>
              <a:gd name="connsiteY50-1418" fmla="*/ 548 h 10000"/>
              <a:gd name="connsiteX51-1419" fmla="*/ 8788 w 10000"/>
              <a:gd name="connsiteY51-1420" fmla="*/ 649 h 10000"/>
              <a:gd name="connsiteX52-1421" fmla="*/ 9167 w 10000"/>
              <a:gd name="connsiteY52-1422" fmla="*/ 751 h 10000"/>
              <a:gd name="connsiteX53-1423" fmla="*/ 9545 w 10000"/>
              <a:gd name="connsiteY53-1424" fmla="*/ 872 h 10000"/>
              <a:gd name="connsiteX54-1425" fmla="*/ 10000 w 10000"/>
              <a:gd name="connsiteY54-1426" fmla="*/ 974 h 10000"/>
              <a:gd name="connsiteX55-1427" fmla="*/ 10000 w 10000"/>
              <a:gd name="connsiteY55-1428" fmla="*/ 974 h 10000"/>
              <a:gd name="connsiteX56-1429" fmla="*/ 10000 w 10000"/>
              <a:gd name="connsiteY56-1430" fmla="*/ 1075 h 10000"/>
              <a:gd name="connsiteX57-1431" fmla="*/ 10000 w 10000"/>
              <a:gd name="connsiteY57-1432" fmla="*/ 1176 h 10000"/>
              <a:gd name="connsiteX58-1433" fmla="*/ 10000 w 10000"/>
              <a:gd name="connsiteY58-1434" fmla="*/ 1400 h 10000"/>
              <a:gd name="connsiteX59-1435" fmla="*/ 10000 w 10000"/>
              <a:gd name="connsiteY59-1436" fmla="*/ 1501 h 10000"/>
              <a:gd name="connsiteX60-1437" fmla="*/ 9545 w 10000"/>
              <a:gd name="connsiteY60-1438" fmla="*/ 1501 h 10000"/>
              <a:gd name="connsiteX61-1439" fmla="*/ 9545 w 10000"/>
              <a:gd name="connsiteY61-1440" fmla="*/ 1623 h 10000"/>
              <a:gd name="connsiteX62-1441" fmla="*/ 9545 w 10000"/>
              <a:gd name="connsiteY62-1442" fmla="*/ 1724 h 10000"/>
              <a:gd name="connsiteX63-1443" fmla="*/ 9545 w 10000"/>
              <a:gd name="connsiteY63-1444" fmla="*/ 1826 h 10000"/>
              <a:gd name="connsiteX64-1445" fmla="*/ 9545 w 10000"/>
              <a:gd name="connsiteY64-1446" fmla="*/ 2049 h 10000"/>
              <a:gd name="connsiteX65-1447" fmla="*/ 9545 w 10000"/>
              <a:gd name="connsiteY65-1448" fmla="*/ 2150 h 10000"/>
              <a:gd name="connsiteX66-1449" fmla="*/ 9545 w 10000"/>
              <a:gd name="connsiteY66-1450" fmla="*/ 2373 h 10000"/>
              <a:gd name="connsiteX67-1451" fmla="*/ 9545 w 10000"/>
              <a:gd name="connsiteY67-1452" fmla="*/ 2576 h 10000"/>
              <a:gd name="connsiteX68-1453" fmla="*/ 9545 w 10000"/>
              <a:gd name="connsiteY68-1454" fmla="*/ 2799 h 10000"/>
              <a:gd name="connsiteX69-1455" fmla="*/ 9545 w 10000"/>
              <a:gd name="connsiteY69-1456" fmla="*/ 3022 h 10000"/>
              <a:gd name="connsiteX70-1457" fmla="*/ 9545 w 10000"/>
              <a:gd name="connsiteY70-1458" fmla="*/ 3327 h 10000"/>
              <a:gd name="connsiteX71-1459" fmla="*/ 9545 w 10000"/>
              <a:gd name="connsiteY71-1460" fmla="*/ 3550 h 10000"/>
              <a:gd name="connsiteX72-1461" fmla="*/ 9545 w 10000"/>
              <a:gd name="connsiteY72-1462" fmla="*/ 3874 h 10000"/>
              <a:gd name="connsiteX73-1463" fmla="*/ 9545 w 10000"/>
              <a:gd name="connsiteY73-1464" fmla="*/ 4199 h 10000"/>
              <a:gd name="connsiteX74-1465" fmla="*/ 9545 w 10000"/>
              <a:gd name="connsiteY74-1466" fmla="*/ 4523 h 10000"/>
              <a:gd name="connsiteX75-1467" fmla="*/ 9545 w 10000"/>
              <a:gd name="connsiteY75-1468" fmla="*/ 4949 h 10000"/>
              <a:gd name="connsiteX76-1469" fmla="*/ 9545 w 10000"/>
              <a:gd name="connsiteY76-1470" fmla="*/ 5700 h 10000"/>
              <a:gd name="connsiteX77-1471" fmla="*/ 9545 w 10000"/>
              <a:gd name="connsiteY77-1472" fmla="*/ 6349 h 10000"/>
              <a:gd name="connsiteX78-1473" fmla="*/ 9545 w 10000"/>
              <a:gd name="connsiteY78-1474" fmla="*/ 6876 h 10000"/>
              <a:gd name="connsiteX79-1475" fmla="*/ 9545 w 10000"/>
              <a:gd name="connsiteY79-1476" fmla="*/ 7424 h 10000"/>
              <a:gd name="connsiteX80-1477" fmla="*/ 9545 w 10000"/>
              <a:gd name="connsiteY80-1478" fmla="*/ 7850 h 10000"/>
              <a:gd name="connsiteX81-1479" fmla="*/ 9545 w 10000"/>
              <a:gd name="connsiteY81-1480" fmla="*/ 8174 h 10000"/>
              <a:gd name="connsiteX82-1481" fmla="*/ 9545 w 10000"/>
              <a:gd name="connsiteY82-1482" fmla="*/ 8499 h 10000"/>
              <a:gd name="connsiteX83-1483" fmla="*/ 9545 w 10000"/>
              <a:gd name="connsiteY83-1484" fmla="*/ 8600 h 10000"/>
              <a:gd name="connsiteX84-1485" fmla="*/ 9545 w 10000"/>
              <a:gd name="connsiteY84-1486" fmla="*/ 8702 h 10000"/>
              <a:gd name="connsiteX85-1487" fmla="*/ 9167 w 10000"/>
              <a:gd name="connsiteY85-1488" fmla="*/ 9026 h 10000"/>
              <a:gd name="connsiteX86-1489" fmla="*/ 8788 w 10000"/>
              <a:gd name="connsiteY86-1490" fmla="*/ 9249 h 10000"/>
              <a:gd name="connsiteX87-1491" fmla="*/ 8333 w 10000"/>
              <a:gd name="connsiteY87-1492" fmla="*/ 9554 h 10000"/>
              <a:gd name="connsiteX88-1493" fmla="*/ 7576 w 10000"/>
              <a:gd name="connsiteY88-1494" fmla="*/ 9675 h 10000"/>
              <a:gd name="connsiteX89-1495" fmla="*/ 7576 w 10000"/>
              <a:gd name="connsiteY89-1496" fmla="*/ 9675 h 10000"/>
              <a:gd name="connsiteX0-1497" fmla="*/ 7576 w 10000"/>
              <a:gd name="connsiteY0-1498" fmla="*/ 9675 h 10000"/>
              <a:gd name="connsiteX1-1499" fmla="*/ 7197 w 10000"/>
              <a:gd name="connsiteY1-1500" fmla="*/ 9878 h 10000"/>
              <a:gd name="connsiteX2-1501" fmla="*/ 6742 w 10000"/>
              <a:gd name="connsiteY2-1502" fmla="*/ 10000 h 10000"/>
              <a:gd name="connsiteX3-1503" fmla="*/ 6364 w 10000"/>
              <a:gd name="connsiteY3-1504" fmla="*/ 10000 h 10000"/>
              <a:gd name="connsiteX4-1505" fmla="*/ 5606 w 10000"/>
              <a:gd name="connsiteY4-1506" fmla="*/ 10000 h 10000"/>
              <a:gd name="connsiteX5-1507" fmla="*/ 5606 w 10000"/>
              <a:gd name="connsiteY5-1508" fmla="*/ 10000 h 10000"/>
              <a:gd name="connsiteX6-1509" fmla="*/ 5152 w 10000"/>
              <a:gd name="connsiteY6-1510" fmla="*/ 9878 h 10000"/>
              <a:gd name="connsiteX7-1511" fmla="*/ 4773 w 10000"/>
              <a:gd name="connsiteY7-1512" fmla="*/ 9777 h 10000"/>
              <a:gd name="connsiteX8-1513" fmla="*/ 4773 w 10000"/>
              <a:gd name="connsiteY8-1514" fmla="*/ 9554 h 10000"/>
              <a:gd name="connsiteX9-1515" fmla="*/ 4394 w 10000"/>
              <a:gd name="connsiteY9-1516" fmla="*/ 9351 h 10000"/>
              <a:gd name="connsiteX10-1517" fmla="*/ 3939 w 10000"/>
              <a:gd name="connsiteY10-1518" fmla="*/ 9128 h 10000"/>
              <a:gd name="connsiteX11-1519" fmla="*/ 3182 w 10000"/>
              <a:gd name="connsiteY11-1520" fmla="*/ 8803 h 10000"/>
              <a:gd name="connsiteX12-1521" fmla="*/ 2348 w 10000"/>
              <a:gd name="connsiteY12-1522" fmla="*/ 8600 h 10000"/>
              <a:gd name="connsiteX13-1523" fmla="*/ 1591 w 10000"/>
              <a:gd name="connsiteY13-1524" fmla="*/ 8499 h 10000"/>
              <a:gd name="connsiteX14-1525" fmla="*/ 1136 w 10000"/>
              <a:gd name="connsiteY14-1526" fmla="*/ 8377 h 10000"/>
              <a:gd name="connsiteX15-1527" fmla="*/ 758 w 10000"/>
              <a:gd name="connsiteY15-1528" fmla="*/ 8276 h 10000"/>
              <a:gd name="connsiteX16-1529" fmla="*/ 379 w 10000"/>
              <a:gd name="connsiteY16-1530" fmla="*/ 8276 h 10000"/>
              <a:gd name="connsiteX17-1531" fmla="*/ 0 w 10000"/>
              <a:gd name="connsiteY17-1532" fmla="*/ 8174 h 10000"/>
              <a:gd name="connsiteX18-1533" fmla="*/ 0 w 10000"/>
              <a:gd name="connsiteY18-1534" fmla="*/ 8174 h 10000"/>
              <a:gd name="connsiteX19-1535" fmla="*/ 3561 w 10000"/>
              <a:gd name="connsiteY19-1536" fmla="*/ 8174 h 10000"/>
              <a:gd name="connsiteX20-1537" fmla="*/ 4773 w 10000"/>
              <a:gd name="connsiteY20-1538" fmla="*/ 8174 h 10000"/>
              <a:gd name="connsiteX21-1539" fmla="*/ 5606 w 10000"/>
              <a:gd name="connsiteY21-1540" fmla="*/ 8174 h 10000"/>
              <a:gd name="connsiteX22-1541" fmla="*/ 5985 w 10000"/>
              <a:gd name="connsiteY22-1542" fmla="*/ 8174 h 10000"/>
              <a:gd name="connsiteX23-1543" fmla="*/ 6364 w 10000"/>
              <a:gd name="connsiteY23-1544" fmla="*/ 8174 h 10000"/>
              <a:gd name="connsiteX24-1545" fmla="*/ 6364 w 10000"/>
              <a:gd name="connsiteY24-1546" fmla="*/ 8053 h 10000"/>
              <a:gd name="connsiteX25-1547" fmla="*/ 6364 w 10000"/>
              <a:gd name="connsiteY25-1548" fmla="*/ 7951 h 10000"/>
              <a:gd name="connsiteX26-1549" fmla="*/ 6364 w 10000"/>
              <a:gd name="connsiteY26-1550" fmla="*/ 7850 h 10000"/>
              <a:gd name="connsiteX27-1551" fmla="*/ 6742 w 10000"/>
              <a:gd name="connsiteY27-1552" fmla="*/ 7627 h 10000"/>
              <a:gd name="connsiteX28-1553" fmla="*/ 6742 w 10000"/>
              <a:gd name="connsiteY28-1554" fmla="*/ 7424 h 10000"/>
              <a:gd name="connsiteX29-1555" fmla="*/ 6742 w 10000"/>
              <a:gd name="connsiteY29-1556" fmla="*/ 7201 h 10000"/>
              <a:gd name="connsiteX30-1557" fmla="*/ 6742 w 10000"/>
              <a:gd name="connsiteY30-1558" fmla="*/ 6978 h 10000"/>
              <a:gd name="connsiteX31-1559" fmla="*/ 6742 w 10000"/>
              <a:gd name="connsiteY31-1560" fmla="*/ 6450 h 10000"/>
              <a:gd name="connsiteX32-1561" fmla="*/ 6742 w 10000"/>
              <a:gd name="connsiteY32-1562" fmla="*/ 6024 h 10000"/>
              <a:gd name="connsiteX33-1563" fmla="*/ 6742 w 10000"/>
              <a:gd name="connsiteY33-1564" fmla="*/ 5598 h 10000"/>
              <a:gd name="connsiteX34-1565" fmla="*/ 6742 w 10000"/>
              <a:gd name="connsiteY34-1566" fmla="*/ 5274 h 10000"/>
              <a:gd name="connsiteX35-1567" fmla="*/ 6742 w 10000"/>
              <a:gd name="connsiteY35-1568" fmla="*/ 5051 h 10000"/>
              <a:gd name="connsiteX36-1569" fmla="*/ 6742 w 10000"/>
              <a:gd name="connsiteY36-1570" fmla="*/ 4848 h 10000"/>
              <a:gd name="connsiteX37-1571" fmla="*/ 6742 w 10000"/>
              <a:gd name="connsiteY37-1572" fmla="*/ 4625 h 10000"/>
              <a:gd name="connsiteX38-1573" fmla="*/ 6742 w 10000"/>
              <a:gd name="connsiteY38-1574" fmla="*/ 4402 h 10000"/>
              <a:gd name="connsiteX39-1575" fmla="*/ 6742 w 10000"/>
              <a:gd name="connsiteY39-1576" fmla="*/ 4077 h 10000"/>
              <a:gd name="connsiteX40-1577" fmla="*/ 6742 w 10000"/>
              <a:gd name="connsiteY40-1578" fmla="*/ 3773 h 10000"/>
              <a:gd name="connsiteX41-1579" fmla="*/ 6742 w 10000"/>
              <a:gd name="connsiteY41-1580" fmla="*/ 3448 h 10000"/>
              <a:gd name="connsiteX42-1581" fmla="*/ 6742 w 10000"/>
              <a:gd name="connsiteY42-1582" fmla="*/ 3022 h 10000"/>
              <a:gd name="connsiteX43-1583" fmla="*/ 6364 w 10000"/>
              <a:gd name="connsiteY43-1584" fmla="*/ 2373 h 10000"/>
              <a:gd name="connsiteX44-1585" fmla="*/ 5985 w 10000"/>
              <a:gd name="connsiteY44-1586" fmla="*/ 1501 h 10000"/>
              <a:gd name="connsiteX45-1587" fmla="*/ 5606 w 10000"/>
              <a:gd name="connsiteY45-1588" fmla="*/ 751 h 10000"/>
              <a:gd name="connsiteX46-1589" fmla="*/ 5152 w 10000"/>
              <a:gd name="connsiteY46-1590" fmla="*/ 0 h 10000"/>
              <a:gd name="connsiteX47-1591" fmla="*/ 5985 w 10000"/>
              <a:gd name="connsiteY47-1592" fmla="*/ 223 h 10000"/>
              <a:gd name="connsiteX48-1593" fmla="*/ 7197 w 10000"/>
              <a:gd name="connsiteY48-1594" fmla="*/ 426 h 10000"/>
              <a:gd name="connsiteX49-1595" fmla="*/ 7955 w 10000"/>
              <a:gd name="connsiteY49-1596" fmla="*/ 548 h 10000"/>
              <a:gd name="connsiteX50-1597" fmla="*/ 8788 w 10000"/>
              <a:gd name="connsiteY50-1598" fmla="*/ 649 h 10000"/>
              <a:gd name="connsiteX51-1599" fmla="*/ 9167 w 10000"/>
              <a:gd name="connsiteY51-1600" fmla="*/ 751 h 10000"/>
              <a:gd name="connsiteX52-1601" fmla="*/ 9545 w 10000"/>
              <a:gd name="connsiteY52-1602" fmla="*/ 872 h 10000"/>
              <a:gd name="connsiteX53-1603" fmla="*/ 10000 w 10000"/>
              <a:gd name="connsiteY53-1604" fmla="*/ 974 h 10000"/>
              <a:gd name="connsiteX54-1605" fmla="*/ 10000 w 10000"/>
              <a:gd name="connsiteY54-1606" fmla="*/ 974 h 10000"/>
              <a:gd name="connsiteX55-1607" fmla="*/ 10000 w 10000"/>
              <a:gd name="connsiteY55-1608" fmla="*/ 1075 h 10000"/>
              <a:gd name="connsiteX56-1609" fmla="*/ 10000 w 10000"/>
              <a:gd name="connsiteY56-1610" fmla="*/ 1176 h 10000"/>
              <a:gd name="connsiteX57-1611" fmla="*/ 10000 w 10000"/>
              <a:gd name="connsiteY57-1612" fmla="*/ 1400 h 10000"/>
              <a:gd name="connsiteX58-1613" fmla="*/ 10000 w 10000"/>
              <a:gd name="connsiteY58-1614" fmla="*/ 1501 h 10000"/>
              <a:gd name="connsiteX59-1615" fmla="*/ 9545 w 10000"/>
              <a:gd name="connsiteY59-1616" fmla="*/ 1501 h 10000"/>
              <a:gd name="connsiteX60-1617" fmla="*/ 9545 w 10000"/>
              <a:gd name="connsiteY60-1618" fmla="*/ 1623 h 10000"/>
              <a:gd name="connsiteX61-1619" fmla="*/ 9545 w 10000"/>
              <a:gd name="connsiteY61-1620" fmla="*/ 1724 h 10000"/>
              <a:gd name="connsiteX62-1621" fmla="*/ 9545 w 10000"/>
              <a:gd name="connsiteY62-1622" fmla="*/ 1826 h 10000"/>
              <a:gd name="connsiteX63-1623" fmla="*/ 9545 w 10000"/>
              <a:gd name="connsiteY63-1624" fmla="*/ 2049 h 10000"/>
              <a:gd name="connsiteX64-1625" fmla="*/ 9545 w 10000"/>
              <a:gd name="connsiteY64-1626" fmla="*/ 2150 h 10000"/>
              <a:gd name="connsiteX65-1627" fmla="*/ 9545 w 10000"/>
              <a:gd name="connsiteY65-1628" fmla="*/ 2373 h 10000"/>
              <a:gd name="connsiteX66-1629" fmla="*/ 9545 w 10000"/>
              <a:gd name="connsiteY66-1630" fmla="*/ 2576 h 10000"/>
              <a:gd name="connsiteX67-1631" fmla="*/ 9545 w 10000"/>
              <a:gd name="connsiteY67-1632" fmla="*/ 2799 h 10000"/>
              <a:gd name="connsiteX68-1633" fmla="*/ 9545 w 10000"/>
              <a:gd name="connsiteY68-1634" fmla="*/ 3022 h 10000"/>
              <a:gd name="connsiteX69-1635" fmla="*/ 9545 w 10000"/>
              <a:gd name="connsiteY69-1636" fmla="*/ 3327 h 10000"/>
              <a:gd name="connsiteX70-1637" fmla="*/ 9545 w 10000"/>
              <a:gd name="connsiteY70-1638" fmla="*/ 3550 h 10000"/>
              <a:gd name="connsiteX71-1639" fmla="*/ 9545 w 10000"/>
              <a:gd name="connsiteY71-1640" fmla="*/ 3874 h 10000"/>
              <a:gd name="connsiteX72-1641" fmla="*/ 9545 w 10000"/>
              <a:gd name="connsiteY72-1642" fmla="*/ 4199 h 10000"/>
              <a:gd name="connsiteX73-1643" fmla="*/ 9545 w 10000"/>
              <a:gd name="connsiteY73-1644" fmla="*/ 4523 h 10000"/>
              <a:gd name="connsiteX74-1645" fmla="*/ 9545 w 10000"/>
              <a:gd name="connsiteY74-1646" fmla="*/ 4949 h 10000"/>
              <a:gd name="connsiteX75-1647" fmla="*/ 9545 w 10000"/>
              <a:gd name="connsiteY75-1648" fmla="*/ 5700 h 10000"/>
              <a:gd name="connsiteX76-1649" fmla="*/ 9545 w 10000"/>
              <a:gd name="connsiteY76-1650" fmla="*/ 6349 h 10000"/>
              <a:gd name="connsiteX77-1651" fmla="*/ 9545 w 10000"/>
              <a:gd name="connsiteY77-1652" fmla="*/ 6876 h 10000"/>
              <a:gd name="connsiteX78-1653" fmla="*/ 9545 w 10000"/>
              <a:gd name="connsiteY78-1654" fmla="*/ 7424 h 10000"/>
              <a:gd name="connsiteX79-1655" fmla="*/ 9545 w 10000"/>
              <a:gd name="connsiteY79-1656" fmla="*/ 7850 h 10000"/>
              <a:gd name="connsiteX80-1657" fmla="*/ 9545 w 10000"/>
              <a:gd name="connsiteY80-1658" fmla="*/ 8174 h 10000"/>
              <a:gd name="connsiteX81-1659" fmla="*/ 9545 w 10000"/>
              <a:gd name="connsiteY81-1660" fmla="*/ 8499 h 10000"/>
              <a:gd name="connsiteX82-1661" fmla="*/ 9545 w 10000"/>
              <a:gd name="connsiteY82-1662" fmla="*/ 8600 h 10000"/>
              <a:gd name="connsiteX83-1663" fmla="*/ 9545 w 10000"/>
              <a:gd name="connsiteY83-1664" fmla="*/ 8702 h 10000"/>
              <a:gd name="connsiteX84-1665" fmla="*/ 9167 w 10000"/>
              <a:gd name="connsiteY84-1666" fmla="*/ 9026 h 10000"/>
              <a:gd name="connsiteX85-1667" fmla="*/ 8788 w 10000"/>
              <a:gd name="connsiteY85-1668" fmla="*/ 9249 h 10000"/>
              <a:gd name="connsiteX86-1669" fmla="*/ 8333 w 10000"/>
              <a:gd name="connsiteY86-1670" fmla="*/ 9554 h 10000"/>
              <a:gd name="connsiteX87-1671" fmla="*/ 7576 w 10000"/>
              <a:gd name="connsiteY87-1672" fmla="*/ 9675 h 10000"/>
              <a:gd name="connsiteX88-1673" fmla="*/ 7576 w 10000"/>
              <a:gd name="connsiteY88-1674" fmla="*/ 9675 h 10000"/>
              <a:gd name="connsiteX0-1675" fmla="*/ 7576 w 10000"/>
              <a:gd name="connsiteY0-1676" fmla="*/ 9675 h 10000"/>
              <a:gd name="connsiteX1-1677" fmla="*/ 7197 w 10000"/>
              <a:gd name="connsiteY1-1678" fmla="*/ 9878 h 10000"/>
              <a:gd name="connsiteX2-1679" fmla="*/ 6742 w 10000"/>
              <a:gd name="connsiteY2-1680" fmla="*/ 10000 h 10000"/>
              <a:gd name="connsiteX3-1681" fmla="*/ 6364 w 10000"/>
              <a:gd name="connsiteY3-1682" fmla="*/ 10000 h 10000"/>
              <a:gd name="connsiteX4-1683" fmla="*/ 5606 w 10000"/>
              <a:gd name="connsiteY4-1684" fmla="*/ 10000 h 10000"/>
              <a:gd name="connsiteX5-1685" fmla="*/ 5606 w 10000"/>
              <a:gd name="connsiteY5-1686" fmla="*/ 10000 h 10000"/>
              <a:gd name="connsiteX6-1687" fmla="*/ 5152 w 10000"/>
              <a:gd name="connsiteY6-1688" fmla="*/ 9878 h 10000"/>
              <a:gd name="connsiteX7-1689" fmla="*/ 4773 w 10000"/>
              <a:gd name="connsiteY7-1690" fmla="*/ 9777 h 10000"/>
              <a:gd name="connsiteX8-1691" fmla="*/ 4773 w 10000"/>
              <a:gd name="connsiteY8-1692" fmla="*/ 9554 h 10000"/>
              <a:gd name="connsiteX9-1693" fmla="*/ 4394 w 10000"/>
              <a:gd name="connsiteY9-1694" fmla="*/ 9351 h 10000"/>
              <a:gd name="connsiteX10-1695" fmla="*/ 3939 w 10000"/>
              <a:gd name="connsiteY10-1696" fmla="*/ 9128 h 10000"/>
              <a:gd name="connsiteX11-1697" fmla="*/ 3182 w 10000"/>
              <a:gd name="connsiteY11-1698" fmla="*/ 8803 h 10000"/>
              <a:gd name="connsiteX12-1699" fmla="*/ 2348 w 10000"/>
              <a:gd name="connsiteY12-1700" fmla="*/ 8600 h 10000"/>
              <a:gd name="connsiteX13-1701" fmla="*/ 1591 w 10000"/>
              <a:gd name="connsiteY13-1702" fmla="*/ 8499 h 10000"/>
              <a:gd name="connsiteX14-1703" fmla="*/ 1136 w 10000"/>
              <a:gd name="connsiteY14-1704" fmla="*/ 8377 h 10000"/>
              <a:gd name="connsiteX15-1705" fmla="*/ 758 w 10000"/>
              <a:gd name="connsiteY15-1706" fmla="*/ 8276 h 10000"/>
              <a:gd name="connsiteX16-1707" fmla="*/ 379 w 10000"/>
              <a:gd name="connsiteY16-1708" fmla="*/ 8276 h 10000"/>
              <a:gd name="connsiteX17-1709" fmla="*/ 0 w 10000"/>
              <a:gd name="connsiteY17-1710" fmla="*/ 8174 h 10000"/>
              <a:gd name="connsiteX18-1711" fmla="*/ 3561 w 10000"/>
              <a:gd name="connsiteY18-1712" fmla="*/ 8174 h 10000"/>
              <a:gd name="connsiteX19-1713" fmla="*/ 4773 w 10000"/>
              <a:gd name="connsiteY19-1714" fmla="*/ 8174 h 10000"/>
              <a:gd name="connsiteX20-1715" fmla="*/ 5606 w 10000"/>
              <a:gd name="connsiteY20-1716" fmla="*/ 8174 h 10000"/>
              <a:gd name="connsiteX21-1717" fmla="*/ 5985 w 10000"/>
              <a:gd name="connsiteY21-1718" fmla="*/ 8174 h 10000"/>
              <a:gd name="connsiteX22-1719" fmla="*/ 6364 w 10000"/>
              <a:gd name="connsiteY22-1720" fmla="*/ 8174 h 10000"/>
              <a:gd name="connsiteX23-1721" fmla="*/ 6364 w 10000"/>
              <a:gd name="connsiteY23-1722" fmla="*/ 8053 h 10000"/>
              <a:gd name="connsiteX24-1723" fmla="*/ 6364 w 10000"/>
              <a:gd name="connsiteY24-1724" fmla="*/ 7951 h 10000"/>
              <a:gd name="connsiteX25-1725" fmla="*/ 6364 w 10000"/>
              <a:gd name="connsiteY25-1726" fmla="*/ 7850 h 10000"/>
              <a:gd name="connsiteX26-1727" fmla="*/ 6742 w 10000"/>
              <a:gd name="connsiteY26-1728" fmla="*/ 7627 h 10000"/>
              <a:gd name="connsiteX27-1729" fmla="*/ 6742 w 10000"/>
              <a:gd name="connsiteY27-1730" fmla="*/ 7424 h 10000"/>
              <a:gd name="connsiteX28-1731" fmla="*/ 6742 w 10000"/>
              <a:gd name="connsiteY28-1732" fmla="*/ 7201 h 10000"/>
              <a:gd name="connsiteX29-1733" fmla="*/ 6742 w 10000"/>
              <a:gd name="connsiteY29-1734" fmla="*/ 6978 h 10000"/>
              <a:gd name="connsiteX30-1735" fmla="*/ 6742 w 10000"/>
              <a:gd name="connsiteY30-1736" fmla="*/ 6450 h 10000"/>
              <a:gd name="connsiteX31-1737" fmla="*/ 6742 w 10000"/>
              <a:gd name="connsiteY31-1738" fmla="*/ 6024 h 10000"/>
              <a:gd name="connsiteX32-1739" fmla="*/ 6742 w 10000"/>
              <a:gd name="connsiteY32-1740" fmla="*/ 5598 h 10000"/>
              <a:gd name="connsiteX33-1741" fmla="*/ 6742 w 10000"/>
              <a:gd name="connsiteY33-1742" fmla="*/ 5274 h 10000"/>
              <a:gd name="connsiteX34-1743" fmla="*/ 6742 w 10000"/>
              <a:gd name="connsiteY34-1744" fmla="*/ 5051 h 10000"/>
              <a:gd name="connsiteX35-1745" fmla="*/ 6742 w 10000"/>
              <a:gd name="connsiteY35-1746" fmla="*/ 4848 h 10000"/>
              <a:gd name="connsiteX36-1747" fmla="*/ 6742 w 10000"/>
              <a:gd name="connsiteY36-1748" fmla="*/ 4625 h 10000"/>
              <a:gd name="connsiteX37-1749" fmla="*/ 6742 w 10000"/>
              <a:gd name="connsiteY37-1750" fmla="*/ 4402 h 10000"/>
              <a:gd name="connsiteX38-1751" fmla="*/ 6742 w 10000"/>
              <a:gd name="connsiteY38-1752" fmla="*/ 4077 h 10000"/>
              <a:gd name="connsiteX39-1753" fmla="*/ 6742 w 10000"/>
              <a:gd name="connsiteY39-1754" fmla="*/ 3773 h 10000"/>
              <a:gd name="connsiteX40-1755" fmla="*/ 6742 w 10000"/>
              <a:gd name="connsiteY40-1756" fmla="*/ 3448 h 10000"/>
              <a:gd name="connsiteX41-1757" fmla="*/ 6742 w 10000"/>
              <a:gd name="connsiteY41-1758" fmla="*/ 3022 h 10000"/>
              <a:gd name="connsiteX42-1759" fmla="*/ 6364 w 10000"/>
              <a:gd name="connsiteY42-1760" fmla="*/ 2373 h 10000"/>
              <a:gd name="connsiteX43-1761" fmla="*/ 5985 w 10000"/>
              <a:gd name="connsiteY43-1762" fmla="*/ 1501 h 10000"/>
              <a:gd name="connsiteX44-1763" fmla="*/ 5606 w 10000"/>
              <a:gd name="connsiteY44-1764" fmla="*/ 751 h 10000"/>
              <a:gd name="connsiteX45-1765" fmla="*/ 5152 w 10000"/>
              <a:gd name="connsiteY45-1766" fmla="*/ 0 h 10000"/>
              <a:gd name="connsiteX46-1767" fmla="*/ 5985 w 10000"/>
              <a:gd name="connsiteY46-1768" fmla="*/ 223 h 10000"/>
              <a:gd name="connsiteX47-1769" fmla="*/ 7197 w 10000"/>
              <a:gd name="connsiteY47-1770" fmla="*/ 426 h 10000"/>
              <a:gd name="connsiteX48-1771" fmla="*/ 7955 w 10000"/>
              <a:gd name="connsiteY48-1772" fmla="*/ 548 h 10000"/>
              <a:gd name="connsiteX49-1773" fmla="*/ 8788 w 10000"/>
              <a:gd name="connsiteY49-1774" fmla="*/ 649 h 10000"/>
              <a:gd name="connsiteX50-1775" fmla="*/ 9167 w 10000"/>
              <a:gd name="connsiteY50-1776" fmla="*/ 751 h 10000"/>
              <a:gd name="connsiteX51-1777" fmla="*/ 9545 w 10000"/>
              <a:gd name="connsiteY51-1778" fmla="*/ 872 h 10000"/>
              <a:gd name="connsiteX52-1779" fmla="*/ 10000 w 10000"/>
              <a:gd name="connsiteY52-1780" fmla="*/ 974 h 10000"/>
              <a:gd name="connsiteX53-1781" fmla="*/ 10000 w 10000"/>
              <a:gd name="connsiteY53-1782" fmla="*/ 974 h 10000"/>
              <a:gd name="connsiteX54-1783" fmla="*/ 10000 w 10000"/>
              <a:gd name="connsiteY54-1784" fmla="*/ 1075 h 10000"/>
              <a:gd name="connsiteX55-1785" fmla="*/ 10000 w 10000"/>
              <a:gd name="connsiteY55-1786" fmla="*/ 1176 h 10000"/>
              <a:gd name="connsiteX56-1787" fmla="*/ 10000 w 10000"/>
              <a:gd name="connsiteY56-1788" fmla="*/ 1400 h 10000"/>
              <a:gd name="connsiteX57-1789" fmla="*/ 10000 w 10000"/>
              <a:gd name="connsiteY57-1790" fmla="*/ 1501 h 10000"/>
              <a:gd name="connsiteX58-1791" fmla="*/ 9545 w 10000"/>
              <a:gd name="connsiteY58-1792" fmla="*/ 1501 h 10000"/>
              <a:gd name="connsiteX59-1793" fmla="*/ 9545 w 10000"/>
              <a:gd name="connsiteY59-1794" fmla="*/ 1623 h 10000"/>
              <a:gd name="connsiteX60-1795" fmla="*/ 9545 w 10000"/>
              <a:gd name="connsiteY60-1796" fmla="*/ 1724 h 10000"/>
              <a:gd name="connsiteX61-1797" fmla="*/ 9545 w 10000"/>
              <a:gd name="connsiteY61-1798" fmla="*/ 1826 h 10000"/>
              <a:gd name="connsiteX62-1799" fmla="*/ 9545 w 10000"/>
              <a:gd name="connsiteY62-1800" fmla="*/ 2049 h 10000"/>
              <a:gd name="connsiteX63-1801" fmla="*/ 9545 w 10000"/>
              <a:gd name="connsiteY63-1802" fmla="*/ 2150 h 10000"/>
              <a:gd name="connsiteX64-1803" fmla="*/ 9545 w 10000"/>
              <a:gd name="connsiteY64-1804" fmla="*/ 2373 h 10000"/>
              <a:gd name="connsiteX65-1805" fmla="*/ 9545 w 10000"/>
              <a:gd name="connsiteY65-1806" fmla="*/ 2576 h 10000"/>
              <a:gd name="connsiteX66-1807" fmla="*/ 9545 w 10000"/>
              <a:gd name="connsiteY66-1808" fmla="*/ 2799 h 10000"/>
              <a:gd name="connsiteX67-1809" fmla="*/ 9545 w 10000"/>
              <a:gd name="connsiteY67-1810" fmla="*/ 3022 h 10000"/>
              <a:gd name="connsiteX68-1811" fmla="*/ 9545 w 10000"/>
              <a:gd name="connsiteY68-1812" fmla="*/ 3327 h 10000"/>
              <a:gd name="connsiteX69-1813" fmla="*/ 9545 w 10000"/>
              <a:gd name="connsiteY69-1814" fmla="*/ 3550 h 10000"/>
              <a:gd name="connsiteX70-1815" fmla="*/ 9545 w 10000"/>
              <a:gd name="connsiteY70-1816" fmla="*/ 3874 h 10000"/>
              <a:gd name="connsiteX71-1817" fmla="*/ 9545 w 10000"/>
              <a:gd name="connsiteY71-1818" fmla="*/ 4199 h 10000"/>
              <a:gd name="connsiteX72-1819" fmla="*/ 9545 w 10000"/>
              <a:gd name="connsiteY72-1820" fmla="*/ 4523 h 10000"/>
              <a:gd name="connsiteX73-1821" fmla="*/ 9545 w 10000"/>
              <a:gd name="connsiteY73-1822" fmla="*/ 4949 h 10000"/>
              <a:gd name="connsiteX74-1823" fmla="*/ 9545 w 10000"/>
              <a:gd name="connsiteY74-1824" fmla="*/ 5700 h 10000"/>
              <a:gd name="connsiteX75-1825" fmla="*/ 9545 w 10000"/>
              <a:gd name="connsiteY75-1826" fmla="*/ 6349 h 10000"/>
              <a:gd name="connsiteX76-1827" fmla="*/ 9545 w 10000"/>
              <a:gd name="connsiteY76-1828" fmla="*/ 6876 h 10000"/>
              <a:gd name="connsiteX77-1829" fmla="*/ 9545 w 10000"/>
              <a:gd name="connsiteY77-1830" fmla="*/ 7424 h 10000"/>
              <a:gd name="connsiteX78-1831" fmla="*/ 9545 w 10000"/>
              <a:gd name="connsiteY78-1832" fmla="*/ 7850 h 10000"/>
              <a:gd name="connsiteX79-1833" fmla="*/ 9545 w 10000"/>
              <a:gd name="connsiteY79-1834" fmla="*/ 8174 h 10000"/>
              <a:gd name="connsiteX80-1835" fmla="*/ 9545 w 10000"/>
              <a:gd name="connsiteY80-1836" fmla="*/ 8499 h 10000"/>
              <a:gd name="connsiteX81-1837" fmla="*/ 9545 w 10000"/>
              <a:gd name="connsiteY81-1838" fmla="*/ 8600 h 10000"/>
              <a:gd name="connsiteX82-1839" fmla="*/ 9545 w 10000"/>
              <a:gd name="connsiteY82-1840" fmla="*/ 8702 h 10000"/>
              <a:gd name="connsiteX83-1841" fmla="*/ 9167 w 10000"/>
              <a:gd name="connsiteY83-1842" fmla="*/ 9026 h 10000"/>
              <a:gd name="connsiteX84-1843" fmla="*/ 8788 w 10000"/>
              <a:gd name="connsiteY84-1844" fmla="*/ 9249 h 10000"/>
              <a:gd name="connsiteX85-1845" fmla="*/ 8333 w 10000"/>
              <a:gd name="connsiteY85-1846" fmla="*/ 9554 h 10000"/>
              <a:gd name="connsiteX86-1847" fmla="*/ 7576 w 10000"/>
              <a:gd name="connsiteY86-1848" fmla="*/ 9675 h 10000"/>
              <a:gd name="connsiteX87-1849" fmla="*/ 7576 w 10000"/>
              <a:gd name="connsiteY87-1850" fmla="*/ 9675 h 10000"/>
              <a:gd name="connsiteX0-1851" fmla="*/ 7197 w 9621"/>
              <a:gd name="connsiteY0-1852" fmla="*/ 9675 h 10000"/>
              <a:gd name="connsiteX1-1853" fmla="*/ 6818 w 9621"/>
              <a:gd name="connsiteY1-1854" fmla="*/ 9878 h 10000"/>
              <a:gd name="connsiteX2-1855" fmla="*/ 6363 w 9621"/>
              <a:gd name="connsiteY2-1856" fmla="*/ 10000 h 10000"/>
              <a:gd name="connsiteX3-1857" fmla="*/ 5985 w 9621"/>
              <a:gd name="connsiteY3-1858" fmla="*/ 10000 h 10000"/>
              <a:gd name="connsiteX4-1859" fmla="*/ 5227 w 9621"/>
              <a:gd name="connsiteY4-1860" fmla="*/ 10000 h 10000"/>
              <a:gd name="connsiteX5-1861" fmla="*/ 5227 w 9621"/>
              <a:gd name="connsiteY5-1862" fmla="*/ 10000 h 10000"/>
              <a:gd name="connsiteX6-1863" fmla="*/ 4773 w 9621"/>
              <a:gd name="connsiteY6-1864" fmla="*/ 9878 h 10000"/>
              <a:gd name="connsiteX7-1865" fmla="*/ 4394 w 9621"/>
              <a:gd name="connsiteY7-1866" fmla="*/ 9777 h 10000"/>
              <a:gd name="connsiteX8-1867" fmla="*/ 4394 w 9621"/>
              <a:gd name="connsiteY8-1868" fmla="*/ 9554 h 10000"/>
              <a:gd name="connsiteX9-1869" fmla="*/ 4015 w 9621"/>
              <a:gd name="connsiteY9-1870" fmla="*/ 9351 h 10000"/>
              <a:gd name="connsiteX10-1871" fmla="*/ 3560 w 9621"/>
              <a:gd name="connsiteY10-1872" fmla="*/ 9128 h 10000"/>
              <a:gd name="connsiteX11-1873" fmla="*/ 2803 w 9621"/>
              <a:gd name="connsiteY11-1874" fmla="*/ 8803 h 10000"/>
              <a:gd name="connsiteX12-1875" fmla="*/ 1969 w 9621"/>
              <a:gd name="connsiteY12-1876" fmla="*/ 8600 h 10000"/>
              <a:gd name="connsiteX13-1877" fmla="*/ 1212 w 9621"/>
              <a:gd name="connsiteY13-1878" fmla="*/ 8499 h 10000"/>
              <a:gd name="connsiteX14-1879" fmla="*/ 757 w 9621"/>
              <a:gd name="connsiteY14-1880" fmla="*/ 8377 h 10000"/>
              <a:gd name="connsiteX15-1881" fmla="*/ 379 w 9621"/>
              <a:gd name="connsiteY15-1882" fmla="*/ 8276 h 10000"/>
              <a:gd name="connsiteX16-1883" fmla="*/ 0 w 9621"/>
              <a:gd name="connsiteY16-1884" fmla="*/ 8276 h 10000"/>
              <a:gd name="connsiteX17-1885" fmla="*/ 3182 w 9621"/>
              <a:gd name="connsiteY17-1886" fmla="*/ 8174 h 10000"/>
              <a:gd name="connsiteX18-1887" fmla="*/ 4394 w 9621"/>
              <a:gd name="connsiteY18-1888" fmla="*/ 8174 h 10000"/>
              <a:gd name="connsiteX19-1889" fmla="*/ 5227 w 9621"/>
              <a:gd name="connsiteY19-1890" fmla="*/ 8174 h 10000"/>
              <a:gd name="connsiteX20-1891" fmla="*/ 5606 w 9621"/>
              <a:gd name="connsiteY20-1892" fmla="*/ 8174 h 10000"/>
              <a:gd name="connsiteX21-1893" fmla="*/ 5985 w 9621"/>
              <a:gd name="connsiteY21-1894" fmla="*/ 8174 h 10000"/>
              <a:gd name="connsiteX22-1895" fmla="*/ 5985 w 9621"/>
              <a:gd name="connsiteY22-1896" fmla="*/ 8053 h 10000"/>
              <a:gd name="connsiteX23-1897" fmla="*/ 5985 w 9621"/>
              <a:gd name="connsiteY23-1898" fmla="*/ 7951 h 10000"/>
              <a:gd name="connsiteX24-1899" fmla="*/ 5985 w 9621"/>
              <a:gd name="connsiteY24-1900" fmla="*/ 7850 h 10000"/>
              <a:gd name="connsiteX25-1901" fmla="*/ 6363 w 9621"/>
              <a:gd name="connsiteY25-1902" fmla="*/ 7627 h 10000"/>
              <a:gd name="connsiteX26-1903" fmla="*/ 6363 w 9621"/>
              <a:gd name="connsiteY26-1904" fmla="*/ 7424 h 10000"/>
              <a:gd name="connsiteX27-1905" fmla="*/ 6363 w 9621"/>
              <a:gd name="connsiteY27-1906" fmla="*/ 7201 h 10000"/>
              <a:gd name="connsiteX28-1907" fmla="*/ 6363 w 9621"/>
              <a:gd name="connsiteY28-1908" fmla="*/ 6978 h 10000"/>
              <a:gd name="connsiteX29-1909" fmla="*/ 6363 w 9621"/>
              <a:gd name="connsiteY29-1910" fmla="*/ 6450 h 10000"/>
              <a:gd name="connsiteX30-1911" fmla="*/ 6363 w 9621"/>
              <a:gd name="connsiteY30-1912" fmla="*/ 6024 h 10000"/>
              <a:gd name="connsiteX31-1913" fmla="*/ 6363 w 9621"/>
              <a:gd name="connsiteY31-1914" fmla="*/ 5598 h 10000"/>
              <a:gd name="connsiteX32-1915" fmla="*/ 6363 w 9621"/>
              <a:gd name="connsiteY32-1916" fmla="*/ 5274 h 10000"/>
              <a:gd name="connsiteX33-1917" fmla="*/ 6363 w 9621"/>
              <a:gd name="connsiteY33-1918" fmla="*/ 5051 h 10000"/>
              <a:gd name="connsiteX34-1919" fmla="*/ 6363 w 9621"/>
              <a:gd name="connsiteY34-1920" fmla="*/ 4848 h 10000"/>
              <a:gd name="connsiteX35-1921" fmla="*/ 6363 w 9621"/>
              <a:gd name="connsiteY35-1922" fmla="*/ 4625 h 10000"/>
              <a:gd name="connsiteX36-1923" fmla="*/ 6363 w 9621"/>
              <a:gd name="connsiteY36-1924" fmla="*/ 4402 h 10000"/>
              <a:gd name="connsiteX37-1925" fmla="*/ 6363 w 9621"/>
              <a:gd name="connsiteY37-1926" fmla="*/ 4077 h 10000"/>
              <a:gd name="connsiteX38-1927" fmla="*/ 6363 w 9621"/>
              <a:gd name="connsiteY38-1928" fmla="*/ 3773 h 10000"/>
              <a:gd name="connsiteX39-1929" fmla="*/ 6363 w 9621"/>
              <a:gd name="connsiteY39-1930" fmla="*/ 3448 h 10000"/>
              <a:gd name="connsiteX40-1931" fmla="*/ 6363 w 9621"/>
              <a:gd name="connsiteY40-1932" fmla="*/ 3022 h 10000"/>
              <a:gd name="connsiteX41-1933" fmla="*/ 5985 w 9621"/>
              <a:gd name="connsiteY41-1934" fmla="*/ 2373 h 10000"/>
              <a:gd name="connsiteX42-1935" fmla="*/ 5606 w 9621"/>
              <a:gd name="connsiteY42-1936" fmla="*/ 1501 h 10000"/>
              <a:gd name="connsiteX43-1937" fmla="*/ 5227 w 9621"/>
              <a:gd name="connsiteY43-1938" fmla="*/ 751 h 10000"/>
              <a:gd name="connsiteX44-1939" fmla="*/ 4773 w 9621"/>
              <a:gd name="connsiteY44-1940" fmla="*/ 0 h 10000"/>
              <a:gd name="connsiteX45-1941" fmla="*/ 5606 w 9621"/>
              <a:gd name="connsiteY45-1942" fmla="*/ 223 h 10000"/>
              <a:gd name="connsiteX46-1943" fmla="*/ 6818 w 9621"/>
              <a:gd name="connsiteY46-1944" fmla="*/ 426 h 10000"/>
              <a:gd name="connsiteX47-1945" fmla="*/ 7576 w 9621"/>
              <a:gd name="connsiteY47-1946" fmla="*/ 548 h 10000"/>
              <a:gd name="connsiteX48-1947" fmla="*/ 8409 w 9621"/>
              <a:gd name="connsiteY48-1948" fmla="*/ 649 h 10000"/>
              <a:gd name="connsiteX49-1949" fmla="*/ 8788 w 9621"/>
              <a:gd name="connsiteY49-1950" fmla="*/ 751 h 10000"/>
              <a:gd name="connsiteX50-1951" fmla="*/ 9166 w 9621"/>
              <a:gd name="connsiteY50-1952" fmla="*/ 872 h 10000"/>
              <a:gd name="connsiteX51-1953" fmla="*/ 9621 w 9621"/>
              <a:gd name="connsiteY51-1954" fmla="*/ 974 h 10000"/>
              <a:gd name="connsiteX52-1955" fmla="*/ 9621 w 9621"/>
              <a:gd name="connsiteY52-1956" fmla="*/ 974 h 10000"/>
              <a:gd name="connsiteX53-1957" fmla="*/ 9621 w 9621"/>
              <a:gd name="connsiteY53-1958" fmla="*/ 1075 h 10000"/>
              <a:gd name="connsiteX54-1959" fmla="*/ 9621 w 9621"/>
              <a:gd name="connsiteY54-1960" fmla="*/ 1176 h 10000"/>
              <a:gd name="connsiteX55-1961" fmla="*/ 9621 w 9621"/>
              <a:gd name="connsiteY55-1962" fmla="*/ 1400 h 10000"/>
              <a:gd name="connsiteX56-1963" fmla="*/ 9621 w 9621"/>
              <a:gd name="connsiteY56-1964" fmla="*/ 1501 h 10000"/>
              <a:gd name="connsiteX57-1965" fmla="*/ 9166 w 9621"/>
              <a:gd name="connsiteY57-1966" fmla="*/ 1501 h 10000"/>
              <a:gd name="connsiteX58-1967" fmla="*/ 9166 w 9621"/>
              <a:gd name="connsiteY58-1968" fmla="*/ 1623 h 10000"/>
              <a:gd name="connsiteX59-1969" fmla="*/ 9166 w 9621"/>
              <a:gd name="connsiteY59-1970" fmla="*/ 1724 h 10000"/>
              <a:gd name="connsiteX60-1971" fmla="*/ 9166 w 9621"/>
              <a:gd name="connsiteY60-1972" fmla="*/ 1826 h 10000"/>
              <a:gd name="connsiteX61-1973" fmla="*/ 9166 w 9621"/>
              <a:gd name="connsiteY61-1974" fmla="*/ 2049 h 10000"/>
              <a:gd name="connsiteX62-1975" fmla="*/ 9166 w 9621"/>
              <a:gd name="connsiteY62-1976" fmla="*/ 2150 h 10000"/>
              <a:gd name="connsiteX63-1977" fmla="*/ 9166 w 9621"/>
              <a:gd name="connsiteY63-1978" fmla="*/ 2373 h 10000"/>
              <a:gd name="connsiteX64-1979" fmla="*/ 9166 w 9621"/>
              <a:gd name="connsiteY64-1980" fmla="*/ 2576 h 10000"/>
              <a:gd name="connsiteX65-1981" fmla="*/ 9166 w 9621"/>
              <a:gd name="connsiteY65-1982" fmla="*/ 2799 h 10000"/>
              <a:gd name="connsiteX66-1983" fmla="*/ 9166 w 9621"/>
              <a:gd name="connsiteY66-1984" fmla="*/ 3022 h 10000"/>
              <a:gd name="connsiteX67-1985" fmla="*/ 9166 w 9621"/>
              <a:gd name="connsiteY67-1986" fmla="*/ 3327 h 10000"/>
              <a:gd name="connsiteX68-1987" fmla="*/ 9166 w 9621"/>
              <a:gd name="connsiteY68-1988" fmla="*/ 3550 h 10000"/>
              <a:gd name="connsiteX69-1989" fmla="*/ 9166 w 9621"/>
              <a:gd name="connsiteY69-1990" fmla="*/ 3874 h 10000"/>
              <a:gd name="connsiteX70-1991" fmla="*/ 9166 w 9621"/>
              <a:gd name="connsiteY70-1992" fmla="*/ 4199 h 10000"/>
              <a:gd name="connsiteX71-1993" fmla="*/ 9166 w 9621"/>
              <a:gd name="connsiteY71-1994" fmla="*/ 4523 h 10000"/>
              <a:gd name="connsiteX72-1995" fmla="*/ 9166 w 9621"/>
              <a:gd name="connsiteY72-1996" fmla="*/ 4949 h 10000"/>
              <a:gd name="connsiteX73-1997" fmla="*/ 9166 w 9621"/>
              <a:gd name="connsiteY73-1998" fmla="*/ 5700 h 10000"/>
              <a:gd name="connsiteX74-1999" fmla="*/ 9166 w 9621"/>
              <a:gd name="connsiteY74-2000" fmla="*/ 6349 h 10000"/>
              <a:gd name="connsiteX75-2001" fmla="*/ 9166 w 9621"/>
              <a:gd name="connsiteY75-2002" fmla="*/ 6876 h 10000"/>
              <a:gd name="connsiteX76-2003" fmla="*/ 9166 w 9621"/>
              <a:gd name="connsiteY76-2004" fmla="*/ 7424 h 10000"/>
              <a:gd name="connsiteX77-2005" fmla="*/ 9166 w 9621"/>
              <a:gd name="connsiteY77-2006" fmla="*/ 7850 h 10000"/>
              <a:gd name="connsiteX78-2007" fmla="*/ 9166 w 9621"/>
              <a:gd name="connsiteY78-2008" fmla="*/ 8174 h 10000"/>
              <a:gd name="connsiteX79-2009" fmla="*/ 9166 w 9621"/>
              <a:gd name="connsiteY79-2010" fmla="*/ 8499 h 10000"/>
              <a:gd name="connsiteX80-2011" fmla="*/ 9166 w 9621"/>
              <a:gd name="connsiteY80-2012" fmla="*/ 8600 h 10000"/>
              <a:gd name="connsiteX81-2013" fmla="*/ 9166 w 9621"/>
              <a:gd name="connsiteY81-2014" fmla="*/ 8702 h 10000"/>
              <a:gd name="connsiteX82-2015" fmla="*/ 8788 w 9621"/>
              <a:gd name="connsiteY82-2016" fmla="*/ 9026 h 10000"/>
              <a:gd name="connsiteX83-2017" fmla="*/ 8409 w 9621"/>
              <a:gd name="connsiteY83-2018" fmla="*/ 9249 h 10000"/>
              <a:gd name="connsiteX84-2019" fmla="*/ 7954 w 9621"/>
              <a:gd name="connsiteY84-2020" fmla="*/ 9554 h 10000"/>
              <a:gd name="connsiteX85-2021" fmla="*/ 7197 w 9621"/>
              <a:gd name="connsiteY85-2022" fmla="*/ 9675 h 10000"/>
              <a:gd name="connsiteX86-2023" fmla="*/ 7197 w 9621"/>
              <a:gd name="connsiteY86-2024" fmla="*/ 9675 h 10000"/>
              <a:gd name="connsiteX0-2025" fmla="*/ 7087 w 9606"/>
              <a:gd name="connsiteY0-2026" fmla="*/ 9675 h 10000"/>
              <a:gd name="connsiteX1-2027" fmla="*/ 6693 w 9606"/>
              <a:gd name="connsiteY1-2028" fmla="*/ 9878 h 10000"/>
              <a:gd name="connsiteX2-2029" fmla="*/ 6220 w 9606"/>
              <a:gd name="connsiteY2-2030" fmla="*/ 10000 h 10000"/>
              <a:gd name="connsiteX3-2031" fmla="*/ 5827 w 9606"/>
              <a:gd name="connsiteY3-2032" fmla="*/ 10000 h 10000"/>
              <a:gd name="connsiteX4-2033" fmla="*/ 5039 w 9606"/>
              <a:gd name="connsiteY4-2034" fmla="*/ 10000 h 10000"/>
              <a:gd name="connsiteX5-2035" fmla="*/ 5039 w 9606"/>
              <a:gd name="connsiteY5-2036" fmla="*/ 10000 h 10000"/>
              <a:gd name="connsiteX6-2037" fmla="*/ 4567 w 9606"/>
              <a:gd name="connsiteY6-2038" fmla="*/ 9878 h 10000"/>
              <a:gd name="connsiteX7-2039" fmla="*/ 4173 w 9606"/>
              <a:gd name="connsiteY7-2040" fmla="*/ 9777 h 10000"/>
              <a:gd name="connsiteX8-2041" fmla="*/ 4173 w 9606"/>
              <a:gd name="connsiteY8-2042" fmla="*/ 9554 h 10000"/>
              <a:gd name="connsiteX9-2043" fmla="*/ 3779 w 9606"/>
              <a:gd name="connsiteY9-2044" fmla="*/ 9351 h 10000"/>
              <a:gd name="connsiteX10-2045" fmla="*/ 3306 w 9606"/>
              <a:gd name="connsiteY10-2046" fmla="*/ 9128 h 10000"/>
              <a:gd name="connsiteX11-2047" fmla="*/ 2519 w 9606"/>
              <a:gd name="connsiteY11-2048" fmla="*/ 8803 h 10000"/>
              <a:gd name="connsiteX12-2049" fmla="*/ 1653 w 9606"/>
              <a:gd name="connsiteY12-2050" fmla="*/ 8600 h 10000"/>
              <a:gd name="connsiteX13-2051" fmla="*/ 866 w 9606"/>
              <a:gd name="connsiteY13-2052" fmla="*/ 8499 h 10000"/>
              <a:gd name="connsiteX14-2053" fmla="*/ 393 w 9606"/>
              <a:gd name="connsiteY14-2054" fmla="*/ 8377 h 10000"/>
              <a:gd name="connsiteX15-2055" fmla="*/ 0 w 9606"/>
              <a:gd name="connsiteY15-2056" fmla="*/ 8276 h 10000"/>
              <a:gd name="connsiteX16-2057" fmla="*/ 2913 w 9606"/>
              <a:gd name="connsiteY16-2058" fmla="*/ 8174 h 10000"/>
              <a:gd name="connsiteX17-2059" fmla="*/ 4173 w 9606"/>
              <a:gd name="connsiteY17-2060" fmla="*/ 8174 h 10000"/>
              <a:gd name="connsiteX18-2061" fmla="*/ 5039 w 9606"/>
              <a:gd name="connsiteY18-2062" fmla="*/ 8174 h 10000"/>
              <a:gd name="connsiteX19-2063" fmla="*/ 5433 w 9606"/>
              <a:gd name="connsiteY19-2064" fmla="*/ 8174 h 10000"/>
              <a:gd name="connsiteX20-2065" fmla="*/ 5827 w 9606"/>
              <a:gd name="connsiteY20-2066" fmla="*/ 8174 h 10000"/>
              <a:gd name="connsiteX21-2067" fmla="*/ 5827 w 9606"/>
              <a:gd name="connsiteY21-2068" fmla="*/ 8053 h 10000"/>
              <a:gd name="connsiteX22-2069" fmla="*/ 5827 w 9606"/>
              <a:gd name="connsiteY22-2070" fmla="*/ 7951 h 10000"/>
              <a:gd name="connsiteX23-2071" fmla="*/ 5827 w 9606"/>
              <a:gd name="connsiteY23-2072" fmla="*/ 7850 h 10000"/>
              <a:gd name="connsiteX24-2073" fmla="*/ 6220 w 9606"/>
              <a:gd name="connsiteY24-2074" fmla="*/ 7627 h 10000"/>
              <a:gd name="connsiteX25-2075" fmla="*/ 6220 w 9606"/>
              <a:gd name="connsiteY25-2076" fmla="*/ 7424 h 10000"/>
              <a:gd name="connsiteX26-2077" fmla="*/ 6220 w 9606"/>
              <a:gd name="connsiteY26-2078" fmla="*/ 7201 h 10000"/>
              <a:gd name="connsiteX27-2079" fmla="*/ 6220 w 9606"/>
              <a:gd name="connsiteY27-2080" fmla="*/ 6978 h 10000"/>
              <a:gd name="connsiteX28-2081" fmla="*/ 6220 w 9606"/>
              <a:gd name="connsiteY28-2082" fmla="*/ 6450 h 10000"/>
              <a:gd name="connsiteX29-2083" fmla="*/ 6220 w 9606"/>
              <a:gd name="connsiteY29-2084" fmla="*/ 6024 h 10000"/>
              <a:gd name="connsiteX30-2085" fmla="*/ 6220 w 9606"/>
              <a:gd name="connsiteY30-2086" fmla="*/ 5598 h 10000"/>
              <a:gd name="connsiteX31-2087" fmla="*/ 6220 w 9606"/>
              <a:gd name="connsiteY31-2088" fmla="*/ 5274 h 10000"/>
              <a:gd name="connsiteX32-2089" fmla="*/ 6220 w 9606"/>
              <a:gd name="connsiteY32-2090" fmla="*/ 5051 h 10000"/>
              <a:gd name="connsiteX33-2091" fmla="*/ 6220 w 9606"/>
              <a:gd name="connsiteY33-2092" fmla="*/ 4848 h 10000"/>
              <a:gd name="connsiteX34-2093" fmla="*/ 6220 w 9606"/>
              <a:gd name="connsiteY34-2094" fmla="*/ 4625 h 10000"/>
              <a:gd name="connsiteX35-2095" fmla="*/ 6220 w 9606"/>
              <a:gd name="connsiteY35-2096" fmla="*/ 4402 h 10000"/>
              <a:gd name="connsiteX36-2097" fmla="*/ 6220 w 9606"/>
              <a:gd name="connsiteY36-2098" fmla="*/ 4077 h 10000"/>
              <a:gd name="connsiteX37-2099" fmla="*/ 6220 w 9606"/>
              <a:gd name="connsiteY37-2100" fmla="*/ 3773 h 10000"/>
              <a:gd name="connsiteX38-2101" fmla="*/ 6220 w 9606"/>
              <a:gd name="connsiteY38-2102" fmla="*/ 3448 h 10000"/>
              <a:gd name="connsiteX39-2103" fmla="*/ 6220 w 9606"/>
              <a:gd name="connsiteY39-2104" fmla="*/ 3022 h 10000"/>
              <a:gd name="connsiteX40-2105" fmla="*/ 5827 w 9606"/>
              <a:gd name="connsiteY40-2106" fmla="*/ 2373 h 10000"/>
              <a:gd name="connsiteX41-2107" fmla="*/ 5433 w 9606"/>
              <a:gd name="connsiteY41-2108" fmla="*/ 1501 h 10000"/>
              <a:gd name="connsiteX42-2109" fmla="*/ 5039 w 9606"/>
              <a:gd name="connsiteY42-2110" fmla="*/ 751 h 10000"/>
              <a:gd name="connsiteX43-2111" fmla="*/ 4567 w 9606"/>
              <a:gd name="connsiteY43-2112" fmla="*/ 0 h 10000"/>
              <a:gd name="connsiteX44-2113" fmla="*/ 5433 w 9606"/>
              <a:gd name="connsiteY44-2114" fmla="*/ 223 h 10000"/>
              <a:gd name="connsiteX45-2115" fmla="*/ 6693 w 9606"/>
              <a:gd name="connsiteY45-2116" fmla="*/ 426 h 10000"/>
              <a:gd name="connsiteX46-2117" fmla="*/ 7480 w 9606"/>
              <a:gd name="connsiteY46-2118" fmla="*/ 548 h 10000"/>
              <a:gd name="connsiteX47-2119" fmla="*/ 8346 w 9606"/>
              <a:gd name="connsiteY47-2120" fmla="*/ 649 h 10000"/>
              <a:gd name="connsiteX48-2121" fmla="*/ 8740 w 9606"/>
              <a:gd name="connsiteY48-2122" fmla="*/ 751 h 10000"/>
              <a:gd name="connsiteX49-2123" fmla="*/ 9133 w 9606"/>
              <a:gd name="connsiteY49-2124" fmla="*/ 872 h 10000"/>
              <a:gd name="connsiteX50-2125" fmla="*/ 9606 w 9606"/>
              <a:gd name="connsiteY50-2126" fmla="*/ 974 h 10000"/>
              <a:gd name="connsiteX51-2127" fmla="*/ 9606 w 9606"/>
              <a:gd name="connsiteY51-2128" fmla="*/ 974 h 10000"/>
              <a:gd name="connsiteX52-2129" fmla="*/ 9606 w 9606"/>
              <a:gd name="connsiteY52-2130" fmla="*/ 1075 h 10000"/>
              <a:gd name="connsiteX53-2131" fmla="*/ 9606 w 9606"/>
              <a:gd name="connsiteY53-2132" fmla="*/ 1176 h 10000"/>
              <a:gd name="connsiteX54-2133" fmla="*/ 9606 w 9606"/>
              <a:gd name="connsiteY54-2134" fmla="*/ 1400 h 10000"/>
              <a:gd name="connsiteX55-2135" fmla="*/ 9606 w 9606"/>
              <a:gd name="connsiteY55-2136" fmla="*/ 1501 h 10000"/>
              <a:gd name="connsiteX56-2137" fmla="*/ 9133 w 9606"/>
              <a:gd name="connsiteY56-2138" fmla="*/ 1501 h 10000"/>
              <a:gd name="connsiteX57-2139" fmla="*/ 9133 w 9606"/>
              <a:gd name="connsiteY57-2140" fmla="*/ 1623 h 10000"/>
              <a:gd name="connsiteX58-2141" fmla="*/ 9133 w 9606"/>
              <a:gd name="connsiteY58-2142" fmla="*/ 1724 h 10000"/>
              <a:gd name="connsiteX59-2143" fmla="*/ 9133 w 9606"/>
              <a:gd name="connsiteY59-2144" fmla="*/ 1826 h 10000"/>
              <a:gd name="connsiteX60-2145" fmla="*/ 9133 w 9606"/>
              <a:gd name="connsiteY60-2146" fmla="*/ 2049 h 10000"/>
              <a:gd name="connsiteX61-2147" fmla="*/ 9133 w 9606"/>
              <a:gd name="connsiteY61-2148" fmla="*/ 2150 h 10000"/>
              <a:gd name="connsiteX62-2149" fmla="*/ 9133 w 9606"/>
              <a:gd name="connsiteY62-2150" fmla="*/ 2373 h 10000"/>
              <a:gd name="connsiteX63-2151" fmla="*/ 9133 w 9606"/>
              <a:gd name="connsiteY63-2152" fmla="*/ 2576 h 10000"/>
              <a:gd name="connsiteX64-2153" fmla="*/ 9133 w 9606"/>
              <a:gd name="connsiteY64-2154" fmla="*/ 2799 h 10000"/>
              <a:gd name="connsiteX65-2155" fmla="*/ 9133 w 9606"/>
              <a:gd name="connsiteY65-2156" fmla="*/ 3022 h 10000"/>
              <a:gd name="connsiteX66-2157" fmla="*/ 9133 w 9606"/>
              <a:gd name="connsiteY66-2158" fmla="*/ 3327 h 10000"/>
              <a:gd name="connsiteX67-2159" fmla="*/ 9133 w 9606"/>
              <a:gd name="connsiteY67-2160" fmla="*/ 3550 h 10000"/>
              <a:gd name="connsiteX68-2161" fmla="*/ 9133 w 9606"/>
              <a:gd name="connsiteY68-2162" fmla="*/ 3874 h 10000"/>
              <a:gd name="connsiteX69-2163" fmla="*/ 9133 w 9606"/>
              <a:gd name="connsiteY69-2164" fmla="*/ 4199 h 10000"/>
              <a:gd name="connsiteX70-2165" fmla="*/ 9133 w 9606"/>
              <a:gd name="connsiteY70-2166" fmla="*/ 4523 h 10000"/>
              <a:gd name="connsiteX71-2167" fmla="*/ 9133 w 9606"/>
              <a:gd name="connsiteY71-2168" fmla="*/ 4949 h 10000"/>
              <a:gd name="connsiteX72-2169" fmla="*/ 9133 w 9606"/>
              <a:gd name="connsiteY72-2170" fmla="*/ 5700 h 10000"/>
              <a:gd name="connsiteX73-2171" fmla="*/ 9133 w 9606"/>
              <a:gd name="connsiteY73-2172" fmla="*/ 6349 h 10000"/>
              <a:gd name="connsiteX74-2173" fmla="*/ 9133 w 9606"/>
              <a:gd name="connsiteY74-2174" fmla="*/ 6876 h 10000"/>
              <a:gd name="connsiteX75-2175" fmla="*/ 9133 w 9606"/>
              <a:gd name="connsiteY75-2176" fmla="*/ 7424 h 10000"/>
              <a:gd name="connsiteX76-2177" fmla="*/ 9133 w 9606"/>
              <a:gd name="connsiteY76-2178" fmla="*/ 7850 h 10000"/>
              <a:gd name="connsiteX77-2179" fmla="*/ 9133 w 9606"/>
              <a:gd name="connsiteY77-2180" fmla="*/ 8174 h 10000"/>
              <a:gd name="connsiteX78-2181" fmla="*/ 9133 w 9606"/>
              <a:gd name="connsiteY78-2182" fmla="*/ 8499 h 10000"/>
              <a:gd name="connsiteX79-2183" fmla="*/ 9133 w 9606"/>
              <a:gd name="connsiteY79-2184" fmla="*/ 8600 h 10000"/>
              <a:gd name="connsiteX80-2185" fmla="*/ 9133 w 9606"/>
              <a:gd name="connsiteY80-2186" fmla="*/ 8702 h 10000"/>
              <a:gd name="connsiteX81-2187" fmla="*/ 8740 w 9606"/>
              <a:gd name="connsiteY81-2188" fmla="*/ 9026 h 10000"/>
              <a:gd name="connsiteX82-2189" fmla="*/ 8346 w 9606"/>
              <a:gd name="connsiteY82-2190" fmla="*/ 9249 h 10000"/>
              <a:gd name="connsiteX83-2191" fmla="*/ 7873 w 9606"/>
              <a:gd name="connsiteY83-2192" fmla="*/ 9554 h 10000"/>
              <a:gd name="connsiteX84-2193" fmla="*/ 7087 w 9606"/>
              <a:gd name="connsiteY84-2194" fmla="*/ 9675 h 10000"/>
              <a:gd name="connsiteX85-2195" fmla="*/ 7087 w 9606"/>
              <a:gd name="connsiteY85-2196" fmla="*/ 9675 h 10000"/>
              <a:gd name="connsiteX0-2197" fmla="*/ 6969 w 9591"/>
              <a:gd name="connsiteY0-2198" fmla="*/ 9675 h 10000"/>
              <a:gd name="connsiteX1-2199" fmla="*/ 6559 w 9591"/>
              <a:gd name="connsiteY1-2200" fmla="*/ 9878 h 10000"/>
              <a:gd name="connsiteX2-2201" fmla="*/ 6066 w 9591"/>
              <a:gd name="connsiteY2-2202" fmla="*/ 10000 h 10000"/>
              <a:gd name="connsiteX3-2203" fmla="*/ 5657 w 9591"/>
              <a:gd name="connsiteY3-2204" fmla="*/ 10000 h 10000"/>
              <a:gd name="connsiteX4-2205" fmla="*/ 4837 w 9591"/>
              <a:gd name="connsiteY4-2206" fmla="*/ 10000 h 10000"/>
              <a:gd name="connsiteX5-2207" fmla="*/ 4837 w 9591"/>
              <a:gd name="connsiteY5-2208" fmla="*/ 10000 h 10000"/>
              <a:gd name="connsiteX6-2209" fmla="*/ 4345 w 9591"/>
              <a:gd name="connsiteY6-2210" fmla="*/ 9878 h 10000"/>
              <a:gd name="connsiteX7-2211" fmla="*/ 3935 w 9591"/>
              <a:gd name="connsiteY7-2212" fmla="*/ 9777 h 10000"/>
              <a:gd name="connsiteX8-2213" fmla="*/ 3935 w 9591"/>
              <a:gd name="connsiteY8-2214" fmla="*/ 9554 h 10000"/>
              <a:gd name="connsiteX9-2215" fmla="*/ 3525 w 9591"/>
              <a:gd name="connsiteY9-2216" fmla="*/ 9351 h 10000"/>
              <a:gd name="connsiteX10-2217" fmla="*/ 3033 w 9591"/>
              <a:gd name="connsiteY10-2218" fmla="*/ 9128 h 10000"/>
              <a:gd name="connsiteX11-2219" fmla="*/ 2213 w 9591"/>
              <a:gd name="connsiteY11-2220" fmla="*/ 8803 h 10000"/>
              <a:gd name="connsiteX12-2221" fmla="*/ 1312 w 9591"/>
              <a:gd name="connsiteY12-2222" fmla="*/ 8600 h 10000"/>
              <a:gd name="connsiteX13-2223" fmla="*/ 493 w 9591"/>
              <a:gd name="connsiteY13-2224" fmla="*/ 8499 h 10000"/>
              <a:gd name="connsiteX14-2225" fmla="*/ 0 w 9591"/>
              <a:gd name="connsiteY14-2226" fmla="*/ 8377 h 10000"/>
              <a:gd name="connsiteX15-2227" fmla="*/ 2623 w 9591"/>
              <a:gd name="connsiteY15-2228" fmla="*/ 8174 h 10000"/>
              <a:gd name="connsiteX16-2229" fmla="*/ 3935 w 9591"/>
              <a:gd name="connsiteY16-2230" fmla="*/ 8174 h 10000"/>
              <a:gd name="connsiteX17-2231" fmla="*/ 4837 w 9591"/>
              <a:gd name="connsiteY17-2232" fmla="*/ 8174 h 10000"/>
              <a:gd name="connsiteX18-2233" fmla="*/ 5247 w 9591"/>
              <a:gd name="connsiteY18-2234" fmla="*/ 8174 h 10000"/>
              <a:gd name="connsiteX19-2235" fmla="*/ 5657 w 9591"/>
              <a:gd name="connsiteY19-2236" fmla="*/ 8174 h 10000"/>
              <a:gd name="connsiteX20-2237" fmla="*/ 5657 w 9591"/>
              <a:gd name="connsiteY20-2238" fmla="*/ 8053 h 10000"/>
              <a:gd name="connsiteX21-2239" fmla="*/ 5657 w 9591"/>
              <a:gd name="connsiteY21-2240" fmla="*/ 7951 h 10000"/>
              <a:gd name="connsiteX22-2241" fmla="*/ 5657 w 9591"/>
              <a:gd name="connsiteY22-2242" fmla="*/ 7850 h 10000"/>
              <a:gd name="connsiteX23-2243" fmla="*/ 6066 w 9591"/>
              <a:gd name="connsiteY23-2244" fmla="*/ 7627 h 10000"/>
              <a:gd name="connsiteX24-2245" fmla="*/ 6066 w 9591"/>
              <a:gd name="connsiteY24-2246" fmla="*/ 7424 h 10000"/>
              <a:gd name="connsiteX25-2247" fmla="*/ 6066 w 9591"/>
              <a:gd name="connsiteY25-2248" fmla="*/ 7201 h 10000"/>
              <a:gd name="connsiteX26-2249" fmla="*/ 6066 w 9591"/>
              <a:gd name="connsiteY26-2250" fmla="*/ 6978 h 10000"/>
              <a:gd name="connsiteX27-2251" fmla="*/ 6066 w 9591"/>
              <a:gd name="connsiteY27-2252" fmla="*/ 6450 h 10000"/>
              <a:gd name="connsiteX28-2253" fmla="*/ 6066 w 9591"/>
              <a:gd name="connsiteY28-2254" fmla="*/ 6024 h 10000"/>
              <a:gd name="connsiteX29-2255" fmla="*/ 6066 w 9591"/>
              <a:gd name="connsiteY29-2256" fmla="*/ 5598 h 10000"/>
              <a:gd name="connsiteX30-2257" fmla="*/ 6066 w 9591"/>
              <a:gd name="connsiteY30-2258" fmla="*/ 5274 h 10000"/>
              <a:gd name="connsiteX31-2259" fmla="*/ 6066 w 9591"/>
              <a:gd name="connsiteY31-2260" fmla="*/ 5051 h 10000"/>
              <a:gd name="connsiteX32-2261" fmla="*/ 6066 w 9591"/>
              <a:gd name="connsiteY32-2262" fmla="*/ 4848 h 10000"/>
              <a:gd name="connsiteX33-2263" fmla="*/ 6066 w 9591"/>
              <a:gd name="connsiteY33-2264" fmla="*/ 4625 h 10000"/>
              <a:gd name="connsiteX34-2265" fmla="*/ 6066 w 9591"/>
              <a:gd name="connsiteY34-2266" fmla="*/ 4402 h 10000"/>
              <a:gd name="connsiteX35-2267" fmla="*/ 6066 w 9591"/>
              <a:gd name="connsiteY35-2268" fmla="*/ 4077 h 10000"/>
              <a:gd name="connsiteX36-2269" fmla="*/ 6066 w 9591"/>
              <a:gd name="connsiteY36-2270" fmla="*/ 3773 h 10000"/>
              <a:gd name="connsiteX37-2271" fmla="*/ 6066 w 9591"/>
              <a:gd name="connsiteY37-2272" fmla="*/ 3448 h 10000"/>
              <a:gd name="connsiteX38-2273" fmla="*/ 6066 w 9591"/>
              <a:gd name="connsiteY38-2274" fmla="*/ 3022 h 10000"/>
              <a:gd name="connsiteX39-2275" fmla="*/ 5657 w 9591"/>
              <a:gd name="connsiteY39-2276" fmla="*/ 2373 h 10000"/>
              <a:gd name="connsiteX40-2277" fmla="*/ 5247 w 9591"/>
              <a:gd name="connsiteY40-2278" fmla="*/ 1501 h 10000"/>
              <a:gd name="connsiteX41-2279" fmla="*/ 4837 w 9591"/>
              <a:gd name="connsiteY41-2280" fmla="*/ 751 h 10000"/>
              <a:gd name="connsiteX42-2281" fmla="*/ 4345 w 9591"/>
              <a:gd name="connsiteY42-2282" fmla="*/ 0 h 10000"/>
              <a:gd name="connsiteX43-2283" fmla="*/ 5247 w 9591"/>
              <a:gd name="connsiteY43-2284" fmla="*/ 223 h 10000"/>
              <a:gd name="connsiteX44-2285" fmla="*/ 6559 w 9591"/>
              <a:gd name="connsiteY44-2286" fmla="*/ 426 h 10000"/>
              <a:gd name="connsiteX45-2287" fmla="*/ 7378 w 9591"/>
              <a:gd name="connsiteY45-2288" fmla="*/ 548 h 10000"/>
              <a:gd name="connsiteX46-2289" fmla="*/ 8279 w 9591"/>
              <a:gd name="connsiteY46-2290" fmla="*/ 649 h 10000"/>
              <a:gd name="connsiteX47-2291" fmla="*/ 8689 w 9591"/>
              <a:gd name="connsiteY47-2292" fmla="*/ 751 h 10000"/>
              <a:gd name="connsiteX48-2293" fmla="*/ 9099 w 9591"/>
              <a:gd name="connsiteY48-2294" fmla="*/ 872 h 10000"/>
              <a:gd name="connsiteX49-2295" fmla="*/ 9591 w 9591"/>
              <a:gd name="connsiteY49-2296" fmla="*/ 974 h 10000"/>
              <a:gd name="connsiteX50-2297" fmla="*/ 9591 w 9591"/>
              <a:gd name="connsiteY50-2298" fmla="*/ 974 h 10000"/>
              <a:gd name="connsiteX51-2299" fmla="*/ 9591 w 9591"/>
              <a:gd name="connsiteY51-2300" fmla="*/ 1075 h 10000"/>
              <a:gd name="connsiteX52-2301" fmla="*/ 9591 w 9591"/>
              <a:gd name="connsiteY52-2302" fmla="*/ 1176 h 10000"/>
              <a:gd name="connsiteX53-2303" fmla="*/ 9591 w 9591"/>
              <a:gd name="connsiteY53-2304" fmla="*/ 1400 h 10000"/>
              <a:gd name="connsiteX54-2305" fmla="*/ 9591 w 9591"/>
              <a:gd name="connsiteY54-2306" fmla="*/ 1501 h 10000"/>
              <a:gd name="connsiteX55-2307" fmla="*/ 9099 w 9591"/>
              <a:gd name="connsiteY55-2308" fmla="*/ 1501 h 10000"/>
              <a:gd name="connsiteX56-2309" fmla="*/ 9099 w 9591"/>
              <a:gd name="connsiteY56-2310" fmla="*/ 1623 h 10000"/>
              <a:gd name="connsiteX57-2311" fmla="*/ 9099 w 9591"/>
              <a:gd name="connsiteY57-2312" fmla="*/ 1724 h 10000"/>
              <a:gd name="connsiteX58-2313" fmla="*/ 9099 w 9591"/>
              <a:gd name="connsiteY58-2314" fmla="*/ 1826 h 10000"/>
              <a:gd name="connsiteX59-2315" fmla="*/ 9099 w 9591"/>
              <a:gd name="connsiteY59-2316" fmla="*/ 2049 h 10000"/>
              <a:gd name="connsiteX60-2317" fmla="*/ 9099 w 9591"/>
              <a:gd name="connsiteY60-2318" fmla="*/ 2150 h 10000"/>
              <a:gd name="connsiteX61-2319" fmla="*/ 9099 w 9591"/>
              <a:gd name="connsiteY61-2320" fmla="*/ 2373 h 10000"/>
              <a:gd name="connsiteX62-2321" fmla="*/ 9099 w 9591"/>
              <a:gd name="connsiteY62-2322" fmla="*/ 2576 h 10000"/>
              <a:gd name="connsiteX63-2323" fmla="*/ 9099 w 9591"/>
              <a:gd name="connsiteY63-2324" fmla="*/ 2799 h 10000"/>
              <a:gd name="connsiteX64-2325" fmla="*/ 9099 w 9591"/>
              <a:gd name="connsiteY64-2326" fmla="*/ 3022 h 10000"/>
              <a:gd name="connsiteX65-2327" fmla="*/ 9099 w 9591"/>
              <a:gd name="connsiteY65-2328" fmla="*/ 3327 h 10000"/>
              <a:gd name="connsiteX66-2329" fmla="*/ 9099 w 9591"/>
              <a:gd name="connsiteY66-2330" fmla="*/ 3550 h 10000"/>
              <a:gd name="connsiteX67-2331" fmla="*/ 9099 w 9591"/>
              <a:gd name="connsiteY67-2332" fmla="*/ 3874 h 10000"/>
              <a:gd name="connsiteX68-2333" fmla="*/ 9099 w 9591"/>
              <a:gd name="connsiteY68-2334" fmla="*/ 4199 h 10000"/>
              <a:gd name="connsiteX69-2335" fmla="*/ 9099 w 9591"/>
              <a:gd name="connsiteY69-2336" fmla="*/ 4523 h 10000"/>
              <a:gd name="connsiteX70-2337" fmla="*/ 9099 w 9591"/>
              <a:gd name="connsiteY70-2338" fmla="*/ 4949 h 10000"/>
              <a:gd name="connsiteX71-2339" fmla="*/ 9099 w 9591"/>
              <a:gd name="connsiteY71-2340" fmla="*/ 5700 h 10000"/>
              <a:gd name="connsiteX72-2341" fmla="*/ 9099 w 9591"/>
              <a:gd name="connsiteY72-2342" fmla="*/ 6349 h 10000"/>
              <a:gd name="connsiteX73-2343" fmla="*/ 9099 w 9591"/>
              <a:gd name="connsiteY73-2344" fmla="*/ 6876 h 10000"/>
              <a:gd name="connsiteX74-2345" fmla="*/ 9099 w 9591"/>
              <a:gd name="connsiteY74-2346" fmla="*/ 7424 h 10000"/>
              <a:gd name="connsiteX75-2347" fmla="*/ 9099 w 9591"/>
              <a:gd name="connsiteY75-2348" fmla="*/ 7850 h 10000"/>
              <a:gd name="connsiteX76-2349" fmla="*/ 9099 w 9591"/>
              <a:gd name="connsiteY76-2350" fmla="*/ 8174 h 10000"/>
              <a:gd name="connsiteX77-2351" fmla="*/ 9099 w 9591"/>
              <a:gd name="connsiteY77-2352" fmla="*/ 8499 h 10000"/>
              <a:gd name="connsiteX78-2353" fmla="*/ 9099 w 9591"/>
              <a:gd name="connsiteY78-2354" fmla="*/ 8600 h 10000"/>
              <a:gd name="connsiteX79-2355" fmla="*/ 9099 w 9591"/>
              <a:gd name="connsiteY79-2356" fmla="*/ 8702 h 10000"/>
              <a:gd name="connsiteX80-2357" fmla="*/ 8689 w 9591"/>
              <a:gd name="connsiteY80-2358" fmla="*/ 9026 h 10000"/>
              <a:gd name="connsiteX81-2359" fmla="*/ 8279 w 9591"/>
              <a:gd name="connsiteY81-2360" fmla="*/ 9249 h 10000"/>
              <a:gd name="connsiteX82-2361" fmla="*/ 7787 w 9591"/>
              <a:gd name="connsiteY82-2362" fmla="*/ 9554 h 10000"/>
              <a:gd name="connsiteX83-2363" fmla="*/ 6969 w 9591"/>
              <a:gd name="connsiteY83-2364" fmla="*/ 9675 h 10000"/>
              <a:gd name="connsiteX84-2365" fmla="*/ 6969 w 9591"/>
              <a:gd name="connsiteY84-2366" fmla="*/ 9675 h 10000"/>
              <a:gd name="connsiteX0-2367" fmla="*/ 7266 w 10000"/>
              <a:gd name="connsiteY0-2368" fmla="*/ 9675 h 10000"/>
              <a:gd name="connsiteX1-2369" fmla="*/ 6839 w 10000"/>
              <a:gd name="connsiteY1-2370" fmla="*/ 9878 h 10000"/>
              <a:gd name="connsiteX2-2371" fmla="*/ 6325 w 10000"/>
              <a:gd name="connsiteY2-2372" fmla="*/ 10000 h 10000"/>
              <a:gd name="connsiteX3-2373" fmla="*/ 5898 w 10000"/>
              <a:gd name="connsiteY3-2374" fmla="*/ 10000 h 10000"/>
              <a:gd name="connsiteX4-2375" fmla="*/ 5043 w 10000"/>
              <a:gd name="connsiteY4-2376" fmla="*/ 10000 h 10000"/>
              <a:gd name="connsiteX5-2377" fmla="*/ 5043 w 10000"/>
              <a:gd name="connsiteY5-2378" fmla="*/ 10000 h 10000"/>
              <a:gd name="connsiteX6-2379" fmla="*/ 4530 w 10000"/>
              <a:gd name="connsiteY6-2380" fmla="*/ 9878 h 10000"/>
              <a:gd name="connsiteX7-2381" fmla="*/ 4103 w 10000"/>
              <a:gd name="connsiteY7-2382" fmla="*/ 9777 h 10000"/>
              <a:gd name="connsiteX8-2383" fmla="*/ 4103 w 10000"/>
              <a:gd name="connsiteY8-2384" fmla="*/ 9554 h 10000"/>
              <a:gd name="connsiteX9-2385" fmla="*/ 3675 w 10000"/>
              <a:gd name="connsiteY9-2386" fmla="*/ 9351 h 10000"/>
              <a:gd name="connsiteX10-2387" fmla="*/ 3162 w 10000"/>
              <a:gd name="connsiteY10-2388" fmla="*/ 9128 h 10000"/>
              <a:gd name="connsiteX11-2389" fmla="*/ 2307 w 10000"/>
              <a:gd name="connsiteY11-2390" fmla="*/ 8803 h 10000"/>
              <a:gd name="connsiteX12-2391" fmla="*/ 1368 w 10000"/>
              <a:gd name="connsiteY12-2392" fmla="*/ 8600 h 10000"/>
              <a:gd name="connsiteX13-2393" fmla="*/ 0 w 10000"/>
              <a:gd name="connsiteY13-2394" fmla="*/ 8377 h 10000"/>
              <a:gd name="connsiteX14-2395" fmla="*/ 2735 w 10000"/>
              <a:gd name="connsiteY14-2396" fmla="*/ 8174 h 10000"/>
              <a:gd name="connsiteX15-2397" fmla="*/ 4103 w 10000"/>
              <a:gd name="connsiteY15-2398" fmla="*/ 8174 h 10000"/>
              <a:gd name="connsiteX16-2399" fmla="*/ 5043 w 10000"/>
              <a:gd name="connsiteY16-2400" fmla="*/ 8174 h 10000"/>
              <a:gd name="connsiteX17-2401" fmla="*/ 5471 w 10000"/>
              <a:gd name="connsiteY17-2402" fmla="*/ 8174 h 10000"/>
              <a:gd name="connsiteX18-2403" fmla="*/ 5898 w 10000"/>
              <a:gd name="connsiteY18-2404" fmla="*/ 8174 h 10000"/>
              <a:gd name="connsiteX19-2405" fmla="*/ 5898 w 10000"/>
              <a:gd name="connsiteY19-2406" fmla="*/ 8053 h 10000"/>
              <a:gd name="connsiteX20-2407" fmla="*/ 5898 w 10000"/>
              <a:gd name="connsiteY20-2408" fmla="*/ 7951 h 10000"/>
              <a:gd name="connsiteX21-2409" fmla="*/ 5898 w 10000"/>
              <a:gd name="connsiteY21-2410" fmla="*/ 7850 h 10000"/>
              <a:gd name="connsiteX22-2411" fmla="*/ 6325 w 10000"/>
              <a:gd name="connsiteY22-2412" fmla="*/ 7627 h 10000"/>
              <a:gd name="connsiteX23-2413" fmla="*/ 6325 w 10000"/>
              <a:gd name="connsiteY23-2414" fmla="*/ 7424 h 10000"/>
              <a:gd name="connsiteX24-2415" fmla="*/ 6325 w 10000"/>
              <a:gd name="connsiteY24-2416" fmla="*/ 7201 h 10000"/>
              <a:gd name="connsiteX25-2417" fmla="*/ 6325 w 10000"/>
              <a:gd name="connsiteY25-2418" fmla="*/ 6978 h 10000"/>
              <a:gd name="connsiteX26-2419" fmla="*/ 6325 w 10000"/>
              <a:gd name="connsiteY26-2420" fmla="*/ 6450 h 10000"/>
              <a:gd name="connsiteX27-2421" fmla="*/ 6325 w 10000"/>
              <a:gd name="connsiteY27-2422" fmla="*/ 6024 h 10000"/>
              <a:gd name="connsiteX28-2423" fmla="*/ 6325 w 10000"/>
              <a:gd name="connsiteY28-2424" fmla="*/ 5598 h 10000"/>
              <a:gd name="connsiteX29-2425" fmla="*/ 6325 w 10000"/>
              <a:gd name="connsiteY29-2426" fmla="*/ 5274 h 10000"/>
              <a:gd name="connsiteX30-2427" fmla="*/ 6325 w 10000"/>
              <a:gd name="connsiteY30-2428" fmla="*/ 5051 h 10000"/>
              <a:gd name="connsiteX31-2429" fmla="*/ 6325 w 10000"/>
              <a:gd name="connsiteY31-2430" fmla="*/ 4848 h 10000"/>
              <a:gd name="connsiteX32-2431" fmla="*/ 6325 w 10000"/>
              <a:gd name="connsiteY32-2432" fmla="*/ 4625 h 10000"/>
              <a:gd name="connsiteX33-2433" fmla="*/ 6325 w 10000"/>
              <a:gd name="connsiteY33-2434" fmla="*/ 4402 h 10000"/>
              <a:gd name="connsiteX34-2435" fmla="*/ 6325 w 10000"/>
              <a:gd name="connsiteY34-2436" fmla="*/ 4077 h 10000"/>
              <a:gd name="connsiteX35-2437" fmla="*/ 6325 w 10000"/>
              <a:gd name="connsiteY35-2438" fmla="*/ 3773 h 10000"/>
              <a:gd name="connsiteX36-2439" fmla="*/ 6325 w 10000"/>
              <a:gd name="connsiteY36-2440" fmla="*/ 3448 h 10000"/>
              <a:gd name="connsiteX37-2441" fmla="*/ 6325 w 10000"/>
              <a:gd name="connsiteY37-2442" fmla="*/ 3022 h 10000"/>
              <a:gd name="connsiteX38-2443" fmla="*/ 5898 w 10000"/>
              <a:gd name="connsiteY38-2444" fmla="*/ 2373 h 10000"/>
              <a:gd name="connsiteX39-2445" fmla="*/ 5471 w 10000"/>
              <a:gd name="connsiteY39-2446" fmla="*/ 1501 h 10000"/>
              <a:gd name="connsiteX40-2447" fmla="*/ 5043 w 10000"/>
              <a:gd name="connsiteY40-2448" fmla="*/ 751 h 10000"/>
              <a:gd name="connsiteX41-2449" fmla="*/ 4530 w 10000"/>
              <a:gd name="connsiteY41-2450" fmla="*/ 0 h 10000"/>
              <a:gd name="connsiteX42-2451" fmla="*/ 5471 w 10000"/>
              <a:gd name="connsiteY42-2452" fmla="*/ 223 h 10000"/>
              <a:gd name="connsiteX43-2453" fmla="*/ 6839 w 10000"/>
              <a:gd name="connsiteY43-2454" fmla="*/ 426 h 10000"/>
              <a:gd name="connsiteX44-2455" fmla="*/ 7693 w 10000"/>
              <a:gd name="connsiteY44-2456" fmla="*/ 548 h 10000"/>
              <a:gd name="connsiteX45-2457" fmla="*/ 8632 w 10000"/>
              <a:gd name="connsiteY45-2458" fmla="*/ 649 h 10000"/>
              <a:gd name="connsiteX46-2459" fmla="*/ 9060 w 10000"/>
              <a:gd name="connsiteY46-2460" fmla="*/ 751 h 10000"/>
              <a:gd name="connsiteX47-2461" fmla="*/ 9487 w 10000"/>
              <a:gd name="connsiteY47-2462" fmla="*/ 872 h 10000"/>
              <a:gd name="connsiteX48-2463" fmla="*/ 10000 w 10000"/>
              <a:gd name="connsiteY48-2464" fmla="*/ 974 h 10000"/>
              <a:gd name="connsiteX49-2465" fmla="*/ 10000 w 10000"/>
              <a:gd name="connsiteY49-2466" fmla="*/ 974 h 10000"/>
              <a:gd name="connsiteX50-2467" fmla="*/ 10000 w 10000"/>
              <a:gd name="connsiteY50-2468" fmla="*/ 1075 h 10000"/>
              <a:gd name="connsiteX51-2469" fmla="*/ 10000 w 10000"/>
              <a:gd name="connsiteY51-2470" fmla="*/ 1176 h 10000"/>
              <a:gd name="connsiteX52-2471" fmla="*/ 10000 w 10000"/>
              <a:gd name="connsiteY52-2472" fmla="*/ 1400 h 10000"/>
              <a:gd name="connsiteX53-2473" fmla="*/ 10000 w 10000"/>
              <a:gd name="connsiteY53-2474" fmla="*/ 1501 h 10000"/>
              <a:gd name="connsiteX54-2475" fmla="*/ 9487 w 10000"/>
              <a:gd name="connsiteY54-2476" fmla="*/ 1501 h 10000"/>
              <a:gd name="connsiteX55-2477" fmla="*/ 9487 w 10000"/>
              <a:gd name="connsiteY55-2478" fmla="*/ 1623 h 10000"/>
              <a:gd name="connsiteX56-2479" fmla="*/ 9487 w 10000"/>
              <a:gd name="connsiteY56-2480" fmla="*/ 1724 h 10000"/>
              <a:gd name="connsiteX57-2481" fmla="*/ 9487 w 10000"/>
              <a:gd name="connsiteY57-2482" fmla="*/ 1826 h 10000"/>
              <a:gd name="connsiteX58-2483" fmla="*/ 9487 w 10000"/>
              <a:gd name="connsiteY58-2484" fmla="*/ 2049 h 10000"/>
              <a:gd name="connsiteX59-2485" fmla="*/ 9487 w 10000"/>
              <a:gd name="connsiteY59-2486" fmla="*/ 2150 h 10000"/>
              <a:gd name="connsiteX60-2487" fmla="*/ 9487 w 10000"/>
              <a:gd name="connsiteY60-2488" fmla="*/ 2373 h 10000"/>
              <a:gd name="connsiteX61-2489" fmla="*/ 9487 w 10000"/>
              <a:gd name="connsiteY61-2490" fmla="*/ 2576 h 10000"/>
              <a:gd name="connsiteX62-2491" fmla="*/ 9487 w 10000"/>
              <a:gd name="connsiteY62-2492" fmla="*/ 2799 h 10000"/>
              <a:gd name="connsiteX63-2493" fmla="*/ 9487 w 10000"/>
              <a:gd name="connsiteY63-2494" fmla="*/ 3022 h 10000"/>
              <a:gd name="connsiteX64-2495" fmla="*/ 9487 w 10000"/>
              <a:gd name="connsiteY64-2496" fmla="*/ 3327 h 10000"/>
              <a:gd name="connsiteX65-2497" fmla="*/ 9487 w 10000"/>
              <a:gd name="connsiteY65-2498" fmla="*/ 3550 h 10000"/>
              <a:gd name="connsiteX66-2499" fmla="*/ 9487 w 10000"/>
              <a:gd name="connsiteY66-2500" fmla="*/ 3874 h 10000"/>
              <a:gd name="connsiteX67-2501" fmla="*/ 9487 w 10000"/>
              <a:gd name="connsiteY67-2502" fmla="*/ 4199 h 10000"/>
              <a:gd name="connsiteX68-2503" fmla="*/ 9487 w 10000"/>
              <a:gd name="connsiteY68-2504" fmla="*/ 4523 h 10000"/>
              <a:gd name="connsiteX69-2505" fmla="*/ 9487 w 10000"/>
              <a:gd name="connsiteY69-2506" fmla="*/ 4949 h 10000"/>
              <a:gd name="connsiteX70-2507" fmla="*/ 9487 w 10000"/>
              <a:gd name="connsiteY70-2508" fmla="*/ 5700 h 10000"/>
              <a:gd name="connsiteX71-2509" fmla="*/ 9487 w 10000"/>
              <a:gd name="connsiteY71-2510" fmla="*/ 6349 h 10000"/>
              <a:gd name="connsiteX72-2511" fmla="*/ 9487 w 10000"/>
              <a:gd name="connsiteY72-2512" fmla="*/ 6876 h 10000"/>
              <a:gd name="connsiteX73-2513" fmla="*/ 9487 w 10000"/>
              <a:gd name="connsiteY73-2514" fmla="*/ 7424 h 10000"/>
              <a:gd name="connsiteX74-2515" fmla="*/ 9487 w 10000"/>
              <a:gd name="connsiteY74-2516" fmla="*/ 7850 h 10000"/>
              <a:gd name="connsiteX75-2517" fmla="*/ 9487 w 10000"/>
              <a:gd name="connsiteY75-2518" fmla="*/ 8174 h 10000"/>
              <a:gd name="connsiteX76-2519" fmla="*/ 9487 w 10000"/>
              <a:gd name="connsiteY76-2520" fmla="*/ 8499 h 10000"/>
              <a:gd name="connsiteX77-2521" fmla="*/ 9487 w 10000"/>
              <a:gd name="connsiteY77-2522" fmla="*/ 8600 h 10000"/>
              <a:gd name="connsiteX78-2523" fmla="*/ 9487 w 10000"/>
              <a:gd name="connsiteY78-2524" fmla="*/ 8702 h 10000"/>
              <a:gd name="connsiteX79-2525" fmla="*/ 9060 w 10000"/>
              <a:gd name="connsiteY79-2526" fmla="*/ 9026 h 10000"/>
              <a:gd name="connsiteX80-2527" fmla="*/ 8632 w 10000"/>
              <a:gd name="connsiteY80-2528" fmla="*/ 9249 h 10000"/>
              <a:gd name="connsiteX81-2529" fmla="*/ 8119 w 10000"/>
              <a:gd name="connsiteY81-2530" fmla="*/ 9554 h 10000"/>
              <a:gd name="connsiteX82-2531" fmla="*/ 7266 w 10000"/>
              <a:gd name="connsiteY82-2532" fmla="*/ 9675 h 10000"/>
              <a:gd name="connsiteX83-2533" fmla="*/ 7266 w 10000"/>
              <a:gd name="connsiteY83-2534" fmla="*/ 9675 h 10000"/>
              <a:gd name="connsiteX0-2535" fmla="*/ 5898 w 8632"/>
              <a:gd name="connsiteY0-2536" fmla="*/ 9675 h 10000"/>
              <a:gd name="connsiteX1-2537" fmla="*/ 5471 w 8632"/>
              <a:gd name="connsiteY1-2538" fmla="*/ 9878 h 10000"/>
              <a:gd name="connsiteX2-2539" fmla="*/ 4957 w 8632"/>
              <a:gd name="connsiteY2-2540" fmla="*/ 10000 h 10000"/>
              <a:gd name="connsiteX3-2541" fmla="*/ 4530 w 8632"/>
              <a:gd name="connsiteY3-2542" fmla="*/ 10000 h 10000"/>
              <a:gd name="connsiteX4-2543" fmla="*/ 3675 w 8632"/>
              <a:gd name="connsiteY4-2544" fmla="*/ 10000 h 10000"/>
              <a:gd name="connsiteX5-2545" fmla="*/ 3675 w 8632"/>
              <a:gd name="connsiteY5-2546" fmla="*/ 10000 h 10000"/>
              <a:gd name="connsiteX6-2547" fmla="*/ 3162 w 8632"/>
              <a:gd name="connsiteY6-2548" fmla="*/ 9878 h 10000"/>
              <a:gd name="connsiteX7-2549" fmla="*/ 2735 w 8632"/>
              <a:gd name="connsiteY7-2550" fmla="*/ 9777 h 10000"/>
              <a:gd name="connsiteX8-2551" fmla="*/ 2735 w 8632"/>
              <a:gd name="connsiteY8-2552" fmla="*/ 9554 h 10000"/>
              <a:gd name="connsiteX9-2553" fmla="*/ 2307 w 8632"/>
              <a:gd name="connsiteY9-2554" fmla="*/ 9351 h 10000"/>
              <a:gd name="connsiteX10-2555" fmla="*/ 1794 w 8632"/>
              <a:gd name="connsiteY10-2556" fmla="*/ 9128 h 10000"/>
              <a:gd name="connsiteX11-2557" fmla="*/ 939 w 8632"/>
              <a:gd name="connsiteY11-2558" fmla="*/ 8803 h 10000"/>
              <a:gd name="connsiteX12-2559" fmla="*/ 0 w 8632"/>
              <a:gd name="connsiteY12-2560" fmla="*/ 8600 h 10000"/>
              <a:gd name="connsiteX13-2561" fmla="*/ 1367 w 8632"/>
              <a:gd name="connsiteY13-2562" fmla="*/ 8174 h 10000"/>
              <a:gd name="connsiteX14-2563" fmla="*/ 2735 w 8632"/>
              <a:gd name="connsiteY14-2564" fmla="*/ 8174 h 10000"/>
              <a:gd name="connsiteX15-2565" fmla="*/ 3675 w 8632"/>
              <a:gd name="connsiteY15-2566" fmla="*/ 8174 h 10000"/>
              <a:gd name="connsiteX16-2567" fmla="*/ 4103 w 8632"/>
              <a:gd name="connsiteY16-2568" fmla="*/ 8174 h 10000"/>
              <a:gd name="connsiteX17-2569" fmla="*/ 4530 w 8632"/>
              <a:gd name="connsiteY17-2570" fmla="*/ 8174 h 10000"/>
              <a:gd name="connsiteX18-2571" fmla="*/ 4530 w 8632"/>
              <a:gd name="connsiteY18-2572" fmla="*/ 8053 h 10000"/>
              <a:gd name="connsiteX19-2573" fmla="*/ 4530 w 8632"/>
              <a:gd name="connsiteY19-2574" fmla="*/ 7951 h 10000"/>
              <a:gd name="connsiteX20-2575" fmla="*/ 4530 w 8632"/>
              <a:gd name="connsiteY20-2576" fmla="*/ 7850 h 10000"/>
              <a:gd name="connsiteX21-2577" fmla="*/ 4957 w 8632"/>
              <a:gd name="connsiteY21-2578" fmla="*/ 7627 h 10000"/>
              <a:gd name="connsiteX22-2579" fmla="*/ 4957 w 8632"/>
              <a:gd name="connsiteY22-2580" fmla="*/ 7424 h 10000"/>
              <a:gd name="connsiteX23-2581" fmla="*/ 4957 w 8632"/>
              <a:gd name="connsiteY23-2582" fmla="*/ 7201 h 10000"/>
              <a:gd name="connsiteX24-2583" fmla="*/ 4957 w 8632"/>
              <a:gd name="connsiteY24-2584" fmla="*/ 6978 h 10000"/>
              <a:gd name="connsiteX25-2585" fmla="*/ 4957 w 8632"/>
              <a:gd name="connsiteY25-2586" fmla="*/ 6450 h 10000"/>
              <a:gd name="connsiteX26-2587" fmla="*/ 4957 w 8632"/>
              <a:gd name="connsiteY26-2588" fmla="*/ 6024 h 10000"/>
              <a:gd name="connsiteX27-2589" fmla="*/ 4957 w 8632"/>
              <a:gd name="connsiteY27-2590" fmla="*/ 5598 h 10000"/>
              <a:gd name="connsiteX28-2591" fmla="*/ 4957 w 8632"/>
              <a:gd name="connsiteY28-2592" fmla="*/ 5274 h 10000"/>
              <a:gd name="connsiteX29-2593" fmla="*/ 4957 w 8632"/>
              <a:gd name="connsiteY29-2594" fmla="*/ 5051 h 10000"/>
              <a:gd name="connsiteX30-2595" fmla="*/ 4957 w 8632"/>
              <a:gd name="connsiteY30-2596" fmla="*/ 4848 h 10000"/>
              <a:gd name="connsiteX31-2597" fmla="*/ 4957 w 8632"/>
              <a:gd name="connsiteY31-2598" fmla="*/ 4625 h 10000"/>
              <a:gd name="connsiteX32-2599" fmla="*/ 4957 w 8632"/>
              <a:gd name="connsiteY32-2600" fmla="*/ 4402 h 10000"/>
              <a:gd name="connsiteX33-2601" fmla="*/ 4957 w 8632"/>
              <a:gd name="connsiteY33-2602" fmla="*/ 4077 h 10000"/>
              <a:gd name="connsiteX34-2603" fmla="*/ 4957 w 8632"/>
              <a:gd name="connsiteY34-2604" fmla="*/ 3773 h 10000"/>
              <a:gd name="connsiteX35-2605" fmla="*/ 4957 w 8632"/>
              <a:gd name="connsiteY35-2606" fmla="*/ 3448 h 10000"/>
              <a:gd name="connsiteX36-2607" fmla="*/ 4957 w 8632"/>
              <a:gd name="connsiteY36-2608" fmla="*/ 3022 h 10000"/>
              <a:gd name="connsiteX37-2609" fmla="*/ 4530 w 8632"/>
              <a:gd name="connsiteY37-2610" fmla="*/ 2373 h 10000"/>
              <a:gd name="connsiteX38-2611" fmla="*/ 4103 w 8632"/>
              <a:gd name="connsiteY38-2612" fmla="*/ 1501 h 10000"/>
              <a:gd name="connsiteX39-2613" fmla="*/ 3675 w 8632"/>
              <a:gd name="connsiteY39-2614" fmla="*/ 751 h 10000"/>
              <a:gd name="connsiteX40-2615" fmla="*/ 3162 w 8632"/>
              <a:gd name="connsiteY40-2616" fmla="*/ 0 h 10000"/>
              <a:gd name="connsiteX41-2617" fmla="*/ 4103 w 8632"/>
              <a:gd name="connsiteY41-2618" fmla="*/ 223 h 10000"/>
              <a:gd name="connsiteX42-2619" fmla="*/ 5471 w 8632"/>
              <a:gd name="connsiteY42-2620" fmla="*/ 426 h 10000"/>
              <a:gd name="connsiteX43-2621" fmla="*/ 6325 w 8632"/>
              <a:gd name="connsiteY43-2622" fmla="*/ 548 h 10000"/>
              <a:gd name="connsiteX44-2623" fmla="*/ 7264 w 8632"/>
              <a:gd name="connsiteY44-2624" fmla="*/ 649 h 10000"/>
              <a:gd name="connsiteX45-2625" fmla="*/ 7692 w 8632"/>
              <a:gd name="connsiteY45-2626" fmla="*/ 751 h 10000"/>
              <a:gd name="connsiteX46-2627" fmla="*/ 8119 w 8632"/>
              <a:gd name="connsiteY46-2628" fmla="*/ 872 h 10000"/>
              <a:gd name="connsiteX47-2629" fmla="*/ 8632 w 8632"/>
              <a:gd name="connsiteY47-2630" fmla="*/ 974 h 10000"/>
              <a:gd name="connsiteX48-2631" fmla="*/ 8632 w 8632"/>
              <a:gd name="connsiteY48-2632" fmla="*/ 974 h 10000"/>
              <a:gd name="connsiteX49-2633" fmla="*/ 8632 w 8632"/>
              <a:gd name="connsiteY49-2634" fmla="*/ 1075 h 10000"/>
              <a:gd name="connsiteX50-2635" fmla="*/ 8632 w 8632"/>
              <a:gd name="connsiteY50-2636" fmla="*/ 1176 h 10000"/>
              <a:gd name="connsiteX51-2637" fmla="*/ 8632 w 8632"/>
              <a:gd name="connsiteY51-2638" fmla="*/ 1400 h 10000"/>
              <a:gd name="connsiteX52-2639" fmla="*/ 8632 w 8632"/>
              <a:gd name="connsiteY52-2640" fmla="*/ 1501 h 10000"/>
              <a:gd name="connsiteX53-2641" fmla="*/ 8119 w 8632"/>
              <a:gd name="connsiteY53-2642" fmla="*/ 1501 h 10000"/>
              <a:gd name="connsiteX54-2643" fmla="*/ 8119 w 8632"/>
              <a:gd name="connsiteY54-2644" fmla="*/ 1623 h 10000"/>
              <a:gd name="connsiteX55-2645" fmla="*/ 8119 w 8632"/>
              <a:gd name="connsiteY55-2646" fmla="*/ 1724 h 10000"/>
              <a:gd name="connsiteX56-2647" fmla="*/ 8119 w 8632"/>
              <a:gd name="connsiteY56-2648" fmla="*/ 1826 h 10000"/>
              <a:gd name="connsiteX57-2649" fmla="*/ 8119 w 8632"/>
              <a:gd name="connsiteY57-2650" fmla="*/ 2049 h 10000"/>
              <a:gd name="connsiteX58-2651" fmla="*/ 8119 w 8632"/>
              <a:gd name="connsiteY58-2652" fmla="*/ 2150 h 10000"/>
              <a:gd name="connsiteX59-2653" fmla="*/ 8119 w 8632"/>
              <a:gd name="connsiteY59-2654" fmla="*/ 2373 h 10000"/>
              <a:gd name="connsiteX60-2655" fmla="*/ 8119 w 8632"/>
              <a:gd name="connsiteY60-2656" fmla="*/ 2576 h 10000"/>
              <a:gd name="connsiteX61-2657" fmla="*/ 8119 w 8632"/>
              <a:gd name="connsiteY61-2658" fmla="*/ 2799 h 10000"/>
              <a:gd name="connsiteX62-2659" fmla="*/ 8119 w 8632"/>
              <a:gd name="connsiteY62-2660" fmla="*/ 3022 h 10000"/>
              <a:gd name="connsiteX63-2661" fmla="*/ 8119 w 8632"/>
              <a:gd name="connsiteY63-2662" fmla="*/ 3327 h 10000"/>
              <a:gd name="connsiteX64-2663" fmla="*/ 8119 w 8632"/>
              <a:gd name="connsiteY64-2664" fmla="*/ 3550 h 10000"/>
              <a:gd name="connsiteX65-2665" fmla="*/ 8119 w 8632"/>
              <a:gd name="connsiteY65-2666" fmla="*/ 3874 h 10000"/>
              <a:gd name="connsiteX66-2667" fmla="*/ 8119 w 8632"/>
              <a:gd name="connsiteY66-2668" fmla="*/ 4199 h 10000"/>
              <a:gd name="connsiteX67-2669" fmla="*/ 8119 w 8632"/>
              <a:gd name="connsiteY67-2670" fmla="*/ 4523 h 10000"/>
              <a:gd name="connsiteX68-2671" fmla="*/ 8119 w 8632"/>
              <a:gd name="connsiteY68-2672" fmla="*/ 4949 h 10000"/>
              <a:gd name="connsiteX69-2673" fmla="*/ 8119 w 8632"/>
              <a:gd name="connsiteY69-2674" fmla="*/ 5700 h 10000"/>
              <a:gd name="connsiteX70-2675" fmla="*/ 8119 w 8632"/>
              <a:gd name="connsiteY70-2676" fmla="*/ 6349 h 10000"/>
              <a:gd name="connsiteX71-2677" fmla="*/ 8119 w 8632"/>
              <a:gd name="connsiteY71-2678" fmla="*/ 6876 h 10000"/>
              <a:gd name="connsiteX72-2679" fmla="*/ 8119 w 8632"/>
              <a:gd name="connsiteY72-2680" fmla="*/ 7424 h 10000"/>
              <a:gd name="connsiteX73-2681" fmla="*/ 8119 w 8632"/>
              <a:gd name="connsiteY73-2682" fmla="*/ 7850 h 10000"/>
              <a:gd name="connsiteX74-2683" fmla="*/ 8119 w 8632"/>
              <a:gd name="connsiteY74-2684" fmla="*/ 8174 h 10000"/>
              <a:gd name="connsiteX75-2685" fmla="*/ 8119 w 8632"/>
              <a:gd name="connsiteY75-2686" fmla="*/ 8499 h 10000"/>
              <a:gd name="connsiteX76-2687" fmla="*/ 8119 w 8632"/>
              <a:gd name="connsiteY76-2688" fmla="*/ 8600 h 10000"/>
              <a:gd name="connsiteX77-2689" fmla="*/ 8119 w 8632"/>
              <a:gd name="connsiteY77-2690" fmla="*/ 8702 h 10000"/>
              <a:gd name="connsiteX78-2691" fmla="*/ 7692 w 8632"/>
              <a:gd name="connsiteY78-2692" fmla="*/ 9026 h 10000"/>
              <a:gd name="connsiteX79-2693" fmla="*/ 7264 w 8632"/>
              <a:gd name="connsiteY79-2694" fmla="*/ 9249 h 10000"/>
              <a:gd name="connsiteX80-2695" fmla="*/ 6751 w 8632"/>
              <a:gd name="connsiteY80-2696" fmla="*/ 9554 h 10000"/>
              <a:gd name="connsiteX81-2697" fmla="*/ 5898 w 8632"/>
              <a:gd name="connsiteY81-2698" fmla="*/ 9675 h 10000"/>
              <a:gd name="connsiteX82-2699" fmla="*/ 5898 w 8632"/>
              <a:gd name="connsiteY82-2700" fmla="*/ 9675 h 10000"/>
              <a:gd name="connsiteX0-2701" fmla="*/ 6833 w 10000"/>
              <a:gd name="connsiteY0-2702" fmla="*/ 9675 h 10000"/>
              <a:gd name="connsiteX1-2703" fmla="*/ 6338 w 10000"/>
              <a:gd name="connsiteY1-2704" fmla="*/ 9878 h 10000"/>
              <a:gd name="connsiteX2-2705" fmla="*/ 5743 w 10000"/>
              <a:gd name="connsiteY2-2706" fmla="*/ 10000 h 10000"/>
              <a:gd name="connsiteX3-2707" fmla="*/ 5248 w 10000"/>
              <a:gd name="connsiteY3-2708" fmla="*/ 10000 h 10000"/>
              <a:gd name="connsiteX4-2709" fmla="*/ 4257 w 10000"/>
              <a:gd name="connsiteY4-2710" fmla="*/ 10000 h 10000"/>
              <a:gd name="connsiteX5-2711" fmla="*/ 4257 w 10000"/>
              <a:gd name="connsiteY5-2712" fmla="*/ 10000 h 10000"/>
              <a:gd name="connsiteX6-2713" fmla="*/ 3663 w 10000"/>
              <a:gd name="connsiteY6-2714" fmla="*/ 9878 h 10000"/>
              <a:gd name="connsiteX7-2715" fmla="*/ 3168 w 10000"/>
              <a:gd name="connsiteY7-2716" fmla="*/ 9777 h 10000"/>
              <a:gd name="connsiteX8-2717" fmla="*/ 3168 w 10000"/>
              <a:gd name="connsiteY8-2718" fmla="*/ 9554 h 10000"/>
              <a:gd name="connsiteX9-2719" fmla="*/ 2078 w 10000"/>
              <a:gd name="connsiteY9-2720" fmla="*/ 9128 h 10000"/>
              <a:gd name="connsiteX10-2721" fmla="*/ 1088 w 10000"/>
              <a:gd name="connsiteY10-2722" fmla="*/ 8803 h 10000"/>
              <a:gd name="connsiteX11-2723" fmla="*/ 0 w 10000"/>
              <a:gd name="connsiteY11-2724" fmla="*/ 8600 h 10000"/>
              <a:gd name="connsiteX12-2725" fmla="*/ 1584 w 10000"/>
              <a:gd name="connsiteY12-2726" fmla="*/ 8174 h 10000"/>
              <a:gd name="connsiteX13-2727" fmla="*/ 3168 w 10000"/>
              <a:gd name="connsiteY13-2728" fmla="*/ 8174 h 10000"/>
              <a:gd name="connsiteX14-2729" fmla="*/ 4257 w 10000"/>
              <a:gd name="connsiteY14-2730" fmla="*/ 8174 h 10000"/>
              <a:gd name="connsiteX15-2731" fmla="*/ 4753 w 10000"/>
              <a:gd name="connsiteY15-2732" fmla="*/ 8174 h 10000"/>
              <a:gd name="connsiteX16-2733" fmla="*/ 5248 w 10000"/>
              <a:gd name="connsiteY16-2734" fmla="*/ 8174 h 10000"/>
              <a:gd name="connsiteX17-2735" fmla="*/ 5248 w 10000"/>
              <a:gd name="connsiteY17-2736" fmla="*/ 8053 h 10000"/>
              <a:gd name="connsiteX18-2737" fmla="*/ 5248 w 10000"/>
              <a:gd name="connsiteY18-2738" fmla="*/ 7951 h 10000"/>
              <a:gd name="connsiteX19-2739" fmla="*/ 5248 w 10000"/>
              <a:gd name="connsiteY19-2740" fmla="*/ 7850 h 10000"/>
              <a:gd name="connsiteX20-2741" fmla="*/ 5743 w 10000"/>
              <a:gd name="connsiteY20-2742" fmla="*/ 7627 h 10000"/>
              <a:gd name="connsiteX21-2743" fmla="*/ 5743 w 10000"/>
              <a:gd name="connsiteY21-2744" fmla="*/ 7424 h 10000"/>
              <a:gd name="connsiteX22-2745" fmla="*/ 5743 w 10000"/>
              <a:gd name="connsiteY22-2746" fmla="*/ 7201 h 10000"/>
              <a:gd name="connsiteX23-2747" fmla="*/ 5743 w 10000"/>
              <a:gd name="connsiteY23-2748" fmla="*/ 6978 h 10000"/>
              <a:gd name="connsiteX24-2749" fmla="*/ 5743 w 10000"/>
              <a:gd name="connsiteY24-2750" fmla="*/ 6450 h 10000"/>
              <a:gd name="connsiteX25-2751" fmla="*/ 5743 w 10000"/>
              <a:gd name="connsiteY25-2752" fmla="*/ 6024 h 10000"/>
              <a:gd name="connsiteX26-2753" fmla="*/ 5743 w 10000"/>
              <a:gd name="connsiteY26-2754" fmla="*/ 5598 h 10000"/>
              <a:gd name="connsiteX27-2755" fmla="*/ 5743 w 10000"/>
              <a:gd name="connsiteY27-2756" fmla="*/ 5274 h 10000"/>
              <a:gd name="connsiteX28-2757" fmla="*/ 5743 w 10000"/>
              <a:gd name="connsiteY28-2758" fmla="*/ 5051 h 10000"/>
              <a:gd name="connsiteX29-2759" fmla="*/ 5743 w 10000"/>
              <a:gd name="connsiteY29-2760" fmla="*/ 4848 h 10000"/>
              <a:gd name="connsiteX30-2761" fmla="*/ 5743 w 10000"/>
              <a:gd name="connsiteY30-2762" fmla="*/ 4625 h 10000"/>
              <a:gd name="connsiteX31-2763" fmla="*/ 5743 w 10000"/>
              <a:gd name="connsiteY31-2764" fmla="*/ 4402 h 10000"/>
              <a:gd name="connsiteX32-2765" fmla="*/ 5743 w 10000"/>
              <a:gd name="connsiteY32-2766" fmla="*/ 4077 h 10000"/>
              <a:gd name="connsiteX33-2767" fmla="*/ 5743 w 10000"/>
              <a:gd name="connsiteY33-2768" fmla="*/ 3773 h 10000"/>
              <a:gd name="connsiteX34-2769" fmla="*/ 5743 w 10000"/>
              <a:gd name="connsiteY34-2770" fmla="*/ 3448 h 10000"/>
              <a:gd name="connsiteX35-2771" fmla="*/ 5743 w 10000"/>
              <a:gd name="connsiteY35-2772" fmla="*/ 3022 h 10000"/>
              <a:gd name="connsiteX36-2773" fmla="*/ 5248 w 10000"/>
              <a:gd name="connsiteY36-2774" fmla="*/ 2373 h 10000"/>
              <a:gd name="connsiteX37-2775" fmla="*/ 4753 w 10000"/>
              <a:gd name="connsiteY37-2776" fmla="*/ 1501 h 10000"/>
              <a:gd name="connsiteX38-2777" fmla="*/ 4257 w 10000"/>
              <a:gd name="connsiteY38-2778" fmla="*/ 751 h 10000"/>
              <a:gd name="connsiteX39-2779" fmla="*/ 3663 w 10000"/>
              <a:gd name="connsiteY39-2780" fmla="*/ 0 h 10000"/>
              <a:gd name="connsiteX40-2781" fmla="*/ 4753 w 10000"/>
              <a:gd name="connsiteY40-2782" fmla="*/ 223 h 10000"/>
              <a:gd name="connsiteX41-2783" fmla="*/ 6338 w 10000"/>
              <a:gd name="connsiteY41-2784" fmla="*/ 426 h 10000"/>
              <a:gd name="connsiteX42-2785" fmla="*/ 7327 w 10000"/>
              <a:gd name="connsiteY42-2786" fmla="*/ 548 h 10000"/>
              <a:gd name="connsiteX43-2787" fmla="*/ 8415 w 10000"/>
              <a:gd name="connsiteY43-2788" fmla="*/ 649 h 10000"/>
              <a:gd name="connsiteX44-2789" fmla="*/ 8911 w 10000"/>
              <a:gd name="connsiteY44-2790" fmla="*/ 751 h 10000"/>
              <a:gd name="connsiteX45-2791" fmla="*/ 9406 w 10000"/>
              <a:gd name="connsiteY45-2792" fmla="*/ 872 h 10000"/>
              <a:gd name="connsiteX46-2793" fmla="*/ 10000 w 10000"/>
              <a:gd name="connsiteY46-2794" fmla="*/ 974 h 10000"/>
              <a:gd name="connsiteX47-2795" fmla="*/ 10000 w 10000"/>
              <a:gd name="connsiteY47-2796" fmla="*/ 974 h 10000"/>
              <a:gd name="connsiteX48-2797" fmla="*/ 10000 w 10000"/>
              <a:gd name="connsiteY48-2798" fmla="*/ 1075 h 10000"/>
              <a:gd name="connsiteX49-2799" fmla="*/ 10000 w 10000"/>
              <a:gd name="connsiteY49-2800" fmla="*/ 1176 h 10000"/>
              <a:gd name="connsiteX50-2801" fmla="*/ 10000 w 10000"/>
              <a:gd name="connsiteY50-2802" fmla="*/ 1400 h 10000"/>
              <a:gd name="connsiteX51-2803" fmla="*/ 10000 w 10000"/>
              <a:gd name="connsiteY51-2804" fmla="*/ 1501 h 10000"/>
              <a:gd name="connsiteX52-2805" fmla="*/ 9406 w 10000"/>
              <a:gd name="connsiteY52-2806" fmla="*/ 1501 h 10000"/>
              <a:gd name="connsiteX53-2807" fmla="*/ 9406 w 10000"/>
              <a:gd name="connsiteY53-2808" fmla="*/ 1623 h 10000"/>
              <a:gd name="connsiteX54-2809" fmla="*/ 9406 w 10000"/>
              <a:gd name="connsiteY54-2810" fmla="*/ 1724 h 10000"/>
              <a:gd name="connsiteX55-2811" fmla="*/ 9406 w 10000"/>
              <a:gd name="connsiteY55-2812" fmla="*/ 1826 h 10000"/>
              <a:gd name="connsiteX56-2813" fmla="*/ 9406 w 10000"/>
              <a:gd name="connsiteY56-2814" fmla="*/ 2049 h 10000"/>
              <a:gd name="connsiteX57-2815" fmla="*/ 9406 w 10000"/>
              <a:gd name="connsiteY57-2816" fmla="*/ 2150 h 10000"/>
              <a:gd name="connsiteX58-2817" fmla="*/ 9406 w 10000"/>
              <a:gd name="connsiteY58-2818" fmla="*/ 2373 h 10000"/>
              <a:gd name="connsiteX59-2819" fmla="*/ 9406 w 10000"/>
              <a:gd name="connsiteY59-2820" fmla="*/ 2576 h 10000"/>
              <a:gd name="connsiteX60-2821" fmla="*/ 9406 w 10000"/>
              <a:gd name="connsiteY60-2822" fmla="*/ 2799 h 10000"/>
              <a:gd name="connsiteX61-2823" fmla="*/ 9406 w 10000"/>
              <a:gd name="connsiteY61-2824" fmla="*/ 3022 h 10000"/>
              <a:gd name="connsiteX62-2825" fmla="*/ 9406 w 10000"/>
              <a:gd name="connsiteY62-2826" fmla="*/ 3327 h 10000"/>
              <a:gd name="connsiteX63-2827" fmla="*/ 9406 w 10000"/>
              <a:gd name="connsiteY63-2828" fmla="*/ 3550 h 10000"/>
              <a:gd name="connsiteX64-2829" fmla="*/ 9406 w 10000"/>
              <a:gd name="connsiteY64-2830" fmla="*/ 3874 h 10000"/>
              <a:gd name="connsiteX65-2831" fmla="*/ 9406 w 10000"/>
              <a:gd name="connsiteY65-2832" fmla="*/ 4199 h 10000"/>
              <a:gd name="connsiteX66-2833" fmla="*/ 9406 w 10000"/>
              <a:gd name="connsiteY66-2834" fmla="*/ 4523 h 10000"/>
              <a:gd name="connsiteX67-2835" fmla="*/ 9406 w 10000"/>
              <a:gd name="connsiteY67-2836" fmla="*/ 4949 h 10000"/>
              <a:gd name="connsiteX68-2837" fmla="*/ 9406 w 10000"/>
              <a:gd name="connsiteY68-2838" fmla="*/ 5700 h 10000"/>
              <a:gd name="connsiteX69-2839" fmla="*/ 9406 w 10000"/>
              <a:gd name="connsiteY69-2840" fmla="*/ 6349 h 10000"/>
              <a:gd name="connsiteX70-2841" fmla="*/ 9406 w 10000"/>
              <a:gd name="connsiteY70-2842" fmla="*/ 6876 h 10000"/>
              <a:gd name="connsiteX71-2843" fmla="*/ 9406 w 10000"/>
              <a:gd name="connsiteY71-2844" fmla="*/ 7424 h 10000"/>
              <a:gd name="connsiteX72-2845" fmla="*/ 9406 w 10000"/>
              <a:gd name="connsiteY72-2846" fmla="*/ 7850 h 10000"/>
              <a:gd name="connsiteX73-2847" fmla="*/ 9406 w 10000"/>
              <a:gd name="connsiteY73-2848" fmla="*/ 8174 h 10000"/>
              <a:gd name="connsiteX74-2849" fmla="*/ 9406 w 10000"/>
              <a:gd name="connsiteY74-2850" fmla="*/ 8499 h 10000"/>
              <a:gd name="connsiteX75-2851" fmla="*/ 9406 w 10000"/>
              <a:gd name="connsiteY75-2852" fmla="*/ 8600 h 10000"/>
              <a:gd name="connsiteX76-2853" fmla="*/ 9406 w 10000"/>
              <a:gd name="connsiteY76-2854" fmla="*/ 8702 h 10000"/>
              <a:gd name="connsiteX77-2855" fmla="*/ 8911 w 10000"/>
              <a:gd name="connsiteY77-2856" fmla="*/ 9026 h 10000"/>
              <a:gd name="connsiteX78-2857" fmla="*/ 8415 w 10000"/>
              <a:gd name="connsiteY78-2858" fmla="*/ 9249 h 10000"/>
              <a:gd name="connsiteX79-2859" fmla="*/ 7821 w 10000"/>
              <a:gd name="connsiteY79-2860" fmla="*/ 9554 h 10000"/>
              <a:gd name="connsiteX80-2861" fmla="*/ 6833 w 10000"/>
              <a:gd name="connsiteY80-2862" fmla="*/ 9675 h 10000"/>
              <a:gd name="connsiteX81-2863" fmla="*/ 6833 w 10000"/>
              <a:gd name="connsiteY81-2864" fmla="*/ 9675 h 10000"/>
              <a:gd name="connsiteX0-2865" fmla="*/ 6833 w 10000"/>
              <a:gd name="connsiteY0-2866" fmla="*/ 9675 h 10000"/>
              <a:gd name="connsiteX1-2867" fmla="*/ 6338 w 10000"/>
              <a:gd name="connsiteY1-2868" fmla="*/ 9878 h 10000"/>
              <a:gd name="connsiteX2-2869" fmla="*/ 5743 w 10000"/>
              <a:gd name="connsiteY2-2870" fmla="*/ 10000 h 10000"/>
              <a:gd name="connsiteX3-2871" fmla="*/ 5248 w 10000"/>
              <a:gd name="connsiteY3-2872" fmla="*/ 10000 h 10000"/>
              <a:gd name="connsiteX4-2873" fmla="*/ 4257 w 10000"/>
              <a:gd name="connsiteY4-2874" fmla="*/ 10000 h 10000"/>
              <a:gd name="connsiteX5-2875" fmla="*/ 4257 w 10000"/>
              <a:gd name="connsiteY5-2876" fmla="*/ 10000 h 10000"/>
              <a:gd name="connsiteX6-2877" fmla="*/ 3663 w 10000"/>
              <a:gd name="connsiteY6-2878" fmla="*/ 9878 h 10000"/>
              <a:gd name="connsiteX7-2879" fmla="*/ 3168 w 10000"/>
              <a:gd name="connsiteY7-2880" fmla="*/ 9777 h 10000"/>
              <a:gd name="connsiteX8-2881" fmla="*/ 3168 w 10000"/>
              <a:gd name="connsiteY8-2882" fmla="*/ 9554 h 10000"/>
              <a:gd name="connsiteX9-2883" fmla="*/ 1088 w 10000"/>
              <a:gd name="connsiteY9-2884" fmla="*/ 8803 h 10000"/>
              <a:gd name="connsiteX10-2885" fmla="*/ 0 w 10000"/>
              <a:gd name="connsiteY10-2886" fmla="*/ 8600 h 10000"/>
              <a:gd name="connsiteX11-2887" fmla="*/ 1584 w 10000"/>
              <a:gd name="connsiteY11-2888" fmla="*/ 8174 h 10000"/>
              <a:gd name="connsiteX12-2889" fmla="*/ 3168 w 10000"/>
              <a:gd name="connsiteY12-2890" fmla="*/ 8174 h 10000"/>
              <a:gd name="connsiteX13-2891" fmla="*/ 4257 w 10000"/>
              <a:gd name="connsiteY13-2892" fmla="*/ 8174 h 10000"/>
              <a:gd name="connsiteX14-2893" fmla="*/ 4753 w 10000"/>
              <a:gd name="connsiteY14-2894" fmla="*/ 8174 h 10000"/>
              <a:gd name="connsiteX15-2895" fmla="*/ 5248 w 10000"/>
              <a:gd name="connsiteY15-2896" fmla="*/ 8174 h 10000"/>
              <a:gd name="connsiteX16-2897" fmla="*/ 5248 w 10000"/>
              <a:gd name="connsiteY16-2898" fmla="*/ 8053 h 10000"/>
              <a:gd name="connsiteX17-2899" fmla="*/ 5248 w 10000"/>
              <a:gd name="connsiteY17-2900" fmla="*/ 7951 h 10000"/>
              <a:gd name="connsiteX18-2901" fmla="*/ 5248 w 10000"/>
              <a:gd name="connsiteY18-2902" fmla="*/ 7850 h 10000"/>
              <a:gd name="connsiteX19-2903" fmla="*/ 5743 w 10000"/>
              <a:gd name="connsiteY19-2904" fmla="*/ 7627 h 10000"/>
              <a:gd name="connsiteX20-2905" fmla="*/ 5743 w 10000"/>
              <a:gd name="connsiteY20-2906" fmla="*/ 7424 h 10000"/>
              <a:gd name="connsiteX21-2907" fmla="*/ 5743 w 10000"/>
              <a:gd name="connsiteY21-2908" fmla="*/ 7201 h 10000"/>
              <a:gd name="connsiteX22-2909" fmla="*/ 5743 w 10000"/>
              <a:gd name="connsiteY22-2910" fmla="*/ 6978 h 10000"/>
              <a:gd name="connsiteX23-2911" fmla="*/ 5743 w 10000"/>
              <a:gd name="connsiteY23-2912" fmla="*/ 6450 h 10000"/>
              <a:gd name="connsiteX24-2913" fmla="*/ 5743 w 10000"/>
              <a:gd name="connsiteY24-2914" fmla="*/ 6024 h 10000"/>
              <a:gd name="connsiteX25-2915" fmla="*/ 5743 w 10000"/>
              <a:gd name="connsiteY25-2916" fmla="*/ 5598 h 10000"/>
              <a:gd name="connsiteX26-2917" fmla="*/ 5743 w 10000"/>
              <a:gd name="connsiteY26-2918" fmla="*/ 5274 h 10000"/>
              <a:gd name="connsiteX27-2919" fmla="*/ 5743 w 10000"/>
              <a:gd name="connsiteY27-2920" fmla="*/ 5051 h 10000"/>
              <a:gd name="connsiteX28-2921" fmla="*/ 5743 w 10000"/>
              <a:gd name="connsiteY28-2922" fmla="*/ 4848 h 10000"/>
              <a:gd name="connsiteX29-2923" fmla="*/ 5743 w 10000"/>
              <a:gd name="connsiteY29-2924" fmla="*/ 4625 h 10000"/>
              <a:gd name="connsiteX30-2925" fmla="*/ 5743 w 10000"/>
              <a:gd name="connsiteY30-2926" fmla="*/ 4402 h 10000"/>
              <a:gd name="connsiteX31-2927" fmla="*/ 5743 w 10000"/>
              <a:gd name="connsiteY31-2928" fmla="*/ 4077 h 10000"/>
              <a:gd name="connsiteX32-2929" fmla="*/ 5743 w 10000"/>
              <a:gd name="connsiteY32-2930" fmla="*/ 3773 h 10000"/>
              <a:gd name="connsiteX33-2931" fmla="*/ 5743 w 10000"/>
              <a:gd name="connsiteY33-2932" fmla="*/ 3448 h 10000"/>
              <a:gd name="connsiteX34-2933" fmla="*/ 5743 w 10000"/>
              <a:gd name="connsiteY34-2934" fmla="*/ 3022 h 10000"/>
              <a:gd name="connsiteX35-2935" fmla="*/ 5248 w 10000"/>
              <a:gd name="connsiteY35-2936" fmla="*/ 2373 h 10000"/>
              <a:gd name="connsiteX36-2937" fmla="*/ 4753 w 10000"/>
              <a:gd name="connsiteY36-2938" fmla="*/ 1501 h 10000"/>
              <a:gd name="connsiteX37-2939" fmla="*/ 4257 w 10000"/>
              <a:gd name="connsiteY37-2940" fmla="*/ 751 h 10000"/>
              <a:gd name="connsiteX38-2941" fmla="*/ 3663 w 10000"/>
              <a:gd name="connsiteY38-2942" fmla="*/ 0 h 10000"/>
              <a:gd name="connsiteX39-2943" fmla="*/ 4753 w 10000"/>
              <a:gd name="connsiteY39-2944" fmla="*/ 223 h 10000"/>
              <a:gd name="connsiteX40-2945" fmla="*/ 6338 w 10000"/>
              <a:gd name="connsiteY40-2946" fmla="*/ 426 h 10000"/>
              <a:gd name="connsiteX41-2947" fmla="*/ 7327 w 10000"/>
              <a:gd name="connsiteY41-2948" fmla="*/ 548 h 10000"/>
              <a:gd name="connsiteX42-2949" fmla="*/ 8415 w 10000"/>
              <a:gd name="connsiteY42-2950" fmla="*/ 649 h 10000"/>
              <a:gd name="connsiteX43-2951" fmla="*/ 8911 w 10000"/>
              <a:gd name="connsiteY43-2952" fmla="*/ 751 h 10000"/>
              <a:gd name="connsiteX44-2953" fmla="*/ 9406 w 10000"/>
              <a:gd name="connsiteY44-2954" fmla="*/ 872 h 10000"/>
              <a:gd name="connsiteX45-2955" fmla="*/ 10000 w 10000"/>
              <a:gd name="connsiteY45-2956" fmla="*/ 974 h 10000"/>
              <a:gd name="connsiteX46-2957" fmla="*/ 10000 w 10000"/>
              <a:gd name="connsiteY46-2958" fmla="*/ 974 h 10000"/>
              <a:gd name="connsiteX47-2959" fmla="*/ 10000 w 10000"/>
              <a:gd name="connsiteY47-2960" fmla="*/ 1075 h 10000"/>
              <a:gd name="connsiteX48-2961" fmla="*/ 10000 w 10000"/>
              <a:gd name="connsiteY48-2962" fmla="*/ 1176 h 10000"/>
              <a:gd name="connsiteX49-2963" fmla="*/ 10000 w 10000"/>
              <a:gd name="connsiteY49-2964" fmla="*/ 1400 h 10000"/>
              <a:gd name="connsiteX50-2965" fmla="*/ 10000 w 10000"/>
              <a:gd name="connsiteY50-2966" fmla="*/ 1501 h 10000"/>
              <a:gd name="connsiteX51-2967" fmla="*/ 9406 w 10000"/>
              <a:gd name="connsiteY51-2968" fmla="*/ 1501 h 10000"/>
              <a:gd name="connsiteX52-2969" fmla="*/ 9406 w 10000"/>
              <a:gd name="connsiteY52-2970" fmla="*/ 1623 h 10000"/>
              <a:gd name="connsiteX53-2971" fmla="*/ 9406 w 10000"/>
              <a:gd name="connsiteY53-2972" fmla="*/ 1724 h 10000"/>
              <a:gd name="connsiteX54-2973" fmla="*/ 9406 w 10000"/>
              <a:gd name="connsiteY54-2974" fmla="*/ 1826 h 10000"/>
              <a:gd name="connsiteX55-2975" fmla="*/ 9406 w 10000"/>
              <a:gd name="connsiteY55-2976" fmla="*/ 2049 h 10000"/>
              <a:gd name="connsiteX56-2977" fmla="*/ 9406 w 10000"/>
              <a:gd name="connsiteY56-2978" fmla="*/ 2150 h 10000"/>
              <a:gd name="connsiteX57-2979" fmla="*/ 9406 w 10000"/>
              <a:gd name="connsiteY57-2980" fmla="*/ 2373 h 10000"/>
              <a:gd name="connsiteX58-2981" fmla="*/ 9406 w 10000"/>
              <a:gd name="connsiteY58-2982" fmla="*/ 2576 h 10000"/>
              <a:gd name="connsiteX59-2983" fmla="*/ 9406 w 10000"/>
              <a:gd name="connsiteY59-2984" fmla="*/ 2799 h 10000"/>
              <a:gd name="connsiteX60-2985" fmla="*/ 9406 w 10000"/>
              <a:gd name="connsiteY60-2986" fmla="*/ 3022 h 10000"/>
              <a:gd name="connsiteX61-2987" fmla="*/ 9406 w 10000"/>
              <a:gd name="connsiteY61-2988" fmla="*/ 3327 h 10000"/>
              <a:gd name="connsiteX62-2989" fmla="*/ 9406 w 10000"/>
              <a:gd name="connsiteY62-2990" fmla="*/ 3550 h 10000"/>
              <a:gd name="connsiteX63-2991" fmla="*/ 9406 w 10000"/>
              <a:gd name="connsiteY63-2992" fmla="*/ 3874 h 10000"/>
              <a:gd name="connsiteX64-2993" fmla="*/ 9406 w 10000"/>
              <a:gd name="connsiteY64-2994" fmla="*/ 4199 h 10000"/>
              <a:gd name="connsiteX65-2995" fmla="*/ 9406 w 10000"/>
              <a:gd name="connsiteY65-2996" fmla="*/ 4523 h 10000"/>
              <a:gd name="connsiteX66-2997" fmla="*/ 9406 w 10000"/>
              <a:gd name="connsiteY66-2998" fmla="*/ 4949 h 10000"/>
              <a:gd name="connsiteX67-2999" fmla="*/ 9406 w 10000"/>
              <a:gd name="connsiteY67-3000" fmla="*/ 5700 h 10000"/>
              <a:gd name="connsiteX68-3001" fmla="*/ 9406 w 10000"/>
              <a:gd name="connsiteY68-3002" fmla="*/ 6349 h 10000"/>
              <a:gd name="connsiteX69-3003" fmla="*/ 9406 w 10000"/>
              <a:gd name="connsiteY69-3004" fmla="*/ 6876 h 10000"/>
              <a:gd name="connsiteX70-3005" fmla="*/ 9406 w 10000"/>
              <a:gd name="connsiteY70-3006" fmla="*/ 7424 h 10000"/>
              <a:gd name="connsiteX71-3007" fmla="*/ 9406 w 10000"/>
              <a:gd name="connsiteY71-3008" fmla="*/ 7850 h 10000"/>
              <a:gd name="connsiteX72-3009" fmla="*/ 9406 w 10000"/>
              <a:gd name="connsiteY72-3010" fmla="*/ 8174 h 10000"/>
              <a:gd name="connsiteX73-3011" fmla="*/ 9406 w 10000"/>
              <a:gd name="connsiteY73-3012" fmla="*/ 8499 h 10000"/>
              <a:gd name="connsiteX74-3013" fmla="*/ 9406 w 10000"/>
              <a:gd name="connsiteY74-3014" fmla="*/ 8600 h 10000"/>
              <a:gd name="connsiteX75-3015" fmla="*/ 9406 w 10000"/>
              <a:gd name="connsiteY75-3016" fmla="*/ 8702 h 10000"/>
              <a:gd name="connsiteX76-3017" fmla="*/ 8911 w 10000"/>
              <a:gd name="connsiteY76-3018" fmla="*/ 9026 h 10000"/>
              <a:gd name="connsiteX77-3019" fmla="*/ 8415 w 10000"/>
              <a:gd name="connsiteY77-3020" fmla="*/ 9249 h 10000"/>
              <a:gd name="connsiteX78-3021" fmla="*/ 7821 w 10000"/>
              <a:gd name="connsiteY78-3022" fmla="*/ 9554 h 10000"/>
              <a:gd name="connsiteX79-3023" fmla="*/ 6833 w 10000"/>
              <a:gd name="connsiteY79-3024" fmla="*/ 9675 h 10000"/>
              <a:gd name="connsiteX80-3025" fmla="*/ 6833 w 10000"/>
              <a:gd name="connsiteY80-3026" fmla="*/ 9675 h 10000"/>
              <a:gd name="connsiteX0-3027" fmla="*/ 6833 w 10000"/>
              <a:gd name="connsiteY0-3028" fmla="*/ 9675 h 10000"/>
              <a:gd name="connsiteX1-3029" fmla="*/ 6338 w 10000"/>
              <a:gd name="connsiteY1-3030" fmla="*/ 9878 h 10000"/>
              <a:gd name="connsiteX2-3031" fmla="*/ 5743 w 10000"/>
              <a:gd name="connsiteY2-3032" fmla="*/ 10000 h 10000"/>
              <a:gd name="connsiteX3-3033" fmla="*/ 5248 w 10000"/>
              <a:gd name="connsiteY3-3034" fmla="*/ 10000 h 10000"/>
              <a:gd name="connsiteX4-3035" fmla="*/ 4257 w 10000"/>
              <a:gd name="connsiteY4-3036" fmla="*/ 10000 h 10000"/>
              <a:gd name="connsiteX5-3037" fmla="*/ 4257 w 10000"/>
              <a:gd name="connsiteY5-3038" fmla="*/ 10000 h 10000"/>
              <a:gd name="connsiteX6-3039" fmla="*/ 3663 w 10000"/>
              <a:gd name="connsiteY6-3040" fmla="*/ 9878 h 10000"/>
              <a:gd name="connsiteX7-3041" fmla="*/ 3168 w 10000"/>
              <a:gd name="connsiteY7-3042" fmla="*/ 9777 h 10000"/>
              <a:gd name="connsiteX8-3043" fmla="*/ 3168 w 10000"/>
              <a:gd name="connsiteY8-3044" fmla="*/ 9554 h 10000"/>
              <a:gd name="connsiteX9-3045" fmla="*/ 0 w 10000"/>
              <a:gd name="connsiteY9-3046" fmla="*/ 8600 h 10000"/>
              <a:gd name="connsiteX10-3047" fmla="*/ 1584 w 10000"/>
              <a:gd name="connsiteY10-3048" fmla="*/ 8174 h 10000"/>
              <a:gd name="connsiteX11-3049" fmla="*/ 3168 w 10000"/>
              <a:gd name="connsiteY11-3050" fmla="*/ 8174 h 10000"/>
              <a:gd name="connsiteX12-3051" fmla="*/ 4257 w 10000"/>
              <a:gd name="connsiteY12-3052" fmla="*/ 8174 h 10000"/>
              <a:gd name="connsiteX13-3053" fmla="*/ 4753 w 10000"/>
              <a:gd name="connsiteY13-3054" fmla="*/ 8174 h 10000"/>
              <a:gd name="connsiteX14-3055" fmla="*/ 5248 w 10000"/>
              <a:gd name="connsiteY14-3056" fmla="*/ 8174 h 10000"/>
              <a:gd name="connsiteX15-3057" fmla="*/ 5248 w 10000"/>
              <a:gd name="connsiteY15-3058" fmla="*/ 8053 h 10000"/>
              <a:gd name="connsiteX16-3059" fmla="*/ 5248 w 10000"/>
              <a:gd name="connsiteY16-3060" fmla="*/ 7951 h 10000"/>
              <a:gd name="connsiteX17-3061" fmla="*/ 5248 w 10000"/>
              <a:gd name="connsiteY17-3062" fmla="*/ 7850 h 10000"/>
              <a:gd name="connsiteX18-3063" fmla="*/ 5743 w 10000"/>
              <a:gd name="connsiteY18-3064" fmla="*/ 7627 h 10000"/>
              <a:gd name="connsiteX19-3065" fmla="*/ 5743 w 10000"/>
              <a:gd name="connsiteY19-3066" fmla="*/ 7424 h 10000"/>
              <a:gd name="connsiteX20-3067" fmla="*/ 5743 w 10000"/>
              <a:gd name="connsiteY20-3068" fmla="*/ 7201 h 10000"/>
              <a:gd name="connsiteX21-3069" fmla="*/ 5743 w 10000"/>
              <a:gd name="connsiteY21-3070" fmla="*/ 6978 h 10000"/>
              <a:gd name="connsiteX22-3071" fmla="*/ 5743 w 10000"/>
              <a:gd name="connsiteY22-3072" fmla="*/ 6450 h 10000"/>
              <a:gd name="connsiteX23-3073" fmla="*/ 5743 w 10000"/>
              <a:gd name="connsiteY23-3074" fmla="*/ 6024 h 10000"/>
              <a:gd name="connsiteX24-3075" fmla="*/ 5743 w 10000"/>
              <a:gd name="connsiteY24-3076" fmla="*/ 5598 h 10000"/>
              <a:gd name="connsiteX25-3077" fmla="*/ 5743 w 10000"/>
              <a:gd name="connsiteY25-3078" fmla="*/ 5274 h 10000"/>
              <a:gd name="connsiteX26-3079" fmla="*/ 5743 w 10000"/>
              <a:gd name="connsiteY26-3080" fmla="*/ 5051 h 10000"/>
              <a:gd name="connsiteX27-3081" fmla="*/ 5743 w 10000"/>
              <a:gd name="connsiteY27-3082" fmla="*/ 4848 h 10000"/>
              <a:gd name="connsiteX28-3083" fmla="*/ 5743 w 10000"/>
              <a:gd name="connsiteY28-3084" fmla="*/ 4625 h 10000"/>
              <a:gd name="connsiteX29-3085" fmla="*/ 5743 w 10000"/>
              <a:gd name="connsiteY29-3086" fmla="*/ 4402 h 10000"/>
              <a:gd name="connsiteX30-3087" fmla="*/ 5743 w 10000"/>
              <a:gd name="connsiteY30-3088" fmla="*/ 4077 h 10000"/>
              <a:gd name="connsiteX31-3089" fmla="*/ 5743 w 10000"/>
              <a:gd name="connsiteY31-3090" fmla="*/ 3773 h 10000"/>
              <a:gd name="connsiteX32-3091" fmla="*/ 5743 w 10000"/>
              <a:gd name="connsiteY32-3092" fmla="*/ 3448 h 10000"/>
              <a:gd name="connsiteX33-3093" fmla="*/ 5743 w 10000"/>
              <a:gd name="connsiteY33-3094" fmla="*/ 3022 h 10000"/>
              <a:gd name="connsiteX34-3095" fmla="*/ 5248 w 10000"/>
              <a:gd name="connsiteY34-3096" fmla="*/ 2373 h 10000"/>
              <a:gd name="connsiteX35-3097" fmla="*/ 4753 w 10000"/>
              <a:gd name="connsiteY35-3098" fmla="*/ 1501 h 10000"/>
              <a:gd name="connsiteX36-3099" fmla="*/ 4257 w 10000"/>
              <a:gd name="connsiteY36-3100" fmla="*/ 751 h 10000"/>
              <a:gd name="connsiteX37-3101" fmla="*/ 3663 w 10000"/>
              <a:gd name="connsiteY37-3102" fmla="*/ 0 h 10000"/>
              <a:gd name="connsiteX38-3103" fmla="*/ 4753 w 10000"/>
              <a:gd name="connsiteY38-3104" fmla="*/ 223 h 10000"/>
              <a:gd name="connsiteX39-3105" fmla="*/ 6338 w 10000"/>
              <a:gd name="connsiteY39-3106" fmla="*/ 426 h 10000"/>
              <a:gd name="connsiteX40-3107" fmla="*/ 7327 w 10000"/>
              <a:gd name="connsiteY40-3108" fmla="*/ 548 h 10000"/>
              <a:gd name="connsiteX41-3109" fmla="*/ 8415 w 10000"/>
              <a:gd name="connsiteY41-3110" fmla="*/ 649 h 10000"/>
              <a:gd name="connsiteX42-3111" fmla="*/ 8911 w 10000"/>
              <a:gd name="connsiteY42-3112" fmla="*/ 751 h 10000"/>
              <a:gd name="connsiteX43-3113" fmla="*/ 9406 w 10000"/>
              <a:gd name="connsiteY43-3114" fmla="*/ 872 h 10000"/>
              <a:gd name="connsiteX44-3115" fmla="*/ 10000 w 10000"/>
              <a:gd name="connsiteY44-3116" fmla="*/ 974 h 10000"/>
              <a:gd name="connsiteX45-3117" fmla="*/ 10000 w 10000"/>
              <a:gd name="connsiteY45-3118" fmla="*/ 974 h 10000"/>
              <a:gd name="connsiteX46-3119" fmla="*/ 10000 w 10000"/>
              <a:gd name="connsiteY46-3120" fmla="*/ 1075 h 10000"/>
              <a:gd name="connsiteX47-3121" fmla="*/ 10000 w 10000"/>
              <a:gd name="connsiteY47-3122" fmla="*/ 1176 h 10000"/>
              <a:gd name="connsiteX48-3123" fmla="*/ 10000 w 10000"/>
              <a:gd name="connsiteY48-3124" fmla="*/ 1400 h 10000"/>
              <a:gd name="connsiteX49-3125" fmla="*/ 10000 w 10000"/>
              <a:gd name="connsiteY49-3126" fmla="*/ 1501 h 10000"/>
              <a:gd name="connsiteX50-3127" fmla="*/ 9406 w 10000"/>
              <a:gd name="connsiteY50-3128" fmla="*/ 1501 h 10000"/>
              <a:gd name="connsiteX51-3129" fmla="*/ 9406 w 10000"/>
              <a:gd name="connsiteY51-3130" fmla="*/ 1623 h 10000"/>
              <a:gd name="connsiteX52-3131" fmla="*/ 9406 w 10000"/>
              <a:gd name="connsiteY52-3132" fmla="*/ 1724 h 10000"/>
              <a:gd name="connsiteX53-3133" fmla="*/ 9406 w 10000"/>
              <a:gd name="connsiteY53-3134" fmla="*/ 1826 h 10000"/>
              <a:gd name="connsiteX54-3135" fmla="*/ 9406 w 10000"/>
              <a:gd name="connsiteY54-3136" fmla="*/ 2049 h 10000"/>
              <a:gd name="connsiteX55-3137" fmla="*/ 9406 w 10000"/>
              <a:gd name="connsiteY55-3138" fmla="*/ 2150 h 10000"/>
              <a:gd name="connsiteX56-3139" fmla="*/ 9406 w 10000"/>
              <a:gd name="connsiteY56-3140" fmla="*/ 2373 h 10000"/>
              <a:gd name="connsiteX57-3141" fmla="*/ 9406 w 10000"/>
              <a:gd name="connsiteY57-3142" fmla="*/ 2576 h 10000"/>
              <a:gd name="connsiteX58-3143" fmla="*/ 9406 w 10000"/>
              <a:gd name="connsiteY58-3144" fmla="*/ 2799 h 10000"/>
              <a:gd name="connsiteX59-3145" fmla="*/ 9406 w 10000"/>
              <a:gd name="connsiteY59-3146" fmla="*/ 3022 h 10000"/>
              <a:gd name="connsiteX60-3147" fmla="*/ 9406 w 10000"/>
              <a:gd name="connsiteY60-3148" fmla="*/ 3327 h 10000"/>
              <a:gd name="connsiteX61-3149" fmla="*/ 9406 w 10000"/>
              <a:gd name="connsiteY61-3150" fmla="*/ 3550 h 10000"/>
              <a:gd name="connsiteX62-3151" fmla="*/ 9406 w 10000"/>
              <a:gd name="connsiteY62-3152" fmla="*/ 3874 h 10000"/>
              <a:gd name="connsiteX63-3153" fmla="*/ 9406 w 10000"/>
              <a:gd name="connsiteY63-3154" fmla="*/ 4199 h 10000"/>
              <a:gd name="connsiteX64-3155" fmla="*/ 9406 w 10000"/>
              <a:gd name="connsiteY64-3156" fmla="*/ 4523 h 10000"/>
              <a:gd name="connsiteX65-3157" fmla="*/ 9406 w 10000"/>
              <a:gd name="connsiteY65-3158" fmla="*/ 4949 h 10000"/>
              <a:gd name="connsiteX66-3159" fmla="*/ 9406 w 10000"/>
              <a:gd name="connsiteY66-3160" fmla="*/ 5700 h 10000"/>
              <a:gd name="connsiteX67-3161" fmla="*/ 9406 w 10000"/>
              <a:gd name="connsiteY67-3162" fmla="*/ 6349 h 10000"/>
              <a:gd name="connsiteX68-3163" fmla="*/ 9406 w 10000"/>
              <a:gd name="connsiteY68-3164" fmla="*/ 6876 h 10000"/>
              <a:gd name="connsiteX69-3165" fmla="*/ 9406 w 10000"/>
              <a:gd name="connsiteY69-3166" fmla="*/ 7424 h 10000"/>
              <a:gd name="connsiteX70-3167" fmla="*/ 9406 w 10000"/>
              <a:gd name="connsiteY70-3168" fmla="*/ 7850 h 10000"/>
              <a:gd name="connsiteX71-3169" fmla="*/ 9406 w 10000"/>
              <a:gd name="connsiteY71-3170" fmla="*/ 8174 h 10000"/>
              <a:gd name="connsiteX72-3171" fmla="*/ 9406 w 10000"/>
              <a:gd name="connsiteY72-3172" fmla="*/ 8499 h 10000"/>
              <a:gd name="connsiteX73-3173" fmla="*/ 9406 w 10000"/>
              <a:gd name="connsiteY73-3174" fmla="*/ 8600 h 10000"/>
              <a:gd name="connsiteX74-3175" fmla="*/ 9406 w 10000"/>
              <a:gd name="connsiteY74-3176" fmla="*/ 8702 h 10000"/>
              <a:gd name="connsiteX75-3177" fmla="*/ 8911 w 10000"/>
              <a:gd name="connsiteY75-3178" fmla="*/ 9026 h 10000"/>
              <a:gd name="connsiteX76-3179" fmla="*/ 8415 w 10000"/>
              <a:gd name="connsiteY76-3180" fmla="*/ 9249 h 10000"/>
              <a:gd name="connsiteX77-3181" fmla="*/ 7821 w 10000"/>
              <a:gd name="connsiteY77-3182" fmla="*/ 9554 h 10000"/>
              <a:gd name="connsiteX78-3183" fmla="*/ 6833 w 10000"/>
              <a:gd name="connsiteY78-3184" fmla="*/ 9675 h 10000"/>
              <a:gd name="connsiteX79-3185" fmla="*/ 6833 w 10000"/>
              <a:gd name="connsiteY79-3186" fmla="*/ 9675 h 10000"/>
              <a:gd name="connsiteX0-3187" fmla="*/ 5249 w 8416"/>
              <a:gd name="connsiteY0-3188" fmla="*/ 9675 h 10000"/>
              <a:gd name="connsiteX1-3189" fmla="*/ 4754 w 8416"/>
              <a:gd name="connsiteY1-3190" fmla="*/ 9878 h 10000"/>
              <a:gd name="connsiteX2-3191" fmla="*/ 4159 w 8416"/>
              <a:gd name="connsiteY2-3192" fmla="*/ 10000 h 10000"/>
              <a:gd name="connsiteX3-3193" fmla="*/ 3664 w 8416"/>
              <a:gd name="connsiteY3-3194" fmla="*/ 10000 h 10000"/>
              <a:gd name="connsiteX4-3195" fmla="*/ 2673 w 8416"/>
              <a:gd name="connsiteY4-3196" fmla="*/ 10000 h 10000"/>
              <a:gd name="connsiteX5-3197" fmla="*/ 2673 w 8416"/>
              <a:gd name="connsiteY5-3198" fmla="*/ 10000 h 10000"/>
              <a:gd name="connsiteX6-3199" fmla="*/ 2079 w 8416"/>
              <a:gd name="connsiteY6-3200" fmla="*/ 9878 h 10000"/>
              <a:gd name="connsiteX7-3201" fmla="*/ 1584 w 8416"/>
              <a:gd name="connsiteY7-3202" fmla="*/ 9777 h 10000"/>
              <a:gd name="connsiteX8-3203" fmla="*/ 1584 w 8416"/>
              <a:gd name="connsiteY8-3204" fmla="*/ 9554 h 10000"/>
              <a:gd name="connsiteX9-3205" fmla="*/ 0 w 8416"/>
              <a:gd name="connsiteY9-3206" fmla="*/ 8174 h 10000"/>
              <a:gd name="connsiteX10-3207" fmla="*/ 1584 w 8416"/>
              <a:gd name="connsiteY10-3208" fmla="*/ 8174 h 10000"/>
              <a:gd name="connsiteX11-3209" fmla="*/ 2673 w 8416"/>
              <a:gd name="connsiteY11-3210" fmla="*/ 8174 h 10000"/>
              <a:gd name="connsiteX12-3211" fmla="*/ 3169 w 8416"/>
              <a:gd name="connsiteY12-3212" fmla="*/ 8174 h 10000"/>
              <a:gd name="connsiteX13-3213" fmla="*/ 3664 w 8416"/>
              <a:gd name="connsiteY13-3214" fmla="*/ 8174 h 10000"/>
              <a:gd name="connsiteX14-3215" fmla="*/ 3664 w 8416"/>
              <a:gd name="connsiteY14-3216" fmla="*/ 8053 h 10000"/>
              <a:gd name="connsiteX15-3217" fmla="*/ 3664 w 8416"/>
              <a:gd name="connsiteY15-3218" fmla="*/ 7951 h 10000"/>
              <a:gd name="connsiteX16-3219" fmla="*/ 3664 w 8416"/>
              <a:gd name="connsiteY16-3220" fmla="*/ 7850 h 10000"/>
              <a:gd name="connsiteX17-3221" fmla="*/ 4159 w 8416"/>
              <a:gd name="connsiteY17-3222" fmla="*/ 7627 h 10000"/>
              <a:gd name="connsiteX18-3223" fmla="*/ 4159 w 8416"/>
              <a:gd name="connsiteY18-3224" fmla="*/ 7424 h 10000"/>
              <a:gd name="connsiteX19-3225" fmla="*/ 4159 w 8416"/>
              <a:gd name="connsiteY19-3226" fmla="*/ 7201 h 10000"/>
              <a:gd name="connsiteX20-3227" fmla="*/ 4159 w 8416"/>
              <a:gd name="connsiteY20-3228" fmla="*/ 6978 h 10000"/>
              <a:gd name="connsiteX21-3229" fmla="*/ 4159 w 8416"/>
              <a:gd name="connsiteY21-3230" fmla="*/ 6450 h 10000"/>
              <a:gd name="connsiteX22-3231" fmla="*/ 4159 w 8416"/>
              <a:gd name="connsiteY22-3232" fmla="*/ 6024 h 10000"/>
              <a:gd name="connsiteX23-3233" fmla="*/ 4159 w 8416"/>
              <a:gd name="connsiteY23-3234" fmla="*/ 5598 h 10000"/>
              <a:gd name="connsiteX24-3235" fmla="*/ 4159 w 8416"/>
              <a:gd name="connsiteY24-3236" fmla="*/ 5274 h 10000"/>
              <a:gd name="connsiteX25-3237" fmla="*/ 4159 w 8416"/>
              <a:gd name="connsiteY25-3238" fmla="*/ 5051 h 10000"/>
              <a:gd name="connsiteX26-3239" fmla="*/ 4159 w 8416"/>
              <a:gd name="connsiteY26-3240" fmla="*/ 4848 h 10000"/>
              <a:gd name="connsiteX27-3241" fmla="*/ 4159 w 8416"/>
              <a:gd name="connsiteY27-3242" fmla="*/ 4625 h 10000"/>
              <a:gd name="connsiteX28-3243" fmla="*/ 4159 w 8416"/>
              <a:gd name="connsiteY28-3244" fmla="*/ 4402 h 10000"/>
              <a:gd name="connsiteX29-3245" fmla="*/ 4159 w 8416"/>
              <a:gd name="connsiteY29-3246" fmla="*/ 4077 h 10000"/>
              <a:gd name="connsiteX30-3247" fmla="*/ 4159 w 8416"/>
              <a:gd name="connsiteY30-3248" fmla="*/ 3773 h 10000"/>
              <a:gd name="connsiteX31-3249" fmla="*/ 4159 w 8416"/>
              <a:gd name="connsiteY31-3250" fmla="*/ 3448 h 10000"/>
              <a:gd name="connsiteX32-3251" fmla="*/ 4159 w 8416"/>
              <a:gd name="connsiteY32-3252" fmla="*/ 3022 h 10000"/>
              <a:gd name="connsiteX33-3253" fmla="*/ 3664 w 8416"/>
              <a:gd name="connsiteY33-3254" fmla="*/ 2373 h 10000"/>
              <a:gd name="connsiteX34-3255" fmla="*/ 3169 w 8416"/>
              <a:gd name="connsiteY34-3256" fmla="*/ 1501 h 10000"/>
              <a:gd name="connsiteX35-3257" fmla="*/ 2673 w 8416"/>
              <a:gd name="connsiteY35-3258" fmla="*/ 751 h 10000"/>
              <a:gd name="connsiteX36-3259" fmla="*/ 2079 w 8416"/>
              <a:gd name="connsiteY36-3260" fmla="*/ 0 h 10000"/>
              <a:gd name="connsiteX37-3261" fmla="*/ 3169 w 8416"/>
              <a:gd name="connsiteY37-3262" fmla="*/ 223 h 10000"/>
              <a:gd name="connsiteX38-3263" fmla="*/ 4754 w 8416"/>
              <a:gd name="connsiteY38-3264" fmla="*/ 426 h 10000"/>
              <a:gd name="connsiteX39-3265" fmla="*/ 5743 w 8416"/>
              <a:gd name="connsiteY39-3266" fmla="*/ 548 h 10000"/>
              <a:gd name="connsiteX40-3267" fmla="*/ 6831 w 8416"/>
              <a:gd name="connsiteY40-3268" fmla="*/ 649 h 10000"/>
              <a:gd name="connsiteX41-3269" fmla="*/ 7327 w 8416"/>
              <a:gd name="connsiteY41-3270" fmla="*/ 751 h 10000"/>
              <a:gd name="connsiteX42-3271" fmla="*/ 7822 w 8416"/>
              <a:gd name="connsiteY42-3272" fmla="*/ 872 h 10000"/>
              <a:gd name="connsiteX43-3273" fmla="*/ 8416 w 8416"/>
              <a:gd name="connsiteY43-3274" fmla="*/ 974 h 10000"/>
              <a:gd name="connsiteX44-3275" fmla="*/ 8416 w 8416"/>
              <a:gd name="connsiteY44-3276" fmla="*/ 974 h 10000"/>
              <a:gd name="connsiteX45-3277" fmla="*/ 8416 w 8416"/>
              <a:gd name="connsiteY45-3278" fmla="*/ 1075 h 10000"/>
              <a:gd name="connsiteX46-3279" fmla="*/ 8416 w 8416"/>
              <a:gd name="connsiteY46-3280" fmla="*/ 1176 h 10000"/>
              <a:gd name="connsiteX47-3281" fmla="*/ 8416 w 8416"/>
              <a:gd name="connsiteY47-3282" fmla="*/ 1400 h 10000"/>
              <a:gd name="connsiteX48-3283" fmla="*/ 8416 w 8416"/>
              <a:gd name="connsiteY48-3284" fmla="*/ 1501 h 10000"/>
              <a:gd name="connsiteX49-3285" fmla="*/ 7822 w 8416"/>
              <a:gd name="connsiteY49-3286" fmla="*/ 1501 h 10000"/>
              <a:gd name="connsiteX50-3287" fmla="*/ 7822 w 8416"/>
              <a:gd name="connsiteY50-3288" fmla="*/ 1623 h 10000"/>
              <a:gd name="connsiteX51-3289" fmla="*/ 7822 w 8416"/>
              <a:gd name="connsiteY51-3290" fmla="*/ 1724 h 10000"/>
              <a:gd name="connsiteX52-3291" fmla="*/ 7822 w 8416"/>
              <a:gd name="connsiteY52-3292" fmla="*/ 1826 h 10000"/>
              <a:gd name="connsiteX53-3293" fmla="*/ 7822 w 8416"/>
              <a:gd name="connsiteY53-3294" fmla="*/ 2049 h 10000"/>
              <a:gd name="connsiteX54-3295" fmla="*/ 7822 w 8416"/>
              <a:gd name="connsiteY54-3296" fmla="*/ 2150 h 10000"/>
              <a:gd name="connsiteX55-3297" fmla="*/ 7822 w 8416"/>
              <a:gd name="connsiteY55-3298" fmla="*/ 2373 h 10000"/>
              <a:gd name="connsiteX56-3299" fmla="*/ 7822 w 8416"/>
              <a:gd name="connsiteY56-3300" fmla="*/ 2576 h 10000"/>
              <a:gd name="connsiteX57-3301" fmla="*/ 7822 w 8416"/>
              <a:gd name="connsiteY57-3302" fmla="*/ 2799 h 10000"/>
              <a:gd name="connsiteX58-3303" fmla="*/ 7822 w 8416"/>
              <a:gd name="connsiteY58-3304" fmla="*/ 3022 h 10000"/>
              <a:gd name="connsiteX59-3305" fmla="*/ 7822 w 8416"/>
              <a:gd name="connsiteY59-3306" fmla="*/ 3327 h 10000"/>
              <a:gd name="connsiteX60-3307" fmla="*/ 7822 w 8416"/>
              <a:gd name="connsiteY60-3308" fmla="*/ 3550 h 10000"/>
              <a:gd name="connsiteX61-3309" fmla="*/ 7822 w 8416"/>
              <a:gd name="connsiteY61-3310" fmla="*/ 3874 h 10000"/>
              <a:gd name="connsiteX62-3311" fmla="*/ 7822 w 8416"/>
              <a:gd name="connsiteY62-3312" fmla="*/ 4199 h 10000"/>
              <a:gd name="connsiteX63-3313" fmla="*/ 7822 w 8416"/>
              <a:gd name="connsiteY63-3314" fmla="*/ 4523 h 10000"/>
              <a:gd name="connsiteX64-3315" fmla="*/ 7822 w 8416"/>
              <a:gd name="connsiteY64-3316" fmla="*/ 4949 h 10000"/>
              <a:gd name="connsiteX65-3317" fmla="*/ 7822 w 8416"/>
              <a:gd name="connsiteY65-3318" fmla="*/ 5700 h 10000"/>
              <a:gd name="connsiteX66-3319" fmla="*/ 7822 w 8416"/>
              <a:gd name="connsiteY66-3320" fmla="*/ 6349 h 10000"/>
              <a:gd name="connsiteX67-3321" fmla="*/ 7822 w 8416"/>
              <a:gd name="connsiteY67-3322" fmla="*/ 6876 h 10000"/>
              <a:gd name="connsiteX68-3323" fmla="*/ 7822 w 8416"/>
              <a:gd name="connsiteY68-3324" fmla="*/ 7424 h 10000"/>
              <a:gd name="connsiteX69-3325" fmla="*/ 7822 w 8416"/>
              <a:gd name="connsiteY69-3326" fmla="*/ 7850 h 10000"/>
              <a:gd name="connsiteX70-3327" fmla="*/ 7822 w 8416"/>
              <a:gd name="connsiteY70-3328" fmla="*/ 8174 h 10000"/>
              <a:gd name="connsiteX71-3329" fmla="*/ 7822 w 8416"/>
              <a:gd name="connsiteY71-3330" fmla="*/ 8499 h 10000"/>
              <a:gd name="connsiteX72-3331" fmla="*/ 7822 w 8416"/>
              <a:gd name="connsiteY72-3332" fmla="*/ 8600 h 10000"/>
              <a:gd name="connsiteX73-3333" fmla="*/ 7822 w 8416"/>
              <a:gd name="connsiteY73-3334" fmla="*/ 8702 h 10000"/>
              <a:gd name="connsiteX74-3335" fmla="*/ 7327 w 8416"/>
              <a:gd name="connsiteY74-3336" fmla="*/ 9026 h 10000"/>
              <a:gd name="connsiteX75-3337" fmla="*/ 6831 w 8416"/>
              <a:gd name="connsiteY75-3338" fmla="*/ 9249 h 10000"/>
              <a:gd name="connsiteX76-3339" fmla="*/ 6237 w 8416"/>
              <a:gd name="connsiteY76-3340" fmla="*/ 9554 h 10000"/>
              <a:gd name="connsiteX77-3341" fmla="*/ 5249 w 8416"/>
              <a:gd name="connsiteY77-3342" fmla="*/ 9675 h 10000"/>
              <a:gd name="connsiteX78-3343" fmla="*/ 5249 w 8416"/>
              <a:gd name="connsiteY78-3344" fmla="*/ 9675 h 10000"/>
              <a:gd name="connsiteX0-3345" fmla="*/ 6237 w 10000"/>
              <a:gd name="connsiteY0-3346" fmla="*/ 9675 h 10000"/>
              <a:gd name="connsiteX1-3347" fmla="*/ 5649 w 10000"/>
              <a:gd name="connsiteY1-3348" fmla="*/ 9878 h 10000"/>
              <a:gd name="connsiteX2-3349" fmla="*/ 4942 w 10000"/>
              <a:gd name="connsiteY2-3350" fmla="*/ 10000 h 10000"/>
              <a:gd name="connsiteX3-3351" fmla="*/ 4354 w 10000"/>
              <a:gd name="connsiteY3-3352" fmla="*/ 10000 h 10000"/>
              <a:gd name="connsiteX4-3353" fmla="*/ 3176 w 10000"/>
              <a:gd name="connsiteY4-3354" fmla="*/ 10000 h 10000"/>
              <a:gd name="connsiteX5-3355" fmla="*/ 3176 w 10000"/>
              <a:gd name="connsiteY5-3356" fmla="*/ 10000 h 10000"/>
              <a:gd name="connsiteX6-3357" fmla="*/ 2470 w 10000"/>
              <a:gd name="connsiteY6-3358" fmla="*/ 9878 h 10000"/>
              <a:gd name="connsiteX7-3359" fmla="*/ 1882 w 10000"/>
              <a:gd name="connsiteY7-3360" fmla="*/ 9777 h 10000"/>
              <a:gd name="connsiteX8-3361" fmla="*/ 0 w 10000"/>
              <a:gd name="connsiteY8-3362" fmla="*/ 8174 h 10000"/>
              <a:gd name="connsiteX9-3363" fmla="*/ 1882 w 10000"/>
              <a:gd name="connsiteY9-3364" fmla="*/ 8174 h 10000"/>
              <a:gd name="connsiteX10-3365" fmla="*/ 3176 w 10000"/>
              <a:gd name="connsiteY10-3366" fmla="*/ 8174 h 10000"/>
              <a:gd name="connsiteX11-3367" fmla="*/ 3765 w 10000"/>
              <a:gd name="connsiteY11-3368" fmla="*/ 8174 h 10000"/>
              <a:gd name="connsiteX12-3369" fmla="*/ 4354 w 10000"/>
              <a:gd name="connsiteY12-3370" fmla="*/ 8174 h 10000"/>
              <a:gd name="connsiteX13-3371" fmla="*/ 4354 w 10000"/>
              <a:gd name="connsiteY13-3372" fmla="*/ 8053 h 10000"/>
              <a:gd name="connsiteX14-3373" fmla="*/ 4354 w 10000"/>
              <a:gd name="connsiteY14-3374" fmla="*/ 7951 h 10000"/>
              <a:gd name="connsiteX15-3375" fmla="*/ 4354 w 10000"/>
              <a:gd name="connsiteY15-3376" fmla="*/ 7850 h 10000"/>
              <a:gd name="connsiteX16-3377" fmla="*/ 4942 w 10000"/>
              <a:gd name="connsiteY16-3378" fmla="*/ 7627 h 10000"/>
              <a:gd name="connsiteX17-3379" fmla="*/ 4942 w 10000"/>
              <a:gd name="connsiteY17-3380" fmla="*/ 7424 h 10000"/>
              <a:gd name="connsiteX18-3381" fmla="*/ 4942 w 10000"/>
              <a:gd name="connsiteY18-3382" fmla="*/ 7201 h 10000"/>
              <a:gd name="connsiteX19-3383" fmla="*/ 4942 w 10000"/>
              <a:gd name="connsiteY19-3384" fmla="*/ 6978 h 10000"/>
              <a:gd name="connsiteX20-3385" fmla="*/ 4942 w 10000"/>
              <a:gd name="connsiteY20-3386" fmla="*/ 6450 h 10000"/>
              <a:gd name="connsiteX21-3387" fmla="*/ 4942 w 10000"/>
              <a:gd name="connsiteY21-3388" fmla="*/ 6024 h 10000"/>
              <a:gd name="connsiteX22-3389" fmla="*/ 4942 w 10000"/>
              <a:gd name="connsiteY22-3390" fmla="*/ 5598 h 10000"/>
              <a:gd name="connsiteX23-3391" fmla="*/ 4942 w 10000"/>
              <a:gd name="connsiteY23-3392" fmla="*/ 5274 h 10000"/>
              <a:gd name="connsiteX24-3393" fmla="*/ 4942 w 10000"/>
              <a:gd name="connsiteY24-3394" fmla="*/ 5051 h 10000"/>
              <a:gd name="connsiteX25-3395" fmla="*/ 4942 w 10000"/>
              <a:gd name="connsiteY25-3396" fmla="*/ 4848 h 10000"/>
              <a:gd name="connsiteX26-3397" fmla="*/ 4942 w 10000"/>
              <a:gd name="connsiteY26-3398" fmla="*/ 4625 h 10000"/>
              <a:gd name="connsiteX27-3399" fmla="*/ 4942 w 10000"/>
              <a:gd name="connsiteY27-3400" fmla="*/ 4402 h 10000"/>
              <a:gd name="connsiteX28-3401" fmla="*/ 4942 w 10000"/>
              <a:gd name="connsiteY28-3402" fmla="*/ 4077 h 10000"/>
              <a:gd name="connsiteX29-3403" fmla="*/ 4942 w 10000"/>
              <a:gd name="connsiteY29-3404" fmla="*/ 3773 h 10000"/>
              <a:gd name="connsiteX30-3405" fmla="*/ 4942 w 10000"/>
              <a:gd name="connsiteY30-3406" fmla="*/ 3448 h 10000"/>
              <a:gd name="connsiteX31-3407" fmla="*/ 4942 w 10000"/>
              <a:gd name="connsiteY31-3408" fmla="*/ 3022 h 10000"/>
              <a:gd name="connsiteX32-3409" fmla="*/ 4354 w 10000"/>
              <a:gd name="connsiteY32-3410" fmla="*/ 2373 h 10000"/>
              <a:gd name="connsiteX33-3411" fmla="*/ 3765 w 10000"/>
              <a:gd name="connsiteY33-3412" fmla="*/ 1501 h 10000"/>
              <a:gd name="connsiteX34-3413" fmla="*/ 3176 w 10000"/>
              <a:gd name="connsiteY34-3414" fmla="*/ 751 h 10000"/>
              <a:gd name="connsiteX35-3415" fmla="*/ 2470 w 10000"/>
              <a:gd name="connsiteY35-3416" fmla="*/ 0 h 10000"/>
              <a:gd name="connsiteX36-3417" fmla="*/ 3765 w 10000"/>
              <a:gd name="connsiteY36-3418" fmla="*/ 223 h 10000"/>
              <a:gd name="connsiteX37-3419" fmla="*/ 5649 w 10000"/>
              <a:gd name="connsiteY37-3420" fmla="*/ 426 h 10000"/>
              <a:gd name="connsiteX38-3421" fmla="*/ 6824 w 10000"/>
              <a:gd name="connsiteY38-3422" fmla="*/ 548 h 10000"/>
              <a:gd name="connsiteX39-3423" fmla="*/ 8117 w 10000"/>
              <a:gd name="connsiteY39-3424" fmla="*/ 649 h 10000"/>
              <a:gd name="connsiteX40-3425" fmla="*/ 8706 w 10000"/>
              <a:gd name="connsiteY40-3426" fmla="*/ 751 h 10000"/>
              <a:gd name="connsiteX41-3427" fmla="*/ 9294 w 10000"/>
              <a:gd name="connsiteY41-3428" fmla="*/ 872 h 10000"/>
              <a:gd name="connsiteX42-3429" fmla="*/ 10000 w 10000"/>
              <a:gd name="connsiteY42-3430" fmla="*/ 974 h 10000"/>
              <a:gd name="connsiteX43-3431" fmla="*/ 10000 w 10000"/>
              <a:gd name="connsiteY43-3432" fmla="*/ 974 h 10000"/>
              <a:gd name="connsiteX44-3433" fmla="*/ 10000 w 10000"/>
              <a:gd name="connsiteY44-3434" fmla="*/ 1075 h 10000"/>
              <a:gd name="connsiteX45-3435" fmla="*/ 10000 w 10000"/>
              <a:gd name="connsiteY45-3436" fmla="*/ 1176 h 10000"/>
              <a:gd name="connsiteX46-3437" fmla="*/ 10000 w 10000"/>
              <a:gd name="connsiteY46-3438" fmla="*/ 1400 h 10000"/>
              <a:gd name="connsiteX47-3439" fmla="*/ 10000 w 10000"/>
              <a:gd name="connsiteY47-3440" fmla="*/ 1501 h 10000"/>
              <a:gd name="connsiteX48-3441" fmla="*/ 9294 w 10000"/>
              <a:gd name="connsiteY48-3442" fmla="*/ 1501 h 10000"/>
              <a:gd name="connsiteX49-3443" fmla="*/ 9294 w 10000"/>
              <a:gd name="connsiteY49-3444" fmla="*/ 1623 h 10000"/>
              <a:gd name="connsiteX50-3445" fmla="*/ 9294 w 10000"/>
              <a:gd name="connsiteY50-3446" fmla="*/ 1724 h 10000"/>
              <a:gd name="connsiteX51-3447" fmla="*/ 9294 w 10000"/>
              <a:gd name="connsiteY51-3448" fmla="*/ 1826 h 10000"/>
              <a:gd name="connsiteX52-3449" fmla="*/ 9294 w 10000"/>
              <a:gd name="connsiteY52-3450" fmla="*/ 2049 h 10000"/>
              <a:gd name="connsiteX53-3451" fmla="*/ 9294 w 10000"/>
              <a:gd name="connsiteY53-3452" fmla="*/ 2150 h 10000"/>
              <a:gd name="connsiteX54-3453" fmla="*/ 9294 w 10000"/>
              <a:gd name="connsiteY54-3454" fmla="*/ 2373 h 10000"/>
              <a:gd name="connsiteX55-3455" fmla="*/ 9294 w 10000"/>
              <a:gd name="connsiteY55-3456" fmla="*/ 2576 h 10000"/>
              <a:gd name="connsiteX56-3457" fmla="*/ 9294 w 10000"/>
              <a:gd name="connsiteY56-3458" fmla="*/ 2799 h 10000"/>
              <a:gd name="connsiteX57-3459" fmla="*/ 9294 w 10000"/>
              <a:gd name="connsiteY57-3460" fmla="*/ 3022 h 10000"/>
              <a:gd name="connsiteX58-3461" fmla="*/ 9294 w 10000"/>
              <a:gd name="connsiteY58-3462" fmla="*/ 3327 h 10000"/>
              <a:gd name="connsiteX59-3463" fmla="*/ 9294 w 10000"/>
              <a:gd name="connsiteY59-3464" fmla="*/ 3550 h 10000"/>
              <a:gd name="connsiteX60-3465" fmla="*/ 9294 w 10000"/>
              <a:gd name="connsiteY60-3466" fmla="*/ 3874 h 10000"/>
              <a:gd name="connsiteX61-3467" fmla="*/ 9294 w 10000"/>
              <a:gd name="connsiteY61-3468" fmla="*/ 4199 h 10000"/>
              <a:gd name="connsiteX62-3469" fmla="*/ 9294 w 10000"/>
              <a:gd name="connsiteY62-3470" fmla="*/ 4523 h 10000"/>
              <a:gd name="connsiteX63-3471" fmla="*/ 9294 w 10000"/>
              <a:gd name="connsiteY63-3472" fmla="*/ 4949 h 10000"/>
              <a:gd name="connsiteX64-3473" fmla="*/ 9294 w 10000"/>
              <a:gd name="connsiteY64-3474" fmla="*/ 5700 h 10000"/>
              <a:gd name="connsiteX65-3475" fmla="*/ 9294 w 10000"/>
              <a:gd name="connsiteY65-3476" fmla="*/ 6349 h 10000"/>
              <a:gd name="connsiteX66-3477" fmla="*/ 9294 w 10000"/>
              <a:gd name="connsiteY66-3478" fmla="*/ 6876 h 10000"/>
              <a:gd name="connsiteX67-3479" fmla="*/ 9294 w 10000"/>
              <a:gd name="connsiteY67-3480" fmla="*/ 7424 h 10000"/>
              <a:gd name="connsiteX68-3481" fmla="*/ 9294 w 10000"/>
              <a:gd name="connsiteY68-3482" fmla="*/ 7850 h 10000"/>
              <a:gd name="connsiteX69-3483" fmla="*/ 9294 w 10000"/>
              <a:gd name="connsiteY69-3484" fmla="*/ 8174 h 10000"/>
              <a:gd name="connsiteX70-3485" fmla="*/ 9294 w 10000"/>
              <a:gd name="connsiteY70-3486" fmla="*/ 8499 h 10000"/>
              <a:gd name="connsiteX71-3487" fmla="*/ 9294 w 10000"/>
              <a:gd name="connsiteY71-3488" fmla="*/ 8600 h 10000"/>
              <a:gd name="connsiteX72-3489" fmla="*/ 9294 w 10000"/>
              <a:gd name="connsiteY72-3490" fmla="*/ 8702 h 10000"/>
              <a:gd name="connsiteX73-3491" fmla="*/ 8706 w 10000"/>
              <a:gd name="connsiteY73-3492" fmla="*/ 9026 h 10000"/>
              <a:gd name="connsiteX74-3493" fmla="*/ 8117 w 10000"/>
              <a:gd name="connsiteY74-3494" fmla="*/ 9249 h 10000"/>
              <a:gd name="connsiteX75-3495" fmla="*/ 7411 w 10000"/>
              <a:gd name="connsiteY75-3496" fmla="*/ 9554 h 10000"/>
              <a:gd name="connsiteX76-3497" fmla="*/ 6237 w 10000"/>
              <a:gd name="connsiteY76-3498" fmla="*/ 9675 h 10000"/>
              <a:gd name="connsiteX77-3499" fmla="*/ 6237 w 10000"/>
              <a:gd name="connsiteY77-3500" fmla="*/ 9675 h 10000"/>
              <a:gd name="connsiteX0-3501" fmla="*/ 6237 w 10000"/>
              <a:gd name="connsiteY0-3502" fmla="*/ 9675 h 10000"/>
              <a:gd name="connsiteX1-3503" fmla="*/ 5649 w 10000"/>
              <a:gd name="connsiteY1-3504" fmla="*/ 9878 h 10000"/>
              <a:gd name="connsiteX2-3505" fmla="*/ 4942 w 10000"/>
              <a:gd name="connsiteY2-3506" fmla="*/ 10000 h 10000"/>
              <a:gd name="connsiteX3-3507" fmla="*/ 4354 w 10000"/>
              <a:gd name="connsiteY3-3508" fmla="*/ 10000 h 10000"/>
              <a:gd name="connsiteX4-3509" fmla="*/ 3176 w 10000"/>
              <a:gd name="connsiteY4-3510" fmla="*/ 10000 h 10000"/>
              <a:gd name="connsiteX5-3511" fmla="*/ 3176 w 10000"/>
              <a:gd name="connsiteY5-3512" fmla="*/ 10000 h 10000"/>
              <a:gd name="connsiteX6-3513" fmla="*/ 2470 w 10000"/>
              <a:gd name="connsiteY6-3514" fmla="*/ 9878 h 10000"/>
              <a:gd name="connsiteX7-3515" fmla="*/ 0 w 10000"/>
              <a:gd name="connsiteY7-3516" fmla="*/ 8174 h 10000"/>
              <a:gd name="connsiteX8-3517" fmla="*/ 1882 w 10000"/>
              <a:gd name="connsiteY8-3518" fmla="*/ 8174 h 10000"/>
              <a:gd name="connsiteX9-3519" fmla="*/ 3176 w 10000"/>
              <a:gd name="connsiteY9-3520" fmla="*/ 8174 h 10000"/>
              <a:gd name="connsiteX10-3521" fmla="*/ 3765 w 10000"/>
              <a:gd name="connsiteY10-3522" fmla="*/ 8174 h 10000"/>
              <a:gd name="connsiteX11-3523" fmla="*/ 4354 w 10000"/>
              <a:gd name="connsiteY11-3524" fmla="*/ 8174 h 10000"/>
              <a:gd name="connsiteX12-3525" fmla="*/ 4354 w 10000"/>
              <a:gd name="connsiteY12-3526" fmla="*/ 8053 h 10000"/>
              <a:gd name="connsiteX13-3527" fmla="*/ 4354 w 10000"/>
              <a:gd name="connsiteY13-3528" fmla="*/ 7951 h 10000"/>
              <a:gd name="connsiteX14-3529" fmla="*/ 4354 w 10000"/>
              <a:gd name="connsiteY14-3530" fmla="*/ 7850 h 10000"/>
              <a:gd name="connsiteX15-3531" fmla="*/ 4942 w 10000"/>
              <a:gd name="connsiteY15-3532" fmla="*/ 7627 h 10000"/>
              <a:gd name="connsiteX16-3533" fmla="*/ 4942 w 10000"/>
              <a:gd name="connsiteY16-3534" fmla="*/ 7424 h 10000"/>
              <a:gd name="connsiteX17-3535" fmla="*/ 4942 w 10000"/>
              <a:gd name="connsiteY17-3536" fmla="*/ 7201 h 10000"/>
              <a:gd name="connsiteX18-3537" fmla="*/ 4942 w 10000"/>
              <a:gd name="connsiteY18-3538" fmla="*/ 6978 h 10000"/>
              <a:gd name="connsiteX19-3539" fmla="*/ 4942 w 10000"/>
              <a:gd name="connsiteY19-3540" fmla="*/ 6450 h 10000"/>
              <a:gd name="connsiteX20-3541" fmla="*/ 4942 w 10000"/>
              <a:gd name="connsiteY20-3542" fmla="*/ 6024 h 10000"/>
              <a:gd name="connsiteX21-3543" fmla="*/ 4942 w 10000"/>
              <a:gd name="connsiteY21-3544" fmla="*/ 5598 h 10000"/>
              <a:gd name="connsiteX22-3545" fmla="*/ 4942 w 10000"/>
              <a:gd name="connsiteY22-3546" fmla="*/ 5274 h 10000"/>
              <a:gd name="connsiteX23-3547" fmla="*/ 4942 w 10000"/>
              <a:gd name="connsiteY23-3548" fmla="*/ 5051 h 10000"/>
              <a:gd name="connsiteX24-3549" fmla="*/ 4942 w 10000"/>
              <a:gd name="connsiteY24-3550" fmla="*/ 4848 h 10000"/>
              <a:gd name="connsiteX25-3551" fmla="*/ 4942 w 10000"/>
              <a:gd name="connsiteY25-3552" fmla="*/ 4625 h 10000"/>
              <a:gd name="connsiteX26-3553" fmla="*/ 4942 w 10000"/>
              <a:gd name="connsiteY26-3554" fmla="*/ 4402 h 10000"/>
              <a:gd name="connsiteX27-3555" fmla="*/ 4942 w 10000"/>
              <a:gd name="connsiteY27-3556" fmla="*/ 4077 h 10000"/>
              <a:gd name="connsiteX28-3557" fmla="*/ 4942 w 10000"/>
              <a:gd name="connsiteY28-3558" fmla="*/ 3773 h 10000"/>
              <a:gd name="connsiteX29-3559" fmla="*/ 4942 w 10000"/>
              <a:gd name="connsiteY29-3560" fmla="*/ 3448 h 10000"/>
              <a:gd name="connsiteX30-3561" fmla="*/ 4942 w 10000"/>
              <a:gd name="connsiteY30-3562" fmla="*/ 3022 h 10000"/>
              <a:gd name="connsiteX31-3563" fmla="*/ 4354 w 10000"/>
              <a:gd name="connsiteY31-3564" fmla="*/ 2373 h 10000"/>
              <a:gd name="connsiteX32-3565" fmla="*/ 3765 w 10000"/>
              <a:gd name="connsiteY32-3566" fmla="*/ 1501 h 10000"/>
              <a:gd name="connsiteX33-3567" fmla="*/ 3176 w 10000"/>
              <a:gd name="connsiteY33-3568" fmla="*/ 751 h 10000"/>
              <a:gd name="connsiteX34-3569" fmla="*/ 2470 w 10000"/>
              <a:gd name="connsiteY34-3570" fmla="*/ 0 h 10000"/>
              <a:gd name="connsiteX35-3571" fmla="*/ 3765 w 10000"/>
              <a:gd name="connsiteY35-3572" fmla="*/ 223 h 10000"/>
              <a:gd name="connsiteX36-3573" fmla="*/ 5649 w 10000"/>
              <a:gd name="connsiteY36-3574" fmla="*/ 426 h 10000"/>
              <a:gd name="connsiteX37-3575" fmla="*/ 6824 w 10000"/>
              <a:gd name="connsiteY37-3576" fmla="*/ 548 h 10000"/>
              <a:gd name="connsiteX38-3577" fmla="*/ 8117 w 10000"/>
              <a:gd name="connsiteY38-3578" fmla="*/ 649 h 10000"/>
              <a:gd name="connsiteX39-3579" fmla="*/ 8706 w 10000"/>
              <a:gd name="connsiteY39-3580" fmla="*/ 751 h 10000"/>
              <a:gd name="connsiteX40-3581" fmla="*/ 9294 w 10000"/>
              <a:gd name="connsiteY40-3582" fmla="*/ 872 h 10000"/>
              <a:gd name="connsiteX41-3583" fmla="*/ 10000 w 10000"/>
              <a:gd name="connsiteY41-3584" fmla="*/ 974 h 10000"/>
              <a:gd name="connsiteX42-3585" fmla="*/ 10000 w 10000"/>
              <a:gd name="connsiteY42-3586" fmla="*/ 974 h 10000"/>
              <a:gd name="connsiteX43-3587" fmla="*/ 10000 w 10000"/>
              <a:gd name="connsiteY43-3588" fmla="*/ 1075 h 10000"/>
              <a:gd name="connsiteX44-3589" fmla="*/ 10000 w 10000"/>
              <a:gd name="connsiteY44-3590" fmla="*/ 1176 h 10000"/>
              <a:gd name="connsiteX45-3591" fmla="*/ 10000 w 10000"/>
              <a:gd name="connsiteY45-3592" fmla="*/ 1400 h 10000"/>
              <a:gd name="connsiteX46-3593" fmla="*/ 10000 w 10000"/>
              <a:gd name="connsiteY46-3594" fmla="*/ 1501 h 10000"/>
              <a:gd name="connsiteX47-3595" fmla="*/ 9294 w 10000"/>
              <a:gd name="connsiteY47-3596" fmla="*/ 1501 h 10000"/>
              <a:gd name="connsiteX48-3597" fmla="*/ 9294 w 10000"/>
              <a:gd name="connsiteY48-3598" fmla="*/ 1623 h 10000"/>
              <a:gd name="connsiteX49-3599" fmla="*/ 9294 w 10000"/>
              <a:gd name="connsiteY49-3600" fmla="*/ 1724 h 10000"/>
              <a:gd name="connsiteX50-3601" fmla="*/ 9294 w 10000"/>
              <a:gd name="connsiteY50-3602" fmla="*/ 1826 h 10000"/>
              <a:gd name="connsiteX51-3603" fmla="*/ 9294 w 10000"/>
              <a:gd name="connsiteY51-3604" fmla="*/ 2049 h 10000"/>
              <a:gd name="connsiteX52-3605" fmla="*/ 9294 w 10000"/>
              <a:gd name="connsiteY52-3606" fmla="*/ 2150 h 10000"/>
              <a:gd name="connsiteX53-3607" fmla="*/ 9294 w 10000"/>
              <a:gd name="connsiteY53-3608" fmla="*/ 2373 h 10000"/>
              <a:gd name="connsiteX54-3609" fmla="*/ 9294 w 10000"/>
              <a:gd name="connsiteY54-3610" fmla="*/ 2576 h 10000"/>
              <a:gd name="connsiteX55-3611" fmla="*/ 9294 w 10000"/>
              <a:gd name="connsiteY55-3612" fmla="*/ 2799 h 10000"/>
              <a:gd name="connsiteX56-3613" fmla="*/ 9294 w 10000"/>
              <a:gd name="connsiteY56-3614" fmla="*/ 3022 h 10000"/>
              <a:gd name="connsiteX57-3615" fmla="*/ 9294 w 10000"/>
              <a:gd name="connsiteY57-3616" fmla="*/ 3327 h 10000"/>
              <a:gd name="connsiteX58-3617" fmla="*/ 9294 w 10000"/>
              <a:gd name="connsiteY58-3618" fmla="*/ 3550 h 10000"/>
              <a:gd name="connsiteX59-3619" fmla="*/ 9294 w 10000"/>
              <a:gd name="connsiteY59-3620" fmla="*/ 3874 h 10000"/>
              <a:gd name="connsiteX60-3621" fmla="*/ 9294 w 10000"/>
              <a:gd name="connsiteY60-3622" fmla="*/ 4199 h 10000"/>
              <a:gd name="connsiteX61-3623" fmla="*/ 9294 w 10000"/>
              <a:gd name="connsiteY61-3624" fmla="*/ 4523 h 10000"/>
              <a:gd name="connsiteX62-3625" fmla="*/ 9294 w 10000"/>
              <a:gd name="connsiteY62-3626" fmla="*/ 4949 h 10000"/>
              <a:gd name="connsiteX63-3627" fmla="*/ 9294 w 10000"/>
              <a:gd name="connsiteY63-3628" fmla="*/ 5700 h 10000"/>
              <a:gd name="connsiteX64-3629" fmla="*/ 9294 w 10000"/>
              <a:gd name="connsiteY64-3630" fmla="*/ 6349 h 10000"/>
              <a:gd name="connsiteX65-3631" fmla="*/ 9294 w 10000"/>
              <a:gd name="connsiteY65-3632" fmla="*/ 6876 h 10000"/>
              <a:gd name="connsiteX66-3633" fmla="*/ 9294 w 10000"/>
              <a:gd name="connsiteY66-3634" fmla="*/ 7424 h 10000"/>
              <a:gd name="connsiteX67-3635" fmla="*/ 9294 w 10000"/>
              <a:gd name="connsiteY67-3636" fmla="*/ 7850 h 10000"/>
              <a:gd name="connsiteX68-3637" fmla="*/ 9294 w 10000"/>
              <a:gd name="connsiteY68-3638" fmla="*/ 8174 h 10000"/>
              <a:gd name="connsiteX69-3639" fmla="*/ 9294 w 10000"/>
              <a:gd name="connsiteY69-3640" fmla="*/ 8499 h 10000"/>
              <a:gd name="connsiteX70-3641" fmla="*/ 9294 w 10000"/>
              <a:gd name="connsiteY70-3642" fmla="*/ 8600 h 10000"/>
              <a:gd name="connsiteX71-3643" fmla="*/ 9294 w 10000"/>
              <a:gd name="connsiteY71-3644" fmla="*/ 8702 h 10000"/>
              <a:gd name="connsiteX72-3645" fmla="*/ 8706 w 10000"/>
              <a:gd name="connsiteY72-3646" fmla="*/ 9026 h 10000"/>
              <a:gd name="connsiteX73-3647" fmla="*/ 8117 w 10000"/>
              <a:gd name="connsiteY73-3648" fmla="*/ 9249 h 10000"/>
              <a:gd name="connsiteX74-3649" fmla="*/ 7411 w 10000"/>
              <a:gd name="connsiteY74-3650" fmla="*/ 9554 h 10000"/>
              <a:gd name="connsiteX75-3651" fmla="*/ 6237 w 10000"/>
              <a:gd name="connsiteY75-3652" fmla="*/ 9675 h 10000"/>
              <a:gd name="connsiteX76-3653" fmla="*/ 6237 w 10000"/>
              <a:gd name="connsiteY76-3654" fmla="*/ 9675 h 10000"/>
              <a:gd name="connsiteX0-3655" fmla="*/ 4355 w 8118"/>
              <a:gd name="connsiteY0-3656" fmla="*/ 9675 h 10000"/>
              <a:gd name="connsiteX1-3657" fmla="*/ 3767 w 8118"/>
              <a:gd name="connsiteY1-3658" fmla="*/ 9878 h 10000"/>
              <a:gd name="connsiteX2-3659" fmla="*/ 3060 w 8118"/>
              <a:gd name="connsiteY2-3660" fmla="*/ 10000 h 10000"/>
              <a:gd name="connsiteX3-3661" fmla="*/ 2472 w 8118"/>
              <a:gd name="connsiteY3-3662" fmla="*/ 10000 h 10000"/>
              <a:gd name="connsiteX4-3663" fmla="*/ 1294 w 8118"/>
              <a:gd name="connsiteY4-3664" fmla="*/ 10000 h 10000"/>
              <a:gd name="connsiteX5-3665" fmla="*/ 1294 w 8118"/>
              <a:gd name="connsiteY5-3666" fmla="*/ 10000 h 10000"/>
              <a:gd name="connsiteX6-3667" fmla="*/ 588 w 8118"/>
              <a:gd name="connsiteY6-3668" fmla="*/ 9878 h 10000"/>
              <a:gd name="connsiteX7-3669" fmla="*/ 0 w 8118"/>
              <a:gd name="connsiteY7-3670" fmla="*/ 8174 h 10000"/>
              <a:gd name="connsiteX8-3671" fmla="*/ 1294 w 8118"/>
              <a:gd name="connsiteY8-3672" fmla="*/ 8174 h 10000"/>
              <a:gd name="connsiteX9-3673" fmla="*/ 1883 w 8118"/>
              <a:gd name="connsiteY9-3674" fmla="*/ 8174 h 10000"/>
              <a:gd name="connsiteX10-3675" fmla="*/ 2472 w 8118"/>
              <a:gd name="connsiteY10-3676" fmla="*/ 8174 h 10000"/>
              <a:gd name="connsiteX11-3677" fmla="*/ 2472 w 8118"/>
              <a:gd name="connsiteY11-3678" fmla="*/ 8053 h 10000"/>
              <a:gd name="connsiteX12-3679" fmla="*/ 2472 w 8118"/>
              <a:gd name="connsiteY12-3680" fmla="*/ 7951 h 10000"/>
              <a:gd name="connsiteX13-3681" fmla="*/ 2472 w 8118"/>
              <a:gd name="connsiteY13-3682" fmla="*/ 7850 h 10000"/>
              <a:gd name="connsiteX14-3683" fmla="*/ 3060 w 8118"/>
              <a:gd name="connsiteY14-3684" fmla="*/ 7627 h 10000"/>
              <a:gd name="connsiteX15-3685" fmla="*/ 3060 w 8118"/>
              <a:gd name="connsiteY15-3686" fmla="*/ 7424 h 10000"/>
              <a:gd name="connsiteX16-3687" fmla="*/ 3060 w 8118"/>
              <a:gd name="connsiteY16-3688" fmla="*/ 7201 h 10000"/>
              <a:gd name="connsiteX17-3689" fmla="*/ 3060 w 8118"/>
              <a:gd name="connsiteY17-3690" fmla="*/ 6978 h 10000"/>
              <a:gd name="connsiteX18-3691" fmla="*/ 3060 w 8118"/>
              <a:gd name="connsiteY18-3692" fmla="*/ 6450 h 10000"/>
              <a:gd name="connsiteX19-3693" fmla="*/ 3060 w 8118"/>
              <a:gd name="connsiteY19-3694" fmla="*/ 6024 h 10000"/>
              <a:gd name="connsiteX20-3695" fmla="*/ 3060 w 8118"/>
              <a:gd name="connsiteY20-3696" fmla="*/ 5598 h 10000"/>
              <a:gd name="connsiteX21-3697" fmla="*/ 3060 w 8118"/>
              <a:gd name="connsiteY21-3698" fmla="*/ 5274 h 10000"/>
              <a:gd name="connsiteX22-3699" fmla="*/ 3060 w 8118"/>
              <a:gd name="connsiteY22-3700" fmla="*/ 5051 h 10000"/>
              <a:gd name="connsiteX23-3701" fmla="*/ 3060 w 8118"/>
              <a:gd name="connsiteY23-3702" fmla="*/ 4848 h 10000"/>
              <a:gd name="connsiteX24-3703" fmla="*/ 3060 w 8118"/>
              <a:gd name="connsiteY24-3704" fmla="*/ 4625 h 10000"/>
              <a:gd name="connsiteX25-3705" fmla="*/ 3060 w 8118"/>
              <a:gd name="connsiteY25-3706" fmla="*/ 4402 h 10000"/>
              <a:gd name="connsiteX26-3707" fmla="*/ 3060 w 8118"/>
              <a:gd name="connsiteY26-3708" fmla="*/ 4077 h 10000"/>
              <a:gd name="connsiteX27-3709" fmla="*/ 3060 w 8118"/>
              <a:gd name="connsiteY27-3710" fmla="*/ 3773 h 10000"/>
              <a:gd name="connsiteX28-3711" fmla="*/ 3060 w 8118"/>
              <a:gd name="connsiteY28-3712" fmla="*/ 3448 h 10000"/>
              <a:gd name="connsiteX29-3713" fmla="*/ 3060 w 8118"/>
              <a:gd name="connsiteY29-3714" fmla="*/ 3022 h 10000"/>
              <a:gd name="connsiteX30-3715" fmla="*/ 2472 w 8118"/>
              <a:gd name="connsiteY30-3716" fmla="*/ 2373 h 10000"/>
              <a:gd name="connsiteX31-3717" fmla="*/ 1883 w 8118"/>
              <a:gd name="connsiteY31-3718" fmla="*/ 1501 h 10000"/>
              <a:gd name="connsiteX32-3719" fmla="*/ 1294 w 8118"/>
              <a:gd name="connsiteY32-3720" fmla="*/ 751 h 10000"/>
              <a:gd name="connsiteX33-3721" fmla="*/ 588 w 8118"/>
              <a:gd name="connsiteY33-3722" fmla="*/ 0 h 10000"/>
              <a:gd name="connsiteX34-3723" fmla="*/ 1883 w 8118"/>
              <a:gd name="connsiteY34-3724" fmla="*/ 223 h 10000"/>
              <a:gd name="connsiteX35-3725" fmla="*/ 3767 w 8118"/>
              <a:gd name="connsiteY35-3726" fmla="*/ 426 h 10000"/>
              <a:gd name="connsiteX36-3727" fmla="*/ 4942 w 8118"/>
              <a:gd name="connsiteY36-3728" fmla="*/ 548 h 10000"/>
              <a:gd name="connsiteX37-3729" fmla="*/ 6235 w 8118"/>
              <a:gd name="connsiteY37-3730" fmla="*/ 649 h 10000"/>
              <a:gd name="connsiteX38-3731" fmla="*/ 6824 w 8118"/>
              <a:gd name="connsiteY38-3732" fmla="*/ 751 h 10000"/>
              <a:gd name="connsiteX39-3733" fmla="*/ 7412 w 8118"/>
              <a:gd name="connsiteY39-3734" fmla="*/ 872 h 10000"/>
              <a:gd name="connsiteX40-3735" fmla="*/ 8118 w 8118"/>
              <a:gd name="connsiteY40-3736" fmla="*/ 974 h 10000"/>
              <a:gd name="connsiteX41-3737" fmla="*/ 8118 w 8118"/>
              <a:gd name="connsiteY41-3738" fmla="*/ 974 h 10000"/>
              <a:gd name="connsiteX42-3739" fmla="*/ 8118 w 8118"/>
              <a:gd name="connsiteY42-3740" fmla="*/ 1075 h 10000"/>
              <a:gd name="connsiteX43-3741" fmla="*/ 8118 w 8118"/>
              <a:gd name="connsiteY43-3742" fmla="*/ 1176 h 10000"/>
              <a:gd name="connsiteX44-3743" fmla="*/ 8118 w 8118"/>
              <a:gd name="connsiteY44-3744" fmla="*/ 1400 h 10000"/>
              <a:gd name="connsiteX45-3745" fmla="*/ 8118 w 8118"/>
              <a:gd name="connsiteY45-3746" fmla="*/ 1501 h 10000"/>
              <a:gd name="connsiteX46-3747" fmla="*/ 7412 w 8118"/>
              <a:gd name="connsiteY46-3748" fmla="*/ 1501 h 10000"/>
              <a:gd name="connsiteX47-3749" fmla="*/ 7412 w 8118"/>
              <a:gd name="connsiteY47-3750" fmla="*/ 1623 h 10000"/>
              <a:gd name="connsiteX48-3751" fmla="*/ 7412 w 8118"/>
              <a:gd name="connsiteY48-3752" fmla="*/ 1724 h 10000"/>
              <a:gd name="connsiteX49-3753" fmla="*/ 7412 w 8118"/>
              <a:gd name="connsiteY49-3754" fmla="*/ 1826 h 10000"/>
              <a:gd name="connsiteX50-3755" fmla="*/ 7412 w 8118"/>
              <a:gd name="connsiteY50-3756" fmla="*/ 2049 h 10000"/>
              <a:gd name="connsiteX51-3757" fmla="*/ 7412 w 8118"/>
              <a:gd name="connsiteY51-3758" fmla="*/ 2150 h 10000"/>
              <a:gd name="connsiteX52-3759" fmla="*/ 7412 w 8118"/>
              <a:gd name="connsiteY52-3760" fmla="*/ 2373 h 10000"/>
              <a:gd name="connsiteX53-3761" fmla="*/ 7412 w 8118"/>
              <a:gd name="connsiteY53-3762" fmla="*/ 2576 h 10000"/>
              <a:gd name="connsiteX54-3763" fmla="*/ 7412 w 8118"/>
              <a:gd name="connsiteY54-3764" fmla="*/ 2799 h 10000"/>
              <a:gd name="connsiteX55-3765" fmla="*/ 7412 w 8118"/>
              <a:gd name="connsiteY55-3766" fmla="*/ 3022 h 10000"/>
              <a:gd name="connsiteX56-3767" fmla="*/ 7412 w 8118"/>
              <a:gd name="connsiteY56-3768" fmla="*/ 3327 h 10000"/>
              <a:gd name="connsiteX57-3769" fmla="*/ 7412 w 8118"/>
              <a:gd name="connsiteY57-3770" fmla="*/ 3550 h 10000"/>
              <a:gd name="connsiteX58-3771" fmla="*/ 7412 w 8118"/>
              <a:gd name="connsiteY58-3772" fmla="*/ 3874 h 10000"/>
              <a:gd name="connsiteX59-3773" fmla="*/ 7412 w 8118"/>
              <a:gd name="connsiteY59-3774" fmla="*/ 4199 h 10000"/>
              <a:gd name="connsiteX60-3775" fmla="*/ 7412 w 8118"/>
              <a:gd name="connsiteY60-3776" fmla="*/ 4523 h 10000"/>
              <a:gd name="connsiteX61-3777" fmla="*/ 7412 w 8118"/>
              <a:gd name="connsiteY61-3778" fmla="*/ 4949 h 10000"/>
              <a:gd name="connsiteX62-3779" fmla="*/ 7412 w 8118"/>
              <a:gd name="connsiteY62-3780" fmla="*/ 5700 h 10000"/>
              <a:gd name="connsiteX63-3781" fmla="*/ 7412 w 8118"/>
              <a:gd name="connsiteY63-3782" fmla="*/ 6349 h 10000"/>
              <a:gd name="connsiteX64-3783" fmla="*/ 7412 w 8118"/>
              <a:gd name="connsiteY64-3784" fmla="*/ 6876 h 10000"/>
              <a:gd name="connsiteX65-3785" fmla="*/ 7412 w 8118"/>
              <a:gd name="connsiteY65-3786" fmla="*/ 7424 h 10000"/>
              <a:gd name="connsiteX66-3787" fmla="*/ 7412 w 8118"/>
              <a:gd name="connsiteY66-3788" fmla="*/ 7850 h 10000"/>
              <a:gd name="connsiteX67-3789" fmla="*/ 7412 w 8118"/>
              <a:gd name="connsiteY67-3790" fmla="*/ 8174 h 10000"/>
              <a:gd name="connsiteX68-3791" fmla="*/ 7412 w 8118"/>
              <a:gd name="connsiteY68-3792" fmla="*/ 8499 h 10000"/>
              <a:gd name="connsiteX69-3793" fmla="*/ 7412 w 8118"/>
              <a:gd name="connsiteY69-3794" fmla="*/ 8600 h 10000"/>
              <a:gd name="connsiteX70-3795" fmla="*/ 7412 w 8118"/>
              <a:gd name="connsiteY70-3796" fmla="*/ 8702 h 10000"/>
              <a:gd name="connsiteX71-3797" fmla="*/ 6824 w 8118"/>
              <a:gd name="connsiteY71-3798" fmla="*/ 9026 h 10000"/>
              <a:gd name="connsiteX72-3799" fmla="*/ 6235 w 8118"/>
              <a:gd name="connsiteY72-3800" fmla="*/ 9249 h 10000"/>
              <a:gd name="connsiteX73-3801" fmla="*/ 5529 w 8118"/>
              <a:gd name="connsiteY73-3802" fmla="*/ 9554 h 10000"/>
              <a:gd name="connsiteX74-3803" fmla="*/ 4355 w 8118"/>
              <a:gd name="connsiteY74-3804" fmla="*/ 9675 h 10000"/>
              <a:gd name="connsiteX75-3805" fmla="*/ 4355 w 8118"/>
              <a:gd name="connsiteY75-3806" fmla="*/ 9675 h 10000"/>
              <a:gd name="connsiteX0-3807" fmla="*/ 4641 w 9276"/>
              <a:gd name="connsiteY0-3808" fmla="*/ 9675 h 10000"/>
              <a:gd name="connsiteX1-3809" fmla="*/ 3916 w 9276"/>
              <a:gd name="connsiteY1-3810" fmla="*/ 9878 h 10000"/>
              <a:gd name="connsiteX2-3811" fmla="*/ 3045 w 9276"/>
              <a:gd name="connsiteY2-3812" fmla="*/ 10000 h 10000"/>
              <a:gd name="connsiteX3-3813" fmla="*/ 2321 w 9276"/>
              <a:gd name="connsiteY3-3814" fmla="*/ 10000 h 10000"/>
              <a:gd name="connsiteX4-3815" fmla="*/ 870 w 9276"/>
              <a:gd name="connsiteY4-3816" fmla="*/ 10000 h 10000"/>
              <a:gd name="connsiteX5-3817" fmla="*/ 870 w 9276"/>
              <a:gd name="connsiteY5-3818" fmla="*/ 10000 h 10000"/>
              <a:gd name="connsiteX6-3819" fmla="*/ 0 w 9276"/>
              <a:gd name="connsiteY6-3820" fmla="*/ 9878 h 10000"/>
              <a:gd name="connsiteX7-3821" fmla="*/ 870 w 9276"/>
              <a:gd name="connsiteY7-3822" fmla="*/ 8174 h 10000"/>
              <a:gd name="connsiteX8-3823" fmla="*/ 1596 w 9276"/>
              <a:gd name="connsiteY8-3824" fmla="*/ 8174 h 10000"/>
              <a:gd name="connsiteX9-3825" fmla="*/ 2321 w 9276"/>
              <a:gd name="connsiteY9-3826" fmla="*/ 8174 h 10000"/>
              <a:gd name="connsiteX10-3827" fmla="*/ 2321 w 9276"/>
              <a:gd name="connsiteY10-3828" fmla="*/ 8053 h 10000"/>
              <a:gd name="connsiteX11-3829" fmla="*/ 2321 w 9276"/>
              <a:gd name="connsiteY11-3830" fmla="*/ 7951 h 10000"/>
              <a:gd name="connsiteX12-3831" fmla="*/ 2321 w 9276"/>
              <a:gd name="connsiteY12-3832" fmla="*/ 7850 h 10000"/>
              <a:gd name="connsiteX13-3833" fmla="*/ 3045 w 9276"/>
              <a:gd name="connsiteY13-3834" fmla="*/ 7627 h 10000"/>
              <a:gd name="connsiteX14-3835" fmla="*/ 3045 w 9276"/>
              <a:gd name="connsiteY14-3836" fmla="*/ 7424 h 10000"/>
              <a:gd name="connsiteX15-3837" fmla="*/ 3045 w 9276"/>
              <a:gd name="connsiteY15-3838" fmla="*/ 7201 h 10000"/>
              <a:gd name="connsiteX16-3839" fmla="*/ 3045 w 9276"/>
              <a:gd name="connsiteY16-3840" fmla="*/ 6978 h 10000"/>
              <a:gd name="connsiteX17-3841" fmla="*/ 3045 w 9276"/>
              <a:gd name="connsiteY17-3842" fmla="*/ 6450 h 10000"/>
              <a:gd name="connsiteX18-3843" fmla="*/ 3045 w 9276"/>
              <a:gd name="connsiteY18-3844" fmla="*/ 6024 h 10000"/>
              <a:gd name="connsiteX19-3845" fmla="*/ 3045 w 9276"/>
              <a:gd name="connsiteY19-3846" fmla="*/ 5598 h 10000"/>
              <a:gd name="connsiteX20-3847" fmla="*/ 3045 w 9276"/>
              <a:gd name="connsiteY20-3848" fmla="*/ 5274 h 10000"/>
              <a:gd name="connsiteX21-3849" fmla="*/ 3045 w 9276"/>
              <a:gd name="connsiteY21-3850" fmla="*/ 5051 h 10000"/>
              <a:gd name="connsiteX22-3851" fmla="*/ 3045 w 9276"/>
              <a:gd name="connsiteY22-3852" fmla="*/ 4848 h 10000"/>
              <a:gd name="connsiteX23-3853" fmla="*/ 3045 w 9276"/>
              <a:gd name="connsiteY23-3854" fmla="*/ 4625 h 10000"/>
              <a:gd name="connsiteX24-3855" fmla="*/ 3045 w 9276"/>
              <a:gd name="connsiteY24-3856" fmla="*/ 4402 h 10000"/>
              <a:gd name="connsiteX25-3857" fmla="*/ 3045 w 9276"/>
              <a:gd name="connsiteY25-3858" fmla="*/ 4077 h 10000"/>
              <a:gd name="connsiteX26-3859" fmla="*/ 3045 w 9276"/>
              <a:gd name="connsiteY26-3860" fmla="*/ 3773 h 10000"/>
              <a:gd name="connsiteX27-3861" fmla="*/ 3045 w 9276"/>
              <a:gd name="connsiteY27-3862" fmla="*/ 3448 h 10000"/>
              <a:gd name="connsiteX28-3863" fmla="*/ 3045 w 9276"/>
              <a:gd name="connsiteY28-3864" fmla="*/ 3022 h 10000"/>
              <a:gd name="connsiteX29-3865" fmla="*/ 2321 w 9276"/>
              <a:gd name="connsiteY29-3866" fmla="*/ 2373 h 10000"/>
              <a:gd name="connsiteX30-3867" fmla="*/ 1596 w 9276"/>
              <a:gd name="connsiteY30-3868" fmla="*/ 1501 h 10000"/>
              <a:gd name="connsiteX31-3869" fmla="*/ 870 w 9276"/>
              <a:gd name="connsiteY31-3870" fmla="*/ 751 h 10000"/>
              <a:gd name="connsiteX32-3871" fmla="*/ 0 w 9276"/>
              <a:gd name="connsiteY32-3872" fmla="*/ 0 h 10000"/>
              <a:gd name="connsiteX33-3873" fmla="*/ 1596 w 9276"/>
              <a:gd name="connsiteY33-3874" fmla="*/ 223 h 10000"/>
              <a:gd name="connsiteX34-3875" fmla="*/ 3916 w 9276"/>
              <a:gd name="connsiteY34-3876" fmla="*/ 426 h 10000"/>
              <a:gd name="connsiteX35-3877" fmla="*/ 5364 w 9276"/>
              <a:gd name="connsiteY35-3878" fmla="*/ 548 h 10000"/>
              <a:gd name="connsiteX36-3879" fmla="*/ 6956 w 9276"/>
              <a:gd name="connsiteY36-3880" fmla="*/ 649 h 10000"/>
              <a:gd name="connsiteX37-3881" fmla="*/ 7682 w 9276"/>
              <a:gd name="connsiteY37-3882" fmla="*/ 751 h 10000"/>
              <a:gd name="connsiteX38-3883" fmla="*/ 8406 w 9276"/>
              <a:gd name="connsiteY38-3884" fmla="*/ 872 h 10000"/>
              <a:gd name="connsiteX39-3885" fmla="*/ 9276 w 9276"/>
              <a:gd name="connsiteY39-3886" fmla="*/ 974 h 10000"/>
              <a:gd name="connsiteX40-3887" fmla="*/ 9276 w 9276"/>
              <a:gd name="connsiteY40-3888" fmla="*/ 974 h 10000"/>
              <a:gd name="connsiteX41-3889" fmla="*/ 9276 w 9276"/>
              <a:gd name="connsiteY41-3890" fmla="*/ 1075 h 10000"/>
              <a:gd name="connsiteX42-3891" fmla="*/ 9276 w 9276"/>
              <a:gd name="connsiteY42-3892" fmla="*/ 1176 h 10000"/>
              <a:gd name="connsiteX43-3893" fmla="*/ 9276 w 9276"/>
              <a:gd name="connsiteY43-3894" fmla="*/ 1400 h 10000"/>
              <a:gd name="connsiteX44-3895" fmla="*/ 9276 w 9276"/>
              <a:gd name="connsiteY44-3896" fmla="*/ 1501 h 10000"/>
              <a:gd name="connsiteX45-3897" fmla="*/ 8406 w 9276"/>
              <a:gd name="connsiteY45-3898" fmla="*/ 1501 h 10000"/>
              <a:gd name="connsiteX46-3899" fmla="*/ 8406 w 9276"/>
              <a:gd name="connsiteY46-3900" fmla="*/ 1623 h 10000"/>
              <a:gd name="connsiteX47-3901" fmla="*/ 8406 w 9276"/>
              <a:gd name="connsiteY47-3902" fmla="*/ 1724 h 10000"/>
              <a:gd name="connsiteX48-3903" fmla="*/ 8406 w 9276"/>
              <a:gd name="connsiteY48-3904" fmla="*/ 1826 h 10000"/>
              <a:gd name="connsiteX49-3905" fmla="*/ 8406 w 9276"/>
              <a:gd name="connsiteY49-3906" fmla="*/ 2049 h 10000"/>
              <a:gd name="connsiteX50-3907" fmla="*/ 8406 w 9276"/>
              <a:gd name="connsiteY50-3908" fmla="*/ 2150 h 10000"/>
              <a:gd name="connsiteX51-3909" fmla="*/ 8406 w 9276"/>
              <a:gd name="connsiteY51-3910" fmla="*/ 2373 h 10000"/>
              <a:gd name="connsiteX52-3911" fmla="*/ 8406 w 9276"/>
              <a:gd name="connsiteY52-3912" fmla="*/ 2576 h 10000"/>
              <a:gd name="connsiteX53-3913" fmla="*/ 8406 w 9276"/>
              <a:gd name="connsiteY53-3914" fmla="*/ 2799 h 10000"/>
              <a:gd name="connsiteX54-3915" fmla="*/ 8406 w 9276"/>
              <a:gd name="connsiteY54-3916" fmla="*/ 3022 h 10000"/>
              <a:gd name="connsiteX55-3917" fmla="*/ 8406 w 9276"/>
              <a:gd name="connsiteY55-3918" fmla="*/ 3327 h 10000"/>
              <a:gd name="connsiteX56-3919" fmla="*/ 8406 w 9276"/>
              <a:gd name="connsiteY56-3920" fmla="*/ 3550 h 10000"/>
              <a:gd name="connsiteX57-3921" fmla="*/ 8406 w 9276"/>
              <a:gd name="connsiteY57-3922" fmla="*/ 3874 h 10000"/>
              <a:gd name="connsiteX58-3923" fmla="*/ 8406 w 9276"/>
              <a:gd name="connsiteY58-3924" fmla="*/ 4199 h 10000"/>
              <a:gd name="connsiteX59-3925" fmla="*/ 8406 w 9276"/>
              <a:gd name="connsiteY59-3926" fmla="*/ 4523 h 10000"/>
              <a:gd name="connsiteX60-3927" fmla="*/ 8406 w 9276"/>
              <a:gd name="connsiteY60-3928" fmla="*/ 4949 h 10000"/>
              <a:gd name="connsiteX61-3929" fmla="*/ 8406 w 9276"/>
              <a:gd name="connsiteY61-3930" fmla="*/ 5700 h 10000"/>
              <a:gd name="connsiteX62-3931" fmla="*/ 8406 w 9276"/>
              <a:gd name="connsiteY62-3932" fmla="*/ 6349 h 10000"/>
              <a:gd name="connsiteX63-3933" fmla="*/ 8406 w 9276"/>
              <a:gd name="connsiteY63-3934" fmla="*/ 6876 h 10000"/>
              <a:gd name="connsiteX64-3935" fmla="*/ 8406 w 9276"/>
              <a:gd name="connsiteY64-3936" fmla="*/ 7424 h 10000"/>
              <a:gd name="connsiteX65-3937" fmla="*/ 8406 w 9276"/>
              <a:gd name="connsiteY65-3938" fmla="*/ 7850 h 10000"/>
              <a:gd name="connsiteX66-3939" fmla="*/ 8406 w 9276"/>
              <a:gd name="connsiteY66-3940" fmla="*/ 8174 h 10000"/>
              <a:gd name="connsiteX67-3941" fmla="*/ 8406 w 9276"/>
              <a:gd name="connsiteY67-3942" fmla="*/ 8499 h 10000"/>
              <a:gd name="connsiteX68-3943" fmla="*/ 8406 w 9276"/>
              <a:gd name="connsiteY68-3944" fmla="*/ 8600 h 10000"/>
              <a:gd name="connsiteX69-3945" fmla="*/ 8406 w 9276"/>
              <a:gd name="connsiteY69-3946" fmla="*/ 8702 h 10000"/>
              <a:gd name="connsiteX70-3947" fmla="*/ 7682 w 9276"/>
              <a:gd name="connsiteY70-3948" fmla="*/ 9026 h 10000"/>
              <a:gd name="connsiteX71-3949" fmla="*/ 6956 w 9276"/>
              <a:gd name="connsiteY71-3950" fmla="*/ 9249 h 10000"/>
              <a:gd name="connsiteX72-3951" fmla="*/ 6087 w 9276"/>
              <a:gd name="connsiteY72-3952" fmla="*/ 9554 h 10000"/>
              <a:gd name="connsiteX73-3953" fmla="*/ 4641 w 9276"/>
              <a:gd name="connsiteY73-3954" fmla="*/ 9675 h 10000"/>
              <a:gd name="connsiteX74-3955" fmla="*/ 4641 w 9276"/>
              <a:gd name="connsiteY74-3956" fmla="*/ 9675 h 10000"/>
              <a:gd name="connsiteX0-3957" fmla="*/ 5003 w 10000"/>
              <a:gd name="connsiteY0-3958" fmla="*/ 9675 h 10000"/>
              <a:gd name="connsiteX1-3959" fmla="*/ 4222 w 10000"/>
              <a:gd name="connsiteY1-3960" fmla="*/ 9878 h 10000"/>
              <a:gd name="connsiteX2-3961" fmla="*/ 3283 w 10000"/>
              <a:gd name="connsiteY2-3962" fmla="*/ 10000 h 10000"/>
              <a:gd name="connsiteX3-3963" fmla="*/ 2502 w 10000"/>
              <a:gd name="connsiteY3-3964" fmla="*/ 10000 h 10000"/>
              <a:gd name="connsiteX4-3965" fmla="*/ 938 w 10000"/>
              <a:gd name="connsiteY4-3966" fmla="*/ 10000 h 10000"/>
              <a:gd name="connsiteX5-3967" fmla="*/ 938 w 10000"/>
              <a:gd name="connsiteY5-3968" fmla="*/ 10000 h 10000"/>
              <a:gd name="connsiteX6-3969" fmla="*/ 0 w 10000"/>
              <a:gd name="connsiteY6-3970" fmla="*/ 9878 h 10000"/>
              <a:gd name="connsiteX7-3971" fmla="*/ 938 w 10000"/>
              <a:gd name="connsiteY7-3972" fmla="*/ 8174 h 10000"/>
              <a:gd name="connsiteX8-3973" fmla="*/ 2502 w 10000"/>
              <a:gd name="connsiteY8-3974" fmla="*/ 8174 h 10000"/>
              <a:gd name="connsiteX9-3975" fmla="*/ 2502 w 10000"/>
              <a:gd name="connsiteY9-3976" fmla="*/ 8053 h 10000"/>
              <a:gd name="connsiteX10-3977" fmla="*/ 2502 w 10000"/>
              <a:gd name="connsiteY10-3978" fmla="*/ 7951 h 10000"/>
              <a:gd name="connsiteX11-3979" fmla="*/ 2502 w 10000"/>
              <a:gd name="connsiteY11-3980" fmla="*/ 7850 h 10000"/>
              <a:gd name="connsiteX12-3981" fmla="*/ 3283 w 10000"/>
              <a:gd name="connsiteY12-3982" fmla="*/ 7627 h 10000"/>
              <a:gd name="connsiteX13-3983" fmla="*/ 3283 w 10000"/>
              <a:gd name="connsiteY13-3984" fmla="*/ 7424 h 10000"/>
              <a:gd name="connsiteX14-3985" fmla="*/ 3283 w 10000"/>
              <a:gd name="connsiteY14-3986" fmla="*/ 7201 h 10000"/>
              <a:gd name="connsiteX15-3987" fmla="*/ 3283 w 10000"/>
              <a:gd name="connsiteY15-3988" fmla="*/ 6978 h 10000"/>
              <a:gd name="connsiteX16-3989" fmla="*/ 3283 w 10000"/>
              <a:gd name="connsiteY16-3990" fmla="*/ 6450 h 10000"/>
              <a:gd name="connsiteX17-3991" fmla="*/ 3283 w 10000"/>
              <a:gd name="connsiteY17-3992" fmla="*/ 6024 h 10000"/>
              <a:gd name="connsiteX18-3993" fmla="*/ 3283 w 10000"/>
              <a:gd name="connsiteY18-3994" fmla="*/ 5598 h 10000"/>
              <a:gd name="connsiteX19-3995" fmla="*/ 3283 w 10000"/>
              <a:gd name="connsiteY19-3996" fmla="*/ 5274 h 10000"/>
              <a:gd name="connsiteX20-3997" fmla="*/ 3283 w 10000"/>
              <a:gd name="connsiteY20-3998" fmla="*/ 5051 h 10000"/>
              <a:gd name="connsiteX21-3999" fmla="*/ 3283 w 10000"/>
              <a:gd name="connsiteY21-4000" fmla="*/ 4848 h 10000"/>
              <a:gd name="connsiteX22-4001" fmla="*/ 3283 w 10000"/>
              <a:gd name="connsiteY22-4002" fmla="*/ 4625 h 10000"/>
              <a:gd name="connsiteX23-4003" fmla="*/ 3283 w 10000"/>
              <a:gd name="connsiteY23-4004" fmla="*/ 4402 h 10000"/>
              <a:gd name="connsiteX24-4005" fmla="*/ 3283 w 10000"/>
              <a:gd name="connsiteY24-4006" fmla="*/ 4077 h 10000"/>
              <a:gd name="connsiteX25-4007" fmla="*/ 3283 w 10000"/>
              <a:gd name="connsiteY25-4008" fmla="*/ 3773 h 10000"/>
              <a:gd name="connsiteX26-4009" fmla="*/ 3283 w 10000"/>
              <a:gd name="connsiteY26-4010" fmla="*/ 3448 h 10000"/>
              <a:gd name="connsiteX27-4011" fmla="*/ 3283 w 10000"/>
              <a:gd name="connsiteY27-4012" fmla="*/ 3022 h 10000"/>
              <a:gd name="connsiteX28-4013" fmla="*/ 2502 w 10000"/>
              <a:gd name="connsiteY28-4014" fmla="*/ 2373 h 10000"/>
              <a:gd name="connsiteX29-4015" fmla="*/ 1721 w 10000"/>
              <a:gd name="connsiteY29-4016" fmla="*/ 1501 h 10000"/>
              <a:gd name="connsiteX30-4017" fmla="*/ 938 w 10000"/>
              <a:gd name="connsiteY30-4018" fmla="*/ 751 h 10000"/>
              <a:gd name="connsiteX31-4019" fmla="*/ 0 w 10000"/>
              <a:gd name="connsiteY31-4020" fmla="*/ 0 h 10000"/>
              <a:gd name="connsiteX32-4021" fmla="*/ 1721 w 10000"/>
              <a:gd name="connsiteY32-4022" fmla="*/ 223 h 10000"/>
              <a:gd name="connsiteX33-4023" fmla="*/ 4222 w 10000"/>
              <a:gd name="connsiteY33-4024" fmla="*/ 426 h 10000"/>
              <a:gd name="connsiteX34-4025" fmla="*/ 5783 w 10000"/>
              <a:gd name="connsiteY34-4026" fmla="*/ 548 h 10000"/>
              <a:gd name="connsiteX35-4027" fmla="*/ 7499 w 10000"/>
              <a:gd name="connsiteY35-4028" fmla="*/ 649 h 10000"/>
              <a:gd name="connsiteX36-4029" fmla="*/ 8282 w 10000"/>
              <a:gd name="connsiteY36-4030" fmla="*/ 751 h 10000"/>
              <a:gd name="connsiteX37-4031" fmla="*/ 9062 w 10000"/>
              <a:gd name="connsiteY37-4032" fmla="*/ 872 h 10000"/>
              <a:gd name="connsiteX38-4033" fmla="*/ 10000 w 10000"/>
              <a:gd name="connsiteY38-4034" fmla="*/ 974 h 10000"/>
              <a:gd name="connsiteX39-4035" fmla="*/ 10000 w 10000"/>
              <a:gd name="connsiteY39-4036" fmla="*/ 974 h 10000"/>
              <a:gd name="connsiteX40-4037" fmla="*/ 10000 w 10000"/>
              <a:gd name="connsiteY40-4038" fmla="*/ 1075 h 10000"/>
              <a:gd name="connsiteX41-4039" fmla="*/ 10000 w 10000"/>
              <a:gd name="connsiteY41-4040" fmla="*/ 1176 h 10000"/>
              <a:gd name="connsiteX42-4041" fmla="*/ 10000 w 10000"/>
              <a:gd name="connsiteY42-4042" fmla="*/ 1400 h 10000"/>
              <a:gd name="connsiteX43-4043" fmla="*/ 10000 w 10000"/>
              <a:gd name="connsiteY43-4044" fmla="*/ 1501 h 10000"/>
              <a:gd name="connsiteX44-4045" fmla="*/ 9062 w 10000"/>
              <a:gd name="connsiteY44-4046" fmla="*/ 1501 h 10000"/>
              <a:gd name="connsiteX45-4047" fmla="*/ 9062 w 10000"/>
              <a:gd name="connsiteY45-4048" fmla="*/ 1623 h 10000"/>
              <a:gd name="connsiteX46-4049" fmla="*/ 9062 w 10000"/>
              <a:gd name="connsiteY46-4050" fmla="*/ 1724 h 10000"/>
              <a:gd name="connsiteX47-4051" fmla="*/ 9062 w 10000"/>
              <a:gd name="connsiteY47-4052" fmla="*/ 1826 h 10000"/>
              <a:gd name="connsiteX48-4053" fmla="*/ 9062 w 10000"/>
              <a:gd name="connsiteY48-4054" fmla="*/ 2049 h 10000"/>
              <a:gd name="connsiteX49-4055" fmla="*/ 9062 w 10000"/>
              <a:gd name="connsiteY49-4056" fmla="*/ 2150 h 10000"/>
              <a:gd name="connsiteX50-4057" fmla="*/ 9062 w 10000"/>
              <a:gd name="connsiteY50-4058" fmla="*/ 2373 h 10000"/>
              <a:gd name="connsiteX51-4059" fmla="*/ 9062 w 10000"/>
              <a:gd name="connsiteY51-4060" fmla="*/ 2576 h 10000"/>
              <a:gd name="connsiteX52-4061" fmla="*/ 9062 w 10000"/>
              <a:gd name="connsiteY52-4062" fmla="*/ 2799 h 10000"/>
              <a:gd name="connsiteX53-4063" fmla="*/ 9062 w 10000"/>
              <a:gd name="connsiteY53-4064" fmla="*/ 3022 h 10000"/>
              <a:gd name="connsiteX54-4065" fmla="*/ 9062 w 10000"/>
              <a:gd name="connsiteY54-4066" fmla="*/ 3327 h 10000"/>
              <a:gd name="connsiteX55-4067" fmla="*/ 9062 w 10000"/>
              <a:gd name="connsiteY55-4068" fmla="*/ 3550 h 10000"/>
              <a:gd name="connsiteX56-4069" fmla="*/ 9062 w 10000"/>
              <a:gd name="connsiteY56-4070" fmla="*/ 3874 h 10000"/>
              <a:gd name="connsiteX57-4071" fmla="*/ 9062 w 10000"/>
              <a:gd name="connsiteY57-4072" fmla="*/ 4199 h 10000"/>
              <a:gd name="connsiteX58-4073" fmla="*/ 9062 w 10000"/>
              <a:gd name="connsiteY58-4074" fmla="*/ 4523 h 10000"/>
              <a:gd name="connsiteX59-4075" fmla="*/ 9062 w 10000"/>
              <a:gd name="connsiteY59-4076" fmla="*/ 4949 h 10000"/>
              <a:gd name="connsiteX60-4077" fmla="*/ 9062 w 10000"/>
              <a:gd name="connsiteY60-4078" fmla="*/ 5700 h 10000"/>
              <a:gd name="connsiteX61-4079" fmla="*/ 9062 w 10000"/>
              <a:gd name="connsiteY61-4080" fmla="*/ 6349 h 10000"/>
              <a:gd name="connsiteX62-4081" fmla="*/ 9062 w 10000"/>
              <a:gd name="connsiteY62-4082" fmla="*/ 6876 h 10000"/>
              <a:gd name="connsiteX63-4083" fmla="*/ 9062 w 10000"/>
              <a:gd name="connsiteY63-4084" fmla="*/ 7424 h 10000"/>
              <a:gd name="connsiteX64-4085" fmla="*/ 9062 w 10000"/>
              <a:gd name="connsiteY64-4086" fmla="*/ 7850 h 10000"/>
              <a:gd name="connsiteX65-4087" fmla="*/ 9062 w 10000"/>
              <a:gd name="connsiteY65-4088" fmla="*/ 8174 h 10000"/>
              <a:gd name="connsiteX66-4089" fmla="*/ 9062 w 10000"/>
              <a:gd name="connsiteY66-4090" fmla="*/ 8499 h 10000"/>
              <a:gd name="connsiteX67-4091" fmla="*/ 9062 w 10000"/>
              <a:gd name="connsiteY67-4092" fmla="*/ 8600 h 10000"/>
              <a:gd name="connsiteX68-4093" fmla="*/ 9062 w 10000"/>
              <a:gd name="connsiteY68-4094" fmla="*/ 8702 h 10000"/>
              <a:gd name="connsiteX69-4095" fmla="*/ 8282 w 10000"/>
              <a:gd name="connsiteY69-4096" fmla="*/ 9026 h 10000"/>
              <a:gd name="connsiteX70-4097" fmla="*/ 7499 w 10000"/>
              <a:gd name="connsiteY70-4098" fmla="*/ 9249 h 10000"/>
              <a:gd name="connsiteX71-4099" fmla="*/ 6562 w 10000"/>
              <a:gd name="connsiteY71-4100" fmla="*/ 9554 h 10000"/>
              <a:gd name="connsiteX72-4101" fmla="*/ 5003 w 10000"/>
              <a:gd name="connsiteY72-4102" fmla="*/ 9675 h 10000"/>
              <a:gd name="connsiteX73-4103" fmla="*/ 5003 w 10000"/>
              <a:gd name="connsiteY73-4104" fmla="*/ 9675 h 10000"/>
              <a:gd name="connsiteX0-4105" fmla="*/ 5003 w 10000"/>
              <a:gd name="connsiteY0-4106" fmla="*/ 9675 h 10000"/>
              <a:gd name="connsiteX1-4107" fmla="*/ 4222 w 10000"/>
              <a:gd name="connsiteY1-4108" fmla="*/ 9878 h 10000"/>
              <a:gd name="connsiteX2-4109" fmla="*/ 3283 w 10000"/>
              <a:gd name="connsiteY2-4110" fmla="*/ 10000 h 10000"/>
              <a:gd name="connsiteX3-4111" fmla="*/ 2502 w 10000"/>
              <a:gd name="connsiteY3-4112" fmla="*/ 10000 h 10000"/>
              <a:gd name="connsiteX4-4113" fmla="*/ 938 w 10000"/>
              <a:gd name="connsiteY4-4114" fmla="*/ 10000 h 10000"/>
              <a:gd name="connsiteX5-4115" fmla="*/ 938 w 10000"/>
              <a:gd name="connsiteY5-4116" fmla="*/ 10000 h 10000"/>
              <a:gd name="connsiteX6-4117" fmla="*/ 938 w 10000"/>
              <a:gd name="connsiteY6-4118" fmla="*/ 8174 h 10000"/>
              <a:gd name="connsiteX7-4119" fmla="*/ 2502 w 10000"/>
              <a:gd name="connsiteY7-4120" fmla="*/ 8174 h 10000"/>
              <a:gd name="connsiteX8-4121" fmla="*/ 2502 w 10000"/>
              <a:gd name="connsiteY8-4122" fmla="*/ 8053 h 10000"/>
              <a:gd name="connsiteX9-4123" fmla="*/ 2502 w 10000"/>
              <a:gd name="connsiteY9-4124" fmla="*/ 7951 h 10000"/>
              <a:gd name="connsiteX10-4125" fmla="*/ 2502 w 10000"/>
              <a:gd name="connsiteY10-4126" fmla="*/ 7850 h 10000"/>
              <a:gd name="connsiteX11-4127" fmla="*/ 3283 w 10000"/>
              <a:gd name="connsiteY11-4128" fmla="*/ 7627 h 10000"/>
              <a:gd name="connsiteX12-4129" fmla="*/ 3283 w 10000"/>
              <a:gd name="connsiteY12-4130" fmla="*/ 7424 h 10000"/>
              <a:gd name="connsiteX13-4131" fmla="*/ 3283 w 10000"/>
              <a:gd name="connsiteY13-4132" fmla="*/ 7201 h 10000"/>
              <a:gd name="connsiteX14-4133" fmla="*/ 3283 w 10000"/>
              <a:gd name="connsiteY14-4134" fmla="*/ 6978 h 10000"/>
              <a:gd name="connsiteX15-4135" fmla="*/ 3283 w 10000"/>
              <a:gd name="connsiteY15-4136" fmla="*/ 6450 h 10000"/>
              <a:gd name="connsiteX16-4137" fmla="*/ 3283 w 10000"/>
              <a:gd name="connsiteY16-4138" fmla="*/ 6024 h 10000"/>
              <a:gd name="connsiteX17-4139" fmla="*/ 3283 w 10000"/>
              <a:gd name="connsiteY17-4140" fmla="*/ 5598 h 10000"/>
              <a:gd name="connsiteX18-4141" fmla="*/ 3283 w 10000"/>
              <a:gd name="connsiteY18-4142" fmla="*/ 5274 h 10000"/>
              <a:gd name="connsiteX19-4143" fmla="*/ 3283 w 10000"/>
              <a:gd name="connsiteY19-4144" fmla="*/ 5051 h 10000"/>
              <a:gd name="connsiteX20-4145" fmla="*/ 3283 w 10000"/>
              <a:gd name="connsiteY20-4146" fmla="*/ 4848 h 10000"/>
              <a:gd name="connsiteX21-4147" fmla="*/ 3283 w 10000"/>
              <a:gd name="connsiteY21-4148" fmla="*/ 4625 h 10000"/>
              <a:gd name="connsiteX22-4149" fmla="*/ 3283 w 10000"/>
              <a:gd name="connsiteY22-4150" fmla="*/ 4402 h 10000"/>
              <a:gd name="connsiteX23-4151" fmla="*/ 3283 w 10000"/>
              <a:gd name="connsiteY23-4152" fmla="*/ 4077 h 10000"/>
              <a:gd name="connsiteX24-4153" fmla="*/ 3283 w 10000"/>
              <a:gd name="connsiteY24-4154" fmla="*/ 3773 h 10000"/>
              <a:gd name="connsiteX25-4155" fmla="*/ 3283 w 10000"/>
              <a:gd name="connsiteY25-4156" fmla="*/ 3448 h 10000"/>
              <a:gd name="connsiteX26-4157" fmla="*/ 3283 w 10000"/>
              <a:gd name="connsiteY26-4158" fmla="*/ 3022 h 10000"/>
              <a:gd name="connsiteX27-4159" fmla="*/ 2502 w 10000"/>
              <a:gd name="connsiteY27-4160" fmla="*/ 2373 h 10000"/>
              <a:gd name="connsiteX28-4161" fmla="*/ 1721 w 10000"/>
              <a:gd name="connsiteY28-4162" fmla="*/ 1501 h 10000"/>
              <a:gd name="connsiteX29-4163" fmla="*/ 938 w 10000"/>
              <a:gd name="connsiteY29-4164" fmla="*/ 751 h 10000"/>
              <a:gd name="connsiteX30-4165" fmla="*/ 0 w 10000"/>
              <a:gd name="connsiteY30-4166" fmla="*/ 0 h 10000"/>
              <a:gd name="connsiteX31-4167" fmla="*/ 1721 w 10000"/>
              <a:gd name="connsiteY31-4168" fmla="*/ 223 h 10000"/>
              <a:gd name="connsiteX32-4169" fmla="*/ 4222 w 10000"/>
              <a:gd name="connsiteY32-4170" fmla="*/ 426 h 10000"/>
              <a:gd name="connsiteX33-4171" fmla="*/ 5783 w 10000"/>
              <a:gd name="connsiteY33-4172" fmla="*/ 548 h 10000"/>
              <a:gd name="connsiteX34-4173" fmla="*/ 7499 w 10000"/>
              <a:gd name="connsiteY34-4174" fmla="*/ 649 h 10000"/>
              <a:gd name="connsiteX35-4175" fmla="*/ 8282 w 10000"/>
              <a:gd name="connsiteY35-4176" fmla="*/ 751 h 10000"/>
              <a:gd name="connsiteX36-4177" fmla="*/ 9062 w 10000"/>
              <a:gd name="connsiteY36-4178" fmla="*/ 872 h 10000"/>
              <a:gd name="connsiteX37-4179" fmla="*/ 10000 w 10000"/>
              <a:gd name="connsiteY37-4180" fmla="*/ 974 h 10000"/>
              <a:gd name="connsiteX38-4181" fmla="*/ 10000 w 10000"/>
              <a:gd name="connsiteY38-4182" fmla="*/ 974 h 10000"/>
              <a:gd name="connsiteX39-4183" fmla="*/ 10000 w 10000"/>
              <a:gd name="connsiteY39-4184" fmla="*/ 1075 h 10000"/>
              <a:gd name="connsiteX40-4185" fmla="*/ 10000 w 10000"/>
              <a:gd name="connsiteY40-4186" fmla="*/ 1176 h 10000"/>
              <a:gd name="connsiteX41-4187" fmla="*/ 10000 w 10000"/>
              <a:gd name="connsiteY41-4188" fmla="*/ 1400 h 10000"/>
              <a:gd name="connsiteX42-4189" fmla="*/ 10000 w 10000"/>
              <a:gd name="connsiteY42-4190" fmla="*/ 1501 h 10000"/>
              <a:gd name="connsiteX43-4191" fmla="*/ 9062 w 10000"/>
              <a:gd name="connsiteY43-4192" fmla="*/ 1501 h 10000"/>
              <a:gd name="connsiteX44-4193" fmla="*/ 9062 w 10000"/>
              <a:gd name="connsiteY44-4194" fmla="*/ 1623 h 10000"/>
              <a:gd name="connsiteX45-4195" fmla="*/ 9062 w 10000"/>
              <a:gd name="connsiteY45-4196" fmla="*/ 1724 h 10000"/>
              <a:gd name="connsiteX46-4197" fmla="*/ 9062 w 10000"/>
              <a:gd name="connsiteY46-4198" fmla="*/ 1826 h 10000"/>
              <a:gd name="connsiteX47-4199" fmla="*/ 9062 w 10000"/>
              <a:gd name="connsiteY47-4200" fmla="*/ 2049 h 10000"/>
              <a:gd name="connsiteX48-4201" fmla="*/ 9062 w 10000"/>
              <a:gd name="connsiteY48-4202" fmla="*/ 2150 h 10000"/>
              <a:gd name="connsiteX49-4203" fmla="*/ 9062 w 10000"/>
              <a:gd name="connsiteY49-4204" fmla="*/ 2373 h 10000"/>
              <a:gd name="connsiteX50-4205" fmla="*/ 9062 w 10000"/>
              <a:gd name="connsiteY50-4206" fmla="*/ 2576 h 10000"/>
              <a:gd name="connsiteX51-4207" fmla="*/ 9062 w 10000"/>
              <a:gd name="connsiteY51-4208" fmla="*/ 2799 h 10000"/>
              <a:gd name="connsiteX52-4209" fmla="*/ 9062 w 10000"/>
              <a:gd name="connsiteY52-4210" fmla="*/ 3022 h 10000"/>
              <a:gd name="connsiteX53-4211" fmla="*/ 9062 w 10000"/>
              <a:gd name="connsiteY53-4212" fmla="*/ 3327 h 10000"/>
              <a:gd name="connsiteX54-4213" fmla="*/ 9062 w 10000"/>
              <a:gd name="connsiteY54-4214" fmla="*/ 3550 h 10000"/>
              <a:gd name="connsiteX55-4215" fmla="*/ 9062 w 10000"/>
              <a:gd name="connsiteY55-4216" fmla="*/ 3874 h 10000"/>
              <a:gd name="connsiteX56-4217" fmla="*/ 9062 w 10000"/>
              <a:gd name="connsiteY56-4218" fmla="*/ 4199 h 10000"/>
              <a:gd name="connsiteX57-4219" fmla="*/ 9062 w 10000"/>
              <a:gd name="connsiteY57-4220" fmla="*/ 4523 h 10000"/>
              <a:gd name="connsiteX58-4221" fmla="*/ 9062 w 10000"/>
              <a:gd name="connsiteY58-4222" fmla="*/ 4949 h 10000"/>
              <a:gd name="connsiteX59-4223" fmla="*/ 9062 w 10000"/>
              <a:gd name="connsiteY59-4224" fmla="*/ 5700 h 10000"/>
              <a:gd name="connsiteX60-4225" fmla="*/ 9062 w 10000"/>
              <a:gd name="connsiteY60-4226" fmla="*/ 6349 h 10000"/>
              <a:gd name="connsiteX61-4227" fmla="*/ 9062 w 10000"/>
              <a:gd name="connsiteY61-4228" fmla="*/ 6876 h 10000"/>
              <a:gd name="connsiteX62-4229" fmla="*/ 9062 w 10000"/>
              <a:gd name="connsiteY62-4230" fmla="*/ 7424 h 10000"/>
              <a:gd name="connsiteX63-4231" fmla="*/ 9062 w 10000"/>
              <a:gd name="connsiteY63-4232" fmla="*/ 7850 h 10000"/>
              <a:gd name="connsiteX64-4233" fmla="*/ 9062 w 10000"/>
              <a:gd name="connsiteY64-4234" fmla="*/ 8174 h 10000"/>
              <a:gd name="connsiteX65-4235" fmla="*/ 9062 w 10000"/>
              <a:gd name="connsiteY65-4236" fmla="*/ 8499 h 10000"/>
              <a:gd name="connsiteX66-4237" fmla="*/ 9062 w 10000"/>
              <a:gd name="connsiteY66-4238" fmla="*/ 8600 h 10000"/>
              <a:gd name="connsiteX67-4239" fmla="*/ 9062 w 10000"/>
              <a:gd name="connsiteY67-4240" fmla="*/ 8702 h 10000"/>
              <a:gd name="connsiteX68-4241" fmla="*/ 8282 w 10000"/>
              <a:gd name="connsiteY68-4242" fmla="*/ 9026 h 10000"/>
              <a:gd name="connsiteX69-4243" fmla="*/ 7499 w 10000"/>
              <a:gd name="connsiteY69-4244" fmla="*/ 9249 h 10000"/>
              <a:gd name="connsiteX70-4245" fmla="*/ 6562 w 10000"/>
              <a:gd name="connsiteY70-4246" fmla="*/ 9554 h 10000"/>
              <a:gd name="connsiteX71-4247" fmla="*/ 5003 w 10000"/>
              <a:gd name="connsiteY71-4248" fmla="*/ 9675 h 10000"/>
              <a:gd name="connsiteX72-4249" fmla="*/ 5003 w 10000"/>
              <a:gd name="connsiteY72-4250" fmla="*/ 9675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</a:cxnLst>
            <a:rect l="l" t="t" r="r" b="b"/>
            <a:pathLst>
              <a:path w="10000" h="10000">
                <a:moveTo>
                  <a:pt x="5003" y="9675"/>
                </a:moveTo>
                <a:lnTo>
                  <a:pt x="4222" y="9878"/>
                </a:lnTo>
                <a:lnTo>
                  <a:pt x="3283" y="10000"/>
                </a:lnTo>
                <a:lnTo>
                  <a:pt x="2502" y="10000"/>
                </a:lnTo>
                <a:lnTo>
                  <a:pt x="938" y="10000"/>
                </a:lnTo>
                <a:lnTo>
                  <a:pt x="938" y="10000"/>
                </a:lnTo>
                <a:lnTo>
                  <a:pt x="938" y="8174"/>
                </a:lnTo>
                <a:lnTo>
                  <a:pt x="2502" y="8174"/>
                </a:lnTo>
                <a:lnTo>
                  <a:pt x="2502" y="8053"/>
                </a:lnTo>
                <a:lnTo>
                  <a:pt x="2502" y="7951"/>
                </a:lnTo>
                <a:lnTo>
                  <a:pt x="2502" y="7850"/>
                </a:lnTo>
                <a:lnTo>
                  <a:pt x="3283" y="7627"/>
                </a:lnTo>
                <a:lnTo>
                  <a:pt x="3283" y="7424"/>
                </a:lnTo>
                <a:lnTo>
                  <a:pt x="3283" y="7201"/>
                </a:lnTo>
                <a:lnTo>
                  <a:pt x="3283" y="6978"/>
                </a:lnTo>
                <a:lnTo>
                  <a:pt x="3283" y="6450"/>
                </a:lnTo>
                <a:lnTo>
                  <a:pt x="3283" y="6024"/>
                </a:lnTo>
                <a:lnTo>
                  <a:pt x="3283" y="5598"/>
                </a:lnTo>
                <a:lnTo>
                  <a:pt x="3283" y="5274"/>
                </a:lnTo>
                <a:lnTo>
                  <a:pt x="3283" y="5051"/>
                </a:lnTo>
                <a:lnTo>
                  <a:pt x="3283" y="4848"/>
                </a:lnTo>
                <a:lnTo>
                  <a:pt x="3283" y="4625"/>
                </a:lnTo>
                <a:lnTo>
                  <a:pt x="3283" y="4402"/>
                </a:lnTo>
                <a:lnTo>
                  <a:pt x="3283" y="4077"/>
                </a:lnTo>
                <a:lnTo>
                  <a:pt x="3283" y="3773"/>
                </a:lnTo>
                <a:lnTo>
                  <a:pt x="3283" y="3448"/>
                </a:lnTo>
                <a:lnTo>
                  <a:pt x="3283" y="3022"/>
                </a:lnTo>
                <a:lnTo>
                  <a:pt x="2502" y="2373"/>
                </a:lnTo>
                <a:lnTo>
                  <a:pt x="1721" y="1501"/>
                </a:lnTo>
                <a:lnTo>
                  <a:pt x="938" y="751"/>
                </a:lnTo>
                <a:lnTo>
                  <a:pt x="0" y="0"/>
                </a:lnTo>
                <a:lnTo>
                  <a:pt x="1721" y="223"/>
                </a:lnTo>
                <a:lnTo>
                  <a:pt x="4222" y="426"/>
                </a:lnTo>
                <a:lnTo>
                  <a:pt x="5783" y="548"/>
                </a:lnTo>
                <a:lnTo>
                  <a:pt x="7499" y="649"/>
                </a:lnTo>
                <a:lnTo>
                  <a:pt x="8282" y="751"/>
                </a:lnTo>
                <a:lnTo>
                  <a:pt x="9062" y="872"/>
                </a:lnTo>
                <a:lnTo>
                  <a:pt x="10000" y="974"/>
                </a:lnTo>
                <a:lnTo>
                  <a:pt x="10000" y="974"/>
                </a:lnTo>
                <a:lnTo>
                  <a:pt x="10000" y="1075"/>
                </a:lnTo>
                <a:lnTo>
                  <a:pt x="10000" y="1176"/>
                </a:lnTo>
                <a:lnTo>
                  <a:pt x="10000" y="1400"/>
                </a:lnTo>
                <a:lnTo>
                  <a:pt x="10000" y="1501"/>
                </a:lnTo>
                <a:lnTo>
                  <a:pt x="9062" y="1501"/>
                </a:lnTo>
                <a:lnTo>
                  <a:pt x="9062" y="1623"/>
                </a:lnTo>
                <a:lnTo>
                  <a:pt x="9062" y="1724"/>
                </a:lnTo>
                <a:lnTo>
                  <a:pt x="9062" y="1826"/>
                </a:lnTo>
                <a:lnTo>
                  <a:pt x="9062" y="2049"/>
                </a:lnTo>
                <a:lnTo>
                  <a:pt x="9062" y="2150"/>
                </a:lnTo>
                <a:lnTo>
                  <a:pt x="9062" y="2373"/>
                </a:lnTo>
                <a:lnTo>
                  <a:pt x="9062" y="2576"/>
                </a:lnTo>
                <a:lnTo>
                  <a:pt x="9062" y="2799"/>
                </a:lnTo>
                <a:lnTo>
                  <a:pt x="9062" y="3022"/>
                </a:lnTo>
                <a:lnTo>
                  <a:pt x="9062" y="3327"/>
                </a:lnTo>
                <a:lnTo>
                  <a:pt x="9062" y="3550"/>
                </a:lnTo>
                <a:lnTo>
                  <a:pt x="9062" y="3874"/>
                </a:lnTo>
                <a:lnTo>
                  <a:pt x="9062" y="4199"/>
                </a:lnTo>
                <a:lnTo>
                  <a:pt x="9062" y="4523"/>
                </a:lnTo>
                <a:lnTo>
                  <a:pt x="9062" y="4949"/>
                </a:lnTo>
                <a:lnTo>
                  <a:pt x="9062" y="5700"/>
                </a:lnTo>
                <a:lnTo>
                  <a:pt x="9062" y="6349"/>
                </a:lnTo>
                <a:lnTo>
                  <a:pt x="9062" y="6876"/>
                </a:lnTo>
                <a:lnTo>
                  <a:pt x="9062" y="7424"/>
                </a:lnTo>
                <a:lnTo>
                  <a:pt x="9062" y="7850"/>
                </a:lnTo>
                <a:lnTo>
                  <a:pt x="9062" y="8174"/>
                </a:lnTo>
                <a:lnTo>
                  <a:pt x="9062" y="8499"/>
                </a:lnTo>
                <a:lnTo>
                  <a:pt x="9062" y="8600"/>
                </a:lnTo>
                <a:lnTo>
                  <a:pt x="9062" y="8702"/>
                </a:lnTo>
                <a:lnTo>
                  <a:pt x="8282" y="9026"/>
                </a:lnTo>
                <a:lnTo>
                  <a:pt x="7499" y="9249"/>
                </a:lnTo>
                <a:lnTo>
                  <a:pt x="6562" y="9554"/>
                </a:lnTo>
                <a:lnTo>
                  <a:pt x="5003" y="9675"/>
                </a:lnTo>
                <a:lnTo>
                  <a:pt x="5003" y="9675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Freeform 31"/>
          <p:cNvSpPr/>
          <p:nvPr/>
        </p:nvSpPr>
        <p:spPr bwMode="auto">
          <a:xfrm>
            <a:off x="5942013" y="3006725"/>
            <a:ext cx="677863" cy="1219200"/>
          </a:xfrm>
          <a:custGeom>
            <a:avLst/>
            <a:gdLst>
              <a:gd name="connsiteX0" fmla="*/ 8642 w 10000"/>
              <a:gd name="connsiteY0" fmla="*/ 9727 h 10000"/>
              <a:gd name="connsiteX1" fmla="*/ 8290 w 10000"/>
              <a:gd name="connsiteY1" fmla="*/ 9583 h 10000"/>
              <a:gd name="connsiteX2" fmla="*/ 7775 w 10000"/>
              <a:gd name="connsiteY2" fmla="*/ 9453 h 10000"/>
              <a:gd name="connsiteX3" fmla="*/ 7283 w 10000"/>
              <a:gd name="connsiteY3" fmla="*/ 9245 h 10000"/>
              <a:gd name="connsiteX4" fmla="*/ 6792 w 10000"/>
              <a:gd name="connsiteY4" fmla="*/ 9036 h 10000"/>
              <a:gd name="connsiteX5" fmla="*/ 6557 w 10000"/>
              <a:gd name="connsiteY5" fmla="*/ 8893 h 10000"/>
              <a:gd name="connsiteX6" fmla="*/ 6300 w 10000"/>
              <a:gd name="connsiteY6" fmla="*/ 8763 h 10000"/>
              <a:gd name="connsiteX7" fmla="*/ 6042 w 10000"/>
              <a:gd name="connsiteY7" fmla="*/ 8620 h 10000"/>
              <a:gd name="connsiteX8" fmla="*/ 5808 w 10000"/>
              <a:gd name="connsiteY8" fmla="*/ 8490 h 10000"/>
              <a:gd name="connsiteX9" fmla="*/ 5550 w 10000"/>
              <a:gd name="connsiteY9" fmla="*/ 8281 h 10000"/>
              <a:gd name="connsiteX10" fmla="*/ 5316 w 10000"/>
              <a:gd name="connsiteY10" fmla="*/ 8073 h 10000"/>
              <a:gd name="connsiteX11" fmla="*/ 5059 w 10000"/>
              <a:gd name="connsiteY11" fmla="*/ 7865 h 10000"/>
              <a:gd name="connsiteX12" fmla="*/ 4684 w 10000"/>
              <a:gd name="connsiteY12" fmla="*/ 7656 h 10000"/>
              <a:gd name="connsiteX13" fmla="*/ 4075 w 10000"/>
              <a:gd name="connsiteY13" fmla="*/ 7174 h 10000"/>
              <a:gd name="connsiteX14" fmla="*/ 3583 w 10000"/>
              <a:gd name="connsiteY14" fmla="*/ 6758 h 10000"/>
              <a:gd name="connsiteX15" fmla="*/ 3091 w 10000"/>
              <a:gd name="connsiteY15" fmla="*/ 6276 h 10000"/>
              <a:gd name="connsiteX16" fmla="*/ 2717 w 10000"/>
              <a:gd name="connsiteY16" fmla="*/ 5729 h 10000"/>
              <a:gd name="connsiteX17" fmla="*/ 2342 w 10000"/>
              <a:gd name="connsiteY17" fmla="*/ 5247 h 10000"/>
              <a:gd name="connsiteX18" fmla="*/ 1967 w 10000"/>
              <a:gd name="connsiteY18" fmla="*/ 4766 h 10000"/>
              <a:gd name="connsiteX19" fmla="*/ 1733 w 10000"/>
              <a:gd name="connsiteY19" fmla="*/ 4284 h 10000"/>
              <a:gd name="connsiteX20" fmla="*/ 1593 w 10000"/>
              <a:gd name="connsiteY20" fmla="*/ 3997 h 10000"/>
              <a:gd name="connsiteX21" fmla="*/ 1475 w 10000"/>
              <a:gd name="connsiteY21" fmla="*/ 3789 h 10000"/>
              <a:gd name="connsiteX22" fmla="*/ 1241 w 10000"/>
              <a:gd name="connsiteY22" fmla="*/ 3307 h 10000"/>
              <a:gd name="connsiteX23" fmla="*/ 1101 w 10000"/>
              <a:gd name="connsiteY23" fmla="*/ 2760 h 10000"/>
              <a:gd name="connsiteX24" fmla="*/ 867 w 10000"/>
              <a:gd name="connsiteY24" fmla="*/ 2214 h 10000"/>
              <a:gd name="connsiteX25" fmla="*/ 726 w 10000"/>
              <a:gd name="connsiteY25" fmla="*/ 1654 h 10000"/>
              <a:gd name="connsiteX26" fmla="*/ 726 w 10000"/>
              <a:gd name="connsiteY26" fmla="*/ 1380 h 10000"/>
              <a:gd name="connsiteX27" fmla="*/ 609 w 10000"/>
              <a:gd name="connsiteY27" fmla="*/ 1107 h 10000"/>
              <a:gd name="connsiteX28" fmla="*/ 492 w 10000"/>
              <a:gd name="connsiteY28" fmla="*/ 898 h 10000"/>
              <a:gd name="connsiteX29" fmla="*/ 492 w 10000"/>
              <a:gd name="connsiteY29" fmla="*/ 690 h 10000"/>
              <a:gd name="connsiteX30" fmla="*/ 375 w 10000"/>
              <a:gd name="connsiteY30" fmla="*/ 560 h 10000"/>
              <a:gd name="connsiteX31" fmla="*/ 375 w 10000"/>
              <a:gd name="connsiteY31" fmla="*/ 417 h 10000"/>
              <a:gd name="connsiteX32" fmla="*/ 234 w 10000"/>
              <a:gd name="connsiteY32" fmla="*/ 352 h 10000"/>
              <a:gd name="connsiteX33" fmla="*/ 234 w 10000"/>
              <a:gd name="connsiteY33" fmla="*/ 273 h 10000"/>
              <a:gd name="connsiteX34" fmla="*/ 117 w 10000"/>
              <a:gd name="connsiteY34" fmla="*/ 273 h 10000"/>
              <a:gd name="connsiteX35" fmla="*/ 0 w 10000"/>
              <a:gd name="connsiteY35" fmla="*/ 208 h 10000"/>
              <a:gd name="connsiteX36" fmla="*/ 0 w 10000"/>
              <a:gd name="connsiteY36" fmla="*/ 143 h 10000"/>
              <a:gd name="connsiteX37" fmla="*/ 117 w 10000"/>
              <a:gd name="connsiteY37" fmla="*/ 78 h 10000"/>
              <a:gd name="connsiteX38" fmla="*/ 117 w 10000"/>
              <a:gd name="connsiteY38" fmla="*/ 0 h 10000"/>
              <a:gd name="connsiteX39" fmla="*/ 117 w 10000"/>
              <a:gd name="connsiteY39" fmla="*/ 0 h 10000"/>
              <a:gd name="connsiteX40" fmla="*/ 234 w 10000"/>
              <a:gd name="connsiteY40" fmla="*/ 0 h 10000"/>
              <a:gd name="connsiteX41" fmla="*/ 234 w 10000"/>
              <a:gd name="connsiteY41" fmla="*/ 0 h 10000"/>
              <a:gd name="connsiteX42" fmla="*/ 375 w 10000"/>
              <a:gd name="connsiteY42" fmla="*/ 0 h 10000"/>
              <a:gd name="connsiteX43" fmla="*/ 609 w 10000"/>
              <a:gd name="connsiteY43" fmla="*/ 0 h 10000"/>
              <a:gd name="connsiteX44" fmla="*/ 726 w 10000"/>
              <a:gd name="connsiteY44" fmla="*/ 78 h 10000"/>
              <a:gd name="connsiteX45" fmla="*/ 984 w 10000"/>
              <a:gd name="connsiteY45" fmla="*/ 78 h 10000"/>
              <a:gd name="connsiteX46" fmla="*/ 1358 w 10000"/>
              <a:gd name="connsiteY46" fmla="*/ 208 h 10000"/>
              <a:gd name="connsiteX47" fmla="*/ 1593 w 10000"/>
              <a:gd name="connsiteY47" fmla="*/ 273 h 10000"/>
              <a:gd name="connsiteX48" fmla="*/ 1850 w 10000"/>
              <a:gd name="connsiteY48" fmla="*/ 273 h 10000"/>
              <a:gd name="connsiteX49" fmla="*/ 1967 w 10000"/>
              <a:gd name="connsiteY49" fmla="*/ 352 h 10000"/>
              <a:gd name="connsiteX50" fmla="*/ 1967 w 10000"/>
              <a:gd name="connsiteY50" fmla="*/ 417 h 10000"/>
              <a:gd name="connsiteX51" fmla="*/ 1967 w 10000"/>
              <a:gd name="connsiteY51" fmla="*/ 417 h 10000"/>
              <a:gd name="connsiteX52" fmla="*/ 1850 w 10000"/>
              <a:gd name="connsiteY52" fmla="*/ 482 h 10000"/>
              <a:gd name="connsiteX53" fmla="*/ 1850 w 10000"/>
              <a:gd name="connsiteY53" fmla="*/ 560 h 10000"/>
              <a:gd name="connsiteX54" fmla="*/ 1850 w 10000"/>
              <a:gd name="connsiteY54" fmla="*/ 690 h 10000"/>
              <a:gd name="connsiteX55" fmla="*/ 1733 w 10000"/>
              <a:gd name="connsiteY55" fmla="*/ 833 h 10000"/>
              <a:gd name="connsiteX56" fmla="*/ 1733 w 10000"/>
              <a:gd name="connsiteY56" fmla="*/ 898 h 10000"/>
              <a:gd name="connsiteX57" fmla="*/ 1733 w 10000"/>
              <a:gd name="connsiteY57" fmla="*/ 1042 h 10000"/>
              <a:gd name="connsiteX58" fmla="*/ 1733 w 10000"/>
              <a:gd name="connsiteY58" fmla="*/ 1107 h 10000"/>
              <a:gd name="connsiteX59" fmla="*/ 1733 w 10000"/>
              <a:gd name="connsiteY59" fmla="*/ 1250 h 10000"/>
              <a:gd name="connsiteX60" fmla="*/ 1733 w 10000"/>
              <a:gd name="connsiteY60" fmla="*/ 1523 h 10000"/>
              <a:gd name="connsiteX61" fmla="*/ 1850 w 10000"/>
              <a:gd name="connsiteY61" fmla="*/ 1862 h 10000"/>
              <a:gd name="connsiteX62" fmla="*/ 1850 w 10000"/>
              <a:gd name="connsiteY62" fmla="*/ 2214 h 10000"/>
              <a:gd name="connsiteX63" fmla="*/ 1967 w 10000"/>
              <a:gd name="connsiteY63" fmla="*/ 2552 h 10000"/>
              <a:gd name="connsiteX64" fmla="*/ 2084 w 10000"/>
              <a:gd name="connsiteY64" fmla="*/ 2969 h 10000"/>
              <a:gd name="connsiteX65" fmla="*/ 2342 w 10000"/>
              <a:gd name="connsiteY65" fmla="*/ 3385 h 10000"/>
              <a:gd name="connsiteX66" fmla="*/ 2600 w 10000"/>
              <a:gd name="connsiteY66" fmla="*/ 3867 h 10000"/>
              <a:gd name="connsiteX67" fmla="*/ 2834 w 10000"/>
              <a:gd name="connsiteY67" fmla="*/ 4349 h 10000"/>
              <a:gd name="connsiteX68" fmla="*/ 3208 w 10000"/>
              <a:gd name="connsiteY68" fmla="*/ 4896 h 10000"/>
              <a:gd name="connsiteX69" fmla="*/ 3583 w 10000"/>
              <a:gd name="connsiteY69" fmla="*/ 5521 h 10000"/>
              <a:gd name="connsiteX70" fmla="*/ 3817 w 10000"/>
              <a:gd name="connsiteY70" fmla="*/ 5794 h 10000"/>
              <a:gd name="connsiteX71" fmla="*/ 4075 w 10000"/>
              <a:gd name="connsiteY71" fmla="*/ 6003 h 10000"/>
              <a:gd name="connsiteX72" fmla="*/ 4333 w 10000"/>
              <a:gd name="connsiteY72" fmla="*/ 6276 h 10000"/>
              <a:gd name="connsiteX73" fmla="*/ 4684 w 10000"/>
              <a:gd name="connsiteY73" fmla="*/ 6549 h 10000"/>
              <a:gd name="connsiteX74" fmla="*/ 4941 w 10000"/>
              <a:gd name="connsiteY74" fmla="*/ 6823 h 10000"/>
              <a:gd name="connsiteX75" fmla="*/ 5176 w 10000"/>
              <a:gd name="connsiteY75" fmla="*/ 7109 h 10000"/>
              <a:gd name="connsiteX76" fmla="*/ 5550 w 10000"/>
              <a:gd name="connsiteY76" fmla="*/ 7318 h 10000"/>
              <a:gd name="connsiteX77" fmla="*/ 5808 w 10000"/>
              <a:gd name="connsiteY77" fmla="*/ 7513 h 10000"/>
              <a:gd name="connsiteX78" fmla="*/ 6183 w 10000"/>
              <a:gd name="connsiteY78" fmla="*/ 7721 h 10000"/>
              <a:gd name="connsiteX79" fmla="*/ 6417 w 10000"/>
              <a:gd name="connsiteY79" fmla="*/ 7930 h 10000"/>
              <a:gd name="connsiteX80" fmla="*/ 6792 w 10000"/>
              <a:gd name="connsiteY80" fmla="*/ 8073 h 10000"/>
              <a:gd name="connsiteX81" fmla="*/ 7049 w 10000"/>
              <a:gd name="connsiteY81" fmla="*/ 8203 h 10000"/>
              <a:gd name="connsiteX82" fmla="*/ 7283 w 10000"/>
              <a:gd name="connsiteY82" fmla="*/ 8346 h 10000"/>
              <a:gd name="connsiteX83" fmla="*/ 7541 w 10000"/>
              <a:gd name="connsiteY83" fmla="*/ 8490 h 10000"/>
              <a:gd name="connsiteX84" fmla="*/ 7775 w 10000"/>
              <a:gd name="connsiteY84" fmla="*/ 8555 h 10000"/>
              <a:gd name="connsiteX85" fmla="*/ 8033 w 10000"/>
              <a:gd name="connsiteY85" fmla="*/ 8685 h 10000"/>
              <a:gd name="connsiteX86" fmla="*/ 8150 w 10000"/>
              <a:gd name="connsiteY86" fmla="*/ 8763 h 10000"/>
              <a:gd name="connsiteX87" fmla="*/ 8290 w 10000"/>
              <a:gd name="connsiteY87" fmla="*/ 8763 h 10000"/>
              <a:gd name="connsiteX88" fmla="*/ 8407 w 10000"/>
              <a:gd name="connsiteY88" fmla="*/ 8828 h 10000"/>
              <a:gd name="connsiteX89" fmla="*/ 8525 w 10000"/>
              <a:gd name="connsiteY89" fmla="*/ 8828 h 10000"/>
              <a:gd name="connsiteX90" fmla="*/ 8525 w 10000"/>
              <a:gd name="connsiteY90" fmla="*/ 8828 h 10000"/>
              <a:gd name="connsiteX91" fmla="*/ 8642 w 10000"/>
              <a:gd name="connsiteY91" fmla="*/ 8763 h 10000"/>
              <a:gd name="connsiteX92" fmla="*/ 8642 w 10000"/>
              <a:gd name="connsiteY92" fmla="*/ 8685 h 10000"/>
              <a:gd name="connsiteX93" fmla="*/ 8782 w 10000"/>
              <a:gd name="connsiteY93" fmla="*/ 8620 h 10000"/>
              <a:gd name="connsiteX94" fmla="*/ 8782 w 10000"/>
              <a:gd name="connsiteY94" fmla="*/ 8555 h 10000"/>
              <a:gd name="connsiteX95" fmla="*/ 8899 w 10000"/>
              <a:gd name="connsiteY95" fmla="*/ 8411 h 10000"/>
              <a:gd name="connsiteX96" fmla="*/ 9016 w 10000"/>
              <a:gd name="connsiteY96" fmla="*/ 8138 h 10000"/>
              <a:gd name="connsiteX97" fmla="*/ 9016 w 10000"/>
              <a:gd name="connsiteY97" fmla="*/ 7930 h 10000"/>
              <a:gd name="connsiteX98" fmla="*/ 9133 w 10000"/>
              <a:gd name="connsiteY98" fmla="*/ 7799 h 10000"/>
              <a:gd name="connsiteX99" fmla="*/ 9133 w 10000"/>
              <a:gd name="connsiteY99" fmla="*/ 7721 h 10000"/>
              <a:gd name="connsiteX100" fmla="*/ 9274 w 10000"/>
              <a:gd name="connsiteY100" fmla="*/ 7591 h 10000"/>
              <a:gd name="connsiteX101" fmla="*/ 9274 w 10000"/>
              <a:gd name="connsiteY101" fmla="*/ 7513 h 10000"/>
              <a:gd name="connsiteX102" fmla="*/ 9391 w 10000"/>
              <a:gd name="connsiteY102" fmla="*/ 7448 h 10000"/>
              <a:gd name="connsiteX103" fmla="*/ 9391 w 10000"/>
              <a:gd name="connsiteY103" fmla="*/ 7448 h 10000"/>
              <a:gd name="connsiteX104" fmla="*/ 9391 w 10000"/>
              <a:gd name="connsiteY104" fmla="*/ 7448 h 10000"/>
              <a:gd name="connsiteX105" fmla="*/ 9391 w 10000"/>
              <a:gd name="connsiteY105" fmla="*/ 7448 h 10000"/>
              <a:gd name="connsiteX106" fmla="*/ 9508 w 10000"/>
              <a:gd name="connsiteY106" fmla="*/ 7448 h 10000"/>
              <a:gd name="connsiteX107" fmla="*/ 9508 w 10000"/>
              <a:gd name="connsiteY107" fmla="*/ 7513 h 10000"/>
              <a:gd name="connsiteX108" fmla="*/ 9508 w 10000"/>
              <a:gd name="connsiteY108" fmla="*/ 7591 h 10000"/>
              <a:gd name="connsiteX109" fmla="*/ 9508 w 10000"/>
              <a:gd name="connsiteY109" fmla="*/ 7721 h 10000"/>
              <a:gd name="connsiteX110" fmla="*/ 9649 w 10000"/>
              <a:gd name="connsiteY110" fmla="*/ 7799 h 10000"/>
              <a:gd name="connsiteX111" fmla="*/ 9649 w 10000"/>
              <a:gd name="connsiteY111" fmla="*/ 7930 h 10000"/>
              <a:gd name="connsiteX112" fmla="*/ 9649 w 10000"/>
              <a:gd name="connsiteY112" fmla="*/ 8138 h 10000"/>
              <a:gd name="connsiteX113" fmla="*/ 9649 w 10000"/>
              <a:gd name="connsiteY113" fmla="*/ 8411 h 10000"/>
              <a:gd name="connsiteX114" fmla="*/ 9766 w 10000"/>
              <a:gd name="connsiteY114" fmla="*/ 8763 h 10000"/>
              <a:gd name="connsiteX115" fmla="*/ 9883 w 10000"/>
              <a:gd name="connsiteY115" fmla="*/ 9036 h 10000"/>
              <a:gd name="connsiteX116" fmla="*/ 10000 w 10000"/>
              <a:gd name="connsiteY116" fmla="*/ 9375 h 10000"/>
              <a:gd name="connsiteX117" fmla="*/ 10000 w 10000"/>
              <a:gd name="connsiteY117" fmla="*/ 9453 h 10000"/>
              <a:gd name="connsiteX118" fmla="*/ 10000 w 10000"/>
              <a:gd name="connsiteY118" fmla="*/ 9583 h 10000"/>
              <a:gd name="connsiteX119" fmla="*/ 10000 w 10000"/>
              <a:gd name="connsiteY119" fmla="*/ 9727 h 10000"/>
              <a:gd name="connsiteX120" fmla="*/ 10000 w 10000"/>
              <a:gd name="connsiteY120" fmla="*/ 9792 h 10000"/>
              <a:gd name="connsiteX121" fmla="*/ 10000 w 10000"/>
              <a:gd name="connsiteY121" fmla="*/ 9857 h 10000"/>
              <a:gd name="connsiteX122" fmla="*/ 10000 w 10000"/>
              <a:gd name="connsiteY122" fmla="*/ 9935 h 10000"/>
              <a:gd name="connsiteX123" fmla="*/ 10000 w 10000"/>
              <a:gd name="connsiteY123" fmla="*/ 9935 h 10000"/>
              <a:gd name="connsiteX124" fmla="*/ 10000 w 10000"/>
              <a:gd name="connsiteY124" fmla="*/ 10000 h 10000"/>
              <a:gd name="connsiteX125" fmla="*/ 9766 w 10000"/>
              <a:gd name="connsiteY125" fmla="*/ 9935 h 10000"/>
              <a:gd name="connsiteX126" fmla="*/ 9508 w 10000"/>
              <a:gd name="connsiteY126" fmla="*/ 9935 h 10000"/>
              <a:gd name="connsiteX127" fmla="*/ 9133 w 10000"/>
              <a:gd name="connsiteY127" fmla="*/ 9857 h 10000"/>
              <a:gd name="connsiteX128" fmla="*/ 8642 w 10000"/>
              <a:gd name="connsiteY128" fmla="*/ 9727 h 10000"/>
              <a:gd name="connsiteX129" fmla="*/ 8642 w 10000"/>
              <a:gd name="connsiteY129" fmla="*/ 9727 h 10000"/>
              <a:gd name="connsiteX0-1" fmla="*/ 8642 w 10000"/>
              <a:gd name="connsiteY0-2" fmla="*/ 9727 h 10000"/>
              <a:gd name="connsiteX1-3" fmla="*/ 8290 w 10000"/>
              <a:gd name="connsiteY1-4" fmla="*/ 9583 h 10000"/>
              <a:gd name="connsiteX2-5" fmla="*/ 7775 w 10000"/>
              <a:gd name="connsiteY2-6" fmla="*/ 9453 h 10000"/>
              <a:gd name="connsiteX3-7" fmla="*/ 7283 w 10000"/>
              <a:gd name="connsiteY3-8" fmla="*/ 9245 h 10000"/>
              <a:gd name="connsiteX4-9" fmla="*/ 6792 w 10000"/>
              <a:gd name="connsiteY4-10" fmla="*/ 9036 h 10000"/>
              <a:gd name="connsiteX5-11" fmla="*/ 6557 w 10000"/>
              <a:gd name="connsiteY5-12" fmla="*/ 8893 h 10000"/>
              <a:gd name="connsiteX6-13" fmla="*/ 6300 w 10000"/>
              <a:gd name="connsiteY6-14" fmla="*/ 8763 h 10000"/>
              <a:gd name="connsiteX7-15" fmla="*/ 6042 w 10000"/>
              <a:gd name="connsiteY7-16" fmla="*/ 8620 h 10000"/>
              <a:gd name="connsiteX8-17" fmla="*/ 5808 w 10000"/>
              <a:gd name="connsiteY8-18" fmla="*/ 8490 h 10000"/>
              <a:gd name="connsiteX9-19" fmla="*/ 5550 w 10000"/>
              <a:gd name="connsiteY9-20" fmla="*/ 8281 h 10000"/>
              <a:gd name="connsiteX10-21" fmla="*/ 5316 w 10000"/>
              <a:gd name="connsiteY10-22" fmla="*/ 8073 h 10000"/>
              <a:gd name="connsiteX11-23" fmla="*/ 5059 w 10000"/>
              <a:gd name="connsiteY11-24" fmla="*/ 7865 h 10000"/>
              <a:gd name="connsiteX12-25" fmla="*/ 4684 w 10000"/>
              <a:gd name="connsiteY12-26" fmla="*/ 7656 h 10000"/>
              <a:gd name="connsiteX13-27" fmla="*/ 4075 w 10000"/>
              <a:gd name="connsiteY13-28" fmla="*/ 7174 h 10000"/>
              <a:gd name="connsiteX14-29" fmla="*/ 3583 w 10000"/>
              <a:gd name="connsiteY14-30" fmla="*/ 6758 h 10000"/>
              <a:gd name="connsiteX15-31" fmla="*/ 3091 w 10000"/>
              <a:gd name="connsiteY15-32" fmla="*/ 6276 h 10000"/>
              <a:gd name="connsiteX16-33" fmla="*/ 2717 w 10000"/>
              <a:gd name="connsiteY16-34" fmla="*/ 5729 h 10000"/>
              <a:gd name="connsiteX17-35" fmla="*/ 2342 w 10000"/>
              <a:gd name="connsiteY17-36" fmla="*/ 5247 h 10000"/>
              <a:gd name="connsiteX18-37" fmla="*/ 1967 w 10000"/>
              <a:gd name="connsiteY18-38" fmla="*/ 4766 h 10000"/>
              <a:gd name="connsiteX19-39" fmla="*/ 1733 w 10000"/>
              <a:gd name="connsiteY19-40" fmla="*/ 4284 h 10000"/>
              <a:gd name="connsiteX20-41" fmla="*/ 1593 w 10000"/>
              <a:gd name="connsiteY20-42" fmla="*/ 3997 h 10000"/>
              <a:gd name="connsiteX21-43" fmla="*/ 1475 w 10000"/>
              <a:gd name="connsiteY21-44" fmla="*/ 3789 h 10000"/>
              <a:gd name="connsiteX22-45" fmla="*/ 1241 w 10000"/>
              <a:gd name="connsiteY22-46" fmla="*/ 3307 h 10000"/>
              <a:gd name="connsiteX23-47" fmla="*/ 1101 w 10000"/>
              <a:gd name="connsiteY23-48" fmla="*/ 2760 h 10000"/>
              <a:gd name="connsiteX24-49" fmla="*/ 867 w 10000"/>
              <a:gd name="connsiteY24-50" fmla="*/ 2214 h 10000"/>
              <a:gd name="connsiteX25-51" fmla="*/ 726 w 10000"/>
              <a:gd name="connsiteY25-52" fmla="*/ 1654 h 10000"/>
              <a:gd name="connsiteX26-53" fmla="*/ 726 w 10000"/>
              <a:gd name="connsiteY26-54" fmla="*/ 1380 h 10000"/>
              <a:gd name="connsiteX27-55" fmla="*/ 609 w 10000"/>
              <a:gd name="connsiteY27-56" fmla="*/ 1107 h 10000"/>
              <a:gd name="connsiteX28-57" fmla="*/ 492 w 10000"/>
              <a:gd name="connsiteY28-58" fmla="*/ 898 h 10000"/>
              <a:gd name="connsiteX29-59" fmla="*/ 492 w 10000"/>
              <a:gd name="connsiteY29-60" fmla="*/ 690 h 10000"/>
              <a:gd name="connsiteX30-61" fmla="*/ 375 w 10000"/>
              <a:gd name="connsiteY30-62" fmla="*/ 560 h 10000"/>
              <a:gd name="connsiteX31-63" fmla="*/ 375 w 10000"/>
              <a:gd name="connsiteY31-64" fmla="*/ 417 h 10000"/>
              <a:gd name="connsiteX32-65" fmla="*/ 234 w 10000"/>
              <a:gd name="connsiteY32-66" fmla="*/ 352 h 10000"/>
              <a:gd name="connsiteX33-67" fmla="*/ 234 w 10000"/>
              <a:gd name="connsiteY33-68" fmla="*/ 273 h 10000"/>
              <a:gd name="connsiteX34-69" fmla="*/ 117 w 10000"/>
              <a:gd name="connsiteY34-70" fmla="*/ 273 h 10000"/>
              <a:gd name="connsiteX35-71" fmla="*/ 0 w 10000"/>
              <a:gd name="connsiteY35-72" fmla="*/ 208 h 10000"/>
              <a:gd name="connsiteX36-73" fmla="*/ 0 w 10000"/>
              <a:gd name="connsiteY36-74" fmla="*/ 143 h 10000"/>
              <a:gd name="connsiteX37-75" fmla="*/ 117 w 10000"/>
              <a:gd name="connsiteY37-76" fmla="*/ 78 h 10000"/>
              <a:gd name="connsiteX38-77" fmla="*/ 117 w 10000"/>
              <a:gd name="connsiteY38-78" fmla="*/ 0 h 10000"/>
              <a:gd name="connsiteX39-79" fmla="*/ 117 w 10000"/>
              <a:gd name="connsiteY39-80" fmla="*/ 0 h 10000"/>
              <a:gd name="connsiteX40-81" fmla="*/ 234 w 10000"/>
              <a:gd name="connsiteY40-82" fmla="*/ 0 h 10000"/>
              <a:gd name="connsiteX41-83" fmla="*/ 234 w 10000"/>
              <a:gd name="connsiteY41-84" fmla="*/ 0 h 10000"/>
              <a:gd name="connsiteX42-85" fmla="*/ 375 w 10000"/>
              <a:gd name="connsiteY42-86" fmla="*/ 0 h 10000"/>
              <a:gd name="connsiteX43-87" fmla="*/ 609 w 10000"/>
              <a:gd name="connsiteY43-88" fmla="*/ 0 h 10000"/>
              <a:gd name="connsiteX44-89" fmla="*/ 726 w 10000"/>
              <a:gd name="connsiteY44-90" fmla="*/ 78 h 10000"/>
              <a:gd name="connsiteX45-91" fmla="*/ 984 w 10000"/>
              <a:gd name="connsiteY45-92" fmla="*/ 78 h 10000"/>
              <a:gd name="connsiteX46-93" fmla="*/ 1358 w 10000"/>
              <a:gd name="connsiteY46-94" fmla="*/ 208 h 10000"/>
              <a:gd name="connsiteX47-95" fmla="*/ 1593 w 10000"/>
              <a:gd name="connsiteY47-96" fmla="*/ 273 h 10000"/>
              <a:gd name="connsiteX48-97" fmla="*/ 1850 w 10000"/>
              <a:gd name="connsiteY48-98" fmla="*/ 273 h 10000"/>
              <a:gd name="connsiteX49-99" fmla="*/ 1967 w 10000"/>
              <a:gd name="connsiteY49-100" fmla="*/ 352 h 10000"/>
              <a:gd name="connsiteX50-101" fmla="*/ 1967 w 10000"/>
              <a:gd name="connsiteY50-102" fmla="*/ 417 h 10000"/>
              <a:gd name="connsiteX51-103" fmla="*/ 1967 w 10000"/>
              <a:gd name="connsiteY51-104" fmla="*/ 417 h 10000"/>
              <a:gd name="connsiteX52-105" fmla="*/ 1850 w 10000"/>
              <a:gd name="connsiteY52-106" fmla="*/ 482 h 10000"/>
              <a:gd name="connsiteX53-107" fmla="*/ 1850 w 10000"/>
              <a:gd name="connsiteY53-108" fmla="*/ 560 h 10000"/>
              <a:gd name="connsiteX54-109" fmla="*/ 1850 w 10000"/>
              <a:gd name="connsiteY54-110" fmla="*/ 690 h 10000"/>
              <a:gd name="connsiteX55-111" fmla="*/ 1733 w 10000"/>
              <a:gd name="connsiteY55-112" fmla="*/ 833 h 10000"/>
              <a:gd name="connsiteX56-113" fmla="*/ 1733 w 10000"/>
              <a:gd name="connsiteY56-114" fmla="*/ 898 h 10000"/>
              <a:gd name="connsiteX57-115" fmla="*/ 1733 w 10000"/>
              <a:gd name="connsiteY57-116" fmla="*/ 1042 h 10000"/>
              <a:gd name="connsiteX58-117" fmla="*/ 1733 w 10000"/>
              <a:gd name="connsiteY58-118" fmla="*/ 1107 h 10000"/>
              <a:gd name="connsiteX59-119" fmla="*/ 1733 w 10000"/>
              <a:gd name="connsiteY59-120" fmla="*/ 1250 h 10000"/>
              <a:gd name="connsiteX60-121" fmla="*/ 1733 w 10000"/>
              <a:gd name="connsiteY60-122" fmla="*/ 1523 h 10000"/>
              <a:gd name="connsiteX61-123" fmla="*/ 1850 w 10000"/>
              <a:gd name="connsiteY61-124" fmla="*/ 1862 h 10000"/>
              <a:gd name="connsiteX62-125" fmla="*/ 1850 w 10000"/>
              <a:gd name="connsiteY62-126" fmla="*/ 2214 h 10000"/>
              <a:gd name="connsiteX63-127" fmla="*/ 1967 w 10000"/>
              <a:gd name="connsiteY63-128" fmla="*/ 2552 h 10000"/>
              <a:gd name="connsiteX64-129" fmla="*/ 2084 w 10000"/>
              <a:gd name="connsiteY64-130" fmla="*/ 2969 h 10000"/>
              <a:gd name="connsiteX65-131" fmla="*/ 2342 w 10000"/>
              <a:gd name="connsiteY65-132" fmla="*/ 3385 h 10000"/>
              <a:gd name="connsiteX66-133" fmla="*/ 2600 w 10000"/>
              <a:gd name="connsiteY66-134" fmla="*/ 3867 h 10000"/>
              <a:gd name="connsiteX67-135" fmla="*/ 2834 w 10000"/>
              <a:gd name="connsiteY67-136" fmla="*/ 4349 h 10000"/>
              <a:gd name="connsiteX68-137" fmla="*/ 3208 w 10000"/>
              <a:gd name="connsiteY68-138" fmla="*/ 4896 h 10000"/>
              <a:gd name="connsiteX69-139" fmla="*/ 3583 w 10000"/>
              <a:gd name="connsiteY69-140" fmla="*/ 5521 h 10000"/>
              <a:gd name="connsiteX70-141" fmla="*/ 3817 w 10000"/>
              <a:gd name="connsiteY70-142" fmla="*/ 5794 h 10000"/>
              <a:gd name="connsiteX71-143" fmla="*/ 4075 w 10000"/>
              <a:gd name="connsiteY71-144" fmla="*/ 6003 h 10000"/>
              <a:gd name="connsiteX72-145" fmla="*/ 4333 w 10000"/>
              <a:gd name="connsiteY72-146" fmla="*/ 6276 h 10000"/>
              <a:gd name="connsiteX73-147" fmla="*/ 4684 w 10000"/>
              <a:gd name="connsiteY73-148" fmla="*/ 6549 h 10000"/>
              <a:gd name="connsiteX74-149" fmla="*/ 4941 w 10000"/>
              <a:gd name="connsiteY74-150" fmla="*/ 6823 h 10000"/>
              <a:gd name="connsiteX75-151" fmla="*/ 5176 w 10000"/>
              <a:gd name="connsiteY75-152" fmla="*/ 7109 h 10000"/>
              <a:gd name="connsiteX76-153" fmla="*/ 5550 w 10000"/>
              <a:gd name="connsiteY76-154" fmla="*/ 7318 h 10000"/>
              <a:gd name="connsiteX77-155" fmla="*/ 5808 w 10000"/>
              <a:gd name="connsiteY77-156" fmla="*/ 7513 h 10000"/>
              <a:gd name="connsiteX78-157" fmla="*/ 6183 w 10000"/>
              <a:gd name="connsiteY78-158" fmla="*/ 7721 h 10000"/>
              <a:gd name="connsiteX79-159" fmla="*/ 6417 w 10000"/>
              <a:gd name="connsiteY79-160" fmla="*/ 7930 h 10000"/>
              <a:gd name="connsiteX80-161" fmla="*/ 6792 w 10000"/>
              <a:gd name="connsiteY80-162" fmla="*/ 8073 h 10000"/>
              <a:gd name="connsiteX81-163" fmla="*/ 7049 w 10000"/>
              <a:gd name="connsiteY81-164" fmla="*/ 8203 h 10000"/>
              <a:gd name="connsiteX82-165" fmla="*/ 7283 w 10000"/>
              <a:gd name="connsiteY82-166" fmla="*/ 8346 h 10000"/>
              <a:gd name="connsiteX83-167" fmla="*/ 7541 w 10000"/>
              <a:gd name="connsiteY83-168" fmla="*/ 8490 h 10000"/>
              <a:gd name="connsiteX84-169" fmla="*/ 7775 w 10000"/>
              <a:gd name="connsiteY84-170" fmla="*/ 8555 h 10000"/>
              <a:gd name="connsiteX85-171" fmla="*/ 8033 w 10000"/>
              <a:gd name="connsiteY85-172" fmla="*/ 8685 h 10000"/>
              <a:gd name="connsiteX86-173" fmla="*/ 8150 w 10000"/>
              <a:gd name="connsiteY86-174" fmla="*/ 8763 h 10000"/>
              <a:gd name="connsiteX87-175" fmla="*/ 8290 w 10000"/>
              <a:gd name="connsiteY87-176" fmla="*/ 8763 h 10000"/>
              <a:gd name="connsiteX88-177" fmla="*/ 8407 w 10000"/>
              <a:gd name="connsiteY88-178" fmla="*/ 8828 h 10000"/>
              <a:gd name="connsiteX89-179" fmla="*/ 8525 w 10000"/>
              <a:gd name="connsiteY89-180" fmla="*/ 8828 h 10000"/>
              <a:gd name="connsiteX90-181" fmla="*/ 8525 w 10000"/>
              <a:gd name="connsiteY90-182" fmla="*/ 8828 h 10000"/>
              <a:gd name="connsiteX91-183" fmla="*/ 8642 w 10000"/>
              <a:gd name="connsiteY91-184" fmla="*/ 8763 h 10000"/>
              <a:gd name="connsiteX92-185" fmla="*/ 8642 w 10000"/>
              <a:gd name="connsiteY92-186" fmla="*/ 8685 h 10000"/>
              <a:gd name="connsiteX93-187" fmla="*/ 8782 w 10000"/>
              <a:gd name="connsiteY93-188" fmla="*/ 8620 h 10000"/>
              <a:gd name="connsiteX94-189" fmla="*/ 8782 w 10000"/>
              <a:gd name="connsiteY94-190" fmla="*/ 8555 h 10000"/>
              <a:gd name="connsiteX95-191" fmla="*/ 8899 w 10000"/>
              <a:gd name="connsiteY95-192" fmla="*/ 8411 h 10000"/>
              <a:gd name="connsiteX96-193" fmla="*/ 9016 w 10000"/>
              <a:gd name="connsiteY96-194" fmla="*/ 7930 h 10000"/>
              <a:gd name="connsiteX97-195" fmla="*/ 9133 w 10000"/>
              <a:gd name="connsiteY97-196" fmla="*/ 7799 h 10000"/>
              <a:gd name="connsiteX98-197" fmla="*/ 9133 w 10000"/>
              <a:gd name="connsiteY98-198" fmla="*/ 7721 h 10000"/>
              <a:gd name="connsiteX99-199" fmla="*/ 9274 w 10000"/>
              <a:gd name="connsiteY99-200" fmla="*/ 7591 h 10000"/>
              <a:gd name="connsiteX100-201" fmla="*/ 9274 w 10000"/>
              <a:gd name="connsiteY100-202" fmla="*/ 7513 h 10000"/>
              <a:gd name="connsiteX101-203" fmla="*/ 9391 w 10000"/>
              <a:gd name="connsiteY101-204" fmla="*/ 7448 h 10000"/>
              <a:gd name="connsiteX102-205" fmla="*/ 9391 w 10000"/>
              <a:gd name="connsiteY102-206" fmla="*/ 7448 h 10000"/>
              <a:gd name="connsiteX103-207" fmla="*/ 9391 w 10000"/>
              <a:gd name="connsiteY103-208" fmla="*/ 7448 h 10000"/>
              <a:gd name="connsiteX104-209" fmla="*/ 9391 w 10000"/>
              <a:gd name="connsiteY104-210" fmla="*/ 7448 h 10000"/>
              <a:gd name="connsiteX105-211" fmla="*/ 9508 w 10000"/>
              <a:gd name="connsiteY105-212" fmla="*/ 7448 h 10000"/>
              <a:gd name="connsiteX106-213" fmla="*/ 9508 w 10000"/>
              <a:gd name="connsiteY106-214" fmla="*/ 7513 h 10000"/>
              <a:gd name="connsiteX107-215" fmla="*/ 9508 w 10000"/>
              <a:gd name="connsiteY107-216" fmla="*/ 7591 h 10000"/>
              <a:gd name="connsiteX108-217" fmla="*/ 9508 w 10000"/>
              <a:gd name="connsiteY108-218" fmla="*/ 7721 h 10000"/>
              <a:gd name="connsiteX109-219" fmla="*/ 9649 w 10000"/>
              <a:gd name="connsiteY109-220" fmla="*/ 7799 h 10000"/>
              <a:gd name="connsiteX110-221" fmla="*/ 9649 w 10000"/>
              <a:gd name="connsiteY110-222" fmla="*/ 7930 h 10000"/>
              <a:gd name="connsiteX111-223" fmla="*/ 9649 w 10000"/>
              <a:gd name="connsiteY111-224" fmla="*/ 8138 h 10000"/>
              <a:gd name="connsiteX112-225" fmla="*/ 9649 w 10000"/>
              <a:gd name="connsiteY112-226" fmla="*/ 8411 h 10000"/>
              <a:gd name="connsiteX113-227" fmla="*/ 9766 w 10000"/>
              <a:gd name="connsiteY113-228" fmla="*/ 8763 h 10000"/>
              <a:gd name="connsiteX114-229" fmla="*/ 9883 w 10000"/>
              <a:gd name="connsiteY114-230" fmla="*/ 9036 h 10000"/>
              <a:gd name="connsiteX115-231" fmla="*/ 10000 w 10000"/>
              <a:gd name="connsiteY115-232" fmla="*/ 9375 h 10000"/>
              <a:gd name="connsiteX116-233" fmla="*/ 10000 w 10000"/>
              <a:gd name="connsiteY116-234" fmla="*/ 9453 h 10000"/>
              <a:gd name="connsiteX117-235" fmla="*/ 10000 w 10000"/>
              <a:gd name="connsiteY117-236" fmla="*/ 9583 h 10000"/>
              <a:gd name="connsiteX118-237" fmla="*/ 10000 w 10000"/>
              <a:gd name="connsiteY118-238" fmla="*/ 9727 h 10000"/>
              <a:gd name="connsiteX119-239" fmla="*/ 10000 w 10000"/>
              <a:gd name="connsiteY119-240" fmla="*/ 9792 h 10000"/>
              <a:gd name="connsiteX120-241" fmla="*/ 10000 w 10000"/>
              <a:gd name="connsiteY120-242" fmla="*/ 9857 h 10000"/>
              <a:gd name="connsiteX121-243" fmla="*/ 10000 w 10000"/>
              <a:gd name="connsiteY121-244" fmla="*/ 9935 h 10000"/>
              <a:gd name="connsiteX122-245" fmla="*/ 10000 w 10000"/>
              <a:gd name="connsiteY122-246" fmla="*/ 9935 h 10000"/>
              <a:gd name="connsiteX123-247" fmla="*/ 10000 w 10000"/>
              <a:gd name="connsiteY123-248" fmla="*/ 10000 h 10000"/>
              <a:gd name="connsiteX124-249" fmla="*/ 9766 w 10000"/>
              <a:gd name="connsiteY124-250" fmla="*/ 9935 h 10000"/>
              <a:gd name="connsiteX125-251" fmla="*/ 9508 w 10000"/>
              <a:gd name="connsiteY125-252" fmla="*/ 9935 h 10000"/>
              <a:gd name="connsiteX126-253" fmla="*/ 9133 w 10000"/>
              <a:gd name="connsiteY126-254" fmla="*/ 9857 h 10000"/>
              <a:gd name="connsiteX127-255" fmla="*/ 8642 w 10000"/>
              <a:gd name="connsiteY127-256" fmla="*/ 9727 h 10000"/>
              <a:gd name="connsiteX128-257" fmla="*/ 8642 w 10000"/>
              <a:gd name="connsiteY128-258" fmla="*/ 9727 h 10000"/>
              <a:gd name="connsiteX0-259" fmla="*/ 8642 w 10000"/>
              <a:gd name="connsiteY0-260" fmla="*/ 9727 h 10000"/>
              <a:gd name="connsiteX1-261" fmla="*/ 8290 w 10000"/>
              <a:gd name="connsiteY1-262" fmla="*/ 9583 h 10000"/>
              <a:gd name="connsiteX2-263" fmla="*/ 7775 w 10000"/>
              <a:gd name="connsiteY2-264" fmla="*/ 9453 h 10000"/>
              <a:gd name="connsiteX3-265" fmla="*/ 7283 w 10000"/>
              <a:gd name="connsiteY3-266" fmla="*/ 9245 h 10000"/>
              <a:gd name="connsiteX4-267" fmla="*/ 6792 w 10000"/>
              <a:gd name="connsiteY4-268" fmla="*/ 9036 h 10000"/>
              <a:gd name="connsiteX5-269" fmla="*/ 6557 w 10000"/>
              <a:gd name="connsiteY5-270" fmla="*/ 8893 h 10000"/>
              <a:gd name="connsiteX6-271" fmla="*/ 6300 w 10000"/>
              <a:gd name="connsiteY6-272" fmla="*/ 8763 h 10000"/>
              <a:gd name="connsiteX7-273" fmla="*/ 6042 w 10000"/>
              <a:gd name="connsiteY7-274" fmla="*/ 8620 h 10000"/>
              <a:gd name="connsiteX8-275" fmla="*/ 5808 w 10000"/>
              <a:gd name="connsiteY8-276" fmla="*/ 8490 h 10000"/>
              <a:gd name="connsiteX9-277" fmla="*/ 5550 w 10000"/>
              <a:gd name="connsiteY9-278" fmla="*/ 8281 h 10000"/>
              <a:gd name="connsiteX10-279" fmla="*/ 5316 w 10000"/>
              <a:gd name="connsiteY10-280" fmla="*/ 8073 h 10000"/>
              <a:gd name="connsiteX11-281" fmla="*/ 5059 w 10000"/>
              <a:gd name="connsiteY11-282" fmla="*/ 7865 h 10000"/>
              <a:gd name="connsiteX12-283" fmla="*/ 4684 w 10000"/>
              <a:gd name="connsiteY12-284" fmla="*/ 7656 h 10000"/>
              <a:gd name="connsiteX13-285" fmla="*/ 4075 w 10000"/>
              <a:gd name="connsiteY13-286" fmla="*/ 7174 h 10000"/>
              <a:gd name="connsiteX14-287" fmla="*/ 3583 w 10000"/>
              <a:gd name="connsiteY14-288" fmla="*/ 6758 h 10000"/>
              <a:gd name="connsiteX15-289" fmla="*/ 3091 w 10000"/>
              <a:gd name="connsiteY15-290" fmla="*/ 6276 h 10000"/>
              <a:gd name="connsiteX16-291" fmla="*/ 2717 w 10000"/>
              <a:gd name="connsiteY16-292" fmla="*/ 5729 h 10000"/>
              <a:gd name="connsiteX17-293" fmla="*/ 2342 w 10000"/>
              <a:gd name="connsiteY17-294" fmla="*/ 5247 h 10000"/>
              <a:gd name="connsiteX18-295" fmla="*/ 1967 w 10000"/>
              <a:gd name="connsiteY18-296" fmla="*/ 4766 h 10000"/>
              <a:gd name="connsiteX19-297" fmla="*/ 1733 w 10000"/>
              <a:gd name="connsiteY19-298" fmla="*/ 4284 h 10000"/>
              <a:gd name="connsiteX20-299" fmla="*/ 1593 w 10000"/>
              <a:gd name="connsiteY20-300" fmla="*/ 3997 h 10000"/>
              <a:gd name="connsiteX21-301" fmla="*/ 1475 w 10000"/>
              <a:gd name="connsiteY21-302" fmla="*/ 3789 h 10000"/>
              <a:gd name="connsiteX22-303" fmla="*/ 1241 w 10000"/>
              <a:gd name="connsiteY22-304" fmla="*/ 3307 h 10000"/>
              <a:gd name="connsiteX23-305" fmla="*/ 1101 w 10000"/>
              <a:gd name="connsiteY23-306" fmla="*/ 2760 h 10000"/>
              <a:gd name="connsiteX24-307" fmla="*/ 867 w 10000"/>
              <a:gd name="connsiteY24-308" fmla="*/ 2214 h 10000"/>
              <a:gd name="connsiteX25-309" fmla="*/ 726 w 10000"/>
              <a:gd name="connsiteY25-310" fmla="*/ 1654 h 10000"/>
              <a:gd name="connsiteX26-311" fmla="*/ 726 w 10000"/>
              <a:gd name="connsiteY26-312" fmla="*/ 1380 h 10000"/>
              <a:gd name="connsiteX27-313" fmla="*/ 609 w 10000"/>
              <a:gd name="connsiteY27-314" fmla="*/ 1107 h 10000"/>
              <a:gd name="connsiteX28-315" fmla="*/ 492 w 10000"/>
              <a:gd name="connsiteY28-316" fmla="*/ 898 h 10000"/>
              <a:gd name="connsiteX29-317" fmla="*/ 492 w 10000"/>
              <a:gd name="connsiteY29-318" fmla="*/ 690 h 10000"/>
              <a:gd name="connsiteX30-319" fmla="*/ 375 w 10000"/>
              <a:gd name="connsiteY30-320" fmla="*/ 560 h 10000"/>
              <a:gd name="connsiteX31-321" fmla="*/ 375 w 10000"/>
              <a:gd name="connsiteY31-322" fmla="*/ 417 h 10000"/>
              <a:gd name="connsiteX32-323" fmla="*/ 234 w 10000"/>
              <a:gd name="connsiteY32-324" fmla="*/ 352 h 10000"/>
              <a:gd name="connsiteX33-325" fmla="*/ 234 w 10000"/>
              <a:gd name="connsiteY33-326" fmla="*/ 273 h 10000"/>
              <a:gd name="connsiteX34-327" fmla="*/ 117 w 10000"/>
              <a:gd name="connsiteY34-328" fmla="*/ 273 h 10000"/>
              <a:gd name="connsiteX35-329" fmla="*/ 0 w 10000"/>
              <a:gd name="connsiteY35-330" fmla="*/ 208 h 10000"/>
              <a:gd name="connsiteX36-331" fmla="*/ 0 w 10000"/>
              <a:gd name="connsiteY36-332" fmla="*/ 143 h 10000"/>
              <a:gd name="connsiteX37-333" fmla="*/ 117 w 10000"/>
              <a:gd name="connsiteY37-334" fmla="*/ 78 h 10000"/>
              <a:gd name="connsiteX38-335" fmla="*/ 117 w 10000"/>
              <a:gd name="connsiteY38-336" fmla="*/ 0 h 10000"/>
              <a:gd name="connsiteX39-337" fmla="*/ 117 w 10000"/>
              <a:gd name="connsiteY39-338" fmla="*/ 0 h 10000"/>
              <a:gd name="connsiteX40-339" fmla="*/ 234 w 10000"/>
              <a:gd name="connsiteY40-340" fmla="*/ 0 h 10000"/>
              <a:gd name="connsiteX41-341" fmla="*/ 234 w 10000"/>
              <a:gd name="connsiteY41-342" fmla="*/ 0 h 10000"/>
              <a:gd name="connsiteX42-343" fmla="*/ 375 w 10000"/>
              <a:gd name="connsiteY42-344" fmla="*/ 0 h 10000"/>
              <a:gd name="connsiteX43-345" fmla="*/ 609 w 10000"/>
              <a:gd name="connsiteY43-346" fmla="*/ 0 h 10000"/>
              <a:gd name="connsiteX44-347" fmla="*/ 726 w 10000"/>
              <a:gd name="connsiteY44-348" fmla="*/ 78 h 10000"/>
              <a:gd name="connsiteX45-349" fmla="*/ 984 w 10000"/>
              <a:gd name="connsiteY45-350" fmla="*/ 78 h 10000"/>
              <a:gd name="connsiteX46-351" fmla="*/ 1358 w 10000"/>
              <a:gd name="connsiteY46-352" fmla="*/ 208 h 10000"/>
              <a:gd name="connsiteX47-353" fmla="*/ 1593 w 10000"/>
              <a:gd name="connsiteY47-354" fmla="*/ 273 h 10000"/>
              <a:gd name="connsiteX48-355" fmla="*/ 1850 w 10000"/>
              <a:gd name="connsiteY48-356" fmla="*/ 273 h 10000"/>
              <a:gd name="connsiteX49-357" fmla="*/ 1967 w 10000"/>
              <a:gd name="connsiteY49-358" fmla="*/ 352 h 10000"/>
              <a:gd name="connsiteX50-359" fmla="*/ 1967 w 10000"/>
              <a:gd name="connsiteY50-360" fmla="*/ 417 h 10000"/>
              <a:gd name="connsiteX51-361" fmla="*/ 1967 w 10000"/>
              <a:gd name="connsiteY51-362" fmla="*/ 417 h 10000"/>
              <a:gd name="connsiteX52-363" fmla="*/ 1850 w 10000"/>
              <a:gd name="connsiteY52-364" fmla="*/ 482 h 10000"/>
              <a:gd name="connsiteX53-365" fmla="*/ 1850 w 10000"/>
              <a:gd name="connsiteY53-366" fmla="*/ 560 h 10000"/>
              <a:gd name="connsiteX54-367" fmla="*/ 1850 w 10000"/>
              <a:gd name="connsiteY54-368" fmla="*/ 690 h 10000"/>
              <a:gd name="connsiteX55-369" fmla="*/ 1733 w 10000"/>
              <a:gd name="connsiteY55-370" fmla="*/ 833 h 10000"/>
              <a:gd name="connsiteX56-371" fmla="*/ 1733 w 10000"/>
              <a:gd name="connsiteY56-372" fmla="*/ 898 h 10000"/>
              <a:gd name="connsiteX57-373" fmla="*/ 1733 w 10000"/>
              <a:gd name="connsiteY57-374" fmla="*/ 1042 h 10000"/>
              <a:gd name="connsiteX58-375" fmla="*/ 1733 w 10000"/>
              <a:gd name="connsiteY58-376" fmla="*/ 1107 h 10000"/>
              <a:gd name="connsiteX59-377" fmla="*/ 1733 w 10000"/>
              <a:gd name="connsiteY59-378" fmla="*/ 1250 h 10000"/>
              <a:gd name="connsiteX60-379" fmla="*/ 1733 w 10000"/>
              <a:gd name="connsiteY60-380" fmla="*/ 1523 h 10000"/>
              <a:gd name="connsiteX61-381" fmla="*/ 1850 w 10000"/>
              <a:gd name="connsiteY61-382" fmla="*/ 1862 h 10000"/>
              <a:gd name="connsiteX62-383" fmla="*/ 1850 w 10000"/>
              <a:gd name="connsiteY62-384" fmla="*/ 2214 h 10000"/>
              <a:gd name="connsiteX63-385" fmla="*/ 1967 w 10000"/>
              <a:gd name="connsiteY63-386" fmla="*/ 2552 h 10000"/>
              <a:gd name="connsiteX64-387" fmla="*/ 2084 w 10000"/>
              <a:gd name="connsiteY64-388" fmla="*/ 2969 h 10000"/>
              <a:gd name="connsiteX65-389" fmla="*/ 2342 w 10000"/>
              <a:gd name="connsiteY65-390" fmla="*/ 3385 h 10000"/>
              <a:gd name="connsiteX66-391" fmla="*/ 2600 w 10000"/>
              <a:gd name="connsiteY66-392" fmla="*/ 3867 h 10000"/>
              <a:gd name="connsiteX67-393" fmla="*/ 2834 w 10000"/>
              <a:gd name="connsiteY67-394" fmla="*/ 4349 h 10000"/>
              <a:gd name="connsiteX68-395" fmla="*/ 3208 w 10000"/>
              <a:gd name="connsiteY68-396" fmla="*/ 4896 h 10000"/>
              <a:gd name="connsiteX69-397" fmla="*/ 3583 w 10000"/>
              <a:gd name="connsiteY69-398" fmla="*/ 5521 h 10000"/>
              <a:gd name="connsiteX70-399" fmla="*/ 3817 w 10000"/>
              <a:gd name="connsiteY70-400" fmla="*/ 5794 h 10000"/>
              <a:gd name="connsiteX71-401" fmla="*/ 4075 w 10000"/>
              <a:gd name="connsiteY71-402" fmla="*/ 6003 h 10000"/>
              <a:gd name="connsiteX72-403" fmla="*/ 4333 w 10000"/>
              <a:gd name="connsiteY72-404" fmla="*/ 6276 h 10000"/>
              <a:gd name="connsiteX73-405" fmla="*/ 4684 w 10000"/>
              <a:gd name="connsiteY73-406" fmla="*/ 6549 h 10000"/>
              <a:gd name="connsiteX74-407" fmla="*/ 4941 w 10000"/>
              <a:gd name="connsiteY74-408" fmla="*/ 6823 h 10000"/>
              <a:gd name="connsiteX75-409" fmla="*/ 5176 w 10000"/>
              <a:gd name="connsiteY75-410" fmla="*/ 7109 h 10000"/>
              <a:gd name="connsiteX76-411" fmla="*/ 5550 w 10000"/>
              <a:gd name="connsiteY76-412" fmla="*/ 7318 h 10000"/>
              <a:gd name="connsiteX77-413" fmla="*/ 5808 w 10000"/>
              <a:gd name="connsiteY77-414" fmla="*/ 7513 h 10000"/>
              <a:gd name="connsiteX78-415" fmla="*/ 6183 w 10000"/>
              <a:gd name="connsiteY78-416" fmla="*/ 7721 h 10000"/>
              <a:gd name="connsiteX79-417" fmla="*/ 6417 w 10000"/>
              <a:gd name="connsiteY79-418" fmla="*/ 7930 h 10000"/>
              <a:gd name="connsiteX80-419" fmla="*/ 6792 w 10000"/>
              <a:gd name="connsiteY80-420" fmla="*/ 8073 h 10000"/>
              <a:gd name="connsiteX81-421" fmla="*/ 7049 w 10000"/>
              <a:gd name="connsiteY81-422" fmla="*/ 8203 h 10000"/>
              <a:gd name="connsiteX82-423" fmla="*/ 7283 w 10000"/>
              <a:gd name="connsiteY82-424" fmla="*/ 8346 h 10000"/>
              <a:gd name="connsiteX83-425" fmla="*/ 7541 w 10000"/>
              <a:gd name="connsiteY83-426" fmla="*/ 8490 h 10000"/>
              <a:gd name="connsiteX84-427" fmla="*/ 7775 w 10000"/>
              <a:gd name="connsiteY84-428" fmla="*/ 8555 h 10000"/>
              <a:gd name="connsiteX85-429" fmla="*/ 8033 w 10000"/>
              <a:gd name="connsiteY85-430" fmla="*/ 8685 h 10000"/>
              <a:gd name="connsiteX86-431" fmla="*/ 8150 w 10000"/>
              <a:gd name="connsiteY86-432" fmla="*/ 8763 h 10000"/>
              <a:gd name="connsiteX87-433" fmla="*/ 8290 w 10000"/>
              <a:gd name="connsiteY87-434" fmla="*/ 8763 h 10000"/>
              <a:gd name="connsiteX88-435" fmla="*/ 8407 w 10000"/>
              <a:gd name="connsiteY88-436" fmla="*/ 8828 h 10000"/>
              <a:gd name="connsiteX89-437" fmla="*/ 8525 w 10000"/>
              <a:gd name="connsiteY89-438" fmla="*/ 8828 h 10000"/>
              <a:gd name="connsiteX90-439" fmla="*/ 8525 w 10000"/>
              <a:gd name="connsiteY90-440" fmla="*/ 8828 h 10000"/>
              <a:gd name="connsiteX91-441" fmla="*/ 8642 w 10000"/>
              <a:gd name="connsiteY91-442" fmla="*/ 8763 h 10000"/>
              <a:gd name="connsiteX92-443" fmla="*/ 8642 w 10000"/>
              <a:gd name="connsiteY92-444" fmla="*/ 8685 h 10000"/>
              <a:gd name="connsiteX93-445" fmla="*/ 8782 w 10000"/>
              <a:gd name="connsiteY93-446" fmla="*/ 8620 h 10000"/>
              <a:gd name="connsiteX94-447" fmla="*/ 8782 w 10000"/>
              <a:gd name="connsiteY94-448" fmla="*/ 8555 h 10000"/>
              <a:gd name="connsiteX95-449" fmla="*/ 8899 w 10000"/>
              <a:gd name="connsiteY95-450" fmla="*/ 8411 h 10000"/>
              <a:gd name="connsiteX96-451" fmla="*/ 9133 w 10000"/>
              <a:gd name="connsiteY96-452" fmla="*/ 7799 h 10000"/>
              <a:gd name="connsiteX97-453" fmla="*/ 9133 w 10000"/>
              <a:gd name="connsiteY97-454" fmla="*/ 7721 h 10000"/>
              <a:gd name="connsiteX98-455" fmla="*/ 9274 w 10000"/>
              <a:gd name="connsiteY98-456" fmla="*/ 7591 h 10000"/>
              <a:gd name="connsiteX99-457" fmla="*/ 9274 w 10000"/>
              <a:gd name="connsiteY99-458" fmla="*/ 7513 h 10000"/>
              <a:gd name="connsiteX100-459" fmla="*/ 9391 w 10000"/>
              <a:gd name="connsiteY100-460" fmla="*/ 7448 h 10000"/>
              <a:gd name="connsiteX101-461" fmla="*/ 9391 w 10000"/>
              <a:gd name="connsiteY101-462" fmla="*/ 7448 h 10000"/>
              <a:gd name="connsiteX102-463" fmla="*/ 9391 w 10000"/>
              <a:gd name="connsiteY102-464" fmla="*/ 7448 h 10000"/>
              <a:gd name="connsiteX103-465" fmla="*/ 9391 w 10000"/>
              <a:gd name="connsiteY103-466" fmla="*/ 7448 h 10000"/>
              <a:gd name="connsiteX104-467" fmla="*/ 9508 w 10000"/>
              <a:gd name="connsiteY104-468" fmla="*/ 7448 h 10000"/>
              <a:gd name="connsiteX105-469" fmla="*/ 9508 w 10000"/>
              <a:gd name="connsiteY105-470" fmla="*/ 7513 h 10000"/>
              <a:gd name="connsiteX106-471" fmla="*/ 9508 w 10000"/>
              <a:gd name="connsiteY106-472" fmla="*/ 7591 h 10000"/>
              <a:gd name="connsiteX107-473" fmla="*/ 9508 w 10000"/>
              <a:gd name="connsiteY107-474" fmla="*/ 7721 h 10000"/>
              <a:gd name="connsiteX108-475" fmla="*/ 9649 w 10000"/>
              <a:gd name="connsiteY108-476" fmla="*/ 7799 h 10000"/>
              <a:gd name="connsiteX109-477" fmla="*/ 9649 w 10000"/>
              <a:gd name="connsiteY109-478" fmla="*/ 7930 h 10000"/>
              <a:gd name="connsiteX110-479" fmla="*/ 9649 w 10000"/>
              <a:gd name="connsiteY110-480" fmla="*/ 8138 h 10000"/>
              <a:gd name="connsiteX111-481" fmla="*/ 9649 w 10000"/>
              <a:gd name="connsiteY111-482" fmla="*/ 8411 h 10000"/>
              <a:gd name="connsiteX112-483" fmla="*/ 9766 w 10000"/>
              <a:gd name="connsiteY112-484" fmla="*/ 8763 h 10000"/>
              <a:gd name="connsiteX113-485" fmla="*/ 9883 w 10000"/>
              <a:gd name="connsiteY113-486" fmla="*/ 9036 h 10000"/>
              <a:gd name="connsiteX114-487" fmla="*/ 10000 w 10000"/>
              <a:gd name="connsiteY114-488" fmla="*/ 9375 h 10000"/>
              <a:gd name="connsiteX115-489" fmla="*/ 10000 w 10000"/>
              <a:gd name="connsiteY115-490" fmla="*/ 9453 h 10000"/>
              <a:gd name="connsiteX116-491" fmla="*/ 10000 w 10000"/>
              <a:gd name="connsiteY116-492" fmla="*/ 9583 h 10000"/>
              <a:gd name="connsiteX117-493" fmla="*/ 10000 w 10000"/>
              <a:gd name="connsiteY117-494" fmla="*/ 9727 h 10000"/>
              <a:gd name="connsiteX118-495" fmla="*/ 10000 w 10000"/>
              <a:gd name="connsiteY118-496" fmla="*/ 9792 h 10000"/>
              <a:gd name="connsiteX119-497" fmla="*/ 10000 w 10000"/>
              <a:gd name="connsiteY119-498" fmla="*/ 9857 h 10000"/>
              <a:gd name="connsiteX120-499" fmla="*/ 10000 w 10000"/>
              <a:gd name="connsiteY120-500" fmla="*/ 9935 h 10000"/>
              <a:gd name="connsiteX121-501" fmla="*/ 10000 w 10000"/>
              <a:gd name="connsiteY121-502" fmla="*/ 9935 h 10000"/>
              <a:gd name="connsiteX122-503" fmla="*/ 10000 w 10000"/>
              <a:gd name="connsiteY122-504" fmla="*/ 10000 h 10000"/>
              <a:gd name="connsiteX123-505" fmla="*/ 9766 w 10000"/>
              <a:gd name="connsiteY123-506" fmla="*/ 9935 h 10000"/>
              <a:gd name="connsiteX124-507" fmla="*/ 9508 w 10000"/>
              <a:gd name="connsiteY124-508" fmla="*/ 9935 h 10000"/>
              <a:gd name="connsiteX125-509" fmla="*/ 9133 w 10000"/>
              <a:gd name="connsiteY125-510" fmla="*/ 9857 h 10000"/>
              <a:gd name="connsiteX126-511" fmla="*/ 8642 w 10000"/>
              <a:gd name="connsiteY126-512" fmla="*/ 9727 h 10000"/>
              <a:gd name="connsiteX127-513" fmla="*/ 8642 w 10000"/>
              <a:gd name="connsiteY127-514" fmla="*/ 9727 h 10000"/>
              <a:gd name="connsiteX0-515" fmla="*/ 8642 w 10000"/>
              <a:gd name="connsiteY0-516" fmla="*/ 9727 h 10000"/>
              <a:gd name="connsiteX1-517" fmla="*/ 8290 w 10000"/>
              <a:gd name="connsiteY1-518" fmla="*/ 9583 h 10000"/>
              <a:gd name="connsiteX2-519" fmla="*/ 7775 w 10000"/>
              <a:gd name="connsiteY2-520" fmla="*/ 9453 h 10000"/>
              <a:gd name="connsiteX3-521" fmla="*/ 7283 w 10000"/>
              <a:gd name="connsiteY3-522" fmla="*/ 9245 h 10000"/>
              <a:gd name="connsiteX4-523" fmla="*/ 6792 w 10000"/>
              <a:gd name="connsiteY4-524" fmla="*/ 9036 h 10000"/>
              <a:gd name="connsiteX5-525" fmla="*/ 6557 w 10000"/>
              <a:gd name="connsiteY5-526" fmla="*/ 8893 h 10000"/>
              <a:gd name="connsiteX6-527" fmla="*/ 6300 w 10000"/>
              <a:gd name="connsiteY6-528" fmla="*/ 8763 h 10000"/>
              <a:gd name="connsiteX7-529" fmla="*/ 6042 w 10000"/>
              <a:gd name="connsiteY7-530" fmla="*/ 8620 h 10000"/>
              <a:gd name="connsiteX8-531" fmla="*/ 5808 w 10000"/>
              <a:gd name="connsiteY8-532" fmla="*/ 8490 h 10000"/>
              <a:gd name="connsiteX9-533" fmla="*/ 5550 w 10000"/>
              <a:gd name="connsiteY9-534" fmla="*/ 8281 h 10000"/>
              <a:gd name="connsiteX10-535" fmla="*/ 5316 w 10000"/>
              <a:gd name="connsiteY10-536" fmla="*/ 8073 h 10000"/>
              <a:gd name="connsiteX11-537" fmla="*/ 5059 w 10000"/>
              <a:gd name="connsiteY11-538" fmla="*/ 7865 h 10000"/>
              <a:gd name="connsiteX12-539" fmla="*/ 4684 w 10000"/>
              <a:gd name="connsiteY12-540" fmla="*/ 7656 h 10000"/>
              <a:gd name="connsiteX13-541" fmla="*/ 4075 w 10000"/>
              <a:gd name="connsiteY13-542" fmla="*/ 7174 h 10000"/>
              <a:gd name="connsiteX14-543" fmla="*/ 3583 w 10000"/>
              <a:gd name="connsiteY14-544" fmla="*/ 6758 h 10000"/>
              <a:gd name="connsiteX15-545" fmla="*/ 3091 w 10000"/>
              <a:gd name="connsiteY15-546" fmla="*/ 6276 h 10000"/>
              <a:gd name="connsiteX16-547" fmla="*/ 2717 w 10000"/>
              <a:gd name="connsiteY16-548" fmla="*/ 5729 h 10000"/>
              <a:gd name="connsiteX17-549" fmla="*/ 2342 w 10000"/>
              <a:gd name="connsiteY17-550" fmla="*/ 5247 h 10000"/>
              <a:gd name="connsiteX18-551" fmla="*/ 1967 w 10000"/>
              <a:gd name="connsiteY18-552" fmla="*/ 4766 h 10000"/>
              <a:gd name="connsiteX19-553" fmla="*/ 1733 w 10000"/>
              <a:gd name="connsiteY19-554" fmla="*/ 4284 h 10000"/>
              <a:gd name="connsiteX20-555" fmla="*/ 1593 w 10000"/>
              <a:gd name="connsiteY20-556" fmla="*/ 3997 h 10000"/>
              <a:gd name="connsiteX21-557" fmla="*/ 1475 w 10000"/>
              <a:gd name="connsiteY21-558" fmla="*/ 3789 h 10000"/>
              <a:gd name="connsiteX22-559" fmla="*/ 1241 w 10000"/>
              <a:gd name="connsiteY22-560" fmla="*/ 3307 h 10000"/>
              <a:gd name="connsiteX23-561" fmla="*/ 1101 w 10000"/>
              <a:gd name="connsiteY23-562" fmla="*/ 2760 h 10000"/>
              <a:gd name="connsiteX24-563" fmla="*/ 867 w 10000"/>
              <a:gd name="connsiteY24-564" fmla="*/ 2214 h 10000"/>
              <a:gd name="connsiteX25-565" fmla="*/ 726 w 10000"/>
              <a:gd name="connsiteY25-566" fmla="*/ 1654 h 10000"/>
              <a:gd name="connsiteX26-567" fmla="*/ 726 w 10000"/>
              <a:gd name="connsiteY26-568" fmla="*/ 1380 h 10000"/>
              <a:gd name="connsiteX27-569" fmla="*/ 609 w 10000"/>
              <a:gd name="connsiteY27-570" fmla="*/ 1107 h 10000"/>
              <a:gd name="connsiteX28-571" fmla="*/ 492 w 10000"/>
              <a:gd name="connsiteY28-572" fmla="*/ 898 h 10000"/>
              <a:gd name="connsiteX29-573" fmla="*/ 492 w 10000"/>
              <a:gd name="connsiteY29-574" fmla="*/ 690 h 10000"/>
              <a:gd name="connsiteX30-575" fmla="*/ 375 w 10000"/>
              <a:gd name="connsiteY30-576" fmla="*/ 560 h 10000"/>
              <a:gd name="connsiteX31-577" fmla="*/ 375 w 10000"/>
              <a:gd name="connsiteY31-578" fmla="*/ 417 h 10000"/>
              <a:gd name="connsiteX32-579" fmla="*/ 234 w 10000"/>
              <a:gd name="connsiteY32-580" fmla="*/ 352 h 10000"/>
              <a:gd name="connsiteX33-581" fmla="*/ 234 w 10000"/>
              <a:gd name="connsiteY33-582" fmla="*/ 273 h 10000"/>
              <a:gd name="connsiteX34-583" fmla="*/ 117 w 10000"/>
              <a:gd name="connsiteY34-584" fmla="*/ 273 h 10000"/>
              <a:gd name="connsiteX35-585" fmla="*/ 0 w 10000"/>
              <a:gd name="connsiteY35-586" fmla="*/ 208 h 10000"/>
              <a:gd name="connsiteX36-587" fmla="*/ 0 w 10000"/>
              <a:gd name="connsiteY36-588" fmla="*/ 143 h 10000"/>
              <a:gd name="connsiteX37-589" fmla="*/ 117 w 10000"/>
              <a:gd name="connsiteY37-590" fmla="*/ 78 h 10000"/>
              <a:gd name="connsiteX38-591" fmla="*/ 117 w 10000"/>
              <a:gd name="connsiteY38-592" fmla="*/ 0 h 10000"/>
              <a:gd name="connsiteX39-593" fmla="*/ 117 w 10000"/>
              <a:gd name="connsiteY39-594" fmla="*/ 0 h 10000"/>
              <a:gd name="connsiteX40-595" fmla="*/ 234 w 10000"/>
              <a:gd name="connsiteY40-596" fmla="*/ 0 h 10000"/>
              <a:gd name="connsiteX41-597" fmla="*/ 234 w 10000"/>
              <a:gd name="connsiteY41-598" fmla="*/ 0 h 10000"/>
              <a:gd name="connsiteX42-599" fmla="*/ 375 w 10000"/>
              <a:gd name="connsiteY42-600" fmla="*/ 0 h 10000"/>
              <a:gd name="connsiteX43-601" fmla="*/ 609 w 10000"/>
              <a:gd name="connsiteY43-602" fmla="*/ 0 h 10000"/>
              <a:gd name="connsiteX44-603" fmla="*/ 726 w 10000"/>
              <a:gd name="connsiteY44-604" fmla="*/ 78 h 10000"/>
              <a:gd name="connsiteX45-605" fmla="*/ 984 w 10000"/>
              <a:gd name="connsiteY45-606" fmla="*/ 78 h 10000"/>
              <a:gd name="connsiteX46-607" fmla="*/ 1358 w 10000"/>
              <a:gd name="connsiteY46-608" fmla="*/ 208 h 10000"/>
              <a:gd name="connsiteX47-609" fmla="*/ 1593 w 10000"/>
              <a:gd name="connsiteY47-610" fmla="*/ 273 h 10000"/>
              <a:gd name="connsiteX48-611" fmla="*/ 1850 w 10000"/>
              <a:gd name="connsiteY48-612" fmla="*/ 273 h 10000"/>
              <a:gd name="connsiteX49-613" fmla="*/ 1967 w 10000"/>
              <a:gd name="connsiteY49-614" fmla="*/ 352 h 10000"/>
              <a:gd name="connsiteX50-615" fmla="*/ 1967 w 10000"/>
              <a:gd name="connsiteY50-616" fmla="*/ 417 h 10000"/>
              <a:gd name="connsiteX51-617" fmla="*/ 1967 w 10000"/>
              <a:gd name="connsiteY51-618" fmla="*/ 417 h 10000"/>
              <a:gd name="connsiteX52-619" fmla="*/ 1850 w 10000"/>
              <a:gd name="connsiteY52-620" fmla="*/ 482 h 10000"/>
              <a:gd name="connsiteX53-621" fmla="*/ 1850 w 10000"/>
              <a:gd name="connsiteY53-622" fmla="*/ 560 h 10000"/>
              <a:gd name="connsiteX54-623" fmla="*/ 1850 w 10000"/>
              <a:gd name="connsiteY54-624" fmla="*/ 690 h 10000"/>
              <a:gd name="connsiteX55-625" fmla="*/ 1733 w 10000"/>
              <a:gd name="connsiteY55-626" fmla="*/ 833 h 10000"/>
              <a:gd name="connsiteX56-627" fmla="*/ 1733 w 10000"/>
              <a:gd name="connsiteY56-628" fmla="*/ 898 h 10000"/>
              <a:gd name="connsiteX57-629" fmla="*/ 1733 w 10000"/>
              <a:gd name="connsiteY57-630" fmla="*/ 1042 h 10000"/>
              <a:gd name="connsiteX58-631" fmla="*/ 1733 w 10000"/>
              <a:gd name="connsiteY58-632" fmla="*/ 1107 h 10000"/>
              <a:gd name="connsiteX59-633" fmla="*/ 1733 w 10000"/>
              <a:gd name="connsiteY59-634" fmla="*/ 1250 h 10000"/>
              <a:gd name="connsiteX60-635" fmla="*/ 1733 w 10000"/>
              <a:gd name="connsiteY60-636" fmla="*/ 1523 h 10000"/>
              <a:gd name="connsiteX61-637" fmla="*/ 1850 w 10000"/>
              <a:gd name="connsiteY61-638" fmla="*/ 1862 h 10000"/>
              <a:gd name="connsiteX62-639" fmla="*/ 1850 w 10000"/>
              <a:gd name="connsiteY62-640" fmla="*/ 2214 h 10000"/>
              <a:gd name="connsiteX63-641" fmla="*/ 1967 w 10000"/>
              <a:gd name="connsiteY63-642" fmla="*/ 2552 h 10000"/>
              <a:gd name="connsiteX64-643" fmla="*/ 2084 w 10000"/>
              <a:gd name="connsiteY64-644" fmla="*/ 2969 h 10000"/>
              <a:gd name="connsiteX65-645" fmla="*/ 2342 w 10000"/>
              <a:gd name="connsiteY65-646" fmla="*/ 3385 h 10000"/>
              <a:gd name="connsiteX66-647" fmla="*/ 2600 w 10000"/>
              <a:gd name="connsiteY66-648" fmla="*/ 3867 h 10000"/>
              <a:gd name="connsiteX67-649" fmla="*/ 2834 w 10000"/>
              <a:gd name="connsiteY67-650" fmla="*/ 4349 h 10000"/>
              <a:gd name="connsiteX68-651" fmla="*/ 3208 w 10000"/>
              <a:gd name="connsiteY68-652" fmla="*/ 4896 h 10000"/>
              <a:gd name="connsiteX69-653" fmla="*/ 3583 w 10000"/>
              <a:gd name="connsiteY69-654" fmla="*/ 5521 h 10000"/>
              <a:gd name="connsiteX70-655" fmla="*/ 3817 w 10000"/>
              <a:gd name="connsiteY70-656" fmla="*/ 5794 h 10000"/>
              <a:gd name="connsiteX71-657" fmla="*/ 4075 w 10000"/>
              <a:gd name="connsiteY71-658" fmla="*/ 6003 h 10000"/>
              <a:gd name="connsiteX72-659" fmla="*/ 4333 w 10000"/>
              <a:gd name="connsiteY72-660" fmla="*/ 6276 h 10000"/>
              <a:gd name="connsiteX73-661" fmla="*/ 4684 w 10000"/>
              <a:gd name="connsiteY73-662" fmla="*/ 6549 h 10000"/>
              <a:gd name="connsiteX74-663" fmla="*/ 4941 w 10000"/>
              <a:gd name="connsiteY74-664" fmla="*/ 6823 h 10000"/>
              <a:gd name="connsiteX75-665" fmla="*/ 5176 w 10000"/>
              <a:gd name="connsiteY75-666" fmla="*/ 7109 h 10000"/>
              <a:gd name="connsiteX76-667" fmla="*/ 5550 w 10000"/>
              <a:gd name="connsiteY76-668" fmla="*/ 7318 h 10000"/>
              <a:gd name="connsiteX77-669" fmla="*/ 5808 w 10000"/>
              <a:gd name="connsiteY77-670" fmla="*/ 7513 h 10000"/>
              <a:gd name="connsiteX78-671" fmla="*/ 6183 w 10000"/>
              <a:gd name="connsiteY78-672" fmla="*/ 7721 h 10000"/>
              <a:gd name="connsiteX79-673" fmla="*/ 6417 w 10000"/>
              <a:gd name="connsiteY79-674" fmla="*/ 7930 h 10000"/>
              <a:gd name="connsiteX80-675" fmla="*/ 6792 w 10000"/>
              <a:gd name="connsiteY80-676" fmla="*/ 8073 h 10000"/>
              <a:gd name="connsiteX81-677" fmla="*/ 7049 w 10000"/>
              <a:gd name="connsiteY81-678" fmla="*/ 8203 h 10000"/>
              <a:gd name="connsiteX82-679" fmla="*/ 7283 w 10000"/>
              <a:gd name="connsiteY82-680" fmla="*/ 8346 h 10000"/>
              <a:gd name="connsiteX83-681" fmla="*/ 7541 w 10000"/>
              <a:gd name="connsiteY83-682" fmla="*/ 8490 h 10000"/>
              <a:gd name="connsiteX84-683" fmla="*/ 7775 w 10000"/>
              <a:gd name="connsiteY84-684" fmla="*/ 8555 h 10000"/>
              <a:gd name="connsiteX85-685" fmla="*/ 8033 w 10000"/>
              <a:gd name="connsiteY85-686" fmla="*/ 8685 h 10000"/>
              <a:gd name="connsiteX86-687" fmla="*/ 8150 w 10000"/>
              <a:gd name="connsiteY86-688" fmla="*/ 8763 h 10000"/>
              <a:gd name="connsiteX87-689" fmla="*/ 8290 w 10000"/>
              <a:gd name="connsiteY87-690" fmla="*/ 8763 h 10000"/>
              <a:gd name="connsiteX88-691" fmla="*/ 8407 w 10000"/>
              <a:gd name="connsiteY88-692" fmla="*/ 8828 h 10000"/>
              <a:gd name="connsiteX89-693" fmla="*/ 8525 w 10000"/>
              <a:gd name="connsiteY89-694" fmla="*/ 8828 h 10000"/>
              <a:gd name="connsiteX90-695" fmla="*/ 8525 w 10000"/>
              <a:gd name="connsiteY90-696" fmla="*/ 8828 h 10000"/>
              <a:gd name="connsiteX91-697" fmla="*/ 8642 w 10000"/>
              <a:gd name="connsiteY91-698" fmla="*/ 8763 h 10000"/>
              <a:gd name="connsiteX92-699" fmla="*/ 8642 w 10000"/>
              <a:gd name="connsiteY92-700" fmla="*/ 8685 h 10000"/>
              <a:gd name="connsiteX93-701" fmla="*/ 8782 w 10000"/>
              <a:gd name="connsiteY93-702" fmla="*/ 8620 h 10000"/>
              <a:gd name="connsiteX94-703" fmla="*/ 8782 w 10000"/>
              <a:gd name="connsiteY94-704" fmla="*/ 8555 h 10000"/>
              <a:gd name="connsiteX95-705" fmla="*/ 8899 w 10000"/>
              <a:gd name="connsiteY95-706" fmla="*/ 8411 h 10000"/>
              <a:gd name="connsiteX96-707" fmla="*/ 9133 w 10000"/>
              <a:gd name="connsiteY96-708" fmla="*/ 7799 h 10000"/>
              <a:gd name="connsiteX97-709" fmla="*/ 9274 w 10000"/>
              <a:gd name="connsiteY97-710" fmla="*/ 7591 h 10000"/>
              <a:gd name="connsiteX98-711" fmla="*/ 9274 w 10000"/>
              <a:gd name="connsiteY98-712" fmla="*/ 7513 h 10000"/>
              <a:gd name="connsiteX99-713" fmla="*/ 9391 w 10000"/>
              <a:gd name="connsiteY99-714" fmla="*/ 7448 h 10000"/>
              <a:gd name="connsiteX100-715" fmla="*/ 9391 w 10000"/>
              <a:gd name="connsiteY100-716" fmla="*/ 7448 h 10000"/>
              <a:gd name="connsiteX101-717" fmla="*/ 9391 w 10000"/>
              <a:gd name="connsiteY101-718" fmla="*/ 7448 h 10000"/>
              <a:gd name="connsiteX102-719" fmla="*/ 9391 w 10000"/>
              <a:gd name="connsiteY102-720" fmla="*/ 7448 h 10000"/>
              <a:gd name="connsiteX103-721" fmla="*/ 9508 w 10000"/>
              <a:gd name="connsiteY103-722" fmla="*/ 7448 h 10000"/>
              <a:gd name="connsiteX104-723" fmla="*/ 9508 w 10000"/>
              <a:gd name="connsiteY104-724" fmla="*/ 7513 h 10000"/>
              <a:gd name="connsiteX105-725" fmla="*/ 9508 w 10000"/>
              <a:gd name="connsiteY105-726" fmla="*/ 7591 h 10000"/>
              <a:gd name="connsiteX106-727" fmla="*/ 9508 w 10000"/>
              <a:gd name="connsiteY106-728" fmla="*/ 7721 h 10000"/>
              <a:gd name="connsiteX107-729" fmla="*/ 9649 w 10000"/>
              <a:gd name="connsiteY107-730" fmla="*/ 7799 h 10000"/>
              <a:gd name="connsiteX108-731" fmla="*/ 9649 w 10000"/>
              <a:gd name="connsiteY108-732" fmla="*/ 7930 h 10000"/>
              <a:gd name="connsiteX109-733" fmla="*/ 9649 w 10000"/>
              <a:gd name="connsiteY109-734" fmla="*/ 8138 h 10000"/>
              <a:gd name="connsiteX110-735" fmla="*/ 9649 w 10000"/>
              <a:gd name="connsiteY110-736" fmla="*/ 8411 h 10000"/>
              <a:gd name="connsiteX111-737" fmla="*/ 9766 w 10000"/>
              <a:gd name="connsiteY111-738" fmla="*/ 8763 h 10000"/>
              <a:gd name="connsiteX112-739" fmla="*/ 9883 w 10000"/>
              <a:gd name="connsiteY112-740" fmla="*/ 9036 h 10000"/>
              <a:gd name="connsiteX113-741" fmla="*/ 10000 w 10000"/>
              <a:gd name="connsiteY113-742" fmla="*/ 9375 h 10000"/>
              <a:gd name="connsiteX114-743" fmla="*/ 10000 w 10000"/>
              <a:gd name="connsiteY114-744" fmla="*/ 9453 h 10000"/>
              <a:gd name="connsiteX115-745" fmla="*/ 10000 w 10000"/>
              <a:gd name="connsiteY115-746" fmla="*/ 9583 h 10000"/>
              <a:gd name="connsiteX116-747" fmla="*/ 10000 w 10000"/>
              <a:gd name="connsiteY116-748" fmla="*/ 9727 h 10000"/>
              <a:gd name="connsiteX117-749" fmla="*/ 10000 w 10000"/>
              <a:gd name="connsiteY117-750" fmla="*/ 9792 h 10000"/>
              <a:gd name="connsiteX118-751" fmla="*/ 10000 w 10000"/>
              <a:gd name="connsiteY118-752" fmla="*/ 9857 h 10000"/>
              <a:gd name="connsiteX119-753" fmla="*/ 10000 w 10000"/>
              <a:gd name="connsiteY119-754" fmla="*/ 9935 h 10000"/>
              <a:gd name="connsiteX120-755" fmla="*/ 10000 w 10000"/>
              <a:gd name="connsiteY120-756" fmla="*/ 9935 h 10000"/>
              <a:gd name="connsiteX121-757" fmla="*/ 10000 w 10000"/>
              <a:gd name="connsiteY121-758" fmla="*/ 10000 h 10000"/>
              <a:gd name="connsiteX122-759" fmla="*/ 9766 w 10000"/>
              <a:gd name="connsiteY122-760" fmla="*/ 9935 h 10000"/>
              <a:gd name="connsiteX123-761" fmla="*/ 9508 w 10000"/>
              <a:gd name="connsiteY123-762" fmla="*/ 9935 h 10000"/>
              <a:gd name="connsiteX124-763" fmla="*/ 9133 w 10000"/>
              <a:gd name="connsiteY124-764" fmla="*/ 9857 h 10000"/>
              <a:gd name="connsiteX125-765" fmla="*/ 8642 w 10000"/>
              <a:gd name="connsiteY125-766" fmla="*/ 9727 h 10000"/>
              <a:gd name="connsiteX126-767" fmla="*/ 8642 w 10000"/>
              <a:gd name="connsiteY126-768" fmla="*/ 9727 h 10000"/>
              <a:gd name="connsiteX0-769" fmla="*/ 8642 w 10000"/>
              <a:gd name="connsiteY0-770" fmla="*/ 9727 h 10000"/>
              <a:gd name="connsiteX1-771" fmla="*/ 8290 w 10000"/>
              <a:gd name="connsiteY1-772" fmla="*/ 9583 h 10000"/>
              <a:gd name="connsiteX2-773" fmla="*/ 7775 w 10000"/>
              <a:gd name="connsiteY2-774" fmla="*/ 9453 h 10000"/>
              <a:gd name="connsiteX3-775" fmla="*/ 7283 w 10000"/>
              <a:gd name="connsiteY3-776" fmla="*/ 9245 h 10000"/>
              <a:gd name="connsiteX4-777" fmla="*/ 6792 w 10000"/>
              <a:gd name="connsiteY4-778" fmla="*/ 9036 h 10000"/>
              <a:gd name="connsiteX5-779" fmla="*/ 6557 w 10000"/>
              <a:gd name="connsiteY5-780" fmla="*/ 8893 h 10000"/>
              <a:gd name="connsiteX6-781" fmla="*/ 6300 w 10000"/>
              <a:gd name="connsiteY6-782" fmla="*/ 8763 h 10000"/>
              <a:gd name="connsiteX7-783" fmla="*/ 6042 w 10000"/>
              <a:gd name="connsiteY7-784" fmla="*/ 8620 h 10000"/>
              <a:gd name="connsiteX8-785" fmla="*/ 5808 w 10000"/>
              <a:gd name="connsiteY8-786" fmla="*/ 8490 h 10000"/>
              <a:gd name="connsiteX9-787" fmla="*/ 5550 w 10000"/>
              <a:gd name="connsiteY9-788" fmla="*/ 8281 h 10000"/>
              <a:gd name="connsiteX10-789" fmla="*/ 5316 w 10000"/>
              <a:gd name="connsiteY10-790" fmla="*/ 8073 h 10000"/>
              <a:gd name="connsiteX11-791" fmla="*/ 5059 w 10000"/>
              <a:gd name="connsiteY11-792" fmla="*/ 7865 h 10000"/>
              <a:gd name="connsiteX12-793" fmla="*/ 4684 w 10000"/>
              <a:gd name="connsiteY12-794" fmla="*/ 7656 h 10000"/>
              <a:gd name="connsiteX13-795" fmla="*/ 4075 w 10000"/>
              <a:gd name="connsiteY13-796" fmla="*/ 7174 h 10000"/>
              <a:gd name="connsiteX14-797" fmla="*/ 3583 w 10000"/>
              <a:gd name="connsiteY14-798" fmla="*/ 6758 h 10000"/>
              <a:gd name="connsiteX15-799" fmla="*/ 3091 w 10000"/>
              <a:gd name="connsiteY15-800" fmla="*/ 6276 h 10000"/>
              <a:gd name="connsiteX16-801" fmla="*/ 2717 w 10000"/>
              <a:gd name="connsiteY16-802" fmla="*/ 5729 h 10000"/>
              <a:gd name="connsiteX17-803" fmla="*/ 2342 w 10000"/>
              <a:gd name="connsiteY17-804" fmla="*/ 5247 h 10000"/>
              <a:gd name="connsiteX18-805" fmla="*/ 1967 w 10000"/>
              <a:gd name="connsiteY18-806" fmla="*/ 4766 h 10000"/>
              <a:gd name="connsiteX19-807" fmla="*/ 1733 w 10000"/>
              <a:gd name="connsiteY19-808" fmla="*/ 4284 h 10000"/>
              <a:gd name="connsiteX20-809" fmla="*/ 1593 w 10000"/>
              <a:gd name="connsiteY20-810" fmla="*/ 3997 h 10000"/>
              <a:gd name="connsiteX21-811" fmla="*/ 1475 w 10000"/>
              <a:gd name="connsiteY21-812" fmla="*/ 3789 h 10000"/>
              <a:gd name="connsiteX22-813" fmla="*/ 1241 w 10000"/>
              <a:gd name="connsiteY22-814" fmla="*/ 3307 h 10000"/>
              <a:gd name="connsiteX23-815" fmla="*/ 1101 w 10000"/>
              <a:gd name="connsiteY23-816" fmla="*/ 2760 h 10000"/>
              <a:gd name="connsiteX24-817" fmla="*/ 867 w 10000"/>
              <a:gd name="connsiteY24-818" fmla="*/ 2214 h 10000"/>
              <a:gd name="connsiteX25-819" fmla="*/ 726 w 10000"/>
              <a:gd name="connsiteY25-820" fmla="*/ 1654 h 10000"/>
              <a:gd name="connsiteX26-821" fmla="*/ 726 w 10000"/>
              <a:gd name="connsiteY26-822" fmla="*/ 1380 h 10000"/>
              <a:gd name="connsiteX27-823" fmla="*/ 609 w 10000"/>
              <a:gd name="connsiteY27-824" fmla="*/ 1107 h 10000"/>
              <a:gd name="connsiteX28-825" fmla="*/ 492 w 10000"/>
              <a:gd name="connsiteY28-826" fmla="*/ 898 h 10000"/>
              <a:gd name="connsiteX29-827" fmla="*/ 492 w 10000"/>
              <a:gd name="connsiteY29-828" fmla="*/ 690 h 10000"/>
              <a:gd name="connsiteX30-829" fmla="*/ 375 w 10000"/>
              <a:gd name="connsiteY30-830" fmla="*/ 560 h 10000"/>
              <a:gd name="connsiteX31-831" fmla="*/ 375 w 10000"/>
              <a:gd name="connsiteY31-832" fmla="*/ 417 h 10000"/>
              <a:gd name="connsiteX32-833" fmla="*/ 234 w 10000"/>
              <a:gd name="connsiteY32-834" fmla="*/ 352 h 10000"/>
              <a:gd name="connsiteX33-835" fmla="*/ 234 w 10000"/>
              <a:gd name="connsiteY33-836" fmla="*/ 273 h 10000"/>
              <a:gd name="connsiteX34-837" fmla="*/ 117 w 10000"/>
              <a:gd name="connsiteY34-838" fmla="*/ 273 h 10000"/>
              <a:gd name="connsiteX35-839" fmla="*/ 0 w 10000"/>
              <a:gd name="connsiteY35-840" fmla="*/ 208 h 10000"/>
              <a:gd name="connsiteX36-841" fmla="*/ 0 w 10000"/>
              <a:gd name="connsiteY36-842" fmla="*/ 143 h 10000"/>
              <a:gd name="connsiteX37-843" fmla="*/ 117 w 10000"/>
              <a:gd name="connsiteY37-844" fmla="*/ 78 h 10000"/>
              <a:gd name="connsiteX38-845" fmla="*/ 117 w 10000"/>
              <a:gd name="connsiteY38-846" fmla="*/ 0 h 10000"/>
              <a:gd name="connsiteX39-847" fmla="*/ 117 w 10000"/>
              <a:gd name="connsiteY39-848" fmla="*/ 0 h 10000"/>
              <a:gd name="connsiteX40-849" fmla="*/ 234 w 10000"/>
              <a:gd name="connsiteY40-850" fmla="*/ 0 h 10000"/>
              <a:gd name="connsiteX41-851" fmla="*/ 234 w 10000"/>
              <a:gd name="connsiteY41-852" fmla="*/ 0 h 10000"/>
              <a:gd name="connsiteX42-853" fmla="*/ 375 w 10000"/>
              <a:gd name="connsiteY42-854" fmla="*/ 0 h 10000"/>
              <a:gd name="connsiteX43-855" fmla="*/ 609 w 10000"/>
              <a:gd name="connsiteY43-856" fmla="*/ 0 h 10000"/>
              <a:gd name="connsiteX44-857" fmla="*/ 726 w 10000"/>
              <a:gd name="connsiteY44-858" fmla="*/ 78 h 10000"/>
              <a:gd name="connsiteX45-859" fmla="*/ 984 w 10000"/>
              <a:gd name="connsiteY45-860" fmla="*/ 78 h 10000"/>
              <a:gd name="connsiteX46-861" fmla="*/ 1358 w 10000"/>
              <a:gd name="connsiteY46-862" fmla="*/ 208 h 10000"/>
              <a:gd name="connsiteX47-863" fmla="*/ 1593 w 10000"/>
              <a:gd name="connsiteY47-864" fmla="*/ 273 h 10000"/>
              <a:gd name="connsiteX48-865" fmla="*/ 1850 w 10000"/>
              <a:gd name="connsiteY48-866" fmla="*/ 273 h 10000"/>
              <a:gd name="connsiteX49-867" fmla="*/ 1967 w 10000"/>
              <a:gd name="connsiteY49-868" fmla="*/ 352 h 10000"/>
              <a:gd name="connsiteX50-869" fmla="*/ 1967 w 10000"/>
              <a:gd name="connsiteY50-870" fmla="*/ 417 h 10000"/>
              <a:gd name="connsiteX51-871" fmla="*/ 1967 w 10000"/>
              <a:gd name="connsiteY51-872" fmla="*/ 417 h 10000"/>
              <a:gd name="connsiteX52-873" fmla="*/ 1850 w 10000"/>
              <a:gd name="connsiteY52-874" fmla="*/ 482 h 10000"/>
              <a:gd name="connsiteX53-875" fmla="*/ 1850 w 10000"/>
              <a:gd name="connsiteY53-876" fmla="*/ 560 h 10000"/>
              <a:gd name="connsiteX54-877" fmla="*/ 1850 w 10000"/>
              <a:gd name="connsiteY54-878" fmla="*/ 690 h 10000"/>
              <a:gd name="connsiteX55-879" fmla="*/ 1733 w 10000"/>
              <a:gd name="connsiteY55-880" fmla="*/ 833 h 10000"/>
              <a:gd name="connsiteX56-881" fmla="*/ 1733 w 10000"/>
              <a:gd name="connsiteY56-882" fmla="*/ 898 h 10000"/>
              <a:gd name="connsiteX57-883" fmla="*/ 1733 w 10000"/>
              <a:gd name="connsiteY57-884" fmla="*/ 1042 h 10000"/>
              <a:gd name="connsiteX58-885" fmla="*/ 1733 w 10000"/>
              <a:gd name="connsiteY58-886" fmla="*/ 1107 h 10000"/>
              <a:gd name="connsiteX59-887" fmla="*/ 1733 w 10000"/>
              <a:gd name="connsiteY59-888" fmla="*/ 1250 h 10000"/>
              <a:gd name="connsiteX60-889" fmla="*/ 1733 w 10000"/>
              <a:gd name="connsiteY60-890" fmla="*/ 1523 h 10000"/>
              <a:gd name="connsiteX61-891" fmla="*/ 1850 w 10000"/>
              <a:gd name="connsiteY61-892" fmla="*/ 1862 h 10000"/>
              <a:gd name="connsiteX62-893" fmla="*/ 1850 w 10000"/>
              <a:gd name="connsiteY62-894" fmla="*/ 2214 h 10000"/>
              <a:gd name="connsiteX63-895" fmla="*/ 1967 w 10000"/>
              <a:gd name="connsiteY63-896" fmla="*/ 2552 h 10000"/>
              <a:gd name="connsiteX64-897" fmla="*/ 2084 w 10000"/>
              <a:gd name="connsiteY64-898" fmla="*/ 2969 h 10000"/>
              <a:gd name="connsiteX65-899" fmla="*/ 2342 w 10000"/>
              <a:gd name="connsiteY65-900" fmla="*/ 3385 h 10000"/>
              <a:gd name="connsiteX66-901" fmla="*/ 2600 w 10000"/>
              <a:gd name="connsiteY66-902" fmla="*/ 3867 h 10000"/>
              <a:gd name="connsiteX67-903" fmla="*/ 2834 w 10000"/>
              <a:gd name="connsiteY67-904" fmla="*/ 4349 h 10000"/>
              <a:gd name="connsiteX68-905" fmla="*/ 3208 w 10000"/>
              <a:gd name="connsiteY68-906" fmla="*/ 4896 h 10000"/>
              <a:gd name="connsiteX69-907" fmla="*/ 3583 w 10000"/>
              <a:gd name="connsiteY69-908" fmla="*/ 5521 h 10000"/>
              <a:gd name="connsiteX70-909" fmla="*/ 3817 w 10000"/>
              <a:gd name="connsiteY70-910" fmla="*/ 5794 h 10000"/>
              <a:gd name="connsiteX71-911" fmla="*/ 4075 w 10000"/>
              <a:gd name="connsiteY71-912" fmla="*/ 6003 h 10000"/>
              <a:gd name="connsiteX72-913" fmla="*/ 4333 w 10000"/>
              <a:gd name="connsiteY72-914" fmla="*/ 6276 h 10000"/>
              <a:gd name="connsiteX73-915" fmla="*/ 4684 w 10000"/>
              <a:gd name="connsiteY73-916" fmla="*/ 6549 h 10000"/>
              <a:gd name="connsiteX74-917" fmla="*/ 4941 w 10000"/>
              <a:gd name="connsiteY74-918" fmla="*/ 6823 h 10000"/>
              <a:gd name="connsiteX75-919" fmla="*/ 5176 w 10000"/>
              <a:gd name="connsiteY75-920" fmla="*/ 7109 h 10000"/>
              <a:gd name="connsiteX76-921" fmla="*/ 5550 w 10000"/>
              <a:gd name="connsiteY76-922" fmla="*/ 7318 h 10000"/>
              <a:gd name="connsiteX77-923" fmla="*/ 5808 w 10000"/>
              <a:gd name="connsiteY77-924" fmla="*/ 7513 h 10000"/>
              <a:gd name="connsiteX78-925" fmla="*/ 6183 w 10000"/>
              <a:gd name="connsiteY78-926" fmla="*/ 7721 h 10000"/>
              <a:gd name="connsiteX79-927" fmla="*/ 6417 w 10000"/>
              <a:gd name="connsiteY79-928" fmla="*/ 7930 h 10000"/>
              <a:gd name="connsiteX80-929" fmla="*/ 6792 w 10000"/>
              <a:gd name="connsiteY80-930" fmla="*/ 8073 h 10000"/>
              <a:gd name="connsiteX81-931" fmla="*/ 7049 w 10000"/>
              <a:gd name="connsiteY81-932" fmla="*/ 8203 h 10000"/>
              <a:gd name="connsiteX82-933" fmla="*/ 7283 w 10000"/>
              <a:gd name="connsiteY82-934" fmla="*/ 8346 h 10000"/>
              <a:gd name="connsiteX83-935" fmla="*/ 7541 w 10000"/>
              <a:gd name="connsiteY83-936" fmla="*/ 8490 h 10000"/>
              <a:gd name="connsiteX84-937" fmla="*/ 7775 w 10000"/>
              <a:gd name="connsiteY84-938" fmla="*/ 8555 h 10000"/>
              <a:gd name="connsiteX85-939" fmla="*/ 8033 w 10000"/>
              <a:gd name="connsiteY85-940" fmla="*/ 8685 h 10000"/>
              <a:gd name="connsiteX86-941" fmla="*/ 8150 w 10000"/>
              <a:gd name="connsiteY86-942" fmla="*/ 8763 h 10000"/>
              <a:gd name="connsiteX87-943" fmla="*/ 8290 w 10000"/>
              <a:gd name="connsiteY87-944" fmla="*/ 8763 h 10000"/>
              <a:gd name="connsiteX88-945" fmla="*/ 8407 w 10000"/>
              <a:gd name="connsiteY88-946" fmla="*/ 8828 h 10000"/>
              <a:gd name="connsiteX89-947" fmla="*/ 8525 w 10000"/>
              <a:gd name="connsiteY89-948" fmla="*/ 8828 h 10000"/>
              <a:gd name="connsiteX90-949" fmla="*/ 8525 w 10000"/>
              <a:gd name="connsiteY90-950" fmla="*/ 8828 h 10000"/>
              <a:gd name="connsiteX91-951" fmla="*/ 8642 w 10000"/>
              <a:gd name="connsiteY91-952" fmla="*/ 8763 h 10000"/>
              <a:gd name="connsiteX92-953" fmla="*/ 8642 w 10000"/>
              <a:gd name="connsiteY92-954" fmla="*/ 8685 h 10000"/>
              <a:gd name="connsiteX93-955" fmla="*/ 8782 w 10000"/>
              <a:gd name="connsiteY93-956" fmla="*/ 8620 h 10000"/>
              <a:gd name="connsiteX94-957" fmla="*/ 8782 w 10000"/>
              <a:gd name="connsiteY94-958" fmla="*/ 8555 h 10000"/>
              <a:gd name="connsiteX95-959" fmla="*/ 8899 w 10000"/>
              <a:gd name="connsiteY95-960" fmla="*/ 8411 h 10000"/>
              <a:gd name="connsiteX96-961" fmla="*/ 9133 w 10000"/>
              <a:gd name="connsiteY96-962" fmla="*/ 7799 h 10000"/>
              <a:gd name="connsiteX97-963" fmla="*/ 9274 w 10000"/>
              <a:gd name="connsiteY97-964" fmla="*/ 7591 h 10000"/>
              <a:gd name="connsiteX98-965" fmla="*/ 9274 w 10000"/>
              <a:gd name="connsiteY98-966" fmla="*/ 7513 h 10000"/>
              <a:gd name="connsiteX99-967" fmla="*/ 9391 w 10000"/>
              <a:gd name="connsiteY99-968" fmla="*/ 7448 h 10000"/>
              <a:gd name="connsiteX100-969" fmla="*/ 9391 w 10000"/>
              <a:gd name="connsiteY100-970" fmla="*/ 7448 h 10000"/>
              <a:gd name="connsiteX101-971" fmla="*/ 9391 w 10000"/>
              <a:gd name="connsiteY101-972" fmla="*/ 7448 h 10000"/>
              <a:gd name="connsiteX102-973" fmla="*/ 9391 w 10000"/>
              <a:gd name="connsiteY102-974" fmla="*/ 7448 h 10000"/>
              <a:gd name="connsiteX103-975" fmla="*/ 9508 w 10000"/>
              <a:gd name="connsiteY103-976" fmla="*/ 7448 h 10000"/>
              <a:gd name="connsiteX104-977" fmla="*/ 9508 w 10000"/>
              <a:gd name="connsiteY104-978" fmla="*/ 7513 h 10000"/>
              <a:gd name="connsiteX105-979" fmla="*/ 9508 w 10000"/>
              <a:gd name="connsiteY105-980" fmla="*/ 7721 h 10000"/>
              <a:gd name="connsiteX106-981" fmla="*/ 9649 w 10000"/>
              <a:gd name="connsiteY106-982" fmla="*/ 7799 h 10000"/>
              <a:gd name="connsiteX107-983" fmla="*/ 9649 w 10000"/>
              <a:gd name="connsiteY107-984" fmla="*/ 7930 h 10000"/>
              <a:gd name="connsiteX108-985" fmla="*/ 9649 w 10000"/>
              <a:gd name="connsiteY108-986" fmla="*/ 8138 h 10000"/>
              <a:gd name="connsiteX109-987" fmla="*/ 9649 w 10000"/>
              <a:gd name="connsiteY109-988" fmla="*/ 8411 h 10000"/>
              <a:gd name="connsiteX110-989" fmla="*/ 9766 w 10000"/>
              <a:gd name="connsiteY110-990" fmla="*/ 8763 h 10000"/>
              <a:gd name="connsiteX111-991" fmla="*/ 9883 w 10000"/>
              <a:gd name="connsiteY111-992" fmla="*/ 9036 h 10000"/>
              <a:gd name="connsiteX112-993" fmla="*/ 10000 w 10000"/>
              <a:gd name="connsiteY112-994" fmla="*/ 9375 h 10000"/>
              <a:gd name="connsiteX113-995" fmla="*/ 10000 w 10000"/>
              <a:gd name="connsiteY113-996" fmla="*/ 9453 h 10000"/>
              <a:gd name="connsiteX114-997" fmla="*/ 10000 w 10000"/>
              <a:gd name="connsiteY114-998" fmla="*/ 9583 h 10000"/>
              <a:gd name="connsiteX115-999" fmla="*/ 10000 w 10000"/>
              <a:gd name="connsiteY115-1000" fmla="*/ 9727 h 10000"/>
              <a:gd name="connsiteX116-1001" fmla="*/ 10000 w 10000"/>
              <a:gd name="connsiteY116-1002" fmla="*/ 9792 h 10000"/>
              <a:gd name="connsiteX117-1003" fmla="*/ 10000 w 10000"/>
              <a:gd name="connsiteY117-1004" fmla="*/ 9857 h 10000"/>
              <a:gd name="connsiteX118-1005" fmla="*/ 10000 w 10000"/>
              <a:gd name="connsiteY118-1006" fmla="*/ 9935 h 10000"/>
              <a:gd name="connsiteX119-1007" fmla="*/ 10000 w 10000"/>
              <a:gd name="connsiteY119-1008" fmla="*/ 9935 h 10000"/>
              <a:gd name="connsiteX120-1009" fmla="*/ 10000 w 10000"/>
              <a:gd name="connsiteY120-1010" fmla="*/ 10000 h 10000"/>
              <a:gd name="connsiteX121-1011" fmla="*/ 9766 w 10000"/>
              <a:gd name="connsiteY121-1012" fmla="*/ 9935 h 10000"/>
              <a:gd name="connsiteX122-1013" fmla="*/ 9508 w 10000"/>
              <a:gd name="connsiteY122-1014" fmla="*/ 9935 h 10000"/>
              <a:gd name="connsiteX123-1015" fmla="*/ 9133 w 10000"/>
              <a:gd name="connsiteY123-1016" fmla="*/ 9857 h 10000"/>
              <a:gd name="connsiteX124-1017" fmla="*/ 8642 w 10000"/>
              <a:gd name="connsiteY124-1018" fmla="*/ 9727 h 10000"/>
              <a:gd name="connsiteX125-1019" fmla="*/ 8642 w 10000"/>
              <a:gd name="connsiteY125-1020" fmla="*/ 9727 h 10000"/>
              <a:gd name="connsiteX0-1021" fmla="*/ 8642 w 10000"/>
              <a:gd name="connsiteY0-1022" fmla="*/ 9727 h 10000"/>
              <a:gd name="connsiteX1-1023" fmla="*/ 8290 w 10000"/>
              <a:gd name="connsiteY1-1024" fmla="*/ 9583 h 10000"/>
              <a:gd name="connsiteX2-1025" fmla="*/ 7775 w 10000"/>
              <a:gd name="connsiteY2-1026" fmla="*/ 9453 h 10000"/>
              <a:gd name="connsiteX3-1027" fmla="*/ 7283 w 10000"/>
              <a:gd name="connsiteY3-1028" fmla="*/ 9245 h 10000"/>
              <a:gd name="connsiteX4-1029" fmla="*/ 6792 w 10000"/>
              <a:gd name="connsiteY4-1030" fmla="*/ 9036 h 10000"/>
              <a:gd name="connsiteX5-1031" fmla="*/ 6557 w 10000"/>
              <a:gd name="connsiteY5-1032" fmla="*/ 8893 h 10000"/>
              <a:gd name="connsiteX6-1033" fmla="*/ 6300 w 10000"/>
              <a:gd name="connsiteY6-1034" fmla="*/ 8763 h 10000"/>
              <a:gd name="connsiteX7-1035" fmla="*/ 6042 w 10000"/>
              <a:gd name="connsiteY7-1036" fmla="*/ 8620 h 10000"/>
              <a:gd name="connsiteX8-1037" fmla="*/ 5808 w 10000"/>
              <a:gd name="connsiteY8-1038" fmla="*/ 8490 h 10000"/>
              <a:gd name="connsiteX9-1039" fmla="*/ 5550 w 10000"/>
              <a:gd name="connsiteY9-1040" fmla="*/ 8281 h 10000"/>
              <a:gd name="connsiteX10-1041" fmla="*/ 5316 w 10000"/>
              <a:gd name="connsiteY10-1042" fmla="*/ 8073 h 10000"/>
              <a:gd name="connsiteX11-1043" fmla="*/ 5059 w 10000"/>
              <a:gd name="connsiteY11-1044" fmla="*/ 7865 h 10000"/>
              <a:gd name="connsiteX12-1045" fmla="*/ 4684 w 10000"/>
              <a:gd name="connsiteY12-1046" fmla="*/ 7656 h 10000"/>
              <a:gd name="connsiteX13-1047" fmla="*/ 4075 w 10000"/>
              <a:gd name="connsiteY13-1048" fmla="*/ 7174 h 10000"/>
              <a:gd name="connsiteX14-1049" fmla="*/ 3583 w 10000"/>
              <a:gd name="connsiteY14-1050" fmla="*/ 6758 h 10000"/>
              <a:gd name="connsiteX15-1051" fmla="*/ 3091 w 10000"/>
              <a:gd name="connsiteY15-1052" fmla="*/ 6276 h 10000"/>
              <a:gd name="connsiteX16-1053" fmla="*/ 2717 w 10000"/>
              <a:gd name="connsiteY16-1054" fmla="*/ 5729 h 10000"/>
              <a:gd name="connsiteX17-1055" fmla="*/ 2342 w 10000"/>
              <a:gd name="connsiteY17-1056" fmla="*/ 5247 h 10000"/>
              <a:gd name="connsiteX18-1057" fmla="*/ 1967 w 10000"/>
              <a:gd name="connsiteY18-1058" fmla="*/ 4766 h 10000"/>
              <a:gd name="connsiteX19-1059" fmla="*/ 1733 w 10000"/>
              <a:gd name="connsiteY19-1060" fmla="*/ 4284 h 10000"/>
              <a:gd name="connsiteX20-1061" fmla="*/ 1593 w 10000"/>
              <a:gd name="connsiteY20-1062" fmla="*/ 3997 h 10000"/>
              <a:gd name="connsiteX21-1063" fmla="*/ 1475 w 10000"/>
              <a:gd name="connsiteY21-1064" fmla="*/ 3789 h 10000"/>
              <a:gd name="connsiteX22-1065" fmla="*/ 1241 w 10000"/>
              <a:gd name="connsiteY22-1066" fmla="*/ 3307 h 10000"/>
              <a:gd name="connsiteX23-1067" fmla="*/ 1101 w 10000"/>
              <a:gd name="connsiteY23-1068" fmla="*/ 2760 h 10000"/>
              <a:gd name="connsiteX24-1069" fmla="*/ 867 w 10000"/>
              <a:gd name="connsiteY24-1070" fmla="*/ 2214 h 10000"/>
              <a:gd name="connsiteX25-1071" fmla="*/ 726 w 10000"/>
              <a:gd name="connsiteY25-1072" fmla="*/ 1654 h 10000"/>
              <a:gd name="connsiteX26-1073" fmla="*/ 726 w 10000"/>
              <a:gd name="connsiteY26-1074" fmla="*/ 1380 h 10000"/>
              <a:gd name="connsiteX27-1075" fmla="*/ 609 w 10000"/>
              <a:gd name="connsiteY27-1076" fmla="*/ 1107 h 10000"/>
              <a:gd name="connsiteX28-1077" fmla="*/ 492 w 10000"/>
              <a:gd name="connsiteY28-1078" fmla="*/ 898 h 10000"/>
              <a:gd name="connsiteX29-1079" fmla="*/ 492 w 10000"/>
              <a:gd name="connsiteY29-1080" fmla="*/ 690 h 10000"/>
              <a:gd name="connsiteX30-1081" fmla="*/ 375 w 10000"/>
              <a:gd name="connsiteY30-1082" fmla="*/ 560 h 10000"/>
              <a:gd name="connsiteX31-1083" fmla="*/ 375 w 10000"/>
              <a:gd name="connsiteY31-1084" fmla="*/ 417 h 10000"/>
              <a:gd name="connsiteX32-1085" fmla="*/ 234 w 10000"/>
              <a:gd name="connsiteY32-1086" fmla="*/ 352 h 10000"/>
              <a:gd name="connsiteX33-1087" fmla="*/ 234 w 10000"/>
              <a:gd name="connsiteY33-1088" fmla="*/ 273 h 10000"/>
              <a:gd name="connsiteX34-1089" fmla="*/ 117 w 10000"/>
              <a:gd name="connsiteY34-1090" fmla="*/ 273 h 10000"/>
              <a:gd name="connsiteX35-1091" fmla="*/ 0 w 10000"/>
              <a:gd name="connsiteY35-1092" fmla="*/ 208 h 10000"/>
              <a:gd name="connsiteX36-1093" fmla="*/ 0 w 10000"/>
              <a:gd name="connsiteY36-1094" fmla="*/ 143 h 10000"/>
              <a:gd name="connsiteX37-1095" fmla="*/ 117 w 10000"/>
              <a:gd name="connsiteY37-1096" fmla="*/ 78 h 10000"/>
              <a:gd name="connsiteX38-1097" fmla="*/ 117 w 10000"/>
              <a:gd name="connsiteY38-1098" fmla="*/ 0 h 10000"/>
              <a:gd name="connsiteX39-1099" fmla="*/ 117 w 10000"/>
              <a:gd name="connsiteY39-1100" fmla="*/ 0 h 10000"/>
              <a:gd name="connsiteX40-1101" fmla="*/ 234 w 10000"/>
              <a:gd name="connsiteY40-1102" fmla="*/ 0 h 10000"/>
              <a:gd name="connsiteX41-1103" fmla="*/ 234 w 10000"/>
              <a:gd name="connsiteY41-1104" fmla="*/ 0 h 10000"/>
              <a:gd name="connsiteX42-1105" fmla="*/ 375 w 10000"/>
              <a:gd name="connsiteY42-1106" fmla="*/ 0 h 10000"/>
              <a:gd name="connsiteX43-1107" fmla="*/ 609 w 10000"/>
              <a:gd name="connsiteY43-1108" fmla="*/ 0 h 10000"/>
              <a:gd name="connsiteX44-1109" fmla="*/ 726 w 10000"/>
              <a:gd name="connsiteY44-1110" fmla="*/ 78 h 10000"/>
              <a:gd name="connsiteX45-1111" fmla="*/ 984 w 10000"/>
              <a:gd name="connsiteY45-1112" fmla="*/ 78 h 10000"/>
              <a:gd name="connsiteX46-1113" fmla="*/ 1358 w 10000"/>
              <a:gd name="connsiteY46-1114" fmla="*/ 208 h 10000"/>
              <a:gd name="connsiteX47-1115" fmla="*/ 1593 w 10000"/>
              <a:gd name="connsiteY47-1116" fmla="*/ 273 h 10000"/>
              <a:gd name="connsiteX48-1117" fmla="*/ 1850 w 10000"/>
              <a:gd name="connsiteY48-1118" fmla="*/ 273 h 10000"/>
              <a:gd name="connsiteX49-1119" fmla="*/ 1967 w 10000"/>
              <a:gd name="connsiteY49-1120" fmla="*/ 352 h 10000"/>
              <a:gd name="connsiteX50-1121" fmla="*/ 1967 w 10000"/>
              <a:gd name="connsiteY50-1122" fmla="*/ 417 h 10000"/>
              <a:gd name="connsiteX51-1123" fmla="*/ 1967 w 10000"/>
              <a:gd name="connsiteY51-1124" fmla="*/ 417 h 10000"/>
              <a:gd name="connsiteX52-1125" fmla="*/ 1850 w 10000"/>
              <a:gd name="connsiteY52-1126" fmla="*/ 482 h 10000"/>
              <a:gd name="connsiteX53-1127" fmla="*/ 1850 w 10000"/>
              <a:gd name="connsiteY53-1128" fmla="*/ 560 h 10000"/>
              <a:gd name="connsiteX54-1129" fmla="*/ 1850 w 10000"/>
              <a:gd name="connsiteY54-1130" fmla="*/ 690 h 10000"/>
              <a:gd name="connsiteX55-1131" fmla="*/ 1733 w 10000"/>
              <a:gd name="connsiteY55-1132" fmla="*/ 833 h 10000"/>
              <a:gd name="connsiteX56-1133" fmla="*/ 1733 w 10000"/>
              <a:gd name="connsiteY56-1134" fmla="*/ 898 h 10000"/>
              <a:gd name="connsiteX57-1135" fmla="*/ 1733 w 10000"/>
              <a:gd name="connsiteY57-1136" fmla="*/ 1042 h 10000"/>
              <a:gd name="connsiteX58-1137" fmla="*/ 1733 w 10000"/>
              <a:gd name="connsiteY58-1138" fmla="*/ 1107 h 10000"/>
              <a:gd name="connsiteX59-1139" fmla="*/ 1733 w 10000"/>
              <a:gd name="connsiteY59-1140" fmla="*/ 1250 h 10000"/>
              <a:gd name="connsiteX60-1141" fmla="*/ 1733 w 10000"/>
              <a:gd name="connsiteY60-1142" fmla="*/ 1523 h 10000"/>
              <a:gd name="connsiteX61-1143" fmla="*/ 1850 w 10000"/>
              <a:gd name="connsiteY61-1144" fmla="*/ 1862 h 10000"/>
              <a:gd name="connsiteX62-1145" fmla="*/ 1850 w 10000"/>
              <a:gd name="connsiteY62-1146" fmla="*/ 2214 h 10000"/>
              <a:gd name="connsiteX63-1147" fmla="*/ 1967 w 10000"/>
              <a:gd name="connsiteY63-1148" fmla="*/ 2552 h 10000"/>
              <a:gd name="connsiteX64-1149" fmla="*/ 2084 w 10000"/>
              <a:gd name="connsiteY64-1150" fmla="*/ 2969 h 10000"/>
              <a:gd name="connsiteX65-1151" fmla="*/ 2342 w 10000"/>
              <a:gd name="connsiteY65-1152" fmla="*/ 3385 h 10000"/>
              <a:gd name="connsiteX66-1153" fmla="*/ 2600 w 10000"/>
              <a:gd name="connsiteY66-1154" fmla="*/ 3867 h 10000"/>
              <a:gd name="connsiteX67-1155" fmla="*/ 2834 w 10000"/>
              <a:gd name="connsiteY67-1156" fmla="*/ 4349 h 10000"/>
              <a:gd name="connsiteX68-1157" fmla="*/ 3208 w 10000"/>
              <a:gd name="connsiteY68-1158" fmla="*/ 4896 h 10000"/>
              <a:gd name="connsiteX69-1159" fmla="*/ 3583 w 10000"/>
              <a:gd name="connsiteY69-1160" fmla="*/ 5521 h 10000"/>
              <a:gd name="connsiteX70-1161" fmla="*/ 3817 w 10000"/>
              <a:gd name="connsiteY70-1162" fmla="*/ 5794 h 10000"/>
              <a:gd name="connsiteX71-1163" fmla="*/ 4075 w 10000"/>
              <a:gd name="connsiteY71-1164" fmla="*/ 6003 h 10000"/>
              <a:gd name="connsiteX72-1165" fmla="*/ 4333 w 10000"/>
              <a:gd name="connsiteY72-1166" fmla="*/ 6276 h 10000"/>
              <a:gd name="connsiteX73-1167" fmla="*/ 4684 w 10000"/>
              <a:gd name="connsiteY73-1168" fmla="*/ 6549 h 10000"/>
              <a:gd name="connsiteX74-1169" fmla="*/ 4941 w 10000"/>
              <a:gd name="connsiteY74-1170" fmla="*/ 6823 h 10000"/>
              <a:gd name="connsiteX75-1171" fmla="*/ 5176 w 10000"/>
              <a:gd name="connsiteY75-1172" fmla="*/ 7109 h 10000"/>
              <a:gd name="connsiteX76-1173" fmla="*/ 5550 w 10000"/>
              <a:gd name="connsiteY76-1174" fmla="*/ 7318 h 10000"/>
              <a:gd name="connsiteX77-1175" fmla="*/ 5808 w 10000"/>
              <a:gd name="connsiteY77-1176" fmla="*/ 7513 h 10000"/>
              <a:gd name="connsiteX78-1177" fmla="*/ 6183 w 10000"/>
              <a:gd name="connsiteY78-1178" fmla="*/ 7721 h 10000"/>
              <a:gd name="connsiteX79-1179" fmla="*/ 6417 w 10000"/>
              <a:gd name="connsiteY79-1180" fmla="*/ 7930 h 10000"/>
              <a:gd name="connsiteX80-1181" fmla="*/ 6792 w 10000"/>
              <a:gd name="connsiteY80-1182" fmla="*/ 8073 h 10000"/>
              <a:gd name="connsiteX81-1183" fmla="*/ 7049 w 10000"/>
              <a:gd name="connsiteY81-1184" fmla="*/ 8203 h 10000"/>
              <a:gd name="connsiteX82-1185" fmla="*/ 7283 w 10000"/>
              <a:gd name="connsiteY82-1186" fmla="*/ 8346 h 10000"/>
              <a:gd name="connsiteX83-1187" fmla="*/ 7541 w 10000"/>
              <a:gd name="connsiteY83-1188" fmla="*/ 8490 h 10000"/>
              <a:gd name="connsiteX84-1189" fmla="*/ 7775 w 10000"/>
              <a:gd name="connsiteY84-1190" fmla="*/ 8555 h 10000"/>
              <a:gd name="connsiteX85-1191" fmla="*/ 8033 w 10000"/>
              <a:gd name="connsiteY85-1192" fmla="*/ 8685 h 10000"/>
              <a:gd name="connsiteX86-1193" fmla="*/ 8150 w 10000"/>
              <a:gd name="connsiteY86-1194" fmla="*/ 8763 h 10000"/>
              <a:gd name="connsiteX87-1195" fmla="*/ 8290 w 10000"/>
              <a:gd name="connsiteY87-1196" fmla="*/ 8763 h 10000"/>
              <a:gd name="connsiteX88-1197" fmla="*/ 8407 w 10000"/>
              <a:gd name="connsiteY88-1198" fmla="*/ 8828 h 10000"/>
              <a:gd name="connsiteX89-1199" fmla="*/ 8525 w 10000"/>
              <a:gd name="connsiteY89-1200" fmla="*/ 8828 h 10000"/>
              <a:gd name="connsiteX90-1201" fmla="*/ 8525 w 10000"/>
              <a:gd name="connsiteY90-1202" fmla="*/ 8828 h 10000"/>
              <a:gd name="connsiteX91-1203" fmla="*/ 8642 w 10000"/>
              <a:gd name="connsiteY91-1204" fmla="*/ 8763 h 10000"/>
              <a:gd name="connsiteX92-1205" fmla="*/ 8642 w 10000"/>
              <a:gd name="connsiteY92-1206" fmla="*/ 8685 h 10000"/>
              <a:gd name="connsiteX93-1207" fmla="*/ 8782 w 10000"/>
              <a:gd name="connsiteY93-1208" fmla="*/ 8620 h 10000"/>
              <a:gd name="connsiteX94-1209" fmla="*/ 8782 w 10000"/>
              <a:gd name="connsiteY94-1210" fmla="*/ 8555 h 10000"/>
              <a:gd name="connsiteX95-1211" fmla="*/ 8899 w 10000"/>
              <a:gd name="connsiteY95-1212" fmla="*/ 8411 h 10000"/>
              <a:gd name="connsiteX96-1213" fmla="*/ 9133 w 10000"/>
              <a:gd name="connsiteY96-1214" fmla="*/ 7799 h 10000"/>
              <a:gd name="connsiteX97-1215" fmla="*/ 9274 w 10000"/>
              <a:gd name="connsiteY97-1216" fmla="*/ 7591 h 10000"/>
              <a:gd name="connsiteX98-1217" fmla="*/ 9274 w 10000"/>
              <a:gd name="connsiteY98-1218" fmla="*/ 7513 h 10000"/>
              <a:gd name="connsiteX99-1219" fmla="*/ 9391 w 10000"/>
              <a:gd name="connsiteY99-1220" fmla="*/ 7448 h 10000"/>
              <a:gd name="connsiteX100-1221" fmla="*/ 9391 w 10000"/>
              <a:gd name="connsiteY100-1222" fmla="*/ 7448 h 10000"/>
              <a:gd name="connsiteX101-1223" fmla="*/ 9391 w 10000"/>
              <a:gd name="connsiteY101-1224" fmla="*/ 7448 h 10000"/>
              <a:gd name="connsiteX102-1225" fmla="*/ 9391 w 10000"/>
              <a:gd name="connsiteY102-1226" fmla="*/ 7448 h 10000"/>
              <a:gd name="connsiteX103-1227" fmla="*/ 9508 w 10000"/>
              <a:gd name="connsiteY103-1228" fmla="*/ 7448 h 10000"/>
              <a:gd name="connsiteX104-1229" fmla="*/ 9508 w 10000"/>
              <a:gd name="connsiteY104-1230" fmla="*/ 7721 h 10000"/>
              <a:gd name="connsiteX105-1231" fmla="*/ 9649 w 10000"/>
              <a:gd name="connsiteY105-1232" fmla="*/ 7799 h 10000"/>
              <a:gd name="connsiteX106-1233" fmla="*/ 9649 w 10000"/>
              <a:gd name="connsiteY106-1234" fmla="*/ 7930 h 10000"/>
              <a:gd name="connsiteX107-1235" fmla="*/ 9649 w 10000"/>
              <a:gd name="connsiteY107-1236" fmla="*/ 8138 h 10000"/>
              <a:gd name="connsiteX108-1237" fmla="*/ 9649 w 10000"/>
              <a:gd name="connsiteY108-1238" fmla="*/ 8411 h 10000"/>
              <a:gd name="connsiteX109-1239" fmla="*/ 9766 w 10000"/>
              <a:gd name="connsiteY109-1240" fmla="*/ 8763 h 10000"/>
              <a:gd name="connsiteX110-1241" fmla="*/ 9883 w 10000"/>
              <a:gd name="connsiteY110-1242" fmla="*/ 9036 h 10000"/>
              <a:gd name="connsiteX111-1243" fmla="*/ 10000 w 10000"/>
              <a:gd name="connsiteY111-1244" fmla="*/ 9375 h 10000"/>
              <a:gd name="connsiteX112-1245" fmla="*/ 10000 w 10000"/>
              <a:gd name="connsiteY112-1246" fmla="*/ 9453 h 10000"/>
              <a:gd name="connsiteX113-1247" fmla="*/ 10000 w 10000"/>
              <a:gd name="connsiteY113-1248" fmla="*/ 9583 h 10000"/>
              <a:gd name="connsiteX114-1249" fmla="*/ 10000 w 10000"/>
              <a:gd name="connsiteY114-1250" fmla="*/ 9727 h 10000"/>
              <a:gd name="connsiteX115-1251" fmla="*/ 10000 w 10000"/>
              <a:gd name="connsiteY115-1252" fmla="*/ 9792 h 10000"/>
              <a:gd name="connsiteX116-1253" fmla="*/ 10000 w 10000"/>
              <a:gd name="connsiteY116-1254" fmla="*/ 9857 h 10000"/>
              <a:gd name="connsiteX117-1255" fmla="*/ 10000 w 10000"/>
              <a:gd name="connsiteY117-1256" fmla="*/ 9935 h 10000"/>
              <a:gd name="connsiteX118-1257" fmla="*/ 10000 w 10000"/>
              <a:gd name="connsiteY118-1258" fmla="*/ 9935 h 10000"/>
              <a:gd name="connsiteX119-1259" fmla="*/ 10000 w 10000"/>
              <a:gd name="connsiteY119-1260" fmla="*/ 10000 h 10000"/>
              <a:gd name="connsiteX120-1261" fmla="*/ 9766 w 10000"/>
              <a:gd name="connsiteY120-1262" fmla="*/ 9935 h 10000"/>
              <a:gd name="connsiteX121-1263" fmla="*/ 9508 w 10000"/>
              <a:gd name="connsiteY121-1264" fmla="*/ 9935 h 10000"/>
              <a:gd name="connsiteX122-1265" fmla="*/ 9133 w 10000"/>
              <a:gd name="connsiteY122-1266" fmla="*/ 9857 h 10000"/>
              <a:gd name="connsiteX123-1267" fmla="*/ 8642 w 10000"/>
              <a:gd name="connsiteY123-1268" fmla="*/ 9727 h 10000"/>
              <a:gd name="connsiteX124-1269" fmla="*/ 8642 w 10000"/>
              <a:gd name="connsiteY124-1270" fmla="*/ 9727 h 10000"/>
              <a:gd name="connsiteX0-1271" fmla="*/ 8642 w 10000"/>
              <a:gd name="connsiteY0-1272" fmla="*/ 9727 h 10000"/>
              <a:gd name="connsiteX1-1273" fmla="*/ 8290 w 10000"/>
              <a:gd name="connsiteY1-1274" fmla="*/ 9583 h 10000"/>
              <a:gd name="connsiteX2-1275" fmla="*/ 7775 w 10000"/>
              <a:gd name="connsiteY2-1276" fmla="*/ 9453 h 10000"/>
              <a:gd name="connsiteX3-1277" fmla="*/ 7283 w 10000"/>
              <a:gd name="connsiteY3-1278" fmla="*/ 9245 h 10000"/>
              <a:gd name="connsiteX4-1279" fmla="*/ 6792 w 10000"/>
              <a:gd name="connsiteY4-1280" fmla="*/ 9036 h 10000"/>
              <a:gd name="connsiteX5-1281" fmla="*/ 6557 w 10000"/>
              <a:gd name="connsiteY5-1282" fmla="*/ 8893 h 10000"/>
              <a:gd name="connsiteX6-1283" fmla="*/ 6300 w 10000"/>
              <a:gd name="connsiteY6-1284" fmla="*/ 8763 h 10000"/>
              <a:gd name="connsiteX7-1285" fmla="*/ 6042 w 10000"/>
              <a:gd name="connsiteY7-1286" fmla="*/ 8620 h 10000"/>
              <a:gd name="connsiteX8-1287" fmla="*/ 5808 w 10000"/>
              <a:gd name="connsiteY8-1288" fmla="*/ 8490 h 10000"/>
              <a:gd name="connsiteX9-1289" fmla="*/ 5550 w 10000"/>
              <a:gd name="connsiteY9-1290" fmla="*/ 8281 h 10000"/>
              <a:gd name="connsiteX10-1291" fmla="*/ 5316 w 10000"/>
              <a:gd name="connsiteY10-1292" fmla="*/ 8073 h 10000"/>
              <a:gd name="connsiteX11-1293" fmla="*/ 5059 w 10000"/>
              <a:gd name="connsiteY11-1294" fmla="*/ 7865 h 10000"/>
              <a:gd name="connsiteX12-1295" fmla="*/ 4684 w 10000"/>
              <a:gd name="connsiteY12-1296" fmla="*/ 7656 h 10000"/>
              <a:gd name="connsiteX13-1297" fmla="*/ 4075 w 10000"/>
              <a:gd name="connsiteY13-1298" fmla="*/ 7174 h 10000"/>
              <a:gd name="connsiteX14-1299" fmla="*/ 3583 w 10000"/>
              <a:gd name="connsiteY14-1300" fmla="*/ 6758 h 10000"/>
              <a:gd name="connsiteX15-1301" fmla="*/ 3091 w 10000"/>
              <a:gd name="connsiteY15-1302" fmla="*/ 6276 h 10000"/>
              <a:gd name="connsiteX16-1303" fmla="*/ 2717 w 10000"/>
              <a:gd name="connsiteY16-1304" fmla="*/ 5729 h 10000"/>
              <a:gd name="connsiteX17-1305" fmla="*/ 2342 w 10000"/>
              <a:gd name="connsiteY17-1306" fmla="*/ 5247 h 10000"/>
              <a:gd name="connsiteX18-1307" fmla="*/ 1967 w 10000"/>
              <a:gd name="connsiteY18-1308" fmla="*/ 4766 h 10000"/>
              <a:gd name="connsiteX19-1309" fmla="*/ 1733 w 10000"/>
              <a:gd name="connsiteY19-1310" fmla="*/ 4284 h 10000"/>
              <a:gd name="connsiteX20-1311" fmla="*/ 1593 w 10000"/>
              <a:gd name="connsiteY20-1312" fmla="*/ 3997 h 10000"/>
              <a:gd name="connsiteX21-1313" fmla="*/ 1475 w 10000"/>
              <a:gd name="connsiteY21-1314" fmla="*/ 3789 h 10000"/>
              <a:gd name="connsiteX22-1315" fmla="*/ 1241 w 10000"/>
              <a:gd name="connsiteY22-1316" fmla="*/ 3307 h 10000"/>
              <a:gd name="connsiteX23-1317" fmla="*/ 1101 w 10000"/>
              <a:gd name="connsiteY23-1318" fmla="*/ 2760 h 10000"/>
              <a:gd name="connsiteX24-1319" fmla="*/ 867 w 10000"/>
              <a:gd name="connsiteY24-1320" fmla="*/ 2214 h 10000"/>
              <a:gd name="connsiteX25-1321" fmla="*/ 726 w 10000"/>
              <a:gd name="connsiteY25-1322" fmla="*/ 1654 h 10000"/>
              <a:gd name="connsiteX26-1323" fmla="*/ 726 w 10000"/>
              <a:gd name="connsiteY26-1324" fmla="*/ 1380 h 10000"/>
              <a:gd name="connsiteX27-1325" fmla="*/ 609 w 10000"/>
              <a:gd name="connsiteY27-1326" fmla="*/ 1107 h 10000"/>
              <a:gd name="connsiteX28-1327" fmla="*/ 492 w 10000"/>
              <a:gd name="connsiteY28-1328" fmla="*/ 898 h 10000"/>
              <a:gd name="connsiteX29-1329" fmla="*/ 492 w 10000"/>
              <a:gd name="connsiteY29-1330" fmla="*/ 690 h 10000"/>
              <a:gd name="connsiteX30-1331" fmla="*/ 375 w 10000"/>
              <a:gd name="connsiteY30-1332" fmla="*/ 560 h 10000"/>
              <a:gd name="connsiteX31-1333" fmla="*/ 375 w 10000"/>
              <a:gd name="connsiteY31-1334" fmla="*/ 417 h 10000"/>
              <a:gd name="connsiteX32-1335" fmla="*/ 234 w 10000"/>
              <a:gd name="connsiteY32-1336" fmla="*/ 352 h 10000"/>
              <a:gd name="connsiteX33-1337" fmla="*/ 234 w 10000"/>
              <a:gd name="connsiteY33-1338" fmla="*/ 273 h 10000"/>
              <a:gd name="connsiteX34-1339" fmla="*/ 117 w 10000"/>
              <a:gd name="connsiteY34-1340" fmla="*/ 273 h 10000"/>
              <a:gd name="connsiteX35-1341" fmla="*/ 0 w 10000"/>
              <a:gd name="connsiteY35-1342" fmla="*/ 208 h 10000"/>
              <a:gd name="connsiteX36-1343" fmla="*/ 0 w 10000"/>
              <a:gd name="connsiteY36-1344" fmla="*/ 143 h 10000"/>
              <a:gd name="connsiteX37-1345" fmla="*/ 117 w 10000"/>
              <a:gd name="connsiteY37-1346" fmla="*/ 78 h 10000"/>
              <a:gd name="connsiteX38-1347" fmla="*/ 117 w 10000"/>
              <a:gd name="connsiteY38-1348" fmla="*/ 0 h 10000"/>
              <a:gd name="connsiteX39-1349" fmla="*/ 117 w 10000"/>
              <a:gd name="connsiteY39-1350" fmla="*/ 0 h 10000"/>
              <a:gd name="connsiteX40-1351" fmla="*/ 234 w 10000"/>
              <a:gd name="connsiteY40-1352" fmla="*/ 0 h 10000"/>
              <a:gd name="connsiteX41-1353" fmla="*/ 234 w 10000"/>
              <a:gd name="connsiteY41-1354" fmla="*/ 0 h 10000"/>
              <a:gd name="connsiteX42-1355" fmla="*/ 375 w 10000"/>
              <a:gd name="connsiteY42-1356" fmla="*/ 0 h 10000"/>
              <a:gd name="connsiteX43-1357" fmla="*/ 609 w 10000"/>
              <a:gd name="connsiteY43-1358" fmla="*/ 0 h 10000"/>
              <a:gd name="connsiteX44-1359" fmla="*/ 726 w 10000"/>
              <a:gd name="connsiteY44-1360" fmla="*/ 78 h 10000"/>
              <a:gd name="connsiteX45-1361" fmla="*/ 984 w 10000"/>
              <a:gd name="connsiteY45-1362" fmla="*/ 78 h 10000"/>
              <a:gd name="connsiteX46-1363" fmla="*/ 1358 w 10000"/>
              <a:gd name="connsiteY46-1364" fmla="*/ 208 h 10000"/>
              <a:gd name="connsiteX47-1365" fmla="*/ 1593 w 10000"/>
              <a:gd name="connsiteY47-1366" fmla="*/ 273 h 10000"/>
              <a:gd name="connsiteX48-1367" fmla="*/ 1850 w 10000"/>
              <a:gd name="connsiteY48-1368" fmla="*/ 273 h 10000"/>
              <a:gd name="connsiteX49-1369" fmla="*/ 1967 w 10000"/>
              <a:gd name="connsiteY49-1370" fmla="*/ 352 h 10000"/>
              <a:gd name="connsiteX50-1371" fmla="*/ 1967 w 10000"/>
              <a:gd name="connsiteY50-1372" fmla="*/ 417 h 10000"/>
              <a:gd name="connsiteX51-1373" fmla="*/ 1967 w 10000"/>
              <a:gd name="connsiteY51-1374" fmla="*/ 417 h 10000"/>
              <a:gd name="connsiteX52-1375" fmla="*/ 1850 w 10000"/>
              <a:gd name="connsiteY52-1376" fmla="*/ 482 h 10000"/>
              <a:gd name="connsiteX53-1377" fmla="*/ 1850 w 10000"/>
              <a:gd name="connsiteY53-1378" fmla="*/ 560 h 10000"/>
              <a:gd name="connsiteX54-1379" fmla="*/ 1850 w 10000"/>
              <a:gd name="connsiteY54-1380" fmla="*/ 690 h 10000"/>
              <a:gd name="connsiteX55-1381" fmla="*/ 1733 w 10000"/>
              <a:gd name="connsiteY55-1382" fmla="*/ 833 h 10000"/>
              <a:gd name="connsiteX56-1383" fmla="*/ 1733 w 10000"/>
              <a:gd name="connsiteY56-1384" fmla="*/ 898 h 10000"/>
              <a:gd name="connsiteX57-1385" fmla="*/ 1733 w 10000"/>
              <a:gd name="connsiteY57-1386" fmla="*/ 1042 h 10000"/>
              <a:gd name="connsiteX58-1387" fmla="*/ 1733 w 10000"/>
              <a:gd name="connsiteY58-1388" fmla="*/ 1107 h 10000"/>
              <a:gd name="connsiteX59-1389" fmla="*/ 1733 w 10000"/>
              <a:gd name="connsiteY59-1390" fmla="*/ 1250 h 10000"/>
              <a:gd name="connsiteX60-1391" fmla="*/ 1733 w 10000"/>
              <a:gd name="connsiteY60-1392" fmla="*/ 1523 h 10000"/>
              <a:gd name="connsiteX61-1393" fmla="*/ 1850 w 10000"/>
              <a:gd name="connsiteY61-1394" fmla="*/ 1862 h 10000"/>
              <a:gd name="connsiteX62-1395" fmla="*/ 1850 w 10000"/>
              <a:gd name="connsiteY62-1396" fmla="*/ 2214 h 10000"/>
              <a:gd name="connsiteX63-1397" fmla="*/ 1967 w 10000"/>
              <a:gd name="connsiteY63-1398" fmla="*/ 2552 h 10000"/>
              <a:gd name="connsiteX64-1399" fmla="*/ 2084 w 10000"/>
              <a:gd name="connsiteY64-1400" fmla="*/ 2969 h 10000"/>
              <a:gd name="connsiteX65-1401" fmla="*/ 2342 w 10000"/>
              <a:gd name="connsiteY65-1402" fmla="*/ 3385 h 10000"/>
              <a:gd name="connsiteX66-1403" fmla="*/ 2600 w 10000"/>
              <a:gd name="connsiteY66-1404" fmla="*/ 3867 h 10000"/>
              <a:gd name="connsiteX67-1405" fmla="*/ 2834 w 10000"/>
              <a:gd name="connsiteY67-1406" fmla="*/ 4349 h 10000"/>
              <a:gd name="connsiteX68-1407" fmla="*/ 3208 w 10000"/>
              <a:gd name="connsiteY68-1408" fmla="*/ 4896 h 10000"/>
              <a:gd name="connsiteX69-1409" fmla="*/ 3583 w 10000"/>
              <a:gd name="connsiteY69-1410" fmla="*/ 5521 h 10000"/>
              <a:gd name="connsiteX70-1411" fmla="*/ 3817 w 10000"/>
              <a:gd name="connsiteY70-1412" fmla="*/ 5794 h 10000"/>
              <a:gd name="connsiteX71-1413" fmla="*/ 4075 w 10000"/>
              <a:gd name="connsiteY71-1414" fmla="*/ 6003 h 10000"/>
              <a:gd name="connsiteX72-1415" fmla="*/ 4333 w 10000"/>
              <a:gd name="connsiteY72-1416" fmla="*/ 6276 h 10000"/>
              <a:gd name="connsiteX73-1417" fmla="*/ 4684 w 10000"/>
              <a:gd name="connsiteY73-1418" fmla="*/ 6549 h 10000"/>
              <a:gd name="connsiteX74-1419" fmla="*/ 4941 w 10000"/>
              <a:gd name="connsiteY74-1420" fmla="*/ 6823 h 10000"/>
              <a:gd name="connsiteX75-1421" fmla="*/ 5176 w 10000"/>
              <a:gd name="connsiteY75-1422" fmla="*/ 7109 h 10000"/>
              <a:gd name="connsiteX76-1423" fmla="*/ 5550 w 10000"/>
              <a:gd name="connsiteY76-1424" fmla="*/ 7318 h 10000"/>
              <a:gd name="connsiteX77-1425" fmla="*/ 5808 w 10000"/>
              <a:gd name="connsiteY77-1426" fmla="*/ 7513 h 10000"/>
              <a:gd name="connsiteX78-1427" fmla="*/ 6183 w 10000"/>
              <a:gd name="connsiteY78-1428" fmla="*/ 7721 h 10000"/>
              <a:gd name="connsiteX79-1429" fmla="*/ 6417 w 10000"/>
              <a:gd name="connsiteY79-1430" fmla="*/ 7930 h 10000"/>
              <a:gd name="connsiteX80-1431" fmla="*/ 6792 w 10000"/>
              <a:gd name="connsiteY80-1432" fmla="*/ 8073 h 10000"/>
              <a:gd name="connsiteX81-1433" fmla="*/ 7049 w 10000"/>
              <a:gd name="connsiteY81-1434" fmla="*/ 8203 h 10000"/>
              <a:gd name="connsiteX82-1435" fmla="*/ 7283 w 10000"/>
              <a:gd name="connsiteY82-1436" fmla="*/ 8346 h 10000"/>
              <a:gd name="connsiteX83-1437" fmla="*/ 7541 w 10000"/>
              <a:gd name="connsiteY83-1438" fmla="*/ 8490 h 10000"/>
              <a:gd name="connsiteX84-1439" fmla="*/ 7775 w 10000"/>
              <a:gd name="connsiteY84-1440" fmla="*/ 8555 h 10000"/>
              <a:gd name="connsiteX85-1441" fmla="*/ 8033 w 10000"/>
              <a:gd name="connsiteY85-1442" fmla="*/ 8685 h 10000"/>
              <a:gd name="connsiteX86-1443" fmla="*/ 8150 w 10000"/>
              <a:gd name="connsiteY86-1444" fmla="*/ 8763 h 10000"/>
              <a:gd name="connsiteX87-1445" fmla="*/ 8290 w 10000"/>
              <a:gd name="connsiteY87-1446" fmla="*/ 8763 h 10000"/>
              <a:gd name="connsiteX88-1447" fmla="*/ 8407 w 10000"/>
              <a:gd name="connsiteY88-1448" fmla="*/ 8828 h 10000"/>
              <a:gd name="connsiteX89-1449" fmla="*/ 8525 w 10000"/>
              <a:gd name="connsiteY89-1450" fmla="*/ 8828 h 10000"/>
              <a:gd name="connsiteX90-1451" fmla="*/ 8525 w 10000"/>
              <a:gd name="connsiteY90-1452" fmla="*/ 8828 h 10000"/>
              <a:gd name="connsiteX91-1453" fmla="*/ 8642 w 10000"/>
              <a:gd name="connsiteY91-1454" fmla="*/ 8763 h 10000"/>
              <a:gd name="connsiteX92-1455" fmla="*/ 8642 w 10000"/>
              <a:gd name="connsiteY92-1456" fmla="*/ 8685 h 10000"/>
              <a:gd name="connsiteX93-1457" fmla="*/ 8782 w 10000"/>
              <a:gd name="connsiteY93-1458" fmla="*/ 8620 h 10000"/>
              <a:gd name="connsiteX94-1459" fmla="*/ 8782 w 10000"/>
              <a:gd name="connsiteY94-1460" fmla="*/ 8555 h 10000"/>
              <a:gd name="connsiteX95-1461" fmla="*/ 8899 w 10000"/>
              <a:gd name="connsiteY95-1462" fmla="*/ 8411 h 10000"/>
              <a:gd name="connsiteX96-1463" fmla="*/ 9133 w 10000"/>
              <a:gd name="connsiteY96-1464" fmla="*/ 7799 h 10000"/>
              <a:gd name="connsiteX97-1465" fmla="*/ 9274 w 10000"/>
              <a:gd name="connsiteY97-1466" fmla="*/ 7591 h 10000"/>
              <a:gd name="connsiteX98-1467" fmla="*/ 9274 w 10000"/>
              <a:gd name="connsiteY98-1468" fmla="*/ 7513 h 10000"/>
              <a:gd name="connsiteX99-1469" fmla="*/ 9391 w 10000"/>
              <a:gd name="connsiteY99-1470" fmla="*/ 7448 h 10000"/>
              <a:gd name="connsiteX100-1471" fmla="*/ 9391 w 10000"/>
              <a:gd name="connsiteY100-1472" fmla="*/ 7448 h 10000"/>
              <a:gd name="connsiteX101-1473" fmla="*/ 9391 w 10000"/>
              <a:gd name="connsiteY101-1474" fmla="*/ 7448 h 10000"/>
              <a:gd name="connsiteX102-1475" fmla="*/ 9391 w 10000"/>
              <a:gd name="connsiteY102-1476" fmla="*/ 7448 h 10000"/>
              <a:gd name="connsiteX103-1477" fmla="*/ 9508 w 10000"/>
              <a:gd name="connsiteY103-1478" fmla="*/ 7721 h 10000"/>
              <a:gd name="connsiteX104-1479" fmla="*/ 9649 w 10000"/>
              <a:gd name="connsiteY104-1480" fmla="*/ 7799 h 10000"/>
              <a:gd name="connsiteX105-1481" fmla="*/ 9649 w 10000"/>
              <a:gd name="connsiteY105-1482" fmla="*/ 7930 h 10000"/>
              <a:gd name="connsiteX106-1483" fmla="*/ 9649 w 10000"/>
              <a:gd name="connsiteY106-1484" fmla="*/ 8138 h 10000"/>
              <a:gd name="connsiteX107-1485" fmla="*/ 9649 w 10000"/>
              <a:gd name="connsiteY107-1486" fmla="*/ 8411 h 10000"/>
              <a:gd name="connsiteX108-1487" fmla="*/ 9766 w 10000"/>
              <a:gd name="connsiteY108-1488" fmla="*/ 8763 h 10000"/>
              <a:gd name="connsiteX109-1489" fmla="*/ 9883 w 10000"/>
              <a:gd name="connsiteY109-1490" fmla="*/ 9036 h 10000"/>
              <a:gd name="connsiteX110-1491" fmla="*/ 10000 w 10000"/>
              <a:gd name="connsiteY110-1492" fmla="*/ 9375 h 10000"/>
              <a:gd name="connsiteX111-1493" fmla="*/ 10000 w 10000"/>
              <a:gd name="connsiteY111-1494" fmla="*/ 9453 h 10000"/>
              <a:gd name="connsiteX112-1495" fmla="*/ 10000 w 10000"/>
              <a:gd name="connsiteY112-1496" fmla="*/ 9583 h 10000"/>
              <a:gd name="connsiteX113-1497" fmla="*/ 10000 w 10000"/>
              <a:gd name="connsiteY113-1498" fmla="*/ 9727 h 10000"/>
              <a:gd name="connsiteX114-1499" fmla="*/ 10000 w 10000"/>
              <a:gd name="connsiteY114-1500" fmla="*/ 9792 h 10000"/>
              <a:gd name="connsiteX115-1501" fmla="*/ 10000 w 10000"/>
              <a:gd name="connsiteY115-1502" fmla="*/ 9857 h 10000"/>
              <a:gd name="connsiteX116-1503" fmla="*/ 10000 w 10000"/>
              <a:gd name="connsiteY116-1504" fmla="*/ 9935 h 10000"/>
              <a:gd name="connsiteX117-1505" fmla="*/ 10000 w 10000"/>
              <a:gd name="connsiteY117-1506" fmla="*/ 9935 h 10000"/>
              <a:gd name="connsiteX118-1507" fmla="*/ 10000 w 10000"/>
              <a:gd name="connsiteY118-1508" fmla="*/ 10000 h 10000"/>
              <a:gd name="connsiteX119-1509" fmla="*/ 9766 w 10000"/>
              <a:gd name="connsiteY119-1510" fmla="*/ 9935 h 10000"/>
              <a:gd name="connsiteX120-1511" fmla="*/ 9508 w 10000"/>
              <a:gd name="connsiteY120-1512" fmla="*/ 9935 h 10000"/>
              <a:gd name="connsiteX121-1513" fmla="*/ 9133 w 10000"/>
              <a:gd name="connsiteY121-1514" fmla="*/ 9857 h 10000"/>
              <a:gd name="connsiteX122-1515" fmla="*/ 8642 w 10000"/>
              <a:gd name="connsiteY122-1516" fmla="*/ 9727 h 10000"/>
              <a:gd name="connsiteX123-1517" fmla="*/ 8642 w 10000"/>
              <a:gd name="connsiteY123-1518" fmla="*/ 9727 h 10000"/>
              <a:gd name="connsiteX0-1519" fmla="*/ 8642 w 10000"/>
              <a:gd name="connsiteY0-1520" fmla="*/ 9727 h 10000"/>
              <a:gd name="connsiteX1-1521" fmla="*/ 8290 w 10000"/>
              <a:gd name="connsiteY1-1522" fmla="*/ 9583 h 10000"/>
              <a:gd name="connsiteX2-1523" fmla="*/ 7775 w 10000"/>
              <a:gd name="connsiteY2-1524" fmla="*/ 9453 h 10000"/>
              <a:gd name="connsiteX3-1525" fmla="*/ 7283 w 10000"/>
              <a:gd name="connsiteY3-1526" fmla="*/ 9245 h 10000"/>
              <a:gd name="connsiteX4-1527" fmla="*/ 6792 w 10000"/>
              <a:gd name="connsiteY4-1528" fmla="*/ 9036 h 10000"/>
              <a:gd name="connsiteX5-1529" fmla="*/ 6557 w 10000"/>
              <a:gd name="connsiteY5-1530" fmla="*/ 8893 h 10000"/>
              <a:gd name="connsiteX6-1531" fmla="*/ 6300 w 10000"/>
              <a:gd name="connsiteY6-1532" fmla="*/ 8763 h 10000"/>
              <a:gd name="connsiteX7-1533" fmla="*/ 6042 w 10000"/>
              <a:gd name="connsiteY7-1534" fmla="*/ 8620 h 10000"/>
              <a:gd name="connsiteX8-1535" fmla="*/ 5808 w 10000"/>
              <a:gd name="connsiteY8-1536" fmla="*/ 8490 h 10000"/>
              <a:gd name="connsiteX9-1537" fmla="*/ 5550 w 10000"/>
              <a:gd name="connsiteY9-1538" fmla="*/ 8281 h 10000"/>
              <a:gd name="connsiteX10-1539" fmla="*/ 5316 w 10000"/>
              <a:gd name="connsiteY10-1540" fmla="*/ 8073 h 10000"/>
              <a:gd name="connsiteX11-1541" fmla="*/ 5059 w 10000"/>
              <a:gd name="connsiteY11-1542" fmla="*/ 7865 h 10000"/>
              <a:gd name="connsiteX12-1543" fmla="*/ 4684 w 10000"/>
              <a:gd name="connsiteY12-1544" fmla="*/ 7656 h 10000"/>
              <a:gd name="connsiteX13-1545" fmla="*/ 4075 w 10000"/>
              <a:gd name="connsiteY13-1546" fmla="*/ 7174 h 10000"/>
              <a:gd name="connsiteX14-1547" fmla="*/ 3583 w 10000"/>
              <a:gd name="connsiteY14-1548" fmla="*/ 6758 h 10000"/>
              <a:gd name="connsiteX15-1549" fmla="*/ 3091 w 10000"/>
              <a:gd name="connsiteY15-1550" fmla="*/ 6276 h 10000"/>
              <a:gd name="connsiteX16-1551" fmla="*/ 2717 w 10000"/>
              <a:gd name="connsiteY16-1552" fmla="*/ 5729 h 10000"/>
              <a:gd name="connsiteX17-1553" fmla="*/ 2342 w 10000"/>
              <a:gd name="connsiteY17-1554" fmla="*/ 5247 h 10000"/>
              <a:gd name="connsiteX18-1555" fmla="*/ 1967 w 10000"/>
              <a:gd name="connsiteY18-1556" fmla="*/ 4766 h 10000"/>
              <a:gd name="connsiteX19-1557" fmla="*/ 1733 w 10000"/>
              <a:gd name="connsiteY19-1558" fmla="*/ 4284 h 10000"/>
              <a:gd name="connsiteX20-1559" fmla="*/ 1593 w 10000"/>
              <a:gd name="connsiteY20-1560" fmla="*/ 3997 h 10000"/>
              <a:gd name="connsiteX21-1561" fmla="*/ 1475 w 10000"/>
              <a:gd name="connsiteY21-1562" fmla="*/ 3789 h 10000"/>
              <a:gd name="connsiteX22-1563" fmla="*/ 1241 w 10000"/>
              <a:gd name="connsiteY22-1564" fmla="*/ 3307 h 10000"/>
              <a:gd name="connsiteX23-1565" fmla="*/ 1101 w 10000"/>
              <a:gd name="connsiteY23-1566" fmla="*/ 2760 h 10000"/>
              <a:gd name="connsiteX24-1567" fmla="*/ 867 w 10000"/>
              <a:gd name="connsiteY24-1568" fmla="*/ 2214 h 10000"/>
              <a:gd name="connsiteX25-1569" fmla="*/ 726 w 10000"/>
              <a:gd name="connsiteY25-1570" fmla="*/ 1654 h 10000"/>
              <a:gd name="connsiteX26-1571" fmla="*/ 726 w 10000"/>
              <a:gd name="connsiteY26-1572" fmla="*/ 1380 h 10000"/>
              <a:gd name="connsiteX27-1573" fmla="*/ 609 w 10000"/>
              <a:gd name="connsiteY27-1574" fmla="*/ 1107 h 10000"/>
              <a:gd name="connsiteX28-1575" fmla="*/ 492 w 10000"/>
              <a:gd name="connsiteY28-1576" fmla="*/ 898 h 10000"/>
              <a:gd name="connsiteX29-1577" fmla="*/ 492 w 10000"/>
              <a:gd name="connsiteY29-1578" fmla="*/ 690 h 10000"/>
              <a:gd name="connsiteX30-1579" fmla="*/ 375 w 10000"/>
              <a:gd name="connsiteY30-1580" fmla="*/ 560 h 10000"/>
              <a:gd name="connsiteX31-1581" fmla="*/ 375 w 10000"/>
              <a:gd name="connsiteY31-1582" fmla="*/ 417 h 10000"/>
              <a:gd name="connsiteX32-1583" fmla="*/ 234 w 10000"/>
              <a:gd name="connsiteY32-1584" fmla="*/ 352 h 10000"/>
              <a:gd name="connsiteX33-1585" fmla="*/ 234 w 10000"/>
              <a:gd name="connsiteY33-1586" fmla="*/ 273 h 10000"/>
              <a:gd name="connsiteX34-1587" fmla="*/ 117 w 10000"/>
              <a:gd name="connsiteY34-1588" fmla="*/ 273 h 10000"/>
              <a:gd name="connsiteX35-1589" fmla="*/ 0 w 10000"/>
              <a:gd name="connsiteY35-1590" fmla="*/ 208 h 10000"/>
              <a:gd name="connsiteX36-1591" fmla="*/ 0 w 10000"/>
              <a:gd name="connsiteY36-1592" fmla="*/ 143 h 10000"/>
              <a:gd name="connsiteX37-1593" fmla="*/ 117 w 10000"/>
              <a:gd name="connsiteY37-1594" fmla="*/ 78 h 10000"/>
              <a:gd name="connsiteX38-1595" fmla="*/ 117 w 10000"/>
              <a:gd name="connsiteY38-1596" fmla="*/ 0 h 10000"/>
              <a:gd name="connsiteX39-1597" fmla="*/ 117 w 10000"/>
              <a:gd name="connsiteY39-1598" fmla="*/ 0 h 10000"/>
              <a:gd name="connsiteX40-1599" fmla="*/ 234 w 10000"/>
              <a:gd name="connsiteY40-1600" fmla="*/ 0 h 10000"/>
              <a:gd name="connsiteX41-1601" fmla="*/ 234 w 10000"/>
              <a:gd name="connsiteY41-1602" fmla="*/ 0 h 10000"/>
              <a:gd name="connsiteX42-1603" fmla="*/ 375 w 10000"/>
              <a:gd name="connsiteY42-1604" fmla="*/ 0 h 10000"/>
              <a:gd name="connsiteX43-1605" fmla="*/ 609 w 10000"/>
              <a:gd name="connsiteY43-1606" fmla="*/ 0 h 10000"/>
              <a:gd name="connsiteX44-1607" fmla="*/ 726 w 10000"/>
              <a:gd name="connsiteY44-1608" fmla="*/ 78 h 10000"/>
              <a:gd name="connsiteX45-1609" fmla="*/ 984 w 10000"/>
              <a:gd name="connsiteY45-1610" fmla="*/ 78 h 10000"/>
              <a:gd name="connsiteX46-1611" fmla="*/ 1358 w 10000"/>
              <a:gd name="connsiteY46-1612" fmla="*/ 208 h 10000"/>
              <a:gd name="connsiteX47-1613" fmla="*/ 1593 w 10000"/>
              <a:gd name="connsiteY47-1614" fmla="*/ 273 h 10000"/>
              <a:gd name="connsiteX48-1615" fmla="*/ 1850 w 10000"/>
              <a:gd name="connsiteY48-1616" fmla="*/ 273 h 10000"/>
              <a:gd name="connsiteX49-1617" fmla="*/ 1967 w 10000"/>
              <a:gd name="connsiteY49-1618" fmla="*/ 352 h 10000"/>
              <a:gd name="connsiteX50-1619" fmla="*/ 1967 w 10000"/>
              <a:gd name="connsiteY50-1620" fmla="*/ 417 h 10000"/>
              <a:gd name="connsiteX51-1621" fmla="*/ 1967 w 10000"/>
              <a:gd name="connsiteY51-1622" fmla="*/ 417 h 10000"/>
              <a:gd name="connsiteX52-1623" fmla="*/ 1850 w 10000"/>
              <a:gd name="connsiteY52-1624" fmla="*/ 482 h 10000"/>
              <a:gd name="connsiteX53-1625" fmla="*/ 1850 w 10000"/>
              <a:gd name="connsiteY53-1626" fmla="*/ 560 h 10000"/>
              <a:gd name="connsiteX54-1627" fmla="*/ 1850 w 10000"/>
              <a:gd name="connsiteY54-1628" fmla="*/ 690 h 10000"/>
              <a:gd name="connsiteX55-1629" fmla="*/ 1733 w 10000"/>
              <a:gd name="connsiteY55-1630" fmla="*/ 833 h 10000"/>
              <a:gd name="connsiteX56-1631" fmla="*/ 1733 w 10000"/>
              <a:gd name="connsiteY56-1632" fmla="*/ 898 h 10000"/>
              <a:gd name="connsiteX57-1633" fmla="*/ 1733 w 10000"/>
              <a:gd name="connsiteY57-1634" fmla="*/ 1042 h 10000"/>
              <a:gd name="connsiteX58-1635" fmla="*/ 1733 w 10000"/>
              <a:gd name="connsiteY58-1636" fmla="*/ 1107 h 10000"/>
              <a:gd name="connsiteX59-1637" fmla="*/ 1733 w 10000"/>
              <a:gd name="connsiteY59-1638" fmla="*/ 1250 h 10000"/>
              <a:gd name="connsiteX60-1639" fmla="*/ 1733 w 10000"/>
              <a:gd name="connsiteY60-1640" fmla="*/ 1523 h 10000"/>
              <a:gd name="connsiteX61-1641" fmla="*/ 1850 w 10000"/>
              <a:gd name="connsiteY61-1642" fmla="*/ 1862 h 10000"/>
              <a:gd name="connsiteX62-1643" fmla="*/ 1850 w 10000"/>
              <a:gd name="connsiteY62-1644" fmla="*/ 2214 h 10000"/>
              <a:gd name="connsiteX63-1645" fmla="*/ 1967 w 10000"/>
              <a:gd name="connsiteY63-1646" fmla="*/ 2552 h 10000"/>
              <a:gd name="connsiteX64-1647" fmla="*/ 2084 w 10000"/>
              <a:gd name="connsiteY64-1648" fmla="*/ 2969 h 10000"/>
              <a:gd name="connsiteX65-1649" fmla="*/ 2342 w 10000"/>
              <a:gd name="connsiteY65-1650" fmla="*/ 3385 h 10000"/>
              <a:gd name="connsiteX66-1651" fmla="*/ 2600 w 10000"/>
              <a:gd name="connsiteY66-1652" fmla="*/ 3867 h 10000"/>
              <a:gd name="connsiteX67-1653" fmla="*/ 2834 w 10000"/>
              <a:gd name="connsiteY67-1654" fmla="*/ 4349 h 10000"/>
              <a:gd name="connsiteX68-1655" fmla="*/ 3208 w 10000"/>
              <a:gd name="connsiteY68-1656" fmla="*/ 4896 h 10000"/>
              <a:gd name="connsiteX69-1657" fmla="*/ 3583 w 10000"/>
              <a:gd name="connsiteY69-1658" fmla="*/ 5521 h 10000"/>
              <a:gd name="connsiteX70-1659" fmla="*/ 3817 w 10000"/>
              <a:gd name="connsiteY70-1660" fmla="*/ 5794 h 10000"/>
              <a:gd name="connsiteX71-1661" fmla="*/ 4075 w 10000"/>
              <a:gd name="connsiteY71-1662" fmla="*/ 6003 h 10000"/>
              <a:gd name="connsiteX72-1663" fmla="*/ 4333 w 10000"/>
              <a:gd name="connsiteY72-1664" fmla="*/ 6276 h 10000"/>
              <a:gd name="connsiteX73-1665" fmla="*/ 4684 w 10000"/>
              <a:gd name="connsiteY73-1666" fmla="*/ 6549 h 10000"/>
              <a:gd name="connsiteX74-1667" fmla="*/ 4941 w 10000"/>
              <a:gd name="connsiteY74-1668" fmla="*/ 6823 h 10000"/>
              <a:gd name="connsiteX75-1669" fmla="*/ 5176 w 10000"/>
              <a:gd name="connsiteY75-1670" fmla="*/ 7109 h 10000"/>
              <a:gd name="connsiteX76-1671" fmla="*/ 5550 w 10000"/>
              <a:gd name="connsiteY76-1672" fmla="*/ 7318 h 10000"/>
              <a:gd name="connsiteX77-1673" fmla="*/ 5808 w 10000"/>
              <a:gd name="connsiteY77-1674" fmla="*/ 7513 h 10000"/>
              <a:gd name="connsiteX78-1675" fmla="*/ 6183 w 10000"/>
              <a:gd name="connsiteY78-1676" fmla="*/ 7721 h 10000"/>
              <a:gd name="connsiteX79-1677" fmla="*/ 6417 w 10000"/>
              <a:gd name="connsiteY79-1678" fmla="*/ 7930 h 10000"/>
              <a:gd name="connsiteX80-1679" fmla="*/ 6792 w 10000"/>
              <a:gd name="connsiteY80-1680" fmla="*/ 8073 h 10000"/>
              <a:gd name="connsiteX81-1681" fmla="*/ 7049 w 10000"/>
              <a:gd name="connsiteY81-1682" fmla="*/ 8203 h 10000"/>
              <a:gd name="connsiteX82-1683" fmla="*/ 7283 w 10000"/>
              <a:gd name="connsiteY82-1684" fmla="*/ 8346 h 10000"/>
              <a:gd name="connsiteX83-1685" fmla="*/ 7541 w 10000"/>
              <a:gd name="connsiteY83-1686" fmla="*/ 8490 h 10000"/>
              <a:gd name="connsiteX84-1687" fmla="*/ 7775 w 10000"/>
              <a:gd name="connsiteY84-1688" fmla="*/ 8555 h 10000"/>
              <a:gd name="connsiteX85-1689" fmla="*/ 8033 w 10000"/>
              <a:gd name="connsiteY85-1690" fmla="*/ 8685 h 10000"/>
              <a:gd name="connsiteX86-1691" fmla="*/ 8150 w 10000"/>
              <a:gd name="connsiteY86-1692" fmla="*/ 8763 h 10000"/>
              <a:gd name="connsiteX87-1693" fmla="*/ 8290 w 10000"/>
              <a:gd name="connsiteY87-1694" fmla="*/ 8763 h 10000"/>
              <a:gd name="connsiteX88-1695" fmla="*/ 8407 w 10000"/>
              <a:gd name="connsiteY88-1696" fmla="*/ 8828 h 10000"/>
              <a:gd name="connsiteX89-1697" fmla="*/ 8525 w 10000"/>
              <a:gd name="connsiteY89-1698" fmla="*/ 8828 h 10000"/>
              <a:gd name="connsiteX90-1699" fmla="*/ 8525 w 10000"/>
              <a:gd name="connsiteY90-1700" fmla="*/ 8828 h 10000"/>
              <a:gd name="connsiteX91-1701" fmla="*/ 8642 w 10000"/>
              <a:gd name="connsiteY91-1702" fmla="*/ 8763 h 10000"/>
              <a:gd name="connsiteX92-1703" fmla="*/ 8642 w 10000"/>
              <a:gd name="connsiteY92-1704" fmla="*/ 8685 h 10000"/>
              <a:gd name="connsiteX93-1705" fmla="*/ 8782 w 10000"/>
              <a:gd name="connsiteY93-1706" fmla="*/ 8620 h 10000"/>
              <a:gd name="connsiteX94-1707" fmla="*/ 8782 w 10000"/>
              <a:gd name="connsiteY94-1708" fmla="*/ 8555 h 10000"/>
              <a:gd name="connsiteX95-1709" fmla="*/ 8899 w 10000"/>
              <a:gd name="connsiteY95-1710" fmla="*/ 8411 h 10000"/>
              <a:gd name="connsiteX96-1711" fmla="*/ 9274 w 10000"/>
              <a:gd name="connsiteY96-1712" fmla="*/ 7591 h 10000"/>
              <a:gd name="connsiteX97-1713" fmla="*/ 9274 w 10000"/>
              <a:gd name="connsiteY97-1714" fmla="*/ 7513 h 10000"/>
              <a:gd name="connsiteX98-1715" fmla="*/ 9391 w 10000"/>
              <a:gd name="connsiteY98-1716" fmla="*/ 7448 h 10000"/>
              <a:gd name="connsiteX99-1717" fmla="*/ 9391 w 10000"/>
              <a:gd name="connsiteY99-1718" fmla="*/ 7448 h 10000"/>
              <a:gd name="connsiteX100-1719" fmla="*/ 9391 w 10000"/>
              <a:gd name="connsiteY100-1720" fmla="*/ 7448 h 10000"/>
              <a:gd name="connsiteX101-1721" fmla="*/ 9391 w 10000"/>
              <a:gd name="connsiteY101-1722" fmla="*/ 7448 h 10000"/>
              <a:gd name="connsiteX102-1723" fmla="*/ 9508 w 10000"/>
              <a:gd name="connsiteY102-1724" fmla="*/ 7721 h 10000"/>
              <a:gd name="connsiteX103-1725" fmla="*/ 9649 w 10000"/>
              <a:gd name="connsiteY103-1726" fmla="*/ 7799 h 10000"/>
              <a:gd name="connsiteX104-1727" fmla="*/ 9649 w 10000"/>
              <a:gd name="connsiteY104-1728" fmla="*/ 7930 h 10000"/>
              <a:gd name="connsiteX105-1729" fmla="*/ 9649 w 10000"/>
              <a:gd name="connsiteY105-1730" fmla="*/ 8138 h 10000"/>
              <a:gd name="connsiteX106-1731" fmla="*/ 9649 w 10000"/>
              <a:gd name="connsiteY106-1732" fmla="*/ 8411 h 10000"/>
              <a:gd name="connsiteX107-1733" fmla="*/ 9766 w 10000"/>
              <a:gd name="connsiteY107-1734" fmla="*/ 8763 h 10000"/>
              <a:gd name="connsiteX108-1735" fmla="*/ 9883 w 10000"/>
              <a:gd name="connsiteY108-1736" fmla="*/ 9036 h 10000"/>
              <a:gd name="connsiteX109-1737" fmla="*/ 10000 w 10000"/>
              <a:gd name="connsiteY109-1738" fmla="*/ 9375 h 10000"/>
              <a:gd name="connsiteX110-1739" fmla="*/ 10000 w 10000"/>
              <a:gd name="connsiteY110-1740" fmla="*/ 9453 h 10000"/>
              <a:gd name="connsiteX111-1741" fmla="*/ 10000 w 10000"/>
              <a:gd name="connsiteY111-1742" fmla="*/ 9583 h 10000"/>
              <a:gd name="connsiteX112-1743" fmla="*/ 10000 w 10000"/>
              <a:gd name="connsiteY112-1744" fmla="*/ 9727 h 10000"/>
              <a:gd name="connsiteX113-1745" fmla="*/ 10000 w 10000"/>
              <a:gd name="connsiteY113-1746" fmla="*/ 9792 h 10000"/>
              <a:gd name="connsiteX114-1747" fmla="*/ 10000 w 10000"/>
              <a:gd name="connsiteY114-1748" fmla="*/ 9857 h 10000"/>
              <a:gd name="connsiteX115-1749" fmla="*/ 10000 w 10000"/>
              <a:gd name="connsiteY115-1750" fmla="*/ 9935 h 10000"/>
              <a:gd name="connsiteX116-1751" fmla="*/ 10000 w 10000"/>
              <a:gd name="connsiteY116-1752" fmla="*/ 9935 h 10000"/>
              <a:gd name="connsiteX117-1753" fmla="*/ 10000 w 10000"/>
              <a:gd name="connsiteY117-1754" fmla="*/ 10000 h 10000"/>
              <a:gd name="connsiteX118-1755" fmla="*/ 9766 w 10000"/>
              <a:gd name="connsiteY118-1756" fmla="*/ 9935 h 10000"/>
              <a:gd name="connsiteX119-1757" fmla="*/ 9508 w 10000"/>
              <a:gd name="connsiteY119-1758" fmla="*/ 9935 h 10000"/>
              <a:gd name="connsiteX120-1759" fmla="*/ 9133 w 10000"/>
              <a:gd name="connsiteY120-1760" fmla="*/ 9857 h 10000"/>
              <a:gd name="connsiteX121-1761" fmla="*/ 8642 w 10000"/>
              <a:gd name="connsiteY121-1762" fmla="*/ 9727 h 10000"/>
              <a:gd name="connsiteX122-1763" fmla="*/ 8642 w 10000"/>
              <a:gd name="connsiteY122-1764" fmla="*/ 9727 h 10000"/>
              <a:gd name="connsiteX0-1765" fmla="*/ 8642 w 10000"/>
              <a:gd name="connsiteY0-1766" fmla="*/ 9727 h 10000"/>
              <a:gd name="connsiteX1-1767" fmla="*/ 8290 w 10000"/>
              <a:gd name="connsiteY1-1768" fmla="*/ 9583 h 10000"/>
              <a:gd name="connsiteX2-1769" fmla="*/ 7775 w 10000"/>
              <a:gd name="connsiteY2-1770" fmla="*/ 9453 h 10000"/>
              <a:gd name="connsiteX3-1771" fmla="*/ 7283 w 10000"/>
              <a:gd name="connsiteY3-1772" fmla="*/ 9245 h 10000"/>
              <a:gd name="connsiteX4-1773" fmla="*/ 6792 w 10000"/>
              <a:gd name="connsiteY4-1774" fmla="*/ 9036 h 10000"/>
              <a:gd name="connsiteX5-1775" fmla="*/ 6557 w 10000"/>
              <a:gd name="connsiteY5-1776" fmla="*/ 8893 h 10000"/>
              <a:gd name="connsiteX6-1777" fmla="*/ 6300 w 10000"/>
              <a:gd name="connsiteY6-1778" fmla="*/ 8763 h 10000"/>
              <a:gd name="connsiteX7-1779" fmla="*/ 6042 w 10000"/>
              <a:gd name="connsiteY7-1780" fmla="*/ 8620 h 10000"/>
              <a:gd name="connsiteX8-1781" fmla="*/ 5808 w 10000"/>
              <a:gd name="connsiteY8-1782" fmla="*/ 8490 h 10000"/>
              <a:gd name="connsiteX9-1783" fmla="*/ 5550 w 10000"/>
              <a:gd name="connsiteY9-1784" fmla="*/ 8281 h 10000"/>
              <a:gd name="connsiteX10-1785" fmla="*/ 5316 w 10000"/>
              <a:gd name="connsiteY10-1786" fmla="*/ 8073 h 10000"/>
              <a:gd name="connsiteX11-1787" fmla="*/ 5059 w 10000"/>
              <a:gd name="connsiteY11-1788" fmla="*/ 7865 h 10000"/>
              <a:gd name="connsiteX12-1789" fmla="*/ 4684 w 10000"/>
              <a:gd name="connsiteY12-1790" fmla="*/ 7656 h 10000"/>
              <a:gd name="connsiteX13-1791" fmla="*/ 4075 w 10000"/>
              <a:gd name="connsiteY13-1792" fmla="*/ 7174 h 10000"/>
              <a:gd name="connsiteX14-1793" fmla="*/ 3583 w 10000"/>
              <a:gd name="connsiteY14-1794" fmla="*/ 6758 h 10000"/>
              <a:gd name="connsiteX15-1795" fmla="*/ 3091 w 10000"/>
              <a:gd name="connsiteY15-1796" fmla="*/ 6276 h 10000"/>
              <a:gd name="connsiteX16-1797" fmla="*/ 2717 w 10000"/>
              <a:gd name="connsiteY16-1798" fmla="*/ 5729 h 10000"/>
              <a:gd name="connsiteX17-1799" fmla="*/ 2342 w 10000"/>
              <a:gd name="connsiteY17-1800" fmla="*/ 5247 h 10000"/>
              <a:gd name="connsiteX18-1801" fmla="*/ 1967 w 10000"/>
              <a:gd name="connsiteY18-1802" fmla="*/ 4766 h 10000"/>
              <a:gd name="connsiteX19-1803" fmla="*/ 1733 w 10000"/>
              <a:gd name="connsiteY19-1804" fmla="*/ 4284 h 10000"/>
              <a:gd name="connsiteX20-1805" fmla="*/ 1593 w 10000"/>
              <a:gd name="connsiteY20-1806" fmla="*/ 3997 h 10000"/>
              <a:gd name="connsiteX21-1807" fmla="*/ 1475 w 10000"/>
              <a:gd name="connsiteY21-1808" fmla="*/ 3789 h 10000"/>
              <a:gd name="connsiteX22-1809" fmla="*/ 1241 w 10000"/>
              <a:gd name="connsiteY22-1810" fmla="*/ 3307 h 10000"/>
              <a:gd name="connsiteX23-1811" fmla="*/ 1101 w 10000"/>
              <a:gd name="connsiteY23-1812" fmla="*/ 2760 h 10000"/>
              <a:gd name="connsiteX24-1813" fmla="*/ 867 w 10000"/>
              <a:gd name="connsiteY24-1814" fmla="*/ 2214 h 10000"/>
              <a:gd name="connsiteX25-1815" fmla="*/ 726 w 10000"/>
              <a:gd name="connsiteY25-1816" fmla="*/ 1654 h 10000"/>
              <a:gd name="connsiteX26-1817" fmla="*/ 726 w 10000"/>
              <a:gd name="connsiteY26-1818" fmla="*/ 1380 h 10000"/>
              <a:gd name="connsiteX27-1819" fmla="*/ 609 w 10000"/>
              <a:gd name="connsiteY27-1820" fmla="*/ 1107 h 10000"/>
              <a:gd name="connsiteX28-1821" fmla="*/ 492 w 10000"/>
              <a:gd name="connsiteY28-1822" fmla="*/ 898 h 10000"/>
              <a:gd name="connsiteX29-1823" fmla="*/ 492 w 10000"/>
              <a:gd name="connsiteY29-1824" fmla="*/ 690 h 10000"/>
              <a:gd name="connsiteX30-1825" fmla="*/ 375 w 10000"/>
              <a:gd name="connsiteY30-1826" fmla="*/ 560 h 10000"/>
              <a:gd name="connsiteX31-1827" fmla="*/ 375 w 10000"/>
              <a:gd name="connsiteY31-1828" fmla="*/ 417 h 10000"/>
              <a:gd name="connsiteX32-1829" fmla="*/ 234 w 10000"/>
              <a:gd name="connsiteY32-1830" fmla="*/ 352 h 10000"/>
              <a:gd name="connsiteX33-1831" fmla="*/ 234 w 10000"/>
              <a:gd name="connsiteY33-1832" fmla="*/ 273 h 10000"/>
              <a:gd name="connsiteX34-1833" fmla="*/ 117 w 10000"/>
              <a:gd name="connsiteY34-1834" fmla="*/ 273 h 10000"/>
              <a:gd name="connsiteX35-1835" fmla="*/ 0 w 10000"/>
              <a:gd name="connsiteY35-1836" fmla="*/ 208 h 10000"/>
              <a:gd name="connsiteX36-1837" fmla="*/ 0 w 10000"/>
              <a:gd name="connsiteY36-1838" fmla="*/ 143 h 10000"/>
              <a:gd name="connsiteX37-1839" fmla="*/ 117 w 10000"/>
              <a:gd name="connsiteY37-1840" fmla="*/ 78 h 10000"/>
              <a:gd name="connsiteX38-1841" fmla="*/ 117 w 10000"/>
              <a:gd name="connsiteY38-1842" fmla="*/ 0 h 10000"/>
              <a:gd name="connsiteX39-1843" fmla="*/ 117 w 10000"/>
              <a:gd name="connsiteY39-1844" fmla="*/ 0 h 10000"/>
              <a:gd name="connsiteX40-1845" fmla="*/ 234 w 10000"/>
              <a:gd name="connsiteY40-1846" fmla="*/ 0 h 10000"/>
              <a:gd name="connsiteX41-1847" fmla="*/ 234 w 10000"/>
              <a:gd name="connsiteY41-1848" fmla="*/ 0 h 10000"/>
              <a:gd name="connsiteX42-1849" fmla="*/ 375 w 10000"/>
              <a:gd name="connsiteY42-1850" fmla="*/ 0 h 10000"/>
              <a:gd name="connsiteX43-1851" fmla="*/ 609 w 10000"/>
              <a:gd name="connsiteY43-1852" fmla="*/ 0 h 10000"/>
              <a:gd name="connsiteX44-1853" fmla="*/ 726 w 10000"/>
              <a:gd name="connsiteY44-1854" fmla="*/ 78 h 10000"/>
              <a:gd name="connsiteX45-1855" fmla="*/ 984 w 10000"/>
              <a:gd name="connsiteY45-1856" fmla="*/ 78 h 10000"/>
              <a:gd name="connsiteX46-1857" fmla="*/ 1358 w 10000"/>
              <a:gd name="connsiteY46-1858" fmla="*/ 208 h 10000"/>
              <a:gd name="connsiteX47-1859" fmla="*/ 1593 w 10000"/>
              <a:gd name="connsiteY47-1860" fmla="*/ 273 h 10000"/>
              <a:gd name="connsiteX48-1861" fmla="*/ 1850 w 10000"/>
              <a:gd name="connsiteY48-1862" fmla="*/ 273 h 10000"/>
              <a:gd name="connsiteX49-1863" fmla="*/ 1967 w 10000"/>
              <a:gd name="connsiteY49-1864" fmla="*/ 352 h 10000"/>
              <a:gd name="connsiteX50-1865" fmla="*/ 1967 w 10000"/>
              <a:gd name="connsiteY50-1866" fmla="*/ 417 h 10000"/>
              <a:gd name="connsiteX51-1867" fmla="*/ 1967 w 10000"/>
              <a:gd name="connsiteY51-1868" fmla="*/ 417 h 10000"/>
              <a:gd name="connsiteX52-1869" fmla="*/ 1850 w 10000"/>
              <a:gd name="connsiteY52-1870" fmla="*/ 482 h 10000"/>
              <a:gd name="connsiteX53-1871" fmla="*/ 1850 w 10000"/>
              <a:gd name="connsiteY53-1872" fmla="*/ 560 h 10000"/>
              <a:gd name="connsiteX54-1873" fmla="*/ 1850 w 10000"/>
              <a:gd name="connsiteY54-1874" fmla="*/ 690 h 10000"/>
              <a:gd name="connsiteX55-1875" fmla="*/ 1733 w 10000"/>
              <a:gd name="connsiteY55-1876" fmla="*/ 833 h 10000"/>
              <a:gd name="connsiteX56-1877" fmla="*/ 1733 w 10000"/>
              <a:gd name="connsiteY56-1878" fmla="*/ 898 h 10000"/>
              <a:gd name="connsiteX57-1879" fmla="*/ 1733 w 10000"/>
              <a:gd name="connsiteY57-1880" fmla="*/ 1042 h 10000"/>
              <a:gd name="connsiteX58-1881" fmla="*/ 1733 w 10000"/>
              <a:gd name="connsiteY58-1882" fmla="*/ 1107 h 10000"/>
              <a:gd name="connsiteX59-1883" fmla="*/ 1733 w 10000"/>
              <a:gd name="connsiteY59-1884" fmla="*/ 1250 h 10000"/>
              <a:gd name="connsiteX60-1885" fmla="*/ 1733 w 10000"/>
              <a:gd name="connsiteY60-1886" fmla="*/ 1523 h 10000"/>
              <a:gd name="connsiteX61-1887" fmla="*/ 1850 w 10000"/>
              <a:gd name="connsiteY61-1888" fmla="*/ 1862 h 10000"/>
              <a:gd name="connsiteX62-1889" fmla="*/ 1850 w 10000"/>
              <a:gd name="connsiteY62-1890" fmla="*/ 2214 h 10000"/>
              <a:gd name="connsiteX63-1891" fmla="*/ 1967 w 10000"/>
              <a:gd name="connsiteY63-1892" fmla="*/ 2552 h 10000"/>
              <a:gd name="connsiteX64-1893" fmla="*/ 2084 w 10000"/>
              <a:gd name="connsiteY64-1894" fmla="*/ 2969 h 10000"/>
              <a:gd name="connsiteX65-1895" fmla="*/ 2342 w 10000"/>
              <a:gd name="connsiteY65-1896" fmla="*/ 3385 h 10000"/>
              <a:gd name="connsiteX66-1897" fmla="*/ 2600 w 10000"/>
              <a:gd name="connsiteY66-1898" fmla="*/ 3867 h 10000"/>
              <a:gd name="connsiteX67-1899" fmla="*/ 2834 w 10000"/>
              <a:gd name="connsiteY67-1900" fmla="*/ 4349 h 10000"/>
              <a:gd name="connsiteX68-1901" fmla="*/ 3208 w 10000"/>
              <a:gd name="connsiteY68-1902" fmla="*/ 4896 h 10000"/>
              <a:gd name="connsiteX69-1903" fmla="*/ 3583 w 10000"/>
              <a:gd name="connsiteY69-1904" fmla="*/ 5521 h 10000"/>
              <a:gd name="connsiteX70-1905" fmla="*/ 3817 w 10000"/>
              <a:gd name="connsiteY70-1906" fmla="*/ 5794 h 10000"/>
              <a:gd name="connsiteX71-1907" fmla="*/ 4075 w 10000"/>
              <a:gd name="connsiteY71-1908" fmla="*/ 6003 h 10000"/>
              <a:gd name="connsiteX72-1909" fmla="*/ 4333 w 10000"/>
              <a:gd name="connsiteY72-1910" fmla="*/ 6276 h 10000"/>
              <a:gd name="connsiteX73-1911" fmla="*/ 4684 w 10000"/>
              <a:gd name="connsiteY73-1912" fmla="*/ 6549 h 10000"/>
              <a:gd name="connsiteX74-1913" fmla="*/ 4941 w 10000"/>
              <a:gd name="connsiteY74-1914" fmla="*/ 6823 h 10000"/>
              <a:gd name="connsiteX75-1915" fmla="*/ 5176 w 10000"/>
              <a:gd name="connsiteY75-1916" fmla="*/ 7109 h 10000"/>
              <a:gd name="connsiteX76-1917" fmla="*/ 5550 w 10000"/>
              <a:gd name="connsiteY76-1918" fmla="*/ 7318 h 10000"/>
              <a:gd name="connsiteX77-1919" fmla="*/ 5808 w 10000"/>
              <a:gd name="connsiteY77-1920" fmla="*/ 7513 h 10000"/>
              <a:gd name="connsiteX78-1921" fmla="*/ 6183 w 10000"/>
              <a:gd name="connsiteY78-1922" fmla="*/ 7721 h 10000"/>
              <a:gd name="connsiteX79-1923" fmla="*/ 6417 w 10000"/>
              <a:gd name="connsiteY79-1924" fmla="*/ 7930 h 10000"/>
              <a:gd name="connsiteX80-1925" fmla="*/ 6792 w 10000"/>
              <a:gd name="connsiteY80-1926" fmla="*/ 8073 h 10000"/>
              <a:gd name="connsiteX81-1927" fmla="*/ 7049 w 10000"/>
              <a:gd name="connsiteY81-1928" fmla="*/ 8203 h 10000"/>
              <a:gd name="connsiteX82-1929" fmla="*/ 7283 w 10000"/>
              <a:gd name="connsiteY82-1930" fmla="*/ 8346 h 10000"/>
              <a:gd name="connsiteX83-1931" fmla="*/ 7541 w 10000"/>
              <a:gd name="connsiteY83-1932" fmla="*/ 8490 h 10000"/>
              <a:gd name="connsiteX84-1933" fmla="*/ 7775 w 10000"/>
              <a:gd name="connsiteY84-1934" fmla="*/ 8555 h 10000"/>
              <a:gd name="connsiteX85-1935" fmla="*/ 8033 w 10000"/>
              <a:gd name="connsiteY85-1936" fmla="*/ 8685 h 10000"/>
              <a:gd name="connsiteX86-1937" fmla="*/ 8150 w 10000"/>
              <a:gd name="connsiteY86-1938" fmla="*/ 8763 h 10000"/>
              <a:gd name="connsiteX87-1939" fmla="*/ 8290 w 10000"/>
              <a:gd name="connsiteY87-1940" fmla="*/ 8763 h 10000"/>
              <a:gd name="connsiteX88-1941" fmla="*/ 8407 w 10000"/>
              <a:gd name="connsiteY88-1942" fmla="*/ 8828 h 10000"/>
              <a:gd name="connsiteX89-1943" fmla="*/ 8525 w 10000"/>
              <a:gd name="connsiteY89-1944" fmla="*/ 8828 h 10000"/>
              <a:gd name="connsiteX90-1945" fmla="*/ 8525 w 10000"/>
              <a:gd name="connsiteY90-1946" fmla="*/ 8828 h 10000"/>
              <a:gd name="connsiteX91-1947" fmla="*/ 8642 w 10000"/>
              <a:gd name="connsiteY91-1948" fmla="*/ 8763 h 10000"/>
              <a:gd name="connsiteX92-1949" fmla="*/ 8642 w 10000"/>
              <a:gd name="connsiteY92-1950" fmla="*/ 8685 h 10000"/>
              <a:gd name="connsiteX93-1951" fmla="*/ 8782 w 10000"/>
              <a:gd name="connsiteY93-1952" fmla="*/ 8620 h 10000"/>
              <a:gd name="connsiteX94-1953" fmla="*/ 8782 w 10000"/>
              <a:gd name="connsiteY94-1954" fmla="*/ 8555 h 10000"/>
              <a:gd name="connsiteX95-1955" fmla="*/ 8899 w 10000"/>
              <a:gd name="connsiteY95-1956" fmla="*/ 8411 h 10000"/>
              <a:gd name="connsiteX96-1957" fmla="*/ 9274 w 10000"/>
              <a:gd name="connsiteY96-1958" fmla="*/ 7513 h 10000"/>
              <a:gd name="connsiteX97-1959" fmla="*/ 9391 w 10000"/>
              <a:gd name="connsiteY97-1960" fmla="*/ 7448 h 10000"/>
              <a:gd name="connsiteX98-1961" fmla="*/ 9391 w 10000"/>
              <a:gd name="connsiteY98-1962" fmla="*/ 7448 h 10000"/>
              <a:gd name="connsiteX99-1963" fmla="*/ 9391 w 10000"/>
              <a:gd name="connsiteY99-1964" fmla="*/ 7448 h 10000"/>
              <a:gd name="connsiteX100-1965" fmla="*/ 9391 w 10000"/>
              <a:gd name="connsiteY100-1966" fmla="*/ 7448 h 10000"/>
              <a:gd name="connsiteX101-1967" fmla="*/ 9508 w 10000"/>
              <a:gd name="connsiteY101-1968" fmla="*/ 7721 h 10000"/>
              <a:gd name="connsiteX102-1969" fmla="*/ 9649 w 10000"/>
              <a:gd name="connsiteY102-1970" fmla="*/ 7799 h 10000"/>
              <a:gd name="connsiteX103-1971" fmla="*/ 9649 w 10000"/>
              <a:gd name="connsiteY103-1972" fmla="*/ 7930 h 10000"/>
              <a:gd name="connsiteX104-1973" fmla="*/ 9649 w 10000"/>
              <a:gd name="connsiteY104-1974" fmla="*/ 8138 h 10000"/>
              <a:gd name="connsiteX105-1975" fmla="*/ 9649 w 10000"/>
              <a:gd name="connsiteY105-1976" fmla="*/ 8411 h 10000"/>
              <a:gd name="connsiteX106-1977" fmla="*/ 9766 w 10000"/>
              <a:gd name="connsiteY106-1978" fmla="*/ 8763 h 10000"/>
              <a:gd name="connsiteX107-1979" fmla="*/ 9883 w 10000"/>
              <a:gd name="connsiteY107-1980" fmla="*/ 9036 h 10000"/>
              <a:gd name="connsiteX108-1981" fmla="*/ 10000 w 10000"/>
              <a:gd name="connsiteY108-1982" fmla="*/ 9375 h 10000"/>
              <a:gd name="connsiteX109-1983" fmla="*/ 10000 w 10000"/>
              <a:gd name="connsiteY109-1984" fmla="*/ 9453 h 10000"/>
              <a:gd name="connsiteX110-1985" fmla="*/ 10000 w 10000"/>
              <a:gd name="connsiteY110-1986" fmla="*/ 9583 h 10000"/>
              <a:gd name="connsiteX111-1987" fmla="*/ 10000 w 10000"/>
              <a:gd name="connsiteY111-1988" fmla="*/ 9727 h 10000"/>
              <a:gd name="connsiteX112-1989" fmla="*/ 10000 w 10000"/>
              <a:gd name="connsiteY112-1990" fmla="*/ 9792 h 10000"/>
              <a:gd name="connsiteX113-1991" fmla="*/ 10000 w 10000"/>
              <a:gd name="connsiteY113-1992" fmla="*/ 9857 h 10000"/>
              <a:gd name="connsiteX114-1993" fmla="*/ 10000 w 10000"/>
              <a:gd name="connsiteY114-1994" fmla="*/ 9935 h 10000"/>
              <a:gd name="connsiteX115-1995" fmla="*/ 10000 w 10000"/>
              <a:gd name="connsiteY115-1996" fmla="*/ 9935 h 10000"/>
              <a:gd name="connsiteX116-1997" fmla="*/ 10000 w 10000"/>
              <a:gd name="connsiteY116-1998" fmla="*/ 10000 h 10000"/>
              <a:gd name="connsiteX117-1999" fmla="*/ 9766 w 10000"/>
              <a:gd name="connsiteY117-2000" fmla="*/ 9935 h 10000"/>
              <a:gd name="connsiteX118-2001" fmla="*/ 9508 w 10000"/>
              <a:gd name="connsiteY118-2002" fmla="*/ 9935 h 10000"/>
              <a:gd name="connsiteX119-2003" fmla="*/ 9133 w 10000"/>
              <a:gd name="connsiteY119-2004" fmla="*/ 9857 h 10000"/>
              <a:gd name="connsiteX120-2005" fmla="*/ 8642 w 10000"/>
              <a:gd name="connsiteY120-2006" fmla="*/ 9727 h 10000"/>
              <a:gd name="connsiteX121-2007" fmla="*/ 8642 w 10000"/>
              <a:gd name="connsiteY121-2008" fmla="*/ 9727 h 10000"/>
              <a:gd name="connsiteX0-2009" fmla="*/ 8642 w 10000"/>
              <a:gd name="connsiteY0-2010" fmla="*/ 9727 h 10000"/>
              <a:gd name="connsiteX1-2011" fmla="*/ 8290 w 10000"/>
              <a:gd name="connsiteY1-2012" fmla="*/ 9583 h 10000"/>
              <a:gd name="connsiteX2-2013" fmla="*/ 7775 w 10000"/>
              <a:gd name="connsiteY2-2014" fmla="*/ 9453 h 10000"/>
              <a:gd name="connsiteX3-2015" fmla="*/ 7283 w 10000"/>
              <a:gd name="connsiteY3-2016" fmla="*/ 9245 h 10000"/>
              <a:gd name="connsiteX4-2017" fmla="*/ 6792 w 10000"/>
              <a:gd name="connsiteY4-2018" fmla="*/ 9036 h 10000"/>
              <a:gd name="connsiteX5-2019" fmla="*/ 6557 w 10000"/>
              <a:gd name="connsiteY5-2020" fmla="*/ 8893 h 10000"/>
              <a:gd name="connsiteX6-2021" fmla="*/ 6300 w 10000"/>
              <a:gd name="connsiteY6-2022" fmla="*/ 8763 h 10000"/>
              <a:gd name="connsiteX7-2023" fmla="*/ 6042 w 10000"/>
              <a:gd name="connsiteY7-2024" fmla="*/ 8620 h 10000"/>
              <a:gd name="connsiteX8-2025" fmla="*/ 5808 w 10000"/>
              <a:gd name="connsiteY8-2026" fmla="*/ 8490 h 10000"/>
              <a:gd name="connsiteX9-2027" fmla="*/ 5550 w 10000"/>
              <a:gd name="connsiteY9-2028" fmla="*/ 8281 h 10000"/>
              <a:gd name="connsiteX10-2029" fmla="*/ 5316 w 10000"/>
              <a:gd name="connsiteY10-2030" fmla="*/ 8073 h 10000"/>
              <a:gd name="connsiteX11-2031" fmla="*/ 5059 w 10000"/>
              <a:gd name="connsiteY11-2032" fmla="*/ 7865 h 10000"/>
              <a:gd name="connsiteX12-2033" fmla="*/ 4684 w 10000"/>
              <a:gd name="connsiteY12-2034" fmla="*/ 7656 h 10000"/>
              <a:gd name="connsiteX13-2035" fmla="*/ 4075 w 10000"/>
              <a:gd name="connsiteY13-2036" fmla="*/ 7174 h 10000"/>
              <a:gd name="connsiteX14-2037" fmla="*/ 3583 w 10000"/>
              <a:gd name="connsiteY14-2038" fmla="*/ 6758 h 10000"/>
              <a:gd name="connsiteX15-2039" fmla="*/ 3091 w 10000"/>
              <a:gd name="connsiteY15-2040" fmla="*/ 6276 h 10000"/>
              <a:gd name="connsiteX16-2041" fmla="*/ 2717 w 10000"/>
              <a:gd name="connsiteY16-2042" fmla="*/ 5729 h 10000"/>
              <a:gd name="connsiteX17-2043" fmla="*/ 2342 w 10000"/>
              <a:gd name="connsiteY17-2044" fmla="*/ 5247 h 10000"/>
              <a:gd name="connsiteX18-2045" fmla="*/ 1967 w 10000"/>
              <a:gd name="connsiteY18-2046" fmla="*/ 4766 h 10000"/>
              <a:gd name="connsiteX19-2047" fmla="*/ 1733 w 10000"/>
              <a:gd name="connsiteY19-2048" fmla="*/ 4284 h 10000"/>
              <a:gd name="connsiteX20-2049" fmla="*/ 1593 w 10000"/>
              <a:gd name="connsiteY20-2050" fmla="*/ 3997 h 10000"/>
              <a:gd name="connsiteX21-2051" fmla="*/ 1475 w 10000"/>
              <a:gd name="connsiteY21-2052" fmla="*/ 3789 h 10000"/>
              <a:gd name="connsiteX22-2053" fmla="*/ 1241 w 10000"/>
              <a:gd name="connsiteY22-2054" fmla="*/ 3307 h 10000"/>
              <a:gd name="connsiteX23-2055" fmla="*/ 1101 w 10000"/>
              <a:gd name="connsiteY23-2056" fmla="*/ 2760 h 10000"/>
              <a:gd name="connsiteX24-2057" fmla="*/ 867 w 10000"/>
              <a:gd name="connsiteY24-2058" fmla="*/ 2214 h 10000"/>
              <a:gd name="connsiteX25-2059" fmla="*/ 726 w 10000"/>
              <a:gd name="connsiteY25-2060" fmla="*/ 1654 h 10000"/>
              <a:gd name="connsiteX26-2061" fmla="*/ 726 w 10000"/>
              <a:gd name="connsiteY26-2062" fmla="*/ 1380 h 10000"/>
              <a:gd name="connsiteX27-2063" fmla="*/ 609 w 10000"/>
              <a:gd name="connsiteY27-2064" fmla="*/ 1107 h 10000"/>
              <a:gd name="connsiteX28-2065" fmla="*/ 492 w 10000"/>
              <a:gd name="connsiteY28-2066" fmla="*/ 898 h 10000"/>
              <a:gd name="connsiteX29-2067" fmla="*/ 492 w 10000"/>
              <a:gd name="connsiteY29-2068" fmla="*/ 690 h 10000"/>
              <a:gd name="connsiteX30-2069" fmla="*/ 375 w 10000"/>
              <a:gd name="connsiteY30-2070" fmla="*/ 560 h 10000"/>
              <a:gd name="connsiteX31-2071" fmla="*/ 375 w 10000"/>
              <a:gd name="connsiteY31-2072" fmla="*/ 417 h 10000"/>
              <a:gd name="connsiteX32-2073" fmla="*/ 234 w 10000"/>
              <a:gd name="connsiteY32-2074" fmla="*/ 352 h 10000"/>
              <a:gd name="connsiteX33-2075" fmla="*/ 234 w 10000"/>
              <a:gd name="connsiteY33-2076" fmla="*/ 273 h 10000"/>
              <a:gd name="connsiteX34-2077" fmla="*/ 117 w 10000"/>
              <a:gd name="connsiteY34-2078" fmla="*/ 273 h 10000"/>
              <a:gd name="connsiteX35-2079" fmla="*/ 0 w 10000"/>
              <a:gd name="connsiteY35-2080" fmla="*/ 208 h 10000"/>
              <a:gd name="connsiteX36-2081" fmla="*/ 0 w 10000"/>
              <a:gd name="connsiteY36-2082" fmla="*/ 143 h 10000"/>
              <a:gd name="connsiteX37-2083" fmla="*/ 117 w 10000"/>
              <a:gd name="connsiteY37-2084" fmla="*/ 78 h 10000"/>
              <a:gd name="connsiteX38-2085" fmla="*/ 117 w 10000"/>
              <a:gd name="connsiteY38-2086" fmla="*/ 0 h 10000"/>
              <a:gd name="connsiteX39-2087" fmla="*/ 117 w 10000"/>
              <a:gd name="connsiteY39-2088" fmla="*/ 0 h 10000"/>
              <a:gd name="connsiteX40-2089" fmla="*/ 234 w 10000"/>
              <a:gd name="connsiteY40-2090" fmla="*/ 0 h 10000"/>
              <a:gd name="connsiteX41-2091" fmla="*/ 234 w 10000"/>
              <a:gd name="connsiteY41-2092" fmla="*/ 0 h 10000"/>
              <a:gd name="connsiteX42-2093" fmla="*/ 375 w 10000"/>
              <a:gd name="connsiteY42-2094" fmla="*/ 0 h 10000"/>
              <a:gd name="connsiteX43-2095" fmla="*/ 609 w 10000"/>
              <a:gd name="connsiteY43-2096" fmla="*/ 0 h 10000"/>
              <a:gd name="connsiteX44-2097" fmla="*/ 726 w 10000"/>
              <a:gd name="connsiteY44-2098" fmla="*/ 78 h 10000"/>
              <a:gd name="connsiteX45-2099" fmla="*/ 984 w 10000"/>
              <a:gd name="connsiteY45-2100" fmla="*/ 78 h 10000"/>
              <a:gd name="connsiteX46-2101" fmla="*/ 1358 w 10000"/>
              <a:gd name="connsiteY46-2102" fmla="*/ 208 h 10000"/>
              <a:gd name="connsiteX47-2103" fmla="*/ 1593 w 10000"/>
              <a:gd name="connsiteY47-2104" fmla="*/ 273 h 10000"/>
              <a:gd name="connsiteX48-2105" fmla="*/ 1850 w 10000"/>
              <a:gd name="connsiteY48-2106" fmla="*/ 273 h 10000"/>
              <a:gd name="connsiteX49-2107" fmla="*/ 1967 w 10000"/>
              <a:gd name="connsiteY49-2108" fmla="*/ 352 h 10000"/>
              <a:gd name="connsiteX50-2109" fmla="*/ 1967 w 10000"/>
              <a:gd name="connsiteY50-2110" fmla="*/ 417 h 10000"/>
              <a:gd name="connsiteX51-2111" fmla="*/ 1967 w 10000"/>
              <a:gd name="connsiteY51-2112" fmla="*/ 417 h 10000"/>
              <a:gd name="connsiteX52-2113" fmla="*/ 1850 w 10000"/>
              <a:gd name="connsiteY52-2114" fmla="*/ 482 h 10000"/>
              <a:gd name="connsiteX53-2115" fmla="*/ 1850 w 10000"/>
              <a:gd name="connsiteY53-2116" fmla="*/ 560 h 10000"/>
              <a:gd name="connsiteX54-2117" fmla="*/ 1850 w 10000"/>
              <a:gd name="connsiteY54-2118" fmla="*/ 690 h 10000"/>
              <a:gd name="connsiteX55-2119" fmla="*/ 1733 w 10000"/>
              <a:gd name="connsiteY55-2120" fmla="*/ 833 h 10000"/>
              <a:gd name="connsiteX56-2121" fmla="*/ 1733 w 10000"/>
              <a:gd name="connsiteY56-2122" fmla="*/ 898 h 10000"/>
              <a:gd name="connsiteX57-2123" fmla="*/ 1733 w 10000"/>
              <a:gd name="connsiteY57-2124" fmla="*/ 1042 h 10000"/>
              <a:gd name="connsiteX58-2125" fmla="*/ 1733 w 10000"/>
              <a:gd name="connsiteY58-2126" fmla="*/ 1107 h 10000"/>
              <a:gd name="connsiteX59-2127" fmla="*/ 1733 w 10000"/>
              <a:gd name="connsiteY59-2128" fmla="*/ 1250 h 10000"/>
              <a:gd name="connsiteX60-2129" fmla="*/ 1733 w 10000"/>
              <a:gd name="connsiteY60-2130" fmla="*/ 1523 h 10000"/>
              <a:gd name="connsiteX61-2131" fmla="*/ 1850 w 10000"/>
              <a:gd name="connsiteY61-2132" fmla="*/ 1862 h 10000"/>
              <a:gd name="connsiteX62-2133" fmla="*/ 1850 w 10000"/>
              <a:gd name="connsiteY62-2134" fmla="*/ 2214 h 10000"/>
              <a:gd name="connsiteX63-2135" fmla="*/ 1967 w 10000"/>
              <a:gd name="connsiteY63-2136" fmla="*/ 2552 h 10000"/>
              <a:gd name="connsiteX64-2137" fmla="*/ 2084 w 10000"/>
              <a:gd name="connsiteY64-2138" fmla="*/ 2969 h 10000"/>
              <a:gd name="connsiteX65-2139" fmla="*/ 2342 w 10000"/>
              <a:gd name="connsiteY65-2140" fmla="*/ 3385 h 10000"/>
              <a:gd name="connsiteX66-2141" fmla="*/ 2600 w 10000"/>
              <a:gd name="connsiteY66-2142" fmla="*/ 3867 h 10000"/>
              <a:gd name="connsiteX67-2143" fmla="*/ 2834 w 10000"/>
              <a:gd name="connsiteY67-2144" fmla="*/ 4349 h 10000"/>
              <a:gd name="connsiteX68-2145" fmla="*/ 3208 w 10000"/>
              <a:gd name="connsiteY68-2146" fmla="*/ 4896 h 10000"/>
              <a:gd name="connsiteX69-2147" fmla="*/ 3583 w 10000"/>
              <a:gd name="connsiteY69-2148" fmla="*/ 5521 h 10000"/>
              <a:gd name="connsiteX70-2149" fmla="*/ 3817 w 10000"/>
              <a:gd name="connsiteY70-2150" fmla="*/ 5794 h 10000"/>
              <a:gd name="connsiteX71-2151" fmla="*/ 4075 w 10000"/>
              <a:gd name="connsiteY71-2152" fmla="*/ 6003 h 10000"/>
              <a:gd name="connsiteX72-2153" fmla="*/ 4333 w 10000"/>
              <a:gd name="connsiteY72-2154" fmla="*/ 6276 h 10000"/>
              <a:gd name="connsiteX73-2155" fmla="*/ 4684 w 10000"/>
              <a:gd name="connsiteY73-2156" fmla="*/ 6549 h 10000"/>
              <a:gd name="connsiteX74-2157" fmla="*/ 4941 w 10000"/>
              <a:gd name="connsiteY74-2158" fmla="*/ 6823 h 10000"/>
              <a:gd name="connsiteX75-2159" fmla="*/ 5176 w 10000"/>
              <a:gd name="connsiteY75-2160" fmla="*/ 7109 h 10000"/>
              <a:gd name="connsiteX76-2161" fmla="*/ 5550 w 10000"/>
              <a:gd name="connsiteY76-2162" fmla="*/ 7318 h 10000"/>
              <a:gd name="connsiteX77-2163" fmla="*/ 5808 w 10000"/>
              <a:gd name="connsiteY77-2164" fmla="*/ 7513 h 10000"/>
              <a:gd name="connsiteX78-2165" fmla="*/ 6183 w 10000"/>
              <a:gd name="connsiteY78-2166" fmla="*/ 7721 h 10000"/>
              <a:gd name="connsiteX79-2167" fmla="*/ 6417 w 10000"/>
              <a:gd name="connsiteY79-2168" fmla="*/ 7930 h 10000"/>
              <a:gd name="connsiteX80-2169" fmla="*/ 6792 w 10000"/>
              <a:gd name="connsiteY80-2170" fmla="*/ 8073 h 10000"/>
              <a:gd name="connsiteX81-2171" fmla="*/ 7049 w 10000"/>
              <a:gd name="connsiteY81-2172" fmla="*/ 8203 h 10000"/>
              <a:gd name="connsiteX82-2173" fmla="*/ 7283 w 10000"/>
              <a:gd name="connsiteY82-2174" fmla="*/ 8346 h 10000"/>
              <a:gd name="connsiteX83-2175" fmla="*/ 7541 w 10000"/>
              <a:gd name="connsiteY83-2176" fmla="*/ 8490 h 10000"/>
              <a:gd name="connsiteX84-2177" fmla="*/ 7775 w 10000"/>
              <a:gd name="connsiteY84-2178" fmla="*/ 8555 h 10000"/>
              <a:gd name="connsiteX85-2179" fmla="*/ 8033 w 10000"/>
              <a:gd name="connsiteY85-2180" fmla="*/ 8685 h 10000"/>
              <a:gd name="connsiteX86-2181" fmla="*/ 8150 w 10000"/>
              <a:gd name="connsiteY86-2182" fmla="*/ 8763 h 10000"/>
              <a:gd name="connsiteX87-2183" fmla="*/ 8290 w 10000"/>
              <a:gd name="connsiteY87-2184" fmla="*/ 8763 h 10000"/>
              <a:gd name="connsiteX88-2185" fmla="*/ 8407 w 10000"/>
              <a:gd name="connsiteY88-2186" fmla="*/ 8828 h 10000"/>
              <a:gd name="connsiteX89-2187" fmla="*/ 8525 w 10000"/>
              <a:gd name="connsiteY89-2188" fmla="*/ 8828 h 10000"/>
              <a:gd name="connsiteX90-2189" fmla="*/ 8525 w 10000"/>
              <a:gd name="connsiteY90-2190" fmla="*/ 8828 h 10000"/>
              <a:gd name="connsiteX91-2191" fmla="*/ 8642 w 10000"/>
              <a:gd name="connsiteY91-2192" fmla="*/ 8763 h 10000"/>
              <a:gd name="connsiteX92-2193" fmla="*/ 8642 w 10000"/>
              <a:gd name="connsiteY92-2194" fmla="*/ 8685 h 10000"/>
              <a:gd name="connsiteX93-2195" fmla="*/ 8782 w 10000"/>
              <a:gd name="connsiteY93-2196" fmla="*/ 8620 h 10000"/>
              <a:gd name="connsiteX94-2197" fmla="*/ 8782 w 10000"/>
              <a:gd name="connsiteY94-2198" fmla="*/ 8555 h 10000"/>
              <a:gd name="connsiteX95-2199" fmla="*/ 8899 w 10000"/>
              <a:gd name="connsiteY95-2200" fmla="*/ 8411 h 10000"/>
              <a:gd name="connsiteX96-2201" fmla="*/ 9274 w 10000"/>
              <a:gd name="connsiteY96-2202" fmla="*/ 7513 h 10000"/>
              <a:gd name="connsiteX97-2203" fmla="*/ 9391 w 10000"/>
              <a:gd name="connsiteY97-2204" fmla="*/ 7448 h 10000"/>
              <a:gd name="connsiteX98-2205" fmla="*/ 9391 w 10000"/>
              <a:gd name="connsiteY98-2206" fmla="*/ 7448 h 10000"/>
              <a:gd name="connsiteX99-2207" fmla="*/ 9391 w 10000"/>
              <a:gd name="connsiteY99-2208" fmla="*/ 7448 h 10000"/>
              <a:gd name="connsiteX100-2209" fmla="*/ 9508 w 10000"/>
              <a:gd name="connsiteY100-2210" fmla="*/ 7721 h 10000"/>
              <a:gd name="connsiteX101-2211" fmla="*/ 9649 w 10000"/>
              <a:gd name="connsiteY101-2212" fmla="*/ 7799 h 10000"/>
              <a:gd name="connsiteX102-2213" fmla="*/ 9649 w 10000"/>
              <a:gd name="connsiteY102-2214" fmla="*/ 7930 h 10000"/>
              <a:gd name="connsiteX103-2215" fmla="*/ 9649 w 10000"/>
              <a:gd name="connsiteY103-2216" fmla="*/ 8138 h 10000"/>
              <a:gd name="connsiteX104-2217" fmla="*/ 9649 w 10000"/>
              <a:gd name="connsiteY104-2218" fmla="*/ 8411 h 10000"/>
              <a:gd name="connsiteX105-2219" fmla="*/ 9766 w 10000"/>
              <a:gd name="connsiteY105-2220" fmla="*/ 8763 h 10000"/>
              <a:gd name="connsiteX106-2221" fmla="*/ 9883 w 10000"/>
              <a:gd name="connsiteY106-2222" fmla="*/ 9036 h 10000"/>
              <a:gd name="connsiteX107-2223" fmla="*/ 10000 w 10000"/>
              <a:gd name="connsiteY107-2224" fmla="*/ 9375 h 10000"/>
              <a:gd name="connsiteX108-2225" fmla="*/ 10000 w 10000"/>
              <a:gd name="connsiteY108-2226" fmla="*/ 9453 h 10000"/>
              <a:gd name="connsiteX109-2227" fmla="*/ 10000 w 10000"/>
              <a:gd name="connsiteY109-2228" fmla="*/ 9583 h 10000"/>
              <a:gd name="connsiteX110-2229" fmla="*/ 10000 w 10000"/>
              <a:gd name="connsiteY110-2230" fmla="*/ 9727 h 10000"/>
              <a:gd name="connsiteX111-2231" fmla="*/ 10000 w 10000"/>
              <a:gd name="connsiteY111-2232" fmla="*/ 9792 h 10000"/>
              <a:gd name="connsiteX112-2233" fmla="*/ 10000 w 10000"/>
              <a:gd name="connsiteY112-2234" fmla="*/ 9857 h 10000"/>
              <a:gd name="connsiteX113-2235" fmla="*/ 10000 w 10000"/>
              <a:gd name="connsiteY113-2236" fmla="*/ 9935 h 10000"/>
              <a:gd name="connsiteX114-2237" fmla="*/ 10000 w 10000"/>
              <a:gd name="connsiteY114-2238" fmla="*/ 9935 h 10000"/>
              <a:gd name="connsiteX115-2239" fmla="*/ 10000 w 10000"/>
              <a:gd name="connsiteY115-2240" fmla="*/ 10000 h 10000"/>
              <a:gd name="connsiteX116-2241" fmla="*/ 9766 w 10000"/>
              <a:gd name="connsiteY116-2242" fmla="*/ 9935 h 10000"/>
              <a:gd name="connsiteX117-2243" fmla="*/ 9508 w 10000"/>
              <a:gd name="connsiteY117-2244" fmla="*/ 9935 h 10000"/>
              <a:gd name="connsiteX118-2245" fmla="*/ 9133 w 10000"/>
              <a:gd name="connsiteY118-2246" fmla="*/ 9857 h 10000"/>
              <a:gd name="connsiteX119-2247" fmla="*/ 8642 w 10000"/>
              <a:gd name="connsiteY119-2248" fmla="*/ 9727 h 10000"/>
              <a:gd name="connsiteX120-2249" fmla="*/ 8642 w 10000"/>
              <a:gd name="connsiteY120-2250" fmla="*/ 9727 h 10000"/>
              <a:gd name="connsiteX0-2251" fmla="*/ 8642 w 10000"/>
              <a:gd name="connsiteY0-2252" fmla="*/ 9727 h 10000"/>
              <a:gd name="connsiteX1-2253" fmla="*/ 8290 w 10000"/>
              <a:gd name="connsiteY1-2254" fmla="*/ 9583 h 10000"/>
              <a:gd name="connsiteX2-2255" fmla="*/ 7775 w 10000"/>
              <a:gd name="connsiteY2-2256" fmla="*/ 9453 h 10000"/>
              <a:gd name="connsiteX3-2257" fmla="*/ 7283 w 10000"/>
              <a:gd name="connsiteY3-2258" fmla="*/ 9245 h 10000"/>
              <a:gd name="connsiteX4-2259" fmla="*/ 6792 w 10000"/>
              <a:gd name="connsiteY4-2260" fmla="*/ 9036 h 10000"/>
              <a:gd name="connsiteX5-2261" fmla="*/ 6557 w 10000"/>
              <a:gd name="connsiteY5-2262" fmla="*/ 8893 h 10000"/>
              <a:gd name="connsiteX6-2263" fmla="*/ 6300 w 10000"/>
              <a:gd name="connsiteY6-2264" fmla="*/ 8763 h 10000"/>
              <a:gd name="connsiteX7-2265" fmla="*/ 6042 w 10000"/>
              <a:gd name="connsiteY7-2266" fmla="*/ 8620 h 10000"/>
              <a:gd name="connsiteX8-2267" fmla="*/ 5808 w 10000"/>
              <a:gd name="connsiteY8-2268" fmla="*/ 8490 h 10000"/>
              <a:gd name="connsiteX9-2269" fmla="*/ 5550 w 10000"/>
              <a:gd name="connsiteY9-2270" fmla="*/ 8281 h 10000"/>
              <a:gd name="connsiteX10-2271" fmla="*/ 5316 w 10000"/>
              <a:gd name="connsiteY10-2272" fmla="*/ 8073 h 10000"/>
              <a:gd name="connsiteX11-2273" fmla="*/ 5059 w 10000"/>
              <a:gd name="connsiteY11-2274" fmla="*/ 7865 h 10000"/>
              <a:gd name="connsiteX12-2275" fmla="*/ 4684 w 10000"/>
              <a:gd name="connsiteY12-2276" fmla="*/ 7656 h 10000"/>
              <a:gd name="connsiteX13-2277" fmla="*/ 4075 w 10000"/>
              <a:gd name="connsiteY13-2278" fmla="*/ 7174 h 10000"/>
              <a:gd name="connsiteX14-2279" fmla="*/ 3583 w 10000"/>
              <a:gd name="connsiteY14-2280" fmla="*/ 6758 h 10000"/>
              <a:gd name="connsiteX15-2281" fmla="*/ 3091 w 10000"/>
              <a:gd name="connsiteY15-2282" fmla="*/ 6276 h 10000"/>
              <a:gd name="connsiteX16-2283" fmla="*/ 2717 w 10000"/>
              <a:gd name="connsiteY16-2284" fmla="*/ 5729 h 10000"/>
              <a:gd name="connsiteX17-2285" fmla="*/ 2342 w 10000"/>
              <a:gd name="connsiteY17-2286" fmla="*/ 5247 h 10000"/>
              <a:gd name="connsiteX18-2287" fmla="*/ 1967 w 10000"/>
              <a:gd name="connsiteY18-2288" fmla="*/ 4766 h 10000"/>
              <a:gd name="connsiteX19-2289" fmla="*/ 1733 w 10000"/>
              <a:gd name="connsiteY19-2290" fmla="*/ 4284 h 10000"/>
              <a:gd name="connsiteX20-2291" fmla="*/ 1593 w 10000"/>
              <a:gd name="connsiteY20-2292" fmla="*/ 3997 h 10000"/>
              <a:gd name="connsiteX21-2293" fmla="*/ 1475 w 10000"/>
              <a:gd name="connsiteY21-2294" fmla="*/ 3789 h 10000"/>
              <a:gd name="connsiteX22-2295" fmla="*/ 1241 w 10000"/>
              <a:gd name="connsiteY22-2296" fmla="*/ 3307 h 10000"/>
              <a:gd name="connsiteX23-2297" fmla="*/ 1101 w 10000"/>
              <a:gd name="connsiteY23-2298" fmla="*/ 2760 h 10000"/>
              <a:gd name="connsiteX24-2299" fmla="*/ 867 w 10000"/>
              <a:gd name="connsiteY24-2300" fmla="*/ 2214 h 10000"/>
              <a:gd name="connsiteX25-2301" fmla="*/ 726 w 10000"/>
              <a:gd name="connsiteY25-2302" fmla="*/ 1654 h 10000"/>
              <a:gd name="connsiteX26-2303" fmla="*/ 726 w 10000"/>
              <a:gd name="connsiteY26-2304" fmla="*/ 1380 h 10000"/>
              <a:gd name="connsiteX27-2305" fmla="*/ 609 w 10000"/>
              <a:gd name="connsiteY27-2306" fmla="*/ 1107 h 10000"/>
              <a:gd name="connsiteX28-2307" fmla="*/ 492 w 10000"/>
              <a:gd name="connsiteY28-2308" fmla="*/ 898 h 10000"/>
              <a:gd name="connsiteX29-2309" fmla="*/ 492 w 10000"/>
              <a:gd name="connsiteY29-2310" fmla="*/ 690 h 10000"/>
              <a:gd name="connsiteX30-2311" fmla="*/ 375 w 10000"/>
              <a:gd name="connsiteY30-2312" fmla="*/ 560 h 10000"/>
              <a:gd name="connsiteX31-2313" fmla="*/ 375 w 10000"/>
              <a:gd name="connsiteY31-2314" fmla="*/ 417 h 10000"/>
              <a:gd name="connsiteX32-2315" fmla="*/ 234 w 10000"/>
              <a:gd name="connsiteY32-2316" fmla="*/ 352 h 10000"/>
              <a:gd name="connsiteX33-2317" fmla="*/ 234 w 10000"/>
              <a:gd name="connsiteY33-2318" fmla="*/ 273 h 10000"/>
              <a:gd name="connsiteX34-2319" fmla="*/ 117 w 10000"/>
              <a:gd name="connsiteY34-2320" fmla="*/ 273 h 10000"/>
              <a:gd name="connsiteX35-2321" fmla="*/ 0 w 10000"/>
              <a:gd name="connsiteY35-2322" fmla="*/ 208 h 10000"/>
              <a:gd name="connsiteX36-2323" fmla="*/ 0 w 10000"/>
              <a:gd name="connsiteY36-2324" fmla="*/ 143 h 10000"/>
              <a:gd name="connsiteX37-2325" fmla="*/ 117 w 10000"/>
              <a:gd name="connsiteY37-2326" fmla="*/ 78 h 10000"/>
              <a:gd name="connsiteX38-2327" fmla="*/ 117 w 10000"/>
              <a:gd name="connsiteY38-2328" fmla="*/ 0 h 10000"/>
              <a:gd name="connsiteX39-2329" fmla="*/ 117 w 10000"/>
              <a:gd name="connsiteY39-2330" fmla="*/ 0 h 10000"/>
              <a:gd name="connsiteX40-2331" fmla="*/ 234 w 10000"/>
              <a:gd name="connsiteY40-2332" fmla="*/ 0 h 10000"/>
              <a:gd name="connsiteX41-2333" fmla="*/ 234 w 10000"/>
              <a:gd name="connsiteY41-2334" fmla="*/ 0 h 10000"/>
              <a:gd name="connsiteX42-2335" fmla="*/ 375 w 10000"/>
              <a:gd name="connsiteY42-2336" fmla="*/ 0 h 10000"/>
              <a:gd name="connsiteX43-2337" fmla="*/ 609 w 10000"/>
              <a:gd name="connsiteY43-2338" fmla="*/ 0 h 10000"/>
              <a:gd name="connsiteX44-2339" fmla="*/ 726 w 10000"/>
              <a:gd name="connsiteY44-2340" fmla="*/ 78 h 10000"/>
              <a:gd name="connsiteX45-2341" fmla="*/ 984 w 10000"/>
              <a:gd name="connsiteY45-2342" fmla="*/ 78 h 10000"/>
              <a:gd name="connsiteX46-2343" fmla="*/ 1358 w 10000"/>
              <a:gd name="connsiteY46-2344" fmla="*/ 208 h 10000"/>
              <a:gd name="connsiteX47-2345" fmla="*/ 1593 w 10000"/>
              <a:gd name="connsiteY47-2346" fmla="*/ 273 h 10000"/>
              <a:gd name="connsiteX48-2347" fmla="*/ 1850 w 10000"/>
              <a:gd name="connsiteY48-2348" fmla="*/ 273 h 10000"/>
              <a:gd name="connsiteX49-2349" fmla="*/ 1967 w 10000"/>
              <a:gd name="connsiteY49-2350" fmla="*/ 352 h 10000"/>
              <a:gd name="connsiteX50-2351" fmla="*/ 1967 w 10000"/>
              <a:gd name="connsiteY50-2352" fmla="*/ 417 h 10000"/>
              <a:gd name="connsiteX51-2353" fmla="*/ 1967 w 10000"/>
              <a:gd name="connsiteY51-2354" fmla="*/ 417 h 10000"/>
              <a:gd name="connsiteX52-2355" fmla="*/ 1850 w 10000"/>
              <a:gd name="connsiteY52-2356" fmla="*/ 482 h 10000"/>
              <a:gd name="connsiteX53-2357" fmla="*/ 1850 w 10000"/>
              <a:gd name="connsiteY53-2358" fmla="*/ 560 h 10000"/>
              <a:gd name="connsiteX54-2359" fmla="*/ 1850 w 10000"/>
              <a:gd name="connsiteY54-2360" fmla="*/ 690 h 10000"/>
              <a:gd name="connsiteX55-2361" fmla="*/ 1733 w 10000"/>
              <a:gd name="connsiteY55-2362" fmla="*/ 833 h 10000"/>
              <a:gd name="connsiteX56-2363" fmla="*/ 1733 w 10000"/>
              <a:gd name="connsiteY56-2364" fmla="*/ 898 h 10000"/>
              <a:gd name="connsiteX57-2365" fmla="*/ 1733 w 10000"/>
              <a:gd name="connsiteY57-2366" fmla="*/ 1042 h 10000"/>
              <a:gd name="connsiteX58-2367" fmla="*/ 1733 w 10000"/>
              <a:gd name="connsiteY58-2368" fmla="*/ 1107 h 10000"/>
              <a:gd name="connsiteX59-2369" fmla="*/ 1733 w 10000"/>
              <a:gd name="connsiteY59-2370" fmla="*/ 1250 h 10000"/>
              <a:gd name="connsiteX60-2371" fmla="*/ 1733 w 10000"/>
              <a:gd name="connsiteY60-2372" fmla="*/ 1523 h 10000"/>
              <a:gd name="connsiteX61-2373" fmla="*/ 1850 w 10000"/>
              <a:gd name="connsiteY61-2374" fmla="*/ 1862 h 10000"/>
              <a:gd name="connsiteX62-2375" fmla="*/ 1850 w 10000"/>
              <a:gd name="connsiteY62-2376" fmla="*/ 2214 h 10000"/>
              <a:gd name="connsiteX63-2377" fmla="*/ 1967 w 10000"/>
              <a:gd name="connsiteY63-2378" fmla="*/ 2552 h 10000"/>
              <a:gd name="connsiteX64-2379" fmla="*/ 2084 w 10000"/>
              <a:gd name="connsiteY64-2380" fmla="*/ 2969 h 10000"/>
              <a:gd name="connsiteX65-2381" fmla="*/ 2342 w 10000"/>
              <a:gd name="connsiteY65-2382" fmla="*/ 3385 h 10000"/>
              <a:gd name="connsiteX66-2383" fmla="*/ 2600 w 10000"/>
              <a:gd name="connsiteY66-2384" fmla="*/ 3867 h 10000"/>
              <a:gd name="connsiteX67-2385" fmla="*/ 2834 w 10000"/>
              <a:gd name="connsiteY67-2386" fmla="*/ 4349 h 10000"/>
              <a:gd name="connsiteX68-2387" fmla="*/ 3208 w 10000"/>
              <a:gd name="connsiteY68-2388" fmla="*/ 4896 h 10000"/>
              <a:gd name="connsiteX69-2389" fmla="*/ 3583 w 10000"/>
              <a:gd name="connsiteY69-2390" fmla="*/ 5521 h 10000"/>
              <a:gd name="connsiteX70-2391" fmla="*/ 3817 w 10000"/>
              <a:gd name="connsiteY70-2392" fmla="*/ 5794 h 10000"/>
              <a:gd name="connsiteX71-2393" fmla="*/ 4075 w 10000"/>
              <a:gd name="connsiteY71-2394" fmla="*/ 6003 h 10000"/>
              <a:gd name="connsiteX72-2395" fmla="*/ 4333 w 10000"/>
              <a:gd name="connsiteY72-2396" fmla="*/ 6276 h 10000"/>
              <a:gd name="connsiteX73-2397" fmla="*/ 4684 w 10000"/>
              <a:gd name="connsiteY73-2398" fmla="*/ 6549 h 10000"/>
              <a:gd name="connsiteX74-2399" fmla="*/ 4941 w 10000"/>
              <a:gd name="connsiteY74-2400" fmla="*/ 6823 h 10000"/>
              <a:gd name="connsiteX75-2401" fmla="*/ 5176 w 10000"/>
              <a:gd name="connsiteY75-2402" fmla="*/ 7109 h 10000"/>
              <a:gd name="connsiteX76-2403" fmla="*/ 5550 w 10000"/>
              <a:gd name="connsiteY76-2404" fmla="*/ 7318 h 10000"/>
              <a:gd name="connsiteX77-2405" fmla="*/ 5808 w 10000"/>
              <a:gd name="connsiteY77-2406" fmla="*/ 7513 h 10000"/>
              <a:gd name="connsiteX78-2407" fmla="*/ 6183 w 10000"/>
              <a:gd name="connsiteY78-2408" fmla="*/ 7721 h 10000"/>
              <a:gd name="connsiteX79-2409" fmla="*/ 6417 w 10000"/>
              <a:gd name="connsiteY79-2410" fmla="*/ 7930 h 10000"/>
              <a:gd name="connsiteX80-2411" fmla="*/ 6792 w 10000"/>
              <a:gd name="connsiteY80-2412" fmla="*/ 8073 h 10000"/>
              <a:gd name="connsiteX81-2413" fmla="*/ 7049 w 10000"/>
              <a:gd name="connsiteY81-2414" fmla="*/ 8203 h 10000"/>
              <a:gd name="connsiteX82-2415" fmla="*/ 7283 w 10000"/>
              <a:gd name="connsiteY82-2416" fmla="*/ 8346 h 10000"/>
              <a:gd name="connsiteX83-2417" fmla="*/ 7541 w 10000"/>
              <a:gd name="connsiteY83-2418" fmla="*/ 8490 h 10000"/>
              <a:gd name="connsiteX84-2419" fmla="*/ 7775 w 10000"/>
              <a:gd name="connsiteY84-2420" fmla="*/ 8555 h 10000"/>
              <a:gd name="connsiteX85-2421" fmla="*/ 8033 w 10000"/>
              <a:gd name="connsiteY85-2422" fmla="*/ 8685 h 10000"/>
              <a:gd name="connsiteX86-2423" fmla="*/ 8150 w 10000"/>
              <a:gd name="connsiteY86-2424" fmla="*/ 8763 h 10000"/>
              <a:gd name="connsiteX87-2425" fmla="*/ 8290 w 10000"/>
              <a:gd name="connsiteY87-2426" fmla="*/ 8763 h 10000"/>
              <a:gd name="connsiteX88-2427" fmla="*/ 8407 w 10000"/>
              <a:gd name="connsiteY88-2428" fmla="*/ 8828 h 10000"/>
              <a:gd name="connsiteX89-2429" fmla="*/ 8525 w 10000"/>
              <a:gd name="connsiteY89-2430" fmla="*/ 8828 h 10000"/>
              <a:gd name="connsiteX90-2431" fmla="*/ 8525 w 10000"/>
              <a:gd name="connsiteY90-2432" fmla="*/ 8828 h 10000"/>
              <a:gd name="connsiteX91-2433" fmla="*/ 8642 w 10000"/>
              <a:gd name="connsiteY91-2434" fmla="*/ 8763 h 10000"/>
              <a:gd name="connsiteX92-2435" fmla="*/ 8642 w 10000"/>
              <a:gd name="connsiteY92-2436" fmla="*/ 8685 h 10000"/>
              <a:gd name="connsiteX93-2437" fmla="*/ 8782 w 10000"/>
              <a:gd name="connsiteY93-2438" fmla="*/ 8620 h 10000"/>
              <a:gd name="connsiteX94-2439" fmla="*/ 8782 w 10000"/>
              <a:gd name="connsiteY94-2440" fmla="*/ 8555 h 10000"/>
              <a:gd name="connsiteX95-2441" fmla="*/ 8899 w 10000"/>
              <a:gd name="connsiteY95-2442" fmla="*/ 8411 h 10000"/>
              <a:gd name="connsiteX96-2443" fmla="*/ 9274 w 10000"/>
              <a:gd name="connsiteY96-2444" fmla="*/ 7513 h 10000"/>
              <a:gd name="connsiteX97-2445" fmla="*/ 9391 w 10000"/>
              <a:gd name="connsiteY97-2446" fmla="*/ 7448 h 10000"/>
              <a:gd name="connsiteX98-2447" fmla="*/ 9391 w 10000"/>
              <a:gd name="connsiteY98-2448" fmla="*/ 7448 h 10000"/>
              <a:gd name="connsiteX99-2449" fmla="*/ 9508 w 10000"/>
              <a:gd name="connsiteY99-2450" fmla="*/ 7721 h 10000"/>
              <a:gd name="connsiteX100-2451" fmla="*/ 9649 w 10000"/>
              <a:gd name="connsiteY100-2452" fmla="*/ 7799 h 10000"/>
              <a:gd name="connsiteX101-2453" fmla="*/ 9649 w 10000"/>
              <a:gd name="connsiteY101-2454" fmla="*/ 7930 h 10000"/>
              <a:gd name="connsiteX102-2455" fmla="*/ 9649 w 10000"/>
              <a:gd name="connsiteY102-2456" fmla="*/ 8138 h 10000"/>
              <a:gd name="connsiteX103-2457" fmla="*/ 9649 w 10000"/>
              <a:gd name="connsiteY103-2458" fmla="*/ 8411 h 10000"/>
              <a:gd name="connsiteX104-2459" fmla="*/ 9766 w 10000"/>
              <a:gd name="connsiteY104-2460" fmla="*/ 8763 h 10000"/>
              <a:gd name="connsiteX105-2461" fmla="*/ 9883 w 10000"/>
              <a:gd name="connsiteY105-2462" fmla="*/ 9036 h 10000"/>
              <a:gd name="connsiteX106-2463" fmla="*/ 10000 w 10000"/>
              <a:gd name="connsiteY106-2464" fmla="*/ 9375 h 10000"/>
              <a:gd name="connsiteX107-2465" fmla="*/ 10000 w 10000"/>
              <a:gd name="connsiteY107-2466" fmla="*/ 9453 h 10000"/>
              <a:gd name="connsiteX108-2467" fmla="*/ 10000 w 10000"/>
              <a:gd name="connsiteY108-2468" fmla="*/ 9583 h 10000"/>
              <a:gd name="connsiteX109-2469" fmla="*/ 10000 w 10000"/>
              <a:gd name="connsiteY109-2470" fmla="*/ 9727 h 10000"/>
              <a:gd name="connsiteX110-2471" fmla="*/ 10000 w 10000"/>
              <a:gd name="connsiteY110-2472" fmla="*/ 9792 h 10000"/>
              <a:gd name="connsiteX111-2473" fmla="*/ 10000 w 10000"/>
              <a:gd name="connsiteY111-2474" fmla="*/ 9857 h 10000"/>
              <a:gd name="connsiteX112-2475" fmla="*/ 10000 w 10000"/>
              <a:gd name="connsiteY112-2476" fmla="*/ 9935 h 10000"/>
              <a:gd name="connsiteX113-2477" fmla="*/ 10000 w 10000"/>
              <a:gd name="connsiteY113-2478" fmla="*/ 9935 h 10000"/>
              <a:gd name="connsiteX114-2479" fmla="*/ 10000 w 10000"/>
              <a:gd name="connsiteY114-2480" fmla="*/ 10000 h 10000"/>
              <a:gd name="connsiteX115-2481" fmla="*/ 9766 w 10000"/>
              <a:gd name="connsiteY115-2482" fmla="*/ 9935 h 10000"/>
              <a:gd name="connsiteX116-2483" fmla="*/ 9508 w 10000"/>
              <a:gd name="connsiteY116-2484" fmla="*/ 9935 h 10000"/>
              <a:gd name="connsiteX117-2485" fmla="*/ 9133 w 10000"/>
              <a:gd name="connsiteY117-2486" fmla="*/ 9857 h 10000"/>
              <a:gd name="connsiteX118-2487" fmla="*/ 8642 w 10000"/>
              <a:gd name="connsiteY118-2488" fmla="*/ 9727 h 10000"/>
              <a:gd name="connsiteX119-2489" fmla="*/ 8642 w 10000"/>
              <a:gd name="connsiteY119-2490" fmla="*/ 9727 h 10000"/>
              <a:gd name="connsiteX0-2491" fmla="*/ 8642 w 10000"/>
              <a:gd name="connsiteY0-2492" fmla="*/ 9727 h 10000"/>
              <a:gd name="connsiteX1-2493" fmla="*/ 8290 w 10000"/>
              <a:gd name="connsiteY1-2494" fmla="*/ 9583 h 10000"/>
              <a:gd name="connsiteX2-2495" fmla="*/ 7775 w 10000"/>
              <a:gd name="connsiteY2-2496" fmla="*/ 9453 h 10000"/>
              <a:gd name="connsiteX3-2497" fmla="*/ 7283 w 10000"/>
              <a:gd name="connsiteY3-2498" fmla="*/ 9245 h 10000"/>
              <a:gd name="connsiteX4-2499" fmla="*/ 6792 w 10000"/>
              <a:gd name="connsiteY4-2500" fmla="*/ 9036 h 10000"/>
              <a:gd name="connsiteX5-2501" fmla="*/ 6557 w 10000"/>
              <a:gd name="connsiteY5-2502" fmla="*/ 8893 h 10000"/>
              <a:gd name="connsiteX6-2503" fmla="*/ 6300 w 10000"/>
              <a:gd name="connsiteY6-2504" fmla="*/ 8763 h 10000"/>
              <a:gd name="connsiteX7-2505" fmla="*/ 6042 w 10000"/>
              <a:gd name="connsiteY7-2506" fmla="*/ 8620 h 10000"/>
              <a:gd name="connsiteX8-2507" fmla="*/ 5808 w 10000"/>
              <a:gd name="connsiteY8-2508" fmla="*/ 8490 h 10000"/>
              <a:gd name="connsiteX9-2509" fmla="*/ 5550 w 10000"/>
              <a:gd name="connsiteY9-2510" fmla="*/ 8281 h 10000"/>
              <a:gd name="connsiteX10-2511" fmla="*/ 5316 w 10000"/>
              <a:gd name="connsiteY10-2512" fmla="*/ 8073 h 10000"/>
              <a:gd name="connsiteX11-2513" fmla="*/ 5059 w 10000"/>
              <a:gd name="connsiteY11-2514" fmla="*/ 7865 h 10000"/>
              <a:gd name="connsiteX12-2515" fmla="*/ 4684 w 10000"/>
              <a:gd name="connsiteY12-2516" fmla="*/ 7656 h 10000"/>
              <a:gd name="connsiteX13-2517" fmla="*/ 4075 w 10000"/>
              <a:gd name="connsiteY13-2518" fmla="*/ 7174 h 10000"/>
              <a:gd name="connsiteX14-2519" fmla="*/ 3583 w 10000"/>
              <a:gd name="connsiteY14-2520" fmla="*/ 6758 h 10000"/>
              <a:gd name="connsiteX15-2521" fmla="*/ 3091 w 10000"/>
              <a:gd name="connsiteY15-2522" fmla="*/ 6276 h 10000"/>
              <a:gd name="connsiteX16-2523" fmla="*/ 2717 w 10000"/>
              <a:gd name="connsiteY16-2524" fmla="*/ 5729 h 10000"/>
              <a:gd name="connsiteX17-2525" fmla="*/ 2342 w 10000"/>
              <a:gd name="connsiteY17-2526" fmla="*/ 5247 h 10000"/>
              <a:gd name="connsiteX18-2527" fmla="*/ 1967 w 10000"/>
              <a:gd name="connsiteY18-2528" fmla="*/ 4766 h 10000"/>
              <a:gd name="connsiteX19-2529" fmla="*/ 1733 w 10000"/>
              <a:gd name="connsiteY19-2530" fmla="*/ 4284 h 10000"/>
              <a:gd name="connsiteX20-2531" fmla="*/ 1593 w 10000"/>
              <a:gd name="connsiteY20-2532" fmla="*/ 3997 h 10000"/>
              <a:gd name="connsiteX21-2533" fmla="*/ 1475 w 10000"/>
              <a:gd name="connsiteY21-2534" fmla="*/ 3789 h 10000"/>
              <a:gd name="connsiteX22-2535" fmla="*/ 1241 w 10000"/>
              <a:gd name="connsiteY22-2536" fmla="*/ 3307 h 10000"/>
              <a:gd name="connsiteX23-2537" fmla="*/ 1101 w 10000"/>
              <a:gd name="connsiteY23-2538" fmla="*/ 2760 h 10000"/>
              <a:gd name="connsiteX24-2539" fmla="*/ 867 w 10000"/>
              <a:gd name="connsiteY24-2540" fmla="*/ 2214 h 10000"/>
              <a:gd name="connsiteX25-2541" fmla="*/ 726 w 10000"/>
              <a:gd name="connsiteY25-2542" fmla="*/ 1654 h 10000"/>
              <a:gd name="connsiteX26-2543" fmla="*/ 726 w 10000"/>
              <a:gd name="connsiteY26-2544" fmla="*/ 1380 h 10000"/>
              <a:gd name="connsiteX27-2545" fmla="*/ 609 w 10000"/>
              <a:gd name="connsiteY27-2546" fmla="*/ 1107 h 10000"/>
              <a:gd name="connsiteX28-2547" fmla="*/ 492 w 10000"/>
              <a:gd name="connsiteY28-2548" fmla="*/ 898 h 10000"/>
              <a:gd name="connsiteX29-2549" fmla="*/ 492 w 10000"/>
              <a:gd name="connsiteY29-2550" fmla="*/ 690 h 10000"/>
              <a:gd name="connsiteX30-2551" fmla="*/ 375 w 10000"/>
              <a:gd name="connsiteY30-2552" fmla="*/ 560 h 10000"/>
              <a:gd name="connsiteX31-2553" fmla="*/ 375 w 10000"/>
              <a:gd name="connsiteY31-2554" fmla="*/ 417 h 10000"/>
              <a:gd name="connsiteX32-2555" fmla="*/ 234 w 10000"/>
              <a:gd name="connsiteY32-2556" fmla="*/ 352 h 10000"/>
              <a:gd name="connsiteX33-2557" fmla="*/ 234 w 10000"/>
              <a:gd name="connsiteY33-2558" fmla="*/ 273 h 10000"/>
              <a:gd name="connsiteX34-2559" fmla="*/ 117 w 10000"/>
              <a:gd name="connsiteY34-2560" fmla="*/ 273 h 10000"/>
              <a:gd name="connsiteX35-2561" fmla="*/ 0 w 10000"/>
              <a:gd name="connsiteY35-2562" fmla="*/ 208 h 10000"/>
              <a:gd name="connsiteX36-2563" fmla="*/ 0 w 10000"/>
              <a:gd name="connsiteY36-2564" fmla="*/ 143 h 10000"/>
              <a:gd name="connsiteX37-2565" fmla="*/ 117 w 10000"/>
              <a:gd name="connsiteY37-2566" fmla="*/ 78 h 10000"/>
              <a:gd name="connsiteX38-2567" fmla="*/ 117 w 10000"/>
              <a:gd name="connsiteY38-2568" fmla="*/ 0 h 10000"/>
              <a:gd name="connsiteX39-2569" fmla="*/ 117 w 10000"/>
              <a:gd name="connsiteY39-2570" fmla="*/ 0 h 10000"/>
              <a:gd name="connsiteX40-2571" fmla="*/ 234 w 10000"/>
              <a:gd name="connsiteY40-2572" fmla="*/ 0 h 10000"/>
              <a:gd name="connsiteX41-2573" fmla="*/ 234 w 10000"/>
              <a:gd name="connsiteY41-2574" fmla="*/ 0 h 10000"/>
              <a:gd name="connsiteX42-2575" fmla="*/ 375 w 10000"/>
              <a:gd name="connsiteY42-2576" fmla="*/ 0 h 10000"/>
              <a:gd name="connsiteX43-2577" fmla="*/ 609 w 10000"/>
              <a:gd name="connsiteY43-2578" fmla="*/ 0 h 10000"/>
              <a:gd name="connsiteX44-2579" fmla="*/ 726 w 10000"/>
              <a:gd name="connsiteY44-2580" fmla="*/ 78 h 10000"/>
              <a:gd name="connsiteX45-2581" fmla="*/ 984 w 10000"/>
              <a:gd name="connsiteY45-2582" fmla="*/ 78 h 10000"/>
              <a:gd name="connsiteX46-2583" fmla="*/ 1358 w 10000"/>
              <a:gd name="connsiteY46-2584" fmla="*/ 208 h 10000"/>
              <a:gd name="connsiteX47-2585" fmla="*/ 1593 w 10000"/>
              <a:gd name="connsiteY47-2586" fmla="*/ 273 h 10000"/>
              <a:gd name="connsiteX48-2587" fmla="*/ 1850 w 10000"/>
              <a:gd name="connsiteY48-2588" fmla="*/ 273 h 10000"/>
              <a:gd name="connsiteX49-2589" fmla="*/ 1967 w 10000"/>
              <a:gd name="connsiteY49-2590" fmla="*/ 352 h 10000"/>
              <a:gd name="connsiteX50-2591" fmla="*/ 1967 w 10000"/>
              <a:gd name="connsiteY50-2592" fmla="*/ 417 h 10000"/>
              <a:gd name="connsiteX51-2593" fmla="*/ 1967 w 10000"/>
              <a:gd name="connsiteY51-2594" fmla="*/ 417 h 10000"/>
              <a:gd name="connsiteX52-2595" fmla="*/ 1850 w 10000"/>
              <a:gd name="connsiteY52-2596" fmla="*/ 482 h 10000"/>
              <a:gd name="connsiteX53-2597" fmla="*/ 1850 w 10000"/>
              <a:gd name="connsiteY53-2598" fmla="*/ 560 h 10000"/>
              <a:gd name="connsiteX54-2599" fmla="*/ 1850 w 10000"/>
              <a:gd name="connsiteY54-2600" fmla="*/ 690 h 10000"/>
              <a:gd name="connsiteX55-2601" fmla="*/ 1733 w 10000"/>
              <a:gd name="connsiteY55-2602" fmla="*/ 833 h 10000"/>
              <a:gd name="connsiteX56-2603" fmla="*/ 1733 w 10000"/>
              <a:gd name="connsiteY56-2604" fmla="*/ 898 h 10000"/>
              <a:gd name="connsiteX57-2605" fmla="*/ 1733 w 10000"/>
              <a:gd name="connsiteY57-2606" fmla="*/ 1042 h 10000"/>
              <a:gd name="connsiteX58-2607" fmla="*/ 1733 w 10000"/>
              <a:gd name="connsiteY58-2608" fmla="*/ 1107 h 10000"/>
              <a:gd name="connsiteX59-2609" fmla="*/ 1733 w 10000"/>
              <a:gd name="connsiteY59-2610" fmla="*/ 1250 h 10000"/>
              <a:gd name="connsiteX60-2611" fmla="*/ 1733 w 10000"/>
              <a:gd name="connsiteY60-2612" fmla="*/ 1523 h 10000"/>
              <a:gd name="connsiteX61-2613" fmla="*/ 1850 w 10000"/>
              <a:gd name="connsiteY61-2614" fmla="*/ 1862 h 10000"/>
              <a:gd name="connsiteX62-2615" fmla="*/ 1850 w 10000"/>
              <a:gd name="connsiteY62-2616" fmla="*/ 2214 h 10000"/>
              <a:gd name="connsiteX63-2617" fmla="*/ 1967 w 10000"/>
              <a:gd name="connsiteY63-2618" fmla="*/ 2552 h 10000"/>
              <a:gd name="connsiteX64-2619" fmla="*/ 2084 w 10000"/>
              <a:gd name="connsiteY64-2620" fmla="*/ 2969 h 10000"/>
              <a:gd name="connsiteX65-2621" fmla="*/ 2342 w 10000"/>
              <a:gd name="connsiteY65-2622" fmla="*/ 3385 h 10000"/>
              <a:gd name="connsiteX66-2623" fmla="*/ 2600 w 10000"/>
              <a:gd name="connsiteY66-2624" fmla="*/ 3867 h 10000"/>
              <a:gd name="connsiteX67-2625" fmla="*/ 2834 w 10000"/>
              <a:gd name="connsiteY67-2626" fmla="*/ 4349 h 10000"/>
              <a:gd name="connsiteX68-2627" fmla="*/ 3208 w 10000"/>
              <a:gd name="connsiteY68-2628" fmla="*/ 4896 h 10000"/>
              <a:gd name="connsiteX69-2629" fmla="*/ 3583 w 10000"/>
              <a:gd name="connsiteY69-2630" fmla="*/ 5521 h 10000"/>
              <a:gd name="connsiteX70-2631" fmla="*/ 3817 w 10000"/>
              <a:gd name="connsiteY70-2632" fmla="*/ 5794 h 10000"/>
              <a:gd name="connsiteX71-2633" fmla="*/ 4075 w 10000"/>
              <a:gd name="connsiteY71-2634" fmla="*/ 6003 h 10000"/>
              <a:gd name="connsiteX72-2635" fmla="*/ 4333 w 10000"/>
              <a:gd name="connsiteY72-2636" fmla="*/ 6276 h 10000"/>
              <a:gd name="connsiteX73-2637" fmla="*/ 4684 w 10000"/>
              <a:gd name="connsiteY73-2638" fmla="*/ 6549 h 10000"/>
              <a:gd name="connsiteX74-2639" fmla="*/ 4941 w 10000"/>
              <a:gd name="connsiteY74-2640" fmla="*/ 6823 h 10000"/>
              <a:gd name="connsiteX75-2641" fmla="*/ 5176 w 10000"/>
              <a:gd name="connsiteY75-2642" fmla="*/ 7109 h 10000"/>
              <a:gd name="connsiteX76-2643" fmla="*/ 5550 w 10000"/>
              <a:gd name="connsiteY76-2644" fmla="*/ 7318 h 10000"/>
              <a:gd name="connsiteX77-2645" fmla="*/ 5808 w 10000"/>
              <a:gd name="connsiteY77-2646" fmla="*/ 7513 h 10000"/>
              <a:gd name="connsiteX78-2647" fmla="*/ 6183 w 10000"/>
              <a:gd name="connsiteY78-2648" fmla="*/ 7721 h 10000"/>
              <a:gd name="connsiteX79-2649" fmla="*/ 6417 w 10000"/>
              <a:gd name="connsiteY79-2650" fmla="*/ 7930 h 10000"/>
              <a:gd name="connsiteX80-2651" fmla="*/ 6792 w 10000"/>
              <a:gd name="connsiteY80-2652" fmla="*/ 8073 h 10000"/>
              <a:gd name="connsiteX81-2653" fmla="*/ 7049 w 10000"/>
              <a:gd name="connsiteY81-2654" fmla="*/ 8203 h 10000"/>
              <a:gd name="connsiteX82-2655" fmla="*/ 7283 w 10000"/>
              <a:gd name="connsiteY82-2656" fmla="*/ 8346 h 10000"/>
              <a:gd name="connsiteX83-2657" fmla="*/ 7541 w 10000"/>
              <a:gd name="connsiteY83-2658" fmla="*/ 8490 h 10000"/>
              <a:gd name="connsiteX84-2659" fmla="*/ 7775 w 10000"/>
              <a:gd name="connsiteY84-2660" fmla="*/ 8555 h 10000"/>
              <a:gd name="connsiteX85-2661" fmla="*/ 8033 w 10000"/>
              <a:gd name="connsiteY85-2662" fmla="*/ 8685 h 10000"/>
              <a:gd name="connsiteX86-2663" fmla="*/ 8150 w 10000"/>
              <a:gd name="connsiteY86-2664" fmla="*/ 8763 h 10000"/>
              <a:gd name="connsiteX87-2665" fmla="*/ 8290 w 10000"/>
              <a:gd name="connsiteY87-2666" fmla="*/ 8763 h 10000"/>
              <a:gd name="connsiteX88-2667" fmla="*/ 8407 w 10000"/>
              <a:gd name="connsiteY88-2668" fmla="*/ 8828 h 10000"/>
              <a:gd name="connsiteX89-2669" fmla="*/ 8525 w 10000"/>
              <a:gd name="connsiteY89-2670" fmla="*/ 8828 h 10000"/>
              <a:gd name="connsiteX90-2671" fmla="*/ 8525 w 10000"/>
              <a:gd name="connsiteY90-2672" fmla="*/ 8828 h 10000"/>
              <a:gd name="connsiteX91-2673" fmla="*/ 8642 w 10000"/>
              <a:gd name="connsiteY91-2674" fmla="*/ 8763 h 10000"/>
              <a:gd name="connsiteX92-2675" fmla="*/ 8642 w 10000"/>
              <a:gd name="connsiteY92-2676" fmla="*/ 8685 h 10000"/>
              <a:gd name="connsiteX93-2677" fmla="*/ 8782 w 10000"/>
              <a:gd name="connsiteY93-2678" fmla="*/ 8620 h 10000"/>
              <a:gd name="connsiteX94-2679" fmla="*/ 8899 w 10000"/>
              <a:gd name="connsiteY94-2680" fmla="*/ 8411 h 10000"/>
              <a:gd name="connsiteX95-2681" fmla="*/ 9274 w 10000"/>
              <a:gd name="connsiteY95-2682" fmla="*/ 7513 h 10000"/>
              <a:gd name="connsiteX96-2683" fmla="*/ 9391 w 10000"/>
              <a:gd name="connsiteY96-2684" fmla="*/ 7448 h 10000"/>
              <a:gd name="connsiteX97-2685" fmla="*/ 9391 w 10000"/>
              <a:gd name="connsiteY97-2686" fmla="*/ 7448 h 10000"/>
              <a:gd name="connsiteX98-2687" fmla="*/ 9508 w 10000"/>
              <a:gd name="connsiteY98-2688" fmla="*/ 7721 h 10000"/>
              <a:gd name="connsiteX99-2689" fmla="*/ 9649 w 10000"/>
              <a:gd name="connsiteY99-2690" fmla="*/ 7799 h 10000"/>
              <a:gd name="connsiteX100-2691" fmla="*/ 9649 w 10000"/>
              <a:gd name="connsiteY100-2692" fmla="*/ 7930 h 10000"/>
              <a:gd name="connsiteX101-2693" fmla="*/ 9649 w 10000"/>
              <a:gd name="connsiteY101-2694" fmla="*/ 8138 h 10000"/>
              <a:gd name="connsiteX102-2695" fmla="*/ 9649 w 10000"/>
              <a:gd name="connsiteY102-2696" fmla="*/ 8411 h 10000"/>
              <a:gd name="connsiteX103-2697" fmla="*/ 9766 w 10000"/>
              <a:gd name="connsiteY103-2698" fmla="*/ 8763 h 10000"/>
              <a:gd name="connsiteX104-2699" fmla="*/ 9883 w 10000"/>
              <a:gd name="connsiteY104-2700" fmla="*/ 9036 h 10000"/>
              <a:gd name="connsiteX105-2701" fmla="*/ 10000 w 10000"/>
              <a:gd name="connsiteY105-2702" fmla="*/ 9375 h 10000"/>
              <a:gd name="connsiteX106-2703" fmla="*/ 10000 w 10000"/>
              <a:gd name="connsiteY106-2704" fmla="*/ 9453 h 10000"/>
              <a:gd name="connsiteX107-2705" fmla="*/ 10000 w 10000"/>
              <a:gd name="connsiteY107-2706" fmla="*/ 9583 h 10000"/>
              <a:gd name="connsiteX108-2707" fmla="*/ 10000 w 10000"/>
              <a:gd name="connsiteY108-2708" fmla="*/ 9727 h 10000"/>
              <a:gd name="connsiteX109-2709" fmla="*/ 10000 w 10000"/>
              <a:gd name="connsiteY109-2710" fmla="*/ 9792 h 10000"/>
              <a:gd name="connsiteX110-2711" fmla="*/ 10000 w 10000"/>
              <a:gd name="connsiteY110-2712" fmla="*/ 9857 h 10000"/>
              <a:gd name="connsiteX111-2713" fmla="*/ 10000 w 10000"/>
              <a:gd name="connsiteY111-2714" fmla="*/ 9935 h 10000"/>
              <a:gd name="connsiteX112-2715" fmla="*/ 10000 w 10000"/>
              <a:gd name="connsiteY112-2716" fmla="*/ 9935 h 10000"/>
              <a:gd name="connsiteX113-2717" fmla="*/ 10000 w 10000"/>
              <a:gd name="connsiteY113-2718" fmla="*/ 10000 h 10000"/>
              <a:gd name="connsiteX114-2719" fmla="*/ 9766 w 10000"/>
              <a:gd name="connsiteY114-2720" fmla="*/ 9935 h 10000"/>
              <a:gd name="connsiteX115-2721" fmla="*/ 9508 w 10000"/>
              <a:gd name="connsiteY115-2722" fmla="*/ 9935 h 10000"/>
              <a:gd name="connsiteX116-2723" fmla="*/ 9133 w 10000"/>
              <a:gd name="connsiteY116-2724" fmla="*/ 9857 h 10000"/>
              <a:gd name="connsiteX117-2725" fmla="*/ 8642 w 10000"/>
              <a:gd name="connsiteY117-2726" fmla="*/ 9727 h 10000"/>
              <a:gd name="connsiteX118-2727" fmla="*/ 8642 w 10000"/>
              <a:gd name="connsiteY118-2728" fmla="*/ 9727 h 10000"/>
              <a:gd name="connsiteX0-2729" fmla="*/ 8642 w 10000"/>
              <a:gd name="connsiteY0-2730" fmla="*/ 9727 h 10000"/>
              <a:gd name="connsiteX1-2731" fmla="*/ 8290 w 10000"/>
              <a:gd name="connsiteY1-2732" fmla="*/ 9583 h 10000"/>
              <a:gd name="connsiteX2-2733" fmla="*/ 7775 w 10000"/>
              <a:gd name="connsiteY2-2734" fmla="*/ 9453 h 10000"/>
              <a:gd name="connsiteX3-2735" fmla="*/ 7283 w 10000"/>
              <a:gd name="connsiteY3-2736" fmla="*/ 9245 h 10000"/>
              <a:gd name="connsiteX4-2737" fmla="*/ 6792 w 10000"/>
              <a:gd name="connsiteY4-2738" fmla="*/ 9036 h 10000"/>
              <a:gd name="connsiteX5-2739" fmla="*/ 6557 w 10000"/>
              <a:gd name="connsiteY5-2740" fmla="*/ 8893 h 10000"/>
              <a:gd name="connsiteX6-2741" fmla="*/ 6300 w 10000"/>
              <a:gd name="connsiteY6-2742" fmla="*/ 8763 h 10000"/>
              <a:gd name="connsiteX7-2743" fmla="*/ 6042 w 10000"/>
              <a:gd name="connsiteY7-2744" fmla="*/ 8620 h 10000"/>
              <a:gd name="connsiteX8-2745" fmla="*/ 5808 w 10000"/>
              <a:gd name="connsiteY8-2746" fmla="*/ 8490 h 10000"/>
              <a:gd name="connsiteX9-2747" fmla="*/ 5550 w 10000"/>
              <a:gd name="connsiteY9-2748" fmla="*/ 8281 h 10000"/>
              <a:gd name="connsiteX10-2749" fmla="*/ 5316 w 10000"/>
              <a:gd name="connsiteY10-2750" fmla="*/ 8073 h 10000"/>
              <a:gd name="connsiteX11-2751" fmla="*/ 5059 w 10000"/>
              <a:gd name="connsiteY11-2752" fmla="*/ 7865 h 10000"/>
              <a:gd name="connsiteX12-2753" fmla="*/ 4684 w 10000"/>
              <a:gd name="connsiteY12-2754" fmla="*/ 7656 h 10000"/>
              <a:gd name="connsiteX13-2755" fmla="*/ 4075 w 10000"/>
              <a:gd name="connsiteY13-2756" fmla="*/ 7174 h 10000"/>
              <a:gd name="connsiteX14-2757" fmla="*/ 3583 w 10000"/>
              <a:gd name="connsiteY14-2758" fmla="*/ 6758 h 10000"/>
              <a:gd name="connsiteX15-2759" fmla="*/ 3091 w 10000"/>
              <a:gd name="connsiteY15-2760" fmla="*/ 6276 h 10000"/>
              <a:gd name="connsiteX16-2761" fmla="*/ 2717 w 10000"/>
              <a:gd name="connsiteY16-2762" fmla="*/ 5729 h 10000"/>
              <a:gd name="connsiteX17-2763" fmla="*/ 2342 w 10000"/>
              <a:gd name="connsiteY17-2764" fmla="*/ 5247 h 10000"/>
              <a:gd name="connsiteX18-2765" fmla="*/ 1967 w 10000"/>
              <a:gd name="connsiteY18-2766" fmla="*/ 4766 h 10000"/>
              <a:gd name="connsiteX19-2767" fmla="*/ 1733 w 10000"/>
              <a:gd name="connsiteY19-2768" fmla="*/ 4284 h 10000"/>
              <a:gd name="connsiteX20-2769" fmla="*/ 1593 w 10000"/>
              <a:gd name="connsiteY20-2770" fmla="*/ 3997 h 10000"/>
              <a:gd name="connsiteX21-2771" fmla="*/ 1475 w 10000"/>
              <a:gd name="connsiteY21-2772" fmla="*/ 3789 h 10000"/>
              <a:gd name="connsiteX22-2773" fmla="*/ 1241 w 10000"/>
              <a:gd name="connsiteY22-2774" fmla="*/ 3307 h 10000"/>
              <a:gd name="connsiteX23-2775" fmla="*/ 1101 w 10000"/>
              <a:gd name="connsiteY23-2776" fmla="*/ 2760 h 10000"/>
              <a:gd name="connsiteX24-2777" fmla="*/ 867 w 10000"/>
              <a:gd name="connsiteY24-2778" fmla="*/ 2214 h 10000"/>
              <a:gd name="connsiteX25-2779" fmla="*/ 726 w 10000"/>
              <a:gd name="connsiteY25-2780" fmla="*/ 1654 h 10000"/>
              <a:gd name="connsiteX26-2781" fmla="*/ 726 w 10000"/>
              <a:gd name="connsiteY26-2782" fmla="*/ 1380 h 10000"/>
              <a:gd name="connsiteX27-2783" fmla="*/ 609 w 10000"/>
              <a:gd name="connsiteY27-2784" fmla="*/ 1107 h 10000"/>
              <a:gd name="connsiteX28-2785" fmla="*/ 492 w 10000"/>
              <a:gd name="connsiteY28-2786" fmla="*/ 898 h 10000"/>
              <a:gd name="connsiteX29-2787" fmla="*/ 492 w 10000"/>
              <a:gd name="connsiteY29-2788" fmla="*/ 690 h 10000"/>
              <a:gd name="connsiteX30-2789" fmla="*/ 375 w 10000"/>
              <a:gd name="connsiteY30-2790" fmla="*/ 560 h 10000"/>
              <a:gd name="connsiteX31-2791" fmla="*/ 375 w 10000"/>
              <a:gd name="connsiteY31-2792" fmla="*/ 417 h 10000"/>
              <a:gd name="connsiteX32-2793" fmla="*/ 234 w 10000"/>
              <a:gd name="connsiteY32-2794" fmla="*/ 352 h 10000"/>
              <a:gd name="connsiteX33-2795" fmla="*/ 234 w 10000"/>
              <a:gd name="connsiteY33-2796" fmla="*/ 273 h 10000"/>
              <a:gd name="connsiteX34-2797" fmla="*/ 117 w 10000"/>
              <a:gd name="connsiteY34-2798" fmla="*/ 273 h 10000"/>
              <a:gd name="connsiteX35-2799" fmla="*/ 0 w 10000"/>
              <a:gd name="connsiteY35-2800" fmla="*/ 208 h 10000"/>
              <a:gd name="connsiteX36-2801" fmla="*/ 0 w 10000"/>
              <a:gd name="connsiteY36-2802" fmla="*/ 143 h 10000"/>
              <a:gd name="connsiteX37-2803" fmla="*/ 117 w 10000"/>
              <a:gd name="connsiteY37-2804" fmla="*/ 78 h 10000"/>
              <a:gd name="connsiteX38-2805" fmla="*/ 117 w 10000"/>
              <a:gd name="connsiteY38-2806" fmla="*/ 0 h 10000"/>
              <a:gd name="connsiteX39-2807" fmla="*/ 117 w 10000"/>
              <a:gd name="connsiteY39-2808" fmla="*/ 0 h 10000"/>
              <a:gd name="connsiteX40-2809" fmla="*/ 234 w 10000"/>
              <a:gd name="connsiteY40-2810" fmla="*/ 0 h 10000"/>
              <a:gd name="connsiteX41-2811" fmla="*/ 234 w 10000"/>
              <a:gd name="connsiteY41-2812" fmla="*/ 0 h 10000"/>
              <a:gd name="connsiteX42-2813" fmla="*/ 375 w 10000"/>
              <a:gd name="connsiteY42-2814" fmla="*/ 0 h 10000"/>
              <a:gd name="connsiteX43-2815" fmla="*/ 609 w 10000"/>
              <a:gd name="connsiteY43-2816" fmla="*/ 0 h 10000"/>
              <a:gd name="connsiteX44-2817" fmla="*/ 726 w 10000"/>
              <a:gd name="connsiteY44-2818" fmla="*/ 78 h 10000"/>
              <a:gd name="connsiteX45-2819" fmla="*/ 984 w 10000"/>
              <a:gd name="connsiteY45-2820" fmla="*/ 78 h 10000"/>
              <a:gd name="connsiteX46-2821" fmla="*/ 1358 w 10000"/>
              <a:gd name="connsiteY46-2822" fmla="*/ 208 h 10000"/>
              <a:gd name="connsiteX47-2823" fmla="*/ 1593 w 10000"/>
              <a:gd name="connsiteY47-2824" fmla="*/ 273 h 10000"/>
              <a:gd name="connsiteX48-2825" fmla="*/ 1850 w 10000"/>
              <a:gd name="connsiteY48-2826" fmla="*/ 273 h 10000"/>
              <a:gd name="connsiteX49-2827" fmla="*/ 1967 w 10000"/>
              <a:gd name="connsiteY49-2828" fmla="*/ 352 h 10000"/>
              <a:gd name="connsiteX50-2829" fmla="*/ 1967 w 10000"/>
              <a:gd name="connsiteY50-2830" fmla="*/ 417 h 10000"/>
              <a:gd name="connsiteX51-2831" fmla="*/ 1967 w 10000"/>
              <a:gd name="connsiteY51-2832" fmla="*/ 417 h 10000"/>
              <a:gd name="connsiteX52-2833" fmla="*/ 1850 w 10000"/>
              <a:gd name="connsiteY52-2834" fmla="*/ 482 h 10000"/>
              <a:gd name="connsiteX53-2835" fmla="*/ 1850 w 10000"/>
              <a:gd name="connsiteY53-2836" fmla="*/ 560 h 10000"/>
              <a:gd name="connsiteX54-2837" fmla="*/ 1850 w 10000"/>
              <a:gd name="connsiteY54-2838" fmla="*/ 690 h 10000"/>
              <a:gd name="connsiteX55-2839" fmla="*/ 1733 w 10000"/>
              <a:gd name="connsiteY55-2840" fmla="*/ 833 h 10000"/>
              <a:gd name="connsiteX56-2841" fmla="*/ 1733 w 10000"/>
              <a:gd name="connsiteY56-2842" fmla="*/ 898 h 10000"/>
              <a:gd name="connsiteX57-2843" fmla="*/ 1733 w 10000"/>
              <a:gd name="connsiteY57-2844" fmla="*/ 1042 h 10000"/>
              <a:gd name="connsiteX58-2845" fmla="*/ 1733 w 10000"/>
              <a:gd name="connsiteY58-2846" fmla="*/ 1107 h 10000"/>
              <a:gd name="connsiteX59-2847" fmla="*/ 1733 w 10000"/>
              <a:gd name="connsiteY59-2848" fmla="*/ 1250 h 10000"/>
              <a:gd name="connsiteX60-2849" fmla="*/ 1733 w 10000"/>
              <a:gd name="connsiteY60-2850" fmla="*/ 1523 h 10000"/>
              <a:gd name="connsiteX61-2851" fmla="*/ 1850 w 10000"/>
              <a:gd name="connsiteY61-2852" fmla="*/ 1862 h 10000"/>
              <a:gd name="connsiteX62-2853" fmla="*/ 1850 w 10000"/>
              <a:gd name="connsiteY62-2854" fmla="*/ 2214 h 10000"/>
              <a:gd name="connsiteX63-2855" fmla="*/ 1967 w 10000"/>
              <a:gd name="connsiteY63-2856" fmla="*/ 2552 h 10000"/>
              <a:gd name="connsiteX64-2857" fmla="*/ 2084 w 10000"/>
              <a:gd name="connsiteY64-2858" fmla="*/ 2969 h 10000"/>
              <a:gd name="connsiteX65-2859" fmla="*/ 2342 w 10000"/>
              <a:gd name="connsiteY65-2860" fmla="*/ 3385 h 10000"/>
              <a:gd name="connsiteX66-2861" fmla="*/ 2600 w 10000"/>
              <a:gd name="connsiteY66-2862" fmla="*/ 3867 h 10000"/>
              <a:gd name="connsiteX67-2863" fmla="*/ 2834 w 10000"/>
              <a:gd name="connsiteY67-2864" fmla="*/ 4349 h 10000"/>
              <a:gd name="connsiteX68-2865" fmla="*/ 3208 w 10000"/>
              <a:gd name="connsiteY68-2866" fmla="*/ 4896 h 10000"/>
              <a:gd name="connsiteX69-2867" fmla="*/ 3583 w 10000"/>
              <a:gd name="connsiteY69-2868" fmla="*/ 5521 h 10000"/>
              <a:gd name="connsiteX70-2869" fmla="*/ 3817 w 10000"/>
              <a:gd name="connsiteY70-2870" fmla="*/ 5794 h 10000"/>
              <a:gd name="connsiteX71-2871" fmla="*/ 4075 w 10000"/>
              <a:gd name="connsiteY71-2872" fmla="*/ 6003 h 10000"/>
              <a:gd name="connsiteX72-2873" fmla="*/ 4333 w 10000"/>
              <a:gd name="connsiteY72-2874" fmla="*/ 6276 h 10000"/>
              <a:gd name="connsiteX73-2875" fmla="*/ 4684 w 10000"/>
              <a:gd name="connsiteY73-2876" fmla="*/ 6549 h 10000"/>
              <a:gd name="connsiteX74-2877" fmla="*/ 4941 w 10000"/>
              <a:gd name="connsiteY74-2878" fmla="*/ 6823 h 10000"/>
              <a:gd name="connsiteX75-2879" fmla="*/ 5176 w 10000"/>
              <a:gd name="connsiteY75-2880" fmla="*/ 7109 h 10000"/>
              <a:gd name="connsiteX76-2881" fmla="*/ 5550 w 10000"/>
              <a:gd name="connsiteY76-2882" fmla="*/ 7318 h 10000"/>
              <a:gd name="connsiteX77-2883" fmla="*/ 5808 w 10000"/>
              <a:gd name="connsiteY77-2884" fmla="*/ 7513 h 10000"/>
              <a:gd name="connsiteX78-2885" fmla="*/ 6183 w 10000"/>
              <a:gd name="connsiteY78-2886" fmla="*/ 7721 h 10000"/>
              <a:gd name="connsiteX79-2887" fmla="*/ 6417 w 10000"/>
              <a:gd name="connsiteY79-2888" fmla="*/ 7930 h 10000"/>
              <a:gd name="connsiteX80-2889" fmla="*/ 6792 w 10000"/>
              <a:gd name="connsiteY80-2890" fmla="*/ 8073 h 10000"/>
              <a:gd name="connsiteX81-2891" fmla="*/ 7049 w 10000"/>
              <a:gd name="connsiteY81-2892" fmla="*/ 8203 h 10000"/>
              <a:gd name="connsiteX82-2893" fmla="*/ 7283 w 10000"/>
              <a:gd name="connsiteY82-2894" fmla="*/ 8346 h 10000"/>
              <a:gd name="connsiteX83-2895" fmla="*/ 7541 w 10000"/>
              <a:gd name="connsiteY83-2896" fmla="*/ 8490 h 10000"/>
              <a:gd name="connsiteX84-2897" fmla="*/ 7775 w 10000"/>
              <a:gd name="connsiteY84-2898" fmla="*/ 8555 h 10000"/>
              <a:gd name="connsiteX85-2899" fmla="*/ 8033 w 10000"/>
              <a:gd name="connsiteY85-2900" fmla="*/ 8685 h 10000"/>
              <a:gd name="connsiteX86-2901" fmla="*/ 8150 w 10000"/>
              <a:gd name="connsiteY86-2902" fmla="*/ 8763 h 10000"/>
              <a:gd name="connsiteX87-2903" fmla="*/ 8290 w 10000"/>
              <a:gd name="connsiteY87-2904" fmla="*/ 8763 h 10000"/>
              <a:gd name="connsiteX88-2905" fmla="*/ 8407 w 10000"/>
              <a:gd name="connsiteY88-2906" fmla="*/ 8828 h 10000"/>
              <a:gd name="connsiteX89-2907" fmla="*/ 8525 w 10000"/>
              <a:gd name="connsiteY89-2908" fmla="*/ 8828 h 10000"/>
              <a:gd name="connsiteX90-2909" fmla="*/ 8525 w 10000"/>
              <a:gd name="connsiteY90-2910" fmla="*/ 8828 h 10000"/>
              <a:gd name="connsiteX91-2911" fmla="*/ 8642 w 10000"/>
              <a:gd name="connsiteY91-2912" fmla="*/ 8763 h 10000"/>
              <a:gd name="connsiteX92-2913" fmla="*/ 8642 w 10000"/>
              <a:gd name="connsiteY92-2914" fmla="*/ 8685 h 10000"/>
              <a:gd name="connsiteX93-2915" fmla="*/ 8782 w 10000"/>
              <a:gd name="connsiteY93-2916" fmla="*/ 8620 h 10000"/>
              <a:gd name="connsiteX94-2917" fmla="*/ 9274 w 10000"/>
              <a:gd name="connsiteY94-2918" fmla="*/ 7513 h 10000"/>
              <a:gd name="connsiteX95-2919" fmla="*/ 9391 w 10000"/>
              <a:gd name="connsiteY95-2920" fmla="*/ 7448 h 10000"/>
              <a:gd name="connsiteX96-2921" fmla="*/ 9391 w 10000"/>
              <a:gd name="connsiteY96-2922" fmla="*/ 7448 h 10000"/>
              <a:gd name="connsiteX97-2923" fmla="*/ 9508 w 10000"/>
              <a:gd name="connsiteY97-2924" fmla="*/ 7721 h 10000"/>
              <a:gd name="connsiteX98-2925" fmla="*/ 9649 w 10000"/>
              <a:gd name="connsiteY98-2926" fmla="*/ 7799 h 10000"/>
              <a:gd name="connsiteX99-2927" fmla="*/ 9649 w 10000"/>
              <a:gd name="connsiteY99-2928" fmla="*/ 7930 h 10000"/>
              <a:gd name="connsiteX100-2929" fmla="*/ 9649 w 10000"/>
              <a:gd name="connsiteY100-2930" fmla="*/ 8138 h 10000"/>
              <a:gd name="connsiteX101-2931" fmla="*/ 9649 w 10000"/>
              <a:gd name="connsiteY101-2932" fmla="*/ 8411 h 10000"/>
              <a:gd name="connsiteX102-2933" fmla="*/ 9766 w 10000"/>
              <a:gd name="connsiteY102-2934" fmla="*/ 8763 h 10000"/>
              <a:gd name="connsiteX103-2935" fmla="*/ 9883 w 10000"/>
              <a:gd name="connsiteY103-2936" fmla="*/ 9036 h 10000"/>
              <a:gd name="connsiteX104-2937" fmla="*/ 10000 w 10000"/>
              <a:gd name="connsiteY104-2938" fmla="*/ 9375 h 10000"/>
              <a:gd name="connsiteX105-2939" fmla="*/ 10000 w 10000"/>
              <a:gd name="connsiteY105-2940" fmla="*/ 9453 h 10000"/>
              <a:gd name="connsiteX106-2941" fmla="*/ 10000 w 10000"/>
              <a:gd name="connsiteY106-2942" fmla="*/ 9583 h 10000"/>
              <a:gd name="connsiteX107-2943" fmla="*/ 10000 w 10000"/>
              <a:gd name="connsiteY107-2944" fmla="*/ 9727 h 10000"/>
              <a:gd name="connsiteX108-2945" fmla="*/ 10000 w 10000"/>
              <a:gd name="connsiteY108-2946" fmla="*/ 9792 h 10000"/>
              <a:gd name="connsiteX109-2947" fmla="*/ 10000 w 10000"/>
              <a:gd name="connsiteY109-2948" fmla="*/ 9857 h 10000"/>
              <a:gd name="connsiteX110-2949" fmla="*/ 10000 w 10000"/>
              <a:gd name="connsiteY110-2950" fmla="*/ 9935 h 10000"/>
              <a:gd name="connsiteX111-2951" fmla="*/ 10000 w 10000"/>
              <a:gd name="connsiteY111-2952" fmla="*/ 9935 h 10000"/>
              <a:gd name="connsiteX112-2953" fmla="*/ 10000 w 10000"/>
              <a:gd name="connsiteY112-2954" fmla="*/ 10000 h 10000"/>
              <a:gd name="connsiteX113-2955" fmla="*/ 9766 w 10000"/>
              <a:gd name="connsiteY113-2956" fmla="*/ 9935 h 10000"/>
              <a:gd name="connsiteX114-2957" fmla="*/ 9508 w 10000"/>
              <a:gd name="connsiteY114-2958" fmla="*/ 9935 h 10000"/>
              <a:gd name="connsiteX115-2959" fmla="*/ 9133 w 10000"/>
              <a:gd name="connsiteY115-2960" fmla="*/ 9857 h 10000"/>
              <a:gd name="connsiteX116-2961" fmla="*/ 8642 w 10000"/>
              <a:gd name="connsiteY116-2962" fmla="*/ 9727 h 10000"/>
              <a:gd name="connsiteX117-2963" fmla="*/ 8642 w 10000"/>
              <a:gd name="connsiteY117-2964" fmla="*/ 9727 h 10000"/>
              <a:gd name="connsiteX0-2965" fmla="*/ 8642 w 10000"/>
              <a:gd name="connsiteY0-2966" fmla="*/ 9727 h 10000"/>
              <a:gd name="connsiteX1-2967" fmla="*/ 8290 w 10000"/>
              <a:gd name="connsiteY1-2968" fmla="*/ 9583 h 10000"/>
              <a:gd name="connsiteX2-2969" fmla="*/ 7775 w 10000"/>
              <a:gd name="connsiteY2-2970" fmla="*/ 9453 h 10000"/>
              <a:gd name="connsiteX3-2971" fmla="*/ 7283 w 10000"/>
              <a:gd name="connsiteY3-2972" fmla="*/ 9245 h 10000"/>
              <a:gd name="connsiteX4-2973" fmla="*/ 6792 w 10000"/>
              <a:gd name="connsiteY4-2974" fmla="*/ 9036 h 10000"/>
              <a:gd name="connsiteX5-2975" fmla="*/ 6557 w 10000"/>
              <a:gd name="connsiteY5-2976" fmla="*/ 8893 h 10000"/>
              <a:gd name="connsiteX6-2977" fmla="*/ 6300 w 10000"/>
              <a:gd name="connsiteY6-2978" fmla="*/ 8763 h 10000"/>
              <a:gd name="connsiteX7-2979" fmla="*/ 6042 w 10000"/>
              <a:gd name="connsiteY7-2980" fmla="*/ 8620 h 10000"/>
              <a:gd name="connsiteX8-2981" fmla="*/ 5808 w 10000"/>
              <a:gd name="connsiteY8-2982" fmla="*/ 8490 h 10000"/>
              <a:gd name="connsiteX9-2983" fmla="*/ 5550 w 10000"/>
              <a:gd name="connsiteY9-2984" fmla="*/ 8281 h 10000"/>
              <a:gd name="connsiteX10-2985" fmla="*/ 5316 w 10000"/>
              <a:gd name="connsiteY10-2986" fmla="*/ 8073 h 10000"/>
              <a:gd name="connsiteX11-2987" fmla="*/ 5059 w 10000"/>
              <a:gd name="connsiteY11-2988" fmla="*/ 7865 h 10000"/>
              <a:gd name="connsiteX12-2989" fmla="*/ 4684 w 10000"/>
              <a:gd name="connsiteY12-2990" fmla="*/ 7656 h 10000"/>
              <a:gd name="connsiteX13-2991" fmla="*/ 4075 w 10000"/>
              <a:gd name="connsiteY13-2992" fmla="*/ 7174 h 10000"/>
              <a:gd name="connsiteX14-2993" fmla="*/ 3583 w 10000"/>
              <a:gd name="connsiteY14-2994" fmla="*/ 6758 h 10000"/>
              <a:gd name="connsiteX15-2995" fmla="*/ 3091 w 10000"/>
              <a:gd name="connsiteY15-2996" fmla="*/ 6276 h 10000"/>
              <a:gd name="connsiteX16-2997" fmla="*/ 2717 w 10000"/>
              <a:gd name="connsiteY16-2998" fmla="*/ 5729 h 10000"/>
              <a:gd name="connsiteX17-2999" fmla="*/ 2342 w 10000"/>
              <a:gd name="connsiteY17-3000" fmla="*/ 5247 h 10000"/>
              <a:gd name="connsiteX18-3001" fmla="*/ 1967 w 10000"/>
              <a:gd name="connsiteY18-3002" fmla="*/ 4766 h 10000"/>
              <a:gd name="connsiteX19-3003" fmla="*/ 1733 w 10000"/>
              <a:gd name="connsiteY19-3004" fmla="*/ 4284 h 10000"/>
              <a:gd name="connsiteX20-3005" fmla="*/ 1593 w 10000"/>
              <a:gd name="connsiteY20-3006" fmla="*/ 3997 h 10000"/>
              <a:gd name="connsiteX21-3007" fmla="*/ 1475 w 10000"/>
              <a:gd name="connsiteY21-3008" fmla="*/ 3789 h 10000"/>
              <a:gd name="connsiteX22-3009" fmla="*/ 1241 w 10000"/>
              <a:gd name="connsiteY22-3010" fmla="*/ 3307 h 10000"/>
              <a:gd name="connsiteX23-3011" fmla="*/ 1101 w 10000"/>
              <a:gd name="connsiteY23-3012" fmla="*/ 2760 h 10000"/>
              <a:gd name="connsiteX24-3013" fmla="*/ 867 w 10000"/>
              <a:gd name="connsiteY24-3014" fmla="*/ 2214 h 10000"/>
              <a:gd name="connsiteX25-3015" fmla="*/ 726 w 10000"/>
              <a:gd name="connsiteY25-3016" fmla="*/ 1654 h 10000"/>
              <a:gd name="connsiteX26-3017" fmla="*/ 726 w 10000"/>
              <a:gd name="connsiteY26-3018" fmla="*/ 1380 h 10000"/>
              <a:gd name="connsiteX27-3019" fmla="*/ 609 w 10000"/>
              <a:gd name="connsiteY27-3020" fmla="*/ 1107 h 10000"/>
              <a:gd name="connsiteX28-3021" fmla="*/ 492 w 10000"/>
              <a:gd name="connsiteY28-3022" fmla="*/ 898 h 10000"/>
              <a:gd name="connsiteX29-3023" fmla="*/ 492 w 10000"/>
              <a:gd name="connsiteY29-3024" fmla="*/ 690 h 10000"/>
              <a:gd name="connsiteX30-3025" fmla="*/ 375 w 10000"/>
              <a:gd name="connsiteY30-3026" fmla="*/ 560 h 10000"/>
              <a:gd name="connsiteX31-3027" fmla="*/ 375 w 10000"/>
              <a:gd name="connsiteY31-3028" fmla="*/ 417 h 10000"/>
              <a:gd name="connsiteX32-3029" fmla="*/ 234 w 10000"/>
              <a:gd name="connsiteY32-3030" fmla="*/ 352 h 10000"/>
              <a:gd name="connsiteX33-3031" fmla="*/ 234 w 10000"/>
              <a:gd name="connsiteY33-3032" fmla="*/ 273 h 10000"/>
              <a:gd name="connsiteX34-3033" fmla="*/ 117 w 10000"/>
              <a:gd name="connsiteY34-3034" fmla="*/ 273 h 10000"/>
              <a:gd name="connsiteX35-3035" fmla="*/ 0 w 10000"/>
              <a:gd name="connsiteY35-3036" fmla="*/ 208 h 10000"/>
              <a:gd name="connsiteX36-3037" fmla="*/ 0 w 10000"/>
              <a:gd name="connsiteY36-3038" fmla="*/ 143 h 10000"/>
              <a:gd name="connsiteX37-3039" fmla="*/ 117 w 10000"/>
              <a:gd name="connsiteY37-3040" fmla="*/ 78 h 10000"/>
              <a:gd name="connsiteX38-3041" fmla="*/ 117 w 10000"/>
              <a:gd name="connsiteY38-3042" fmla="*/ 0 h 10000"/>
              <a:gd name="connsiteX39-3043" fmla="*/ 117 w 10000"/>
              <a:gd name="connsiteY39-3044" fmla="*/ 0 h 10000"/>
              <a:gd name="connsiteX40-3045" fmla="*/ 234 w 10000"/>
              <a:gd name="connsiteY40-3046" fmla="*/ 0 h 10000"/>
              <a:gd name="connsiteX41-3047" fmla="*/ 234 w 10000"/>
              <a:gd name="connsiteY41-3048" fmla="*/ 0 h 10000"/>
              <a:gd name="connsiteX42-3049" fmla="*/ 375 w 10000"/>
              <a:gd name="connsiteY42-3050" fmla="*/ 0 h 10000"/>
              <a:gd name="connsiteX43-3051" fmla="*/ 609 w 10000"/>
              <a:gd name="connsiteY43-3052" fmla="*/ 0 h 10000"/>
              <a:gd name="connsiteX44-3053" fmla="*/ 726 w 10000"/>
              <a:gd name="connsiteY44-3054" fmla="*/ 78 h 10000"/>
              <a:gd name="connsiteX45-3055" fmla="*/ 984 w 10000"/>
              <a:gd name="connsiteY45-3056" fmla="*/ 78 h 10000"/>
              <a:gd name="connsiteX46-3057" fmla="*/ 1358 w 10000"/>
              <a:gd name="connsiteY46-3058" fmla="*/ 208 h 10000"/>
              <a:gd name="connsiteX47-3059" fmla="*/ 1593 w 10000"/>
              <a:gd name="connsiteY47-3060" fmla="*/ 273 h 10000"/>
              <a:gd name="connsiteX48-3061" fmla="*/ 1850 w 10000"/>
              <a:gd name="connsiteY48-3062" fmla="*/ 273 h 10000"/>
              <a:gd name="connsiteX49-3063" fmla="*/ 1967 w 10000"/>
              <a:gd name="connsiteY49-3064" fmla="*/ 352 h 10000"/>
              <a:gd name="connsiteX50-3065" fmla="*/ 1967 w 10000"/>
              <a:gd name="connsiteY50-3066" fmla="*/ 417 h 10000"/>
              <a:gd name="connsiteX51-3067" fmla="*/ 1967 w 10000"/>
              <a:gd name="connsiteY51-3068" fmla="*/ 417 h 10000"/>
              <a:gd name="connsiteX52-3069" fmla="*/ 1850 w 10000"/>
              <a:gd name="connsiteY52-3070" fmla="*/ 482 h 10000"/>
              <a:gd name="connsiteX53-3071" fmla="*/ 1850 w 10000"/>
              <a:gd name="connsiteY53-3072" fmla="*/ 560 h 10000"/>
              <a:gd name="connsiteX54-3073" fmla="*/ 1850 w 10000"/>
              <a:gd name="connsiteY54-3074" fmla="*/ 690 h 10000"/>
              <a:gd name="connsiteX55-3075" fmla="*/ 1733 w 10000"/>
              <a:gd name="connsiteY55-3076" fmla="*/ 833 h 10000"/>
              <a:gd name="connsiteX56-3077" fmla="*/ 1733 w 10000"/>
              <a:gd name="connsiteY56-3078" fmla="*/ 898 h 10000"/>
              <a:gd name="connsiteX57-3079" fmla="*/ 1733 w 10000"/>
              <a:gd name="connsiteY57-3080" fmla="*/ 1042 h 10000"/>
              <a:gd name="connsiteX58-3081" fmla="*/ 1733 w 10000"/>
              <a:gd name="connsiteY58-3082" fmla="*/ 1107 h 10000"/>
              <a:gd name="connsiteX59-3083" fmla="*/ 1733 w 10000"/>
              <a:gd name="connsiteY59-3084" fmla="*/ 1250 h 10000"/>
              <a:gd name="connsiteX60-3085" fmla="*/ 1733 w 10000"/>
              <a:gd name="connsiteY60-3086" fmla="*/ 1523 h 10000"/>
              <a:gd name="connsiteX61-3087" fmla="*/ 1850 w 10000"/>
              <a:gd name="connsiteY61-3088" fmla="*/ 1862 h 10000"/>
              <a:gd name="connsiteX62-3089" fmla="*/ 1850 w 10000"/>
              <a:gd name="connsiteY62-3090" fmla="*/ 2214 h 10000"/>
              <a:gd name="connsiteX63-3091" fmla="*/ 1967 w 10000"/>
              <a:gd name="connsiteY63-3092" fmla="*/ 2552 h 10000"/>
              <a:gd name="connsiteX64-3093" fmla="*/ 2084 w 10000"/>
              <a:gd name="connsiteY64-3094" fmla="*/ 2969 h 10000"/>
              <a:gd name="connsiteX65-3095" fmla="*/ 2342 w 10000"/>
              <a:gd name="connsiteY65-3096" fmla="*/ 3385 h 10000"/>
              <a:gd name="connsiteX66-3097" fmla="*/ 2600 w 10000"/>
              <a:gd name="connsiteY66-3098" fmla="*/ 3867 h 10000"/>
              <a:gd name="connsiteX67-3099" fmla="*/ 2834 w 10000"/>
              <a:gd name="connsiteY67-3100" fmla="*/ 4349 h 10000"/>
              <a:gd name="connsiteX68-3101" fmla="*/ 3208 w 10000"/>
              <a:gd name="connsiteY68-3102" fmla="*/ 4896 h 10000"/>
              <a:gd name="connsiteX69-3103" fmla="*/ 3583 w 10000"/>
              <a:gd name="connsiteY69-3104" fmla="*/ 5521 h 10000"/>
              <a:gd name="connsiteX70-3105" fmla="*/ 3817 w 10000"/>
              <a:gd name="connsiteY70-3106" fmla="*/ 5794 h 10000"/>
              <a:gd name="connsiteX71-3107" fmla="*/ 4075 w 10000"/>
              <a:gd name="connsiteY71-3108" fmla="*/ 6003 h 10000"/>
              <a:gd name="connsiteX72-3109" fmla="*/ 4333 w 10000"/>
              <a:gd name="connsiteY72-3110" fmla="*/ 6276 h 10000"/>
              <a:gd name="connsiteX73-3111" fmla="*/ 4684 w 10000"/>
              <a:gd name="connsiteY73-3112" fmla="*/ 6549 h 10000"/>
              <a:gd name="connsiteX74-3113" fmla="*/ 4941 w 10000"/>
              <a:gd name="connsiteY74-3114" fmla="*/ 6823 h 10000"/>
              <a:gd name="connsiteX75-3115" fmla="*/ 5176 w 10000"/>
              <a:gd name="connsiteY75-3116" fmla="*/ 7109 h 10000"/>
              <a:gd name="connsiteX76-3117" fmla="*/ 5550 w 10000"/>
              <a:gd name="connsiteY76-3118" fmla="*/ 7318 h 10000"/>
              <a:gd name="connsiteX77-3119" fmla="*/ 5808 w 10000"/>
              <a:gd name="connsiteY77-3120" fmla="*/ 7513 h 10000"/>
              <a:gd name="connsiteX78-3121" fmla="*/ 6183 w 10000"/>
              <a:gd name="connsiteY78-3122" fmla="*/ 7721 h 10000"/>
              <a:gd name="connsiteX79-3123" fmla="*/ 6417 w 10000"/>
              <a:gd name="connsiteY79-3124" fmla="*/ 7930 h 10000"/>
              <a:gd name="connsiteX80-3125" fmla="*/ 6792 w 10000"/>
              <a:gd name="connsiteY80-3126" fmla="*/ 8073 h 10000"/>
              <a:gd name="connsiteX81-3127" fmla="*/ 7049 w 10000"/>
              <a:gd name="connsiteY81-3128" fmla="*/ 8203 h 10000"/>
              <a:gd name="connsiteX82-3129" fmla="*/ 7283 w 10000"/>
              <a:gd name="connsiteY82-3130" fmla="*/ 8346 h 10000"/>
              <a:gd name="connsiteX83-3131" fmla="*/ 7541 w 10000"/>
              <a:gd name="connsiteY83-3132" fmla="*/ 8490 h 10000"/>
              <a:gd name="connsiteX84-3133" fmla="*/ 7775 w 10000"/>
              <a:gd name="connsiteY84-3134" fmla="*/ 8555 h 10000"/>
              <a:gd name="connsiteX85-3135" fmla="*/ 8033 w 10000"/>
              <a:gd name="connsiteY85-3136" fmla="*/ 8685 h 10000"/>
              <a:gd name="connsiteX86-3137" fmla="*/ 8150 w 10000"/>
              <a:gd name="connsiteY86-3138" fmla="*/ 8763 h 10000"/>
              <a:gd name="connsiteX87-3139" fmla="*/ 8290 w 10000"/>
              <a:gd name="connsiteY87-3140" fmla="*/ 8763 h 10000"/>
              <a:gd name="connsiteX88-3141" fmla="*/ 8407 w 10000"/>
              <a:gd name="connsiteY88-3142" fmla="*/ 8828 h 10000"/>
              <a:gd name="connsiteX89-3143" fmla="*/ 8525 w 10000"/>
              <a:gd name="connsiteY89-3144" fmla="*/ 8828 h 10000"/>
              <a:gd name="connsiteX90-3145" fmla="*/ 8525 w 10000"/>
              <a:gd name="connsiteY90-3146" fmla="*/ 8828 h 10000"/>
              <a:gd name="connsiteX91-3147" fmla="*/ 8642 w 10000"/>
              <a:gd name="connsiteY91-3148" fmla="*/ 8763 h 10000"/>
              <a:gd name="connsiteX92-3149" fmla="*/ 8642 w 10000"/>
              <a:gd name="connsiteY92-3150" fmla="*/ 8685 h 10000"/>
              <a:gd name="connsiteX93-3151" fmla="*/ 8782 w 10000"/>
              <a:gd name="connsiteY93-3152" fmla="*/ 8620 h 10000"/>
              <a:gd name="connsiteX94-3153" fmla="*/ 9274 w 10000"/>
              <a:gd name="connsiteY94-3154" fmla="*/ 7513 h 10000"/>
              <a:gd name="connsiteX95-3155" fmla="*/ 9391 w 10000"/>
              <a:gd name="connsiteY95-3156" fmla="*/ 7448 h 10000"/>
              <a:gd name="connsiteX96-3157" fmla="*/ 9391 w 10000"/>
              <a:gd name="connsiteY96-3158" fmla="*/ 7448 h 10000"/>
              <a:gd name="connsiteX97-3159" fmla="*/ 9508 w 10000"/>
              <a:gd name="connsiteY97-3160" fmla="*/ 7721 h 10000"/>
              <a:gd name="connsiteX98-3161" fmla="*/ 9649 w 10000"/>
              <a:gd name="connsiteY98-3162" fmla="*/ 7799 h 10000"/>
              <a:gd name="connsiteX99-3163" fmla="*/ 9649 w 10000"/>
              <a:gd name="connsiteY99-3164" fmla="*/ 8138 h 10000"/>
              <a:gd name="connsiteX100-3165" fmla="*/ 9649 w 10000"/>
              <a:gd name="connsiteY100-3166" fmla="*/ 8411 h 10000"/>
              <a:gd name="connsiteX101-3167" fmla="*/ 9766 w 10000"/>
              <a:gd name="connsiteY101-3168" fmla="*/ 8763 h 10000"/>
              <a:gd name="connsiteX102-3169" fmla="*/ 9883 w 10000"/>
              <a:gd name="connsiteY102-3170" fmla="*/ 9036 h 10000"/>
              <a:gd name="connsiteX103-3171" fmla="*/ 10000 w 10000"/>
              <a:gd name="connsiteY103-3172" fmla="*/ 9375 h 10000"/>
              <a:gd name="connsiteX104-3173" fmla="*/ 10000 w 10000"/>
              <a:gd name="connsiteY104-3174" fmla="*/ 9453 h 10000"/>
              <a:gd name="connsiteX105-3175" fmla="*/ 10000 w 10000"/>
              <a:gd name="connsiteY105-3176" fmla="*/ 9583 h 10000"/>
              <a:gd name="connsiteX106-3177" fmla="*/ 10000 w 10000"/>
              <a:gd name="connsiteY106-3178" fmla="*/ 9727 h 10000"/>
              <a:gd name="connsiteX107-3179" fmla="*/ 10000 w 10000"/>
              <a:gd name="connsiteY107-3180" fmla="*/ 9792 h 10000"/>
              <a:gd name="connsiteX108-3181" fmla="*/ 10000 w 10000"/>
              <a:gd name="connsiteY108-3182" fmla="*/ 9857 h 10000"/>
              <a:gd name="connsiteX109-3183" fmla="*/ 10000 w 10000"/>
              <a:gd name="connsiteY109-3184" fmla="*/ 9935 h 10000"/>
              <a:gd name="connsiteX110-3185" fmla="*/ 10000 w 10000"/>
              <a:gd name="connsiteY110-3186" fmla="*/ 9935 h 10000"/>
              <a:gd name="connsiteX111-3187" fmla="*/ 10000 w 10000"/>
              <a:gd name="connsiteY111-3188" fmla="*/ 10000 h 10000"/>
              <a:gd name="connsiteX112-3189" fmla="*/ 9766 w 10000"/>
              <a:gd name="connsiteY112-3190" fmla="*/ 9935 h 10000"/>
              <a:gd name="connsiteX113-3191" fmla="*/ 9508 w 10000"/>
              <a:gd name="connsiteY113-3192" fmla="*/ 9935 h 10000"/>
              <a:gd name="connsiteX114-3193" fmla="*/ 9133 w 10000"/>
              <a:gd name="connsiteY114-3194" fmla="*/ 9857 h 10000"/>
              <a:gd name="connsiteX115-3195" fmla="*/ 8642 w 10000"/>
              <a:gd name="connsiteY115-3196" fmla="*/ 9727 h 10000"/>
              <a:gd name="connsiteX116-3197" fmla="*/ 8642 w 10000"/>
              <a:gd name="connsiteY116-3198" fmla="*/ 9727 h 10000"/>
              <a:gd name="connsiteX0-3199" fmla="*/ 8642 w 10000"/>
              <a:gd name="connsiteY0-3200" fmla="*/ 9727 h 10000"/>
              <a:gd name="connsiteX1-3201" fmla="*/ 8290 w 10000"/>
              <a:gd name="connsiteY1-3202" fmla="*/ 9583 h 10000"/>
              <a:gd name="connsiteX2-3203" fmla="*/ 7775 w 10000"/>
              <a:gd name="connsiteY2-3204" fmla="*/ 9453 h 10000"/>
              <a:gd name="connsiteX3-3205" fmla="*/ 7283 w 10000"/>
              <a:gd name="connsiteY3-3206" fmla="*/ 9245 h 10000"/>
              <a:gd name="connsiteX4-3207" fmla="*/ 6792 w 10000"/>
              <a:gd name="connsiteY4-3208" fmla="*/ 9036 h 10000"/>
              <a:gd name="connsiteX5-3209" fmla="*/ 6557 w 10000"/>
              <a:gd name="connsiteY5-3210" fmla="*/ 8893 h 10000"/>
              <a:gd name="connsiteX6-3211" fmla="*/ 6300 w 10000"/>
              <a:gd name="connsiteY6-3212" fmla="*/ 8763 h 10000"/>
              <a:gd name="connsiteX7-3213" fmla="*/ 6042 w 10000"/>
              <a:gd name="connsiteY7-3214" fmla="*/ 8620 h 10000"/>
              <a:gd name="connsiteX8-3215" fmla="*/ 5808 w 10000"/>
              <a:gd name="connsiteY8-3216" fmla="*/ 8490 h 10000"/>
              <a:gd name="connsiteX9-3217" fmla="*/ 5550 w 10000"/>
              <a:gd name="connsiteY9-3218" fmla="*/ 8281 h 10000"/>
              <a:gd name="connsiteX10-3219" fmla="*/ 5316 w 10000"/>
              <a:gd name="connsiteY10-3220" fmla="*/ 8073 h 10000"/>
              <a:gd name="connsiteX11-3221" fmla="*/ 5059 w 10000"/>
              <a:gd name="connsiteY11-3222" fmla="*/ 7865 h 10000"/>
              <a:gd name="connsiteX12-3223" fmla="*/ 4684 w 10000"/>
              <a:gd name="connsiteY12-3224" fmla="*/ 7656 h 10000"/>
              <a:gd name="connsiteX13-3225" fmla="*/ 4075 w 10000"/>
              <a:gd name="connsiteY13-3226" fmla="*/ 7174 h 10000"/>
              <a:gd name="connsiteX14-3227" fmla="*/ 3583 w 10000"/>
              <a:gd name="connsiteY14-3228" fmla="*/ 6758 h 10000"/>
              <a:gd name="connsiteX15-3229" fmla="*/ 3091 w 10000"/>
              <a:gd name="connsiteY15-3230" fmla="*/ 6276 h 10000"/>
              <a:gd name="connsiteX16-3231" fmla="*/ 2717 w 10000"/>
              <a:gd name="connsiteY16-3232" fmla="*/ 5729 h 10000"/>
              <a:gd name="connsiteX17-3233" fmla="*/ 2342 w 10000"/>
              <a:gd name="connsiteY17-3234" fmla="*/ 5247 h 10000"/>
              <a:gd name="connsiteX18-3235" fmla="*/ 1967 w 10000"/>
              <a:gd name="connsiteY18-3236" fmla="*/ 4766 h 10000"/>
              <a:gd name="connsiteX19-3237" fmla="*/ 1733 w 10000"/>
              <a:gd name="connsiteY19-3238" fmla="*/ 4284 h 10000"/>
              <a:gd name="connsiteX20-3239" fmla="*/ 1593 w 10000"/>
              <a:gd name="connsiteY20-3240" fmla="*/ 3997 h 10000"/>
              <a:gd name="connsiteX21-3241" fmla="*/ 1475 w 10000"/>
              <a:gd name="connsiteY21-3242" fmla="*/ 3789 h 10000"/>
              <a:gd name="connsiteX22-3243" fmla="*/ 1241 w 10000"/>
              <a:gd name="connsiteY22-3244" fmla="*/ 3307 h 10000"/>
              <a:gd name="connsiteX23-3245" fmla="*/ 1101 w 10000"/>
              <a:gd name="connsiteY23-3246" fmla="*/ 2760 h 10000"/>
              <a:gd name="connsiteX24-3247" fmla="*/ 867 w 10000"/>
              <a:gd name="connsiteY24-3248" fmla="*/ 2214 h 10000"/>
              <a:gd name="connsiteX25-3249" fmla="*/ 726 w 10000"/>
              <a:gd name="connsiteY25-3250" fmla="*/ 1654 h 10000"/>
              <a:gd name="connsiteX26-3251" fmla="*/ 726 w 10000"/>
              <a:gd name="connsiteY26-3252" fmla="*/ 1380 h 10000"/>
              <a:gd name="connsiteX27-3253" fmla="*/ 609 w 10000"/>
              <a:gd name="connsiteY27-3254" fmla="*/ 1107 h 10000"/>
              <a:gd name="connsiteX28-3255" fmla="*/ 492 w 10000"/>
              <a:gd name="connsiteY28-3256" fmla="*/ 898 h 10000"/>
              <a:gd name="connsiteX29-3257" fmla="*/ 492 w 10000"/>
              <a:gd name="connsiteY29-3258" fmla="*/ 690 h 10000"/>
              <a:gd name="connsiteX30-3259" fmla="*/ 375 w 10000"/>
              <a:gd name="connsiteY30-3260" fmla="*/ 560 h 10000"/>
              <a:gd name="connsiteX31-3261" fmla="*/ 375 w 10000"/>
              <a:gd name="connsiteY31-3262" fmla="*/ 417 h 10000"/>
              <a:gd name="connsiteX32-3263" fmla="*/ 234 w 10000"/>
              <a:gd name="connsiteY32-3264" fmla="*/ 352 h 10000"/>
              <a:gd name="connsiteX33-3265" fmla="*/ 234 w 10000"/>
              <a:gd name="connsiteY33-3266" fmla="*/ 273 h 10000"/>
              <a:gd name="connsiteX34-3267" fmla="*/ 117 w 10000"/>
              <a:gd name="connsiteY34-3268" fmla="*/ 273 h 10000"/>
              <a:gd name="connsiteX35-3269" fmla="*/ 0 w 10000"/>
              <a:gd name="connsiteY35-3270" fmla="*/ 208 h 10000"/>
              <a:gd name="connsiteX36-3271" fmla="*/ 0 w 10000"/>
              <a:gd name="connsiteY36-3272" fmla="*/ 143 h 10000"/>
              <a:gd name="connsiteX37-3273" fmla="*/ 117 w 10000"/>
              <a:gd name="connsiteY37-3274" fmla="*/ 78 h 10000"/>
              <a:gd name="connsiteX38-3275" fmla="*/ 117 w 10000"/>
              <a:gd name="connsiteY38-3276" fmla="*/ 0 h 10000"/>
              <a:gd name="connsiteX39-3277" fmla="*/ 117 w 10000"/>
              <a:gd name="connsiteY39-3278" fmla="*/ 0 h 10000"/>
              <a:gd name="connsiteX40-3279" fmla="*/ 234 w 10000"/>
              <a:gd name="connsiteY40-3280" fmla="*/ 0 h 10000"/>
              <a:gd name="connsiteX41-3281" fmla="*/ 234 w 10000"/>
              <a:gd name="connsiteY41-3282" fmla="*/ 0 h 10000"/>
              <a:gd name="connsiteX42-3283" fmla="*/ 375 w 10000"/>
              <a:gd name="connsiteY42-3284" fmla="*/ 0 h 10000"/>
              <a:gd name="connsiteX43-3285" fmla="*/ 609 w 10000"/>
              <a:gd name="connsiteY43-3286" fmla="*/ 0 h 10000"/>
              <a:gd name="connsiteX44-3287" fmla="*/ 726 w 10000"/>
              <a:gd name="connsiteY44-3288" fmla="*/ 78 h 10000"/>
              <a:gd name="connsiteX45-3289" fmla="*/ 984 w 10000"/>
              <a:gd name="connsiteY45-3290" fmla="*/ 78 h 10000"/>
              <a:gd name="connsiteX46-3291" fmla="*/ 1358 w 10000"/>
              <a:gd name="connsiteY46-3292" fmla="*/ 208 h 10000"/>
              <a:gd name="connsiteX47-3293" fmla="*/ 1593 w 10000"/>
              <a:gd name="connsiteY47-3294" fmla="*/ 273 h 10000"/>
              <a:gd name="connsiteX48-3295" fmla="*/ 1850 w 10000"/>
              <a:gd name="connsiteY48-3296" fmla="*/ 273 h 10000"/>
              <a:gd name="connsiteX49-3297" fmla="*/ 1967 w 10000"/>
              <a:gd name="connsiteY49-3298" fmla="*/ 352 h 10000"/>
              <a:gd name="connsiteX50-3299" fmla="*/ 1967 w 10000"/>
              <a:gd name="connsiteY50-3300" fmla="*/ 417 h 10000"/>
              <a:gd name="connsiteX51-3301" fmla="*/ 1967 w 10000"/>
              <a:gd name="connsiteY51-3302" fmla="*/ 417 h 10000"/>
              <a:gd name="connsiteX52-3303" fmla="*/ 1850 w 10000"/>
              <a:gd name="connsiteY52-3304" fmla="*/ 482 h 10000"/>
              <a:gd name="connsiteX53-3305" fmla="*/ 1850 w 10000"/>
              <a:gd name="connsiteY53-3306" fmla="*/ 560 h 10000"/>
              <a:gd name="connsiteX54-3307" fmla="*/ 1850 w 10000"/>
              <a:gd name="connsiteY54-3308" fmla="*/ 690 h 10000"/>
              <a:gd name="connsiteX55-3309" fmla="*/ 1733 w 10000"/>
              <a:gd name="connsiteY55-3310" fmla="*/ 833 h 10000"/>
              <a:gd name="connsiteX56-3311" fmla="*/ 1733 w 10000"/>
              <a:gd name="connsiteY56-3312" fmla="*/ 898 h 10000"/>
              <a:gd name="connsiteX57-3313" fmla="*/ 1733 w 10000"/>
              <a:gd name="connsiteY57-3314" fmla="*/ 1042 h 10000"/>
              <a:gd name="connsiteX58-3315" fmla="*/ 1733 w 10000"/>
              <a:gd name="connsiteY58-3316" fmla="*/ 1107 h 10000"/>
              <a:gd name="connsiteX59-3317" fmla="*/ 1733 w 10000"/>
              <a:gd name="connsiteY59-3318" fmla="*/ 1250 h 10000"/>
              <a:gd name="connsiteX60-3319" fmla="*/ 1733 w 10000"/>
              <a:gd name="connsiteY60-3320" fmla="*/ 1523 h 10000"/>
              <a:gd name="connsiteX61-3321" fmla="*/ 1850 w 10000"/>
              <a:gd name="connsiteY61-3322" fmla="*/ 1862 h 10000"/>
              <a:gd name="connsiteX62-3323" fmla="*/ 1850 w 10000"/>
              <a:gd name="connsiteY62-3324" fmla="*/ 2214 h 10000"/>
              <a:gd name="connsiteX63-3325" fmla="*/ 1967 w 10000"/>
              <a:gd name="connsiteY63-3326" fmla="*/ 2552 h 10000"/>
              <a:gd name="connsiteX64-3327" fmla="*/ 2084 w 10000"/>
              <a:gd name="connsiteY64-3328" fmla="*/ 2969 h 10000"/>
              <a:gd name="connsiteX65-3329" fmla="*/ 2342 w 10000"/>
              <a:gd name="connsiteY65-3330" fmla="*/ 3385 h 10000"/>
              <a:gd name="connsiteX66-3331" fmla="*/ 2600 w 10000"/>
              <a:gd name="connsiteY66-3332" fmla="*/ 3867 h 10000"/>
              <a:gd name="connsiteX67-3333" fmla="*/ 2834 w 10000"/>
              <a:gd name="connsiteY67-3334" fmla="*/ 4349 h 10000"/>
              <a:gd name="connsiteX68-3335" fmla="*/ 3208 w 10000"/>
              <a:gd name="connsiteY68-3336" fmla="*/ 4896 h 10000"/>
              <a:gd name="connsiteX69-3337" fmla="*/ 3583 w 10000"/>
              <a:gd name="connsiteY69-3338" fmla="*/ 5521 h 10000"/>
              <a:gd name="connsiteX70-3339" fmla="*/ 3817 w 10000"/>
              <a:gd name="connsiteY70-3340" fmla="*/ 5794 h 10000"/>
              <a:gd name="connsiteX71-3341" fmla="*/ 4075 w 10000"/>
              <a:gd name="connsiteY71-3342" fmla="*/ 6003 h 10000"/>
              <a:gd name="connsiteX72-3343" fmla="*/ 4333 w 10000"/>
              <a:gd name="connsiteY72-3344" fmla="*/ 6276 h 10000"/>
              <a:gd name="connsiteX73-3345" fmla="*/ 4684 w 10000"/>
              <a:gd name="connsiteY73-3346" fmla="*/ 6549 h 10000"/>
              <a:gd name="connsiteX74-3347" fmla="*/ 4941 w 10000"/>
              <a:gd name="connsiteY74-3348" fmla="*/ 6823 h 10000"/>
              <a:gd name="connsiteX75-3349" fmla="*/ 5176 w 10000"/>
              <a:gd name="connsiteY75-3350" fmla="*/ 7109 h 10000"/>
              <a:gd name="connsiteX76-3351" fmla="*/ 5550 w 10000"/>
              <a:gd name="connsiteY76-3352" fmla="*/ 7318 h 10000"/>
              <a:gd name="connsiteX77-3353" fmla="*/ 5808 w 10000"/>
              <a:gd name="connsiteY77-3354" fmla="*/ 7513 h 10000"/>
              <a:gd name="connsiteX78-3355" fmla="*/ 6183 w 10000"/>
              <a:gd name="connsiteY78-3356" fmla="*/ 7721 h 10000"/>
              <a:gd name="connsiteX79-3357" fmla="*/ 6417 w 10000"/>
              <a:gd name="connsiteY79-3358" fmla="*/ 7930 h 10000"/>
              <a:gd name="connsiteX80-3359" fmla="*/ 6792 w 10000"/>
              <a:gd name="connsiteY80-3360" fmla="*/ 8073 h 10000"/>
              <a:gd name="connsiteX81-3361" fmla="*/ 7049 w 10000"/>
              <a:gd name="connsiteY81-3362" fmla="*/ 8203 h 10000"/>
              <a:gd name="connsiteX82-3363" fmla="*/ 7283 w 10000"/>
              <a:gd name="connsiteY82-3364" fmla="*/ 8346 h 10000"/>
              <a:gd name="connsiteX83-3365" fmla="*/ 7541 w 10000"/>
              <a:gd name="connsiteY83-3366" fmla="*/ 8490 h 10000"/>
              <a:gd name="connsiteX84-3367" fmla="*/ 7775 w 10000"/>
              <a:gd name="connsiteY84-3368" fmla="*/ 8555 h 10000"/>
              <a:gd name="connsiteX85-3369" fmla="*/ 8033 w 10000"/>
              <a:gd name="connsiteY85-3370" fmla="*/ 8685 h 10000"/>
              <a:gd name="connsiteX86-3371" fmla="*/ 8150 w 10000"/>
              <a:gd name="connsiteY86-3372" fmla="*/ 8763 h 10000"/>
              <a:gd name="connsiteX87-3373" fmla="*/ 8290 w 10000"/>
              <a:gd name="connsiteY87-3374" fmla="*/ 8763 h 10000"/>
              <a:gd name="connsiteX88-3375" fmla="*/ 8407 w 10000"/>
              <a:gd name="connsiteY88-3376" fmla="*/ 8828 h 10000"/>
              <a:gd name="connsiteX89-3377" fmla="*/ 8525 w 10000"/>
              <a:gd name="connsiteY89-3378" fmla="*/ 8828 h 10000"/>
              <a:gd name="connsiteX90-3379" fmla="*/ 8525 w 10000"/>
              <a:gd name="connsiteY90-3380" fmla="*/ 8828 h 10000"/>
              <a:gd name="connsiteX91-3381" fmla="*/ 8642 w 10000"/>
              <a:gd name="connsiteY91-3382" fmla="*/ 8763 h 10000"/>
              <a:gd name="connsiteX92-3383" fmla="*/ 8642 w 10000"/>
              <a:gd name="connsiteY92-3384" fmla="*/ 8685 h 10000"/>
              <a:gd name="connsiteX93-3385" fmla="*/ 8782 w 10000"/>
              <a:gd name="connsiteY93-3386" fmla="*/ 8620 h 10000"/>
              <a:gd name="connsiteX94-3387" fmla="*/ 9274 w 10000"/>
              <a:gd name="connsiteY94-3388" fmla="*/ 7513 h 10000"/>
              <a:gd name="connsiteX95-3389" fmla="*/ 9391 w 10000"/>
              <a:gd name="connsiteY95-3390" fmla="*/ 7448 h 10000"/>
              <a:gd name="connsiteX96-3391" fmla="*/ 9391 w 10000"/>
              <a:gd name="connsiteY96-3392" fmla="*/ 7448 h 10000"/>
              <a:gd name="connsiteX97-3393" fmla="*/ 9508 w 10000"/>
              <a:gd name="connsiteY97-3394" fmla="*/ 7721 h 10000"/>
              <a:gd name="connsiteX98-3395" fmla="*/ 9649 w 10000"/>
              <a:gd name="connsiteY98-3396" fmla="*/ 7799 h 10000"/>
              <a:gd name="connsiteX99-3397" fmla="*/ 9649 w 10000"/>
              <a:gd name="connsiteY99-3398" fmla="*/ 8411 h 10000"/>
              <a:gd name="connsiteX100-3399" fmla="*/ 9766 w 10000"/>
              <a:gd name="connsiteY100-3400" fmla="*/ 8763 h 10000"/>
              <a:gd name="connsiteX101-3401" fmla="*/ 9883 w 10000"/>
              <a:gd name="connsiteY101-3402" fmla="*/ 9036 h 10000"/>
              <a:gd name="connsiteX102-3403" fmla="*/ 10000 w 10000"/>
              <a:gd name="connsiteY102-3404" fmla="*/ 9375 h 10000"/>
              <a:gd name="connsiteX103-3405" fmla="*/ 10000 w 10000"/>
              <a:gd name="connsiteY103-3406" fmla="*/ 9453 h 10000"/>
              <a:gd name="connsiteX104-3407" fmla="*/ 10000 w 10000"/>
              <a:gd name="connsiteY104-3408" fmla="*/ 9583 h 10000"/>
              <a:gd name="connsiteX105-3409" fmla="*/ 10000 w 10000"/>
              <a:gd name="connsiteY105-3410" fmla="*/ 9727 h 10000"/>
              <a:gd name="connsiteX106-3411" fmla="*/ 10000 w 10000"/>
              <a:gd name="connsiteY106-3412" fmla="*/ 9792 h 10000"/>
              <a:gd name="connsiteX107-3413" fmla="*/ 10000 w 10000"/>
              <a:gd name="connsiteY107-3414" fmla="*/ 9857 h 10000"/>
              <a:gd name="connsiteX108-3415" fmla="*/ 10000 w 10000"/>
              <a:gd name="connsiteY108-3416" fmla="*/ 9935 h 10000"/>
              <a:gd name="connsiteX109-3417" fmla="*/ 10000 w 10000"/>
              <a:gd name="connsiteY109-3418" fmla="*/ 9935 h 10000"/>
              <a:gd name="connsiteX110-3419" fmla="*/ 10000 w 10000"/>
              <a:gd name="connsiteY110-3420" fmla="*/ 10000 h 10000"/>
              <a:gd name="connsiteX111-3421" fmla="*/ 9766 w 10000"/>
              <a:gd name="connsiteY111-3422" fmla="*/ 9935 h 10000"/>
              <a:gd name="connsiteX112-3423" fmla="*/ 9508 w 10000"/>
              <a:gd name="connsiteY112-3424" fmla="*/ 9935 h 10000"/>
              <a:gd name="connsiteX113-3425" fmla="*/ 9133 w 10000"/>
              <a:gd name="connsiteY113-3426" fmla="*/ 9857 h 10000"/>
              <a:gd name="connsiteX114-3427" fmla="*/ 8642 w 10000"/>
              <a:gd name="connsiteY114-3428" fmla="*/ 9727 h 10000"/>
              <a:gd name="connsiteX115-3429" fmla="*/ 8642 w 10000"/>
              <a:gd name="connsiteY115-3430" fmla="*/ 9727 h 10000"/>
              <a:gd name="connsiteX0-3431" fmla="*/ 8642 w 10000"/>
              <a:gd name="connsiteY0-3432" fmla="*/ 9727 h 10000"/>
              <a:gd name="connsiteX1-3433" fmla="*/ 8290 w 10000"/>
              <a:gd name="connsiteY1-3434" fmla="*/ 9583 h 10000"/>
              <a:gd name="connsiteX2-3435" fmla="*/ 7775 w 10000"/>
              <a:gd name="connsiteY2-3436" fmla="*/ 9453 h 10000"/>
              <a:gd name="connsiteX3-3437" fmla="*/ 7283 w 10000"/>
              <a:gd name="connsiteY3-3438" fmla="*/ 9245 h 10000"/>
              <a:gd name="connsiteX4-3439" fmla="*/ 6792 w 10000"/>
              <a:gd name="connsiteY4-3440" fmla="*/ 9036 h 10000"/>
              <a:gd name="connsiteX5-3441" fmla="*/ 6557 w 10000"/>
              <a:gd name="connsiteY5-3442" fmla="*/ 8893 h 10000"/>
              <a:gd name="connsiteX6-3443" fmla="*/ 6300 w 10000"/>
              <a:gd name="connsiteY6-3444" fmla="*/ 8763 h 10000"/>
              <a:gd name="connsiteX7-3445" fmla="*/ 6042 w 10000"/>
              <a:gd name="connsiteY7-3446" fmla="*/ 8620 h 10000"/>
              <a:gd name="connsiteX8-3447" fmla="*/ 5808 w 10000"/>
              <a:gd name="connsiteY8-3448" fmla="*/ 8490 h 10000"/>
              <a:gd name="connsiteX9-3449" fmla="*/ 5550 w 10000"/>
              <a:gd name="connsiteY9-3450" fmla="*/ 8281 h 10000"/>
              <a:gd name="connsiteX10-3451" fmla="*/ 5316 w 10000"/>
              <a:gd name="connsiteY10-3452" fmla="*/ 8073 h 10000"/>
              <a:gd name="connsiteX11-3453" fmla="*/ 5059 w 10000"/>
              <a:gd name="connsiteY11-3454" fmla="*/ 7865 h 10000"/>
              <a:gd name="connsiteX12-3455" fmla="*/ 4684 w 10000"/>
              <a:gd name="connsiteY12-3456" fmla="*/ 7656 h 10000"/>
              <a:gd name="connsiteX13-3457" fmla="*/ 4075 w 10000"/>
              <a:gd name="connsiteY13-3458" fmla="*/ 7174 h 10000"/>
              <a:gd name="connsiteX14-3459" fmla="*/ 3583 w 10000"/>
              <a:gd name="connsiteY14-3460" fmla="*/ 6758 h 10000"/>
              <a:gd name="connsiteX15-3461" fmla="*/ 3091 w 10000"/>
              <a:gd name="connsiteY15-3462" fmla="*/ 6276 h 10000"/>
              <a:gd name="connsiteX16-3463" fmla="*/ 2717 w 10000"/>
              <a:gd name="connsiteY16-3464" fmla="*/ 5729 h 10000"/>
              <a:gd name="connsiteX17-3465" fmla="*/ 2342 w 10000"/>
              <a:gd name="connsiteY17-3466" fmla="*/ 5247 h 10000"/>
              <a:gd name="connsiteX18-3467" fmla="*/ 1967 w 10000"/>
              <a:gd name="connsiteY18-3468" fmla="*/ 4766 h 10000"/>
              <a:gd name="connsiteX19-3469" fmla="*/ 1733 w 10000"/>
              <a:gd name="connsiteY19-3470" fmla="*/ 4284 h 10000"/>
              <a:gd name="connsiteX20-3471" fmla="*/ 1593 w 10000"/>
              <a:gd name="connsiteY20-3472" fmla="*/ 3997 h 10000"/>
              <a:gd name="connsiteX21-3473" fmla="*/ 1475 w 10000"/>
              <a:gd name="connsiteY21-3474" fmla="*/ 3789 h 10000"/>
              <a:gd name="connsiteX22-3475" fmla="*/ 1241 w 10000"/>
              <a:gd name="connsiteY22-3476" fmla="*/ 3307 h 10000"/>
              <a:gd name="connsiteX23-3477" fmla="*/ 1101 w 10000"/>
              <a:gd name="connsiteY23-3478" fmla="*/ 2760 h 10000"/>
              <a:gd name="connsiteX24-3479" fmla="*/ 867 w 10000"/>
              <a:gd name="connsiteY24-3480" fmla="*/ 2214 h 10000"/>
              <a:gd name="connsiteX25-3481" fmla="*/ 726 w 10000"/>
              <a:gd name="connsiteY25-3482" fmla="*/ 1654 h 10000"/>
              <a:gd name="connsiteX26-3483" fmla="*/ 726 w 10000"/>
              <a:gd name="connsiteY26-3484" fmla="*/ 1380 h 10000"/>
              <a:gd name="connsiteX27-3485" fmla="*/ 609 w 10000"/>
              <a:gd name="connsiteY27-3486" fmla="*/ 1107 h 10000"/>
              <a:gd name="connsiteX28-3487" fmla="*/ 492 w 10000"/>
              <a:gd name="connsiteY28-3488" fmla="*/ 898 h 10000"/>
              <a:gd name="connsiteX29-3489" fmla="*/ 492 w 10000"/>
              <a:gd name="connsiteY29-3490" fmla="*/ 690 h 10000"/>
              <a:gd name="connsiteX30-3491" fmla="*/ 375 w 10000"/>
              <a:gd name="connsiteY30-3492" fmla="*/ 560 h 10000"/>
              <a:gd name="connsiteX31-3493" fmla="*/ 375 w 10000"/>
              <a:gd name="connsiteY31-3494" fmla="*/ 417 h 10000"/>
              <a:gd name="connsiteX32-3495" fmla="*/ 234 w 10000"/>
              <a:gd name="connsiteY32-3496" fmla="*/ 352 h 10000"/>
              <a:gd name="connsiteX33-3497" fmla="*/ 234 w 10000"/>
              <a:gd name="connsiteY33-3498" fmla="*/ 273 h 10000"/>
              <a:gd name="connsiteX34-3499" fmla="*/ 117 w 10000"/>
              <a:gd name="connsiteY34-3500" fmla="*/ 273 h 10000"/>
              <a:gd name="connsiteX35-3501" fmla="*/ 0 w 10000"/>
              <a:gd name="connsiteY35-3502" fmla="*/ 208 h 10000"/>
              <a:gd name="connsiteX36-3503" fmla="*/ 0 w 10000"/>
              <a:gd name="connsiteY36-3504" fmla="*/ 143 h 10000"/>
              <a:gd name="connsiteX37-3505" fmla="*/ 117 w 10000"/>
              <a:gd name="connsiteY37-3506" fmla="*/ 78 h 10000"/>
              <a:gd name="connsiteX38-3507" fmla="*/ 117 w 10000"/>
              <a:gd name="connsiteY38-3508" fmla="*/ 0 h 10000"/>
              <a:gd name="connsiteX39-3509" fmla="*/ 117 w 10000"/>
              <a:gd name="connsiteY39-3510" fmla="*/ 0 h 10000"/>
              <a:gd name="connsiteX40-3511" fmla="*/ 234 w 10000"/>
              <a:gd name="connsiteY40-3512" fmla="*/ 0 h 10000"/>
              <a:gd name="connsiteX41-3513" fmla="*/ 234 w 10000"/>
              <a:gd name="connsiteY41-3514" fmla="*/ 0 h 10000"/>
              <a:gd name="connsiteX42-3515" fmla="*/ 375 w 10000"/>
              <a:gd name="connsiteY42-3516" fmla="*/ 0 h 10000"/>
              <a:gd name="connsiteX43-3517" fmla="*/ 609 w 10000"/>
              <a:gd name="connsiteY43-3518" fmla="*/ 0 h 10000"/>
              <a:gd name="connsiteX44-3519" fmla="*/ 726 w 10000"/>
              <a:gd name="connsiteY44-3520" fmla="*/ 78 h 10000"/>
              <a:gd name="connsiteX45-3521" fmla="*/ 984 w 10000"/>
              <a:gd name="connsiteY45-3522" fmla="*/ 78 h 10000"/>
              <a:gd name="connsiteX46-3523" fmla="*/ 1358 w 10000"/>
              <a:gd name="connsiteY46-3524" fmla="*/ 208 h 10000"/>
              <a:gd name="connsiteX47-3525" fmla="*/ 1593 w 10000"/>
              <a:gd name="connsiteY47-3526" fmla="*/ 273 h 10000"/>
              <a:gd name="connsiteX48-3527" fmla="*/ 1850 w 10000"/>
              <a:gd name="connsiteY48-3528" fmla="*/ 273 h 10000"/>
              <a:gd name="connsiteX49-3529" fmla="*/ 1967 w 10000"/>
              <a:gd name="connsiteY49-3530" fmla="*/ 352 h 10000"/>
              <a:gd name="connsiteX50-3531" fmla="*/ 1967 w 10000"/>
              <a:gd name="connsiteY50-3532" fmla="*/ 417 h 10000"/>
              <a:gd name="connsiteX51-3533" fmla="*/ 1967 w 10000"/>
              <a:gd name="connsiteY51-3534" fmla="*/ 417 h 10000"/>
              <a:gd name="connsiteX52-3535" fmla="*/ 1850 w 10000"/>
              <a:gd name="connsiteY52-3536" fmla="*/ 482 h 10000"/>
              <a:gd name="connsiteX53-3537" fmla="*/ 1850 w 10000"/>
              <a:gd name="connsiteY53-3538" fmla="*/ 560 h 10000"/>
              <a:gd name="connsiteX54-3539" fmla="*/ 1850 w 10000"/>
              <a:gd name="connsiteY54-3540" fmla="*/ 690 h 10000"/>
              <a:gd name="connsiteX55-3541" fmla="*/ 1733 w 10000"/>
              <a:gd name="connsiteY55-3542" fmla="*/ 833 h 10000"/>
              <a:gd name="connsiteX56-3543" fmla="*/ 1733 w 10000"/>
              <a:gd name="connsiteY56-3544" fmla="*/ 898 h 10000"/>
              <a:gd name="connsiteX57-3545" fmla="*/ 1733 w 10000"/>
              <a:gd name="connsiteY57-3546" fmla="*/ 1042 h 10000"/>
              <a:gd name="connsiteX58-3547" fmla="*/ 1733 w 10000"/>
              <a:gd name="connsiteY58-3548" fmla="*/ 1107 h 10000"/>
              <a:gd name="connsiteX59-3549" fmla="*/ 1733 w 10000"/>
              <a:gd name="connsiteY59-3550" fmla="*/ 1250 h 10000"/>
              <a:gd name="connsiteX60-3551" fmla="*/ 1733 w 10000"/>
              <a:gd name="connsiteY60-3552" fmla="*/ 1523 h 10000"/>
              <a:gd name="connsiteX61-3553" fmla="*/ 1850 w 10000"/>
              <a:gd name="connsiteY61-3554" fmla="*/ 1862 h 10000"/>
              <a:gd name="connsiteX62-3555" fmla="*/ 1850 w 10000"/>
              <a:gd name="connsiteY62-3556" fmla="*/ 2214 h 10000"/>
              <a:gd name="connsiteX63-3557" fmla="*/ 1967 w 10000"/>
              <a:gd name="connsiteY63-3558" fmla="*/ 2552 h 10000"/>
              <a:gd name="connsiteX64-3559" fmla="*/ 2084 w 10000"/>
              <a:gd name="connsiteY64-3560" fmla="*/ 2969 h 10000"/>
              <a:gd name="connsiteX65-3561" fmla="*/ 2342 w 10000"/>
              <a:gd name="connsiteY65-3562" fmla="*/ 3385 h 10000"/>
              <a:gd name="connsiteX66-3563" fmla="*/ 2600 w 10000"/>
              <a:gd name="connsiteY66-3564" fmla="*/ 3867 h 10000"/>
              <a:gd name="connsiteX67-3565" fmla="*/ 2834 w 10000"/>
              <a:gd name="connsiteY67-3566" fmla="*/ 4349 h 10000"/>
              <a:gd name="connsiteX68-3567" fmla="*/ 3208 w 10000"/>
              <a:gd name="connsiteY68-3568" fmla="*/ 4896 h 10000"/>
              <a:gd name="connsiteX69-3569" fmla="*/ 3583 w 10000"/>
              <a:gd name="connsiteY69-3570" fmla="*/ 5521 h 10000"/>
              <a:gd name="connsiteX70-3571" fmla="*/ 3817 w 10000"/>
              <a:gd name="connsiteY70-3572" fmla="*/ 5794 h 10000"/>
              <a:gd name="connsiteX71-3573" fmla="*/ 4075 w 10000"/>
              <a:gd name="connsiteY71-3574" fmla="*/ 6003 h 10000"/>
              <a:gd name="connsiteX72-3575" fmla="*/ 4333 w 10000"/>
              <a:gd name="connsiteY72-3576" fmla="*/ 6276 h 10000"/>
              <a:gd name="connsiteX73-3577" fmla="*/ 4684 w 10000"/>
              <a:gd name="connsiteY73-3578" fmla="*/ 6549 h 10000"/>
              <a:gd name="connsiteX74-3579" fmla="*/ 4941 w 10000"/>
              <a:gd name="connsiteY74-3580" fmla="*/ 6823 h 10000"/>
              <a:gd name="connsiteX75-3581" fmla="*/ 5176 w 10000"/>
              <a:gd name="connsiteY75-3582" fmla="*/ 7109 h 10000"/>
              <a:gd name="connsiteX76-3583" fmla="*/ 5550 w 10000"/>
              <a:gd name="connsiteY76-3584" fmla="*/ 7318 h 10000"/>
              <a:gd name="connsiteX77-3585" fmla="*/ 5808 w 10000"/>
              <a:gd name="connsiteY77-3586" fmla="*/ 7513 h 10000"/>
              <a:gd name="connsiteX78-3587" fmla="*/ 6183 w 10000"/>
              <a:gd name="connsiteY78-3588" fmla="*/ 7721 h 10000"/>
              <a:gd name="connsiteX79-3589" fmla="*/ 6417 w 10000"/>
              <a:gd name="connsiteY79-3590" fmla="*/ 7930 h 10000"/>
              <a:gd name="connsiteX80-3591" fmla="*/ 6792 w 10000"/>
              <a:gd name="connsiteY80-3592" fmla="*/ 8073 h 10000"/>
              <a:gd name="connsiteX81-3593" fmla="*/ 7049 w 10000"/>
              <a:gd name="connsiteY81-3594" fmla="*/ 8203 h 10000"/>
              <a:gd name="connsiteX82-3595" fmla="*/ 7283 w 10000"/>
              <a:gd name="connsiteY82-3596" fmla="*/ 8346 h 10000"/>
              <a:gd name="connsiteX83-3597" fmla="*/ 7541 w 10000"/>
              <a:gd name="connsiteY83-3598" fmla="*/ 8490 h 10000"/>
              <a:gd name="connsiteX84-3599" fmla="*/ 7775 w 10000"/>
              <a:gd name="connsiteY84-3600" fmla="*/ 8555 h 10000"/>
              <a:gd name="connsiteX85-3601" fmla="*/ 8033 w 10000"/>
              <a:gd name="connsiteY85-3602" fmla="*/ 8685 h 10000"/>
              <a:gd name="connsiteX86-3603" fmla="*/ 8150 w 10000"/>
              <a:gd name="connsiteY86-3604" fmla="*/ 8763 h 10000"/>
              <a:gd name="connsiteX87-3605" fmla="*/ 8290 w 10000"/>
              <a:gd name="connsiteY87-3606" fmla="*/ 8763 h 10000"/>
              <a:gd name="connsiteX88-3607" fmla="*/ 8407 w 10000"/>
              <a:gd name="connsiteY88-3608" fmla="*/ 8828 h 10000"/>
              <a:gd name="connsiteX89-3609" fmla="*/ 8525 w 10000"/>
              <a:gd name="connsiteY89-3610" fmla="*/ 8828 h 10000"/>
              <a:gd name="connsiteX90-3611" fmla="*/ 8525 w 10000"/>
              <a:gd name="connsiteY90-3612" fmla="*/ 8828 h 10000"/>
              <a:gd name="connsiteX91-3613" fmla="*/ 8642 w 10000"/>
              <a:gd name="connsiteY91-3614" fmla="*/ 8763 h 10000"/>
              <a:gd name="connsiteX92-3615" fmla="*/ 8642 w 10000"/>
              <a:gd name="connsiteY92-3616" fmla="*/ 8685 h 10000"/>
              <a:gd name="connsiteX93-3617" fmla="*/ 8782 w 10000"/>
              <a:gd name="connsiteY93-3618" fmla="*/ 8620 h 10000"/>
              <a:gd name="connsiteX94-3619" fmla="*/ 9274 w 10000"/>
              <a:gd name="connsiteY94-3620" fmla="*/ 7513 h 10000"/>
              <a:gd name="connsiteX95-3621" fmla="*/ 9391 w 10000"/>
              <a:gd name="connsiteY95-3622" fmla="*/ 7448 h 10000"/>
              <a:gd name="connsiteX96-3623" fmla="*/ 9391 w 10000"/>
              <a:gd name="connsiteY96-3624" fmla="*/ 7448 h 10000"/>
              <a:gd name="connsiteX97-3625" fmla="*/ 9508 w 10000"/>
              <a:gd name="connsiteY97-3626" fmla="*/ 7721 h 10000"/>
              <a:gd name="connsiteX98-3627" fmla="*/ 9649 w 10000"/>
              <a:gd name="connsiteY98-3628" fmla="*/ 8411 h 10000"/>
              <a:gd name="connsiteX99-3629" fmla="*/ 9766 w 10000"/>
              <a:gd name="connsiteY99-3630" fmla="*/ 8763 h 10000"/>
              <a:gd name="connsiteX100-3631" fmla="*/ 9883 w 10000"/>
              <a:gd name="connsiteY100-3632" fmla="*/ 9036 h 10000"/>
              <a:gd name="connsiteX101-3633" fmla="*/ 10000 w 10000"/>
              <a:gd name="connsiteY101-3634" fmla="*/ 9375 h 10000"/>
              <a:gd name="connsiteX102-3635" fmla="*/ 10000 w 10000"/>
              <a:gd name="connsiteY102-3636" fmla="*/ 9453 h 10000"/>
              <a:gd name="connsiteX103-3637" fmla="*/ 10000 w 10000"/>
              <a:gd name="connsiteY103-3638" fmla="*/ 9583 h 10000"/>
              <a:gd name="connsiteX104-3639" fmla="*/ 10000 w 10000"/>
              <a:gd name="connsiteY104-3640" fmla="*/ 9727 h 10000"/>
              <a:gd name="connsiteX105-3641" fmla="*/ 10000 w 10000"/>
              <a:gd name="connsiteY105-3642" fmla="*/ 9792 h 10000"/>
              <a:gd name="connsiteX106-3643" fmla="*/ 10000 w 10000"/>
              <a:gd name="connsiteY106-3644" fmla="*/ 9857 h 10000"/>
              <a:gd name="connsiteX107-3645" fmla="*/ 10000 w 10000"/>
              <a:gd name="connsiteY107-3646" fmla="*/ 9935 h 10000"/>
              <a:gd name="connsiteX108-3647" fmla="*/ 10000 w 10000"/>
              <a:gd name="connsiteY108-3648" fmla="*/ 9935 h 10000"/>
              <a:gd name="connsiteX109-3649" fmla="*/ 10000 w 10000"/>
              <a:gd name="connsiteY109-3650" fmla="*/ 10000 h 10000"/>
              <a:gd name="connsiteX110-3651" fmla="*/ 9766 w 10000"/>
              <a:gd name="connsiteY110-3652" fmla="*/ 9935 h 10000"/>
              <a:gd name="connsiteX111-3653" fmla="*/ 9508 w 10000"/>
              <a:gd name="connsiteY111-3654" fmla="*/ 9935 h 10000"/>
              <a:gd name="connsiteX112-3655" fmla="*/ 9133 w 10000"/>
              <a:gd name="connsiteY112-3656" fmla="*/ 9857 h 10000"/>
              <a:gd name="connsiteX113-3657" fmla="*/ 8642 w 10000"/>
              <a:gd name="connsiteY113-3658" fmla="*/ 9727 h 10000"/>
              <a:gd name="connsiteX114-3659" fmla="*/ 8642 w 10000"/>
              <a:gd name="connsiteY114-3660" fmla="*/ 9727 h 10000"/>
              <a:gd name="connsiteX0-3661" fmla="*/ 8642 w 10000"/>
              <a:gd name="connsiteY0-3662" fmla="*/ 9727 h 10000"/>
              <a:gd name="connsiteX1-3663" fmla="*/ 8290 w 10000"/>
              <a:gd name="connsiteY1-3664" fmla="*/ 9583 h 10000"/>
              <a:gd name="connsiteX2-3665" fmla="*/ 7775 w 10000"/>
              <a:gd name="connsiteY2-3666" fmla="*/ 9453 h 10000"/>
              <a:gd name="connsiteX3-3667" fmla="*/ 7283 w 10000"/>
              <a:gd name="connsiteY3-3668" fmla="*/ 9245 h 10000"/>
              <a:gd name="connsiteX4-3669" fmla="*/ 6792 w 10000"/>
              <a:gd name="connsiteY4-3670" fmla="*/ 9036 h 10000"/>
              <a:gd name="connsiteX5-3671" fmla="*/ 6557 w 10000"/>
              <a:gd name="connsiteY5-3672" fmla="*/ 8893 h 10000"/>
              <a:gd name="connsiteX6-3673" fmla="*/ 6300 w 10000"/>
              <a:gd name="connsiteY6-3674" fmla="*/ 8763 h 10000"/>
              <a:gd name="connsiteX7-3675" fmla="*/ 6042 w 10000"/>
              <a:gd name="connsiteY7-3676" fmla="*/ 8620 h 10000"/>
              <a:gd name="connsiteX8-3677" fmla="*/ 5808 w 10000"/>
              <a:gd name="connsiteY8-3678" fmla="*/ 8490 h 10000"/>
              <a:gd name="connsiteX9-3679" fmla="*/ 5550 w 10000"/>
              <a:gd name="connsiteY9-3680" fmla="*/ 8281 h 10000"/>
              <a:gd name="connsiteX10-3681" fmla="*/ 5316 w 10000"/>
              <a:gd name="connsiteY10-3682" fmla="*/ 8073 h 10000"/>
              <a:gd name="connsiteX11-3683" fmla="*/ 5059 w 10000"/>
              <a:gd name="connsiteY11-3684" fmla="*/ 7865 h 10000"/>
              <a:gd name="connsiteX12-3685" fmla="*/ 4684 w 10000"/>
              <a:gd name="connsiteY12-3686" fmla="*/ 7656 h 10000"/>
              <a:gd name="connsiteX13-3687" fmla="*/ 4075 w 10000"/>
              <a:gd name="connsiteY13-3688" fmla="*/ 7174 h 10000"/>
              <a:gd name="connsiteX14-3689" fmla="*/ 3583 w 10000"/>
              <a:gd name="connsiteY14-3690" fmla="*/ 6758 h 10000"/>
              <a:gd name="connsiteX15-3691" fmla="*/ 3091 w 10000"/>
              <a:gd name="connsiteY15-3692" fmla="*/ 6276 h 10000"/>
              <a:gd name="connsiteX16-3693" fmla="*/ 2717 w 10000"/>
              <a:gd name="connsiteY16-3694" fmla="*/ 5729 h 10000"/>
              <a:gd name="connsiteX17-3695" fmla="*/ 2342 w 10000"/>
              <a:gd name="connsiteY17-3696" fmla="*/ 5247 h 10000"/>
              <a:gd name="connsiteX18-3697" fmla="*/ 1967 w 10000"/>
              <a:gd name="connsiteY18-3698" fmla="*/ 4766 h 10000"/>
              <a:gd name="connsiteX19-3699" fmla="*/ 1733 w 10000"/>
              <a:gd name="connsiteY19-3700" fmla="*/ 4284 h 10000"/>
              <a:gd name="connsiteX20-3701" fmla="*/ 1593 w 10000"/>
              <a:gd name="connsiteY20-3702" fmla="*/ 3997 h 10000"/>
              <a:gd name="connsiteX21-3703" fmla="*/ 1475 w 10000"/>
              <a:gd name="connsiteY21-3704" fmla="*/ 3789 h 10000"/>
              <a:gd name="connsiteX22-3705" fmla="*/ 1241 w 10000"/>
              <a:gd name="connsiteY22-3706" fmla="*/ 3307 h 10000"/>
              <a:gd name="connsiteX23-3707" fmla="*/ 1101 w 10000"/>
              <a:gd name="connsiteY23-3708" fmla="*/ 2760 h 10000"/>
              <a:gd name="connsiteX24-3709" fmla="*/ 867 w 10000"/>
              <a:gd name="connsiteY24-3710" fmla="*/ 2214 h 10000"/>
              <a:gd name="connsiteX25-3711" fmla="*/ 726 w 10000"/>
              <a:gd name="connsiteY25-3712" fmla="*/ 1654 h 10000"/>
              <a:gd name="connsiteX26-3713" fmla="*/ 726 w 10000"/>
              <a:gd name="connsiteY26-3714" fmla="*/ 1380 h 10000"/>
              <a:gd name="connsiteX27-3715" fmla="*/ 609 w 10000"/>
              <a:gd name="connsiteY27-3716" fmla="*/ 1107 h 10000"/>
              <a:gd name="connsiteX28-3717" fmla="*/ 492 w 10000"/>
              <a:gd name="connsiteY28-3718" fmla="*/ 898 h 10000"/>
              <a:gd name="connsiteX29-3719" fmla="*/ 492 w 10000"/>
              <a:gd name="connsiteY29-3720" fmla="*/ 690 h 10000"/>
              <a:gd name="connsiteX30-3721" fmla="*/ 375 w 10000"/>
              <a:gd name="connsiteY30-3722" fmla="*/ 560 h 10000"/>
              <a:gd name="connsiteX31-3723" fmla="*/ 375 w 10000"/>
              <a:gd name="connsiteY31-3724" fmla="*/ 417 h 10000"/>
              <a:gd name="connsiteX32-3725" fmla="*/ 234 w 10000"/>
              <a:gd name="connsiteY32-3726" fmla="*/ 352 h 10000"/>
              <a:gd name="connsiteX33-3727" fmla="*/ 234 w 10000"/>
              <a:gd name="connsiteY33-3728" fmla="*/ 273 h 10000"/>
              <a:gd name="connsiteX34-3729" fmla="*/ 117 w 10000"/>
              <a:gd name="connsiteY34-3730" fmla="*/ 273 h 10000"/>
              <a:gd name="connsiteX35-3731" fmla="*/ 0 w 10000"/>
              <a:gd name="connsiteY35-3732" fmla="*/ 208 h 10000"/>
              <a:gd name="connsiteX36-3733" fmla="*/ 0 w 10000"/>
              <a:gd name="connsiteY36-3734" fmla="*/ 143 h 10000"/>
              <a:gd name="connsiteX37-3735" fmla="*/ 117 w 10000"/>
              <a:gd name="connsiteY37-3736" fmla="*/ 78 h 10000"/>
              <a:gd name="connsiteX38-3737" fmla="*/ 117 w 10000"/>
              <a:gd name="connsiteY38-3738" fmla="*/ 0 h 10000"/>
              <a:gd name="connsiteX39-3739" fmla="*/ 117 w 10000"/>
              <a:gd name="connsiteY39-3740" fmla="*/ 0 h 10000"/>
              <a:gd name="connsiteX40-3741" fmla="*/ 234 w 10000"/>
              <a:gd name="connsiteY40-3742" fmla="*/ 0 h 10000"/>
              <a:gd name="connsiteX41-3743" fmla="*/ 234 w 10000"/>
              <a:gd name="connsiteY41-3744" fmla="*/ 0 h 10000"/>
              <a:gd name="connsiteX42-3745" fmla="*/ 375 w 10000"/>
              <a:gd name="connsiteY42-3746" fmla="*/ 0 h 10000"/>
              <a:gd name="connsiteX43-3747" fmla="*/ 609 w 10000"/>
              <a:gd name="connsiteY43-3748" fmla="*/ 0 h 10000"/>
              <a:gd name="connsiteX44-3749" fmla="*/ 726 w 10000"/>
              <a:gd name="connsiteY44-3750" fmla="*/ 78 h 10000"/>
              <a:gd name="connsiteX45-3751" fmla="*/ 984 w 10000"/>
              <a:gd name="connsiteY45-3752" fmla="*/ 78 h 10000"/>
              <a:gd name="connsiteX46-3753" fmla="*/ 1358 w 10000"/>
              <a:gd name="connsiteY46-3754" fmla="*/ 208 h 10000"/>
              <a:gd name="connsiteX47-3755" fmla="*/ 1593 w 10000"/>
              <a:gd name="connsiteY47-3756" fmla="*/ 273 h 10000"/>
              <a:gd name="connsiteX48-3757" fmla="*/ 1850 w 10000"/>
              <a:gd name="connsiteY48-3758" fmla="*/ 273 h 10000"/>
              <a:gd name="connsiteX49-3759" fmla="*/ 1967 w 10000"/>
              <a:gd name="connsiteY49-3760" fmla="*/ 352 h 10000"/>
              <a:gd name="connsiteX50-3761" fmla="*/ 1967 w 10000"/>
              <a:gd name="connsiteY50-3762" fmla="*/ 417 h 10000"/>
              <a:gd name="connsiteX51-3763" fmla="*/ 1967 w 10000"/>
              <a:gd name="connsiteY51-3764" fmla="*/ 417 h 10000"/>
              <a:gd name="connsiteX52-3765" fmla="*/ 1850 w 10000"/>
              <a:gd name="connsiteY52-3766" fmla="*/ 482 h 10000"/>
              <a:gd name="connsiteX53-3767" fmla="*/ 1850 w 10000"/>
              <a:gd name="connsiteY53-3768" fmla="*/ 560 h 10000"/>
              <a:gd name="connsiteX54-3769" fmla="*/ 1850 w 10000"/>
              <a:gd name="connsiteY54-3770" fmla="*/ 690 h 10000"/>
              <a:gd name="connsiteX55-3771" fmla="*/ 1733 w 10000"/>
              <a:gd name="connsiteY55-3772" fmla="*/ 833 h 10000"/>
              <a:gd name="connsiteX56-3773" fmla="*/ 1733 w 10000"/>
              <a:gd name="connsiteY56-3774" fmla="*/ 898 h 10000"/>
              <a:gd name="connsiteX57-3775" fmla="*/ 1733 w 10000"/>
              <a:gd name="connsiteY57-3776" fmla="*/ 1042 h 10000"/>
              <a:gd name="connsiteX58-3777" fmla="*/ 1733 w 10000"/>
              <a:gd name="connsiteY58-3778" fmla="*/ 1107 h 10000"/>
              <a:gd name="connsiteX59-3779" fmla="*/ 1733 w 10000"/>
              <a:gd name="connsiteY59-3780" fmla="*/ 1250 h 10000"/>
              <a:gd name="connsiteX60-3781" fmla="*/ 1733 w 10000"/>
              <a:gd name="connsiteY60-3782" fmla="*/ 1523 h 10000"/>
              <a:gd name="connsiteX61-3783" fmla="*/ 1850 w 10000"/>
              <a:gd name="connsiteY61-3784" fmla="*/ 1862 h 10000"/>
              <a:gd name="connsiteX62-3785" fmla="*/ 1850 w 10000"/>
              <a:gd name="connsiteY62-3786" fmla="*/ 2214 h 10000"/>
              <a:gd name="connsiteX63-3787" fmla="*/ 1967 w 10000"/>
              <a:gd name="connsiteY63-3788" fmla="*/ 2552 h 10000"/>
              <a:gd name="connsiteX64-3789" fmla="*/ 2084 w 10000"/>
              <a:gd name="connsiteY64-3790" fmla="*/ 2969 h 10000"/>
              <a:gd name="connsiteX65-3791" fmla="*/ 2342 w 10000"/>
              <a:gd name="connsiteY65-3792" fmla="*/ 3385 h 10000"/>
              <a:gd name="connsiteX66-3793" fmla="*/ 2600 w 10000"/>
              <a:gd name="connsiteY66-3794" fmla="*/ 3867 h 10000"/>
              <a:gd name="connsiteX67-3795" fmla="*/ 2834 w 10000"/>
              <a:gd name="connsiteY67-3796" fmla="*/ 4349 h 10000"/>
              <a:gd name="connsiteX68-3797" fmla="*/ 3208 w 10000"/>
              <a:gd name="connsiteY68-3798" fmla="*/ 4896 h 10000"/>
              <a:gd name="connsiteX69-3799" fmla="*/ 3583 w 10000"/>
              <a:gd name="connsiteY69-3800" fmla="*/ 5521 h 10000"/>
              <a:gd name="connsiteX70-3801" fmla="*/ 3817 w 10000"/>
              <a:gd name="connsiteY70-3802" fmla="*/ 5794 h 10000"/>
              <a:gd name="connsiteX71-3803" fmla="*/ 4075 w 10000"/>
              <a:gd name="connsiteY71-3804" fmla="*/ 6003 h 10000"/>
              <a:gd name="connsiteX72-3805" fmla="*/ 4333 w 10000"/>
              <a:gd name="connsiteY72-3806" fmla="*/ 6276 h 10000"/>
              <a:gd name="connsiteX73-3807" fmla="*/ 4684 w 10000"/>
              <a:gd name="connsiteY73-3808" fmla="*/ 6549 h 10000"/>
              <a:gd name="connsiteX74-3809" fmla="*/ 4941 w 10000"/>
              <a:gd name="connsiteY74-3810" fmla="*/ 6823 h 10000"/>
              <a:gd name="connsiteX75-3811" fmla="*/ 5176 w 10000"/>
              <a:gd name="connsiteY75-3812" fmla="*/ 7109 h 10000"/>
              <a:gd name="connsiteX76-3813" fmla="*/ 5550 w 10000"/>
              <a:gd name="connsiteY76-3814" fmla="*/ 7318 h 10000"/>
              <a:gd name="connsiteX77-3815" fmla="*/ 5808 w 10000"/>
              <a:gd name="connsiteY77-3816" fmla="*/ 7513 h 10000"/>
              <a:gd name="connsiteX78-3817" fmla="*/ 6183 w 10000"/>
              <a:gd name="connsiteY78-3818" fmla="*/ 7721 h 10000"/>
              <a:gd name="connsiteX79-3819" fmla="*/ 6417 w 10000"/>
              <a:gd name="connsiteY79-3820" fmla="*/ 7930 h 10000"/>
              <a:gd name="connsiteX80-3821" fmla="*/ 6792 w 10000"/>
              <a:gd name="connsiteY80-3822" fmla="*/ 8073 h 10000"/>
              <a:gd name="connsiteX81-3823" fmla="*/ 7049 w 10000"/>
              <a:gd name="connsiteY81-3824" fmla="*/ 8203 h 10000"/>
              <a:gd name="connsiteX82-3825" fmla="*/ 7283 w 10000"/>
              <a:gd name="connsiteY82-3826" fmla="*/ 8346 h 10000"/>
              <a:gd name="connsiteX83-3827" fmla="*/ 7541 w 10000"/>
              <a:gd name="connsiteY83-3828" fmla="*/ 8490 h 10000"/>
              <a:gd name="connsiteX84-3829" fmla="*/ 7775 w 10000"/>
              <a:gd name="connsiteY84-3830" fmla="*/ 8555 h 10000"/>
              <a:gd name="connsiteX85-3831" fmla="*/ 8033 w 10000"/>
              <a:gd name="connsiteY85-3832" fmla="*/ 8685 h 10000"/>
              <a:gd name="connsiteX86-3833" fmla="*/ 8150 w 10000"/>
              <a:gd name="connsiteY86-3834" fmla="*/ 8763 h 10000"/>
              <a:gd name="connsiteX87-3835" fmla="*/ 8290 w 10000"/>
              <a:gd name="connsiteY87-3836" fmla="*/ 8763 h 10000"/>
              <a:gd name="connsiteX88-3837" fmla="*/ 8407 w 10000"/>
              <a:gd name="connsiteY88-3838" fmla="*/ 8828 h 10000"/>
              <a:gd name="connsiteX89-3839" fmla="*/ 8525 w 10000"/>
              <a:gd name="connsiteY89-3840" fmla="*/ 8828 h 10000"/>
              <a:gd name="connsiteX90-3841" fmla="*/ 8525 w 10000"/>
              <a:gd name="connsiteY90-3842" fmla="*/ 8828 h 10000"/>
              <a:gd name="connsiteX91-3843" fmla="*/ 8642 w 10000"/>
              <a:gd name="connsiteY91-3844" fmla="*/ 8763 h 10000"/>
              <a:gd name="connsiteX92-3845" fmla="*/ 8642 w 10000"/>
              <a:gd name="connsiteY92-3846" fmla="*/ 8685 h 10000"/>
              <a:gd name="connsiteX93-3847" fmla="*/ 8782 w 10000"/>
              <a:gd name="connsiteY93-3848" fmla="*/ 8620 h 10000"/>
              <a:gd name="connsiteX94-3849" fmla="*/ 9274 w 10000"/>
              <a:gd name="connsiteY94-3850" fmla="*/ 7513 h 10000"/>
              <a:gd name="connsiteX95-3851" fmla="*/ 9391 w 10000"/>
              <a:gd name="connsiteY95-3852" fmla="*/ 7448 h 10000"/>
              <a:gd name="connsiteX96-3853" fmla="*/ 9391 w 10000"/>
              <a:gd name="connsiteY96-3854" fmla="*/ 7448 h 10000"/>
              <a:gd name="connsiteX97-3855" fmla="*/ 9649 w 10000"/>
              <a:gd name="connsiteY97-3856" fmla="*/ 8411 h 10000"/>
              <a:gd name="connsiteX98-3857" fmla="*/ 9766 w 10000"/>
              <a:gd name="connsiteY98-3858" fmla="*/ 8763 h 10000"/>
              <a:gd name="connsiteX99-3859" fmla="*/ 9883 w 10000"/>
              <a:gd name="connsiteY99-3860" fmla="*/ 9036 h 10000"/>
              <a:gd name="connsiteX100-3861" fmla="*/ 10000 w 10000"/>
              <a:gd name="connsiteY100-3862" fmla="*/ 9375 h 10000"/>
              <a:gd name="connsiteX101-3863" fmla="*/ 10000 w 10000"/>
              <a:gd name="connsiteY101-3864" fmla="*/ 9453 h 10000"/>
              <a:gd name="connsiteX102-3865" fmla="*/ 10000 w 10000"/>
              <a:gd name="connsiteY102-3866" fmla="*/ 9583 h 10000"/>
              <a:gd name="connsiteX103-3867" fmla="*/ 10000 w 10000"/>
              <a:gd name="connsiteY103-3868" fmla="*/ 9727 h 10000"/>
              <a:gd name="connsiteX104-3869" fmla="*/ 10000 w 10000"/>
              <a:gd name="connsiteY104-3870" fmla="*/ 9792 h 10000"/>
              <a:gd name="connsiteX105-3871" fmla="*/ 10000 w 10000"/>
              <a:gd name="connsiteY105-3872" fmla="*/ 9857 h 10000"/>
              <a:gd name="connsiteX106-3873" fmla="*/ 10000 w 10000"/>
              <a:gd name="connsiteY106-3874" fmla="*/ 9935 h 10000"/>
              <a:gd name="connsiteX107-3875" fmla="*/ 10000 w 10000"/>
              <a:gd name="connsiteY107-3876" fmla="*/ 9935 h 10000"/>
              <a:gd name="connsiteX108-3877" fmla="*/ 10000 w 10000"/>
              <a:gd name="connsiteY108-3878" fmla="*/ 10000 h 10000"/>
              <a:gd name="connsiteX109-3879" fmla="*/ 9766 w 10000"/>
              <a:gd name="connsiteY109-3880" fmla="*/ 9935 h 10000"/>
              <a:gd name="connsiteX110-3881" fmla="*/ 9508 w 10000"/>
              <a:gd name="connsiteY110-3882" fmla="*/ 9935 h 10000"/>
              <a:gd name="connsiteX111-3883" fmla="*/ 9133 w 10000"/>
              <a:gd name="connsiteY111-3884" fmla="*/ 9857 h 10000"/>
              <a:gd name="connsiteX112-3885" fmla="*/ 8642 w 10000"/>
              <a:gd name="connsiteY112-3886" fmla="*/ 9727 h 10000"/>
              <a:gd name="connsiteX113-3887" fmla="*/ 8642 w 10000"/>
              <a:gd name="connsiteY113-3888" fmla="*/ 9727 h 10000"/>
              <a:gd name="connsiteX0-3889" fmla="*/ 8642 w 10000"/>
              <a:gd name="connsiteY0-3890" fmla="*/ 9727 h 10000"/>
              <a:gd name="connsiteX1-3891" fmla="*/ 8290 w 10000"/>
              <a:gd name="connsiteY1-3892" fmla="*/ 9583 h 10000"/>
              <a:gd name="connsiteX2-3893" fmla="*/ 7775 w 10000"/>
              <a:gd name="connsiteY2-3894" fmla="*/ 9453 h 10000"/>
              <a:gd name="connsiteX3-3895" fmla="*/ 7283 w 10000"/>
              <a:gd name="connsiteY3-3896" fmla="*/ 9245 h 10000"/>
              <a:gd name="connsiteX4-3897" fmla="*/ 6792 w 10000"/>
              <a:gd name="connsiteY4-3898" fmla="*/ 9036 h 10000"/>
              <a:gd name="connsiteX5-3899" fmla="*/ 6557 w 10000"/>
              <a:gd name="connsiteY5-3900" fmla="*/ 8893 h 10000"/>
              <a:gd name="connsiteX6-3901" fmla="*/ 6300 w 10000"/>
              <a:gd name="connsiteY6-3902" fmla="*/ 8763 h 10000"/>
              <a:gd name="connsiteX7-3903" fmla="*/ 6042 w 10000"/>
              <a:gd name="connsiteY7-3904" fmla="*/ 8620 h 10000"/>
              <a:gd name="connsiteX8-3905" fmla="*/ 5808 w 10000"/>
              <a:gd name="connsiteY8-3906" fmla="*/ 8490 h 10000"/>
              <a:gd name="connsiteX9-3907" fmla="*/ 5550 w 10000"/>
              <a:gd name="connsiteY9-3908" fmla="*/ 8281 h 10000"/>
              <a:gd name="connsiteX10-3909" fmla="*/ 5316 w 10000"/>
              <a:gd name="connsiteY10-3910" fmla="*/ 8073 h 10000"/>
              <a:gd name="connsiteX11-3911" fmla="*/ 5059 w 10000"/>
              <a:gd name="connsiteY11-3912" fmla="*/ 7865 h 10000"/>
              <a:gd name="connsiteX12-3913" fmla="*/ 4684 w 10000"/>
              <a:gd name="connsiteY12-3914" fmla="*/ 7656 h 10000"/>
              <a:gd name="connsiteX13-3915" fmla="*/ 4075 w 10000"/>
              <a:gd name="connsiteY13-3916" fmla="*/ 7174 h 10000"/>
              <a:gd name="connsiteX14-3917" fmla="*/ 3583 w 10000"/>
              <a:gd name="connsiteY14-3918" fmla="*/ 6758 h 10000"/>
              <a:gd name="connsiteX15-3919" fmla="*/ 3091 w 10000"/>
              <a:gd name="connsiteY15-3920" fmla="*/ 6276 h 10000"/>
              <a:gd name="connsiteX16-3921" fmla="*/ 2717 w 10000"/>
              <a:gd name="connsiteY16-3922" fmla="*/ 5729 h 10000"/>
              <a:gd name="connsiteX17-3923" fmla="*/ 2342 w 10000"/>
              <a:gd name="connsiteY17-3924" fmla="*/ 5247 h 10000"/>
              <a:gd name="connsiteX18-3925" fmla="*/ 1967 w 10000"/>
              <a:gd name="connsiteY18-3926" fmla="*/ 4766 h 10000"/>
              <a:gd name="connsiteX19-3927" fmla="*/ 1733 w 10000"/>
              <a:gd name="connsiteY19-3928" fmla="*/ 4284 h 10000"/>
              <a:gd name="connsiteX20-3929" fmla="*/ 1593 w 10000"/>
              <a:gd name="connsiteY20-3930" fmla="*/ 3997 h 10000"/>
              <a:gd name="connsiteX21-3931" fmla="*/ 1475 w 10000"/>
              <a:gd name="connsiteY21-3932" fmla="*/ 3789 h 10000"/>
              <a:gd name="connsiteX22-3933" fmla="*/ 1241 w 10000"/>
              <a:gd name="connsiteY22-3934" fmla="*/ 3307 h 10000"/>
              <a:gd name="connsiteX23-3935" fmla="*/ 1101 w 10000"/>
              <a:gd name="connsiteY23-3936" fmla="*/ 2760 h 10000"/>
              <a:gd name="connsiteX24-3937" fmla="*/ 867 w 10000"/>
              <a:gd name="connsiteY24-3938" fmla="*/ 2214 h 10000"/>
              <a:gd name="connsiteX25-3939" fmla="*/ 726 w 10000"/>
              <a:gd name="connsiteY25-3940" fmla="*/ 1654 h 10000"/>
              <a:gd name="connsiteX26-3941" fmla="*/ 726 w 10000"/>
              <a:gd name="connsiteY26-3942" fmla="*/ 1380 h 10000"/>
              <a:gd name="connsiteX27-3943" fmla="*/ 609 w 10000"/>
              <a:gd name="connsiteY27-3944" fmla="*/ 1107 h 10000"/>
              <a:gd name="connsiteX28-3945" fmla="*/ 492 w 10000"/>
              <a:gd name="connsiteY28-3946" fmla="*/ 898 h 10000"/>
              <a:gd name="connsiteX29-3947" fmla="*/ 492 w 10000"/>
              <a:gd name="connsiteY29-3948" fmla="*/ 690 h 10000"/>
              <a:gd name="connsiteX30-3949" fmla="*/ 375 w 10000"/>
              <a:gd name="connsiteY30-3950" fmla="*/ 560 h 10000"/>
              <a:gd name="connsiteX31-3951" fmla="*/ 375 w 10000"/>
              <a:gd name="connsiteY31-3952" fmla="*/ 417 h 10000"/>
              <a:gd name="connsiteX32-3953" fmla="*/ 234 w 10000"/>
              <a:gd name="connsiteY32-3954" fmla="*/ 352 h 10000"/>
              <a:gd name="connsiteX33-3955" fmla="*/ 234 w 10000"/>
              <a:gd name="connsiteY33-3956" fmla="*/ 273 h 10000"/>
              <a:gd name="connsiteX34-3957" fmla="*/ 117 w 10000"/>
              <a:gd name="connsiteY34-3958" fmla="*/ 273 h 10000"/>
              <a:gd name="connsiteX35-3959" fmla="*/ 0 w 10000"/>
              <a:gd name="connsiteY35-3960" fmla="*/ 208 h 10000"/>
              <a:gd name="connsiteX36-3961" fmla="*/ 0 w 10000"/>
              <a:gd name="connsiteY36-3962" fmla="*/ 143 h 10000"/>
              <a:gd name="connsiteX37-3963" fmla="*/ 117 w 10000"/>
              <a:gd name="connsiteY37-3964" fmla="*/ 78 h 10000"/>
              <a:gd name="connsiteX38-3965" fmla="*/ 117 w 10000"/>
              <a:gd name="connsiteY38-3966" fmla="*/ 0 h 10000"/>
              <a:gd name="connsiteX39-3967" fmla="*/ 117 w 10000"/>
              <a:gd name="connsiteY39-3968" fmla="*/ 0 h 10000"/>
              <a:gd name="connsiteX40-3969" fmla="*/ 234 w 10000"/>
              <a:gd name="connsiteY40-3970" fmla="*/ 0 h 10000"/>
              <a:gd name="connsiteX41-3971" fmla="*/ 234 w 10000"/>
              <a:gd name="connsiteY41-3972" fmla="*/ 0 h 10000"/>
              <a:gd name="connsiteX42-3973" fmla="*/ 375 w 10000"/>
              <a:gd name="connsiteY42-3974" fmla="*/ 0 h 10000"/>
              <a:gd name="connsiteX43-3975" fmla="*/ 609 w 10000"/>
              <a:gd name="connsiteY43-3976" fmla="*/ 0 h 10000"/>
              <a:gd name="connsiteX44-3977" fmla="*/ 726 w 10000"/>
              <a:gd name="connsiteY44-3978" fmla="*/ 78 h 10000"/>
              <a:gd name="connsiteX45-3979" fmla="*/ 984 w 10000"/>
              <a:gd name="connsiteY45-3980" fmla="*/ 78 h 10000"/>
              <a:gd name="connsiteX46-3981" fmla="*/ 1358 w 10000"/>
              <a:gd name="connsiteY46-3982" fmla="*/ 208 h 10000"/>
              <a:gd name="connsiteX47-3983" fmla="*/ 1593 w 10000"/>
              <a:gd name="connsiteY47-3984" fmla="*/ 273 h 10000"/>
              <a:gd name="connsiteX48-3985" fmla="*/ 1850 w 10000"/>
              <a:gd name="connsiteY48-3986" fmla="*/ 273 h 10000"/>
              <a:gd name="connsiteX49-3987" fmla="*/ 1967 w 10000"/>
              <a:gd name="connsiteY49-3988" fmla="*/ 352 h 10000"/>
              <a:gd name="connsiteX50-3989" fmla="*/ 1967 w 10000"/>
              <a:gd name="connsiteY50-3990" fmla="*/ 417 h 10000"/>
              <a:gd name="connsiteX51-3991" fmla="*/ 1967 w 10000"/>
              <a:gd name="connsiteY51-3992" fmla="*/ 417 h 10000"/>
              <a:gd name="connsiteX52-3993" fmla="*/ 1850 w 10000"/>
              <a:gd name="connsiteY52-3994" fmla="*/ 482 h 10000"/>
              <a:gd name="connsiteX53-3995" fmla="*/ 1850 w 10000"/>
              <a:gd name="connsiteY53-3996" fmla="*/ 560 h 10000"/>
              <a:gd name="connsiteX54-3997" fmla="*/ 1850 w 10000"/>
              <a:gd name="connsiteY54-3998" fmla="*/ 690 h 10000"/>
              <a:gd name="connsiteX55-3999" fmla="*/ 1733 w 10000"/>
              <a:gd name="connsiteY55-4000" fmla="*/ 833 h 10000"/>
              <a:gd name="connsiteX56-4001" fmla="*/ 1733 w 10000"/>
              <a:gd name="connsiteY56-4002" fmla="*/ 898 h 10000"/>
              <a:gd name="connsiteX57-4003" fmla="*/ 1733 w 10000"/>
              <a:gd name="connsiteY57-4004" fmla="*/ 1042 h 10000"/>
              <a:gd name="connsiteX58-4005" fmla="*/ 1733 w 10000"/>
              <a:gd name="connsiteY58-4006" fmla="*/ 1107 h 10000"/>
              <a:gd name="connsiteX59-4007" fmla="*/ 1733 w 10000"/>
              <a:gd name="connsiteY59-4008" fmla="*/ 1250 h 10000"/>
              <a:gd name="connsiteX60-4009" fmla="*/ 1733 w 10000"/>
              <a:gd name="connsiteY60-4010" fmla="*/ 1523 h 10000"/>
              <a:gd name="connsiteX61-4011" fmla="*/ 1850 w 10000"/>
              <a:gd name="connsiteY61-4012" fmla="*/ 1862 h 10000"/>
              <a:gd name="connsiteX62-4013" fmla="*/ 1850 w 10000"/>
              <a:gd name="connsiteY62-4014" fmla="*/ 2214 h 10000"/>
              <a:gd name="connsiteX63-4015" fmla="*/ 1967 w 10000"/>
              <a:gd name="connsiteY63-4016" fmla="*/ 2552 h 10000"/>
              <a:gd name="connsiteX64-4017" fmla="*/ 2084 w 10000"/>
              <a:gd name="connsiteY64-4018" fmla="*/ 2969 h 10000"/>
              <a:gd name="connsiteX65-4019" fmla="*/ 2342 w 10000"/>
              <a:gd name="connsiteY65-4020" fmla="*/ 3385 h 10000"/>
              <a:gd name="connsiteX66-4021" fmla="*/ 2600 w 10000"/>
              <a:gd name="connsiteY66-4022" fmla="*/ 3867 h 10000"/>
              <a:gd name="connsiteX67-4023" fmla="*/ 2834 w 10000"/>
              <a:gd name="connsiteY67-4024" fmla="*/ 4349 h 10000"/>
              <a:gd name="connsiteX68-4025" fmla="*/ 3208 w 10000"/>
              <a:gd name="connsiteY68-4026" fmla="*/ 4896 h 10000"/>
              <a:gd name="connsiteX69-4027" fmla="*/ 3583 w 10000"/>
              <a:gd name="connsiteY69-4028" fmla="*/ 5521 h 10000"/>
              <a:gd name="connsiteX70-4029" fmla="*/ 3817 w 10000"/>
              <a:gd name="connsiteY70-4030" fmla="*/ 5794 h 10000"/>
              <a:gd name="connsiteX71-4031" fmla="*/ 4075 w 10000"/>
              <a:gd name="connsiteY71-4032" fmla="*/ 6003 h 10000"/>
              <a:gd name="connsiteX72-4033" fmla="*/ 4333 w 10000"/>
              <a:gd name="connsiteY72-4034" fmla="*/ 6276 h 10000"/>
              <a:gd name="connsiteX73-4035" fmla="*/ 4684 w 10000"/>
              <a:gd name="connsiteY73-4036" fmla="*/ 6549 h 10000"/>
              <a:gd name="connsiteX74-4037" fmla="*/ 4941 w 10000"/>
              <a:gd name="connsiteY74-4038" fmla="*/ 6823 h 10000"/>
              <a:gd name="connsiteX75-4039" fmla="*/ 5176 w 10000"/>
              <a:gd name="connsiteY75-4040" fmla="*/ 7109 h 10000"/>
              <a:gd name="connsiteX76-4041" fmla="*/ 5550 w 10000"/>
              <a:gd name="connsiteY76-4042" fmla="*/ 7318 h 10000"/>
              <a:gd name="connsiteX77-4043" fmla="*/ 5808 w 10000"/>
              <a:gd name="connsiteY77-4044" fmla="*/ 7513 h 10000"/>
              <a:gd name="connsiteX78-4045" fmla="*/ 6183 w 10000"/>
              <a:gd name="connsiteY78-4046" fmla="*/ 7721 h 10000"/>
              <a:gd name="connsiteX79-4047" fmla="*/ 6417 w 10000"/>
              <a:gd name="connsiteY79-4048" fmla="*/ 7930 h 10000"/>
              <a:gd name="connsiteX80-4049" fmla="*/ 6792 w 10000"/>
              <a:gd name="connsiteY80-4050" fmla="*/ 8073 h 10000"/>
              <a:gd name="connsiteX81-4051" fmla="*/ 7049 w 10000"/>
              <a:gd name="connsiteY81-4052" fmla="*/ 8203 h 10000"/>
              <a:gd name="connsiteX82-4053" fmla="*/ 7283 w 10000"/>
              <a:gd name="connsiteY82-4054" fmla="*/ 8346 h 10000"/>
              <a:gd name="connsiteX83-4055" fmla="*/ 7541 w 10000"/>
              <a:gd name="connsiteY83-4056" fmla="*/ 8490 h 10000"/>
              <a:gd name="connsiteX84-4057" fmla="*/ 7775 w 10000"/>
              <a:gd name="connsiteY84-4058" fmla="*/ 8555 h 10000"/>
              <a:gd name="connsiteX85-4059" fmla="*/ 8033 w 10000"/>
              <a:gd name="connsiteY85-4060" fmla="*/ 8685 h 10000"/>
              <a:gd name="connsiteX86-4061" fmla="*/ 8150 w 10000"/>
              <a:gd name="connsiteY86-4062" fmla="*/ 8763 h 10000"/>
              <a:gd name="connsiteX87-4063" fmla="*/ 8290 w 10000"/>
              <a:gd name="connsiteY87-4064" fmla="*/ 8763 h 10000"/>
              <a:gd name="connsiteX88-4065" fmla="*/ 8407 w 10000"/>
              <a:gd name="connsiteY88-4066" fmla="*/ 8828 h 10000"/>
              <a:gd name="connsiteX89-4067" fmla="*/ 8525 w 10000"/>
              <a:gd name="connsiteY89-4068" fmla="*/ 8828 h 10000"/>
              <a:gd name="connsiteX90-4069" fmla="*/ 8525 w 10000"/>
              <a:gd name="connsiteY90-4070" fmla="*/ 8828 h 10000"/>
              <a:gd name="connsiteX91-4071" fmla="*/ 8642 w 10000"/>
              <a:gd name="connsiteY91-4072" fmla="*/ 8763 h 10000"/>
              <a:gd name="connsiteX92-4073" fmla="*/ 8642 w 10000"/>
              <a:gd name="connsiteY92-4074" fmla="*/ 8685 h 10000"/>
              <a:gd name="connsiteX93-4075" fmla="*/ 8782 w 10000"/>
              <a:gd name="connsiteY93-4076" fmla="*/ 8620 h 10000"/>
              <a:gd name="connsiteX94-4077" fmla="*/ 9274 w 10000"/>
              <a:gd name="connsiteY94-4078" fmla="*/ 7513 h 10000"/>
              <a:gd name="connsiteX95-4079" fmla="*/ 9391 w 10000"/>
              <a:gd name="connsiteY95-4080" fmla="*/ 7448 h 10000"/>
              <a:gd name="connsiteX96-4081" fmla="*/ 9649 w 10000"/>
              <a:gd name="connsiteY96-4082" fmla="*/ 8411 h 10000"/>
              <a:gd name="connsiteX97-4083" fmla="*/ 9766 w 10000"/>
              <a:gd name="connsiteY97-4084" fmla="*/ 8763 h 10000"/>
              <a:gd name="connsiteX98-4085" fmla="*/ 9883 w 10000"/>
              <a:gd name="connsiteY98-4086" fmla="*/ 9036 h 10000"/>
              <a:gd name="connsiteX99-4087" fmla="*/ 10000 w 10000"/>
              <a:gd name="connsiteY99-4088" fmla="*/ 9375 h 10000"/>
              <a:gd name="connsiteX100-4089" fmla="*/ 10000 w 10000"/>
              <a:gd name="connsiteY100-4090" fmla="*/ 9453 h 10000"/>
              <a:gd name="connsiteX101-4091" fmla="*/ 10000 w 10000"/>
              <a:gd name="connsiteY101-4092" fmla="*/ 9583 h 10000"/>
              <a:gd name="connsiteX102-4093" fmla="*/ 10000 w 10000"/>
              <a:gd name="connsiteY102-4094" fmla="*/ 9727 h 10000"/>
              <a:gd name="connsiteX103-4095" fmla="*/ 10000 w 10000"/>
              <a:gd name="connsiteY103-4096" fmla="*/ 9792 h 10000"/>
              <a:gd name="connsiteX104-4097" fmla="*/ 10000 w 10000"/>
              <a:gd name="connsiteY104-4098" fmla="*/ 9857 h 10000"/>
              <a:gd name="connsiteX105-4099" fmla="*/ 10000 w 10000"/>
              <a:gd name="connsiteY105-4100" fmla="*/ 9935 h 10000"/>
              <a:gd name="connsiteX106-4101" fmla="*/ 10000 w 10000"/>
              <a:gd name="connsiteY106-4102" fmla="*/ 9935 h 10000"/>
              <a:gd name="connsiteX107-4103" fmla="*/ 10000 w 10000"/>
              <a:gd name="connsiteY107-4104" fmla="*/ 10000 h 10000"/>
              <a:gd name="connsiteX108-4105" fmla="*/ 9766 w 10000"/>
              <a:gd name="connsiteY108-4106" fmla="*/ 9935 h 10000"/>
              <a:gd name="connsiteX109-4107" fmla="*/ 9508 w 10000"/>
              <a:gd name="connsiteY109-4108" fmla="*/ 9935 h 10000"/>
              <a:gd name="connsiteX110-4109" fmla="*/ 9133 w 10000"/>
              <a:gd name="connsiteY110-4110" fmla="*/ 9857 h 10000"/>
              <a:gd name="connsiteX111-4111" fmla="*/ 8642 w 10000"/>
              <a:gd name="connsiteY111-4112" fmla="*/ 9727 h 10000"/>
              <a:gd name="connsiteX112-4113" fmla="*/ 8642 w 10000"/>
              <a:gd name="connsiteY112-4114" fmla="*/ 9727 h 10000"/>
              <a:gd name="connsiteX0-4115" fmla="*/ 8642 w 10000"/>
              <a:gd name="connsiteY0-4116" fmla="*/ 9727 h 10000"/>
              <a:gd name="connsiteX1-4117" fmla="*/ 8290 w 10000"/>
              <a:gd name="connsiteY1-4118" fmla="*/ 9583 h 10000"/>
              <a:gd name="connsiteX2-4119" fmla="*/ 7775 w 10000"/>
              <a:gd name="connsiteY2-4120" fmla="*/ 9453 h 10000"/>
              <a:gd name="connsiteX3-4121" fmla="*/ 7283 w 10000"/>
              <a:gd name="connsiteY3-4122" fmla="*/ 9245 h 10000"/>
              <a:gd name="connsiteX4-4123" fmla="*/ 6792 w 10000"/>
              <a:gd name="connsiteY4-4124" fmla="*/ 9036 h 10000"/>
              <a:gd name="connsiteX5-4125" fmla="*/ 6557 w 10000"/>
              <a:gd name="connsiteY5-4126" fmla="*/ 8893 h 10000"/>
              <a:gd name="connsiteX6-4127" fmla="*/ 6300 w 10000"/>
              <a:gd name="connsiteY6-4128" fmla="*/ 8763 h 10000"/>
              <a:gd name="connsiteX7-4129" fmla="*/ 6042 w 10000"/>
              <a:gd name="connsiteY7-4130" fmla="*/ 8620 h 10000"/>
              <a:gd name="connsiteX8-4131" fmla="*/ 5808 w 10000"/>
              <a:gd name="connsiteY8-4132" fmla="*/ 8490 h 10000"/>
              <a:gd name="connsiteX9-4133" fmla="*/ 5550 w 10000"/>
              <a:gd name="connsiteY9-4134" fmla="*/ 8281 h 10000"/>
              <a:gd name="connsiteX10-4135" fmla="*/ 5316 w 10000"/>
              <a:gd name="connsiteY10-4136" fmla="*/ 8073 h 10000"/>
              <a:gd name="connsiteX11-4137" fmla="*/ 5059 w 10000"/>
              <a:gd name="connsiteY11-4138" fmla="*/ 7865 h 10000"/>
              <a:gd name="connsiteX12-4139" fmla="*/ 4684 w 10000"/>
              <a:gd name="connsiteY12-4140" fmla="*/ 7656 h 10000"/>
              <a:gd name="connsiteX13-4141" fmla="*/ 4075 w 10000"/>
              <a:gd name="connsiteY13-4142" fmla="*/ 7174 h 10000"/>
              <a:gd name="connsiteX14-4143" fmla="*/ 3583 w 10000"/>
              <a:gd name="connsiteY14-4144" fmla="*/ 6758 h 10000"/>
              <a:gd name="connsiteX15-4145" fmla="*/ 3091 w 10000"/>
              <a:gd name="connsiteY15-4146" fmla="*/ 6276 h 10000"/>
              <a:gd name="connsiteX16-4147" fmla="*/ 2717 w 10000"/>
              <a:gd name="connsiteY16-4148" fmla="*/ 5729 h 10000"/>
              <a:gd name="connsiteX17-4149" fmla="*/ 2342 w 10000"/>
              <a:gd name="connsiteY17-4150" fmla="*/ 5247 h 10000"/>
              <a:gd name="connsiteX18-4151" fmla="*/ 1967 w 10000"/>
              <a:gd name="connsiteY18-4152" fmla="*/ 4766 h 10000"/>
              <a:gd name="connsiteX19-4153" fmla="*/ 1733 w 10000"/>
              <a:gd name="connsiteY19-4154" fmla="*/ 4284 h 10000"/>
              <a:gd name="connsiteX20-4155" fmla="*/ 1593 w 10000"/>
              <a:gd name="connsiteY20-4156" fmla="*/ 3997 h 10000"/>
              <a:gd name="connsiteX21-4157" fmla="*/ 1475 w 10000"/>
              <a:gd name="connsiteY21-4158" fmla="*/ 3789 h 10000"/>
              <a:gd name="connsiteX22-4159" fmla="*/ 1241 w 10000"/>
              <a:gd name="connsiteY22-4160" fmla="*/ 3307 h 10000"/>
              <a:gd name="connsiteX23-4161" fmla="*/ 1101 w 10000"/>
              <a:gd name="connsiteY23-4162" fmla="*/ 2760 h 10000"/>
              <a:gd name="connsiteX24-4163" fmla="*/ 867 w 10000"/>
              <a:gd name="connsiteY24-4164" fmla="*/ 2214 h 10000"/>
              <a:gd name="connsiteX25-4165" fmla="*/ 726 w 10000"/>
              <a:gd name="connsiteY25-4166" fmla="*/ 1654 h 10000"/>
              <a:gd name="connsiteX26-4167" fmla="*/ 726 w 10000"/>
              <a:gd name="connsiteY26-4168" fmla="*/ 1380 h 10000"/>
              <a:gd name="connsiteX27-4169" fmla="*/ 609 w 10000"/>
              <a:gd name="connsiteY27-4170" fmla="*/ 1107 h 10000"/>
              <a:gd name="connsiteX28-4171" fmla="*/ 492 w 10000"/>
              <a:gd name="connsiteY28-4172" fmla="*/ 898 h 10000"/>
              <a:gd name="connsiteX29-4173" fmla="*/ 492 w 10000"/>
              <a:gd name="connsiteY29-4174" fmla="*/ 690 h 10000"/>
              <a:gd name="connsiteX30-4175" fmla="*/ 375 w 10000"/>
              <a:gd name="connsiteY30-4176" fmla="*/ 560 h 10000"/>
              <a:gd name="connsiteX31-4177" fmla="*/ 375 w 10000"/>
              <a:gd name="connsiteY31-4178" fmla="*/ 417 h 10000"/>
              <a:gd name="connsiteX32-4179" fmla="*/ 234 w 10000"/>
              <a:gd name="connsiteY32-4180" fmla="*/ 352 h 10000"/>
              <a:gd name="connsiteX33-4181" fmla="*/ 234 w 10000"/>
              <a:gd name="connsiteY33-4182" fmla="*/ 273 h 10000"/>
              <a:gd name="connsiteX34-4183" fmla="*/ 117 w 10000"/>
              <a:gd name="connsiteY34-4184" fmla="*/ 273 h 10000"/>
              <a:gd name="connsiteX35-4185" fmla="*/ 0 w 10000"/>
              <a:gd name="connsiteY35-4186" fmla="*/ 208 h 10000"/>
              <a:gd name="connsiteX36-4187" fmla="*/ 0 w 10000"/>
              <a:gd name="connsiteY36-4188" fmla="*/ 143 h 10000"/>
              <a:gd name="connsiteX37-4189" fmla="*/ 117 w 10000"/>
              <a:gd name="connsiteY37-4190" fmla="*/ 78 h 10000"/>
              <a:gd name="connsiteX38-4191" fmla="*/ 117 w 10000"/>
              <a:gd name="connsiteY38-4192" fmla="*/ 0 h 10000"/>
              <a:gd name="connsiteX39-4193" fmla="*/ 117 w 10000"/>
              <a:gd name="connsiteY39-4194" fmla="*/ 0 h 10000"/>
              <a:gd name="connsiteX40-4195" fmla="*/ 234 w 10000"/>
              <a:gd name="connsiteY40-4196" fmla="*/ 0 h 10000"/>
              <a:gd name="connsiteX41-4197" fmla="*/ 234 w 10000"/>
              <a:gd name="connsiteY41-4198" fmla="*/ 0 h 10000"/>
              <a:gd name="connsiteX42-4199" fmla="*/ 375 w 10000"/>
              <a:gd name="connsiteY42-4200" fmla="*/ 0 h 10000"/>
              <a:gd name="connsiteX43-4201" fmla="*/ 609 w 10000"/>
              <a:gd name="connsiteY43-4202" fmla="*/ 0 h 10000"/>
              <a:gd name="connsiteX44-4203" fmla="*/ 726 w 10000"/>
              <a:gd name="connsiteY44-4204" fmla="*/ 78 h 10000"/>
              <a:gd name="connsiteX45-4205" fmla="*/ 984 w 10000"/>
              <a:gd name="connsiteY45-4206" fmla="*/ 78 h 10000"/>
              <a:gd name="connsiteX46-4207" fmla="*/ 1358 w 10000"/>
              <a:gd name="connsiteY46-4208" fmla="*/ 208 h 10000"/>
              <a:gd name="connsiteX47-4209" fmla="*/ 1593 w 10000"/>
              <a:gd name="connsiteY47-4210" fmla="*/ 273 h 10000"/>
              <a:gd name="connsiteX48-4211" fmla="*/ 1850 w 10000"/>
              <a:gd name="connsiteY48-4212" fmla="*/ 273 h 10000"/>
              <a:gd name="connsiteX49-4213" fmla="*/ 1967 w 10000"/>
              <a:gd name="connsiteY49-4214" fmla="*/ 352 h 10000"/>
              <a:gd name="connsiteX50-4215" fmla="*/ 1967 w 10000"/>
              <a:gd name="connsiteY50-4216" fmla="*/ 417 h 10000"/>
              <a:gd name="connsiteX51-4217" fmla="*/ 1967 w 10000"/>
              <a:gd name="connsiteY51-4218" fmla="*/ 417 h 10000"/>
              <a:gd name="connsiteX52-4219" fmla="*/ 1850 w 10000"/>
              <a:gd name="connsiteY52-4220" fmla="*/ 482 h 10000"/>
              <a:gd name="connsiteX53-4221" fmla="*/ 1850 w 10000"/>
              <a:gd name="connsiteY53-4222" fmla="*/ 560 h 10000"/>
              <a:gd name="connsiteX54-4223" fmla="*/ 1850 w 10000"/>
              <a:gd name="connsiteY54-4224" fmla="*/ 690 h 10000"/>
              <a:gd name="connsiteX55-4225" fmla="*/ 1733 w 10000"/>
              <a:gd name="connsiteY55-4226" fmla="*/ 833 h 10000"/>
              <a:gd name="connsiteX56-4227" fmla="*/ 1733 w 10000"/>
              <a:gd name="connsiteY56-4228" fmla="*/ 898 h 10000"/>
              <a:gd name="connsiteX57-4229" fmla="*/ 1733 w 10000"/>
              <a:gd name="connsiteY57-4230" fmla="*/ 1042 h 10000"/>
              <a:gd name="connsiteX58-4231" fmla="*/ 1733 w 10000"/>
              <a:gd name="connsiteY58-4232" fmla="*/ 1107 h 10000"/>
              <a:gd name="connsiteX59-4233" fmla="*/ 1733 w 10000"/>
              <a:gd name="connsiteY59-4234" fmla="*/ 1250 h 10000"/>
              <a:gd name="connsiteX60-4235" fmla="*/ 1733 w 10000"/>
              <a:gd name="connsiteY60-4236" fmla="*/ 1523 h 10000"/>
              <a:gd name="connsiteX61-4237" fmla="*/ 1850 w 10000"/>
              <a:gd name="connsiteY61-4238" fmla="*/ 1862 h 10000"/>
              <a:gd name="connsiteX62-4239" fmla="*/ 1850 w 10000"/>
              <a:gd name="connsiteY62-4240" fmla="*/ 2214 h 10000"/>
              <a:gd name="connsiteX63-4241" fmla="*/ 1967 w 10000"/>
              <a:gd name="connsiteY63-4242" fmla="*/ 2552 h 10000"/>
              <a:gd name="connsiteX64-4243" fmla="*/ 2084 w 10000"/>
              <a:gd name="connsiteY64-4244" fmla="*/ 2969 h 10000"/>
              <a:gd name="connsiteX65-4245" fmla="*/ 2342 w 10000"/>
              <a:gd name="connsiteY65-4246" fmla="*/ 3385 h 10000"/>
              <a:gd name="connsiteX66-4247" fmla="*/ 2600 w 10000"/>
              <a:gd name="connsiteY66-4248" fmla="*/ 3867 h 10000"/>
              <a:gd name="connsiteX67-4249" fmla="*/ 2834 w 10000"/>
              <a:gd name="connsiteY67-4250" fmla="*/ 4349 h 10000"/>
              <a:gd name="connsiteX68-4251" fmla="*/ 3208 w 10000"/>
              <a:gd name="connsiteY68-4252" fmla="*/ 4896 h 10000"/>
              <a:gd name="connsiteX69-4253" fmla="*/ 3583 w 10000"/>
              <a:gd name="connsiteY69-4254" fmla="*/ 5521 h 10000"/>
              <a:gd name="connsiteX70-4255" fmla="*/ 3817 w 10000"/>
              <a:gd name="connsiteY70-4256" fmla="*/ 5794 h 10000"/>
              <a:gd name="connsiteX71-4257" fmla="*/ 4075 w 10000"/>
              <a:gd name="connsiteY71-4258" fmla="*/ 6003 h 10000"/>
              <a:gd name="connsiteX72-4259" fmla="*/ 4333 w 10000"/>
              <a:gd name="connsiteY72-4260" fmla="*/ 6276 h 10000"/>
              <a:gd name="connsiteX73-4261" fmla="*/ 4684 w 10000"/>
              <a:gd name="connsiteY73-4262" fmla="*/ 6549 h 10000"/>
              <a:gd name="connsiteX74-4263" fmla="*/ 4941 w 10000"/>
              <a:gd name="connsiteY74-4264" fmla="*/ 6823 h 10000"/>
              <a:gd name="connsiteX75-4265" fmla="*/ 5176 w 10000"/>
              <a:gd name="connsiteY75-4266" fmla="*/ 7109 h 10000"/>
              <a:gd name="connsiteX76-4267" fmla="*/ 5550 w 10000"/>
              <a:gd name="connsiteY76-4268" fmla="*/ 7318 h 10000"/>
              <a:gd name="connsiteX77-4269" fmla="*/ 5808 w 10000"/>
              <a:gd name="connsiteY77-4270" fmla="*/ 7513 h 10000"/>
              <a:gd name="connsiteX78-4271" fmla="*/ 6183 w 10000"/>
              <a:gd name="connsiteY78-4272" fmla="*/ 7721 h 10000"/>
              <a:gd name="connsiteX79-4273" fmla="*/ 6417 w 10000"/>
              <a:gd name="connsiteY79-4274" fmla="*/ 7930 h 10000"/>
              <a:gd name="connsiteX80-4275" fmla="*/ 6792 w 10000"/>
              <a:gd name="connsiteY80-4276" fmla="*/ 8073 h 10000"/>
              <a:gd name="connsiteX81-4277" fmla="*/ 7049 w 10000"/>
              <a:gd name="connsiteY81-4278" fmla="*/ 8203 h 10000"/>
              <a:gd name="connsiteX82-4279" fmla="*/ 7283 w 10000"/>
              <a:gd name="connsiteY82-4280" fmla="*/ 8346 h 10000"/>
              <a:gd name="connsiteX83-4281" fmla="*/ 7541 w 10000"/>
              <a:gd name="connsiteY83-4282" fmla="*/ 8490 h 10000"/>
              <a:gd name="connsiteX84-4283" fmla="*/ 7775 w 10000"/>
              <a:gd name="connsiteY84-4284" fmla="*/ 8555 h 10000"/>
              <a:gd name="connsiteX85-4285" fmla="*/ 8033 w 10000"/>
              <a:gd name="connsiteY85-4286" fmla="*/ 8685 h 10000"/>
              <a:gd name="connsiteX86-4287" fmla="*/ 8150 w 10000"/>
              <a:gd name="connsiteY86-4288" fmla="*/ 8763 h 10000"/>
              <a:gd name="connsiteX87-4289" fmla="*/ 8290 w 10000"/>
              <a:gd name="connsiteY87-4290" fmla="*/ 8763 h 10000"/>
              <a:gd name="connsiteX88-4291" fmla="*/ 8407 w 10000"/>
              <a:gd name="connsiteY88-4292" fmla="*/ 8828 h 10000"/>
              <a:gd name="connsiteX89-4293" fmla="*/ 8525 w 10000"/>
              <a:gd name="connsiteY89-4294" fmla="*/ 8828 h 10000"/>
              <a:gd name="connsiteX90-4295" fmla="*/ 8525 w 10000"/>
              <a:gd name="connsiteY90-4296" fmla="*/ 8828 h 10000"/>
              <a:gd name="connsiteX91-4297" fmla="*/ 8642 w 10000"/>
              <a:gd name="connsiteY91-4298" fmla="*/ 8763 h 10000"/>
              <a:gd name="connsiteX92-4299" fmla="*/ 8642 w 10000"/>
              <a:gd name="connsiteY92-4300" fmla="*/ 8685 h 10000"/>
              <a:gd name="connsiteX93-4301" fmla="*/ 8782 w 10000"/>
              <a:gd name="connsiteY93-4302" fmla="*/ 8620 h 10000"/>
              <a:gd name="connsiteX94-4303" fmla="*/ 9274 w 10000"/>
              <a:gd name="connsiteY94-4304" fmla="*/ 7513 h 10000"/>
              <a:gd name="connsiteX95-4305" fmla="*/ 9649 w 10000"/>
              <a:gd name="connsiteY95-4306" fmla="*/ 8411 h 10000"/>
              <a:gd name="connsiteX96-4307" fmla="*/ 9766 w 10000"/>
              <a:gd name="connsiteY96-4308" fmla="*/ 8763 h 10000"/>
              <a:gd name="connsiteX97-4309" fmla="*/ 9883 w 10000"/>
              <a:gd name="connsiteY97-4310" fmla="*/ 9036 h 10000"/>
              <a:gd name="connsiteX98-4311" fmla="*/ 10000 w 10000"/>
              <a:gd name="connsiteY98-4312" fmla="*/ 9375 h 10000"/>
              <a:gd name="connsiteX99-4313" fmla="*/ 10000 w 10000"/>
              <a:gd name="connsiteY99-4314" fmla="*/ 9453 h 10000"/>
              <a:gd name="connsiteX100-4315" fmla="*/ 10000 w 10000"/>
              <a:gd name="connsiteY100-4316" fmla="*/ 9583 h 10000"/>
              <a:gd name="connsiteX101-4317" fmla="*/ 10000 w 10000"/>
              <a:gd name="connsiteY101-4318" fmla="*/ 9727 h 10000"/>
              <a:gd name="connsiteX102-4319" fmla="*/ 10000 w 10000"/>
              <a:gd name="connsiteY102-4320" fmla="*/ 9792 h 10000"/>
              <a:gd name="connsiteX103-4321" fmla="*/ 10000 w 10000"/>
              <a:gd name="connsiteY103-4322" fmla="*/ 9857 h 10000"/>
              <a:gd name="connsiteX104-4323" fmla="*/ 10000 w 10000"/>
              <a:gd name="connsiteY104-4324" fmla="*/ 9935 h 10000"/>
              <a:gd name="connsiteX105-4325" fmla="*/ 10000 w 10000"/>
              <a:gd name="connsiteY105-4326" fmla="*/ 9935 h 10000"/>
              <a:gd name="connsiteX106-4327" fmla="*/ 10000 w 10000"/>
              <a:gd name="connsiteY106-4328" fmla="*/ 10000 h 10000"/>
              <a:gd name="connsiteX107-4329" fmla="*/ 9766 w 10000"/>
              <a:gd name="connsiteY107-4330" fmla="*/ 9935 h 10000"/>
              <a:gd name="connsiteX108-4331" fmla="*/ 9508 w 10000"/>
              <a:gd name="connsiteY108-4332" fmla="*/ 9935 h 10000"/>
              <a:gd name="connsiteX109-4333" fmla="*/ 9133 w 10000"/>
              <a:gd name="connsiteY109-4334" fmla="*/ 9857 h 10000"/>
              <a:gd name="connsiteX110-4335" fmla="*/ 8642 w 10000"/>
              <a:gd name="connsiteY110-4336" fmla="*/ 9727 h 10000"/>
              <a:gd name="connsiteX111-4337" fmla="*/ 8642 w 10000"/>
              <a:gd name="connsiteY111-4338" fmla="*/ 9727 h 10000"/>
              <a:gd name="connsiteX0-4339" fmla="*/ 8642 w 10000"/>
              <a:gd name="connsiteY0-4340" fmla="*/ 9727 h 10000"/>
              <a:gd name="connsiteX1-4341" fmla="*/ 8290 w 10000"/>
              <a:gd name="connsiteY1-4342" fmla="*/ 9583 h 10000"/>
              <a:gd name="connsiteX2-4343" fmla="*/ 7775 w 10000"/>
              <a:gd name="connsiteY2-4344" fmla="*/ 9453 h 10000"/>
              <a:gd name="connsiteX3-4345" fmla="*/ 7283 w 10000"/>
              <a:gd name="connsiteY3-4346" fmla="*/ 9245 h 10000"/>
              <a:gd name="connsiteX4-4347" fmla="*/ 6792 w 10000"/>
              <a:gd name="connsiteY4-4348" fmla="*/ 9036 h 10000"/>
              <a:gd name="connsiteX5-4349" fmla="*/ 6557 w 10000"/>
              <a:gd name="connsiteY5-4350" fmla="*/ 8893 h 10000"/>
              <a:gd name="connsiteX6-4351" fmla="*/ 6300 w 10000"/>
              <a:gd name="connsiteY6-4352" fmla="*/ 8763 h 10000"/>
              <a:gd name="connsiteX7-4353" fmla="*/ 6042 w 10000"/>
              <a:gd name="connsiteY7-4354" fmla="*/ 8620 h 10000"/>
              <a:gd name="connsiteX8-4355" fmla="*/ 5808 w 10000"/>
              <a:gd name="connsiteY8-4356" fmla="*/ 8490 h 10000"/>
              <a:gd name="connsiteX9-4357" fmla="*/ 5550 w 10000"/>
              <a:gd name="connsiteY9-4358" fmla="*/ 8281 h 10000"/>
              <a:gd name="connsiteX10-4359" fmla="*/ 5316 w 10000"/>
              <a:gd name="connsiteY10-4360" fmla="*/ 8073 h 10000"/>
              <a:gd name="connsiteX11-4361" fmla="*/ 5059 w 10000"/>
              <a:gd name="connsiteY11-4362" fmla="*/ 7865 h 10000"/>
              <a:gd name="connsiteX12-4363" fmla="*/ 4684 w 10000"/>
              <a:gd name="connsiteY12-4364" fmla="*/ 7656 h 10000"/>
              <a:gd name="connsiteX13-4365" fmla="*/ 4075 w 10000"/>
              <a:gd name="connsiteY13-4366" fmla="*/ 7174 h 10000"/>
              <a:gd name="connsiteX14-4367" fmla="*/ 3583 w 10000"/>
              <a:gd name="connsiteY14-4368" fmla="*/ 6758 h 10000"/>
              <a:gd name="connsiteX15-4369" fmla="*/ 3091 w 10000"/>
              <a:gd name="connsiteY15-4370" fmla="*/ 6276 h 10000"/>
              <a:gd name="connsiteX16-4371" fmla="*/ 2717 w 10000"/>
              <a:gd name="connsiteY16-4372" fmla="*/ 5729 h 10000"/>
              <a:gd name="connsiteX17-4373" fmla="*/ 2342 w 10000"/>
              <a:gd name="connsiteY17-4374" fmla="*/ 5247 h 10000"/>
              <a:gd name="connsiteX18-4375" fmla="*/ 1967 w 10000"/>
              <a:gd name="connsiteY18-4376" fmla="*/ 4766 h 10000"/>
              <a:gd name="connsiteX19-4377" fmla="*/ 1733 w 10000"/>
              <a:gd name="connsiteY19-4378" fmla="*/ 4284 h 10000"/>
              <a:gd name="connsiteX20-4379" fmla="*/ 1593 w 10000"/>
              <a:gd name="connsiteY20-4380" fmla="*/ 3997 h 10000"/>
              <a:gd name="connsiteX21-4381" fmla="*/ 1475 w 10000"/>
              <a:gd name="connsiteY21-4382" fmla="*/ 3789 h 10000"/>
              <a:gd name="connsiteX22-4383" fmla="*/ 1241 w 10000"/>
              <a:gd name="connsiteY22-4384" fmla="*/ 3307 h 10000"/>
              <a:gd name="connsiteX23-4385" fmla="*/ 1101 w 10000"/>
              <a:gd name="connsiteY23-4386" fmla="*/ 2760 h 10000"/>
              <a:gd name="connsiteX24-4387" fmla="*/ 867 w 10000"/>
              <a:gd name="connsiteY24-4388" fmla="*/ 2214 h 10000"/>
              <a:gd name="connsiteX25-4389" fmla="*/ 726 w 10000"/>
              <a:gd name="connsiteY25-4390" fmla="*/ 1654 h 10000"/>
              <a:gd name="connsiteX26-4391" fmla="*/ 726 w 10000"/>
              <a:gd name="connsiteY26-4392" fmla="*/ 1380 h 10000"/>
              <a:gd name="connsiteX27-4393" fmla="*/ 609 w 10000"/>
              <a:gd name="connsiteY27-4394" fmla="*/ 1107 h 10000"/>
              <a:gd name="connsiteX28-4395" fmla="*/ 492 w 10000"/>
              <a:gd name="connsiteY28-4396" fmla="*/ 898 h 10000"/>
              <a:gd name="connsiteX29-4397" fmla="*/ 492 w 10000"/>
              <a:gd name="connsiteY29-4398" fmla="*/ 690 h 10000"/>
              <a:gd name="connsiteX30-4399" fmla="*/ 375 w 10000"/>
              <a:gd name="connsiteY30-4400" fmla="*/ 560 h 10000"/>
              <a:gd name="connsiteX31-4401" fmla="*/ 375 w 10000"/>
              <a:gd name="connsiteY31-4402" fmla="*/ 417 h 10000"/>
              <a:gd name="connsiteX32-4403" fmla="*/ 234 w 10000"/>
              <a:gd name="connsiteY32-4404" fmla="*/ 352 h 10000"/>
              <a:gd name="connsiteX33-4405" fmla="*/ 234 w 10000"/>
              <a:gd name="connsiteY33-4406" fmla="*/ 273 h 10000"/>
              <a:gd name="connsiteX34-4407" fmla="*/ 117 w 10000"/>
              <a:gd name="connsiteY34-4408" fmla="*/ 273 h 10000"/>
              <a:gd name="connsiteX35-4409" fmla="*/ 0 w 10000"/>
              <a:gd name="connsiteY35-4410" fmla="*/ 208 h 10000"/>
              <a:gd name="connsiteX36-4411" fmla="*/ 0 w 10000"/>
              <a:gd name="connsiteY36-4412" fmla="*/ 143 h 10000"/>
              <a:gd name="connsiteX37-4413" fmla="*/ 117 w 10000"/>
              <a:gd name="connsiteY37-4414" fmla="*/ 78 h 10000"/>
              <a:gd name="connsiteX38-4415" fmla="*/ 117 w 10000"/>
              <a:gd name="connsiteY38-4416" fmla="*/ 0 h 10000"/>
              <a:gd name="connsiteX39-4417" fmla="*/ 117 w 10000"/>
              <a:gd name="connsiteY39-4418" fmla="*/ 0 h 10000"/>
              <a:gd name="connsiteX40-4419" fmla="*/ 234 w 10000"/>
              <a:gd name="connsiteY40-4420" fmla="*/ 0 h 10000"/>
              <a:gd name="connsiteX41-4421" fmla="*/ 234 w 10000"/>
              <a:gd name="connsiteY41-4422" fmla="*/ 0 h 10000"/>
              <a:gd name="connsiteX42-4423" fmla="*/ 375 w 10000"/>
              <a:gd name="connsiteY42-4424" fmla="*/ 0 h 10000"/>
              <a:gd name="connsiteX43-4425" fmla="*/ 609 w 10000"/>
              <a:gd name="connsiteY43-4426" fmla="*/ 0 h 10000"/>
              <a:gd name="connsiteX44-4427" fmla="*/ 726 w 10000"/>
              <a:gd name="connsiteY44-4428" fmla="*/ 78 h 10000"/>
              <a:gd name="connsiteX45-4429" fmla="*/ 984 w 10000"/>
              <a:gd name="connsiteY45-4430" fmla="*/ 78 h 10000"/>
              <a:gd name="connsiteX46-4431" fmla="*/ 1358 w 10000"/>
              <a:gd name="connsiteY46-4432" fmla="*/ 208 h 10000"/>
              <a:gd name="connsiteX47-4433" fmla="*/ 1593 w 10000"/>
              <a:gd name="connsiteY47-4434" fmla="*/ 273 h 10000"/>
              <a:gd name="connsiteX48-4435" fmla="*/ 1850 w 10000"/>
              <a:gd name="connsiteY48-4436" fmla="*/ 273 h 10000"/>
              <a:gd name="connsiteX49-4437" fmla="*/ 1967 w 10000"/>
              <a:gd name="connsiteY49-4438" fmla="*/ 352 h 10000"/>
              <a:gd name="connsiteX50-4439" fmla="*/ 1967 w 10000"/>
              <a:gd name="connsiteY50-4440" fmla="*/ 417 h 10000"/>
              <a:gd name="connsiteX51-4441" fmla="*/ 1967 w 10000"/>
              <a:gd name="connsiteY51-4442" fmla="*/ 417 h 10000"/>
              <a:gd name="connsiteX52-4443" fmla="*/ 1850 w 10000"/>
              <a:gd name="connsiteY52-4444" fmla="*/ 482 h 10000"/>
              <a:gd name="connsiteX53-4445" fmla="*/ 1850 w 10000"/>
              <a:gd name="connsiteY53-4446" fmla="*/ 560 h 10000"/>
              <a:gd name="connsiteX54-4447" fmla="*/ 1850 w 10000"/>
              <a:gd name="connsiteY54-4448" fmla="*/ 690 h 10000"/>
              <a:gd name="connsiteX55-4449" fmla="*/ 1733 w 10000"/>
              <a:gd name="connsiteY55-4450" fmla="*/ 833 h 10000"/>
              <a:gd name="connsiteX56-4451" fmla="*/ 1733 w 10000"/>
              <a:gd name="connsiteY56-4452" fmla="*/ 898 h 10000"/>
              <a:gd name="connsiteX57-4453" fmla="*/ 1733 w 10000"/>
              <a:gd name="connsiteY57-4454" fmla="*/ 1042 h 10000"/>
              <a:gd name="connsiteX58-4455" fmla="*/ 1733 w 10000"/>
              <a:gd name="connsiteY58-4456" fmla="*/ 1107 h 10000"/>
              <a:gd name="connsiteX59-4457" fmla="*/ 1733 w 10000"/>
              <a:gd name="connsiteY59-4458" fmla="*/ 1250 h 10000"/>
              <a:gd name="connsiteX60-4459" fmla="*/ 1733 w 10000"/>
              <a:gd name="connsiteY60-4460" fmla="*/ 1523 h 10000"/>
              <a:gd name="connsiteX61-4461" fmla="*/ 1850 w 10000"/>
              <a:gd name="connsiteY61-4462" fmla="*/ 1862 h 10000"/>
              <a:gd name="connsiteX62-4463" fmla="*/ 1850 w 10000"/>
              <a:gd name="connsiteY62-4464" fmla="*/ 2214 h 10000"/>
              <a:gd name="connsiteX63-4465" fmla="*/ 1967 w 10000"/>
              <a:gd name="connsiteY63-4466" fmla="*/ 2552 h 10000"/>
              <a:gd name="connsiteX64-4467" fmla="*/ 2084 w 10000"/>
              <a:gd name="connsiteY64-4468" fmla="*/ 2969 h 10000"/>
              <a:gd name="connsiteX65-4469" fmla="*/ 2342 w 10000"/>
              <a:gd name="connsiteY65-4470" fmla="*/ 3385 h 10000"/>
              <a:gd name="connsiteX66-4471" fmla="*/ 2600 w 10000"/>
              <a:gd name="connsiteY66-4472" fmla="*/ 3867 h 10000"/>
              <a:gd name="connsiteX67-4473" fmla="*/ 2834 w 10000"/>
              <a:gd name="connsiteY67-4474" fmla="*/ 4349 h 10000"/>
              <a:gd name="connsiteX68-4475" fmla="*/ 3208 w 10000"/>
              <a:gd name="connsiteY68-4476" fmla="*/ 4896 h 10000"/>
              <a:gd name="connsiteX69-4477" fmla="*/ 3583 w 10000"/>
              <a:gd name="connsiteY69-4478" fmla="*/ 5521 h 10000"/>
              <a:gd name="connsiteX70-4479" fmla="*/ 3817 w 10000"/>
              <a:gd name="connsiteY70-4480" fmla="*/ 5794 h 10000"/>
              <a:gd name="connsiteX71-4481" fmla="*/ 4075 w 10000"/>
              <a:gd name="connsiteY71-4482" fmla="*/ 6003 h 10000"/>
              <a:gd name="connsiteX72-4483" fmla="*/ 4333 w 10000"/>
              <a:gd name="connsiteY72-4484" fmla="*/ 6276 h 10000"/>
              <a:gd name="connsiteX73-4485" fmla="*/ 4684 w 10000"/>
              <a:gd name="connsiteY73-4486" fmla="*/ 6549 h 10000"/>
              <a:gd name="connsiteX74-4487" fmla="*/ 4941 w 10000"/>
              <a:gd name="connsiteY74-4488" fmla="*/ 6823 h 10000"/>
              <a:gd name="connsiteX75-4489" fmla="*/ 5176 w 10000"/>
              <a:gd name="connsiteY75-4490" fmla="*/ 7109 h 10000"/>
              <a:gd name="connsiteX76-4491" fmla="*/ 5550 w 10000"/>
              <a:gd name="connsiteY76-4492" fmla="*/ 7318 h 10000"/>
              <a:gd name="connsiteX77-4493" fmla="*/ 5808 w 10000"/>
              <a:gd name="connsiteY77-4494" fmla="*/ 7513 h 10000"/>
              <a:gd name="connsiteX78-4495" fmla="*/ 6183 w 10000"/>
              <a:gd name="connsiteY78-4496" fmla="*/ 7721 h 10000"/>
              <a:gd name="connsiteX79-4497" fmla="*/ 6417 w 10000"/>
              <a:gd name="connsiteY79-4498" fmla="*/ 7930 h 10000"/>
              <a:gd name="connsiteX80-4499" fmla="*/ 6792 w 10000"/>
              <a:gd name="connsiteY80-4500" fmla="*/ 8073 h 10000"/>
              <a:gd name="connsiteX81-4501" fmla="*/ 7049 w 10000"/>
              <a:gd name="connsiteY81-4502" fmla="*/ 8203 h 10000"/>
              <a:gd name="connsiteX82-4503" fmla="*/ 7283 w 10000"/>
              <a:gd name="connsiteY82-4504" fmla="*/ 8346 h 10000"/>
              <a:gd name="connsiteX83-4505" fmla="*/ 7541 w 10000"/>
              <a:gd name="connsiteY83-4506" fmla="*/ 8490 h 10000"/>
              <a:gd name="connsiteX84-4507" fmla="*/ 7775 w 10000"/>
              <a:gd name="connsiteY84-4508" fmla="*/ 8555 h 10000"/>
              <a:gd name="connsiteX85-4509" fmla="*/ 8033 w 10000"/>
              <a:gd name="connsiteY85-4510" fmla="*/ 8685 h 10000"/>
              <a:gd name="connsiteX86-4511" fmla="*/ 8150 w 10000"/>
              <a:gd name="connsiteY86-4512" fmla="*/ 8763 h 10000"/>
              <a:gd name="connsiteX87-4513" fmla="*/ 8290 w 10000"/>
              <a:gd name="connsiteY87-4514" fmla="*/ 8763 h 10000"/>
              <a:gd name="connsiteX88-4515" fmla="*/ 8407 w 10000"/>
              <a:gd name="connsiteY88-4516" fmla="*/ 8828 h 10000"/>
              <a:gd name="connsiteX89-4517" fmla="*/ 8525 w 10000"/>
              <a:gd name="connsiteY89-4518" fmla="*/ 8828 h 10000"/>
              <a:gd name="connsiteX90-4519" fmla="*/ 8525 w 10000"/>
              <a:gd name="connsiteY90-4520" fmla="*/ 8828 h 10000"/>
              <a:gd name="connsiteX91-4521" fmla="*/ 8642 w 10000"/>
              <a:gd name="connsiteY91-4522" fmla="*/ 8763 h 10000"/>
              <a:gd name="connsiteX92-4523" fmla="*/ 8642 w 10000"/>
              <a:gd name="connsiteY92-4524" fmla="*/ 8685 h 10000"/>
              <a:gd name="connsiteX93-4525" fmla="*/ 8782 w 10000"/>
              <a:gd name="connsiteY93-4526" fmla="*/ 8620 h 10000"/>
              <a:gd name="connsiteX94-4527" fmla="*/ 9649 w 10000"/>
              <a:gd name="connsiteY94-4528" fmla="*/ 8411 h 10000"/>
              <a:gd name="connsiteX95-4529" fmla="*/ 9766 w 10000"/>
              <a:gd name="connsiteY95-4530" fmla="*/ 8763 h 10000"/>
              <a:gd name="connsiteX96-4531" fmla="*/ 9883 w 10000"/>
              <a:gd name="connsiteY96-4532" fmla="*/ 9036 h 10000"/>
              <a:gd name="connsiteX97-4533" fmla="*/ 10000 w 10000"/>
              <a:gd name="connsiteY97-4534" fmla="*/ 9375 h 10000"/>
              <a:gd name="connsiteX98-4535" fmla="*/ 10000 w 10000"/>
              <a:gd name="connsiteY98-4536" fmla="*/ 9453 h 10000"/>
              <a:gd name="connsiteX99-4537" fmla="*/ 10000 w 10000"/>
              <a:gd name="connsiteY99-4538" fmla="*/ 9583 h 10000"/>
              <a:gd name="connsiteX100-4539" fmla="*/ 10000 w 10000"/>
              <a:gd name="connsiteY100-4540" fmla="*/ 9727 h 10000"/>
              <a:gd name="connsiteX101-4541" fmla="*/ 10000 w 10000"/>
              <a:gd name="connsiteY101-4542" fmla="*/ 9792 h 10000"/>
              <a:gd name="connsiteX102-4543" fmla="*/ 10000 w 10000"/>
              <a:gd name="connsiteY102-4544" fmla="*/ 9857 h 10000"/>
              <a:gd name="connsiteX103-4545" fmla="*/ 10000 w 10000"/>
              <a:gd name="connsiteY103-4546" fmla="*/ 9935 h 10000"/>
              <a:gd name="connsiteX104-4547" fmla="*/ 10000 w 10000"/>
              <a:gd name="connsiteY104-4548" fmla="*/ 9935 h 10000"/>
              <a:gd name="connsiteX105-4549" fmla="*/ 10000 w 10000"/>
              <a:gd name="connsiteY105-4550" fmla="*/ 10000 h 10000"/>
              <a:gd name="connsiteX106-4551" fmla="*/ 9766 w 10000"/>
              <a:gd name="connsiteY106-4552" fmla="*/ 9935 h 10000"/>
              <a:gd name="connsiteX107-4553" fmla="*/ 9508 w 10000"/>
              <a:gd name="connsiteY107-4554" fmla="*/ 9935 h 10000"/>
              <a:gd name="connsiteX108-4555" fmla="*/ 9133 w 10000"/>
              <a:gd name="connsiteY108-4556" fmla="*/ 9857 h 10000"/>
              <a:gd name="connsiteX109-4557" fmla="*/ 8642 w 10000"/>
              <a:gd name="connsiteY109-4558" fmla="*/ 9727 h 10000"/>
              <a:gd name="connsiteX110-4559" fmla="*/ 8642 w 10000"/>
              <a:gd name="connsiteY110-4560" fmla="*/ 9727 h 10000"/>
              <a:gd name="connsiteX0-4561" fmla="*/ 8642 w 10000"/>
              <a:gd name="connsiteY0-4562" fmla="*/ 9727 h 10000"/>
              <a:gd name="connsiteX1-4563" fmla="*/ 8290 w 10000"/>
              <a:gd name="connsiteY1-4564" fmla="*/ 9583 h 10000"/>
              <a:gd name="connsiteX2-4565" fmla="*/ 7775 w 10000"/>
              <a:gd name="connsiteY2-4566" fmla="*/ 9453 h 10000"/>
              <a:gd name="connsiteX3-4567" fmla="*/ 7283 w 10000"/>
              <a:gd name="connsiteY3-4568" fmla="*/ 9245 h 10000"/>
              <a:gd name="connsiteX4-4569" fmla="*/ 6792 w 10000"/>
              <a:gd name="connsiteY4-4570" fmla="*/ 9036 h 10000"/>
              <a:gd name="connsiteX5-4571" fmla="*/ 6557 w 10000"/>
              <a:gd name="connsiteY5-4572" fmla="*/ 8893 h 10000"/>
              <a:gd name="connsiteX6-4573" fmla="*/ 6300 w 10000"/>
              <a:gd name="connsiteY6-4574" fmla="*/ 8763 h 10000"/>
              <a:gd name="connsiteX7-4575" fmla="*/ 6042 w 10000"/>
              <a:gd name="connsiteY7-4576" fmla="*/ 8620 h 10000"/>
              <a:gd name="connsiteX8-4577" fmla="*/ 5808 w 10000"/>
              <a:gd name="connsiteY8-4578" fmla="*/ 8490 h 10000"/>
              <a:gd name="connsiteX9-4579" fmla="*/ 5550 w 10000"/>
              <a:gd name="connsiteY9-4580" fmla="*/ 8281 h 10000"/>
              <a:gd name="connsiteX10-4581" fmla="*/ 5316 w 10000"/>
              <a:gd name="connsiteY10-4582" fmla="*/ 8073 h 10000"/>
              <a:gd name="connsiteX11-4583" fmla="*/ 5059 w 10000"/>
              <a:gd name="connsiteY11-4584" fmla="*/ 7865 h 10000"/>
              <a:gd name="connsiteX12-4585" fmla="*/ 4684 w 10000"/>
              <a:gd name="connsiteY12-4586" fmla="*/ 7656 h 10000"/>
              <a:gd name="connsiteX13-4587" fmla="*/ 4075 w 10000"/>
              <a:gd name="connsiteY13-4588" fmla="*/ 7174 h 10000"/>
              <a:gd name="connsiteX14-4589" fmla="*/ 3583 w 10000"/>
              <a:gd name="connsiteY14-4590" fmla="*/ 6758 h 10000"/>
              <a:gd name="connsiteX15-4591" fmla="*/ 3091 w 10000"/>
              <a:gd name="connsiteY15-4592" fmla="*/ 6276 h 10000"/>
              <a:gd name="connsiteX16-4593" fmla="*/ 2717 w 10000"/>
              <a:gd name="connsiteY16-4594" fmla="*/ 5729 h 10000"/>
              <a:gd name="connsiteX17-4595" fmla="*/ 2342 w 10000"/>
              <a:gd name="connsiteY17-4596" fmla="*/ 5247 h 10000"/>
              <a:gd name="connsiteX18-4597" fmla="*/ 1967 w 10000"/>
              <a:gd name="connsiteY18-4598" fmla="*/ 4766 h 10000"/>
              <a:gd name="connsiteX19-4599" fmla="*/ 1733 w 10000"/>
              <a:gd name="connsiteY19-4600" fmla="*/ 4284 h 10000"/>
              <a:gd name="connsiteX20-4601" fmla="*/ 1593 w 10000"/>
              <a:gd name="connsiteY20-4602" fmla="*/ 3997 h 10000"/>
              <a:gd name="connsiteX21-4603" fmla="*/ 1475 w 10000"/>
              <a:gd name="connsiteY21-4604" fmla="*/ 3789 h 10000"/>
              <a:gd name="connsiteX22-4605" fmla="*/ 1241 w 10000"/>
              <a:gd name="connsiteY22-4606" fmla="*/ 3307 h 10000"/>
              <a:gd name="connsiteX23-4607" fmla="*/ 1101 w 10000"/>
              <a:gd name="connsiteY23-4608" fmla="*/ 2760 h 10000"/>
              <a:gd name="connsiteX24-4609" fmla="*/ 867 w 10000"/>
              <a:gd name="connsiteY24-4610" fmla="*/ 2214 h 10000"/>
              <a:gd name="connsiteX25-4611" fmla="*/ 726 w 10000"/>
              <a:gd name="connsiteY25-4612" fmla="*/ 1654 h 10000"/>
              <a:gd name="connsiteX26-4613" fmla="*/ 726 w 10000"/>
              <a:gd name="connsiteY26-4614" fmla="*/ 1380 h 10000"/>
              <a:gd name="connsiteX27-4615" fmla="*/ 609 w 10000"/>
              <a:gd name="connsiteY27-4616" fmla="*/ 1107 h 10000"/>
              <a:gd name="connsiteX28-4617" fmla="*/ 492 w 10000"/>
              <a:gd name="connsiteY28-4618" fmla="*/ 898 h 10000"/>
              <a:gd name="connsiteX29-4619" fmla="*/ 492 w 10000"/>
              <a:gd name="connsiteY29-4620" fmla="*/ 690 h 10000"/>
              <a:gd name="connsiteX30-4621" fmla="*/ 375 w 10000"/>
              <a:gd name="connsiteY30-4622" fmla="*/ 560 h 10000"/>
              <a:gd name="connsiteX31-4623" fmla="*/ 375 w 10000"/>
              <a:gd name="connsiteY31-4624" fmla="*/ 417 h 10000"/>
              <a:gd name="connsiteX32-4625" fmla="*/ 234 w 10000"/>
              <a:gd name="connsiteY32-4626" fmla="*/ 352 h 10000"/>
              <a:gd name="connsiteX33-4627" fmla="*/ 234 w 10000"/>
              <a:gd name="connsiteY33-4628" fmla="*/ 273 h 10000"/>
              <a:gd name="connsiteX34-4629" fmla="*/ 117 w 10000"/>
              <a:gd name="connsiteY34-4630" fmla="*/ 273 h 10000"/>
              <a:gd name="connsiteX35-4631" fmla="*/ 0 w 10000"/>
              <a:gd name="connsiteY35-4632" fmla="*/ 208 h 10000"/>
              <a:gd name="connsiteX36-4633" fmla="*/ 0 w 10000"/>
              <a:gd name="connsiteY36-4634" fmla="*/ 143 h 10000"/>
              <a:gd name="connsiteX37-4635" fmla="*/ 117 w 10000"/>
              <a:gd name="connsiteY37-4636" fmla="*/ 78 h 10000"/>
              <a:gd name="connsiteX38-4637" fmla="*/ 117 w 10000"/>
              <a:gd name="connsiteY38-4638" fmla="*/ 0 h 10000"/>
              <a:gd name="connsiteX39-4639" fmla="*/ 117 w 10000"/>
              <a:gd name="connsiteY39-4640" fmla="*/ 0 h 10000"/>
              <a:gd name="connsiteX40-4641" fmla="*/ 234 w 10000"/>
              <a:gd name="connsiteY40-4642" fmla="*/ 0 h 10000"/>
              <a:gd name="connsiteX41-4643" fmla="*/ 234 w 10000"/>
              <a:gd name="connsiteY41-4644" fmla="*/ 0 h 10000"/>
              <a:gd name="connsiteX42-4645" fmla="*/ 375 w 10000"/>
              <a:gd name="connsiteY42-4646" fmla="*/ 0 h 10000"/>
              <a:gd name="connsiteX43-4647" fmla="*/ 609 w 10000"/>
              <a:gd name="connsiteY43-4648" fmla="*/ 0 h 10000"/>
              <a:gd name="connsiteX44-4649" fmla="*/ 726 w 10000"/>
              <a:gd name="connsiteY44-4650" fmla="*/ 78 h 10000"/>
              <a:gd name="connsiteX45-4651" fmla="*/ 984 w 10000"/>
              <a:gd name="connsiteY45-4652" fmla="*/ 78 h 10000"/>
              <a:gd name="connsiteX46-4653" fmla="*/ 1358 w 10000"/>
              <a:gd name="connsiteY46-4654" fmla="*/ 208 h 10000"/>
              <a:gd name="connsiteX47-4655" fmla="*/ 1593 w 10000"/>
              <a:gd name="connsiteY47-4656" fmla="*/ 273 h 10000"/>
              <a:gd name="connsiteX48-4657" fmla="*/ 1850 w 10000"/>
              <a:gd name="connsiteY48-4658" fmla="*/ 273 h 10000"/>
              <a:gd name="connsiteX49-4659" fmla="*/ 1967 w 10000"/>
              <a:gd name="connsiteY49-4660" fmla="*/ 352 h 10000"/>
              <a:gd name="connsiteX50-4661" fmla="*/ 1967 w 10000"/>
              <a:gd name="connsiteY50-4662" fmla="*/ 417 h 10000"/>
              <a:gd name="connsiteX51-4663" fmla="*/ 1967 w 10000"/>
              <a:gd name="connsiteY51-4664" fmla="*/ 417 h 10000"/>
              <a:gd name="connsiteX52-4665" fmla="*/ 1850 w 10000"/>
              <a:gd name="connsiteY52-4666" fmla="*/ 482 h 10000"/>
              <a:gd name="connsiteX53-4667" fmla="*/ 1850 w 10000"/>
              <a:gd name="connsiteY53-4668" fmla="*/ 560 h 10000"/>
              <a:gd name="connsiteX54-4669" fmla="*/ 1850 w 10000"/>
              <a:gd name="connsiteY54-4670" fmla="*/ 690 h 10000"/>
              <a:gd name="connsiteX55-4671" fmla="*/ 1733 w 10000"/>
              <a:gd name="connsiteY55-4672" fmla="*/ 833 h 10000"/>
              <a:gd name="connsiteX56-4673" fmla="*/ 1733 w 10000"/>
              <a:gd name="connsiteY56-4674" fmla="*/ 898 h 10000"/>
              <a:gd name="connsiteX57-4675" fmla="*/ 1733 w 10000"/>
              <a:gd name="connsiteY57-4676" fmla="*/ 1042 h 10000"/>
              <a:gd name="connsiteX58-4677" fmla="*/ 1733 w 10000"/>
              <a:gd name="connsiteY58-4678" fmla="*/ 1107 h 10000"/>
              <a:gd name="connsiteX59-4679" fmla="*/ 1733 w 10000"/>
              <a:gd name="connsiteY59-4680" fmla="*/ 1250 h 10000"/>
              <a:gd name="connsiteX60-4681" fmla="*/ 1733 w 10000"/>
              <a:gd name="connsiteY60-4682" fmla="*/ 1523 h 10000"/>
              <a:gd name="connsiteX61-4683" fmla="*/ 1850 w 10000"/>
              <a:gd name="connsiteY61-4684" fmla="*/ 1862 h 10000"/>
              <a:gd name="connsiteX62-4685" fmla="*/ 1850 w 10000"/>
              <a:gd name="connsiteY62-4686" fmla="*/ 2214 h 10000"/>
              <a:gd name="connsiteX63-4687" fmla="*/ 1967 w 10000"/>
              <a:gd name="connsiteY63-4688" fmla="*/ 2552 h 10000"/>
              <a:gd name="connsiteX64-4689" fmla="*/ 2084 w 10000"/>
              <a:gd name="connsiteY64-4690" fmla="*/ 2969 h 10000"/>
              <a:gd name="connsiteX65-4691" fmla="*/ 2342 w 10000"/>
              <a:gd name="connsiteY65-4692" fmla="*/ 3385 h 10000"/>
              <a:gd name="connsiteX66-4693" fmla="*/ 2600 w 10000"/>
              <a:gd name="connsiteY66-4694" fmla="*/ 3867 h 10000"/>
              <a:gd name="connsiteX67-4695" fmla="*/ 2834 w 10000"/>
              <a:gd name="connsiteY67-4696" fmla="*/ 4349 h 10000"/>
              <a:gd name="connsiteX68-4697" fmla="*/ 3208 w 10000"/>
              <a:gd name="connsiteY68-4698" fmla="*/ 4896 h 10000"/>
              <a:gd name="connsiteX69-4699" fmla="*/ 3583 w 10000"/>
              <a:gd name="connsiteY69-4700" fmla="*/ 5521 h 10000"/>
              <a:gd name="connsiteX70-4701" fmla="*/ 3817 w 10000"/>
              <a:gd name="connsiteY70-4702" fmla="*/ 5794 h 10000"/>
              <a:gd name="connsiteX71-4703" fmla="*/ 4075 w 10000"/>
              <a:gd name="connsiteY71-4704" fmla="*/ 6003 h 10000"/>
              <a:gd name="connsiteX72-4705" fmla="*/ 4333 w 10000"/>
              <a:gd name="connsiteY72-4706" fmla="*/ 6276 h 10000"/>
              <a:gd name="connsiteX73-4707" fmla="*/ 4684 w 10000"/>
              <a:gd name="connsiteY73-4708" fmla="*/ 6549 h 10000"/>
              <a:gd name="connsiteX74-4709" fmla="*/ 4941 w 10000"/>
              <a:gd name="connsiteY74-4710" fmla="*/ 6823 h 10000"/>
              <a:gd name="connsiteX75-4711" fmla="*/ 5176 w 10000"/>
              <a:gd name="connsiteY75-4712" fmla="*/ 7109 h 10000"/>
              <a:gd name="connsiteX76-4713" fmla="*/ 5550 w 10000"/>
              <a:gd name="connsiteY76-4714" fmla="*/ 7318 h 10000"/>
              <a:gd name="connsiteX77-4715" fmla="*/ 5808 w 10000"/>
              <a:gd name="connsiteY77-4716" fmla="*/ 7513 h 10000"/>
              <a:gd name="connsiteX78-4717" fmla="*/ 6183 w 10000"/>
              <a:gd name="connsiteY78-4718" fmla="*/ 7721 h 10000"/>
              <a:gd name="connsiteX79-4719" fmla="*/ 6417 w 10000"/>
              <a:gd name="connsiteY79-4720" fmla="*/ 7930 h 10000"/>
              <a:gd name="connsiteX80-4721" fmla="*/ 6792 w 10000"/>
              <a:gd name="connsiteY80-4722" fmla="*/ 8073 h 10000"/>
              <a:gd name="connsiteX81-4723" fmla="*/ 7049 w 10000"/>
              <a:gd name="connsiteY81-4724" fmla="*/ 8203 h 10000"/>
              <a:gd name="connsiteX82-4725" fmla="*/ 7283 w 10000"/>
              <a:gd name="connsiteY82-4726" fmla="*/ 8346 h 10000"/>
              <a:gd name="connsiteX83-4727" fmla="*/ 7541 w 10000"/>
              <a:gd name="connsiteY83-4728" fmla="*/ 8490 h 10000"/>
              <a:gd name="connsiteX84-4729" fmla="*/ 7775 w 10000"/>
              <a:gd name="connsiteY84-4730" fmla="*/ 8555 h 10000"/>
              <a:gd name="connsiteX85-4731" fmla="*/ 8033 w 10000"/>
              <a:gd name="connsiteY85-4732" fmla="*/ 8685 h 10000"/>
              <a:gd name="connsiteX86-4733" fmla="*/ 8150 w 10000"/>
              <a:gd name="connsiteY86-4734" fmla="*/ 8763 h 10000"/>
              <a:gd name="connsiteX87-4735" fmla="*/ 8290 w 10000"/>
              <a:gd name="connsiteY87-4736" fmla="*/ 8763 h 10000"/>
              <a:gd name="connsiteX88-4737" fmla="*/ 8407 w 10000"/>
              <a:gd name="connsiteY88-4738" fmla="*/ 8828 h 10000"/>
              <a:gd name="connsiteX89-4739" fmla="*/ 8525 w 10000"/>
              <a:gd name="connsiteY89-4740" fmla="*/ 8828 h 10000"/>
              <a:gd name="connsiteX90-4741" fmla="*/ 8525 w 10000"/>
              <a:gd name="connsiteY90-4742" fmla="*/ 8828 h 10000"/>
              <a:gd name="connsiteX91-4743" fmla="*/ 8642 w 10000"/>
              <a:gd name="connsiteY91-4744" fmla="*/ 8763 h 10000"/>
              <a:gd name="connsiteX92-4745" fmla="*/ 8642 w 10000"/>
              <a:gd name="connsiteY92-4746" fmla="*/ 8685 h 10000"/>
              <a:gd name="connsiteX93-4747" fmla="*/ 8782 w 10000"/>
              <a:gd name="connsiteY93-4748" fmla="*/ 8620 h 10000"/>
              <a:gd name="connsiteX94-4749" fmla="*/ 9766 w 10000"/>
              <a:gd name="connsiteY94-4750" fmla="*/ 8763 h 10000"/>
              <a:gd name="connsiteX95-4751" fmla="*/ 9883 w 10000"/>
              <a:gd name="connsiteY95-4752" fmla="*/ 9036 h 10000"/>
              <a:gd name="connsiteX96-4753" fmla="*/ 10000 w 10000"/>
              <a:gd name="connsiteY96-4754" fmla="*/ 9375 h 10000"/>
              <a:gd name="connsiteX97-4755" fmla="*/ 10000 w 10000"/>
              <a:gd name="connsiteY97-4756" fmla="*/ 9453 h 10000"/>
              <a:gd name="connsiteX98-4757" fmla="*/ 10000 w 10000"/>
              <a:gd name="connsiteY98-4758" fmla="*/ 9583 h 10000"/>
              <a:gd name="connsiteX99-4759" fmla="*/ 10000 w 10000"/>
              <a:gd name="connsiteY99-4760" fmla="*/ 9727 h 10000"/>
              <a:gd name="connsiteX100-4761" fmla="*/ 10000 w 10000"/>
              <a:gd name="connsiteY100-4762" fmla="*/ 9792 h 10000"/>
              <a:gd name="connsiteX101-4763" fmla="*/ 10000 w 10000"/>
              <a:gd name="connsiteY101-4764" fmla="*/ 9857 h 10000"/>
              <a:gd name="connsiteX102-4765" fmla="*/ 10000 w 10000"/>
              <a:gd name="connsiteY102-4766" fmla="*/ 9935 h 10000"/>
              <a:gd name="connsiteX103-4767" fmla="*/ 10000 w 10000"/>
              <a:gd name="connsiteY103-4768" fmla="*/ 9935 h 10000"/>
              <a:gd name="connsiteX104-4769" fmla="*/ 10000 w 10000"/>
              <a:gd name="connsiteY104-4770" fmla="*/ 10000 h 10000"/>
              <a:gd name="connsiteX105-4771" fmla="*/ 9766 w 10000"/>
              <a:gd name="connsiteY105-4772" fmla="*/ 9935 h 10000"/>
              <a:gd name="connsiteX106-4773" fmla="*/ 9508 w 10000"/>
              <a:gd name="connsiteY106-4774" fmla="*/ 9935 h 10000"/>
              <a:gd name="connsiteX107-4775" fmla="*/ 9133 w 10000"/>
              <a:gd name="connsiteY107-4776" fmla="*/ 9857 h 10000"/>
              <a:gd name="connsiteX108-4777" fmla="*/ 8642 w 10000"/>
              <a:gd name="connsiteY108-4778" fmla="*/ 9727 h 10000"/>
              <a:gd name="connsiteX109-4779" fmla="*/ 8642 w 10000"/>
              <a:gd name="connsiteY109-4780" fmla="*/ 9727 h 10000"/>
              <a:gd name="connsiteX0-4781" fmla="*/ 8642 w 10000"/>
              <a:gd name="connsiteY0-4782" fmla="*/ 9727 h 10000"/>
              <a:gd name="connsiteX1-4783" fmla="*/ 8290 w 10000"/>
              <a:gd name="connsiteY1-4784" fmla="*/ 9583 h 10000"/>
              <a:gd name="connsiteX2-4785" fmla="*/ 7775 w 10000"/>
              <a:gd name="connsiteY2-4786" fmla="*/ 9453 h 10000"/>
              <a:gd name="connsiteX3-4787" fmla="*/ 7283 w 10000"/>
              <a:gd name="connsiteY3-4788" fmla="*/ 9245 h 10000"/>
              <a:gd name="connsiteX4-4789" fmla="*/ 6792 w 10000"/>
              <a:gd name="connsiteY4-4790" fmla="*/ 9036 h 10000"/>
              <a:gd name="connsiteX5-4791" fmla="*/ 6557 w 10000"/>
              <a:gd name="connsiteY5-4792" fmla="*/ 8893 h 10000"/>
              <a:gd name="connsiteX6-4793" fmla="*/ 6300 w 10000"/>
              <a:gd name="connsiteY6-4794" fmla="*/ 8763 h 10000"/>
              <a:gd name="connsiteX7-4795" fmla="*/ 6042 w 10000"/>
              <a:gd name="connsiteY7-4796" fmla="*/ 8620 h 10000"/>
              <a:gd name="connsiteX8-4797" fmla="*/ 5808 w 10000"/>
              <a:gd name="connsiteY8-4798" fmla="*/ 8490 h 10000"/>
              <a:gd name="connsiteX9-4799" fmla="*/ 5550 w 10000"/>
              <a:gd name="connsiteY9-4800" fmla="*/ 8281 h 10000"/>
              <a:gd name="connsiteX10-4801" fmla="*/ 5316 w 10000"/>
              <a:gd name="connsiteY10-4802" fmla="*/ 8073 h 10000"/>
              <a:gd name="connsiteX11-4803" fmla="*/ 5059 w 10000"/>
              <a:gd name="connsiteY11-4804" fmla="*/ 7865 h 10000"/>
              <a:gd name="connsiteX12-4805" fmla="*/ 4684 w 10000"/>
              <a:gd name="connsiteY12-4806" fmla="*/ 7656 h 10000"/>
              <a:gd name="connsiteX13-4807" fmla="*/ 4075 w 10000"/>
              <a:gd name="connsiteY13-4808" fmla="*/ 7174 h 10000"/>
              <a:gd name="connsiteX14-4809" fmla="*/ 3583 w 10000"/>
              <a:gd name="connsiteY14-4810" fmla="*/ 6758 h 10000"/>
              <a:gd name="connsiteX15-4811" fmla="*/ 3091 w 10000"/>
              <a:gd name="connsiteY15-4812" fmla="*/ 6276 h 10000"/>
              <a:gd name="connsiteX16-4813" fmla="*/ 2717 w 10000"/>
              <a:gd name="connsiteY16-4814" fmla="*/ 5729 h 10000"/>
              <a:gd name="connsiteX17-4815" fmla="*/ 2342 w 10000"/>
              <a:gd name="connsiteY17-4816" fmla="*/ 5247 h 10000"/>
              <a:gd name="connsiteX18-4817" fmla="*/ 1967 w 10000"/>
              <a:gd name="connsiteY18-4818" fmla="*/ 4766 h 10000"/>
              <a:gd name="connsiteX19-4819" fmla="*/ 1733 w 10000"/>
              <a:gd name="connsiteY19-4820" fmla="*/ 4284 h 10000"/>
              <a:gd name="connsiteX20-4821" fmla="*/ 1593 w 10000"/>
              <a:gd name="connsiteY20-4822" fmla="*/ 3997 h 10000"/>
              <a:gd name="connsiteX21-4823" fmla="*/ 1475 w 10000"/>
              <a:gd name="connsiteY21-4824" fmla="*/ 3789 h 10000"/>
              <a:gd name="connsiteX22-4825" fmla="*/ 1241 w 10000"/>
              <a:gd name="connsiteY22-4826" fmla="*/ 3307 h 10000"/>
              <a:gd name="connsiteX23-4827" fmla="*/ 1101 w 10000"/>
              <a:gd name="connsiteY23-4828" fmla="*/ 2760 h 10000"/>
              <a:gd name="connsiteX24-4829" fmla="*/ 867 w 10000"/>
              <a:gd name="connsiteY24-4830" fmla="*/ 2214 h 10000"/>
              <a:gd name="connsiteX25-4831" fmla="*/ 726 w 10000"/>
              <a:gd name="connsiteY25-4832" fmla="*/ 1654 h 10000"/>
              <a:gd name="connsiteX26-4833" fmla="*/ 726 w 10000"/>
              <a:gd name="connsiteY26-4834" fmla="*/ 1380 h 10000"/>
              <a:gd name="connsiteX27-4835" fmla="*/ 609 w 10000"/>
              <a:gd name="connsiteY27-4836" fmla="*/ 1107 h 10000"/>
              <a:gd name="connsiteX28-4837" fmla="*/ 492 w 10000"/>
              <a:gd name="connsiteY28-4838" fmla="*/ 898 h 10000"/>
              <a:gd name="connsiteX29-4839" fmla="*/ 492 w 10000"/>
              <a:gd name="connsiteY29-4840" fmla="*/ 690 h 10000"/>
              <a:gd name="connsiteX30-4841" fmla="*/ 375 w 10000"/>
              <a:gd name="connsiteY30-4842" fmla="*/ 560 h 10000"/>
              <a:gd name="connsiteX31-4843" fmla="*/ 375 w 10000"/>
              <a:gd name="connsiteY31-4844" fmla="*/ 417 h 10000"/>
              <a:gd name="connsiteX32-4845" fmla="*/ 234 w 10000"/>
              <a:gd name="connsiteY32-4846" fmla="*/ 352 h 10000"/>
              <a:gd name="connsiteX33-4847" fmla="*/ 234 w 10000"/>
              <a:gd name="connsiteY33-4848" fmla="*/ 273 h 10000"/>
              <a:gd name="connsiteX34-4849" fmla="*/ 117 w 10000"/>
              <a:gd name="connsiteY34-4850" fmla="*/ 273 h 10000"/>
              <a:gd name="connsiteX35-4851" fmla="*/ 0 w 10000"/>
              <a:gd name="connsiteY35-4852" fmla="*/ 208 h 10000"/>
              <a:gd name="connsiteX36-4853" fmla="*/ 0 w 10000"/>
              <a:gd name="connsiteY36-4854" fmla="*/ 143 h 10000"/>
              <a:gd name="connsiteX37-4855" fmla="*/ 117 w 10000"/>
              <a:gd name="connsiteY37-4856" fmla="*/ 78 h 10000"/>
              <a:gd name="connsiteX38-4857" fmla="*/ 117 w 10000"/>
              <a:gd name="connsiteY38-4858" fmla="*/ 0 h 10000"/>
              <a:gd name="connsiteX39-4859" fmla="*/ 117 w 10000"/>
              <a:gd name="connsiteY39-4860" fmla="*/ 0 h 10000"/>
              <a:gd name="connsiteX40-4861" fmla="*/ 234 w 10000"/>
              <a:gd name="connsiteY40-4862" fmla="*/ 0 h 10000"/>
              <a:gd name="connsiteX41-4863" fmla="*/ 234 w 10000"/>
              <a:gd name="connsiteY41-4864" fmla="*/ 0 h 10000"/>
              <a:gd name="connsiteX42-4865" fmla="*/ 375 w 10000"/>
              <a:gd name="connsiteY42-4866" fmla="*/ 0 h 10000"/>
              <a:gd name="connsiteX43-4867" fmla="*/ 609 w 10000"/>
              <a:gd name="connsiteY43-4868" fmla="*/ 0 h 10000"/>
              <a:gd name="connsiteX44-4869" fmla="*/ 726 w 10000"/>
              <a:gd name="connsiteY44-4870" fmla="*/ 78 h 10000"/>
              <a:gd name="connsiteX45-4871" fmla="*/ 984 w 10000"/>
              <a:gd name="connsiteY45-4872" fmla="*/ 78 h 10000"/>
              <a:gd name="connsiteX46-4873" fmla="*/ 1358 w 10000"/>
              <a:gd name="connsiteY46-4874" fmla="*/ 208 h 10000"/>
              <a:gd name="connsiteX47-4875" fmla="*/ 1593 w 10000"/>
              <a:gd name="connsiteY47-4876" fmla="*/ 273 h 10000"/>
              <a:gd name="connsiteX48-4877" fmla="*/ 1850 w 10000"/>
              <a:gd name="connsiteY48-4878" fmla="*/ 273 h 10000"/>
              <a:gd name="connsiteX49-4879" fmla="*/ 1967 w 10000"/>
              <a:gd name="connsiteY49-4880" fmla="*/ 352 h 10000"/>
              <a:gd name="connsiteX50-4881" fmla="*/ 1967 w 10000"/>
              <a:gd name="connsiteY50-4882" fmla="*/ 417 h 10000"/>
              <a:gd name="connsiteX51-4883" fmla="*/ 1967 w 10000"/>
              <a:gd name="connsiteY51-4884" fmla="*/ 417 h 10000"/>
              <a:gd name="connsiteX52-4885" fmla="*/ 1850 w 10000"/>
              <a:gd name="connsiteY52-4886" fmla="*/ 482 h 10000"/>
              <a:gd name="connsiteX53-4887" fmla="*/ 1850 w 10000"/>
              <a:gd name="connsiteY53-4888" fmla="*/ 560 h 10000"/>
              <a:gd name="connsiteX54-4889" fmla="*/ 1850 w 10000"/>
              <a:gd name="connsiteY54-4890" fmla="*/ 690 h 10000"/>
              <a:gd name="connsiteX55-4891" fmla="*/ 1733 w 10000"/>
              <a:gd name="connsiteY55-4892" fmla="*/ 833 h 10000"/>
              <a:gd name="connsiteX56-4893" fmla="*/ 1733 w 10000"/>
              <a:gd name="connsiteY56-4894" fmla="*/ 898 h 10000"/>
              <a:gd name="connsiteX57-4895" fmla="*/ 1733 w 10000"/>
              <a:gd name="connsiteY57-4896" fmla="*/ 1042 h 10000"/>
              <a:gd name="connsiteX58-4897" fmla="*/ 1733 w 10000"/>
              <a:gd name="connsiteY58-4898" fmla="*/ 1107 h 10000"/>
              <a:gd name="connsiteX59-4899" fmla="*/ 1733 w 10000"/>
              <a:gd name="connsiteY59-4900" fmla="*/ 1250 h 10000"/>
              <a:gd name="connsiteX60-4901" fmla="*/ 1733 w 10000"/>
              <a:gd name="connsiteY60-4902" fmla="*/ 1523 h 10000"/>
              <a:gd name="connsiteX61-4903" fmla="*/ 1850 w 10000"/>
              <a:gd name="connsiteY61-4904" fmla="*/ 1862 h 10000"/>
              <a:gd name="connsiteX62-4905" fmla="*/ 1850 w 10000"/>
              <a:gd name="connsiteY62-4906" fmla="*/ 2214 h 10000"/>
              <a:gd name="connsiteX63-4907" fmla="*/ 1967 w 10000"/>
              <a:gd name="connsiteY63-4908" fmla="*/ 2552 h 10000"/>
              <a:gd name="connsiteX64-4909" fmla="*/ 2084 w 10000"/>
              <a:gd name="connsiteY64-4910" fmla="*/ 2969 h 10000"/>
              <a:gd name="connsiteX65-4911" fmla="*/ 2342 w 10000"/>
              <a:gd name="connsiteY65-4912" fmla="*/ 3385 h 10000"/>
              <a:gd name="connsiteX66-4913" fmla="*/ 2600 w 10000"/>
              <a:gd name="connsiteY66-4914" fmla="*/ 3867 h 10000"/>
              <a:gd name="connsiteX67-4915" fmla="*/ 2834 w 10000"/>
              <a:gd name="connsiteY67-4916" fmla="*/ 4349 h 10000"/>
              <a:gd name="connsiteX68-4917" fmla="*/ 3208 w 10000"/>
              <a:gd name="connsiteY68-4918" fmla="*/ 4896 h 10000"/>
              <a:gd name="connsiteX69-4919" fmla="*/ 3583 w 10000"/>
              <a:gd name="connsiteY69-4920" fmla="*/ 5521 h 10000"/>
              <a:gd name="connsiteX70-4921" fmla="*/ 3817 w 10000"/>
              <a:gd name="connsiteY70-4922" fmla="*/ 5794 h 10000"/>
              <a:gd name="connsiteX71-4923" fmla="*/ 4075 w 10000"/>
              <a:gd name="connsiteY71-4924" fmla="*/ 6003 h 10000"/>
              <a:gd name="connsiteX72-4925" fmla="*/ 4333 w 10000"/>
              <a:gd name="connsiteY72-4926" fmla="*/ 6276 h 10000"/>
              <a:gd name="connsiteX73-4927" fmla="*/ 4684 w 10000"/>
              <a:gd name="connsiteY73-4928" fmla="*/ 6549 h 10000"/>
              <a:gd name="connsiteX74-4929" fmla="*/ 4941 w 10000"/>
              <a:gd name="connsiteY74-4930" fmla="*/ 6823 h 10000"/>
              <a:gd name="connsiteX75-4931" fmla="*/ 5176 w 10000"/>
              <a:gd name="connsiteY75-4932" fmla="*/ 7109 h 10000"/>
              <a:gd name="connsiteX76-4933" fmla="*/ 5550 w 10000"/>
              <a:gd name="connsiteY76-4934" fmla="*/ 7318 h 10000"/>
              <a:gd name="connsiteX77-4935" fmla="*/ 5808 w 10000"/>
              <a:gd name="connsiteY77-4936" fmla="*/ 7513 h 10000"/>
              <a:gd name="connsiteX78-4937" fmla="*/ 6183 w 10000"/>
              <a:gd name="connsiteY78-4938" fmla="*/ 7721 h 10000"/>
              <a:gd name="connsiteX79-4939" fmla="*/ 6417 w 10000"/>
              <a:gd name="connsiteY79-4940" fmla="*/ 7930 h 10000"/>
              <a:gd name="connsiteX80-4941" fmla="*/ 6792 w 10000"/>
              <a:gd name="connsiteY80-4942" fmla="*/ 8073 h 10000"/>
              <a:gd name="connsiteX81-4943" fmla="*/ 7049 w 10000"/>
              <a:gd name="connsiteY81-4944" fmla="*/ 8203 h 10000"/>
              <a:gd name="connsiteX82-4945" fmla="*/ 7283 w 10000"/>
              <a:gd name="connsiteY82-4946" fmla="*/ 8346 h 10000"/>
              <a:gd name="connsiteX83-4947" fmla="*/ 7541 w 10000"/>
              <a:gd name="connsiteY83-4948" fmla="*/ 8490 h 10000"/>
              <a:gd name="connsiteX84-4949" fmla="*/ 7775 w 10000"/>
              <a:gd name="connsiteY84-4950" fmla="*/ 8555 h 10000"/>
              <a:gd name="connsiteX85-4951" fmla="*/ 8033 w 10000"/>
              <a:gd name="connsiteY85-4952" fmla="*/ 8685 h 10000"/>
              <a:gd name="connsiteX86-4953" fmla="*/ 8150 w 10000"/>
              <a:gd name="connsiteY86-4954" fmla="*/ 8763 h 10000"/>
              <a:gd name="connsiteX87-4955" fmla="*/ 8290 w 10000"/>
              <a:gd name="connsiteY87-4956" fmla="*/ 8763 h 10000"/>
              <a:gd name="connsiteX88-4957" fmla="*/ 8407 w 10000"/>
              <a:gd name="connsiteY88-4958" fmla="*/ 8828 h 10000"/>
              <a:gd name="connsiteX89-4959" fmla="*/ 8525 w 10000"/>
              <a:gd name="connsiteY89-4960" fmla="*/ 8828 h 10000"/>
              <a:gd name="connsiteX90-4961" fmla="*/ 8525 w 10000"/>
              <a:gd name="connsiteY90-4962" fmla="*/ 8828 h 10000"/>
              <a:gd name="connsiteX91-4963" fmla="*/ 8642 w 10000"/>
              <a:gd name="connsiteY91-4964" fmla="*/ 8763 h 10000"/>
              <a:gd name="connsiteX92-4965" fmla="*/ 8642 w 10000"/>
              <a:gd name="connsiteY92-4966" fmla="*/ 8685 h 10000"/>
              <a:gd name="connsiteX93-4967" fmla="*/ 8782 w 10000"/>
              <a:gd name="connsiteY93-4968" fmla="*/ 8620 h 10000"/>
              <a:gd name="connsiteX94-4969" fmla="*/ 9883 w 10000"/>
              <a:gd name="connsiteY94-4970" fmla="*/ 9036 h 10000"/>
              <a:gd name="connsiteX95-4971" fmla="*/ 10000 w 10000"/>
              <a:gd name="connsiteY95-4972" fmla="*/ 9375 h 10000"/>
              <a:gd name="connsiteX96-4973" fmla="*/ 10000 w 10000"/>
              <a:gd name="connsiteY96-4974" fmla="*/ 9453 h 10000"/>
              <a:gd name="connsiteX97-4975" fmla="*/ 10000 w 10000"/>
              <a:gd name="connsiteY97-4976" fmla="*/ 9583 h 10000"/>
              <a:gd name="connsiteX98-4977" fmla="*/ 10000 w 10000"/>
              <a:gd name="connsiteY98-4978" fmla="*/ 9727 h 10000"/>
              <a:gd name="connsiteX99-4979" fmla="*/ 10000 w 10000"/>
              <a:gd name="connsiteY99-4980" fmla="*/ 9792 h 10000"/>
              <a:gd name="connsiteX100-4981" fmla="*/ 10000 w 10000"/>
              <a:gd name="connsiteY100-4982" fmla="*/ 9857 h 10000"/>
              <a:gd name="connsiteX101-4983" fmla="*/ 10000 w 10000"/>
              <a:gd name="connsiteY101-4984" fmla="*/ 9935 h 10000"/>
              <a:gd name="connsiteX102-4985" fmla="*/ 10000 w 10000"/>
              <a:gd name="connsiteY102-4986" fmla="*/ 9935 h 10000"/>
              <a:gd name="connsiteX103-4987" fmla="*/ 10000 w 10000"/>
              <a:gd name="connsiteY103-4988" fmla="*/ 10000 h 10000"/>
              <a:gd name="connsiteX104-4989" fmla="*/ 9766 w 10000"/>
              <a:gd name="connsiteY104-4990" fmla="*/ 9935 h 10000"/>
              <a:gd name="connsiteX105-4991" fmla="*/ 9508 w 10000"/>
              <a:gd name="connsiteY105-4992" fmla="*/ 9935 h 10000"/>
              <a:gd name="connsiteX106-4993" fmla="*/ 9133 w 10000"/>
              <a:gd name="connsiteY106-4994" fmla="*/ 9857 h 10000"/>
              <a:gd name="connsiteX107-4995" fmla="*/ 8642 w 10000"/>
              <a:gd name="connsiteY107-4996" fmla="*/ 9727 h 10000"/>
              <a:gd name="connsiteX108-4997" fmla="*/ 8642 w 10000"/>
              <a:gd name="connsiteY108-4998" fmla="*/ 9727 h 10000"/>
              <a:gd name="connsiteX0-4999" fmla="*/ 8642 w 10000"/>
              <a:gd name="connsiteY0-5000" fmla="*/ 9727 h 10000"/>
              <a:gd name="connsiteX1-5001" fmla="*/ 8290 w 10000"/>
              <a:gd name="connsiteY1-5002" fmla="*/ 9583 h 10000"/>
              <a:gd name="connsiteX2-5003" fmla="*/ 7775 w 10000"/>
              <a:gd name="connsiteY2-5004" fmla="*/ 9453 h 10000"/>
              <a:gd name="connsiteX3-5005" fmla="*/ 7283 w 10000"/>
              <a:gd name="connsiteY3-5006" fmla="*/ 9245 h 10000"/>
              <a:gd name="connsiteX4-5007" fmla="*/ 6792 w 10000"/>
              <a:gd name="connsiteY4-5008" fmla="*/ 9036 h 10000"/>
              <a:gd name="connsiteX5-5009" fmla="*/ 6557 w 10000"/>
              <a:gd name="connsiteY5-5010" fmla="*/ 8893 h 10000"/>
              <a:gd name="connsiteX6-5011" fmla="*/ 6300 w 10000"/>
              <a:gd name="connsiteY6-5012" fmla="*/ 8763 h 10000"/>
              <a:gd name="connsiteX7-5013" fmla="*/ 6042 w 10000"/>
              <a:gd name="connsiteY7-5014" fmla="*/ 8620 h 10000"/>
              <a:gd name="connsiteX8-5015" fmla="*/ 5808 w 10000"/>
              <a:gd name="connsiteY8-5016" fmla="*/ 8490 h 10000"/>
              <a:gd name="connsiteX9-5017" fmla="*/ 5550 w 10000"/>
              <a:gd name="connsiteY9-5018" fmla="*/ 8281 h 10000"/>
              <a:gd name="connsiteX10-5019" fmla="*/ 5316 w 10000"/>
              <a:gd name="connsiteY10-5020" fmla="*/ 8073 h 10000"/>
              <a:gd name="connsiteX11-5021" fmla="*/ 5059 w 10000"/>
              <a:gd name="connsiteY11-5022" fmla="*/ 7865 h 10000"/>
              <a:gd name="connsiteX12-5023" fmla="*/ 4684 w 10000"/>
              <a:gd name="connsiteY12-5024" fmla="*/ 7656 h 10000"/>
              <a:gd name="connsiteX13-5025" fmla="*/ 4075 w 10000"/>
              <a:gd name="connsiteY13-5026" fmla="*/ 7174 h 10000"/>
              <a:gd name="connsiteX14-5027" fmla="*/ 3583 w 10000"/>
              <a:gd name="connsiteY14-5028" fmla="*/ 6758 h 10000"/>
              <a:gd name="connsiteX15-5029" fmla="*/ 3091 w 10000"/>
              <a:gd name="connsiteY15-5030" fmla="*/ 6276 h 10000"/>
              <a:gd name="connsiteX16-5031" fmla="*/ 2717 w 10000"/>
              <a:gd name="connsiteY16-5032" fmla="*/ 5729 h 10000"/>
              <a:gd name="connsiteX17-5033" fmla="*/ 2342 w 10000"/>
              <a:gd name="connsiteY17-5034" fmla="*/ 5247 h 10000"/>
              <a:gd name="connsiteX18-5035" fmla="*/ 1967 w 10000"/>
              <a:gd name="connsiteY18-5036" fmla="*/ 4766 h 10000"/>
              <a:gd name="connsiteX19-5037" fmla="*/ 1733 w 10000"/>
              <a:gd name="connsiteY19-5038" fmla="*/ 4284 h 10000"/>
              <a:gd name="connsiteX20-5039" fmla="*/ 1593 w 10000"/>
              <a:gd name="connsiteY20-5040" fmla="*/ 3997 h 10000"/>
              <a:gd name="connsiteX21-5041" fmla="*/ 1475 w 10000"/>
              <a:gd name="connsiteY21-5042" fmla="*/ 3789 h 10000"/>
              <a:gd name="connsiteX22-5043" fmla="*/ 1241 w 10000"/>
              <a:gd name="connsiteY22-5044" fmla="*/ 3307 h 10000"/>
              <a:gd name="connsiteX23-5045" fmla="*/ 1101 w 10000"/>
              <a:gd name="connsiteY23-5046" fmla="*/ 2760 h 10000"/>
              <a:gd name="connsiteX24-5047" fmla="*/ 867 w 10000"/>
              <a:gd name="connsiteY24-5048" fmla="*/ 2214 h 10000"/>
              <a:gd name="connsiteX25-5049" fmla="*/ 726 w 10000"/>
              <a:gd name="connsiteY25-5050" fmla="*/ 1654 h 10000"/>
              <a:gd name="connsiteX26-5051" fmla="*/ 726 w 10000"/>
              <a:gd name="connsiteY26-5052" fmla="*/ 1380 h 10000"/>
              <a:gd name="connsiteX27-5053" fmla="*/ 609 w 10000"/>
              <a:gd name="connsiteY27-5054" fmla="*/ 1107 h 10000"/>
              <a:gd name="connsiteX28-5055" fmla="*/ 492 w 10000"/>
              <a:gd name="connsiteY28-5056" fmla="*/ 898 h 10000"/>
              <a:gd name="connsiteX29-5057" fmla="*/ 492 w 10000"/>
              <a:gd name="connsiteY29-5058" fmla="*/ 690 h 10000"/>
              <a:gd name="connsiteX30-5059" fmla="*/ 375 w 10000"/>
              <a:gd name="connsiteY30-5060" fmla="*/ 560 h 10000"/>
              <a:gd name="connsiteX31-5061" fmla="*/ 375 w 10000"/>
              <a:gd name="connsiteY31-5062" fmla="*/ 417 h 10000"/>
              <a:gd name="connsiteX32-5063" fmla="*/ 234 w 10000"/>
              <a:gd name="connsiteY32-5064" fmla="*/ 352 h 10000"/>
              <a:gd name="connsiteX33-5065" fmla="*/ 234 w 10000"/>
              <a:gd name="connsiteY33-5066" fmla="*/ 273 h 10000"/>
              <a:gd name="connsiteX34-5067" fmla="*/ 117 w 10000"/>
              <a:gd name="connsiteY34-5068" fmla="*/ 273 h 10000"/>
              <a:gd name="connsiteX35-5069" fmla="*/ 0 w 10000"/>
              <a:gd name="connsiteY35-5070" fmla="*/ 208 h 10000"/>
              <a:gd name="connsiteX36-5071" fmla="*/ 0 w 10000"/>
              <a:gd name="connsiteY36-5072" fmla="*/ 143 h 10000"/>
              <a:gd name="connsiteX37-5073" fmla="*/ 117 w 10000"/>
              <a:gd name="connsiteY37-5074" fmla="*/ 78 h 10000"/>
              <a:gd name="connsiteX38-5075" fmla="*/ 117 w 10000"/>
              <a:gd name="connsiteY38-5076" fmla="*/ 0 h 10000"/>
              <a:gd name="connsiteX39-5077" fmla="*/ 117 w 10000"/>
              <a:gd name="connsiteY39-5078" fmla="*/ 0 h 10000"/>
              <a:gd name="connsiteX40-5079" fmla="*/ 234 w 10000"/>
              <a:gd name="connsiteY40-5080" fmla="*/ 0 h 10000"/>
              <a:gd name="connsiteX41-5081" fmla="*/ 234 w 10000"/>
              <a:gd name="connsiteY41-5082" fmla="*/ 0 h 10000"/>
              <a:gd name="connsiteX42-5083" fmla="*/ 375 w 10000"/>
              <a:gd name="connsiteY42-5084" fmla="*/ 0 h 10000"/>
              <a:gd name="connsiteX43-5085" fmla="*/ 609 w 10000"/>
              <a:gd name="connsiteY43-5086" fmla="*/ 0 h 10000"/>
              <a:gd name="connsiteX44-5087" fmla="*/ 726 w 10000"/>
              <a:gd name="connsiteY44-5088" fmla="*/ 78 h 10000"/>
              <a:gd name="connsiteX45-5089" fmla="*/ 984 w 10000"/>
              <a:gd name="connsiteY45-5090" fmla="*/ 78 h 10000"/>
              <a:gd name="connsiteX46-5091" fmla="*/ 1358 w 10000"/>
              <a:gd name="connsiteY46-5092" fmla="*/ 208 h 10000"/>
              <a:gd name="connsiteX47-5093" fmla="*/ 1593 w 10000"/>
              <a:gd name="connsiteY47-5094" fmla="*/ 273 h 10000"/>
              <a:gd name="connsiteX48-5095" fmla="*/ 1850 w 10000"/>
              <a:gd name="connsiteY48-5096" fmla="*/ 273 h 10000"/>
              <a:gd name="connsiteX49-5097" fmla="*/ 1967 w 10000"/>
              <a:gd name="connsiteY49-5098" fmla="*/ 352 h 10000"/>
              <a:gd name="connsiteX50-5099" fmla="*/ 1967 w 10000"/>
              <a:gd name="connsiteY50-5100" fmla="*/ 417 h 10000"/>
              <a:gd name="connsiteX51-5101" fmla="*/ 1967 w 10000"/>
              <a:gd name="connsiteY51-5102" fmla="*/ 417 h 10000"/>
              <a:gd name="connsiteX52-5103" fmla="*/ 1850 w 10000"/>
              <a:gd name="connsiteY52-5104" fmla="*/ 482 h 10000"/>
              <a:gd name="connsiteX53-5105" fmla="*/ 1850 w 10000"/>
              <a:gd name="connsiteY53-5106" fmla="*/ 560 h 10000"/>
              <a:gd name="connsiteX54-5107" fmla="*/ 1850 w 10000"/>
              <a:gd name="connsiteY54-5108" fmla="*/ 690 h 10000"/>
              <a:gd name="connsiteX55-5109" fmla="*/ 1733 w 10000"/>
              <a:gd name="connsiteY55-5110" fmla="*/ 833 h 10000"/>
              <a:gd name="connsiteX56-5111" fmla="*/ 1733 w 10000"/>
              <a:gd name="connsiteY56-5112" fmla="*/ 898 h 10000"/>
              <a:gd name="connsiteX57-5113" fmla="*/ 1733 w 10000"/>
              <a:gd name="connsiteY57-5114" fmla="*/ 1042 h 10000"/>
              <a:gd name="connsiteX58-5115" fmla="*/ 1733 w 10000"/>
              <a:gd name="connsiteY58-5116" fmla="*/ 1107 h 10000"/>
              <a:gd name="connsiteX59-5117" fmla="*/ 1733 w 10000"/>
              <a:gd name="connsiteY59-5118" fmla="*/ 1250 h 10000"/>
              <a:gd name="connsiteX60-5119" fmla="*/ 1733 w 10000"/>
              <a:gd name="connsiteY60-5120" fmla="*/ 1523 h 10000"/>
              <a:gd name="connsiteX61-5121" fmla="*/ 1850 w 10000"/>
              <a:gd name="connsiteY61-5122" fmla="*/ 1862 h 10000"/>
              <a:gd name="connsiteX62-5123" fmla="*/ 1850 w 10000"/>
              <a:gd name="connsiteY62-5124" fmla="*/ 2214 h 10000"/>
              <a:gd name="connsiteX63-5125" fmla="*/ 1967 w 10000"/>
              <a:gd name="connsiteY63-5126" fmla="*/ 2552 h 10000"/>
              <a:gd name="connsiteX64-5127" fmla="*/ 2084 w 10000"/>
              <a:gd name="connsiteY64-5128" fmla="*/ 2969 h 10000"/>
              <a:gd name="connsiteX65-5129" fmla="*/ 2342 w 10000"/>
              <a:gd name="connsiteY65-5130" fmla="*/ 3385 h 10000"/>
              <a:gd name="connsiteX66-5131" fmla="*/ 2600 w 10000"/>
              <a:gd name="connsiteY66-5132" fmla="*/ 3867 h 10000"/>
              <a:gd name="connsiteX67-5133" fmla="*/ 2834 w 10000"/>
              <a:gd name="connsiteY67-5134" fmla="*/ 4349 h 10000"/>
              <a:gd name="connsiteX68-5135" fmla="*/ 3208 w 10000"/>
              <a:gd name="connsiteY68-5136" fmla="*/ 4896 h 10000"/>
              <a:gd name="connsiteX69-5137" fmla="*/ 3583 w 10000"/>
              <a:gd name="connsiteY69-5138" fmla="*/ 5521 h 10000"/>
              <a:gd name="connsiteX70-5139" fmla="*/ 3817 w 10000"/>
              <a:gd name="connsiteY70-5140" fmla="*/ 5794 h 10000"/>
              <a:gd name="connsiteX71-5141" fmla="*/ 4075 w 10000"/>
              <a:gd name="connsiteY71-5142" fmla="*/ 6003 h 10000"/>
              <a:gd name="connsiteX72-5143" fmla="*/ 4333 w 10000"/>
              <a:gd name="connsiteY72-5144" fmla="*/ 6276 h 10000"/>
              <a:gd name="connsiteX73-5145" fmla="*/ 4684 w 10000"/>
              <a:gd name="connsiteY73-5146" fmla="*/ 6549 h 10000"/>
              <a:gd name="connsiteX74-5147" fmla="*/ 4941 w 10000"/>
              <a:gd name="connsiteY74-5148" fmla="*/ 6823 h 10000"/>
              <a:gd name="connsiteX75-5149" fmla="*/ 5176 w 10000"/>
              <a:gd name="connsiteY75-5150" fmla="*/ 7109 h 10000"/>
              <a:gd name="connsiteX76-5151" fmla="*/ 5550 w 10000"/>
              <a:gd name="connsiteY76-5152" fmla="*/ 7318 h 10000"/>
              <a:gd name="connsiteX77-5153" fmla="*/ 5808 w 10000"/>
              <a:gd name="connsiteY77-5154" fmla="*/ 7513 h 10000"/>
              <a:gd name="connsiteX78-5155" fmla="*/ 6183 w 10000"/>
              <a:gd name="connsiteY78-5156" fmla="*/ 7721 h 10000"/>
              <a:gd name="connsiteX79-5157" fmla="*/ 6417 w 10000"/>
              <a:gd name="connsiteY79-5158" fmla="*/ 7930 h 10000"/>
              <a:gd name="connsiteX80-5159" fmla="*/ 6792 w 10000"/>
              <a:gd name="connsiteY80-5160" fmla="*/ 8073 h 10000"/>
              <a:gd name="connsiteX81-5161" fmla="*/ 7049 w 10000"/>
              <a:gd name="connsiteY81-5162" fmla="*/ 8203 h 10000"/>
              <a:gd name="connsiteX82-5163" fmla="*/ 7283 w 10000"/>
              <a:gd name="connsiteY82-5164" fmla="*/ 8346 h 10000"/>
              <a:gd name="connsiteX83-5165" fmla="*/ 7541 w 10000"/>
              <a:gd name="connsiteY83-5166" fmla="*/ 8490 h 10000"/>
              <a:gd name="connsiteX84-5167" fmla="*/ 7775 w 10000"/>
              <a:gd name="connsiteY84-5168" fmla="*/ 8555 h 10000"/>
              <a:gd name="connsiteX85-5169" fmla="*/ 8033 w 10000"/>
              <a:gd name="connsiteY85-5170" fmla="*/ 8685 h 10000"/>
              <a:gd name="connsiteX86-5171" fmla="*/ 8150 w 10000"/>
              <a:gd name="connsiteY86-5172" fmla="*/ 8763 h 10000"/>
              <a:gd name="connsiteX87-5173" fmla="*/ 8290 w 10000"/>
              <a:gd name="connsiteY87-5174" fmla="*/ 8763 h 10000"/>
              <a:gd name="connsiteX88-5175" fmla="*/ 8407 w 10000"/>
              <a:gd name="connsiteY88-5176" fmla="*/ 8828 h 10000"/>
              <a:gd name="connsiteX89-5177" fmla="*/ 8525 w 10000"/>
              <a:gd name="connsiteY89-5178" fmla="*/ 8828 h 10000"/>
              <a:gd name="connsiteX90-5179" fmla="*/ 8525 w 10000"/>
              <a:gd name="connsiteY90-5180" fmla="*/ 8828 h 10000"/>
              <a:gd name="connsiteX91-5181" fmla="*/ 8642 w 10000"/>
              <a:gd name="connsiteY91-5182" fmla="*/ 8763 h 10000"/>
              <a:gd name="connsiteX92-5183" fmla="*/ 8642 w 10000"/>
              <a:gd name="connsiteY92-5184" fmla="*/ 8685 h 10000"/>
              <a:gd name="connsiteX93-5185" fmla="*/ 8782 w 10000"/>
              <a:gd name="connsiteY93-5186" fmla="*/ 8620 h 10000"/>
              <a:gd name="connsiteX94-5187" fmla="*/ 10000 w 10000"/>
              <a:gd name="connsiteY94-5188" fmla="*/ 9375 h 10000"/>
              <a:gd name="connsiteX95-5189" fmla="*/ 10000 w 10000"/>
              <a:gd name="connsiteY95-5190" fmla="*/ 9453 h 10000"/>
              <a:gd name="connsiteX96-5191" fmla="*/ 10000 w 10000"/>
              <a:gd name="connsiteY96-5192" fmla="*/ 9583 h 10000"/>
              <a:gd name="connsiteX97-5193" fmla="*/ 10000 w 10000"/>
              <a:gd name="connsiteY97-5194" fmla="*/ 9727 h 10000"/>
              <a:gd name="connsiteX98-5195" fmla="*/ 10000 w 10000"/>
              <a:gd name="connsiteY98-5196" fmla="*/ 9792 h 10000"/>
              <a:gd name="connsiteX99-5197" fmla="*/ 10000 w 10000"/>
              <a:gd name="connsiteY99-5198" fmla="*/ 9857 h 10000"/>
              <a:gd name="connsiteX100-5199" fmla="*/ 10000 w 10000"/>
              <a:gd name="connsiteY100-5200" fmla="*/ 9935 h 10000"/>
              <a:gd name="connsiteX101-5201" fmla="*/ 10000 w 10000"/>
              <a:gd name="connsiteY101-5202" fmla="*/ 9935 h 10000"/>
              <a:gd name="connsiteX102-5203" fmla="*/ 10000 w 10000"/>
              <a:gd name="connsiteY102-5204" fmla="*/ 10000 h 10000"/>
              <a:gd name="connsiteX103-5205" fmla="*/ 9766 w 10000"/>
              <a:gd name="connsiteY103-5206" fmla="*/ 9935 h 10000"/>
              <a:gd name="connsiteX104-5207" fmla="*/ 9508 w 10000"/>
              <a:gd name="connsiteY104-5208" fmla="*/ 9935 h 10000"/>
              <a:gd name="connsiteX105-5209" fmla="*/ 9133 w 10000"/>
              <a:gd name="connsiteY105-5210" fmla="*/ 9857 h 10000"/>
              <a:gd name="connsiteX106-5211" fmla="*/ 8642 w 10000"/>
              <a:gd name="connsiteY106-5212" fmla="*/ 9727 h 10000"/>
              <a:gd name="connsiteX107-5213" fmla="*/ 8642 w 10000"/>
              <a:gd name="connsiteY107-5214" fmla="*/ 9727 h 10000"/>
              <a:gd name="connsiteX0-5215" fmla="*/ 8642 w 10000"/>
              <a:gd name="connsiteY0-5216" fmla="*/ 9727 h 10000"/>
              <a:gd name="connsiteX1-5217" fmla="*/ 8290 w 10000"/>
              <a:gd name="connsiteY1-5218" fmla="*/ 9583 h 10000"/>
              <a:gd name="connsiteX2-5219" fmla="*/ 7775 w 10000"/>
              <a:gd name="connsiteY2-5220" fmla="*/ 9453 h 10000"/>
              <a:gd name="connsiteX3-5221" fmla="*/ 7283 w 10000"/>
              <a:gd name="connsiteY3-5222" fmla="*/ 9245 h 10000"/>
              <a:gd name="connsiteX4-5223" fmla="*/ 6792 w 10000"/>
              <a:gd name="connsiteY4-5224" fmla="*/ 9036 h 10000"/>
              <a:gd name="connsiteX5-5225" fmla="*/ 6557 w 10000"/>
              <a:gd name="connsiteY5-5226" fmla="*/ 8893 h 10000"/>
              <a:gd name="connsiteX6-5227" fmla="*/ 6300 w 10000"/>
              <a:gd name="connsiteY6-5228" fmla="*/ 8763 h 10000"/>
              <a:gd name="connsiteX7-5229" fmla="*/ 6042 w 10000"/>
              <a:gd name="connsiteY7-5230" fmla="*/ 8620 h 10000"/>
              <a:gd name="connsiteX8-5231" fmla="*/ 5808 w 10000"/>
              <a:gd name="connsiteY8-5232" fmla="*/ 8490 h 10000"/>
              <a:gd name="connsiteX9-5233" fmla="*/ 5550 w 10000"/>
              <a:gd name="connsiteY9-5234" fmla="*/ 8281 h 10000"/>
              <a:gd name="connsiteX10-5235" fmla="*/ 5316 w 10000"/>
              <a:gd name="connsiteY10-5236" fmla="*/ 8073 h 10000"/>
              <a:gd name="connsiteX11-5237" fmla="*/ 5059 w 10000"/>
              <a:gd name="connsiteY11-5238" fmla="*/ 7865 h 10000"/>
              <a:gd name="connsiteX12-5239" fmla="*/ 4684 w 10000"/>
              <a:gd name="connsiteY12-5240" fmla="*/ 7656 h 10000"/>
              <a:gd name="connsiteX13-5241" fmla="*/ 4075 w 10000"/>
              <a:gd name="connsiteY13-5242" fmla="*/ 7174 h 10000"/>
              <a:gd name="connsiteX14-5243" fmla="*/ 3583 w 10000"/>
              <a:gd name="connsiteY14-5244" fmla="*/ 6758 h 10000"/>
              <a:gd name="connsiteX15-5245" fmla="*/ 3091 w 10000"/>
              <a:gd name="connsiteY15-5246" fmla="*/ 6276 h 10000"/>
              <a:gd name="connsiteX16-5247" fmla="*/ 2717 w 10000"/>
              <a:gd name="connsiteY16-5248" fmla="*/ 5729 h 10000"/>
              <a:gd name="connsiteX17-5249" fmla="*/ 2342 w 10000"/>
              <a:gd name="connsiteY17-5250" fmla="*/ 5247 h 10000"/>
              <a:gd name="connsiteX18-5251" fmla="*/ 1967 w 10000"/>
              <a:gd name="connsiteY18-5252" fmla="*/ 4766 h 10000"/>
              <a:gd name="connsiteX19-5253" fmla="*/ 1733 w 10000"/>
              <a:gd name="connsiteY19-5254" fmla="*/ 4284 h 10000"/>
              <a:gd name="connsiteX20-5255" fmla="*/ 1593 w 10000"/>
              <a:gd name="connsiteY20-5256" fmla="*/ 3997 h 10000"/>
              <a:gd name="connsiteX21-5257" fmla="*/ 1475 w 10000"/>
              <a:gd name="connsiteY21-5258" fmla="*/ 3789 h 10000"/>
              <a:gd name="connsiteX22-5259" fmla="*/ 1241 w 10000"/>
              <a:gd name="connsiteY22-5260" fmla="*/ 3307 h 10000"/>
              <a:gd name="connsiteX23-5261" fmla="*/ 1101 w 10000"/>
              <a:gd name="connsiteY23-5262" fmla="*/ 2760 h 10000"/>
              <a:gd name="connsiteX24-5263" fmla="*/ 867 w 10000"/>
              <a:gd name="connsiteY24-5264" fmla="*/ 2214 h 10000"/>
              <a:gd name="connsiteX25-5265" fmla="*/ 726 w 10000"/>
              <a:gd name="connsiteY25-5266" fmla="*/ 1654 h 10000"/>
              <a:gd name="connsiteX26-5267" fmla="*/ 726 w 10000"/>
              <a:gd name="connsiteY26-5268" fmla="*/ 1380 h 10000"/>
              <a:gd name="connsiteX27-5269" fmla="*/ 609 w 10000"/>
              <a:gd name="connsiteY27-5270" fmla="*/ 1107 h 10000"/>
              <a:gd name="connsiteX28-5271" fmla="*/ 492 w 10000"/>
              <a:gd name="connsiteY28-5272" fmla="*/ 898 h 10000"/>
              <a:gd name="connsiteX29-5273" fmla="*/ 492 w 10000"/>
              <a:gd name="connsiteY29-5274" fmla="*/ 690 h 10000"/>
              <a:gd name="connsiteX30-5275" fmla="*/ 375 w 10000"/>
              <a:gd name="connsiteY30-5276" fmla="*/ 560 h 10000"/>
              <a:gd name="connsiteX31-5277" fmla="*/ 375 w 10000"/>
              <a:gd name="connsiteY31-5278" fmla="*/ 417 h 10000"/>
              <a:gd name="connsiteX32-5279" fmla="*/ 234 w 10000"/>
              <a:gd name="connsiteY32-5280" fmla="*/ 352 h 10000"/>
              <a:gd name="connsiteX33-5281" fmla="*/ 234 w 10000"/>
              <a:gd name="connsiteY33-5282" fmla="*/ 273 h 10000"/>
              <a:gd name="connsiteX34-5283" fmla="*/ 117 w 10000"/>
              <a:gd name="connsiteY34-5284" fmla="*/ 273 h 10000"/>
              <a:gd name="connsiteX35-5285" fmla="*/ 0 w 10000"/>
              <a:gd name="connsiteY35-5286" fmla="*/ 208 h 10000"/>
              <a:gd name="connsiteX36-5287" fmla="*/ 0 w 10000"/>
              <a:gd name="connsiteY36-5288" fmla="*/ 143 h 10000"/>
              <a:gd name="connsiteX37-5289" fmla="*/ 117 w 10000"/>
              <a:gd name="connsiteY37-5290" fmla="*/ 78 h 10000"/>
              <a:gd name="connsiteX38-5291" fmla="*/ 117 w 10000"/>
              <a:gd name="connsiteY38-5292" fmla="*/ 0 h 10000"/>
              <a:gd name="connsiteX39-5293" fmla="*/ 117 w 10000"/>
              <a:gd name="connsiteY39-5294" fmla="*/ 0 h 10000"/>
              <a:gd name="connsiteX40-5295" fmla="*/ 234 w 10000"/>
              <a:gd name="connsiteY40-5296" fmla="*/ 0 h 10000"/>
              <a:gd name="connsiteX41-5297" fmla="*/ 234 w 10000"/>
              <a:gd name="connsiteY41-5298" fmla="*/ 0 h 10000"/>
              <a:gd name="connsiteX42-5299" fmla="*/ 375 w 10000"/>
              <a:gd name="connsiteY42-5300" fmla="*/ 0 h 10000"/>
              <a:gd name="connsiteX43-5301" fmla="*/ 609 w 10000"/>
              <a:gd name="connsiteY43-5302" fmla="*/ 0 h 10000"/>
              <a:gd name="connsiteX44-5303" fmla="*/ 726 w 10000"/>
              <a:gd name="connsiteY44-5304" fmla="*/ 78 h 10000"/>
              <a:gd name="connsiteX45-5305" fmla="*/ 984 w 10000"/>
              <a:gd name="connsiteY45-5306" fmla="*/ 78 h 10000"/>
              <a:gd name="connsiteX46-5307" fmla="*/ 1358 w 10000"/>
              <a:gd name="connsiteY46-5308" fmla="*/ 208 h 10000"/>
              <a:gd name="connsiteX47-5309" fmla="*/ 1593 w 10000"/>
              <a:gd name="connsiteY47-5310" fmla="*/ 273 h 10000"/>
              <a:gd name="connsiteX48-5311" fmla="*/ 1850 w 10000"/>
              <a:gd name="connsiteY48-5312" fmla="*/ 273 h 10000"/>
              <a:gd name="connsiteX49-5313" fmla="*/ 1967 w 10000"/>
              <a:gd name="connsiteY49-5314" fmla="*/ 352 h 10000"/>
              <a:gd name="connsiteX50-5315" fmla="*/ 1967 w 10000"/>
              <a:gd name="connsiteY50-5316" fmla="*/ 417 h 10000"/>
              <a:gd name="connsiteX51-5317" fmla="*/ 1967 w 10000"/>
              <a:gd name="connsiteY51-5318" fmla="*/ 417 h 10000"/>
              <a:gd name="connsiteX52-5319" fmla="*/ 1850 w 10000"/>
              <a:gd name="connsiteY52-5320" fmla="*/ 482 h 10000"/>
              <a:gd name="connsiteX53-5321" fmla="*/ 1850 w 10000"/>
              <a:gd name="connsiteY53-5322" fmla="*/ 560 h 10000"/>
              <a:gd name="connsiteX54-5323" fmla="*/ 1850 w 10000"/>
              <a:gd name="connsiteY54-5324" fmla="*/ 690 h 10000"/>
              <a:gd name="connsiteX55-5325" fmla="*/ 1733 w 10000"/>
              <a:gd name="connsiteY55-5326" fmla="*/ 833 h 10000"/>
              <a:gd name="connsiteX56-5327" fmla="*/ 1733 w 10000"/>
              <a:gd name="connsiteY56-5328" fmla="*/ 898 h 10000"/>
              <a:gd name="connsiteX57-5329" fmla="*/ 1733 w 10000"/>
              <a:gd name="connsiteY57-5330" fmla="*/ 1042 h 10000"/>
              <a:gd name="connsiteX58-5331" fmla="*/ 1733 w 10000"/>
              <a:gd name="connsiteY58-5332" fmla="*/ 1107 h 10000"/>
              <a:gd name="connsiteX59-5333" fmla="*/ 1733 w 10000"/>
              <a:gd name="connsiteY59-5334" fmla="*/ 1250 h 10000"/>
              <a:gd name="connsiteX60-5335" fmla="*/ 1733 w 10000"/>
              <a:gd name="connsiteY60-5336" fmla="*/ 1523 h 10000"/>
              <a:gd name="connsiteX61-5337" fmla="*/ 1850 w 10000"/>
              <a:gd name="connsiteY61-5338" fmla="*/ 1862 h 10000"/>
              <a:gd name="connsiteX62-5339" fmla="*/ 1850 w 10000"/>
              <a:gd name="connsiteY62-5340" fmla="*/ 2214 h 10000"/>
              <a:gd name="connsiteX63-5341" fmla="*/ 1967 w 10000"/>
              <a:gd name="connsiteY63-5342" fmla="*/ 2552 h 10000"/>
              <a:gd name="connsiteX64-5343" fmla="*/ 2084 w 10000"/>
              <a:gd name="connsiteY64-5344" fmla="*/ 2969 h 10000"/>
              <a:gd name="connsiteX65-5345" fmla="*/ 2342 w 10000"/>
              <a:gd name="connsiteY65-5346" fmla="*/ 3385 h 10000"/>
              <a:gd name="connsiteX66-5347" fmla="*/ 2600 w 10000"/>
              <a:gd name="connsiteY66-5348" fmla="*/ 3867 h 10000"/>
              <a:gd name="connsiteX67-5349" fmla="*/ 2834 w 10000"/>
              <a:gd name="connsiteY67-5350" fmla="*/ 4349 h 10000"/>
              <a:gd name="connsiteX68-5351" fmla="*/ 3208 w 10000"/>
              <a:gd name="connsiteY68-5352" fmla="*/ 4896 h 10000"/>
              <a:gd name="connsiteX69-5353" fmla="*/ 3583 w 10000"/>
              <a:gd name="connsiteY69-5354" fmla="*/ 5521 h 10000"/>
              <a:gd name="connsiteX70-5355" fmla="*/ 3817 w 10000"/>
              <a:gd name="connsiteY70-5356" fmla="*/ 5794 h 10000"/>
              <a:gd name="connsiteX71-5357" fmla="*/ 4075 w 10000"/>
              <a:gd name="connsiteY71-5358" fmla="*/ 6003 h 10000"/>
              <a:gd name="connsiteX72-5359" fmla="*/ 4333 w 10000"/>
              <a:gd name="connsiteY72-5360" fmla="*/ 6276 h 10000"/>
              <a:gd name="connsiteX73-5361" fmla="*/ 4684 w 10000"/>
              <a:gd name="connsiteY73-5362" fmla="*/ 6549 h 10000"/>
              <a:gd name="connsiteX74-5363" fmla="*/ 4941 w 10000"/>
              <a:gd name="connsiteY74-5364" fmla="*/ 6823 h 10000"/>
              <a:gd name="connsiteX75-5365" fmla="*/ 5176 w 10000"/>
              <a:gd name="connsiteY75-5366" fmla="*/ 7109 h 10000"/>
              <a:gd name="connsiteX76-5367" fmla="*/ 5550 w 10000"/>
              <a:gd name="connsiteY76-5368" fmla="*/ 7318 h 10000"/>
              <a:gd name="connsiteX77-5369" fmla="*/ 5808 w 10000"/>
              <a:gd name="connsiteY77-5370" fmla="*/ 7513 h 10000"/>
              <a:gd name="connsiteX78-5371" fmla="*/ 6183 w 10000"/>
              <a:gd name="connsiteY78-5372" fmla="*/ 7721 h 10000"/>
              <a:gd name="connsiteX79-5373" fmla="*/ 6417 w 10000"/>
              <a:gd name="connsiteY79-5374" fmla="*/ 7930 h 10000"/>
              <a:gd name="connsiteX80-5375" fmla="*/ 6792 w 10000"/>
              <a:gd name="connsiteY80-5376" fmla="*/ 8073 h 10000"/>
              <a:gd name="connsiteX81-5377" fmla="*/ 7049 w 10000"/>
              <a:gd name="connsiteY81-5378" fmla="*/ 8203 h 10000"/>
              <a:gd name="connsiteX82-5379" fmla="*/ 7283 w 10000"/>
              <a:gd name="connsiteY82-5380" fmla="*/ 8346 h 10000"/>
              <a:gd name="connsiteX83-5381" fmla="*/ 7541 w 10000"/>
              <a:gd name="connsiteY83-5382" fmla="*/ 8490 h 10000"/>
              <a:gd name="connsiteX84-5383" fmla="*/ 7775 w 10000"/>
              <a:gd name="connsiteY84-5384" fmla="*/ 8555 h 10000"/>
              <a:gd name="connsiteX85-5385" fmla="*/ 8033 w 10000"/>
              <a:gd name="connsiteY85-5386" fmla="*/ 8685 h 10000"/>
              <a:gd name="connsiteX86-5387" fmla="*/ 8150 w 10000"/>
              <a:gd name="connsiteY86-5388" fmla="*/ 8763 h 10000"/>
              <a:gd name="connsiteX87-5389" fmla="*/ 8290 w 10000"/>
              <a:gd name="connsiteY87-5390" fmla="*/ 8763 h 10000"/>
              <a:gd name="connsiteX88-5391" fmla="*/ 8407 w 10000"/>
              <a:gd name="connsiteY88-5392" fmla="*/ 8828 h 10000"/>
              <a:gd name="connsiteX89-5393" fmla="*/ 8525 w 10000"/>
              <a:gd name="connsiteY89-5394" fmla="*/ 8828 h 10000"/>
              <a:gd name="connsiteX90-5395" fmla="*/ 8525 w 10000"/>
              <a:gd name="connsiteY90-5396" fmla="*/ 8828 h 10000"/>
              <a:gd name="connsiteX91-5397" fmla="*/ 8642 w 10000"/>
              <a:gd name="connsiteY91-5398" fmla="*/ 8763 h 10000"/>
              <a:gd name="connsiteX92-5399" fmla="*/ 8642 w 10000"/>
              <a:gd name="connsiteY92-5400" fmla="*/ 8685 h 10000"/>
              <a:gd name="connsiteX93-5401" fmla="*/ 8782 w 10000"/>
              <a:gd name="connsiteY93-5402" fmla="*/ 8620 h 10000"/>
              <a:gd name="connsiteX94-5403" fmla="*/ 10000 w 10000"/>
              <a:gd name="connsiteY94-5404" fmla="*/ 9375 h 10000"/>
              <a:gd name="connsiteX95-5405" fmla="*/ 10000 w 10000"/>
              <a:gd name="connsiteY95-5406" fmla="*/ 9583 h 10000"/>
              <a:gd name="connsiteX96-5407" fmla="*/ 10000 w 10000"/>
              <a:gd name="connsiteY96-5408" fmla="*/ 9727 h 10000"/>
              <a:gd name="connsiteX97-5409" fmla="*/ 10000 w 10000"/>
              <a:gd name="connsiteY97-5410" fmla="*/ 9792 h 10000"/>
              <a:gd name="connsiteX98-5411" fmla="*/ 10000 w 10000"/>
              <a:gd name="connsiteY98-5412" fmla="*/ 9857 h 10000"/>
              <a:gd name="connsiteX99-5413" fmla="*/ 10000 w 10000"/>
              <a:gd name="connsiteY99-5414" fmla="*/ 9935 h 10000"/>
              <a:gd name="connsiteX100-5415" fmla="*/ 10000 w 10000"/>
              <a:gd name="connsiteY100-5416" fmla="*/ 9935 h 10000"/>
              <a:gd name="connsiteX101-5417" fmla="*/ 10000 w 10000"/>
              <a:gd name="connsiteY101-5418" fmla="*/ 10000 h 10000"/>
              <a:gd name="connsiteX102-5419" fmla="*/ 9766 w 10000"/>
              <a:gd name="connsiteY102-5420" fmla="*/ 9935 h 10000"/>
              <a:gd name="connsiteX103-5421" fmla="*/ 9508 w 10000"/>
              <a:gd name="connsiteY103-5422" fmla="*/ 9935 h 10000"/>
              <a:gd name="connsiteX104-5423" fmla="*/ 9133 w 10000"/>
              <a:gd name="connsiteY104-5424" fmla="*/ 9857 h 10000"/>
              <a:gd name="connsiteX105-5425" fmla="*/ 8642 w 10000"/>
              <a:gd name="connsiteY105-5426" fmla="*/ 9727 h 10000"/>
              <a:gd name="connsiteX106-5427" fmla="*/ 8642 w 10000"/>
              <a:gd name="connsiteY106-5428" fmla="*/ 9727 h 10000"/>
              <a:gd name="connsiteX0-5429" fmla="*/ 8642 w 10000"/>
              <a:gd name="connsiteY0-5430" fmla="*/ 9727 h 10000"/>
              <a:gd name="connsiteX1-5431" fmla="*/ 8290 w 10000"/>
              <a:gd name="connsiteY1-5432" fmla="*/ 9583 h 10000"/>
              <a:gd name="connsiteX2-5433" fmla="*/ 7775 w 10000"/>
              <a:gd name="connsiteY2-5434" fmla="*/ 9453 h 10000"/>
              <a:gd name="connsiteX3-5435" fmla="*/ 7283 w 10000"/>
              <a:gd name="connsiteY3-5436" fmla="*/ 9245 h 10000"/>
              <a:gd name="connsiteX4-5437" fmla="*/ 6792 w 10000"/>
              <a:gd name="connsiteY4-5438" fmla="*/ 9036 h 10000"/>
              <a:gd name="connsiteX5-5439" fmla="*/ 6557 w 10000"/>
              <a:gd name="connsiteY5-5440" fmla="*/ 8893 h 10000"/>
              <a:gd name="connsiteX6-5441" fmla="*/ 6300 w 10000"/>
              <a:gd name="connsiteY6-5442" fmla="*/ 8763 h 10000"/>
              <a:gd name="connsiteX7-5443" fmla="*/ 6042 w 10000"/>
              <a:gd name="connsiteY7-5444" fmla="*/ 8620 h 10000"/>
              <a:gd name="connsiteX8-5445" fmla="*/ 5808 w 10000"/>
              <a:gd name="connsiteY8-5446" fmla="*/ 8490 h 10000"/>
              <a:gd name="connsiteX9-5447" fmla="*/ 5550 w 10000"/>
              <a:gd name="connsiteY9-5448" fmla="*/ 8281 h 10000"/>
              <a:gd name="connsiteX10-5449" fmla="*/ 5316 w 10000"/>
              <a:gd name="connsiteY10-5450" fmla="*/ 8073 h 10000"/>
              <a:gd name="connsiteX11-5451" fmla="*/ 5059 w 10000"/>
              <a:gd name="connsiteY11-5452" fmla="*/ 7865 h 10000"/>
              <a:gd name="connsiteX12-5453" fmla="*/ 4684 w 10000"/>
              <a:gd name="connsiteY12-5454" fmla="*/ 7656 h 10000"/>
              <a:gd name="connsiteX13-5455" fmla="*/ 4075 w 10000"/>
              <a:gd name="connsiteY13-5456" fmla="*/ 7174 h 10000"/>
              <a:gd name="connsiteX14-5457" fmla="*/ 3583 w 10000"/>
              <a:gd name="connsiteY14-5458" fmla="*/ 6758 h 10000"/>
              <a:gd name="connsiteX15-5459" fmla="*/ 3091 w 10000"/>
              <a:gd name="connsiteY15-5460" fmla="*/ 6276 h 10000"/>
              <a:gd name="connsiteX16-5461" fmla="*/ 2717 w 10000"/>
              <a:gd name="connsiteY16-5462" fmla="*/ 5729 h 10000"/>
              <a:gd name="connsiteX17-5463" fmla="*/ 2342 w 10000"/>
              <a:gd name="connsiteY17-5464" fmla="*/ 5247 h 10000"/>
              <a:gd name="connsiteX18-5465" fmla="*/ 1967 w 10000"/>
              <a:gd name="connsiteY18-5466" fmla="*/ 4766 h 10000"/>
              <a:gd name="connsiteX19-5467" fmla="*/ 1733 w 10000"/>
              <a:gd name="connsiteY19-5468" fmla="*/ 4284 h 10000"/>
              <a:gd name="connsiteX20-5469" fmla="*/ 1593 w 10000"/>
              <a:gd name="connsiteY20-5470" fmla="*/ 3997 h 10000"/>
              <a:gd name="connsiteX21-5471" fmla="*/ 1475 w 10000"/>
              <a:gd name="connsiteY21-5472" fmla="*/ 3789 h 10000"/>
              <a:gd name="connsiteX22-5473" fmla="*/ 1241 w 10000"/>
              <a:gd name="connsiteY22-5474" fmla="*/ 3307 h 10000"/>
              <a:gd name="connsiteX23-5475" fmla="*/ 1101 w 10000"/>
              <a:gd name="connsiteY23-5476" fmla="*/ 2760 h 10000"/>
              <a:gd name="connsiteX24-5477" fmla="*/ 867 w 10000"/>
              <a:gd name="connsiteY24-5478" fmla="*/ 2214 h 10000"/>
              <a:gd name="connsiteX25-5479" fmla="*/ 726 w 10000"/>
              <a:gd name="connsiteY25-5480" fmla="*/ 1654 h 10000"/>
              <a:gd name="connsiteX26-5481" fmla="*/ 726 w 10000"/>
              <a:gd name="connsiteY26-5482" fmla="*/ 1380 h 10000"/>
              <a:gd name="connsiteX27-5483" fmla="*/ 609 w 10000"/>
              <a:gd name="connsiteY27-5484" fmla="*/ 1107 h 10000"/>
              <a:gd name="connsiteX28-5485" fmla="*/ 492 w 10000"/>
              <a:gd name="connsiteY28-5486" fmla="*/ 898 h 10000"/>
              <a:gd name="connsiteX29-5487" fmla="*/ 492 w 10000"/>
              <a:gd name="connsiteY29-5488" fmla="*/ 690 h 10000"/>
              <a:gd name="connsiteX30-5489" fmla="*/ 375 w 10000"/>
              <a:gd name="connsiteY30-5490" fmla="*/ 560 h 10000"/>
              <a:gd name="connsiteX31-5491" fmla="*/ 375 w 10000"/>
              <a:gd name="connsiteY31-5492" fmla="*/ 417 h 10000"/>
              <a:gd name="connsiteX32-5493" fmla="*/ 234 w 10000"/>
              <a:gd name="connsiteY32-5494" fmla="*/ 352 h 10000"/>
              <a:gd name="connsiteX33-5495" fmla="*/ 234 w 10000"/>
              <a:gd name="connsiteY33-5496" fmla="*/ 273 h 10000"/>
              <a:gd name="connsiteX34-5497" fmla="*/ 117 w 10000"/>
              <a:gd name="connsiteY34-5498" fmla="*/ 273 h 10000"/>
              <a:gd name="connsiteX35-5499" fmla="*/ 0 w 10000"/>
              <a:gd name="connsiteY35-5500" fmla="*/ 208 h 10000"/>
              <a:gd name="connsiteX36-5501" fmla="*/ 0 w 10000"/>
              <a:gd name="connsiteY36-5502" fmla="*/ 143 h 10000"/>
              <a:gd name="connsiteX37-5503" fmla="*/ 117 w 10000"/>
              <a:gd name="connsiteY37-5504" fmla="*/ 78 h 10000"/>
              <a:gd name="connsiteX38-5505" fmla="*/ 117 w 10000"/>
              <a:gd name="connsiteY38-5506" fmla="*/ 0 h 10000"/>
              <a:gd name="connsiteX39-5507" fmla="*/ 117 w 10000"/>
              <a:gd name="connsiteY39-5508" fmla="*/ 0 h 10000"/>
              <a:gd name="connsiteX40-5509" fmla="*/ 234 w 10000"/>
              <a:gd name="connsiteY40-5510" fmla="*/ 0 h 10000"/>
              <a:gd name="connsiteX41-5511" fmla="*/ 234 w 10000"/>
              <a:gd name="connsiteY41-5512" fmla="*/ 0 h 10000"/>
              <a:gd name="connsiteX42-5513" fmla="*/ 375 w 10000"/>
              <a:gd name="connsiteY42-5514" fmla="*/ 0 h 10000"/>
              <a:gd name="connsiteX43-5515" fmla="*/ 609 w 10000"/>
              <a:gd name="connsiteY43-5516" fmla="*/ 0 h 10000"/>
              <a:gd name="connsiteX44-5517" fmla="*/ 726 w 10000"/>
              <a:gd name="connsiteY44-5518" fmla="*/ 78 h 10000"/>
              <a:gd name="connsiteX45-5519" fmla="*/ 984 w 10000"/>
              <a:gd name="connsiteY45-5520" fmla="*/ 78 h 10000"/>
              <a:gd name="connsiteX46-5521" fmla="*/ 1358 w 10000"/>
              <a:gd name="connsiteY46-5522" fmla="*/ 208 h 10000"/>
              <a:gd name="connsiteX47-5523" fmla="*/ 1593 w 10000"/>
              <a:gd name="connsiteY47-5524" fmla="*/ 273 h 10000"/>
              <a:gd name="connsiteX48-5525" fmla="*/ 1850 w 10000"/>
              <a:gd name="connsiteY48-5526" fmla="*/ 273 h 10000"/>
              <a:gd name="connsiteX49-5527" fmla="*/ 1967 w 10000"/>
              <a:gd name="connsiteY49-5528" fmla="*/ 352 h 10000"/>
              <a:gd name="connsiteX50-5529" fmla="*/ 1967 w 10000"/>
              <a:gd name="connsiteY50-5530" fmla="*/ 417 h 10000"/>
              <a:gd name="connsiteX51-5531" fmla="*/ 1967 w 10000"/>
              <a:gd name="connsiteY51-5532" fmla="*/ 417 h 10000"/>
              <a:gd name="connsiteX52-5533" fmla="*/ 1850 w 10000"/>
              <a:gd name="connsiteY52-5534" fmla="*/ 482 h 10000"/>
              <a:gd name="connsiteX53-5535" fmla="*/ 1850 w 10000"/>
              <a:gd name="connsiteY53-5536" fmla="*/ 560 h 10000"/>
              <a:gd name="connsiteX54-5537" fmla="*/ 1850 w 10000"/>
              <a:gd name="connsiteY54-5538" fmla="*/ 690 h 10000"/>
              <a:gd name="connsiteX55-5539" fmla="*/ 1733 w 10000"/>
              <a:gd name="connsiteY55-5540" fmla="*/ 833 h 10000"/>
              <a:gd name="connsiteX56-5541" fmla="*/ 1733 w 10000"/>
              <a:gd name="connsiteY56-5542" fmla="*/ 898 h 10000"/>
              <a:gd name="connsiteX57-5543" fmla="*/ 1733 w 10000"/>
              <a:gd name="connsiteY57-5544" fmla="*/ 1042 h 10000"/>
              <a:gd name="connsiteX58-5545" fmla="*/ 1733 w 10000"/>
              <a:gd name="connsiteY58-5546" fmla="*/ 1107 h 10000"/>
              <a:gd name="connsiteX59-5547" fmla="*/ 1733 w 10000"/>
              <a:gd name="connsiteY59-5548" fmla="*/ 1250 h 10000"/>
              <a:gd name="connsiteX60-5549" fmla="*/ 1733 w 10000"/>
              <a:gd name="connsiteY60-5550" fmla="*/ 1523 h 10000"/>
              <a:gd name="connsiteX61-5551" fmla="*/ 1850 w 10000"/>
              <a:gd name="connsiteY61-5552" fmla="*/ 1862 h 10000"/>
              <a:gd name="connsiteX62-5553" fmla="*/ 1850 w 10000"/>
              <a:gd name="connsiteY62-5554" fmla="*/ 2214 h 10000"/>
              <a:gd name="connsiteX63-5555" fmla="*/ 1967 w 10000"/>
              <a:gd name="connsiteY63-5556" fmla="*/ 2552 h 10000"/>
              <a:gd name="connsiteX64-5557" fmla="*/ 2084 w 10000"/>
              <a:gd name="connsiteY64-5558" fmla="*/ 2969 h 10000"/>
              <a:gd name="connsiteX65-5559" fmla="*/ 2342 w 10000"/>
              <a:gd name="connsiteY65-5560" fmla="*/ 3385 h 10000"/>
              <a:gd name="connsiteX66-5561" fmla="*/ 2600 w 10000"/>
              <a:gd name="connsiteY66-5562" fmla="*/ 3867 h 10000"/>
              <a:gd name="connsiteX67-5563" fmla="*/ 2834 w 10000"/>
              <a:gd name="connsiteY67-5564" fmla="*/ 4349 h 10000"/>
              <a:gd name="connsiteX68-5565" fmla="*/ 3208 w 10000"/>
              <a:gd name="connsiteY68-5566" fmla="*/ 4896 h 10000"/>
              <a:gd name="connsiteX69-5567" fmla="*/ 3583 w 10000"/>
              <a:gd name="connsiteY69-5568" fmla="*/ 5521 h 10000"/>
              <a:gd name="connsiteX70-5569" fmla="*/ 3817 w 10000"/>
              <a:gd name="connsiteY70-5570" fmla="*/ 5794 h 10000"/>
              <a:gd name="connsiteX71-5571" fmla="*/ 4075 w 10000"/>
              <a:gd name="connsiteY71-5572" fmla="*/ 6003 h 10000"/>
              <a:gd name="connsiteX72-5573" fmla="*/ 4333 w 10000"/>
              <a:gd name="connsiteY72-5574" fmla="*/ 6276 h 10000"/>
              <a:gd name="connsiteX73-5575" fmla="*/ 4684 w 10000"/>
              <a:gd name="connsiteY73-5576" fmla="*/ 6549 h 10000"/>
              <a:gd name="connsiteX74-5577" fmla="*/ 4941 w 10000"/>
              <a:gd name="connsiteY74-5578" fmla="*/ 6823 h 10000"/>
              <a:gd name="connsiteX75-5579" fmla="*/ 5176 w 10000"/>
              <a:gd name="connsiteY75-5580" fmla="*/ 7109 h 10000"/>
              <a:gd name="connsiteX76-5581" fmla="*/ 5550 w 10000"/>
              <a:gd name="connsiteY76-5582" fmla="*/ 7318 h 10000"/>
              <a:gd name="connsiteX77-5583" fmla="*/ 5808 w 10000"/>
              <a:gd name="connsiteY77-5584" fmla="*/ 7513 h 10000"/>
              <a:gd name="connsiteX78-5585" fmla="*/ 6183 w 10000"/>
              <a:gd name="connsiteY78-5586" fmla="*/ 7721 h 10000"/>
              <a:gd name="connsiteX79-5587" fmla="*/ 6417 w 10000"/>
              <a:gd name="connsiteY79-5588" fmla="*/ 7930 h 10000"/>
              <a:gd name="connsiteX80-5589" fmla="*/ 6792 w 10000"/>
              <a:gd name="connsiteY80-5590" fmla="*/ 8073 h 10000"/>
              <a:gd name="connsiteX81-5591" fmla="*/ 7049 w 10000"/>
              <a:gd name="connsiteY81-5592" fmla="*/ 8203 h 10000"/>
              <a:gd name="connsiteX82-5593" fmla="*/ 7283 w 10000"/>
              <a:gd name="connsiteY82-5594" fmla="*/ 8346 h 10000"/>
              <a:gd name="connsiteX83-5595" fmla="*/ 7541 w 10000"/>
              <a:gd name="connsiteY83-5596" fmla="*/ 8490 h 10000"/>
              <a:gd name="connsiteX84-5597" fmla="*/ 7775 w 10000"/>
              <a:gd name="connsiteY84-5598" fmla="*/ 8555 h 10000"/>
              <a:gd name="connsiteX85-5599" fmla="*/ 8033 w 10000"/>
              <a:gd name="connsiteY85-5600" fmla="*/ 8685 h 10000"/>
              <a:gd name="connsiteX86-5601" fmla="*/ 8150 w 10000"/>
              <a:gd name="connsiteY86-5602" fmla="*/ 8763 h 10000"/>
              <a:gd name="connsiteX87-5603" fmla="*/ 8290 w 10000"/>
              <a:gd name="connsiteY87-5604" fmla="*/ 8763 h 10000"/>
              <a:gd name="connsiteX88-5605" fmla="*/ 8407 w 10000"/>
              <a:gd name="connsiteY88-5606" fmla="*/ 8828 h 10000"/>
              <a:gd name="connsiteX89-5607" fmla="*/ 8525 w 10000"/>
              <a:gd name="connsiteY89-5608" fmla="*/ 8828 h 10000"/>
              <a:gd name="connsiteX90-5609" fmla="*/ 8525 w 10000"/>
              <a:gd name="connsiteY90-5610" fmla="*/ 8828 h 10000"/>
              <a:gd name="connsiteX91-5611" fmla="*/ 8642 w 10000"/>
              <a:gd name="connsiteY91-5612" fmla="*/ 8763 h 10000"/>
              <a:gd name="connsiteX92-5613" fmla="*/ 8642 w 10000"/>
              <a:gd name="connsiteY92-5614" fmla="*/ 8685 h 10000"/>
              <a:gd name="connsiteX93-5615" fmla="*/ 8782 w 10000"/>
              <a:gd name="connsiteY93-5616" fmla="*/ 8620 h 10000"/>
              <a:gd name="connsiteX94-5617" fmla="*/ 10000 w 10000"/>
              <a:gd name="connsiteY94-5618" fmla="*/ 9583 h 10000"/>
              <a:gd name="connsiteX95-5619" fmla="*/ 10000 w 10000"/>
              <a:gd name="connsiteY95-5620" fmla="*/ 9727 h 10000"/>
              <a:gd name="connsiteX96-5621" fmla="*/ 10000 w 10000"/>
              <a:gd name="connsiteY96-5622" fmla="*/ 9792 h 10000"/>
              <a:gd name="connsiteX97-5623" fmla="*/ 10000 w 10000"/>
              <a:gd name="connsiteY97-5624" fmla="*/ 9857 h 10000"/>
              <a:gd name="connsiteX98-5625" fmla="*/ 10000 w 10000"/>
              <a:gd name="connsiteY98-5626" fmla="*/ 9935 h 10000"/>
              <a:gd name="connsiteX99-5627" fmla="*/ 10000 w 10000"/>
              <a:gd name="connsiteY99-5628" fmla="*/ 9935 h 10000"/>
              <a:gd name="connsiteX100-5629" fmla="*/ 10000 w 10000"/>
              <a:gd name="connsiteY100-5630" fmla="*/ 10000 h 10000"/>
              <a:gd name="connsiteX101-5631" fmla="*/ 9766 w 10000"/>
              <a:gd name="connsiteY101-5632" fmla="*/ 9935 h 10000"/>
              <a:gd name="connsiteX102-5633" fmla="*/ 9508 w 10000"/>
              <a:gd name="connsiteY102-5634" fmla="*/ 9935 h 10000"/>
              <a:gd name="connsiteX103-5635" fmla="*/ 9133 w 10000"/>
              <a:gd name="connsiteY103-5636" fmla="*/ 9857 h 10000"/>
              <a:gd name="connsiteX104-5637" fmla="*/ 8642 w 10000"/>
              <a:gd name="connsiteY104-5638" fmla="*/ 9727 h 10000"/>
              <a:gd name="connsiteX105-5639" fmla="*/ 8642 w 10000"/>
              <a:gd name="connsiteY105-5640" fmla="*/ 9727 h 10000"/>
              <a:gd name="connsiteX0-5641" fmla="*/ 8642 w 10000"/>
              <a:gd name="connsiteY0-5642" fmla="*/ 9727 h 10000"/>
              <a:gd name="connsiteX1-5643" fmla="*/ 8290 w 10000"/>
              <a:gd name="connsiteY1-5644" fmla="*/ 9583 h 10000"/>
              <a:gd name="connsiteX2-5645" fmla="*/ 7775 w 10000"/>
              <a:gd name="connsiteY2-5646" fmla="*/ 9453 h 10000"/>
              <a:gd name="connsiteX3-5647" fmla="*/ 7283 w 10000"/>
              <a:gd name="connsiteY3-5648" fmla="*/ 9245 h 10000"/>
              <a:gd name="connsiteX4-5649" fmla="*/ 6792 w 10000"/>
              <a:gd name="connsiteY4-5650" fmla="*/ 9036 h 10000"/>
              <a:gd name="connsiteX5-5651" fmla="*/ 6557 w 10000"/>
              <a:gd name="connsiteY5-5652" fmla="*/ 8893 h 10000"/>
              <a:gd name="connsiteX6-5653" fmla="*/ 6300 w 10000"/>
              <a:gd name="connsiteY6-5654" fmla="*/ 8763 h 10000"/>
              <a:gd name="connsiteX7-5655" fmla="*/ 6042 w 10000"/>
              <a:gd name="connsiteY7-5656" fmla="*/ 8620 h 10000"/>
              <a:gd name="connsiteX8-5657" fmla="*/ 5808 w 10000"/>
              <a:gd name="connsiteY8-5658" fmla="*/ 8490 h 10000"/>
              <a:gd name="connsiteX9-5659" fmla="*/ 5550 w 10000"/>
              <a:gd name="connsiteY9-5660" fmla="*/ 8281 h 10000"/>
              <a:gd name="connsiteX10-5661" fmla="*/ 5316 w 10000"/>
              <a:gd name="connsiteY10-5662" fmla="*/ 8073 h 10000"/>
              <a:gd name="connsiteX11-5663" fmla="*/ 5059 w 10000"/>
              <a:gd name="connsiteY11-5664" fmla="*/ 7865 h 10000"/>
              <a:gd name="connsiteX12-5665" fmla="*/ 4684 w 10000"/>
              <a:gd name="connsiteY12-5666" fmla="*/ 7656 h 10000"/>
              <a:gd name="connsiteX13-5667" fmla="*/ 4075 w 10000"/>
              <a:gd name="connsiteY13-5668" fmla="*/ 7174 h 10000"/>
              <a:gd name="connsiteX14-5669" fmla="*/ 3583 w 10000"/>
              <a:gd name="connsiteY14-5670" fmla="*/ 6758 h 10000"/>
              <a:gd name="connsiteX15-5671" fmla="*/ 3091 w 10000"/>
              <a:gd name="connsiteY15-5672" fmla="*/ 6276 h 10000"/>
              <a:gd name="connsiteX16-5673" fmla="*/ 2717 w 10000"/>
              <a:gd name="connsiteY16-5674" fmla="*/ 5729 h 10000"/>
              <a:gd name="connsiteX17-5675" fmla="*/ 2342 w 10000"/>
              <a:gd name="connsiteY17-5676" fmla="*/ 5247 h 10000"/>
              <a:gd name="connsiteX18-5677" fmla="*/ 1967 w 10000"/>
              <a:gd name="connsiteY18-5678" fmla="*/ 4766 h 10000"/>
              <a:gd name="connsiteX19-5679" fmla="*/ 1733 w 10000"/>
              <a:gd name="connsiteY19-5680" fmla="*/ 4284 h 10000"/>
              <a:gd name="connsiteX20-5681" fmla="*/ 1593 w 10000"/>
              <a:gd name="connsiteY20-5682" fmla="*/ 3997 h 10000"/>
              <a:gd name="connsiteX21-5683" fmla="*/ 1475 w 10000"/>
              <a:gd name="connsiteY21-5684" fmla="*/ 3789 h 10000"/>
              <a:gd name="connsiteX22-5685" fmla="*/ 1241 w 10000"/>
              <a:gd name="connsiteY22-5686" fmla="*/ 3307 h 10000"/>
              <a:gd name="connsiteX23-5687" fmla="*/ 1101 w 10000"/>
              <a:gd name="connsiteY23-5688" fmla="*/ 2760 h 10000"/>
              <a:gd name="connsiteX24-5689" fmla="*/ 867 w 10000"/>
              <a:gd name="connsiteY24-5690" fmla="*/ 2214 h 10000"/>
              <a:gd name="connsiteX25-5691" fmla="*/ 726 w 10000"/>
              <a:gd name="connsiteY25-5692" fmla="*/ 1654 h 10000"/>
              <a:gd name="connsiteX26-5693" fmla="*/ 726 w 10000"/>
              <a:gd name="connsiteY26-5694" fmla="*/ 1380 h 10000"/>
              <a:gd name="connsiteX27-5695" fmla="*/ 609 w 10000"/>
              <a:gd name="connsiteY27-5696" fmla="*/ 1107 h 10000"/>
              <a:gd name="connsiteX28-5697" fmla="*/ 492 w 10000"/>
              <a:gd name="connsiteY28-5698" fmla="*/ 898 h 10000"/>
              <a:gd name="connsiteX29-5699" fmla="*/ 492 w 10000"/>
              <a:gd name="connsiteY29-5700" fmla="*/ 690 h 10000"/>
              <a:gd name="connsiteX30-5701" fmla="*/ 375 w 10000"/>
              <a:gd name="connsiteY30-5702" fmla="*/ 560 h 10000"/>
              <a:gd name="connsiteX31-5703" fmla="*/ 375 w 10000"/>
              <a:gd name="connsiteY31-5704" fmla="*/ 417 h 10000"/>
              <a:gd name="connsiteX32-5705" fmla="*/ 234 w 10000"/>
              <a:gd name="connsiteY32-5706" fmla="*/ 352 h 10000"/>
              <a:gd name="connsiteX33-5707" fmla="*/ 234 w 10000"/>
              <a:gd name="connsiteY33-5708" fmla="*/ 273 h 10000"/>
              <a:gd name="connsiteX34-5709" fmla="*/ 117 w 10000"/>
              <a:gd name="connsiteY34-5710" fmla="*/ 273 h 10000"/>
              <a:gd name="connsiteX35-5711" fmla="*/ 0 w 10000"/>
              <a:gd name="connsiteY35-5712" fmla="*/ 208 h 10000"/>
              <a:gd name="connsiteX36-5713" fmla="*/ 0 w 10000"/>
              <a:gd name="connsiteY36-5714" fmla="*/ 143 h 10000"/>
              <a:gd name="connsiteX37-5715" fmla="*/ 117 w 10000"/>
              <a:gd name="connsiteY37-5716" fmla="*/ 78 h 10000"/>
              <a:gd name="connsiteX38-5717" fmla="*/ 117 w 10000"/>
              <a:gd name="connsiteY38-5718" fmla="*/ 0 h 10000"/>
              <a:gd name="connsiteX39-5719" fmla="*/ 117 w 10000"/>
              <a:gd name="connsiteY39-5720" fmla="*/ 0 h 10000"/>
              <a:gd name="connsiteX40-5721" fmla="*/ 234 w 10000"/>
              <a:gd name="connsiteY40-5722" fmla="*/ 0 h 10000"/>
              <a:gd name="connsiteX41-5723" fmla="*/ 234 w 10000"/>
              <a:gd name="connsiteY41-5724" fmla="*/ 0 h 10000"/>
              <a:gd name="connsiteX42-5725" fmla="*/ 375 w 10000"/>
              <a:gd name="connsiteY42-5726" fmla="*/ 0 h 10000"/>
              <a:gd name="connsiteX43-5727" fmla="*/ 609 w 10000"/>
              <a:gd name="connsiteY43-5728" fmla="*/ 0 h 10000"/>
              <a:gd name="connsiteX44-5729" fmla="*/ 726 w 10000"/>
              <a:gd name="connsiteY44-5730" fmla="*/ 78 h 10000"/>
              <a:gd name="connsiteX45-5731" fmla="*/ 984 w 10000"/>
              <a:gd name="connsiteY45-5732" fmla="*/ 78 h 10000"/>
              <a:gd name="connsiteX46-5733" fmla="*/ 1358 w 10000"/>
              <a:gd name="connsiteY46-5734" fmla="*/ 208 h 10000"/>
              <a:gd name="connsiteX47-5735" fmla="*/ 1593 w 10000"/>
              <a:gd name="connsiteY47-5736" fmla="*/ 273 h 10000"/>
              <a:gd name="connsiteX48-5737" fmla="*/ 1850 w 10000"/>
              <a:gd name="connsiteY48-5738" fmla="*/ 273 h 10000"/>
              <a:gd name="connsiteX49-5739" fmla="*/ 1967 w 10000"/>
              <a:gd name="connsiteY49-5740" fmla="*/ 352 h 10000"/>
              <a:gd name="connsiteX50-5741" fmla="*/ 1967 w 10000"/>
              <a:gd name="connsiteY50-5742" fmla="*/ 417 h 10000"/>
              <a:gd name="connsiteX51-5743" fmla="*/ 1967 w 10000"/>
              <a:gd name="connsiteY51-5744" fmla="*/ 417 h 10000"/>
              <a:gd name="connsiteX52-5745" fmla="*/ 1850 w 10000"/>
              <a:gd name="connsiteY52-5746" fmla="*/ 482 h 10000"/>
              <a:gd name="connsiteX53-5747" fmla="*/ 1850 w 10000"/>
              <a:gd name="connsiteY53-5748" fmla="*/ 560 h 10000"/>
              <a:gd name="connsiteX54-5749" fmla="*/ 1850 w 10000"/>
              <a:gd name="connsiteY54-5750" fmla="*/ 690 h 10000"/>
              <a:gd name="connsiteX55-5751" fmla="*/ 1733 w 10000"/>
              <a:gd name="connsiteY55-5752" fmla="*/ 833 h 10000"/>
              <a:gd name="connsiteX56-5753" fmla="*/ 1733 w 10000"/>
              <a:gd name="connsiteY56-5754" fmla="*/ 898 h 10000"/>
              <a:gd name="connsiteX57-5755" fmla="*/ 1733 w 10000"/>
              <a:gd name="connsiteY57-5756" fmla="*/ 1042 h 10000"/>
              <a:gd name="connsiteX58-5757" fmla="*/ 1733 w 10000"/>
              <a:gd name="connsiteY58-5758" fmla="*/ 1107 h 10000"/>
              <a:gd name="connsiteX59-5759" fmla="*/ 1733 w 10000"/>
              <a:gd name="connsiteY59-5760" fmla="*/ 1250 h 10000"/>
              <a:gd name="connsiteX60-5761" fmla="*/ 1733 w 10000"/>
              <a:gd name="connsiteY60-5762" fmla="*/ 1523 h 10000"/>
              <a:gd name="connsiteX61-5763" fmla="*/ 1850 w 10000"/>
              <a:gd name="connsiteY61-5764" fmla="*/ 1862 h 10000"/>
              <a:gd name="connsiteX62-5765" fmla="*/ 1850 w 10000"/>
              <a:gd name="connsiteY62-5766" fmla="*/ 2214 h 10000"/>
              <a:gd name="connsiteX63-5767" fmla="*/ 1967 w 10000"/>
              <a:gd name="connsiteY63-5768" fmla="*/ 2552 h 10000"/>
              <a:gd name="connsiteX64-5769" fmla="*/ 2084 w 10000"/>
              <a:gd name="connsiteY64-5770" fmla="*/ 2969 h 10000"/>
              <a:gd name="connsiteX65-5771" fmla="*/ 2342 w 10000"/>
              <a:gd name="connsiteY65-5772" fmla="*/ 3385 h 10000"/>
              <a:gd name="connsiteX66-5773" fmla="*/ 2600 w 10000"/>
              <a:gd name="connsiteY66-5774" fmla="*/ 3867 h 10000"/>
              <a:gd name="connsiteX67-5775" fmla="*/ 2834 w 10000"/>
              <a:gd name="connsiteY67-5776" fmla="*/ 4349 h 10000"/>
              <a:gd name="connsiteX68-5777" fmla="*/ 3208 w 10000"/>
              <a:gd name="connsiteY68-5778" fmla="*/ 4896 h 10000"/>
              <a:gd name="connsiteX69-5779" fmla="*/ 3583 w 10000"/>
              <a:gd name="connsiteY69-5780" fmla="*/ 5521 h 10000"/>
              <a:gd name="connsiteX70-5781" fmla="*/ 3817 w 10000"/>
              <a:gd name="connsiteY70-5782" fmla="*/ 5794 h 10000"/>
              <a:gd name="connsiteX71-5783" fmla="*/ 4075 w 10000"/>
              <a:gd name="connsiteY71-5784" fmla="*/ 6003 h 10000"/>
              <a:gd name="connsiteX72-5785" fmla="*/ 4333 w 10000"/>
              <a:gd name="connsiteY72-5786" fmla="*/ 6276 h 10000"/>
              <a:gd name="connsiteX73-5787" fmla="*/ 4684 w 10000"/>
              <a:gd name="connsiteY73-5788" fmla="*/ 6549 h 10000"/>
              <a:gd name="connsiteX74-5789" fmla="*/ 4941 w 10000"/>
              <a:gd name="connsiteY74-5790" fmla="*/ 6823 h 10000"/>
              <a:gd name="connsiteX75-5791" fmla="*/ 5176 w 10000"/>
              <a:gd name="connsiteY75-5792" fmla="*/ 7109 h 10000"/>
              <a:gd name="connsiteX76-5793" fmla="*/ 5550 w 10000"/>
              <a:gd name="connsiteY76-5794" fmla="*/ 7318 h 10000"/>
              <a:gd name="connsiteX77-5795" fmla="*/ 5808 w 10000"/>
              <a:gd name="connsiteY77-5796" fmla="*/ 7513 h 10000"/>
              <a:gd name="connsiteX78-5797" fmla="*/ 6183 w 10000"/>
              <a:gd name="connsiteY78-5798" fmla="*/ 7721 h 10000"/>
              <a:gd name="connsiteX79-5799" fmla="*/ 6417 w 10000"/>
              <a:gd name="connsiteY79-5800" fmla="*/ 7930 h 10000"/>
              <a:gd name="connsiteX80-5801" fmla="*/ 6792 w 10000"/>
              <a:gd name="connsiteY80-5802" fmla="*/ 8073 h 10000"/>
              <a:gd name="connsiteX81-5803" fmla="*/ 7049 w 10000"/>
              <a:gd name="connsiteY81-5804" fmla="*/ 8203 h 10000"/>
              <a:gd name="connsiteX82-5805" fmla="*/ 7283 w 10000"/>
              <a:gd name="connsiteY82-5806" fmla="*/ 8346 h 10000"/>
              <a:gd name="connsiteX83-5807" fmla="*/ 7541 w 10000"/>
              <a:gd name="connsiteY83-5808" fmla="*/ 8490 h 10000"/>
              <a:gd name="connsiteX84-5809" fmla="*/ 7775 w 10000"/>
              <a:gd name="connsiteY84-5810" fmla="*/ 8555 h 10000"/>
              <a:gd name="connsiteX85-5811" fmla="*/ 8033 w 10000"/>
              <a:gd name="connsiteY85-5812" fmla="*/ 8685 h 10000"/>
              <a:gd name="connsiteX86-5813" fmla="*/ 8150 w 10000"/>
              <a:gd name="connsiteY86-5814" fmla="*/ 8763 h 10000"/>
              <a:gd name="connsiteX87-5815" fmla="*/ 8290 w 10000"/>
              <a:gd name="connsiteY87-5816" fmla="*/ 8763 h 10000"/>
              <a:gd name="connsiteX88-5817" fmla="*/ 8407 w 10000"/>
              <a:gd name="connsiteY88-5818" fmla="*/ 8828 h 10000"/>
              <a:gd name="connsiteX89-5819" fmla="*/ 8525 w 10000"/>
              <a:gd name="connsiteY89-5820" fmla="*/ 8828 h 10000"/>
              <a:gd name="connsiteX90-5821" fmla="*/ 8525 w 10000"/>
              <a:gd name="connsiteY90-5822" fmla="*/ 8828 h 10000"/>
              <a:gd name="connsiteX91-5823" fmla="*/ 8642 w 10000"/>
              <a:gd name="connsiteY91-5824" fmla="*/ 8763 h 10000"/>
              <a:gd name="connsiteX92-5825" fmla="*/ 8642 w 10000"/>
              <a:gd name="connsiteY92-5826" fmla="*/ 8685 h 10000"/>
              <a:gd name="connsiteX93-5827" fmla="*/ 8782 w 10000"/>
              <a:gd name="connsiteY93-5828" fmla="*/ 8620 h 10000"/>
              <a:gd name="connsiteX94-5829" fmla="*/ 10000 w 10000"/>
              <a:gd name="connsiteY94-5830" fmla="*/ 9727 h 10000"/>
              <a:gd name="connsiteX95-5831" fmla="*/ 10000 w 10000"/>
              <a:gd name="connsiteY95-5832" fmla="*/ 9792 h 10000"/>
              <a:gd name="connsiteX96-5833" fmla="*/ 10000 w 10000"/>
              <a:gd name="connsiteY96-5834" fmla="*/ 9857 h 10000"/>
              <a:gd name="connsiteX97-5835" fmla="*/ 10000 w 10000"/>
              <a:gd name="connsiteY97-5836" fmla="*/ 9935 h 10000"/>
              <a:gd name="connsiteX98-5837" fmla="*/ 10000 w 10000"/>
              <a:gd name="connsiteY98-5838" fmla="*/ 9935 h 10000"/>
              <a:gd name="connsiteX99-5839" fmla="*/ 10000 w 10000"/>
              <a:gd name="connsiteY99-5840" fmla="*/ 10000 h 10000"/>
              <a:gd name="connsiteX100-5841" fmla="*/ 9766 w 10000"/>
              <a:gd name="connsiteY100-5842" fmla="*/ 9935 h 10000"/>
              <a:gd name="connsiteX101-5843" fmla="*/ 9508 w 10000"/>
              <a:gd name="connsiteY101-5844" fmla="*/ 9935 h 10000"/>
              <a:gd name="connsiteX102-5845" fmla="*/ 9133 w 10000"/>
              <a:gd name="connsiteY102-5846" fmla="*/ 9857 h 10000"/>
              <a:gd name="connsiteX103-5847" fmla="*/ 8642 w 10000"/>
              <a:gd name="connsiteY103-5848" fmla="*/ 9727 h 10000"/>
              <a:gd name="connsiteX104-5849" fmla="*/ 8642 w 10000"/>
              <a:gd name="connsiteY104-5850" fmla="*/ 9727 h 10000"/>
              <a:gd name="connsiteX0-5851" fmla="*/ 8642 w 10000"/>
              <a:gd name="connsiteY0-5852" fmla="*/ 9727 h 10000"/>
              <a:gd name="connsiteX1-5853" fmla="*/ 8290 w 10000"/>
              <a:gd name="connsiteY1-5854" fmla="*/ 9583 h 10000"/>
              <a:gd name="connsiteX2-5855" fmla="*/ 7775 w 10000"/>
              <a:gd name="connsiteY2-5856" fmla="*/ 9453 h 10000"/>
              <a:gd name="connsiteX3-5857" fmla="*/ 7283 w 10000"/>
              <a:gd name="connsiteY3-5858" fmla="*/ 9245 h 10000"/>
              <a:gd name="connsiteX4-5859" fmla="*/ 6792 w 10000"/>
              <a:gd name="connsiteY4-5860" fmla="*/ 9036 h 10000"/>
              <a:gd name="connsiteX5-5861" fmla="*/ 6557 w 10000"/>
              <a:gd name="connsiteY5-5862" fmla="*/ 8893 h 10000"/>
              <a:gd name="connsiteX6-5863" fmla="*/ 6300 w 10000"/>
              <a:gd name="connsiteY6-5864" fmla="*/ 8763 h 10000"/>
              <a:gd name="connsiteX7-5865" fmla="*/ 6042 w 10000"/>
              <a:gd name="connsiteY7-5866" fmla="*/ 8620 h 10000"/>
              <a:gd name="connsiteX8-5867" fmla="*/ 5808 w 10000"/>
              <a:gd name="connsiteY8-5868" fmla="*/ 8490 h 10000"/>
              <a:gd name="connsiteX9-5869" fmla="*/ 5550 w 10000"/>
              <a:gd name="connsiteY9-5870" fmla="*/ 8281 h 10000"/>
              <a:gd name="connsiteX10-5871" fmla="*/ 5316 w 10000"/>
              <a:gd name="connsiteY10-5872" fmla="*/ 8073 h 10000"/>
              <a:gd name="connsiteX11-5873" fmla="*/ 5059 w 10000"/>
              <a:gd name="connsiteY11-5874" fmla="*/ 7865 h 10000"/>
              <a:gd name="connsiteX12-5875" fmla="*/ 4684 w 10000"/>
              <a:gd name="connsiteY12-5876" fmla="*/ 7656 h 10000"/>
              <a:gd name="connsiteX13-5877" fmla="*/ 4075 w 10000"/>
              <a:gd name="connsiteY13-5878" fmla="*/ 7174 h 10000"/>
              <a:gd name="connsiteX14-5879" fmla="*/ 3583 w 10000"/>
              <a:gd name="connsiteY14-5880" fmla="*/ 6758 h 10000"/>
              <a:gd name="connsiteX15-5881" fmla="*/ 3091 w 10000"/>
              <a:gd name="connsiteY15-5882" fmla="*/ 6276 h 10000"/>
              <a:gd name="connsiteX16-5883" fmla="*/ 2717 w 10000"/>
              <a:gd name="connsiteY16-5884" fmla="*/ 5729 h 10000"/>
              <a:gd name="connsiteX17-5885" fmla="*/ 2342 w 10000"/>
              <a:gd name="connsiteY17-5886" fmla="*/ 5247 h 10000"/>
              <a:gd name="connsiteX18-5887" fmla="*/ 1967 w 10000"/>
              <a:gd name="connsiteY18-5888" fmla="*/ 4766 h 10000"/>
              <a:gd name="connsiteX19-5889" fmla="*/ 1733 w 10000"/>
              <a:gd name="connsiteY19-5890" fmla="*/ 4284 h 10000"/>
              <a:gd name="connsiteX20-5891" fmla="*/ 1593 w 10000"/>
              <a:gd name="connsiteY20-5892" fmla="*/ 3997 h 10000"/>
              <a:gd name="connsiteX21-5893" fmla="*/ 1475 w 10000"/>
              <a:gd name="connsiteY21-5894" fmla="*/ 3789 h 10000"/>
              <a:gd name="connsiteX22-5895" fmla="*/ 1241 w 10000"/>
              <a:gd name="connsiteY22-5896" fmla="*/ 3307 h 10000"/>
              <a:gd name="connsiteX23-5897" fmla="*/ 1101 w 10000"/>
              <a:gd name="connsiteY23-5898" fmla="*/ 2760 h 10000"/>
              <a:gd name="connsiteX24-5899" fmla="*/ 867 w 10000"/>
              <a:gd name="connsiteY24-5900" fmla="*/ 2214 h 10000"/>
              <a:gd name="connsiteX25-5901" fmla="*/ 726 w 10000"/>
              <a:gd name="connsiteY25-5902" fmla="*/ 1654 h 10000"/>
              <a:gd name="connsiteX26-5903" fmla="*/ 726 w 10000"/>
              <a:gd name="connsiteY26-5904" fmla="*/ 1380 h 10000"/>
              <a:gd name="connsiteX27-5905" fmla="*/ 609 w 10000"/>
              <a:gd name="connsiteY27-5906" fmla="*/ 1107 h 10000"/>
              <a:gd name="connsiteX28-5907" fmla="*/ 492 w 10000"/>
              <a:gd name="connsiteY28-5908" fmla="*/ 898 h 10000"/>
              <a:gd name="connsiteX29-5909" fmla="*/ 492 w 10000"/>
              <a:gd name="connsiteY29-5910" fmla="*/ 690 h 10000"/>
              <a:gd name="connsiteX30-5911" fmla="*/ 375 w 10000"/>
              <a:gd name="connsiteY30-5912" fmla="*/ 560 h 10000"/>
              <a:gd name="connsiteX31-5913" fmla="*/ 375 w 10000"/>
              <a:gd name="connsiteY31-5914" fmla="*/ 417 h 10000"/>
              <a:gd name="connsiteX32-5915" fmla="*/ 234 w 10000"/>
              <a:gd name="connsiteY32-5916" fmla="*/ 352 h 10000"/>
              <a:gd name="connsiteX33-5917" fmla="*/ 234 w 10000"/>
              <a:gd name="connsiteY33-5918" fmla="*/ 273 h 10000"/>
              <a:gd name="connsiteX34-5919" fmla="*/ 117 w 10000"/>
              <a:gd name="connsiteY34-5920" fmla="*/ 273 h 10000"/>
              <a:gd name="connsiteX35-5921" fmla="*/ 0 w 10000"/>
              <a:gd name="connsiteY35-5922" fmla="*/ 208 h 10000"/>
              <a:gd name="connsiteX36-5923" fmla="*/ 0 w 10000"/>
              <a:gd name="connsiteY36-5924" fmla="*/ 143 h 10000"/>
              <a:gd name="connsiteX37-5925" fmla="*/ 117 w 10000"/>
              <a:gd name="connsiteY37-5926" fmla="*/ 78 h 10000"/>
              <a:gd name="connsiteX38-5927" fmla="*/ 117 w 10000"/>
              <a:gd name="connsiteY38-5928" fmla="*/ 0 h 10000"/>
              <a:gd name="connsiteX39-5929" fmla="*/ 117 w 10000"/>
              <a:gd name="connsiteY39-5930" fmla="*/ 0 h 10000"/>
              <a:gd name="connsiteX40-5931" fmla="*/ 234 w 10000"/>
              <a:gd name="connsiteY40-5932" fmla="*/ 0 h 10000"/>
              <a:gd name="connsiteX41-5933" fmla="*/ 234 w 10000"/>
              <a:gd name="connsiteY41-5934" fmla="*/ 0 h 10000"/>
              <a:gd name="connsiteX42-5935" fmla="*/ 375 w 10000"/>
              <a:gd name="connsiteY42-5936" fmla="*/ 0 h 10000"/>
              <a:gd name="connsiteX43-5937" fmla="*/ 609 w 10000"/>
              <a:gd name="connsiteY43-5938" fmla="*/ 0 h 10000"/>
              <a:gd name="connsiteX44-5939" fmla="*/ 726 w 10000"/>
              <a:gd name="connsiteY44-5940" fmla="*/ 78 h 10000"/>
              <a:gd name="connsiteX45-5941" fmla="*/ 984 w 10000"/>
              <a:gd name="connsiteY45-5942" fmla="*/ 78 h 10000"/>
              <a:gd name="connsiteX46-5943" fmla="*/ 1358 w 10000"/>
              <a:gd name="connsiteY46-5944" fmla="*/ 208 h 10000"/>
              <a:gd name="connsiteX47-5945" fmla="*/ 1593 w 10000"/>
              <a:gd name="connsiteY47-5946" fmla="*/ 273 h 10000"/>
              <a:gd name="connsiteX48-5947" fmla="*/ 1850 w 10000"/>
              <a:gd name="connsiteY48-5948" fmla="*/ 273 h 10000"/>
              <a:gd name="connsiteX49-5949" fmla="*/ 1967 w 10000"/>
              <a:gd name="connsiteY49-5950" fmla="*/ 352 h 10000"/>
              <a:gd name="connsiteX50-5951" fmla="*/ 1967 w 10000"/>
              <a:gd name="connsiteY50-5952" fmla="*/ 417 h 10000"/>
              <a:gd name="connsiteX51-5953" fmla="*/ 1967 w 10000"/>
              <a:gd name="connsiteY51-5954" fmla="*/ 417 h 10000"/>
              <a:gd name="connsiteX52-5955" fmla="*/ 1850 w 10000"/>
              <a:gd name="connsiteY52-5956" fmla="*/ 482 h 10000"/>
              <a:gd name="connsiteX53-5957" fmla="*/ 1850 w 10000"/>
              <a:gd name="connsiteY53-5958" fmla="*/ 560 h 10000"/>
              <a:gd name="connsiteX54-5959" fmla="*/ 1850 w 10000"/>
              <a:gd name="connsiteY54-5960" fmla="*/ 690 h 10000"/>
              <a:gd name="connsiteX55-5961" fmla="*/ 1733 w 10000"/>
              <a:gd name="connsiteY55-5962" fmla="*/ 833 h 10000"/>
              <a:gd name="connsiteX56-5963" fmla="*/ 1733 w 10000"/>
              <a:gd name="connsiteY56-5964" fmla="*/ 898 h 10000"/>
              <a:gd name="connsiteX57-5965" fmla="*/ 1733 w 10000"/>
              <a:gd name="connsiteY57-5966" fmla="*/ 1042 h 10000"/>
              <a:gd name="connsiteX58-5967" fmla="*/ 1733 w 10000"/>
              <a:gd name="connsiteY58-5968" fmla="*/ 1107 h 10000"/>
              <a:gd name="connsiteX59-5969" fmla="*/ 1733 w 10000"/>
              <a:gd name="connsiteY59-5970" fmla="*/ 1250 h 10000"/>
              <a:gd name="connsiteX60-5971" fmla="*/ 1733 w 10000"/>
              <a:gd name="connsiteY60-5972" fmla="*/ 1523 h 10000"/>
              <a:gd name="connsiteX61-5973" fmla="*/ 1850 w 10000"/>
              <a:gd name="connsiteY61-5974" fmla="*/ 1862 h 10000"/>
              <a:gd name="connsiteX62-5975" fmla="*/ 1850 w 10000"/>
              <a:gd name="connsiteY62-5976" fmla="*/ 2214 h 10000"/>
              <a:gd name="connsiteX63-5977" fmla="*/ 1967 w 10000"/>
              <a:gd name="connsiteY63-5978" fmla="*/ 2552 h 10000"/>
              <a:gd name="connsiteX64-5979" fmla="*/ 2084 w 10000"/>
              <a:gd name="connsiteY64-5980" fmla="*/ 2969 h 10000"/>
              <a:gd name="connsiteX65-5981" fmla="*/ 2342 w 10000"/>
              <a:gd name="connsiteY65-5982" fmla="*/ 3385 h 10000"/>
              <a:gd name="connsiteX66-5983" fmla="*/ 2600 w 10000"/>
              <a:gd name="connsiteY66-5984" fmla="*/ 3867 h 10000"/>
              <a:gd name="connsiteX67-5985" fmla="*/ 2834 w 10000"/>
              <a:gd name="connsiteY67-5986" fmla="*/ 4349 h 10000"/>
              <a:gd name="connsiteX68-5987" fmla="*/ 3208 w 10000"/>
              <a:gd name="connsiteY68-5988" fmla="*/ 4896 h 10000"/>
              <a:gd name="connsiteX69-5989" fmla="*/ 3583 w 10000"/>
              <a:gd name="connsiteY69-5990" fmla="*/ 5521 h 10000"/>
              <a:gd name="connsiteX70-5991" fmla="*/ 3817 w 10000"/>
              <a:gd name="connsiteY70-5992" fmla="*/ 5794 h 10000"/>
              <a:gd name="connsiteX71-5993" fmla="*/ 4075 w 10000"/>
              <a:gd name="connsiteY71-5994" fmla="*/ 6003 h 10000"/>
              <a:gd name="connsiteX72-5995" fmla="*/ 4333 w 10000"/>
              <a:gd name="connsiteY72-5996" fmla="*/ 6276 h 10000"/>
              <a:gd name="connsiteX73-5997" fmla="*/ 4684 w 10000"/>
              <a:gd name="connsiteY73-5998" fmla="*/ 6549 h 10000"/>
              <a:gd name="connsiteX74-5999" fmla="*/ 4941 w 10000"/>
              <a:gd name="connsiteY74-6000" fmla="*/ 6823 h 10000"/>
              <a:gd name="connsiteX75-6001" fmla="*/ 5176 w 10000"/>
              <a:gd name="connsiteY75-6002" fmla="*/ 7109 h 10000"/>
              <a:gd name="connsiteX76-6003" fmla="*/ 5550 w 10000"/>
              <a:gd name="connsiteY76-6004" fmla="*/ 7318 h 10000"/>
              <a:gd name="connsiteX77-6005" fmla="*/ 5808 w 10000"/>
              <a:gd name="connsiteY77-6006" fmla="*/ 7513 h 10000"/>
              <a:gd name="connsiteX78-6007" fmla="*/ 6183 w 10000"/>
              <a:gd name="connsiteY78-6008" fmla="*/ 7721 h 10000"/>
              <a:gd name="connsiteX79-6009" fmla="*/ 6417 w 10000"/>
              <a:gd name="connsiteY79-6010" fmla="*/ 7930 h 10000"/>
              <a:gd name="connsiteX80-6011" fmla="*/ 6792 w 10000"/>
              <a:gd name="connsiteY80-6012" fmla="*/ 8073 h 10000"/>
              <a:gd name="connsiteX81-6013" fmla="*/ 7049 w 10000"/>
              <a:gd name="connsiteY81-6014" fmla="*/ 8203 h 10000"/>
              <a:gd name="connsiteX82-6015" fmla="*/ 7283 w 10000"/>
              <a:gd name="connsiteY82-6016" fmla="*/ 8346 h 10000"/>
              <a:gd name="connsiteX83-6017" fmla="*/ 7541 w 10000"/>
              <a:gd name="connsiteY83-6018" fmla="*/ 8490 h 10000"/>
              <a:gd name="connsiteX84-6019" fmla="*/ 7775 w 10000"/>
              <a:gd name="connsiteY84-6020" fmla="*/ 8555 h 10000"/>
              <a:gd name="connsiteX85-6021" fmla="*/ 8033 w 10000"/>
              <a:gd name="connsiteY85-6022" fmla="*/ 8685 h 10000"/>
              <a:gd name="connsiteX86-6023" fmla="*/ 8150 w 10000"/>
              <a:gd name="connsiteY86-6024" fmla="*/ 8763 h 10000"/>
              <a:gd name="connsiteX87-6025" fmla="*/ 8290 w 10000"/>
              <a:gd name="connsiteY87-6026" fmla="*/ 8763 h 10000"/>
              <a:gd name="connsiteX88-6027" fmla="*/ 8407 w 10000"/>
              <a:gd name="connsiteY88-6028" fmla="*/ 8828 h 10000"/>
              <a:gd name="connsiteX89-6029" fmla="*/ 8525 w 10000"/>
              <a:gd name="connsiteY89-6030" fmla="*/ 8828 h 10000"/>
              <a:gd name="connsiteX90-6031" fmla="*/ 8525 w 10000"/>
              <a:gd name="connsiteY90-6032" fmla="*/ 8828 h 10000"/>
              <a:gd name="connsiteX91-6033" fmla="*/ 8642 w 10000"/>
              <a:gd name="connsiteY91-6034" fmla="*/ 8763 h 10000"/>
              <a:gd name="connsiteX92-6035" fmla="*/ 8642 w 10000"/>
              <a:gd name="connsiteY92-6036" fmla="*/ 8685 h 10000"/>
              <a:gd name="connsiteX93-6037" fmla="*/ 8782 w 10000"/>
              <a:gd name="connsiteY93-6038" fmla="*/ 8620 h 10000"/>
              <a:gd name="connsiteX94-6039" fmla="*/ 10000 w 10000"/>
              <a:gd name="connsiteY94-6040" fmla="*/ 9727 h 10000"/>
              <a:gd name="connsiteX95-6041" fmla="*/ 10000 w 10000"/>
              <a:gd name="connsiteY95-6042" fmla="*/ 9857 h 10000"/>
              <a:gd name="connsiteX96-6043" fmla="*/ 10000 w 10000"/>
              <a:gd name="connsiteY96-6044" fmla="*/ 9935 h 10000"/>
              <a:gd name="connsiteX97-6045" fmla="*/ 10000 w 10000"/>
              <a:gd name="connsiteY97-6046" fmla="*/ 9935 h 10000"/>
              <a:gd name="connsiteX98-6047" fmla="*/ 10000 w 10000"/>
              <a:gd name="connsiteY98-6048" fmla="*/ 10000 h 10000"/>
              <a:gd name="connsiteX99-6049" fmla="*/ 9766 w 10000"/>
              <a:gd name="connsiteY99-6050" fmla="*/ 9935 h 10000"/>
              <a:gd name="connsiteX100-6051" fmla="*/ 9508 w 10000"/>
              <a:gd name="connsiteY100-6052" fmla="*/ 9935 h 10000"/>
              <a:gd name="connsiteX101-6053" fmla="*/ 9133 w 10000"/>
              <a:gd name="connsiteY101-6054" fmla="*/ 9857 h 10000"/>
              <a:gd name="connsiteX102-6055" fmla="*/ 8642 w 10000"/>
              <a:gd name="connsiteY102-6056" fmla="*/ 9727 h 10000"/>
              <a:gd name="connsiteX103-6057" fmla="*/ 8642 w 10000"/>
              <a:gd name="connsiteY103-6058" fmla="*/ 9727 h 10000"/>
              <a:gd name="connsiteX0-6059" fmla="*/ 8642 w 10000"/>
              <a:gd name="connsiteY0-6060" fmla="*/ 9727 h 10000"/>
              <a:gd name="connsiteX1-6061" fmla="*/ 8290 w 10000"/>
              <a:gd name="connsiteY1-6062" fmla="*/ 9583 h 10000"/>
              <a:gd name="connsiteX2-6063" fmla="*/ 7775 w 10000"/>
              <a:gd name="connsiteY2-6064" fmla="*/ 9453 h 10000"/>
              <a:gd name="connsiteX3-6065" fmla="*/ 7283 w 10000"/>
              <a:gd name="connsiteY3-6066" fmla="*/ 9245 h 10000"/>
              <a:gd name="connsiteX4-6067" fmla="*/ 6792 w 10000"/>
              <a:gd name="connsiteY4-6068" fmla="*/ 9036 h 10000"/>
              <a:gd name="connsiteX5-6069" fmla="*/ 6557 w 10000"/>
              <a:gd name="connsiteY5-6070" fmla="*/ 8893 h 10000"/>
              <a:gd name="connsiteX6-6071" fmla="*/ 6300 w 10000"/>
              <a:gd name="connsiteY6-6072" fmla="*/ 8763 h 10000"/>
              <a:gd name="connsiteX7-6073" fmla="*/ 6042 w 10000"/>
              <a:gd name="connsiteY7-6074" fmla="*/ 8620 h 10000"/>
              <a:gd name="connsiteX8-6075" fmla="*/ 5808 w 10000"/>
              <a:gd name="connsiteY8-6076" fmla="*/ 8490 h 10000"/>
              <a:gd name="connsiteX9-6077" fmla="*/ 5550 w 10000"/>
              <a:gd name="connsiteY9-6078" fmla="*/ 8281 h 10000"/>
              <a:gd name="connsiteX10-6079" fmla="*/ 5316 w 10000"/>
              <a:gd name="connsiteY10-6080" fmla="*/ 8073 h 10000"/>
              <a:gd name="connsiteX11-6081" fmla="*/ 5059 w 10000"/>
              <a:gd name="connsiteY11-6082" fmla="*/ 7865 h 10000"/>
              <a:gd name="connsiteX12-6083" fmla="*/ 4684 w 10000"/>
              <a:gd name="connsiteY12-6084" fmla="*/ 7656 h 10000"/>
              <a:gd name="connsiteX13-6085" fmla="*/ 4075 w 10000"/>
              <a:gd name="connsiteY13-6086" fmla="*/ 7174 h 10000"/>
              <a:gd name="connsiteX14-6087" fmla="*/ 3583 w 10000"/>
              <a:gd name="connsiteY14-6088" fmla="*/ 6758 h 10000"/>
              <a:gd name="connsiteX15-6089" fmla="*/ 3091 w 10000"/>
              <a:gd name="connsiteY15-6090" fmla="*/ 6276 h 10000"/>
              <a:gd name="connsiteX16-6091" fmla="*/ 2717 w 10000"/>
              <a:gd name="connsiteY16-6092" fmla="*/ 5729 h 10000"/>
              <a:gd name="connsiteX17-6093" fmla="*/ 2342 w 10000"/>
              <a:gd name="connsiteY17-6094" fmla="*/ 5247 h 10000"/>
              <a:gd name="connsiteX18-6095" fmla="*/ 1967 w 10000"/>
              <a:gd name="connsiteY18-6096" fmla="*/ 4766 h 10000"/>
              <a:gd name="connsiteX19-6097" fmla="*/ 1733 w 10000"/>
              <a:gd name="connsiteY19-6098" fmla="*/ 4284 h 10000"/>
              <a:gd name="connsiteX20-6099" fmla="*/ 1593 w 10000"/>
              <a:gd name="connsiteY20-6100" fmla="*/ 3997 h 10000"/>
              <a:gd name="connsiteX21-6101" fmla="*/ 1475 w 10000"/>
              <a:gd name="connsiteY21-6102" fmla="*/ 3789 h 10000"/>
              <a:gd name="connsiteX22-6103" fmla="*/ 1241 w 10000"/>
              <a:gd name="connsiteY22-6104" fmla="*/ 3307 h 10000"/>
              <a:gd name="connsiteX23-6105" fmla="*/ 1101 w 10000"/>
              <a:gd name="connsiteY23-6106" fmla="*/ 2760 h 10000"/>
              <a:gd name="connsiteX24-6107" fmla="*/ 867 w 10000"/>
              <a:gd name="connsiteY24-6108" fmla="*/ 2214 h 10000"/>
              <a:gd name="connsiteX25-6109" fmla="*/ 726 w 10000"/>
              <a:gd name="connsiteY25-6110" fmla="*/ 1654 h 10000"/>
              <a:gd name="connsiteX26-6111" fmla="*/ 726 w 10000"/>
              <a:gd name="connsiteY26-6112" fmla="*/ 1380 h 10000"/>
              <a:gd name="connsiteX27-6113" fmla="*/ 609 w 10000"/>
              <a:gd name="connsiteY27-6114" fmla="*/ 1107 h 10000"/>
              <a:gd name="connsiteX28-6115" fmla="*/ 492 w 10000"/>
              <a:gd name="connsiteY28-6116" fmla="*/ 898 h 10000"/>
              <a:gd name="connsiteX29-6117" fmla="*/ 492 w 10000"/>
              <a:gd name="connsiteY29-6118" fmla="*/ 690 h 10000"/>
              <a:gd name="connsiteX30-6119" fmla="*/ 375 w 10000"/>
              <a:gd name="connsiteY30-6120" fmla="*/ 560 h 10000"/>
              <a:gd name="connsiteX31-6121" fmla="*/ 375 w 10000"/>
              <a:gd name="connsiteY31-6122" fmla="*/ 417 h 10000"/>
              <a:gd name="connsiteX32-6123" fmla="*/ 234 w 10000"/>
              <a:gd name="connsiteY32-6124" fmla="*/ 352 h 10000"/>
              <a:gd name="connsiteX33-6125" fmla="*/ 234 w 10000"/>
              <a:gd name="connsiteY33-6126" fmla="*/ 273 h 10000"/>
              <a:gd name="connsiteX34-6127" fmla="*/ 117 w 10000"/>
              <a:gd name="connsiteY34-6128" fmla="*/ 273 h 10000"/>
              <a:gd name="connsiteX35-6129" fmla="*/ 0 w 10000"/>
              <a:gd name="connsiteY35-6130" fmla="*/ 208 h 10000"/>
              <a:gd name="connsiteX36-6131" fmla="*/ 0 w 10000"/>
              <a:gd name="connsiteY36-6132" fmla="*/ 143 h 10000"/>
              <a:gd name="connsiteX37-6133" fmla="*/ 117 w 10000"/>
              <a:gd name="connsiteY37-6134" fmla="*/ 78 h 10000"/>
              <a:gd name="connsiteX38-6135" fmla="*/ 117 w 10000"/>
              <a:gd name="connsiteY38-6136" fmla="*/ 0 h 10000"/>
              <a:gd name="connsiteX39-6137" fmla="*/ 117 w 10000"/>
              <a:gd name="connsiteY39-6138" fmla="*/ 0 h 10000"/>
              <a:gd name="connsiteX40-6139" fmla="*/ 234 w 10000"/>
              <a:gd name="connsiteY40-6140" fmla="*/ 0 h 10000"/>
              <a:gd name="connsiteX41-6141" fmla="*/ 234 w 10000"/>
              <a:gd name="connsiteY41-6142" fmla="*/ 0 h 10000"/>
              <a:gd name="connsiteX42-6143" fmla="*/ 375 w 10000"/>
              <a:gd name="connsiteY42-6144" fmla="*/ 0 h 10000"/>
              <a:gd name="connsiteX43-6145" fmla="*/ 609 w 10000"/>
              <a:gd name="connsiteY43-6146" fmla="*/ 0 h 10000"/>
              <a:gd name="connsiteX44-6147" fmla="*/ 726 w 10000"/>
              <a:gd name="connsiteY44-6148" fmla="*/ 78 h 10000"/>
              <a:gd name="connsiteX45-6149" fmla="*/ 984 w 10000"/>
              <a:gd name="connsiteY45-6150" fmla="*/ 78 h 10000"/>
              <a:gd name="connsiteX46-6151" fmla="*/ 1358 w 10000"/>
              <a:gd name="connsiteY46-6152" fmla="*/ 208 h 10000"/>
              <a:gd name="connsiteX47-6153" fmla="*/ 1593 w 10000"/>
              <a:gd name="connsiteY47-6154" fmla="*/ 273 h 10000"/>
              <a:gd name="connsiteX48-6155" fmla="*/ 1850 w 10000"/>
              <a:gd name="connsiteY48-6156" fmla="*/ 273 h 10000"/>
              <a:gd name="connsiteX49-6157" fmla="*/ 1967 w 10000"/>
              <a:gd name="connsiteY49-6158" fmla="*/ 352 h 10000"/>
              <a:gd name="connsiteX50-6159" fmla="*/ 1967 w 10000"/>
              <a:gd name="connsiteY50-6160" fmla="*/ 417 h 10000"/>
              <a:gd name="connsiteX51-6161" fmla="*/ 1967 w 10000"/>
              <a:gd name="connsiteY51-6162" fmla="*/ 417 h 10000"/>
              <a:gd name="connsiteX52-6163" fmla="*/ 1850 w 10000"/>
              <a:gd name="connsiteY52-6164" fmla="*/ 482 h 10000"/>
              <a:gd name="connsiteX53-6165" fmla="*/ 1850 w 10000"/>
              <a:gd name="connsiteY53-6166" fmla="*/ 560 h 10000"/>
              <a:gd name="connsiteX54-6167" fmla="*/ 1850 w 10000"/>
              <a:gd name="connsiteY54-6168" fmla="*/ 690 h 10000"/>
              <a:gd name="connsiteX55-6169" fmla="*/ 1733 w 10000"/>
              <a:gd name="connsiteY55-6170" fmla="*/ 833 h 10000"/>
              <a:gd name="connsiteX56-6171" fmla="*/ 1733 w 10000"/>
              <a:gd name="connsiteY56-6172" fmla="*/ 898 h 10000"/>
              <a:gd name="connsiteX57-6173" fmla="*/ 1733 w 10000"/>
              <a:gd name="connsiteY57-6174" fmla="*/ 1042 h 10000"/>
              <a:gd name="connsiteX58-6175" fmla="*/ 1733 w 10000"/>
              <a:gd name="connsiteY58-6176" fmla="*/ 1107 h 10000"/>
              <a:gd name="connsiteX59-6177" fmla="*/ 1733 w 10000"/>
              <a:gd name="connsiteY59-6178" fmla="*/ 1250 h 10000"/>
              <a:gd name="connsiteX60-6179" fmla="*/ 1733 w 10000"/>
              <a:gd name="connsiteY60-6180" fmla="*/ 1523 h 10000"/>
              <a:gd name="connsiteX61-6181" fmla="*/ 1850 w 10000"/>
              <a:gd name="connsiteY61-6182" fmla="*/ 1862 h 10000"/>
              <a:gd name="connsiteX62-6183" fmla="*/ 1850 w 10000"/>
              <a:gd name="connsiteY62-6184" fmla="*/ 2214 h 10000"/>
              <a:gd name="connsiteX63-6185" fmla="*/ 1967 w 10000"/>
              <a:gd name="connsiteY63-6186" fmla="*/ 2552 h 10000"/>
              <a:gd name="connsiteX64-6187" fmla="*/ 2084 w 10000"/>
              <a:gd name="connsiteY64-6188" fmla="*/ 2969 h 10000"/>
              <a:gd name="connsiteX65-6189" fmla="*/ 2342 w 10000"/>
              <a:gd name="connsiteY65-6190" fmla="*/ 3385 h 10000"/>
              <a:gd name="connsiteX66-6191" fmla="*/ 2600 w 10000"/>
              <a:gd name="connsiteY66-6192" fmla="*/ 3867 h 10000"/>
              <a:gd name="connsiteX67-6193" fmla="*/ 2834 w 10000"/>
              <a:gd name="connsiteY67-6194" fmla="*/ 4349 h 10000"/>
              <a:gd name="connsiteX68-6195" fmla="*/ 3208 w 10000"/>
              <a:gd name="connsiteY68-6196" fmla="*/ 4896 h 10000"/>
              <a:gd name="connsiteX69-6197" fmla="*/ 3583 w 10000"/>
              <a:gd name="connsiteY69-6198" fmla="*/ 5521 h 10000"/>
              <a:gd name="connsiteX70-6199" fmla="*/ 3817 w 10000"/>
              <a:gd name="connsiteY70-6200" fmla="*/ 5794 h 10000"/>
              <a:gd name="connsiteX71-6201" fmla="*/ 4075 w 10000"/>
              <a:gd name="connsiteY71-6202" fmla="*/ 6003 h 10000"/>
              <a:gd name="connsiteX72-6203" fmla="*/ 4333 w 10000"/>
              <a:gd name="connsiteY72-6204" fmla="*/ 6276 h 10000"/>
              <a:gd name="connsiteX73-6205" fmla="*/ 4684 w 10000"/>
              <a:gd name="connsiteY73-6206" fmla="*/ 6549 h 10000"/>
              <a:gd name="connsiteX74-6207" fmla="*/ 4941 w 10000"/>
              <a:gd name="connsiteY74-6208" fmla="*/ 6823 h 10000"/>
              <a:gd name="connsiteX75-6209" fmla="*/ 5176 w 10000"/>
              <a:gd name="connsiteY75-6210" fmla="*/ 7109 h 10000"/>
              <a:gd name="connsiteX76-6211" fmla="*/ 5550 w 10000"/>
              <a:gd name="connsiteY76-6212" fmla="*/ 7318 h 10000"/>
              <a:gd name="connsiteX77-6213" fmla="*/ 5808 w 10000"/>
              <a:gd name="connsiteY77-6214" fmla="*/ 7513 h 10000"/>
              <a:gd name="connsiteX78-6215" fmla="*/ 6183 w 10000"/>
              <a:gd name="connsiteY78-6216" fmla="*/ 7721 h 10000"/>
              <a:gd name="connsiteX79-6217" fmla="*/ 6417 w 10000"/>
              <a:gd name="connsiteY79-6218" fmla="*/ 7930 h 10000"/>
              <a:gd name="connsiteX80-6219" fmla="*/ 6792 w 10000"/>
              <a:gd name="connsiteY80-6220" fmla="*/ 8073 h 10000"/>
              <a:gd name="connsiteX81-6221" fmla="*/ 7049 w 10000"/>
              <a:gd name="connsiteY81-6222" fmla="*/ 8203 h 10000"/>
              <a:gd name="connsiteX82-6223" fmla="*/ 7283 w 10000"/>
              <a:gd name="connsiteY82-6224" fmla="*/ 8346 h 10000"/>
              <a:gd name="connsiteX83-6225" fmla="*/ 7541 w 10000"/>
              <a:gd name="connsiteY83-6226" fmla="*/ 8490 h 10000"/>
              <a:gd name="connsiteX84-6227" fmla="*/ 7775 w 10000"/>
              <a:gd name="connsiteY84-6228" fmla="*/ 8555 h 10000"/>
              <a:gd name="connsiteX85-6229" fmla="*/ 8033 w 10000"/>
              <a:gd name="connsiteY85-6230" fmla="*/ 8685 h 10000"/>
              <a:gd name="connsiteX86-6231" fmla="*/ 8150 w 10000"/>
              <a:gd name="connsiteY86-6232" fmla="*/ 8763 h 10000"/>
              <a:gd name="connsiteX87-6233" fmla="*/ 8290 w 10000"/>
              <a:gd name="connsiteY87-6234" fmla="*/ 8763 h 10000"/>
              <a:gd name="connsiteX88-6235" fmla="*/ 8407 w 10000"/>
              <a:gd name="connsiteY88-6236" fmla="*/ 8828 h 10000"/>
              <a:gd name="connsiteX89-6237" fmla="*/ 8525 w 10000"/>
              <a:gd name="connsiteY89-6238" fmla="*/ 8828 h 10000"/>
              <a:gd name="connsiteX90-6239" fmla="*/ 8525 w 10000"/>
              <a:gd name="connsiteY90-6240" fmla="*/ 8828 h 10000"/>
              <a:gd name="connsiteX91-6241" fmla="*/ 8642 w 10000"/>
              <a:gd name="connsiteY91-6242" fmla="*/ 8763 h 10000"/>
              <a:gd name="connsiteX92-6243" fmla="*/ 8642 w 10000"/>
              <a:gd name="connsiteY92-6244" fmla="*/ 8685 h 10000"/>
              <a:gd name="connsiteX93-6245" fmla="*/ 10000 w 10000"/>
              <a:gd name="connsiteY93-6246" fmla="*/ 9727 h 10000"/>
              <a:gd name="connsiteX94-6247" fmla="*/ 10000 w 10000"/>
              <a:gd name="connsiteY94-6248" fmla="*/ 9857 h 10000"/>
              <a:gd name="connsiteX95-6249" fmla="*/ 10000 w 10000"/>
              <a:gd name="connsiteY95-6250" fmla="*/ 9935 h 10000"/>
              <a:gd name="connsiteX96-6251" fmla="*/ 10000 w 10000"/>
              <a:gd name="connsiteY96-6252" fmla="*/ 9935 h 10000"/>
              <a:gd name="connsiteX97-6253" fmla="*/ 10000 w 10000"/>
              <a:gd name="connsiteY97-6254" fmla="*/ 10000 h 10000"/>
              <a:gd name="connsiteX98-6255" fmla="*/ 9766 w 10000"/>
              <a:gd name="connsiteY98-6256" fmla="*/ 9935 h 10000"/>
              <a:gd name="connsiteX99-6257" fmla="*/ 9508 w 10000"/>
              <a:gd name="connsiteY99-6258" fmla="*/ 9935 h 10000"/>
              <a:gd name="connsiteX100-6259" fmla="*/ 9133 w 10000"/>
              <a:gd name="connsiteY100-6260" fmla="*/ 9857 h 10000"/>
              <a:gd name="connsiteX101-6261" fmla="*/ 8642 w 10000"/>
              <a:gd name="connsiteY101-6262" fmla="*/ 9727 h 10000"/>
              <a:gd name="connsiteX102-6263" fmla="*/ 8642 w 10000"/>
              <a:gd name="connsiteY102-6264" fmla="*/ 9727 h 10000"/>
              <a:gd name="connsiteX0-6265" fmla="*/ 8642 w 10000"/>
              <a:gd name="connsiteY0-6266" fmla="*/ 9727 h 10000"/>
              <a:gd name="connsiteX1-6267" fmla="*/ 8290 w 10000"/>
              <a:gd name="connsiteY1-6268" fmla="*/ 9583 h 10000"/>
              <a:gd name="connsiteX2-6269" fmla="*/ 7775 w 10000"/>
              <a:gd name="connsiteY2-6270" fmla="*/ 9453 h 10000"/>
              <a:gd name="connsiteX3-6271" fmla="*/ 7283 w 10000"/>
              <a:gd name="connsiteY3-6272" fmla="*/ 9245 h 10000"/>
              <a:gd name="connsiteX4-6273" fmla="*/ 6792 w 10000"/>
              <a:gd name="connsiteY4-6274" fmla="*/ 9036 h 10000"/>
              <a:gd name="connsiteX5-6275" fmla="*/ 6557 w 10000"/>
              <a:gd name="connsiteY5-6276" fmla="*/ 8893 h 10000"/>
              <a:gd name="connsiteX6-6277" fmla="*/ 6300 w 10000"/>
              <a:gd name="connsiteY6-6278" fmla="*/ 8763 h 10000"/>
              <a:gd name="connsiteX7-6279" fmla="*/ 6042 w 10000"/>
              <a:gd name="connsiteY7-6280" fmla="*/ 8620 h 10000"/>
              <a:gd name="connsiteX8-6281" fmla="*/ 5808 w 10000"/>
              <a:gd name="connsiteY8-6282" fmla="*/ 8490 h 10000"/>
              <a:gd name="connsiteX9-6283" fmla="*/ 5550 w 10000"/>
              <a:gd name="connsiteY9-6284" fmla="*/ 8281 h 10000"/>
              <a:gd name="connsiteX10-6285" fmla="*/ 5316 w 10000"/>
              <a:gd name="connsiteY10-6286" fmla="*/ 8073 h 10000"/>
              <a:gd name="connsiteX11-6287" fmla="*/ 5059 w 10000"/>
              <a:gd name="connsiteY11-6288" fmla="*/ 7865 h 10000"/>
              <a:gd name="connsiteX12-6289" fmla="*/ 4684 w 10000"/>
              <a:gd name="connsiteY12-6290" fmla="*/ 7656 h 10000"/>
              <a:gd name="connsiteX13-6291" fmla="*/ 4075 w 10000"/>
              <a:gd name="connsiteY13-6292" fmla="*/ 7174 h 10000"/>
              <a:gd name="connsiteX14-6293" fmla="*/ 3583 w 10000"/>
              <a:gd name="connsiteY14-6294" fmla="*/ 6758 h 10000"/>
              <a:gd name="connsiteX15-6295" fmla="*/ 3091 w 10000"/>
              <a:gd name="connsiteY15-6296" fmla="*/ 6276 h 10000"/>
              <a:gd name="connsiteX16-6297" fmla="*/ 2717 w 10000"/>
              <a:gd name="connsiteY16-6298" fmla="*/ 5729 h 10000"/>
              <a:gd name="connsiteX17-6299" fmla="*/ 2342 w 10000"/>
              <a:gd name="connsiteY17-6300" fmla="*/ 5247 h 10000"/>
              <a:gd name="connsiteX18-6301" fmla="*/ 1967 w 10000"/>
              <a:gd name="connsiteY18-6302" fmla="*/ 4766 h 10000"/>
              <a:gd name="connsiteX19-6303" fmla="*/ 1733 w 10000"/>
              <a:gd name="connsiteY19-6304" fmla="*/ 4284 h 10000"/>
              <a:gd name="connsiteX20-6305" fmla="*/ 1593 w 10000"/>
              <a:gd name="connsiteY20-6306" fmla="*/ 3997 h 10000"/>
              <a:gd name="connsiteX21-6307" fmla="*/ 1475 w 10000"/>
              <a:gd name="connsiteY21-6308" fmla="*/ 3789 h 10000"/>
              <a:gd name="connsiteX22-6309" fmla="*/ 1241 w 10000"/>
              <a:gd name="connsiteY22-6310" fmla="*/ 3307 h 10000"/>
              <a:gd name="connsiteX23-6311" fmla="*/ 1101 w 10000"/>
              <a:gd name="connsiteY23-6312" fmla="*/ 2760 h 10000"/>
              <a:gd name="connsiteX24-6313" fmla="*/ 867 w 10000"/>
              <a:gd name="connsiteY24-6314" fmla="*/ 2214 h 10000"/>
              <a:gd name="connsiteX25-6315" fmla="*/ 726 w 10000"/>
              <a:gd name="connsiteY25-6316" fmla="*/ 1654 h 10000"/>
              <a:gd name="connsiteX26-6317" fmla="*/ 726 w 10000"/>
              <a:gd name="connsiteY26-6318" fmla="*/ 1380 h 10000"/>
              <a:gd name="connsiteX27-6319" fmla="*/ 609 w 10000"/>
              <a:gd name="connsiteY27-6320" fmla="*/ 1107 h 10000"/>
              <a:gd name="connsiteX28-6321" fmla="*/ 492 w 10000"/>
              <a:gd name="connsiteY28-6322" fmla="*/ 898 h 10000"/>
              <a:gd name="connsiteX29-6323" fmla="*/ 492 w 10000"/>
              <a:gd name="connsiteY29-6324" fmla="*/ 690 h 10000"/>
              <a:gd name="connsiteX30-6325" fmla="*/ 375 w 10000"/>
              <a:gd name="connsiteY30-6326" fmla="*/ 560 h 10000"/>
              <a:gd name="connsiteX31-6327" fmla="*/ 375 w 10000"/>
              <a:gd name="connsiteY31-6328" fmla="*/ 417 h 10000"/>
              <a:gd name="connsiteX32-6329" fmla="*/ 234 w 10000"/>
              <a:gd name="connsiteY32-6330" fmla="*/ 352 h 10000"/>
              <a:gd name="connsiteX33-6331" fmla="*/ 234 w 10000"/>
              <a:gd name="connsiteY33-6332" fmla="*/ 273 h 10000"/>
              <a:gd name="connsiteX34-6333" fmla="*/ 117 w 10000"/>
              <a:gd name="connsiteY34-6334" fmla="*/ 273 h 10000"/>
              <a:gd name="connsiteX35-6335" fmla="*/ 0 w 10000"/>
              <a:gd name="connsiteY35-6336" fmla="*/ 208 h 10000"/>
              <a:gd name="connsiteX36-6337" fmla="*/ 0 w 10000"/>
              <a:gd name="connsiteY36-6338" fmla="*/ 143 h 10000"/>
              <a:gd name="connsiteX37-6339" fmla="*/ 117 w 10000"/>
              <a:gd name="connsiteY37-6340" fmla="*/ 78 h 10000"/>
              <a:gd name="connsiteX38-6341" fmla="*/ 117 w 10000"/>
              <a:gd name="connsiteY38-6342" fmla="*/ 0 h 10000"/>
              <a:gd name="connsiteX39-6343" fmla="*/ 117 w 10000"/>
              <a:gd name="connsiteY39-6344" fmla="*/ 0 h 10000"/>
              <a:gd name="connsiteX40-6345" fmla="*/ 234 w 10000"/>
              <a:gd name="connsiteY40-6346" fmla="*/ 0 h 10000"/>
              <a:gd name="connsiteX41-6347" fmla="*/ 234 w 10000"/>
              <a:gd name="connsiteY41-6348" fmla="*/ 0 h 10000"/>
              <a:gd name="connsiteX42-6349" fmla="*/ 375 w 10000"/>
              <a:gd name="connsiteY42-6350" fmla="*/ 0 h 10000"/>
              <a:gd name="connsiteX43-6351" fmla="*/ 609 w 10000"/>
              <a:gd name="connsiteY43-6352" fmla="*/ 0 h 10000"/>
              <a:gd name="connsiteX44-6353" fmla="*/ 726 w 10000"/>
              <a:gd name="connsiteY44-6354" fmla="*/ 78 h 10000"/>
              <a:gd name="connsiteX45-6355" fmla="*/ 984 w 10000"/>
              <a:gd name="connsiteY45-6356" fmla="*/ 78 h 10000"/>
              <a:gd name="connsiteX46-6357" fmla="*/ 1358 w 10000"/>
              <a:gd name="connsiteY46-6358" fmla="*/ 208 h 10000"/>
              <a:gd name="connsiteX47-6359" fmla="*/ 1593 w 10000"/>
              <a:gd name="connsiteY47-6360" fmla="*/ 273 h 10000"/>
              <a:gd name="connsiteX48-6361" fmla="*/ 1850 w 10000"/>
              <a:gd name="connsiteY48-6362" fmla="*/ 273 h 10000"/>
              <a:gd name="connsiteX49-6363" fmla="*/ 1967 w 10000"/>
              <a:gd name="connsiteY49-6364" fmla="*/ 352 h 10000"/>
              <a:gd name="connsiteX50-6365" fmla="*/ 1967 w 10000"/>
              <a:gd name="connsiteY50-6366" fmla="*/ 417 h 10000"/>
              <a:gd name="connsiteX51-6367" fmla="*/ 1967 w 10000"/>
              <a:gd name="connsiteY51-6368" fmla="*/ 417 h 10000"/>
              <a:gd name="connsiteX52-6369" fmla="*/ 1850 w 10000"/>
              <a:gd name="connsiteY52-6370" fmla="*/ 482 h 10000"/>
              <a:gd name="connsiteX53-6371" fmla="*/ 1850 w 10000"/>
              <a:gd name="connsiteY53-6372" fmla="*/ 560 h 10000"/>
              <a:gd name="connsiteX54-6373" fmla="*/ 1850 w 10000"/>
              <a:gd name="connsiteY54-6374" fmla="*/ 690 h 10000"/>
              <a:gd name="connsiteX55-6375" fmla="*/ 1733 w 10000"/>
              <a:gd name="connsiteY55-6376" fmla="*/ 833 h 10000"/>
              <a:gd name="connsiteX56-6377" fmla="*/ 1733 w 10000"/>
              <a:gd name="connsiteY56-6378" fmla="*/ 898 h 10000"/>
              <a:gd name="connsiteX57-6379" fmla="*/ 1733 w 10000"/>
              <a:gd name="connsiteY57-6380" fmla="*/ 1042 h 10000"/>
              <a:gd name="connsiteX58-6381" fmla="*/ 1733 w 10000"/>
              <a:gd name="connsiteY58-6382" fmla="*/ 1107 h 10000"/>
              <a:gd name="connsiteX59-6383" fmla="*/ 1733 w 10000"/>
              <a:gd name="connsiteY59-6384" fmla="*/ 1250 h 10000"/>
              <a:gd name="connsiteX60-6385" fmla="*/ 1733 w 10000"/>
              <a:gd name="connsiteY60-6386" fmla="*/ 1523 h 10000"/>
              <a:gd name="connsiteX61-6387" fmla="*/ 1850 w 10000"/>
              <a:gd name="connsiteY61-6388" fmla="*/ 1862 h 10000"/>
              <a:gd name="connsiteX62-6389" fmla="*/ 1850 w 10000"/>
              <a:gd name="connsiteY62-6390" fmla="*/ 2214 h 10000"/>
              <a:gd name="connsiteX63-6391" fmla="*/ 1967 w 10000"/>
              <a:gd name="connsiteY63-6392" fmla="*/ 2552 h 10000"/>
              <a:gd name="connsiteX64-6393" fmla="*/ 2084 w 10000"/>
              <a:gd name="connsiteY64-6394" fmla="*/ 2969 h 10000"/>
              <a:gd name="connsiteX65-6395" fmla="*/ 2342 w 10000"/>
              <a:gd name="connsiteY65-6396" fmla="*/ 3385 h 10000"/>
              <a:gd name="connsiteX66-6397" fmla="*/ 2600 w 10000"/>
              <a:gd name="connsiteY66-6398" fmla="*/ 3867 h 10000"/>
              <a:gd name="connsiteX67-6399" fmla="*/ 2834 w 10000"/>
              <a:gd name="connsiteY67-6400" fmla="*/ 4349 h 10000"/>
              <a:gd name="connsiteX68-6401" fmla="*/ 3208 w 10000"/>
              <a:gd name="connsiteY68-6402" fmla="*/ 4896 h 10000"/>
              <a:gd name="connsiteX69-6403" fmla="*/ 3583 w 10000"/>
              <a:gd name="connsiteY69-6404" fmla="*/ 5521 h 10000"/>
              <a:gd name="connsiteX70-6405" fmla="*/ 3817 w 10000"/>
              <a:gd name="connsiteY70-6406" fmla="*/ 5794 h 10000"/>
              <a:gd name="connsiteX71-6407" fmla="*/ 4075 w 10000"/>
              <a:gd name="connsiteY71-6408" fmla="*/ 6003 h 10000"/>
              <a:gd name="connsiteX72-6409" fmla="*/ 4333 w 10000"/>
              <a:gd name="connsiteY72-6410" fmla="*/ 6276 h 10000"/>
              <a:gd name="connsiteX73-6411" fmla="*/ 4684 w 10000"/>
              <a:gd name="connsiteY73-6412" fmla="*/ 6549 h 10000"/>
              <a:gd name="connsiteX74-6413" fmla="*/ 4941 w 10000"/>
              <a:gd name="connsiteY74-6414" fmla="*/ 6823 h 10000"/>
              <a:gd name="connsiteX75-6415" fmla="*/ 5176 w 10000"/>
              <a:gd name="connsiteY75-6416" fmla="*/ 7109 h 10000"/>
              <a:gd name="connsiteX76-6417" fmla="*/ 5550 w 10000"/>
              <a:gd name="connsiteY76-6418" fmla="*/ 7318 h 10000"/>
              <a:gd name="connsiteX77-6419" fmla="*/ 5808 w 10000"/>
              <a:gd name="connsiteY77-6420" fmla="*/ 7513 h 10000"/>
              <a:gd name="connsiteX78-6421" fmla="*/ 6183 w 10000"/>
              <a:gd name="connsiteY78-6422" fmla="*/ 7721 h 10000"/>
              <a:gd name="connsiteX79-6423" fmla="*/ 6417 w 10000"/>
              <a:gd name="connsiteY79-6424" fmla="*/ 7930 h 10000"/>
              <a:gd name="connsiteX80-6425" fmla="*/ 6792 w 10000"/>
              <a:gd name="connsiteY80-6426" fmla="*/ 8073 h 10000"/>
              <a:gd name="connsiteX81-6427" fmla="*/ 7049 w 10000"/>
              <a:gd name="connsiteY81-6428" fmla="*/ 8203 h 10000"/>
              <a:gd name="connsiteX82-6429" fmla="*/ 7283 w 10000"/>
              <a:gd name="connsiteY82-6430" fmla="*/ 8346 h 10000"/>
              <a:gd name="connsiteX83-6431" fmla="*/ 7541 w 10000"/>
              <a:gd name="connsiteY83-6432" fmla="*/ 8490 h 10000"/>
              <a:gd name="connsiteX84-6433" fmla="*/ 7775 w 10000"/>
              <a:gd name="connsiteY84-6434" fmla="*/ 8555 h 10000"/>
              <a:gd name="connsiteX85-6435" fmla="*/ 8033 w 10000"/>
              <a:gd name="connsiteY85-6436" fmla="*/ 8685 h 10000"/>
              <a:gd name="connsiteX86-6437" fmla="*/ 8150 w 10000"/>
              <a:gd name="connsiteY86-6438" fmla="*/ 8763 h 10000"/>
              <a:gd name="connsiteX87-6439" fmla="*/ 8290 w 10000"/>
              <a:gd name="connsiteY87-6440" fmla="*/ 8763 h 10000"/>
              <a:gd name="connsiteX88-6441" fmla="*/ 8407 w 10000"/>
              <a:gd name="connsiteY88-6442" fmla="*/ 8828 h 10000"/>
              <a:gd name="connsiteX89-6443" fmla="*/ 8525 w 10000"/>
              <a:gd name="connsiteY89-6444" fmla="*/ 8828 h 10000"/>
              <a:gd name="connsiteX90-6445" fmla="*/ 8525 w 10000"/>
              <a:gd name="connsiteY90-6446" fmla="*/ 8828 h 10000"/>
              <a:gd name="connsiteX91-6447" fmla="*/ 8642 w 10000"/>
              <a:gd name="connsiteY91-6448" fmla="*/ 8763 h 10000"/>
              <a:gd name="connsiteX92-6449" fmla="*/ 10000 w 10000"/>
              <a:gd name="connsiteY92-6450" fmla="*/ 9727 h 10000"/>
              <a:gd name="connsiteX93-6451" fmla="*/ 10000 w 10000"/>
              <a:gd name="connsiteY93-6452" fmla="*/ 9857 h 10000"/>
              <a:gd name="connsiteX94-6453" fmla="*/ 10000 w 10000"/>
              <a:gd name="connsiteY94-6454" fmla="*/ 9935 h 10000"/>
              <a:gd name="connsiteX95-6455" fmla="*/ 10000 w 10000"/>
              <a:gd name="connsiteY95-6456" fmla="*/ 9935 h 10000"/>
              <a:gd name="connsiteX96-6457" fmla="*/ 10000 w 10000"/>
              <a:gd name="connsiteY96-6458" fmla="*/ 10000 h 10000"/>
              <a:gd name="connsiteX97-6459" fmla="*/ 9766 w 10000"/>
              <a:gd name="connsiteY97-6460" fmla="*/ 9935 h 10000"/>
              <a:gd name="connsiteX98-6461" fmla="*/ 9508 w 10000"/>
              <a:gd name="connsiteY98-6462" fmla="*/ 9935 h 10000"/>
              <a:gd name="connsiteX99-6463" fmla="*/ 9133 w 10000"/>
              <a:gd name="connsiteY99-6464" fmla="*/ 9857 h 10000"/>
              <a:gd name="connsiteX100-6465" fmla="*/ 8642 w 10000"/>
              <a:gd name="connsiteY100-6466" fmla="*/ 9727 h 10000"/>
              <a:gd name="connsiteX101-6467" fmla="*/ 8642 w 10000"/>
              <a:gd name="connsiteY101-6468" fmla="*/ 9727 h 10000"/>
              <a:gd name="connsiteX0-6469" fmla="*/ 8642 w 10000"/>
              <a:gd name="connsiteY0-6470" fmla="*/ 9727 h 10000"/>
              <a:gd name="connsiteX1-6471" fmla="*/ 8290 w 10000"/>
              <a:gd name="connsiteY1-6472" fmla="*/ 9583 h 10000"/>
              <a:gd name="connsiteX2-6473" fmla="*/ 7775 w 10000"/>
              <a:gd name="connsiteY2-6474" fmla="*/ 9453 h 10000"/>
              <a:gd name="connsiteX3-6475" fmla="*/ 7283 w 10000"/>
              <a:gd name="connsiteY3-6476" fmla="*/ 9245 h 10000"/>
              <a:gd name="connsiteX4-6477" fmla="*/ 6792 w 10000"/>
              <a:gd name="connsiteY4-6478" fmla="*/ 9036 h 10000"/>
              <a:gd name="connsiteX5-6479" fmla="*/ 6557 w 10000"/>
              <a:gd name="connsiteY5-6480" fmla="*/ 8893 h 10000"/>
              <a:gd name="connsiteX6-6481" fmla="*/ 6300 w 10000"/>
              <a:gd name="connsiteY6-6482" fmla="*/ 8763 h 10000"/>
              <a:gd name="connsiteX7-6483" fmla="*/ 6042 w 10000"/>
              <a:gd name="connsiteY7-6484" fmla="*/ 8620 h 10000"/>
              <a:gd name="connsiteX8-6485" fmla="*/ 5808 w 10000"/>
              <a:gd name="connsiteY8-6486" fmla="*/ 8490 h 10000"/>
              <a:gd name="connsiteX9-6487" fmla="*/ 5550 w 10000"/>
              <a:gd name="connsiteY9-6488" fmla="*/ 8281 h 10000"/>
              <a:gd name="connsiteX10-6489" fmla="*/ 5316 w 10000"/>
              <a:gd name="connsiteY10-6490" fmla="*/ 8073 h 10000"/>
              <a:gd name="connsiteX11-6491" fmla="*/ 5059 w 10000"/>
              <a:gd name="connsiteY11-6492" fmla="*/ 7865 h 10000"/>
              <a:gd name="connsiteX12-6493" fmla="*/ 4684 w 10000"/>
              <a:gd name="connsiteY12-6494" fmla="*/ 7656 h 10000"/>
              <a:gd name="connsiteX13-6495" fmla="*/ 4075 w 10000"/>
              <a:gd name="connsiteY13-6496" fmla="*/ 7174 h 10000"/>
              <a:gd name="connsiteX14-6497" fmla="*/ 3583 w 10000"/>
              <a:gd name="connsiteY14-6498" fmla="*/ 6758 h 10000"/>
              <a:gd name="connsiteX15-6499" fmla="*/ 3091 w 10000"/>
              <a:gd name="connsiteY15-6500" fmla="*/ 6276 h 10000"/>
              <a:gd name="connsiteX16-6501" fmla="*/ 2717 w 10000"/>
              <a:gd name="connsiteY16-6502" fmla="*/ 5729 h 10000"/>
              <a:gd name="connsiteX17-6503" fmla="*/ 2342 w 10000"/>
              <a:gd name="connsiteY17-6504" fmla="*/ 5247 h 10000"/>
              <a:gd name="connsiteX18-6505" fmla="*/ 1967 w 10000"/>
              <a:gd name="connsiteY18-6506" fmla="*/ 4766 h 10000"/>
              <a:gd name="connsiteX19-6507" fmla="*/ 1733 w 10000"/>
              <a:gd name="connsiteY19-6508" fmla="*/ 4284 h 10000"/>
              <a:gd name="connsiteX20-6509" fmla="*/ 1593 w 10000"/>
              <a:gd name="connsiteY20-6510" fmla="*/ 3997 h 10000"/>
              <a:gd name="connsiteX21-6511" fmla="*/ 1475 w 10000"/>
              <a:gd name="connsiteY21-6512" fmla="*/ 3789 h 10000"/>
              <a:gd name="connsiteX22-6513" fmla="*/ 1241 w 10000"/>
              <a:gd name="connsiteY22-6514" fmla="*/ 3307 h 10000"/>
              <a:gd name="connsiteX23-6515" fmla="*/ 1101 w 10000"/>
              <a:gd name="connsiteY23-6516" fmla="*/ 2760 h 10000"/>
              <a:gd name="connsiteX24-6517" fmla="*/ 867 w 10000"/>
              <a:gd name="connsiteY24-6518" fmla="*/ 2214 h 10000"/>
              <a:gd name="connsiteX25-6519" fmla="*/ 726 w 10000"/>
              <a:gd name="connsiteY25-6520" fmla="*/ 1654 h 10000"/>
              <a:gd name="connsiteX26-6521" fmla="*/ 726 w 10000"/>
              <a:gd name="connsiteY26-6522" fmla="*/ 1380 h 10000"/>
              <a:gd name="connsiteX27-6523" fmla="*/ 609 w 10000"/>
              <a:gd name="connsiteY27-6524" fmla="*/ 1107 h 10000"/>
              <a:gd name="connsiteX28-6525" fmla="*/ 492 w 10000"/>
              <a:gd name="connsiteY28-6526" fmla="*/ 898 h 10000"/>
              <a:gd name="connsiteX29-6527" fmla="*/ 492 w 10000"/>
              <a:gd name="connsiteY29-6528" fmla="*/ 690 h 10000"/>
              <a:gd name="connsiteX30-6529" fmla="*/ 375 w 10000"/>
              <a:gd name="connsiteY30-6530" fmla="*/ 560 h 10000"/>
              <a:gd name="connsiteX31-6531" fmla="*/ 375 w 10000"/>
              <a:gd name="connsiteY31-6532" fmla="*/ 417 h 10000"/>
              <a:gd name="connsiteX32-6533" fmla="*/ 234 w 10000"/>
              <a:gd name="connsiteY32-6534" fmla="*/ 352 h 10000"/>
              <a:gd name="connsiteX33-6535" fmla="*/ 234 w 10000"/>
              <a:gd name="connsiteY33-6536" fmla="*/ 273 h 10000"/>
              <a:gd name="connsiteX34-6537" fmla="*/ 117 w 10000"/>
              <a:gd name="connsiteY34-6538" fmla="*/ 273 h 10000"/>
              <a:gd name="connsiteX35-6539" fmla="*/ 0 w 10000"/>
              <a:gd name="connsiteY35-6540" fmla="*/ 208 h 10000"/>
              <a:gd name="connsiteX36-6541" fmla="*/ 0 w 10000"/>
              <a:gd name="connsiteY36-6542" fmla="*/ 143 h 10000"/>
              <a:gd name="connsiteX37-6543" fmla="*/ 117 w 10000"/>
              <a:gd name="connsiteY37-6544" fmla="*/ 78 h 10000"/>
              <a:gd name="connsiteX38-6545" fmla="*/ 117 w 10000"/>
              <a:gd name="connsiteY38-6546" fmla="*/ 0 h 10000"/>
              <a:gd name="connsiteX39-6547" fmla="*/ 117 w 10000"/>
              <a:gd name="connsiteY39-6548" fmla="*/ 0 h 10000"/>
              <a:gd name="connsiteX40-6549" fmla="*/ 234 w 10000"/>
              <a:gd name="connsiteY40-6550" fmla="*/ 0 h 10000"/>
              <a:gd name="connsiteX41-6551" fmla="*/ 234 w 10000"/>
              <a:gd name="connsiteY41-6552" fmla="*/ 0 h 10000"/>
              <a:gd name="connsiteX42-6553" fmla="*/ 375 w 10000"/>
              <a:gd name="connsiteY42-6554" fmla="*/ 0 h 10000"/>
              <a:gd name="connsiteX43-6555" fmla="*/ 609 w 10000"/>
              <a:gd name="connsiteY43-6556" fmla="*/ 0 h 10000"/>
              <a:gd name="connsiteX44-6557" fmla="*/ 726 w 10000"/>
              <a:gd name="connsiteY44-6558" fmla="*/ 78 h 10000"/>
              <a:gd name="connsiteX45-6559" fmla="*/ 984 w 10000"/>
              <a:gd name="connsiteY45-6560" fmla="*/ 78 h 10000"/>
              <a:gd name="connsiteX46-6561" fmla="*/ 1358 w 10000"/>
              <a:gd name="connsiteY46-6562" fmla="*/ 208 h 10000"/>
              <a:gd name="connsiteX47-6563" fmla="*/ 1593 w 10000"/>
              <a:gd name="connsiteY47-6564" fmla="*/ 273 h 10000"/>
              <a:gd name="connsiteX48-6565" fmla="*/ 1850 w 10000"/>
              <a:gd name="connsiteY48-6566" fmla="*/ 273 h 10000"/>
              <a:gd name="connsiteX49-6567" fmla="*/ 1967 w 10000"/>
              <a:gd name="connsiteY49-6568" fmla="*/ 352 h 10000"/>
              <a:gd name="connsiteX50-6569" fmla="*/ 1967 w 10000"/>
              <a:gd name="connsiteY50-6570" fmla="*/ 417 h 10000"/>
              <a:gd name="connsiteX51-6571" fmla="*/ 1967 w 10000"/>
              <a:gd name="connsiteY51-6572" fmla="*/ 417 h 10000"/>
              <a:gd name="connsiteX52-6573" fmla="*/ 1850 w 10000"/>
              <a:gd name="connsiteY52-6574" fmla="*/ 482 h 10000"/>
              <a:gd name="connsiteX53-6575" fmla="*/ 1850 w 10000"/>
              <a:gd name="connsiteY53-6576" fmla="*/ 560 h 10000"/>
              <a:gd name="connsiteX54-6577" fmla="*/ 1850 w 10000"/>
              <a:gd name="connsiteY54-6578" fmla="*/ 690 h 10000"/>
              <a:gd name="connsiteX55-6579" fmla="*/ 1733 w 10000"/>
              <a:gd name="connsiteY55-6580" fmla="*/ 833 h 10000"/>
              <a:gd name="connsiteX56-6581" fmla="*/ 1733 w 10000"/>
              <a:gd name="connsiteY56-6582" fmla="*/ 898 h 10000"/>
              <a:gd name="connsiteX57-6583" fmla="*/ 1733 w 10000"/>
              <a:gd name="connsiteY57-6584" fmla="*/ 1042 h 10000"/>
              <a:gd name="connsiteX58-6585" fmla="*/ 1733 w 10000"/>
              <a:gd name="connsiteY58-6586" fmla="*/ 1107 h 10000"/>
              <a:gd name="connsiteX59-6587" fmla="*/ 1733 w 10000"/>
              <a:gd name="connsiteY59-6588" fmla="*/ 1250 h 10000"/>
              <a:gd name="connsiteX60-6589" fmla="*/ 1733 w 10000"/>
              <a:gd name="connsiteY60-6590" fmla="*/ 1523 h 10000"/>
              <a:gd name="connsiteX61-6591" fmla="*/ 1850 w 10000"/>
              <a:gd name="connsiteY61-6592" fmla="*/ 1862 h 10000"/>
              <a:gd name="connsiteX62-6593" fmla="*/ 1850 w 10000"/>
              <a:gd name="connsiteY62-6594" fmla="*/ 2214 h 10000"/>
              <a:gd name="connsiteX63-6595" fmla="*/ 1967 w 10000"/>
              <a:gd name="connsiteY63-6596" fmla="*/ 2552 h 10000"/>
              <a:gd name="connsiteX64-6597" fmla="*/ 2084 w 10000"/>
              <a:gd name="connsiteY64-6598" fmla="*/ 2969 h 10000"/>
              <a:gd name="connsiteX65-6599" fmla="*/ 2342 w 10000"/>
              <a:gd name="connsiteY65-6600" fmla="*/ 3385 h 10000"/>
              <a:gd name="connsiteX66-6601" fmla="*/ 2600 w 10000"/>
              <a:gd name="connsiteY66-6602" fmla="*/ 3867 h 10000"/>
              <a:gd name="connsiteX67-6603" fmla="*/ 2834 w 10000"/>
              <a:gd name="connsiteY67-6604" fmla="*/ 4349 h 10000"/>
              <a:gd name="connsiteX68-6605" fmla="*/ 3208 w 10000"/>
              <a:gd name="connsiteY68-6606" fmla="*/ 4896 h 10000"/>
              <a:gd name="connsiteX69-6607" fmla="*/ 3583 w 10000"/>
              <a:gd name="connsiteY69-6608" fmla="*/ 5521 h 10000"/>
              <a:gd name="connsiteX70-6609" fmla="*/ 3817 w 10000"/>
              <a:gd name="connsiteY70-6610" fmla="*/ 5794 h 10000"/>
              <a:gd name="connsiteX71-6611" fmla="*/ 4075 w 10000"/>
              <a:gd name="connsiteY71-6612" fmla="*/ 6003 h 10000"/>
              <a:gd name="connsiteX72-6613" fmla="*/ 4333 w 10000"/>
              <a:gd name="connsiteY72-6614" fmla="*/ 6276 h 10000"/>
              <a:gd name="connsiteX73-6615" fmla="*/ 4684 w 10000"/>
              <a:gd name="connsiteY73-6616" fmla="*/ 6549 h 10000"/>
              <a:gd name="connsiteX74-6617" fmla="*/ 4941 w 10000"/>
              <a:gd name="connsiteY74-6618" fmla="*/ 6823 h 10000"/>
              <a:gd name="connsiteX75-6619" fmla="*/ 5176 w 10000"/>
              <a:gd name="connsiteY75-6620" fmla="*/ 7109 h 10000"/>
              <a:gd name="connsiteX76-6621" fmla="*/ 5550 w 10000"/>
              <a:gd name="connsiteY76-6622" fmla="*/ 7318 h 10000"/>
              <a:gd name="connsiteX77-6623" fmla="*/ 5808 w 10000"/>
              <a:gd name="connsiteY77-6624" fmla="*/ 7513 h 10000"/>
              <a:gd name="connsiteX78-6625" fmla="*/ 6183 w 10000"/>
              <a:gd name="connsiteY78-6626" fmla="*/ 7721 h 10000"/>
              <a:gd name="connsiteX79-6627" fmla="*/ 6417 w 10000"/>
              <a:gd name="connsiteY79-6628" fmla="*/ 7930 h 10000"/>
              <a:gd name="connsiteX80-6629" fmla="*/ 6792 w 10000"/>
              <a:gd name="connsiteY80-6630" fmla="*/ 8073 h 10000"/>
              <a:gd name="connsiteX81-6631" fmla="*/ 7049 w 10000"/>
              <a:gd name="connsiteY81-6632" fmla="*/ 8203 h 10000"/>
              <a:gd name="connsiteX82-6633" fmla="*/ 7283 w 10000"/>
              <a:gd name="connsiteY82-6634" fmla="*/ 8346 h 10000"/>
              <a:gd name="connsiteX83-6635" fmla="*/ 7541 w 10000"/>
              <a:gd name="connsiteY83-6636" fmla="*/ 8490 h 10000"/>
              <a:gd name="connsiteX84-6637" fmla="*/ 7775 w 10000"/>
              <a:gd name="connsiteY84-6638" fmla="*/ 8555 h 10000"/>
              <a:gd name="connsiteX85-6639" fmla="*/ 8033 w 10000"/>
              <a:gd name="connsiteY85-6640" fmla="*/ 8685 h 10000"/>
              <a:gd name="connsiteX86-6641" fmla="*/ 8150 w 10000"/>
              <a:gd name="connsiteY86-6642" fmla="*/ 8763 h 10000"/>
              <a:gd name="connsiteX87-6643" fmla="*/ 8290 w 10000"/>
              <a:gd name="connsiteY87-6644" fmla="*/ 8763 h 10000"/>
              <a:gd name="connsiteX88-6645" fmla="*/ 8407 w 10000"/>
              <a:gd name="connsiteY88-6646" fmla="*/ 8828 h 10000"/>
              <a:gd name="connsiteX89-6647" fmla="*/ 8525 w 10000"/>
              <a:gd name="connsiteY89-6648" fmla="*/ 8828 h 10000"/>
              <a:gd name="connsiteX90-6649" fmla="*/ 8525 w 10000"/>
              <a:gd name="connsiteY90-6650" fmla="*/ 8828 h 10000"/>
              <a:gd name="connsiteX91-6651" fmla="*/ 8642 w 10000"/>
              <a:gd name="connsiteY91-6652" fmla="*/ 8763 h 10000"/>
              <a:gd name="connsiteX92-6653" fmla="*/ 10000 w 10000"/>
              <a:gd name="connsiteY92-6654" fmla="*/ 9727 h 10000"/>
              <a:gd name="connsiteX93-6655" fmla="*/ 10000 w 10000"/>
              <a:gd name="connsiteY93-6656" fmla="*/ 9935 h 10000"/>
              <a:gd name="connsiteX94-6657" fmla="*/ 10000 w 10000"/>
              <a:gd name="connsiteY94-6658" fmla="*/ 9935 h 10000"/>
              <a:gd name="connsiteX95-6659" fmla="*/ 10000 w 10000"/>
              <a:gd name="connsiteY95-6660" fmla="*/ 10000 h 10000"/>
              <a:gd name="connsiteX96-6661" fmla="*/ 9766 w 10000"/>
              <a:gd name="connsiteY96-6662" fmla="*/ 9935 h 10000"/>
              <a:gd name="connsiteX97-6663" fmla="*/ 9508 w 10000"/>
              <a:gd name="connsiteY97-6664" fmla="*/ 9935 h 10000"/>
              <a:gd name="connsiteX98-6665" fmla="*/ 9133 w 10000"/>
              <a:gd name="connsiteY98-6666" fmla="*/ 9857 h 10000"/>
              <a:gd name="connsiteX99-6667" fmla="*/ 8642 w 10000"/>
              <a:gd name="connsiteY99-6668" fmla="*/ 9727 h 10000"/>
              <a:gd name="connsiteX100-6669" fmla="*/ 8642 w 10000"/>
              <a:gd name="connsiteY100-6670" fmla="*/ 9727 h 10000"/>
              <a:gd name="connsiteX0-6671" fmla="*/ 8642 w 10000"/>
              <a:gd name="connsiteY0-6672" fmla="*/ 9727 h 10000"/>
              <a:gd name="connsiteX1-6673" fmla="*/ 8290 w 10000"/>
              <a:gd name="connsiteY1-6674" fmla="*/ 9583 h 10000"/>
              <a:gd name="connsiteX2-6675" fmla="*/ 7775 w 10000"/>
              <a:gd name="connsiteY2-6676" fmla="*/ 9453 h 10000"/>
              <a:gd name="connsiteX3-6677" fmla="*/ 7283 w 10000"/>
              <a:gd name="connsiteY3-6678" fmla="*/ 9245 h 10000"/>
              <a:gd name="connsiteX4-6679" fmla="*/ 6792 w 10000"/>
              <a:gd name="connsiteY4-6680" fmla="*/ 9036 h 10000"/>
              <a:gd name="connsiteX5-6681" fmla="*/ 6557 w 10000"/>
              <a:gd name="connsiteY5-6682" fmla="*/ 8893 h 10000"/>
              <a:gd name="connsiteX6-6683" fmla="*/ 6300 w 10000"/>
              <a:gd name="connsiteY6-6684" fmla="*/ 8763 h 10000"/>
              <a:gd name="connsiteX7-6685" fmla="*/ 6042 w 10000"/>
              <a:gd name="connsiteY7-6686" fmla="*/ 8620 h 10000"/>
              <a:gd name="connsiteX8-6687" fmla="*/ 5808 w 10000"/>
              <a:gd name="connsiteY8-6688" fmla="*/ 8490 h 10000"/>
              <a:gd name="connsiteX9-6689" fmla="*/ 5550 w 10000"/>
              <a:gd name="connsiteY9-6690" fmla="*/ 8281 h 10000"/>
              <a:gd name="connsiteX10-6691" fmla="*/ 5316 w 10000"/>
              <a:gd name="connsiteY10-6692" fmla="*/ 8073 h 10000"/>
              <a:gd name="connsiteX11-6693" fmla="*/ 5059 w 10000"/>
              <a:gd name="connsiteY11-6694" fmla="*/ 7865 h 10000"/>
              <a:gd name="connsiteX12-6695" fmla="*/ 4684 w 10000"/>
              <a:gd name="connsiteY12-6696" fmla="*/ 7656 h 10000"/>
              <a:gd name="connsiteX13-6697" fmla="*/ 4075 w 10000"/>
              <a:gd name="connsiteY13-6698" fmla="*/ 7174 h 10000"/>
              <a:gd name="connsiteX14-6699" fmla="*/ 3583 w 10000"/>
              <a:gd name="connsiteY14-6700" fmla="*/ 6758 h 10000"/>
              <a:gd name="connsiteX15-6701" fmla="*/ 3091 w 10000"/>
              <a:gd name="connsiteY15-6702" fmla="*/ 6276 h 10000"/>
              <a:gd name="connsiteX16-6703" fmla="*/ 2717 w 10000"/>
              <a:gd name="connsiteY16-6704" fmla="*/ 5729 h 10000"/>
              <a:gd name="connsiteX17-6705" fmla="*/ 2342 w 10000"/>
              <a:gd name="connsiteY17-6706" fmla="*/ 5247 h 10000"/>
              <a:gd name="connsiteX18-6707" fmla="*/ 1967 w 10000"/>
              <a:gd name="connsiteY18-6708" fmla="*/ 4766 h 10000"/>
              <a:gd name="connsiteX19-6709" fmla="*/ 1733 w 10000"/>
              <a:gd name="connsiteY19-6710" fmla="*/ 4284 h 10000"/>
              <a:gd name="connsiteX20-6711" fmla="*/ 1593 w 10000"/>
              <a:gd name="connsiteY20-6712" fmla="*/ 3997 h 10000"/>
              <a:gd name="connsiteX21-6713" fmla="*/ 1475 w 10000"/>
              <a:gd name="connsiteY21-6714" fmla="*/ 3789 h 10000"/>
              <a:gd name="connsiteX22-6715" fmla="*/ 1241 w 10000"/>
              <a:gd name="connsiteY22-6716" fmla="*/ 3307 h 10000"/>
              <a:gd name="connsiteX23-6717" fmla="*/ 1101 w 10000"/>
              <a:gd name="connsiteY23-6718" fmla="*/ 2760 h 10000"/>
              <a:gd name="connsiteX24-6719" fmla="*/ 867 w 10000"/>
              <a:gd name="connsiteY24-6720" fmla="*/ 2214 h 10000"/>
              <a:gd name="connsiteX25-6721" fmla="*/ 726 w 10000"/>
              <a:gd name="connsiteY25-6722" fmla="*/ 1654 h 10000"/>
              <a:gd name="connsiteX26-6723" fmla="*/ 726 w 10000"/>
              <a:gd name="connsiteY26-6724" fmla="*/ 1380 h 10000"/>
              <a:gd name="connsiteX27-6725" fmla="*/ 609 w 10000"/>
              <a:gd name="connsiteY27-6726" fmla="*/ 1107 h 10000"/>
              <a:gd name="connsiteX28-6727" fmla="*/ 492 w 10000"/>
              <a:gd name="connsiteY28-6728" fmla="*/ 898 h 10000"/>
              <a:gd name="connsiteX29-6729" fmla="*/ 492 w 10000"/>
              <a:gd name="connsiteY29-6730" fmla="*/ 690 h 10000"/>
              <a:gd name="connsiteX30-6731" fmla="*/ 375 w 10000"/>
              <a:gd name="connsiteY30-6732" fmla="*/ 560 h 10000"/>
              <a:gd name="connsiteX31-6733" fmla="*/ 375 w 10000"/>
              <a:gd name="connsiteY31-6734" fmla="*/ 417 h 10000"/>
              <a:gd name="connsiteX32-6735" fmla="*/ 234 w 10000"/>
              <a:gd name="connsiteY32-6736" fmla="*/ 352 h 10000"/>
              <a:gd name="connsiteX33-6737" fmla="*/ 234 w 10000"/>
              <a:gd name="connsiteY33-6738" fmla="*/ 273 h 10000"/>
              <a:gd name="connsiteX34-6739" fmla="*/ 117 w 10000"/>
              <a:gd name="connsiteY34-6740" fmla="*/ 273 h 10000"/>
              <a:gd name="connsiteX35-6741" fmla="*/ 0 w 10000"/>
              <a:gd name="connsiteY35-6742" fmla="*/ 208 h 10000"/>
              <a:gd name="connsiteX36-6743" fmla="*/ 0 w 10000"/>
              <a:gd name="connsiteY36-6744" fmla="*/ 143 h 10000"/>
              <a:gd name="connsiteX37-6745" fmla="*/ 117 w 10000"/>
              <a:gd name="connsiteY37-6746" fmla="*/ 78 h 10000"/>
              <a:gd name="connsiteX38-6747" fmla="*/ 117 w 10000"/>
              <a:gd name="connsiteY38-6748" fmla="*/ 0 h 10000"/>
              <a:gd name="connsiteX39-6749" fmla="*/ 117 w 10000"/>
              <a:gd name="connsiteY39-6750" fmla="*/ 0 h 10000"/>
              <a:gd name="connsiteX40-6751" fmla="*/ 234 w 10000"/>
              <a:gd name="connsiteY40-6752" fmla="*/ 0 h 10000"/>
              <a:gd name="connsiteX41-6753" fmla="*/ 234 w 10000"/>
              <a:gd name="connsiteY41-6754" fmla="*/ 0 h 10000"/>
              <a:gd name="connsiteX42-6755" fmla="*/ 375 w 10000"/>
              <a:gd name="connsiteY42-6756" fmla="*/ 0 h 10000"/>
              <a:gd name="connsiteX43-6757" fmla="*/ 609 w 10000"/>
              <a:gd name="connsiteY43-6758" fmla="*/ 0 h 10000"/>
              <a:gd name="connsiteX44-6759" fmla="*/ 726 w 10000"/>
              <a:gd name="connsiteY44-6760" fmla="*/ 78 h 10000"/>
              <a:gd name="connsiteX45-6761" fmla="*/ 984 w 10000"/>
              <a:gd name="connsiteY45-6762" fmla="*/ 78 h 10000"/>
              <a:gd name="connsiteX46-6763" fmla="*/ 1358 w 10000"/>
              <a:gd name="connsiteY46-6764" fmla="*/ 208 h 10000"/>
              <a:gd name="connsiteX47-6765" fmla="*/ 1593 w 10000"/>
              <a:gd name="connsiteY47-6766" fmla="*/ 273 h 10000"/>
              <a:gd name="connsiteX48-6767" fmla="*/ 1850 w 10000"/>
              <a:gd name="connsiteY48-6768" fmla="*/ 273 h 10000"/>
              <a:gd name="connsiteX49-6769" fmla="*/ 1967 w 10000"/>
              <a:gd name="connsiteY49-6770" fmla="*/ 352 h 10000"/>
              <a:gd name="connsiteX50-6771" fmla="*/ 1967 w 10000"/>
              <a:gd name="connsiteY50-6772" fmla="*/ 417 h 10000"/>
              <a:gd name="connsiteX51-6773" fmla="*/ 1967 w 10000"/>
              <a:gd name="connsiteY51-6774" fmla="*/ 417 h 10000"/>
              <a:gd name="connsiteX52-6775" fmla="*/ 1850 w 10000"/>
              <a:gd name="connsiteY52-6776" fmla="*/ 482 h 10000"/>
              <a:gd name="connsiteX53-6777" fmla="*/ 1850 w 10000"/>
              <a:gd name="connsiteY53-6778" fmla="*/ 560 h 10000"/>
              <a:gd name="connsiteX54-6779" fmla="*/ 1850 w 10000"/>
              <a:gd name="connsiteY54-6780" fmla="*/ 690 h 10000"/>
              <a:gd name="connsiteX55-6781" fmla="*/ 1733 w 10000"/>
              <a:gd name="connsiteY55-6782" fmla="*/ 833 h 10000"/>
              <a:gd name="connsiteX56-6783" fmla="*/ 1733 w 10000"/>
              <a:gd name="connsiteY56-6784" fmla="*/ 898 h 10000"/>
              <a:gd name="connsiteX57-6785" fmla="*/ 1733 w 10000"/>
              <a:gd name="connsiteY57-6786" fmla="*/ 1042 h 10000"/>
              <a:gd name="connsiteX58-6787" fmla="*/ 1733 w 10000"/>
              <a:gd name="connsiteY58-6788" fmla="*/ 1107 h 10000"/>
              <a:gd name="connsiteX59-6789" fmla="*/ 1733 w 10000"/>
              <a:gd name="connsiteY59-6790" fmla="*/ 1250 h 10000"/>
              <a:gd name="connsiteX60-6791" fmla="*/ 1733 w 10000"/>
              <a:gd name="connsiteY60-6792" fmla="*/ 1523 h 10000"/>
              <a:gd name="connsiteX61-6793" fmla="*/ 1850 w 10000"/>
              <a:gd name="connsiteY61-6794" fmla="*/ 1862 h 10000"/>
              <a:gd name="connsiteX62-6795" fmla="*/ 1850 w 10000"/>
              <a:gd name="connsiteY62-6796" fmla="*/ 2214 h 10000"/>
              <a:gd name="connsiteX63-6797" fmla="*/ 1967 w 10000"/>
              <a:gd name="connsiteY63-6798" fmla="*/ 2552 h 10000"/>
              <a:gd name="connsiteX64-6799" fmla="*/ 2084 w 10000"/>
              <a:gd name="connsiteY64-6800" fmla="*/ 2969 h 10000"/>
              <a:gd name="connsiteX65-6801" fmla="*/ 2342 w 10000"/>
              <a:gd name="connsiteY65-6802" fmla="*/ 3385 h 10000"/>
              <a:gd name="connsiteX66-6803" fmla="*/ 2600 w 10000"/>
              <a:gd name="connsiteY66-6804" fmla="*/ 3867 h 10000"/>
              <a:gd name="connsiteX67-6805" fmla="*/ 2834 w 10000"/>
              <a:gd name="connsiteY67-6806" fmla="*/ 4349 h 10000"/>
              <a:gd name="connsiteX68-6807" fmla="*/ 3208 w 10000"/>
              <a:gd name="connsiteY68-6808" fmla="*/ 4896 h 10000"/>
              <a:gd name="connsiteX69-6809" fmla="*/ 3583 w 10000"/>
              <a:gd name="connsiteY69-6810" fmla="*/ 5521 h 10000"/>
              <a:gd name="connsiteX70-6811" fmla="*/ 3817 w 10000"/>
              <a:gd name="connsiteY70-6812" fmla="*/ 5794 h 10000"/>
              <a:gd name="connsiteX71-6813" fmla="*/ 4075 w 10000"/>
              <a:gd name="connsiteY71-6814" fmla="*/ 6003 h 10000"/>
              <a:gd name="connsiteX72-6815" fmla="*/ 4333 w 10000"/>
              <a:gd name="connsiteY72-6816" fmla="*/ 6276 h 10000"/>
              <a:gd name="connsiteX73-6817" fmla="*/ 4684 w 10000"/>
              <a:gd name="connsiteY73-6818" fmla="*/ 6549 h 10000"/>
              <a:gd name="connsiteX74-6819" fmla="*/ 4941 w 10000"/>
              <a:gd name="connsiteY74-6820" fmla="*/ 6823 h 10000"/>
              <a:gd name="connsiteX75-6821" fmla="*/ 5176 w 10000"/>
              <a:gd name="connsiteY75-6822" fmla="*/ 7109 h 10000"/>
              <a:gd name="connsiteX76-6823" fmla="*/ 5550 w 10000"/>
              <a:gd name="connsiteY76-6824" fmla="*/ 7318 h 10000"/>
              <a:gd name="connsiteX77-6825" fmla="*/ 5808 w 10000"/>
              <a:gd name="connsiteY77-6826" fmla="*/ 7513 h 10000"/>
              <a:gd name="connsiteX78-6827" fmla="*/ 6183 w 10000"/>
              <a:gd name="connsiteY78-6828" fmla="*/ 7721 h 10000"/>
              <a:gd name="connsiteX79-6829" fmla="*/ 6417 w 10000"/>
              <a:gd name="connsiteY79-6830" fmla="*/ 7930 h 10000"/>
              <a:gd name="connsiteX80-6831" fmla="*/ 6792 w 10000"/>
              <a:gd name="connsiteY80-6832" fmla="*/ 8073 h 10000"/>
              <a:gd name="connsiteX81-6833" fmla="*/ 7049 w 10000"/>
              <a:gd name="connsiteY81-6834" fmla="*/ 8203 h 10000"/>
              <a:gd name="connsiteX82-6835" fmla="*/ 7283 w 10000"/>
              <a:gd name="connsiteY82-6836" fmla="*/ 8346 h 10000"/>
              <a:gd name="connsiteX83-6837" fmla="*/ 7541 w 10000"/>
              <a:gd name="connsiteY83-6838" fmla="*/ 8490 h 10000"/>
              <a:gd name="connsiteX84-6839" fmla="*/ 7775 w 10000"/>
              <a:gd name="connsiteY84-6840" fmla="*/ 8555 h 10000"/>
              <a:gd name="connsiteX85-6841" fmla="*/ 8033 w 10000"/>
              <a:gd name="connsiteY85-6842" fmla="*/ 8685 h 10000"/>
              <a:gd name="connsiteX86-6843" fmla="*/ 8150 w 10000"/>
              <a:gd name="connsiteY86-6844" fmla="*/ 8763 h 10000"/>
              <a:gd name="connsiteX87-6845" fmla="*/ 8290 w 10000"/>
              <a:gd name="connsiteY87-6846" fmla="*/ 8763 h 10000"/>
              <a:gd name="connsiteX88-6847" fmla="*/ 8407 w 10000"/>
              <a:gd name="connsiteY88-6848" fmla="*/ 8828 h 10000"/>
              <a:gd name="connsiteX89-6849" fmla="*/ 8525 w 10000"/>
              <a:gd name="connsiteY89-6850" fmla="*/ 8828 h 10000"/>
              <a:gd name="connsiteX90-6851" fmla="*/ 8525 w 10000"/>
              <a:gd name="connsiteY90-6852" fmla="*/ 8828 h 10000"/>
              <a:gd name="connsiteX91-6853" fmla="*/ 8642 w 10000"/>
              <a:gd name="connsiteY91-6854" fmla="*/ 8763 h 10000"/>
              <a:gd name="connsiteX92-6855" fmla="*/ 10000 w 10000"/>
              <a:gd name="connsiteY92-6856" fmla="*/ 9935 h 10000"/>
              <a:gd name="connsiteX93-6857" fmla="*/ 10000 w 10000"/>
              <a:gd name="connsiteY93-6858" fmla="*/ 9935 h 10000"/>
              <a:gd name="connsiteX94-6859" fmla="*/ 10000 w 10000"/>
              <a:gd name="connsiteY94-6860" fmla="*/ 10000 h 10000"/>
              <a:gd name="connsiteX95-6861" fmla="*/ 9766 w 10000"/>
              <a:gd name="connsiteY95-6862" fmla="*/ 9935 h 10000"/>
              <a:gd name="connsiteX96-6863" fmla="*/ 9508 w 10000"/>
              <a:gd name="connsiteY96-6864" fmla="*/ 9935 h 10000"/>
              <a:gd name="connsiteX97-6865" fmla="*/ 9133 w 10000"/>
              <a:gd name="connsiteY97-6866" fmla="*/ 9857 h 10000"/>
              <a:gd name="connsiteX98-6867" fmla="*/ 8642 w 10000"/>
              <a:gd name="connsiteY98-6868" fmla="*/ 9727 h 10000"/>
              <a:gd name="connsiteX99-6869" fmla="*/ 8642 w 10000"/>
              <a:gd name="connsiteY99-6870" fmla="*/ 9727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  <a:cxn ang="0">
                <a:pos x="connsiteX91-183" y="connsiteY91-184"/>
              </a:cxn>
              <a:cxn ang="0">
                <a:pos x="connsiteX92-185" y="connsiteY92-186"/>
              </a:cxn>
              <a:cxn ang="0">
                <a:pos x="connsiteX93-187" y="connsiteY93-188"/>
              </a:cxn>
              <a:cxn ang="0">
                <a:pos x="connsiteX94-189" y="connsiteY94-190"/>
              </a:cxn>
              <a:cxn ang="0">
                <a:pos x="connsiteX95-191" y="connsiteY95-192"/>
              </a:cxn>
              <a:cxn ang="0">
                <a:pos x="connsiteX96-193" y="connsiteY96-194"/>
              </a:cxn>
              <a:cxn ang="0">
                <a:pos x="connsiteX97-195" y="connsiteY97-196"/>
              </a:cxn>
              <a:cxn ang="0">
                <a:pos x="connsiteX98-197" y="connsiteY98-198"/>
              </a:cxn>
              <a:cxn ang="0">
                <a:pos x="connsiteX99-199" y="connsiteY99-200"/>
              </a:cxn>
            </a:cxnLst>
            <a:rect l="l" t="t" r="r" b="b"/>
            <a:pathLst>
              <a:path w="10000" h="10000">
                <a:moveTo>
                  <a:pt x="8642" y="9727"/>
                </a:moveTo>
                <a:lnTo>
                  <a:pt x="8290" y="9583"/>
                </a:lnTo>
                <a:lnTo>
                  <a:pt x="7775" y="9453"/>
                </a:lnTo>
                <a:lnTo>
                  <a:pt x="7283" y="9245"/>
                </a:lnTo>
                <a:lnTo>
                  <a:pt x="6792" y="9036"/>
                </a:lnTo>
                <a:lnTo>
                  <a:pt x="6557" y="8893"/>
                </a:lnTo>
                <a:lnTo>
                  <a:pt x="6300" y="8763"/>
                </a:lnTo>
                <a:lnTo>
                  <a:pt x="6042" y="8620"/>
                </a:lnTo>
                <a:lnTo>
                  <a:pt x="5808" y="8490"/>
                </a:lnTo>
                <a:lnTo>
                  <a:pt x="5550" y="8281"/>
                </a:lnTo>
                <a:lnTo>
                  <a:pt x="5316" y="8073"/>
                </a:lnTo>
                <a:lnTo>
                  <a:pt x="5059" y="7865"/>
                </a:lnTo>
                <a:lnTo>
                  <a:pt x="4684" y="7656"/>
                </a:lnTo>
                <a:lnTo>
                  <a:pt x="4075" y="7174"/>
                </a:lnTo>
                <a:lnTo>
                  <a:pt x="3583" y="6758"/>
                </a:lnTo>
                <a:lnTo>
                  <a:pt x="3091" y="6276"/>
                </a:lnTo>
                <a:lnTo>
                  <a:pt x="2717" y="5729"/>
                </a:lnTo>
                <a:lnTo>
                  <a:pt x="2342" y="5247"/>
                </a:lnTo>
                <a:lnTo>
                  <a:pt x="1967" y="4766"/>
                </a:lnTo>
                <a:lnTo>
                  <a:pt x="1733" y="4284"/>
                </a:lnTo>
                <a:lnTo>
                  <a:pt x="1593" y="3997"/>
                </a:lnTo>
                <a:lnTo>
                  <a:pt x="1475" y="3789"/>
                </a:lnTo>
                <a:lnTo>
                  <a:pt x="1241" y="3307"/>
                </a:lnTo>
                <a:cubicBezTo>
                  <a:pt x="1194" y="3125"/>
                  <a:pt x="1148" y="2942"/>
                  <a:pt x="1101" y="2760"/>
                </a:cubicBezTo>
                <a:lnTo>
                  <a:pt x="867" y="2214"/>
                </a:lnTo>
                <a:lnTo>
                  <a:pt x="726" y="1654"/>
                </a:lnTo>
                <a:lnTo>
                  <a:pt x="726" y="1380"/>
                </a:lnTo>
                <a:lnTo>
                  <a:pt x="609" y="1107"/>
                </a:lnTo>
                <a:lnTo>
                  <a:pt x="492" y="898"/>
                </a:lnTo>
                <a:lnTo>
                  <a:pt x="492" y="690"/>
                </a:lnTo>
                <a:lnTo>
                  <a:pt x="375" y="560"/>
                </a:lnTo>
                <a:lnTo>
                  <a:pt x="375" y="417"/>
                </a:lnTo>
                <a:lnTo>
                  <a:pt x="234" y="352"/>
                </a:lnTo>
                <a:lnTo>
                  <a:pt x="234" y="273"/>
                </a:lnTo>
                <a:lnTo>
                  <a:pt x="117" y="273"/>
                </a:lnTo>
                <a:lnTo>
                  <a:pt x="0" y="208"/>
                </a:lnTo>
                <a:lnTo>
                  <a:pt x="0" y="143"/>
                </a:lnTo>
                <a:lnTo>
                  <a:pt x="117" y="78"/>
                </a:lnTo>
                <a:lnTo>
                  <a:pt x="117" y="0"/>
                </a:lnTo>
                <a:lnTo>
                  <a:pt x="117" y="0"/>
                </a:lnTo>
                <a:lnTo>
                  <a:pt x="234" y="0"/>
                </a:lnTo>
                <a:lnTo>
                  <a:pt x="234" y="0"/>
                </a:lnTo>
                <a:lnTo>
                  <a:pt x="375" y="0"/>
                </a:lnTo>
                <a:lnTo>
                  <a:pt x="609" y="0"/>
                </a:lnTo>
                <a:lnTo>
                  <a:pt x="726" y="78"/>
                </a:lnTo>
                <a:lnTo>
                  <a:pt x="984" y="78"/>
                </a:lnTo>
                <a:lnTo>
                  <a:pt x="1358" y="208"/>
                </a:lnTo>
                <a:lnTo>
                  <a:pt x="1593" y="273"/>
                </a:lnTo>
                <a:lnTo>
                  <a:pt x="1850" y="273"/>
                </a:lnTo>
                <a:lnTo>
                  <a:pt x="1967" y="352"/>
                </a:lnTo>
                <a:lnTo>
                  <a:pt x="1967" y="417"/>
                </a:lnTo>
                <a:lnTo>
                  <a:pt x="1967" y="417"/>
                </a:lnTo>
                <a:lnTo>
                  <a:pt x="1850" y="482"/>
                </a:lnTo>
                <a:lnTo>
                  <a:pt x="1850" y="560"/>
                </a:lnTo>
                <a:lnTo>
                  <a:pt x="1850" y="690"/>
                </a:lnTo>
                <a:lnTo>
                  <a:pt x="1733" y="833"/>
                </a:lnTo>
                <a:lnTo>
                  <a:pt x="1733" y="898"/>
                </a:lnTo>
                <a:lnTo>
                  <a:pt x="1733" y="1042"/>
                </a:lnTo>
                <a:lnTo>
                  <a:pt x="1733" y="1107"/>
                </a:lnTo>
                <a:lnTo>
                  <a:pt x="1733" y="1250"/>
                </a:lnTo>
                <a:lnTo>
                  <a:pt x="1733" y="1523"/>
                </a:lnTo>
                <a:lnTo>
                  <a:pt x="1850" y="1862"/>
                </a:lnTo>
                <a:lnTo>
                  <a:pt x="1850" y="2214"/>
                </a:lnTo>
                <a:lnTo>
                  <a:pt x="1967" y="2552"/>
                </a:lnTo>
                <a:lnTo>
                  <a:pt x="2084" y="2969"/>
                </a:lnTo>
                <a:lnTo>
                  <a:pt x="2342" y="3385"/>
                </a:lnTo>
                <a:lnTo>
                  <a:pt x="2600" y="3867"/>
                </a:lnTo>
                <a:lnTo>
                  <a:pt x="2834" y="4349"/>
                </a:lnTo>
                <a:lnTo>
                  <a:pt x="3208" y="4896"/>
                </a:lnTo>
                <a:lnTo>
                  <a:pt x="3583" y="5521"/>
                </a:lnTo>
                <a:lnTo>
                  <a:pt x="3817" y="5794"/>
                </a:lnTo>
                <a:lnTo>
                  <a:pt x="4075" y="6003"/>
                </a:lnTo>
                <a:lnTo>
                  <a:pt x="4333" y="6276"/>
                </a:lnTo>
                <a:lnTo>
                  <a:pt x="4684" y="6549"/>
                </a:lnTo>
                <a:lnTo>
                  <a:pt x="4941" y="6823"/>
                </a:lnTo>
                <a:lnTo>
                  <a:pt x="5176" y="7109"/>
                </a:lnTo>
                <a:lnTo>
                  <a:pt x="5550" y="7318"/>
                </a:lnTo>
                <a:lnTo>
                  <a:pt x="5808" y="7513"/>
                </a:lnTo>
                <a:lnTo>
                  <a:pt x="6183" y="7721"/>
                </a:lnTo>
                <a:lnTo>
                  <a:pt x="6417" y="7930"/>
                </a:lnTo>
                <a:lnTo>
                  <a:pt x="6792" y="8073"/>
                </a:lnTo>
                <a:lnTo>
                  <a:pt x="7049" y="8203"/>
                </a:lnTo>
                <a:lnTo>
                  <a:pt x="7283" y="8346"/>
                </a:lnTo>
                <a:lnTo>
                  <a:pt x="7541" y="8490"/>
                </a:lnTo>
                <a:lnTo>
                  <a:pt x="7775" y="8555"/>
                </a:lnTo>
                <a:lnTo>
                  <a:pt x="8033" y="8685"/>
                </a:lnTo>
                <a:lnTo>
                  <a:pt x="8150" y="8763"/>
                </a:lnTo>
                <a:lnTo>
                  <a:pt x="8290" y="8763"/>
                </a:lnTo>
                <a:lnTo>
                  <a:pt x="8407" y="8828"/>
                </a:lnTo>
                <a:lnTo>
                  <a:pt x="8525" y="8828"/>
                </a:lnTo>
                <a:lnTo>
                  <a:pt x="8525" y="8828"/>
                </a:lnTo>
                <a:lnTo>
                  <a:pt x="8642" y="8763"/>
                </a:lnTo>
                <a:lnTo>
                  <a:pt x="10000" y="9935"/>
                </a:lnTo>
                <a:lnTo>
                  <a:pt x="10000" y="9935"/>
                </a:lnTo>
                <a:lnTo>
                  <a:pt x="10000" y="10000"/>
                </a:lnTo>
                <a:lnTo>
                  <a:pt x="9766" y="9935"/>
                </a:lnTo>
                <a:lnTo>
                  <a:pt x="9508" y="9935"/>
                </a:lnTo>
                <a:lnTo>
                  <a:pt x="9133" y="9857"/>
                </a:lnTo>
                <a:lnTo>
                  <a:pt x="8642" y="9727"/>
                </a:lnTo>
                <a:lnTo>
                  <a:pt x="8642" y="9727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5" name="Freeform 31"/>
          <p:cNvSpPr/>
          <p:nvPr/>
        </p:nvSpPr>
        <p:spPr bwMode="auto">
          <a:xfrm>
            <a:off x="6511925" y="3914775"/>
            <a:ext cx="107950" cy="311150"/>
          </a:xfrm>
          <a:custGeom>
            <a:avLst/>
            <a:gdLst>
              <a:gd name="connsiteX0" fmla="*/ 8642 w 10000"/>
              <a:gd name="connsiteY0" fmla="*/ 9727 h 10000"/>
              <a:gd name="connsiteX1" fmla="*/ 8290 w 10000"/>
              <a:gd name="connsiteY1" fmla="*/ 9583 h 10000"/>
              <a:gd name="connsiteX2" fmla="*/ 7775 w 10000"/>
              <a:gd name="connsiteY2" fmla="*/ 9453 h 10000"/>
              <a:gd name="connsiteX3" fmla="*/ 7283 w 10000"/>
              <a:gd name="connsiteY3" fmla="*/ 9245 h 10000"/>
              <a:gd name="connsiteX4" fmla="*/ 6792 w 10000"/>
              <a:gd name="connsiteY4" fmla="*/ 9036 h 10000"/>
              <a:gd name="connsiteX5" fmla="*/ 6557 w 10000"/>
              <a:gd name="connsiteY5" fmla="*/ 8893 h 10000"/>
              <a:gd name="connsiteX6" fmla="*/ 6300 w 10000"/>
              <a:gd name="connsiteY6" fmla="*/ 8763 h 10000"/>
              <a:gd name="connsiteX7" fmla="*/ 6042 w 10000"/>
              <a:gd name="connsiteY7" fmla="*/ 8620 h 10000"/>
              <a:gd name="connsiteX8" fmla="*/ 5808 w 10000"/>
              <a:gd name="connsiteY8" fmla="*/ 8490 h 10000"/>
              <a:gd name="connsiteX9" fmla="*/ 5550 w 10000"/>
              <a:gd name="connsiteY9" fmla="*/ 8281 h 10000"/>
              <a:gd name="connsiteX10" fmla="*/ 5316 w 10000"/>
              <a:gd name="connsiteY10" fmla="*/ 8073 h 10000"/>
              <a:gd name="connsiteX11" fmla="*/ 5059 w 10000"/>
              <a:gd name="connsiteY11" fmla="*/ 7865 h 10000"/>
              <a:gd name="connsiteX12" fmla="*/ 4684 w 10000"/>
              <a:gd name="connsiteY12" fmla="*/ 7656 h 10000"/>
              <a:gd name="connsiteX13" fmla="*/ 4075 w 10000"/>
              <a:gd name="connsiteY13" fmla="*/ 7174 h 10000"/>
              <a:gd name="connsiteX14" fmla="*/ 3583 w 10000"/>
              <a:gd name="connsiteY14" fmla="*/ 6758 h 10000"/>
              <a:gd name="connsiteX15" fmla="*/ 3091 w 10000"/>
              <a:gd name="connsiteY15" fmla="*/ 6276 h 10000"/>
              <a:gd name="connsiteX16" fmla="*/ 2717 w 10000"/>
              <a:gd name="connsiteY16" fmla="*/ 5729 h 10000"/>
              <a:gd name="connsiteX17" fmla="*/ 2342 w 10000"/>
              <a:gd name="connsiteY17" fmla="*/ 5247 h 10000"/>
              <a:gd name="connsiteX18" fmla="*/ 1967 w 10000"/>
              <a:gd name="connsiteY18" fmla="*/ 4766 h 10000"/>
              <a:gd name="connsiteX19" fmla="*/ 1733 w 10000"/>
              <a:gd name="connsiteY19" fmla="*/ 4284 h 10000"/>
              <a:gd name="connsiteX20" fmla="*/ 1593 w 10000"/>
              <a:gd name="connsiteY20" fmla="*/ 3997 h 10000"/>
              <a:gd name="connsiteX21" fmla="*/ 1475 w 10000"/>
              <a:gd name="connsiteY21" fmla="*/ 3789 h 10000"/>
              <a:gd name="connsiteX22" fmla="*/ 1241 w 10000"/>
              <a:gd name="connsiteY22" fmla="*/ 3307 h 10000"/>
              <a:gd name="connsiteX23" fmla="*/ 1101 w 10000"/>
              <a:gd name="connsiteY23" fmla="*/ 2760 h 10000"/>
              <a:gd name="connsiteX24" fmla="*/ 867 w 10000"/>
              <a:gd name="connsiteY24" fmla="*/ 2214 h 10000"/>
              <a:gd name="connsiteX25" fmla="*/ 726 w 10000"/>
              <a:gd name="connsiteY25" fmla="*/ 1654 h 10000"/>
              <a:gd name="connsiteX26" fmla="*/ 726 w 10000"/>
              <a:gd name="connsiteY26" fmla="*/ 1380 h 10000"/>
              <a:gd name="connsiteX27" fmla="*/ 609 w 10000"/>
              <a:gd name="connsiteY27" fmla="*/ 1107 h 10000"/>
              <a:gd name="connsiteX28" fmla="*/ 492 w 10000"/>
              <a:gd name="connsiteY28" fmla="*/ 898 h 10000"/>
              <a:gd name="connsiteX29" fmla="*/ 492 w 10000"/>
              <a:gd name="connsiteY29" fmla="*/ 690 h 10000"/>
              <a:gd name="connsiteX30" fmla="*/ 375 w 10000"/>
              <a:gd name="connsiteY30" fmla="*/ 560 h 10000"/>
              <a:gd name="connsiteX31" fmla="*/ 375 w 10000"/>
              <a:gd name="connsiteY31" fmla="*/ 417 h 10000"/>
              <a:gd name="connsiteX32" fmla="*/ 234 w 10000"/>
              <a:gd name="connsiteY32" fmla="*/ 352 h 10000"/>
              <a:gd name="connsiteX33" fmla="*/ 234 w 10000"/>
              <a:gd name="connsiteY33" fmla="*/ 273 h 10000"/>
              <a:gd name="connsiteX34" fmla="*/ 117 w 10000"/>
              <a:gd name="connsiteY34" fmla="*/ 273 h 10000"/>
              <a:gd name="connsiteX35" fmla="*/ 0 w 10000"/>
              <a:gd name="connsiteY35" fmla="*/ 208 h 10000"/>
              <a:gd name="connsiteX36" fmla="*/ 0 w 10000"/>
              <a:gd name="connsiteY36" fmla="*/ 143 h 10000"/>
              <a:gd name="connsiteX37" fmla="*/ 117 w 10000"/>
              <a:gd name="connsiteY37" fmla="*/ 78 h 10000"/>
              <a:gd name="connsiteX38" fmla="*/ 117 w 10000"/>
              <a:gd name="connsiteY38" fmla="*/ 0 h 10000"/>
              <a:gd name="connsiteX39" fmla="*/ 117 w 10000"/>
              <a:gd name="connsiteY39" fmla="*/ 0 h 10000"/>
              <a:gd name="connsiteX40" fmla="*/ 234 w 10000"/>
              <a:gd name="connsiteY40" fmla="*/ 0 h 10000"/>
              <a:gd name="connsiteX41" fmla="*/ 375 w 10000"/>
              <a:gd name="connsiteY41" fmla="*/ 0 h 10000"/>
              <a:gd name="connsiteX42" fmla="*/ 609 w 10000"/>
              <a:gd name="connsiteY42" fmla="*/ 0 h 10000"/>
              <a:gd name="connsiteX43" fmla="*/ 726 w 10000"/>
              <a:gd name="connsiteY43" fmla="*/ 78 h 10000"/>
              <a:gd name="connsiteX44" fmla="*/ 984 w 10000"/>
              <a:gd name="connsiteY44" fmla="*/ 78 h 10000"/>
              <a:gd name="connsiteX45" fmla="*/ 1358 w 10000"/>
              <a:gd name="connsiteY45" fmla="*/ 208 h 10000"/>
              <a:gd name="connsiteX46" fmla="*/ 1593 w 10000"/>
              <a:gd name="connsiteY46" fmla="*/ 273 h 10000"/>
              <a:gd name="connsiteX47" fmla="*/ 1850 w 10000"/>
              <a:gd name="connsiteY47" fmla="*/ 273 h 10000"/>
              <a:gd name="connsiteX48" fmla="*/ 1967 w 10000"/>
              <a:gd name="connsiteY48" fmla="*/ 352 h 10000"/>
              <a:gd name="connsiteX49" fmla="*/ 1967 w 10000"/>
              <a:gd name="connsiteY49" fmla="*/ 417 h 10000"/>
              <a:gd name="connsiteX50" fmla="*/ 1967 w 10000"/>
              <a:gd name="connsiteY50" fmla="*/ 417 h 10000"/>
              <a:gd name="connsiteX51" fmla="*/ 1850 w 10000"/>
              <a:gd name="connsiteY51" fmla="*/ 482 h 10000"/>
              <a:gd name="connsiteX52" fmla="*/ 1850 w 10000"/>
              <a:gd name="connsiteY52" fmla="*/ 560 h 10000"/>
              <a:gd name="connsiteX53" fmla="*/ 1850 w 10000"/>
              <a:gd name="connsiteY53" fmla="*/ 690 h 10000"/>
              <a:gd name="connsiteX54" fmla="*/ 1733 w 10000"/>
              <a:gd name="connsiteY54" fmla="*/ 833 h 10000"/>
              <a:gd name="connsiteX55" fmla="*/ 1733 w 10000"/>
              <a:gd name="connsiteY55" fmla="*/ 898 h 10000"/>
              <a:gd name="connsiteX56" fmla="*/ 1733 w 10000"/>
              <a:gd name="connsiteY56" fmla="*/ 1042 h 10000"/>
              <a:gd name="connsiteX57" fmla="*/ 1733 w 10000"/>
              <a:gd name="connsiteY57" fmla="*/ 1107 h 10000"/>
              <a:gd name="connsiteX58" fmla="*/ 1733 w 10000"/>
              <a:gd name="connsiteY58" fmla="*/ 1250 h 10000"/>
              <a:gd name="connsiteX59" fmla="*/ 1733 w 10000"/>
              <a:gd name="connsiteY59" fmla="*/ 1523 h 10000"/>
              <a:gd name="connsiteX60" fmla="*/ 1850 w 10000"/>
              <a:gd name="connsiteY60" fmla="*/ 1862 h 10000"/>
              <a:gd name="connsiteX61" fmla="*/ 1850 w 10000"/>
              <a:gd name="connsiteY61" fmla="*/ 2214 h 10000"/>
              <a:gd name="connsiteX62" fmla="*/ 1967 w 10000"/>
              <a:gd name="connsiteY62" fmla="*/ 2552 h 10000"/>
              <a:gd name="connsiteX63" fmla="*/ 2084 w 10000"/>
              <a:gd name="connsiteY63" fmla="*/ 2969 h 10000"/>
              <a:gd name="connsiteX64" fmla="*/ 2342 w 10000"/>
              <a:gd name="connsiteY64" fmla="*/ 3385 h 10000"/>
              <a:gd name="connsiteX65" fmla="*/ 2600 w 10000"/>
              <a:gd name="connsiteY65" fmla="*/ 3867 h 10000"/>
              <a:gd name="connsiteX66" fmla="*/ 2834 w 10000"/>
              <a:gd name="connsiteY66" fmla="*/ 4349 h 10000"/>
              <a:gd name="connsiteX67" fmla="*/ 3208 w 10000"/>
              <a:gd name="connsiteY67" fmla="*/ 4896 h 10000"/>
              <a:gd name="connsiteX68" fmla="*/ 3583 w 10000"/>
              <a:gd name="connsiteY68" fmla="*/ 5521 h 10000"/>
              <a:gd name="connsiteX69" fmla="*/ 3817 w 10000"/>
              <a:gd name="connsiteY69" fmla="*/ 5794 h 10000"/>
              <a:gd name="connsiteX70" fmla="*/ 4075 w 10000"/>
              <a:gd name="connsiteY70" fmla="*/ 6003 h 10000"/>
              <a:gd name="connsiteX71" fmla="*/ 4333 w 10000"/>
              <a:gd name="connsiteY71" fmla="*/ 6276 h 10000"/>
              <a:gd name="connsiteX72" fmla="*/ 4684 w 10000"/>
              <a:gd name="connsiteY72" fmla="*/ 6549 h 10000"/>
              <a:gd name="connsiteX73" fmla="*/ 4941 w 10000"/>
              <a:gd name="connsiteY73" fmla="*/ 6823 h 10000"/>
              <a:gd name="connsiteX74" fmla="*/ 5176 w 10000"/>
              <a:gd name="connsiteY74" fmla="*/ 7109 h 10000"/>
              <a:gd name="connsiteX75" fmla="*/ 5550 w 10000"/>
              <a:gd name="connsiteY75" fmla="*/ 7318 h 10000"/>
              <a:gd name="connsiteX76" fmla="*/ 5808 w 10000"/>
              <a:gd name="connsiteY76" fmla="*/ 7513 h 10000"/>
              <a:gd name="connsiteX77" fmla="*/ 6183 w 10000"/>
              <a:gd name="connsiteY77" fmla="*/ 7721 h 10000"/>
              <a:gd name="connsiteX78" fmla="*/ 6417 w 10000"/>
              <a:gd name="connsiteY78" fmla="*/ 7930 h 10000"/>
              <a:gd name="connsiteX79" fmla="*/ 6792 w 10000"/>
              <a:gd name="connsiteY79" fmla="*/ 8073 h 10000"/>
              <a:gd name="connsiteX80" fmla="*/ 7049 w 10000"/>
              <a:gd name="connsiteY80" fmla="*/ 8203 h 10000"/>
              <a:gd name="connsiteX81" fmla="*/ 7283 w 10000"/>
              <a:gd name="connsiteY81" fmla="*/ 8346 h 10000"/>
              <a:gd name="connsiteX82" fmla="*/ 7541 w 10000"/>
              <a:gd name="connsiteY82" fmla="*/ 8490 h 10000"/>
              <a:gd name="connsiteX83" fmla="*/ 7775 w 10000"/>
              <a:gd name="connsiteY83" fmla="*/ 8555 h 10000"/>
              <a:gd name="connsiteX84" fmla="*/ 8033 w 10000"/>
              <a:gd name="connsiteY84" fmla="*/ 8685 h 10000"/>
              <a:gd name="connsiteX85" fmla="*/ 8150 w 10000"/>
              <a:gd name="connsiteY85" fmla="*/ 8763 h 10000"/>
              <a:gd name="connsiteX86" fmla="*/ 8290 w 10000"/>
              <a:gd name="connsiteY86" fmla="*/ 8763 h 10000"/>
              <a:gd name="connsiteX87" fmla="*/ 8407 w 10000"/>
              <a:gd name="connsiteY87" fmla="*/ 8828 h 10000"/>
              <a:gd name="connsiteX88" fmla="*/ 8525 w 10000"/>
              <a:gd name="connsiteY88" fmla="*/ 8828 h 10000"/>
              <a:gd name="connsiteX89" fmla="*/ 8525 w 10000"/>
              <a:gd name="connsiteY89" fmla="*/ 8828 h 10000"/>
              <a:gd name="connsiteX90" fmla="*/ 8642 w 10000"/>
              <a:gd name="connsiteY90" fmla="*/ 8763 h 10000"/>
              <a:gd name="connsiteX91" fmla="*/ 8642 w 10000"/>
              <a:gd name="connsiteY91" fmla="*/ 8685 h 10000"/>
              <a:gd name="connsiteX92" fmla="*/ 8782 w 10000"/>
              <a:gd name="connsiteY92" fmla="*/ 8620 h 10000"/>
              <a:gd name="connsiteX93" fmla="*/ 8782 w 10000"/>
              <a:gd name="connsiteY93" fmla="*/ 8555 h 10000"/>
              <a:gd name="connsiteX94" fmla="*/ 8899 w 10000"/>
              <a:gd name="connsiteY94" fmla="*/ 8411 h 10000"/>
              <a:gd name="connsiteX95" fmla="*/ 8899 w 10000"/>
              <a:gd name="connsiteY95" fmla="*/ 8281 h 10000"/>
              <a:gd name="connsiteX96" fmla="*/ 9016 w 10000"/>
              <a:gd name="connsiteY96" fmla="*/ 8138 h 10000"/>
              <a:gd name="connsiteX97" fmla="*/ 9016 w 10000"/>
              <a:gd name="connsiteY97" fmla="*/ 7930 h 10000"/>
              <a:gd name="connsiteX98" fmla="*/ 9133 w 10000"/>
              <a:gd name="connsiteY98" fmla="*/ 7799 h 10000"/>
              <a:gd name="connsiteX99" fmla="*/ 9133 w 10000"/>
              <a:gd name="connsiteY99" fmla="*/ 7721 h 10000"/>
              <a:gd name="connsiteX100" fmla="*/ 9274 w 10000"/>
              <a:gd name="connsiteY100" fmla="*/ 7591 h 10000"/>
              <a:gd name="connsiteX101" fmla="*/ 9274 w 10000"/>
              <a:gd name="connsiteY101" fmla="*/ 7513 h 10000"/>
              <a:gd name="connsiteX102" fmla="*/ 9391 w 10000"/>
              <a:gd name="connsiteY102" fmla="*/ 7448 h 10000"/>
              <a:gd name="connsiteX103" fmla="*/ 9391 w 10000"/>
              <a:gd name="connsiteY103" fmla="*/ 7448 h 10000"/>
              <a:gd name="connsiteX104" fmla="*/ 9391 w 10000"/>
              <a:gd name="connsiteY104" fmla="*/ 7448 h 10000"/>
              <a:gd name="connsiteX105" fmla="*/ 9391 w 10000"/>
              <a:gd name="connsiteY105" fmla="*/ 7448 h 10000"/>
              <a:gd name="connsiteX106" fmla="*/ 9508 w 10000"/>
              <a:gd name="connsiteY106" fmla="*/ 7448 h 10000"/>
              <a:gd name="connsiteX107" fmla="*/ 9508 w 10000"/>
              <a:gd name="connsiteY107" fmla="*/ 7513 h 10000"/>
              <a:gd name="connsiteX108" fmla="*/ 9508 w 10000"/>
              <a:gd name="connsiteY108" fmla="*/ 7591 h 10000"/>
              <a:gd name="connsiteX109" fmla="*/ 9508 w 10000"/>
              <a:gd name="connsiteY109" fmla="*/ 7721 h 10000"/>
              <a:gd name="connsiteX110" fmla="*/ 9649 w 10000"/>
              <a:gd name="connsiteY110" fmla="*/ 7799 h 10000"/>
              <a:gd name="connsiteX111" fmla="*/ 9649 w 10000"/>
              <a:gd name="connsiteY111" fmla="*/ 7930 h 10000"/>
              <a:gd name="connsiteX112" fmla="*/ 9649 w 10000"/>
              <a:gd name="connsiteY112" fmla="*/ 8138 h 10000"/>
              <a:gd name="connsiteX113" fmla="*/ 9649 w 10000"/>
              <a:gd name="connsiteY113" fmla="*/ 8411 h 10000"/>
              <a:gd name="connsiteX114" fmla="*/ 9766 w 10000"/>
              <a:gd name="connsiteY114" fmla="*/ 8763 h 10000"/>
              <a:gd name="connsiteX115" fmla="*/ 9883 w 10000"/>
              <a:gd name="connsiteY115" fmla="*/ 9036 h 10000"/>
              <a:gd name="connsiteX116" fmla="*/ 10000 w 10000"/>
              <a:gd name="connsiteY116" fmla="*/ 9375 h 10000"/>
              <a:gd name="connsiteX117" fmla="*/ 10000 w 10000"/>
              <a:gd name="connsiteY117" fmla="*/ 9453 h 10000"/>
              <a:gd name="connsiteX118" fmla="*/ 10000 w 10000"/>
              <a:gd name="connsiteY118" fmla="*/ 9583 h 10000"/>
              <a:gd name="connsiteX119" fmla="*/ 10000 w 10000"/>
              <a:gd name="connsiteY119" fmla="*/ 9727 h 10000"/>
              <a:gd name="connsiteX120" fmla="*/ 10000 w 10000"/>
              <a:gd name="connsiteY120" fmla="*/ 9792 h 10000"/>
              <a:gd name="connsiteX121" fmla="*/ 10000 w 10000"/>
              <a:gd name="connsiteY121" fmla="*/ 9857 h 10000"/>
              <a:gd name="connsiteX122" fmla="*/ 10000 w 10000"/>
              <a:gd name="connsiteY122" fmla="*/ 9935 h 10000"/>
              <a:gd name="connsiteX123" fmla="*/ 10000 w 10000"/>
              <a:gd name="connsiteY123" fmla="*/ 9935 h 10000"/>
              <a:gd name="connsiteX124" fmla="*/ 10000 w 10000"/>
              <a:gd name="connsiteY124" fmla="*/ 10000 h 10000"/>
              <a:gd name="connsiteX125" fmla="*/ 9766 w 10000"/>
              <a:gd name="connsiteY125" fmla="*/ 9935 h 10000"/>
              <a:gd name="connsiteX126" fmla="*/ 9508 w 10000"/>
              <a:gd name="connsiteY126" fmla="*/ 9935 h 10000"/>
              <a:gd name="connsiteX127" fmla="*/ 9133 w 10000"/>
              <a:gd name="connsiteY127" fmla="*/ 9857 h 10000"/>
              <a:gd name="connsiteX128" fmla="*/ 8642 w 10000"/>
              <a:gd name="connsiteY128" fmla="*/ 9727 h 10000"/>
              <a:gd name="connsiteX129" fmla="*/ 8642 w 10000"/>
              <a:gd name="connsiteY129" fmla="*/ 9727 h 10000"/>
              <a:gd name="connsiteX0-1" fmla="*/ 8642 w 10000"/>
              <a:gd name="connsiteY0-2" fmla="*/ 9727 h 10000"/>
              <a:gd name="connsiteX1-3" fmla="*/ 8290 w 10000"/>
              <a:gd name="connsiteY1-4" fmla="*/ 9583 h 10000"/>
              <a:gd name="connsiteX2-5" fmla="*/ 7775 w 10000"/>
              <a:gd name="connsiteY2-6" fmla="*/ 9453 h 10000"/>
              <a:gd name="connsiteX3-7" fmla="*/ 7283 w 10000"/>
              <a:gd name="connsiteY3-8" fmla="*/ 9245 h 10000"/>
              <a:gd name="connsiteX4-9" fmla="*/ 6792 w 10000"/>
              <a:gd name="connsiteY4-10" fmla="*/ 9036 h 10000"/>
              <a:gd name="connsiteX5-11" fmla="*/ 6557 w 10000"/>
              <a:gd name="connsiteY5-12" fmla="*/ 8893 h 10000"/>
              <a:gd name="connsiteX6-13" fmla="*/ 6300 w 10000"/>
              <a:gd name="connsiteY6-14" fmla="*/ 8763 h 10000"/>
              <a:gd name="connsiteX7-15" fmla="*/ 6042 w 10000"/>
              <a:gd name="connsiteY7-16" fmla="*/ 8620 h 10000"/>
              <a:gd name="connsiteX8-17" fmla="*/ 5808 w 10000"/>
              <a:gd name="connsiteY8-18" fmla="*/ 8490 h 10000"/>
              <a:gd name="connsiteX9-19" fmla="*/ 5550 w 10000"/>
              <a:gd name="connsiteY9-20" fmla="*/ 8281 h 10000"/>
              <a:gd name="connsiteX10-21" fmla="*/ 5316 w 10000"/>
              <a:gd name="connsiteY10-22" fmla="*/ 8073 h 10000"/>
              <a:gd name="connsiteX11-23" fmla="*/ 5059 w 10000"/>
              <a:gd name="connsiteY11-24" fmla="*/ 7865 h 10000"/>
              <a:gd name="connsiteX12-25" fmla="*/ 4684 w 10000"/>
              <a:gd name="connsiteY12-26" fmla="*/ 7656 h 10000"/>
              <a:gd name="connsiteX13-27" fmla="*/ 4075 w 10000"/>
              <a:gd name="connsiteY13-28" fmla="*/ 7174 h 10000"/>
              <a:gd name="connsiteX14-29" fmla="*/ 3583 w 10000"/>
              <a:gd name="connsiteY14-30" fmla="*/ 6758 h 10000"/>
              <a:gd name="connsiteX15-31" fmla="*/ 3091 w 10000"/>
              <a:gd name="connsiteY15-32" fmla="*/ 6276 h 10000"/>
              <a:gd name="connsiteX16-33" fmla="*/ 2717 w 10000"/>
              <a:gd name="connsiteY16-34" fmla="*/ 5729 h 10000"/>
              <a:gd name="connsiteX17-35" fmla="*/ 2342 w 10000"/>
              <a:gd name="connsiteY17-36" fmla="*/ 5247 h 10000"/>
              <a:gd name="connsiteX18-37" fmla="*/ 1967 w 10000"/>
              <a:gd name="connsiteY18-38" fmla="*/ 4766 h 10000"/>
              <a:gd name="connsiteX19-39" fmla="*/ 1733 w 10000"/>
              <a:gd name="connsiteY19-40" fmla="*/ 4284 h 10000"/>
              <a:gd name="connsiteX20-41" fmla="*/ 1593 w 10000"/>
              <a:gd name="connsiteY20-42" fmla="*/ 3997 h 10000"/>
              <a:gd name="connsiteX21-43" fmla="*/ 1475 w 10000"/>
              <a:gd name="connsiteY21-44" fmla="*/ 3789 h 10000"/>
              <a:gd name="connsiteX22-45" fmla="*/ 1241 w 10000"/>
              <a:gd name="connsiteY22-46" fmla="*/ 3307 h 10000"/>
              <a:gd name="connsiteX23-47" fmla="*/ 1101 w 10000"/>
              <a:gd name="connsiteY23-48" fmla="*/ 2760 h 10000"/>
              <a:gd name="connsiteX24-49" fmla="*/ 867 w 10000"/>
              <a:gd name="connsiteY24-50" fmla="*/ 2214 h 10000"/>
              <a:gd name="connsiteX25-51" fmla="*/ 726 w 10000"/>
              <a:gd name="connsiteY25-52" fmla="*/ 1654 h 10000"/>
              <a:gd name="connsiteX26-53" fmla="*/ 726 w 10000"/>
              <a:gd name="connsiteY26-54" fmla="*/ 1380 h 10000"/>
              <a:gd name="connsiteX27-55" fmla="*/ 609 w 10000"/>
              <a:gd name="connsiteY27-56" fmla="*/ 1107 h 10000"/>
              <a:gd name="connsiteX28-57" fmla="*/ 492 w 10000"/>
              <a:gd name="connsiteY28-58" fmla="*/ 898 h 10000"/>
              <a:gd name="connsiteX29-59" fmla="*/ 492 w 10000"/>
              <a:gd name="connsiteY29-60" fmla="*/ 690 h 10000"/>
              <a:gd name="connsiteX30-61" fmla="*/ 375 w 10000"/>
              <a:gd name="connsiteY30-62" fmla="*/ 560 h 10000"/>
              <a:gd name="connsiteX31-63" fmla="*/ 375 w 10000"/>
              <a:gd name="connsiteY31-64" fmla="*/ 417 h 10000"/>
              <a:gd name="connsiteX32-65" fmla="*/ 234 w 10000"/>
              <a:gd name="connsiteY32-66" fmla="*/ 352 h 10000"/>
              <a:gd name="connsiteX33-67" fmla="*/ 234 w 10000"/>
              <a:gd name="connsiteY33-68" fmla="*/ 273 h 10000"/>
              <a:gd name="connsiteX34-69" fmla="*/ 117 w 10000"/>
              <a:gd name="connsiteY34-70" fmla="*/ 273 h 10000"/>
              <a:gd name="connsiteX35-71" fmla="*/ 0 w 10000"/>
              <a:gd name="connsiteY35-72" fmla="*/ 208 h 10000"/>
              <a:gd name="connsiteX36-73" fmla="*/ 0 w 10000"/>
              <a:gd name="connsiteY36-74" fmla="*/ 143 h 10000"/>
              <a:gd name="connsiteX37-75" fmla="*/ 117 w 10000"/>
              <a:gd name="connsiteY37-76" fmla="*/ 78 h 10000"/>
              <a:gd name="connsiteX38-77" fmla="*/ 117 w 10000"/>
              <a:gd name="connsiteY38-78" fmla="*/ 0 h 10000"/>
              <a:gd name="connsiteX39-79" fmla="*/ 117 w 10000"/>
              <a:gd name="connsiteY39-80" fmla="*/ 0 h 10000"/>
              <a:gd name="connsiteX40-81" fmla="*/ 234 w 10000"/>
              <a:gd name="connsiteY40-82" fmla="*/ 0 h 10000"/>
              <a:gd name="connsiteX41-83" fmla="*/ 609 w 10000"/>
              <a:gd name="connsiteY41-84" fmla="*/ 0 h 10000"/>
              <a:gd name="connsiteX42-85" fmla="*/ 726 w 10000"/>
              <a:gd name="connsiteY42-86" fmla="*/ 78 h 10000"/>
              <a:gd name="connsiteX43-87" fmla="*/ 984 w 10000"/>
              <a:gd name="connsiteY43-88" fmla="*/ 78 h 10000"/>
              <a:gd name="connsiteX44-89" fmla="*/ 1358 w 10000"/>
              <a:gd name="connsiteY44-90" fmla="*/ 208 h 10000"/>
              <a:gd name="connsiteX45-91" fmla="*/ 1593 w 10000"/>
              <a:gd name="connsiteY45-92" fmla="*/ 273 h 10000"/>
              <a:gd name="connsiteX46-93" fmla="*/ 1850 w 10000"/>
              <a:gd name="connsiteY46-94" fmla="*/ 273 h 10000"/>
              <a:gd name="connsiteX47-95" fmla="*/ 1967 w 10000"/>
              <a:gd name="connsiteY47-96" fmla="*/ 352 h 10000"/>
              <a:gd name="connsiteX48-97" fmla="*/ 1967 w 10000"/>
              <a:gd name="connsiteY48-98" fmla="*/ 417 h 10000"/>
              <a:gd name="connsiteX49-99" fmla="*/ 1967 w 10000"/>
              <a:gd name="connsiteY49-100" fmla="*/ 417 h 10000"/>
              <a:gd name="connsiteX50-101" fmla="*/ 1850 w 10000"/>
              <a:gd name="connsiteY50-102" fmla="*/ 482 h 10000"/>
              <a:gd name="connsiteX51-103" fmla="*/ 1850 w 10000"/>
              <a:gd name="connsiteY51-104" fmla="*/ 560 h 10000"/>
              <a:gd name="connsiteX52-105" fmla="*/ 1850 w 10000"/>
              <a:gd name="connsiteY52-106" fmla="*/ 690 h 10000"/>
              <a:gd name="connsiteX53-107" fmla="*/ 1733 w 10000"/>
              <a:gd name="connsiteY53-108" fmla="*/ 833 h 10000"/>
              <a:gd name="connsiteX54-109" fmla="*/ 1733 w 10000"/>
              <a:gd name="connsiteY54-110" fmla="*/ 898 h 10000"/>
              <a:gd name="connsiteX55-111" fmla="*/ 1733 w 10000"/>
              <a:gd name="connsiteY55-112" fmla="*/ 1042 h 10000"/>
              <a:gd name="connsiteX56-113" fmla="*/ 1733 w 10000"/>
              <a:gd name="connsiteY56-114" fmla="*/ 1107 h 10000"/>
              <a:gd name="connsiteX57-115" fmla="*/ 1733 w 10000"/>
              <a:gd name="connsiteY57-116" fmla="*/ 1250 h 10000"/>
              <a:gd name="connsiteX58-117" fmla="*/ 1733 w 10000"/>
              <a:gd name="connsiteY58-118" fmla="*/ 1523 h 10000"/>
              <a:gd name="connsiteX59-119" fmla="*/ 1850 w 10000"/>
              <a:gd name="connsiteY59-120" fmla="*/ 1862 h 10000"/>
              <a:gd name="connsiteX60-121" fmla="*/ 1850 w 10000"/>
              <a:gd name="connsiteY60-122" fmla="*/ 2214 h 10000"/>
              <a:gd name="connsiteX61-123" fmla="*/ 1967 w 10000"/>
              <a:gd name="connsiteY61-124" fmla="*/ 2552 h 10000"/>
              <a:gd name="connsiteX62-125" fmla="*/ 2084 w 10000"/>
              <a:gd name="connsiteY62-126" fmla="*/ 2969 h 10000"/>
              <a:gd name="connsiteX63-127" fmla="*/ 2342 w 10000"/>
              <a:gd name="connsiteY63-128" fmla="*/ 3385 h 10000"/>
              <a:gd name="connsiteX64-129" fmla="*/ 2600 w 10000"/>
              <a:gd name="connsiteY64-130" fmla="*/ 3867 h 10000"/>
              <a:gd name="connsiteX65-131" fmla="*/ 2834 w 10000"/>
              <a:gd name="connsiteY65-132" fmla="*/ 4349 h 10000"/>
              <a:gd name="connsiteX66-133" fmla="*/ 3208 w 10000"/>
              <a:gd name="connsiteY66-134" fmla="*/ 4896 h 10000"/>
              <a:gd name="connsiteX67-135" fmla="*/ 3583 w 10000"/>
              <a:gd name="connsiteY67-136" fmla="*/ 5521 h 10000"/>
              <a:gd name="connsiteX68-137" fmla="*/ 3817 w 10000"/>
              <a:gd name="connsiteY68-138" fmla="*/ 5794 h 10000"/>
              <a:gd name="connsiteX69-139" fmla="*/ 4075 w 10000"/>
              <a:gd name="connsiteY69-140" fmla="*/ 6003 h 10000"/>
              <a:gd name="connsiteX70-141" fmla="*/ 4333 w 10000"/>
              <a:gd name="connsiteY70-142" fmla="*/ 6276 h 10000"/>
              <a:gd name="connsiteX71-143" fmla="*/ 4684 w 10000"/>
              <a:gd name="connsiteY71-144" fmla="*/ 6549 h 10000"/>
              <a:gd name="connsiteX72-145" fmla="*/ 4941 w 10000"/>
              <a:gd name="connsiteY72-146" fmla="*/ 6823 h 10000"/>
              <a:gd name="connsiteX73-147" fmla="*/ 5176 w 10000"/>
              <a:gd name="connsiteY73-148" fmla="*/ 7109 h 10000"/>
              <a:gd name="connsiteX74-149" fmla="*/ 5550 w 10000"/>
              <a:gd name="connsiteY74-150" fmla="*/ 7318 h 10000"/>
              <a:gd name="connsiteX75-151" fmla="*/ 5808 w 10000"/>
              <a:gd name="connsiteY75-152" fmla="*/ 7513 h 10000"/>
              <a:gd name="connsiteX76-153" fmla="*/ 6183 w 10000"/>
              <a:gd name="connsiteY76-154" fmla="*/ 7721 h 10000"/>
              <a:gd name="connsiteX77-155" fmla="*/ 6417 w 10000"/>
              <a:gd name="connsiteY77-156" fmla="*/ 7930 h 10000"/>
              <a:gd name="connsiteX78-157" fmla="*/ 6792 w 10000"/>
              <a:gd name="connsiteY78-158" fmla="*/ 8073 h 10000"/>
              <a:gd name="connsiteX79-159" fmla="*/ 7049 w 10000"/>
              <a:gd name="connsiteY79-160" fmla="*/ 8203 h 10000"/>
              <a:gd name="connsiteX80-161" fmla="*/ 7283 w 10000"/>
              <a:gd name="connsiteY80-162" fmla="*/ 8346 h 10000"/>
              <a:gd name="connsiteX81-163" fmla="*/ 7541 w 10000"/>
              <a:gd name="connsiteY81-164" fmla="*/ 8490 h 10000"/>
              <a:gd name="connsiteX82-165" fmla="*/ 7775 w 10000"/>
              <a:gd name="connsiteY82-166" fmla="*/ 8555 h 10000"/>
              <a:gd name="connsiteX83-167" fmla="*/ 8033 w 10000"/>
              <a:gd name="connsiteY83-168" fmla="*/ 8685 h 10000"/>
              <a:gd name="connsiteX84-169" fmla="*/ 8150 w 10000"/>
              <a:gd name="connsiteY84-170" fmla="*/ 8763 h 10000"/>
              <a:gd name="connsiteX85-171" fmla="*/ 8290 w 10000"/>
              <a:gd name="connsiteY85-172" fmla="*/ 8763 h 10000"/>
              <a:gd name="connsiteX86-173" fmla="*/ 8407 w 10000"/>
              <a:gd name="connsiteY86-174" fmla="*/ 8828 h 10000"/>
              <a:gd name="connsiteX87-175" fmla="*/ 8525 w 10000"/>
              <a:gd name="connsiteY87-176" fmla="*/ 8828 h 10000"/>
              <a:gd name="connsiteX88-177" fmla="*/ 8525 w 10000"/>
              <a:gd name="connsiteY88-178" fmla="*/ 8828 h 10000"/>
              <a:gd name="connsiteX89-179" fmla="*/ 8642 w 10000"/>
              <a:gd name="connsiteY89-180" fmla="*/ 8763 h 10000"/>
              <a:gd name="connsiteX90-181" fmla="*/ 8642 w 10000"/>
              <a:gd name="connsiteY90-182" fmla="*/ 8685 h 10000"/>
              <a:gd name="connsiteX91-183" fmla="*/ 8782 w 10000"/>
              <a:gd name="connsiteY91-184" fmla="*/ 8620 h 10000"/>
              <a:gd name="connsiteX92-185" fmla="*/ 8782 w 10000"/>
              <a:gd name="connsiteY92-186" fmla="*/ 8555 h 10000"/>
              <a:gd name="connsiteX93-187" fmla="*/ 8899 w 10000"/>
              <a:gd name="connsiteY93-188" fmla="*/ 8411 h 10000"/>
              <a:gd name="connsiteX94-189" fmla="*/ 8899 w 10000"/>
              <a:gd name="connsiteY94-190" fmla="*/ 8281 h 10000"/>
              <a:gd name="connsiteX95-191" fmla="*/ 9016 w 10000"/>
              <a:gd name="connsiteY95-192" fmla="*/ 8138 h 10000"/>
              <a:gd name="connsiteX96-193" fmla="*/ 9016 w 10000"/>
              <a:gd name="connsiteY96-194" fmla="*/ 7930 h 10000"/>
              <a:gd name="connsiteX97-195" fmla="*/ 9133 w 10000"/>
              <a:gd name="connsiteY97-196" fmla="*/ 7799 h 10000"/>
              <a:gd name="connsiteX98-197" fmla="*/ 9133 w 10000"/>
              <a:gd name="connsiteY98-198" fmla="*/ 7721 h 10000"/>
              <a:gd name="connsiteX99-199" fmla="*/ 9274 w 10000"/>
              <a:gd name="connsiteY99-200" fmla="*/ 7591 h 10000"/>
              <a:gd name="connsiteX100-201" fmla="*/ 9274 w 10000"/>
              <a:gd name="connsiteY100-202" fmla="*/ 7513 h 10000"/>
              <a:gd name="connsiteX101-203" fmla="*/ 9391 w 10000"/>
              <a:gd name="connsiteY101-204" fmla="*/ 7448 h 10000"/>
              <a:gd name="connsiteX102-205" fmla="*/ 9391 w 10000"/>
              <a:gd name="connsiteY102-206" fmla="*/ 7448 h 10000"/>
              <a:gd name="connsiteX103-207" fmla="*/ 9391 w 10000"/>
              <a:gd name="connsiteY103-208" fmla="*/ 7448 h 10000"/>
              <a:gd name="connsiteX104-209" fmla="*/ 9391 w 10000"/>
              <a:gd name="connsiteY104-210" fmla="*/ 7448 h 10000"/>
              <a:gd name="connsiteX105-211" fmla="*/ 9508 w 10000"/>
              <a:gd name="connsiteY105-212" fmla="*/ 7448 h 10000"/>
              <a:gd name="connsiteX106-213" fmla="*/ 9508 w 10000"/>
              <a:gd name="connsiteY106-214" fmla="*/ 7513 h 10000"/>
              <a:gd name="connsiteX107-215" fmla="*/ 9508 w 10000"/>
              <a:gd name="connsiteY107-216" fmla="*/ 7591 h 10000"/>
              <a:gd name="connsiteX108-217" fmla="*/ 9508 w 10000"/>
              <a:gd name="connsiteY108-218" fmla="*/ 7721 h 10000"/>
              <a:gd name="connsiteX109-219" fmla="*/ 9649 w 10000"/>
              <a:gd name="connsiteY109-220" fmla="*/ 7799 h 10000"/>
              <a:gd name="connsiteX110-221" fmla="*/ 9649 w 10000"/>
              <a:gd name="connsiteY110-222" fmla="*/ 7930 h 10000"/>
              <a:gd name="connsiteX111-223" fmla="*/ 9649 w 10000"/>
              <a:gd name="connsiteY111-224" fmla="*/ 8138 h 10000"/>
              <a:gd name="connsiteX112-225" fmla="*/ 9649 w 10000"/>
              <a:gd name="connsiteY112-226" fmla="*/ 8411 h 10000"/>
              <a:gd name="connsiteX113-227" fmla="*/ 9766 w 10000"/>
              <a:gd name="connsiteY113-228" fmla="*/ 8763 h 10000"/>
              <a:gd name="connsiteX114-229" fmla="*/ 9883 w 10000"/>
              <a:gd name="connsiteY114-230" fmla="*/ 9036 h 10000"/>
              <a:gd name="connsiteX115-231" fmla="*/ 10000 w 10000"/>
              <a:gd name="connsiteY115-232" fmla="*/ 9375 h 10000"/>
              <a:gd name="connsiteX116-233" fmla="*/ 10000 w 10000"/>
              <a:gd name="connsiteY116-234" fmla="*/ 9453 h 10000"/>
              <a:gd name="connsiteX117-235" fmla="*/ 10000 w 10000"/>
              <a:gd name="connsiteY117-236" fmla="*/ 9583 h 10000"/>
              <a:gd name="connsiteX118-237" fmla="*/ 10000 w 10000"/>
              <a:gd name="connsiteY118-238" fmla="*/ 9727 h 10000"/>
              <a:gd name="connsiteX119-239" fmla="*/ 10000 w 10000"/>
              <a:gd name="connsiteY119-240" fmla="*/ 9792 h 10000"/>
              <a:gd name="connsiteX120-241" fmla="*/ 10000 w 10000"/>
              <a:gd name="connsiteY120-242" fmla="*/ 9857 h 10000"/>
              <a:gd name="connsiteX121-243" fmla="*/ 10000 w 10000"/>
              <a:gd name="connsiteY121-244" fmla="*/ 9935 h 10000"/>
              <a:gd name="connsiteX122-245" fmla="*/ 10000 w 10000"/>
              <a:gd name="connsiteY122-246" fmla="*/ 9935 h 10000"/>
              <a:gd name="connsiteX123-247" fmla="*/ 10000 w 10000"/>
              <a:gd name="connsiteY123-248" fmla="*/ 10000 h 10000"/>
              <a:gd name="connsiteX124-249" fmla="*/ 9766 w 10000"/>
              <a:gd name="connsiteY124-250" fmla="*/ 9935 h 10000"/>
              <a:gd name="connsiteX125-251" fmla="*/ 9508 w 10000"/>
              <a:gd name="connsiteY125-252" fmla="*/ 9935 h 10000"/>
              <a:gd name="connsiteX126-253" fmla="*/ 9133 w 10000"/>
              <a:gd name="connsiteY126-254" fmla="*/ 9857 h 10000"/>
              <a:gd name="connsiteX127-255" fmla="*/ 8642 w 10000"/>
              <a:gd name="connsiteY127-256" fmla="*/ 9727 h 10000"/>
              <a:gd name="connsiteX128-257" fmla="*/ 8642 w 10000"/>
              <a:gd name="connsiteY128-258" fmla="*/ 9727 h 10000"/>
              <a:gd name="connsiteX0-259" fmla="*/ 8642 w 10000"/>
              <a:gd name="connsiteY0-260" fmla="*/ 9727 h 10000"/>
              <a:gd name="connsiteX1-261" fmla="*/ 8290 w 10000"/>
              <a:gd name="connsiteY1-262" fmla="*/ 9583 h 10000"/>
              <a:gd name="connsiteX2-263" fmla="*/ 7775 w 10000"/>
              <a:gd name="connsiteY2-264" fmla="*/ 9453 h 10000"/>
              <a:gd name="connsiteX3-265" fmla="*/ 7283 w 10000"/>
              <a:gd name="connsiteY3-266" fmla="*/ 9245 h 10000"/>
              <a:gd name="connsiteX4-267" fmla="*/ 6792 w 10000"/>
              <a:gd name="connsiteY4-268" fmla="*/ 9036 h 10000"/>
              <a:gd name="connsiteX5-269" fmla="*/ 6557 w 10000"/>
              <a:gd name="connsiteY5-270" fmla="*/ 8893 h 10000"/>
              <a:gd name="connsiteX6-271" fmla="*/ 6300 w 10000"/>
              <a:gd name="connsiteY6-272" fmla="*/ 8763 h 10000"/>
              <a:gd name="connsiteX7-273" fmla="*/ 6042 w 10000"/>
              <a:gd name="connsiteY7-274" fmla="*/ 8620 h 10000"/>
              <a:gd name="connsiteX8-275" fmla="*/ 5808 w 10000"/>
              <a:gd name="connsiteY8-276" fmla="*/ 8490 h 10000"/>
              <a:gd name="connsiteX9-277" fmla="*/ 5550 w 10000"/>
              <a:gd name="connsiteY9-278" fmla="*/ 8281 h 10000"/>
              <a:gd name="connsiteX10-279" fmla="*/ 5316 w 10000"/>
              <a:gd name="connsiteY10-280" fmla="*/ 8073 h 10000"/>
              <a:gd name="connsiteX11-281" fmla="*/ 5059 w 10000"/>
              <a:gd name="connsiteY11-282" fmla="*/ 7865 h 10000"/>
              <a:gd name="connsiteX12-283" fmla="*/ 4684 w 10000"/>
              <a:gd name="connsiteY12-284" fmla="*/ 7656 h 10000"/>
              <a:gd name="connsiteX13-285" fmla="*/ 4075 w 10000"/>
              <a:gd name="connsiteY13-286" fmla="*/ 7174 h 10000"/>
              <a:gd name="connsiteX14-287" fmla="*/ 3583 w 10000"/>
              <a:gd name="connsiteY14-288" fmla="*/ 6758 h 10000"/>
              <a:gd name="connsiteX15-289" fmla="*/ 3091 w 10000"/>
              <a:gd name="connsiteY15-290" fmla="*/ 6276 h 10000"/>
              <a:gd name="connsiteX16-291" fmla="*/ 2717 w 10000"/>
              <a:gd name="connsiteY16-292" fmla="*/ 5729 h 10000"/>
              <a:gd name="connsiteX17-293" fmla="*/ 2342 w 10000"/>
              <a:gd name="connsiteY17-294" fmla="*/ 5247 h 10000"/>
              <a:gd name="connsiteX18-295" fmla="*/ 1967 w 10000"/>
              <a:gd name="connsiteY18-296" fmla="*/ 4766 h 10000"/>
              <a:gd name="connsiteX19-297" fmla="*/ 1733 w 10000"/>
              <a:gd name="connsiteY19-298" fmla="*/ 4284 h 10000"/>
              <a:gd name="connsiteX20-299" fmla="*/ 1593 w 10000"/>
              <a:gd name="connsiteY20-300" fmla="*/ 3997 h 10000"/>
              <a:gd name="connsiteX21-301" fmla="*/ 1475 w 10000"/>
              <a:gd name="connsiteY21-302" fmla="*/ 3789 h 10000"/>
              <a:gd name="connsiteX22-303" fmla="*/ 1241 w 10000"/>
              <a:gd name="connsiteY22-304" fmla="*/ 3307 h 10000"/>
              <a:gd name="connsiteX23-305" fmla="*/ 1101 w 10000"/>
              <a:gd name="connsiteY23-306" fmla="*/ 2760 h 10000"/>
              <a:gd name="connsiteX24-307" fmla="*/ 867 w 10000"/>
              <a:gd name="connsiteY24-308" fmla="*/ 2214 h 10000"/>
              <a:gd name="connsiteX25-309" fmla="*/ 726 w 10000"/>
              <a:gd name="connsiteY25-310" fmla="*/ 1654 h 10000"/>
              <a:gd name="connsiteX26-311" fmla="*/ 726 w 10000"/>
              <a:gd name="connsiteY26-312" fmla="*/ 1380 h 10000"/>
              <a:gd name="connsiteX27-313" fmla="*/ 609 w 10000"/>
              <a:gd name="connsiteY27-314" fmla="*/ 1107 h 10000"/>
              <a:gd name="connsiteX28-315" fmla="*/ 492 w 10000"/>
              <a:gd name="connsiteY28-316" fmla="*/ 898 h 10000"/>
              <a:gd name="connsiteX29-317" fmla="*/ 492 w 10000"/>
              <a:gd name="connsiteY29-318" fmla="*/ 690 h 10000"/>
              <a:gd name="connsiteX30-319" fmla="*/ 375 w 10000"/>
              <a:gd name="connsiteY30-320" fmla="*/ 560 h 10000"/>
              <a:gd name="connsiteX31-321" fmla="*/ 375 w 10000"/>
              <a:gd name="connsiteY31-322" fmla="*/ 417 h 10000"/>
              <a:gd name="connsiteX32-323" fmla="*/ 234 w 10000"/>
              <a:gd name="connsiteY32-324" fmla="*/ 352 h 10000"/>
              <a:gd name="connsiteX33-325" fmla="*/ 234 w 10000"/>
              <a:gd name="connsiteY33-326" fmla="*/ 273 h 10000"/>
              <a:gd name="connsiteX34-327" fmla="*/ 117 w 10000"/>
              <a:gd name="connsiteY34-328" fmla="*/ 273 h 10000"/>
              <a:gd name="connsiteX35-329" fmla="*/ 0 w 10000"/>
              <a:gd name="connsiteY35-330" fmla="*/ 208 h 10000"/>
              <a:gd name="connsiteX36-331" fmla="*/ 0 w 10000"/>
              <a:gd name="connsiteY36-332" fmla="*/ 143 h 10000"/>
              <a:gd name="connsiteX37-333" fmla="*/ 117 w 10000"/>
              <a:gd name="connsiteY37-334" fmla="*/ 78 h 10000"/>
              <a:gd name="connsiteX38-335" fmla="*/ 117 w 10000"/>
              <a:gd name="connsiteY38-336" fmla="*/ 0 h 10000"/>
              <a:gd name="connsiteX39-337" fmla="*/ 117 w 10000"/>
              <a:gd name="connsiteY39-338" fmla="*/ 0 h 10000"/>
              <a:gd name="connsiteX40-339" fmla="*/ 609 w 10000"/>
              <a:gd name="connsiteY40-340" fmla="*/ 0 h 10000"/>
              <a:gd name="connsiteX41-341" fmla="*/ 726 w 10000"/>
              <a:gd name="connsiteY41-342" fmla="*/ 78 h 10000"/>
              <a:gd name="connsiteX42-343" fmla="*/ 984 w 10000"/>
              <a:gd name="connsiteY42-344" fmla="*/ 78 h 10000"/>
              <a:gd name="connsiteX43-345" fmla="*/ 1358 w 10000"/>
              <a:gd name="connsiteY43-346" fmla="*/ 208 h 10000"/>
              <a:gd name="connsiteX44-347" fmla="*/ 1593 w 10000"/>
              <a:gd name="connsiteY44-348" fmla="*/ 273 h 10000"/>
              <a:gd name="connsiteX45-349" fmla="*/ 1850 w 10000"/>
              <a:gd name="connsiteY45-350" fmla="*/ 273 h 10000"/>
              <a:gd name="connsiteX46-351" fmla="*/ 1967 w 10000"/>
              <a:gd name="connsiteY46-352" fmla="*/ 352 h 10000"/>
              <a:gd name="connsiteX47-353" fmla="*/ 1967 w 10000"/>
              <a:gd name="connsiteY47-354" fmla="*/ 417 h 10000"/>
              <a:gd name="connsiteX48-355" fmla="*/ 1967 w 10000"/>
              <a:gd name="connsiteY48-356" fmla="*/ 417 h 10000"/>
              <a:gd name="connsiteX49-357" fmla="*/ 1850 w 10000"/>
              <a:gd name="connsiteY49-358" fmla="*/ 482 h 10000"/>
              <a:gd name="connsiteX50-359" fmla="*/ 1850 w 10000"/>
              <a:gd name="connsiteY50-360" fmla="*/ 560 h 10000"/>
              <a:gd name="connsiteX51-361" fmla="*/ 1850 w 10000"/>
              <a:gd name="connsiteY51-362" fmla="*/ 690 h 10000"/>
              <a:gd name="connsiteX52-363" fmla="*/ 1733 w 10000"/>
              <a:gd name="connsiteY52-364" fmla="*/ 833 h 10000"/>
              <a:gd name="connsiteX53-365" fmla="*/ 1733 w 10000"/>
              <a:gd name="connsiteY53-366" fmla="*/ 898 h 10000"/>
              <a:gd name="connsiteX54-367" fmla="*/ 1733 w 10000"/>
              <a:gd name="connsiteY54-368" fmla="*/ 1042 h 10000"/>
              <a:gd name="connsiteX55-369" fmla="*/ 1733 w 10000"/>
              <a:gd name="connsiteY55-370" fmla="*/ 1107 h 10000"/>
              <a:gd name="connsiteX56-371" fmla="*/ 1733 w 10000"/>
              <a:gd name="connsiteY56-372" fmla="*/ 1250 h 10000"/>
              <a:gd name="connsiteX57-373" fmla="*/ 1733 w 10000"/>
              <a:gd name="connsiteY57-374" fmla="*/ 1523 h 10000"/>
              <a:gd name="connsiteX58-375" fmla="*/ 1850 w 10000"/>
              <a:gd name="connsiteY58-376" fmla="*/ 1862 h 10000"/>
              <a:gd name="connsiteX59-377" fmla="*/ 1850 w 10000"/>
              <a:gd name="connsiteY59-378" fmla="*/ 2214 h 10000"/>
              <a:gd name="connsiteX60-379" fmla="*/ 1967 w 10000"/>
              <a:gd name="connsiteY60-380" fmla="*/ 2552 h 10000"/>
              <a:gd name="connsiteX61-381" fmla="*/ 2084 w 10000"/>
              <a:gd name="connsiteY61-382" fmla="*/ 2969 h 10000"/>
              <a:gd name="connsiteX62-383" fmla="*/ 2342 w 10000"/>
              <a:gd name="connsiteY62-384" fmla="*/ 3385 h 10000"/>
              <a:gd name="connsiteX63-385" fmla="*/ 2600 w 10000"/>
              <a:gd name="connsiteY63-386" fmla="*/ 3867 h 10000"/>
              <a:gd name="connsiteX64-387" fmla="*/ 2834 w 10000"/>
              <a:gd name="connsiteY64-388" fmla="*/ 4349 h 10000"/>
              <a:gd name="connsiteX65-389" fmla="*/ 3208 w 10000"/>
              <a:gd name="connsiteY65-390" fmla="*/ 4896 h 10000"/>
              <a:gd name="connsiteX66-391" fmla="*/ 3583 w 10000"/>
              <a:gd name="connsiteY66-392" fmla="*/ 5521 h 10000"/>
              <a:gd name="connsiteX67-393" fmla="*/ 3817 w 10000"/>
              <a:gd name="connsiteY67-394" fmla="*/ 5794 h 10000"/>
              <a:gd name="connsiteX68-395" fmla="*/ 4075 w 10000"/>
              <a:gd name="connsiteY68-396" fmla="*/ 6003 h 10000"/>
              <a:gd name="connsiteX69-397" fmla="*/ 4333 w 10000"/>
              <a:gd name="connsiteY69-398" fmla="*/ 6276 h 10000"/>
              <a:gd name="connsiteX70-399" fmla="*/ 4684 w 10000"/>
              <a:gd name="connsiteY70-400" fmla="*/ 6549 h 10000"/>
              <a:gd name="connsiteX71-401" fmla="*/ 4941 w 10000"/>
              <a:gd name="connsiteY71-402" fmla="*/ 6823 h 10000"/>
              <a:gd name="connsiteX72-403" fmla="*/ 5176 w 10000"/>
              <a:gd name="connsiteY72-404" fmla="*/ 7109 h 10000"/>
              <a:gd name="connsiteX73-405" fmla="*/ 5550 w 10000"/>
              <a:gd name="connsiteY73-406" fmla="*/ 7318 h 10000"/>
              <a:gd name="connsiteX74-407" fmla="*/ 5808 w 10000"/>
              <a:gd name="connsiteY74-408" fmla="*/ 7513 h 10000"/>
              <a:gd name="connsiteX75-409" fmla="*/ 6183 w 10000"/>
              <a:gd name="connsiteY75-410" fmla="*/ 7721 h 10000"/>
              <a:gd name="connsiteX76-411" fmla="*/ 6417 w 10000"/>
              <a:gd name="connsiteY76-412" fmla="*/ 7930 h 10000"/>
              <a:gd name="connsiteX77-413" fmla="*/ 6792 w 10000"/>
              <a:gd name="connsiteY77-414" fmla="*/ 8073 h 10000"/>
              <a:gd name="connsiteX78-415" fmla="*/ 7049 w 10000"/>
              <a:gd name="connsiteY78-416" fmla="*/ 8203 h 10000"/>
              <a:gd name="connsiteX79-417" fmla="*/ 7283 w 10000"/>
              <a:gd name="connsiteY79-418" fmla="*/ 8346 h 10000"/>
              <a:gd name="connsiteX80-419" fmla="*/ 7541 w 10000"/>
              <a:gd name="connsiteY80-420" fmla="*/ 8490 h 10000"/>
              <a:gd name="connsiteX81-421" fmla="*/ 7775 w 10000"/>
              <a:gd name="connsiteY81-422" fmla="*/ 8555 h 10000"/>
              <a:gd name="connsiteX82-423" fmla="*/ 8033 w 10000"/>
              <a:gd name="connsiteY82-424" fmla="*/ 8685 h 10000"/>
              <a:gd name="connsiteX83-425" fmla="*/ 8150 w 10000"/>
              <a:gd name="connsiteY83-426" fmla="*/ 8763 h 10000"/>
              <a:gd name="connsiteX84-427" fmla="*/ 8290 w 10000"/>
              <a:gd name="connsiteY84-428" fmla="*/ 8763 h 10000"/>
              <a:gd name="connsiteX85-429" fmla="*/ 8407 w 10000"/>
              <a:gd name="connsiteY85-430" fmla="*/ 8828 h 10000"/>
              <a:gd name="connsiteX86-431" fmla="*/ 8525 w 10000"/>
              <a:gd name="connsiteY86-432" fmla="*/ 8828 h 10000"/>
              <a:gd name="connsiteX87-433" fmla="*/ 8525 w 10000"/>
              <a:gd name="connsiteY87-434" fmla="*/ 8828 h 10000"/>
              <a:gd name="connsiteX88-435" fmla="*/ 8642 w 10000"/>
              <a:gd name="connsiteY88-436" fmla="*/ 8763 h 10000"/>
              <a:gd name="connsiteX89-437" fmla="*/ 8642 w 10000"/>
              <a:gd name="connsiteY89-438" fmla="*/ 8685 h 10000"/>
              <a:gd name="connsiteX90-439" fmla="*/ 8782 w 10000"/>
              <a:gd name="connsiteY90-440" fmla="*/ 8620 h 10000"/>
              <a:gd name="connsiteX91-441" fmla="*/ 8782 w 10000"/>
              <a:gd name="connsiteY91-442" fmla="*/ 8555 h 10000"/>
              <a:gd name="connsiteX92-443" fmla="*/ 8899 w 10000"/>
              <a:gd name="connsiteY92-444" fmla="*/ 8411 h 10000"/>
              <a:gd name="connsiteX93-445" fmla="*/ 8899 w 10000"/>
              <a:gd name="connsiteY93-446" fmla="*/ 8281 h 10000"/>
              <a:gd name="connsiteX94-447" fmla="*/ 9016 w 10000"/>
              <a:gd name="connsiteY94-448" fmla="*/ 8138 h 10000"/>
              <a:gd name="connsiteX95-449" fmla="*/ 9016 w 10000"/>
              <a:gd name="connsiteY95-450" fmla="*/ 7930 h 10000"/>
              <a:gd name="connsiteX96-451" fmla="*/ 9133 w 10000"/>
              <a:gd name="connsiteY96-452" fmla="*/ 7799 h 10000"/>
              <a:gd name="connsiteX97-453" fmla="*/ 9133 w 10000"/>
              <a:gd name="connsiteY97-454" fmla="*/ 7721 h 10000"/>
              <a:gd name="connsiteX98-455" fmla="*/ 9274 w 10000"/>
              <a:gd name="connsiteY98-456" fmla="*/ 7591 h 10000"/>
              <a:gd name="connsiteX99-457" fmla="*/ 9274 w 10000"/>
              <a:gd name="connsiteY99-458" fmla="*/ 7513 h 10000"/>
              <a:gd name="connsiteX100-459" fmla="*/ 9391 w 10000"/>
              <a:gd name="connsiteY100-460" fmla="*/ 7448 h 10000"/>
              <a:gd name="connsiteX101-461" fmla="*/ 9391 w 10000"/>
              <a:gd name="connsiteY101-462" fmla="*/ 7448 h 10000"/>
              <a:gd name="connsiteX102-463" fmla="*/ 9391 w 10000"/>
              <a:gd name="connsiteY102-464" fmla="*/ 7448 h 10000"/>
              <a:gd name="connsiteX103-465" fmla="*/ 9391 w 10000"/>
              <a:gd name="connsiteY103-466" fmla="*/ 7448 h 10000"/>
              <a:gd name="connsiteX104-467" fmla="*/ 9508 w 10000"/>
              <a:gd name="connsiteY104-468" fmla="*/ 7448 h 10000"/>
              <a:gd name="connsiteX105-469" fmla="*/ 9508 w 10000"/>
              <a:gd name="connsiteY105-470" fmla="*/ 7513 h 10000"/>
              <a:gd name="connsiteX106-471" fmla="*/ 9508 w 10000"/>
              <a:gd name="connsiteY106-472" fmla="*/ 7591 h 10000"/>
              <a:gd name="connsiteX107-473" fmla="*/ 9508 w 10000"/>
              <a:gd name="connsiteY107-474" fmla="*/ 7721 h 10000"/>
              <a:gd name="connsiteX108-475" fmla="*/ 9649 w 10000"/>
              <a:gd name="connsiteY108-476" fmla="*/ 7799 h 10000"/>
              <a:gd name="connsiteX109-477" fmla="*/ 9649 w 10000"/>
              <a:gd name="connsiteY109-478" fmla="*/ 7930 h 10000"/>
              <a:gd name="connsiteX110-479" fmla="*/ 9649 w 10000"/>
              <a:gd name="connsiteY110-480" fmla="*/ 8138 h 10000"/>
              <a:gd name="connsiteX111-481" fmla="*/ 9649 w 10000"/>
              <a:gd name="connsiteY111-482" fmla="*/ 8411 h 10000"/>
              <a:gd name="connsiteX112-483" fmla="*/ 9766 w 10000"/>
              <a:gd name="connsiteY112-484" fmla="*/ 8763 h 10000"/>
              <a:gd name="connsiteX113-485" fmla="*/ 9883 w 10000"/>
              <a:gd name="connsiteY113-486" fmla="*/ 9036 h 10000"/>
              <a:gd name="connsiteX114-487" fmla="*/ 10000 w 10000"/>
              <a:gd name="connsiteY114-488" fmla="*/ 9375 h 10000"/>
              <a:gd name="connsiteX115-489" fmla="*/ 10000 w 10000"/>
              <a:gd name="connsiteY115-490" fmla="*/ 9453 h 10000"/>
              <a:gd name="connsiteX116-491" fmla="*/ 10000 w 10000"/>
              <a:gd name="connsiteY116-492" fmla="*/ 9583 h 10000"/>
              <a:gd name="connsiteX117-493" fmla="*/ 10000 w 10000"/>
              <a:gd name="connsiteY117-494" fmla="*/ 9727 h 10000"/>
              <a:gd name="connsiteX118-495" fmla="*/ 10000 w 10000"/>
              <a:gd name="connsiteY118-496" fmla="*/ 9792 h 10000"/>
              <a:gd name="connsiteX119-497" fmla="*/ 10000 w 10000"/>
              <a:gd name="connsiteY119-498" fmla="*/ 9857 h 10000"/>
              <a:gd name="connsiteX120-499" fmla="*/ 10000 w 10000"/>
              <a:gd name="connsiteY120-500" fmla="*/ 9935 h 10000"/>
              <a:gd name="connsiteX121-501" fmla="*/ 10000 w 10000"/>
              <a:gd name="connsiteY121-502" fmla="*/ 9935 h 10000"/>
              <a:gd name="connsiteX122-503" fmla="*/ 10000 w 10000"/>
              <a:gd name="connsiteY122-504" fmla="*/ 10000 h 10000"/>
              <a:gd name="connsiteX123-505" fmla="*/ 9766 w 10000"/>
              <a:gd name="connsiteY123-506" fmla="*/ 9935 h 10000"/>
              <a:gd name="connsiteX124-507" fmla="*/ 9508 w 10000"/>
              <a:gd name="connsiteY124-508" fmla="*/ 9935 h 10000"/>
              <a:gd name="connsiteX125-509" fmla="*/ 9133 w 10000"/>
              <a:gd name="connsiteY125-510" fmla="*/ 9857 h 10000"/>
              <a:gd name="connsiteX126-511" fmla="*/ 8642 w 10000"/>
              <a:gd name="connsiteY126-512" fmla="*/ 9727 h 10000"/>
              <a:gd name="connsiteX127-513" fmla="*/ 8642 w 10000"/>
              <a:gd name="connsiteY127-514" fmla="*/ 9727 h 10000"/>
              <a:gd name="connsiteX0-515" fmla="*/ 8642 w 10000"/>
              <a:gd name="connsiteY0-516" fmla="*/ 9727 h 10000"/>
              <a:gd name="connsiteX1-517" fmla="*/ 8290 w 10000"/>
              <a:gd name="connsiteY1-518" fmla="*/ 9583 h 10000"/>
              <a:gd name="connsiteX2-519" fmla="*/ 7775 w 10000"/>
              <a:gd name="connsiteY2-520" fmla="*/ 9453 h 10000"/>
              <a:gd name="connsiteX3-521" fmla="*/ 7283 w 10000"/>
              <a:gd name="connsiteY3-522" fmla="*/ 9245 h 10000"/>
              <a:gd name="connsiteX4-523" fmla="*/ 6792 w 10000"/>
              <a:gd name="connsiteY4-524" fmla="*/ 9036 h 10000"/>
              <a:gd name="connsiteX5-525" fmla="*/ 6557 w 10000"/>
              <a:gd name="connsiteY5-526" fmla="*/ 8893 h 10000"/>
              <a:gd name="connsiteX6-527" fmla="*/ 6300 w 10000"/>
              <a:gd name="connsiteY6-528" fmla="*/ 8763 h 10000"/>
              <a:gd name="connsiteX7-529" fmla="*/ 6042 w 10000"/>
              <a:gd name="connsiteY7-530" fmla="*/ 8620 h 10000"/>
              <a:gd name="connsiteX8-531" fmla="*/ 5808 w 10000"/>
              <a:gd name="connsiteY8-532" fmla="*/ 8490 h 10000"/>
              <a:gd name="connsiteX9-533" fmla="*/ 5550 w 10000"/>
              <a:gd name="connsiteY9-534" fmla="*/ 8281 h 10000"/>
              <a:gd name="connsiteX10-535" fmla="*/ 5316 w 10000"/>
              <a:gd name="connsiteY10-536" fmla="*/ 8073 h 10000"/>
              <a:gd name="connsiteX11-537" fmla="*/ 5059 w 10000"/>
              <a:gd name="connsiteY11-538" fmla="*/ 7865 h 10000"/>
              <a:gd name="connsiteX12-539" fmla="*/ 4684 w 10000"/>
              <a:gd name="connsiteY12-540" fmla="*/ 7656 h 10000"/>
              <a:gd name="connsiteX13-541" fmla="*/ 4075 w 10000"/>
              <a:gd name="connsiteY13-542" fmla="*/ 7174 h 10000"/>
              <a:gd name="connsiteX14-543" fmla="*/ 3583 w 10000"/>
              <a:gd name="connsiteY14-544" fmla="*/ 6758 h 10000"/>
              <a:gd name="connsiteX15-545" fmla="*/ 3091 w 10000"/>
              <a:gd name="connsiteY15-546" fmla="*/ 6276 h 10000"/>
              <a:gd name="connsiteX16-547" fmla="*/ 2717 w 10000"/>
              <a:gd name="connsiteY16-548" fmla="*/ 5729 h 10000"/>
              <a:gd name="connsiteX17-549" fmla="*/ 2342 w 10000"/>
              <a:gd name="connsiteY17-550" fmla="*/ 5247 h 10000"/>
              <a:gd name="connsiteX18-551" fmla="*/ 1967 w 10000"/>
              <a:gd name="connsiteY18-552" fmla="*/ 4766 h 10000"/>
              <a:gd name="connsiteX19-553" fmla="*/ 1733 w 10000"/>
              <a:gd name="connsiteY19-554" fmla="*/ 4284 h 10000"/>
              <a:gd name="connsiteX20-555" fmla="*/ 1593 w 10000"/>
              <a:gd name="connsiteY20-556" fmla="*/ 3997 h 10000"/>
              <a:gd name="connsiteX21-557" fmla="*/ 1475 w 10000"/>
              <a:gd name="connsiteY21-558" fmla="*/ 3789 h 10000"/>
              <a:gd name="connsiteX22-559" fmla="*/ 1241 w 10000"/>
              <a:gd name="connsiteY22-560" fmla="*/ 3307 h 10000"/>
              <a:gd name="connsiteX23-561" fmla="*/ 1101 w 10000"/>
              <a:gd name="connsiteY23-562" fmla="*/ 2760 h 10000"/>
              <a:gd name="connsiteX24-563" fmla="*/ 867 w 10000"/>
              <a:gd name="connsiteY24-564" fmla="*/ 2214 h 10000"/>
              <a:gd name="connsiteX25-565" fmla="*/ 726 w 10000"/>
              <a:gd name="connsiteY25-566" fmla="*/ 1654 h 10000"/>
              <a:gd name="connsiteX26-567" fmla="*/ 726 w 10000"/>
              <a:gd name="connsiteY26-568" fmla="*/ 1380 h 10000"/>
              <a:gd name="connsiteX27-569" fmla="*/ 609 w 10000"/>
              <a:gd name="connsiteY27-570" fmla="*/ 1107 h 10000"/>
              <a:gd name="connsiteX28-571" fmla="*/ 492 w 10000"/>
              <a:gd name="connsiteY28-572" fmla="*/ 898 h 10000"/>
              <a:gd name="connsiteX29-573" fmla="*/ 492 w 10000"/>
              <a:gd name="connsiteY29-574" fmla="*/ 690 h 10000"/>
              <a:gd name="connsiteX30-575" fmla="*/ 375 w 10000"/>
              <a:gd name="connsiteY30-576" fmla="*/ 560 h 10000"/>
              <a:gd name="connsiteX31-577" fmla="*/ 375 w 10000"/>
              <a:gd name="connsiteY31-578" fmla="*/ 417 h 10000"/>
              <a:gd name="connsiteX32-579" fmla="*/ 234 w 10000"/>
              <a:gd name="connsiteY32-580" fmla="*/ 352 h 10000"/>
              <a:gd name="connsiteX33-581" fmla="*/ 234 w 10000"/>
              <a:gd name="connsiteY33-582" fmla="*/ 273 h 10000"/>
              <a:gd name="connsiteX34-583" fmla="*/ 117 w 10000"/>
              <a:gd name="connsiteY34-584" fmla="*/ 273 h 10000"/>
              <a:gd name="connsiteX35-585" fmla="*/ 0 w 10000"/>
              <a:gd name="connsiteY35-586" fmla="*/ 208 h 10000"/>
              <a:gd name="connsiteX36-587" fmla="*/ 0 w 10000"/>
              <a:gd name="connsiteY36-588" fmla="*/ 143 h 10000"/>
              <a:gd name="connsiteX37-589" fmla="*/ 117 w 10000"/>
              <a:gd name="connsiteY37-590" fmla="*/ 78 h 10000"/>
              <a:gd name="connsiteX38-591" fmla="*/ 117 w 10000"/>
              <a:gd name="connsiteY38-592" fmla="*/ 0 h 10000"/>
              <a:gd name="connsiteX39-593" fmla="*/ 609 w 10000"/>
              <a:gd name="connsiteY39-594" fmla="*/ 0 h 10000"/>
              <a:gd name="connsiteX40-595" fmla="*/ 726 w 10000"/>
              <a:gd name="connsiteY40-596" fmla="*/ 78 h 10000"/>
              <a:gd name="connsiteX41-597" fmla="*/ 984 w 10000"/>
              <a:gd name="connsiteY41-598" fmla="*/ 78 h 10000"/>
              <a:gd name="connsiteX42-599" fmla="*/ 1358 w 10000"/>
              <a:gd name="connsiteY42-600" fmla="*/ 208 h 10000"/>
              <a:gd name="connsiteX43-601" fmla="*/ 1593 w 10000"/>
              <a:gd name="connsiteY43-602" fmla="*/ 273 h 10000"/>
              <a:gd name="connsiteX44-603" fmla="*/ 1850 w 10000"/>
              <a:gd name="connsiteY44-604" fmla="*/ 273 h 10000"/>
              <a:gd name="connsiteX45-605" fmla="*/ 1967 w 10000"/>
              <a:gd name="connsiteY45-606" fmla="*/ 352 h 10000"/>
              <a:gd name="connsiteX46-607" fmla="*/ 1967 w 10000"/>
              <a:gd name="connsiteY46-608" fmla="*/ 417 h 10000"/>
              <a:gd name="connsiteX47-609" fmla="*/ 1967 w 10000"/>
              <a:gd name="connsiteY47-610" fmla="*/ 417 h 10000"/>
              <a:gd name="connsiteX48-611" fmla="*/ 1850 w 10000"/>
              <a:gd name="connsiteY48-612" fmla="*/ 482 h 10000"/>
              <a:gd name="connsiteX49-613" fmla="*/ 1850 w 10000"/>
              <a:gd name="connsiteY49-614" fmla="*/ 560 h 10000"/>
              <a:gd name="connsiteX50-615" fmla="*/ 1850 w 10000"/>
              <a:gd name="connsiteY50-616" fmla="*/ 690 h 10000"/>
              <a:gd name="connsiteX51-617" fmla="*/ 1733 w 10000"/>
              <a:gd name="connsiteY51-618" fmla="*/ 833 h 10000"/>
              <a:gd name="connsiteX52-619" fmla="*/ 1733 w 10000"/>
              <a:gd name="connsiteY52-620" fmla="*/ 898 h 10000"/>
              <a:gd name="connsiteX53-621" fmla="*/ 1733 w 10000"/>
              <a:gd name="connsiteY53-622" fmla="*/ 1042 h 10000"/>
              <a:gd name="connsiteX54-623" fmla="*/ 1733 w 10000"/>
              <a:gd name="connsiteY54-624" fmla="*/ 1107 h 10000"/>
              <a:gd name="connsiteX55-625" fmla="*/ 1733 w 10000"/>
              <a:gd name="connsiteY55-626" fmla="*/ 1250 h 10000"/>
              <a:gd name="connsiteX56-627" fmla="*/ 1733 w 10000"/>
              <a:gd name="connsiteY56-628" fmla="*/ 1523 h 10000"/>
              <a:gd name="connsiteX57-629" fmla="*/ 1850 w 10000"/>
              <a:gd name="connsiteY57-630" fmla="*/ 1862 h 10000"/>
              <a:gd name="connsiteX58-631" fmla="*/ 1850 w 10000"/>
              <a:gd name="connsiteY58-632" fmla="*/ 2214 h 10000"/>
              <a:gd name="connsiteX59-633" fmla="*/ 1967 w 10000"/>
              <a:gd name="connsiteY59-634" fmla="*/ 2552 h 10000"/>
              <a:gd name="connsiteX60-635" fmla="*/ 2084 w 10000"/>
              <a:gd name="connsiteY60-636" fmla="*/ 2969 h 10000"/>
              <a:gd name="connsiteX61-637" fmla="*/ 2342 w 10000"/>
              <a:gd name="connsiteY61-638" fmla="*/ 3385 h 10000"/>
              <a:gd name="connsiteX62-639" fmla="*/ 2600 w 10000"/>
              <a:gd name="connsiteY62-640" fmla="*/ 3867 h 10000"/>
              <a:gd name="connsiteX63-641" fmla="*/ 2834 w 10000"/>
              <a:gd name="connsiteY63-642" fmla="*/ 4349 h 10000"/>
              <a:gd name="connsiteX64-643" fmla="*/ 3208 w 10000"/>
              <a:gd name="connsiteY64-644" fmla="*/ 4896 h 10000"/>
              <a:gd name="connsiteX65-645" fmla="*/ 3583 w 10000"/>
              <a:gd name="connsiteY65-646" fmla="*/ 5521 h 10000"/>
              <a:gd name="connsiteX66-647" fmla="*/ 3817 w 10000"/>
              <a:gd name="connsiteY66-648" fmla="*/ 5794 h 10000"/>
              <a:gd name="connsiteX67-649" fmla="*/ 4075 w 10000"/>
              <a:gd name="connsiteY67-650" fmla="*/ 6003 h 10000"/>
              <a:gd name="connsiteX68-651" fmla="*/ 4333 w 10000"/>
              <a:gd name="connsiteY68-652" fmla="*/ 6276 h 10000"/>
              <a:gd name="connsiteX69-653" fmla="*/ 4684 w 10000"/>
              <a:gd name="connsiteY69-654" fmla="*/ 6549 h 10000"/>
              <a:gd name="connsiteX70-655" fmla="*/ 4941 w 10000"/>
              <a:gd name="connsiteY70-656" fmla="*/ 6823 h 10000"/>
              <a:gd name="connsiteX71-657" fmla="*/ 5176 w 10000"/>
              <a:gd name="connsiteY71-658" fmla="*/ 7109 h 10000"/>
              <a:gd name="connsiteX72-659" fmla="*/ 5550 w 10000"/>
              <a:gd name="connsiteY72-660" fmla="*/ 7318 h 10000"/>
              <a:gd name="connsiteX73-661" fmla="*/ 5808 w 10000"/>
              <a:gd name="connsiteY73-662" fmla="*/ 7513 h 10000"/>
              <a:gd name="connsiteX74-663" fmla="*/ 6183 w 10000"/>
              <a:gd name="connsiteY74-664" fmla="*/ 7721 h 10000"/>
              <a:gd name="connsiteX75-665" fmla="*/ 6417 w 10000"/>
              <a:gd name="connsiteY75-666" fmla="*/ 7930 h 10000"/>
              <a:gd name="connsiteX76-667" fmla="*/ 6792 w 10000"/>
              <a:gd name="connsiteY76-668" fmla="*/ 8073 h 10000"/>
              <a:gd name="connsiteX77-669" fmla="*/ 7049 w 10000"/>
              <a:gd name="connsiteY77-670" fmla="*/ 8203 h 10000"/>
              <a:gd name="connsiteX78-671" fmla="*/ 7283 w 10000"/>
              <a:gd name="connsiteY78-672" fmla="*/ 8346 h 10000"/>
              <a:gd name="connsiteX79-673" fmla="*/ 7541 w 10000"/>
              <a:gd name="connsiteY79-674" fmla="*/ 8490 h 10000"/>
              <a:gd name="connsiteX80-675" fmla="*/ 7775 w 10000"/>
              <a:gd name="connsiteY80-676" fmla="*/ 8555 h 10000"/>
              <a:gd name="connsiteX81-677" fmla="*/ 8033 w 10000"/>
              <a:gd name="connsiteY81-678" fmla="*/ 8685 h 10000"/>
              <a:gd name="connsiteX82-679" fmla="*/ 8150 w 10000"/>
              <a:gd name="connsiteY82-680" fmla="*/ 8763 h 10000"/>
              <a:gd name="connsiteX83-681" fmla="*/ 8290 w 10000"/>
              <a:gd name="connsiteY83-682" fmla="*/ 8763 h 10000"/>
              <a:gd name="connsiteX84-683" fmla="*/ 8407 w 10000"/>
              <a:gd name="connsiteY84-684" fmla="*/ 8828 h 10000"/>
              <a:gd name="connsiteX85-685" fmla="*/ 8525 w 10000"/>
              <a:gd name="connsiteY85-686" fmla="*/ 8828 h 10000"/>
              <a:gd name="connsiteX86-687" fmla="*/ 8525 w 10000"/>
              <a:gd name="connsiteY86-688" fmla="*/ 8828 h 10000"/>
              <a:gd name="connsiteX87-689" fmla="*/ 8642 w 10000"/>
              <a:gd name="connsiteY87-690" fmla="*/ 8763 h 10000"/>
              <a:gd name="connsiteX88-691" fmla="*/ 8642 w 10000"/>
              <a:gd name="connsiteY88-692" fmla="*/ 8685 h 10000"/>
              <a:gd name="connsiteX89-693" fmla="*/ 8782 w 10000"/>
              <a:gd name="connsiteY89-694" fmla="*/ 8620 h 10000"/>
              <a:gd name="connsiteX90-695" fmla="*/ 8782 w 10000"/>
              <a:gd name="connsiteY90-696" fmla="*/ 8555 h 10000"/>
              <a:gd name="connsiteX91-697" fmla="*/ 8899 w 10000"/>
              <a:gd name="connsiteY91-698" fmla="*/ 8411 h 10000"/>
              <a:gd name="connsiteX92-699" fmla="*/ 8899 w 10000"/>
              <a:gd name="connsiteY92-700" fmla="*/ 8281 h 10000"/>
              <a:gd name="connsiteX93-701" fmla="*/ 9016 w 10000"/>
              <a:gd name="connsiteY93-702" fmla="*/ 8138 h 10000"/>
              <a:gd name="connsiteX94-703" fmla="*/ 9016 w 10000"/>
              <a:gd name="connsiteY94-704" fmla="*/ 7930 h 10000"/>
              <a:gd name="connsiteX95-705" fmla="*/ 9133 w 10000"/>
              <a:gd name="connsiteY95-706" fmla="*/ 7799 h 10000"/>
              <a:gd name="connsiteX96-707" fmla="*/ 9133 w 10000"/>
              <a:gd name="connsiteY96-708" fmla="*/ 7721 h 10000"/>
              <a:gd name="connsiteX97-709" fmla="*/ 9274 w 10000"/>
              <a:gd name="connsiteY97-710" fmla="*/ 7591 h 10000"/>
              <a:gd name="connsiteX98-711" fmla="*/ 9274 w 10000"/>
              <a:gd name="connsiteY98-712" fmla="*/ 7513 h 10000"/>
              <a:gd name="connsiteX99-713" fmla="*/ 9391 w 10000"/>
              <a:gd name="connsiteY99-714" fmla="*/ 7448 h 10000"/>
              <a:gd name="connsiteX100-715" fmla="*/ 9391 w 10000"/>
              <a:gd name="connsiteY100-716" fmla="*/ 7448 h 10000"/>
              <a:gd name="connsiteX101-717" fmla="*/ 9391 w 10000"/>
              <a:gd name="connsiteY101-718" fmla="*/ 7448 h 10000"/>
              <a:gd name="connsiteX102-719" fmla="*/ 9391 w 10000"/>
              <a:gd name="connsiteY102-720" fmla="*/ 7448 h 10000"/>
              <a:gd name="connsiteX103-721" fmla="*/ 9508 w 10000"/>
              <a:gd name="connsiteY103-722" fmla="*/ 7448 h 10000"/>
              <a:gd name="connsiteX104-723" fmla="*/ 9508 w 10000"/>
              <a:gd name="connsiteY104-724" fmla="*/ 7513 h 10000"/>
              <a:gd name="connsiteX105-725" fmla="*/ 9508 w 10000"/>
              <a:gd name="connsiteY105-726" fmla="*/ 7591 h 10000"/>
              <a:gd name="connsiteX106-727" fmla="*/ 9508 w 10000"/>
              <a:gd name="connsiteY106-728" fmla="*/ 7721 h 10000"/>
              <a:gd name="connsiteX107-729" fmla="*/ 9649 w 10000"/>
              <a:gd name="connsiteY107-730" fmla="*/ 7799 h 10000"/>
              <a:gd name="connsiteX108-731" fmla="*/ 9649 w 10000"/>
              <a:gd name="connsiteY108-732" fmla="*/ 7930 h 10000"/>
              <a:gd name="connsiteX109-733" fmla="*/ 9649 w 10000"/>
              <a:gd name="connsiteY109-734" fmla="*/ 8138 h 10000"/>
              <a:gd name="connsiteX110-735" fmla="*/ 9649 w 10000"/>
              <a:gd name="connsiteY110-736" fmla="*/ 8411 h 10000"/>
              <a:gd name="connsiteX111-737" fmla="*/ 9766 w 10000"/>
              <a:gd name="connsiteY111-738" fmla="*/ 8763 h 10000"/>
              <a:gd name="connsiteX112-739" fmla="*/ 9883 w 10000"/>
              <a:gd name="connsiteY112-740" fmla="*/ 9036 h 10000"/>
              <a:gd name="connsiteX113-741" fmla="*/ 10000 w 10000"/>
              <a:gd name="connsiteY113-742" fmla="*/ 9375 h 10000"/>
              <a:gd name="connsiteX114-743" fmla="*/ 10000 w 10000"/>
              <a:gd name="connsiteY114-744" fmla="*/ 9453 h 10000"/>
              <a:gd name="connsiteX115-745" fmla="*/ 10000 w 10000"/>
              <a:gd name="connsiteY115-746" fmla="*/ 9583 h 10000"/>
              <a:gd name="connsiteX116-747" fmla="*/ 10000 w 10000"/>
              <a:gd name="connsiteY116-748" fmla="*/ 9727 h 10000"/>
              <a:gd name="connsiteX117-749" fmla="*/ 10000 w 10000"/>
              <a:gd name="connsiteY117-750" fmla="*/ 9792 h 10000"/>
              <a:gd name="connsiteX118-751" fmla="*/ 10000 w 10000"/>
              <a:gd name="connsiteY118-752" fmla="*/ 9857 h 10000"/>
              <a:gd name="connsiteX119-753" fmla="*/ 10000 w 10000"/>
              <a:gd name="connsiteY119-754" fmla="*/ 9935 h 10000"/>
              <a:gd name="connsiteX120-755" fmla="*/ 10000 w 10000"/>
              <a:gd name="connsiteY120-756" fmla="*/ 9935 h 10000"/>
              <a:gd name="connsiteX121-757" fmla="*/ 10000 w 10000"/>
              <a:gd name="connsiteY121-758" fmla="*/ 10000 h 10000"/>
              <a:gd name="connsiteX122-759" fmla="*/ 9766 w 10000"/>
              <a:gd name="connsiteY122-760" fmla="*/ 9935 h 10000"/>
              <a:gd name="connsiteX123-761" fmla="*/ 9508 w 10000"/>
              <a:gd name="connsiteY123-762" fmla="*/ 9935 h 10000"/>
              <a:gd name="connsiteX124-763" fmla="*/ 9133 w 10000"/>
              <a:gd name="connsiteY124-764" fmla="*/ 9857 h 10000"/>
              <a:gd name="connsiteX125-765" fmla="*/ 8642 w 10000"/>
              <a:gd name="connsiteY125-766" fmla="*/ 9727 h 10000"/>
              <a:gd name="connsiteX126-767" fmla="*/ 8642 w 10000"/>
              <a:gd name="connsiteY126-768" fmla="*/ 9727 h 10000"/>
              <a:gd name="connsiteX0-769" fmla="*/ 8642 w 10000"/>
              <a:gd name="connsiteY0-770" fmla="*/ 9727 h 10000"/>
              <a:gd name="connsiteX1-771" fmla="*/ 8290 w 10000"/>
              <a:gd name="connsiteY1-772" fmla="*/ 9583 h 10000"/>
              <a:gd name="connsiteX2-773" fmla="*/ 7775 w 10000"/>
              <a:gd name="connsiteY2-774" fmla="*/ 9453 h 10000"/>
              <a:gd name="connsiteX3-775" fmla="*/ 7283 w 10000"/>
              <a:gd name="connsiteY3-776" fmla="*/ 9245 h 10000"/>
              <a:gd name="connsiteX4-777" fmla="*/ 6792 w 10000"/>
              <a:gd name="connsiteY4-778" fmla="*/ 9036 h 10000"/>
              <a:gd name="connsiteX5-779" fmla="*/ 6557 w 10000"/>
              <a:gd name="connsiteY5-780" fmla="*/ 8893 h 10000"/>
              <a:gd name="connsiteX6-781" fmla="*/ 6300 w 10000"/>
              <a:gd name="connsiteY6-782" fmla="*/ 8763 h 10000"/>
              <a:gd name="connsiteX7-783" fmla="*/ 6042 w 10000"/>
              <a:gd name="connsiteY7-784" fmla="*/ 8620 h 10000"/>
              <a:gd name="connsiteX8-785" fmla="*/ 5808 w 10000"/>
              <a:gd name="connsiteY8-786" fmla="*/ 8490 h 10000"/>
              <a:gd name="connsiteX9-787" fmla="*/ 5550 w 10000"/>
              <a:gd name="connsiteY9-788" fmla="*/ 8281 h 10000"/>
              <a:gd name="connsiteX10-789" fmla="*/ 5316 w 10000"/>
              <a:gd name="connsiteY10-790" fmla="*/ 8073 h 10000"/>
              <a:gd name="connsiteX11-791" fmla="*/ 5059 w 10000"/>
              <a:gd name="connsiteY11-792" fmla="*/ 7865 h 10000"/>
              <a:gd name="connsiteX12-793" fmla="*/ 4684 w 10000"/>
              <a:gd name="connsiteY12-794" fmla="*/ 7656 h 10000"/>
              <a:gd name="connsiteX13-795" fmla="*/ 4075 w 10000"/>
              <a:gd name="connsiteY13-796" fmla="*/ 7174 h 10000"/>
              <a:gd name="connsiteX14-797" fmla="*/ 3583 w 10000"/>
              <a:gd name="connsiteY14-798" fmla="*/ 6758 h 10000"/>
              <a:gd name="connsiteX15-799" fmla="*/ 3091 w 10000"/>
              <a:gd name="connsiteY15-800" fmla="*/ 6276 h 10000"/>
              <a:gd name="connsiteX16-801" fmla="*/ 2717 w 10000"/>
              <a:gd name="connsiteY16-802" fmla="*/ 5729 h 10000"/>
              <a:gd name="connsiteX17-803" fmla="*/ 2342 w 10000"/>
              <a:gd name="connsiteY17-804" fmla="*/ 5247 h 10000"/>
              <a:gd name="connsiteX18-805" fmla="*/ 1967 w 10000"/>
              <a:gd name="connsiteY18-806" fmla="*/ 4766 h 10000"/>
              <a:gd name="connsiteX19-807" fmla="*/ 1733 w 10000"/>
              <a:gd name="connsiteY19-808" fmla="*/ 4284 h 10000"/>
              <a:gd name="connsiteX20-809" fmla="*/ 1593 w 10000"/>
              <a:gd name="connsiteY20-810" fmla="*/ 3997 h 10000"/>
              <a:gd name="connsiteX21-811" fmla="*/ 1475 w 10000"/>
              <a:gd name="connsiteY21-812" fmla="*/ 3789 h 10000"/>
              <a:gd name="connsiteX22-813" fmla="*/ 1241 w 10000"/>
              <a:gd name="connsiteY22-814" fmla="*/ 3307 h 10000"/>
              <a:gd name="connsiteX23-815" fmla="*/ 1101 w 10000"/>
              <a:gd name="connsiteY23-816" fmla="*/ 2760 h 10000"/>
              <a:gd name="connsiteX24-817" fmla="*/ 867 w 10000"/>
              <a:gd name="connsiteY24-818" fmla="*/ 2214 h 10000"/>
              <a:gd name="connsiteX25-819" fmla="*/ 726 w 10000"/>
              <a:gd name="connsiteY25-820" fmla="*/ 1654 h 10000"/>
              <a:gd name="connsiteX26-821" fmla="*/ 726 w 10000"/>
              <a:gd name="connsiteY26-822" fmla="*/ 1380 h 10000"/>
              <a:gd name="connsiteX27-823" fmla="*/ 609 w 10000"/>
              <a:gd name="connsiteY27-824" fmla="*/ 1107 h 10000"/>
              <a:gd name="connsiteX28-825" fmla="*/ 492 w 10000"/>
              <a:gd name="connsiteY28-826" fmla="*/ 898 h 10000"/>
              <a:gd name="connsiteX29-827" fmla="*/ 492 w 10000"/>
              <a:gd name="connsiteY29-828" fmla="*/ 690 h 10000"/>
              <a:gd name="connsiteX30-829" fmla="*/ 375 w 10000"/>
              <a:gd name="connsiteY30-830" fmla="*/ 560 h 10000"/>
              <a:gd name="connsiteX31-831" fmla="*/ 375 w 10000"/>
              <a:gd name="connsiteY31-832" fmla="*/ 417 h 10000"/>
              <a:gd name="connsiteX32-833" fmla="*/ 234 w 10000"/>
              <a:gd name="connsiteY32-834" fmla="*/ 352 h 10000"/>
              <a:gd name="connsiteX33-835" fmla="*/ 234 w 10000"/>
              <a:gd name="connsiteY33-836" fmla="*/ 273 h 10000"/>
              <a:gd name="connsiteX34-837" fmla="*/ 117 w 10000"/>
              <a:gd name="connsiteY34-838" fmla="*/ 273 h 10000"/>
              <a:gd name="connsiteX35-839" fmla="*/ 0 w 10000"/>
              <a:gd name="connsiteY35-840" fmla="*/ 208 h 10000"/>
              <a:gd name="connsiteX36-841" fmla="*/ 0 w 10000"/>
              <a:gd name="connsiteY36-842" fmla="*/ 143 h 10000"/>
              <a:gd name="connsiteX37-843" fmla="*/ 117 w 10000"/>
              <a:gd name="connsiteY37-844" fmla="*/ 78 h 10000"/>
              <a:gd name="connsiteX38-845" fmla="*/ 609 w 10000"/>
              <a:gd name="connsiteY38-846" fmla="*/ 0 h 10000"/>
              <a:gd name="connsiteX39-847" fmla="*/ 726 w 10000"/>
              <a:gd name="connsiteY39-848" fmla="*/ 78 h 10000"/>
              <a:gd name="connsiteX40-849" fmla="*/ 984 w 10000"/>
              <a:gd name="connsiteY40-850" fmla="*/ 78 h 10000"/>
              <a:gd name="connsiteX41-851" fmla="*/ 1358 w 10000"/>
              <a:gd name="connsiteY41-852" fmla="*/ 208 h 10000"/>
              <a:gd name="connsiteX42-853" fmla="*/ 1593 w 10000"/>
              <a:gd name="connsiteY42-854" fmla="*/ 273 h 10000"/>
              <a:gd name="connsiteX43-855" fmla="*/ 1850 w 10000"/>
              <a:gd name="connsiteY43-856" fmla="*/ 273 h 10000"/>
              <a:gd name="connsiteX44-857" fmla="*/ 1967 w 10000"/>
              <a:gd name="connsiteY44-858" fmla="*/ 352 h 10000"/>
              <a:gd name="connsiteX45-859" fmla="*/ 1967 w 10000"/>
              <a:gd name="connsiteY45-860" fmla="*/ 417 h 10000"/>
              <a:gd name="connsiteX46-861" fmla="*/ 1967 w 10000"/>
              <a:gd name="connsiteY46-862" fmla="*/ 417 h 10000"/>
              <a:gd name="connsiteX47-863" fmla="*/ 1850 w 10000"/>
              <a:gd name="connsiteY47-864" fmla="*/ 482 h 10000"/>
              <a:gd name="connsiteX48-865" fmla="*/ 1850 w 10000"/>
              <a:gd name="connsiteY48-866" fmla="*/ 560 h 10000"/>
              <a:gd name="connsiteX49-867" fmla="*/ 1850 w 10000"/>
              <a:gd name="connsiteY49-868" fmla="*/ 690 h 10000"/>
              <a:gd name="connsiteX50-869" fmla="*/ 1733 w 10000"/>
              <a:gd name="connsiteY50-870" fmla="*/ 833 h 10000"/>
              <a:gd name="connsiteX51-871" fmla="*/ 1733 w 10000"/>
              <a:gd name="connsiteY51-872" fmla="*/ 898 h 10000"/>
              <a:gd name="connsiteX52-873" fmla="*/ 1733 w 10000"/>
              <a:gd name="connsiteY52-874" fmla="*/ 1042 h 10000"/>
              <a:gd name="connsiteX53-875" fmla="*/ 1733 w 10000"/>
              <a:gd name="connsiteY53-876" fmla="*/ 1107 h 10000"/>
              <a:gd name="connsiteX54-877" fmla="*/ 1733 w 10000"/>
              <a:gd name="connsiteY54-878" fmla="*/ 1250 h 10000"/>
              <a:gd name="connsiteX55-879" fmla="*/ 1733 w 10000"/>
              <a:gd name="connsiteY55-880" fmla="*/ 1523 h 10000"/>
              <a:gd name="connsiteX56-881" fmla="*/ 1850 w 10000"/>
              <a:gd name="connsiteY56-882" fmla="*/ 1862 h 10000"/>
              <a:gd name="connsiteX57-883" fmla="*/ 1850 w 10000"/>
              <a:gd name="connsiteY57-884" fmla="*/ 2214 h 10000"/>
              <a:gd name="connsiteX58-885" fmla="*/ 1967 w 10000"/>
              <a:gd name="connsiteY58-886" fmla="*/ 2552 h 10000"/>
              <a:gd name="connsiteX59-887" fmla="*/ 2084 w 10000"/>
              <a:gd name="connsiteY59-888" fmla="*/ 2969 h 10000"/>
              <a:gd name="connsiteX60-889" fmla="*/ 2342 w 10000"/>
              <a:gd name="connsiteY60-890" fmla="*/ 3385 h 10000"/>
              <a:gd name="connsiteX61-891" fmla="*/ 2600 w 10000"/>
              <a:gd name="connsiteY61-892" fmla="*/ 3867 h 10000"/>
              <a:gd name="connsiteX62-893" fmla="*/ 2834 w 10000"/>
              <a:gd name="connsiteY62-894" fmla="*/ 4349 h 10000"/>
              <a:gd name="connsiteX63-895" fmla="*/ 3208 w 10000"/>
              <a:gd name="connsiteY63-896" fmla="*/ 4896 h 10000"/>
              <a:gd name="connsiteX64-897" fmla="*/ 3583 w 10000"/>
              <a:gd name="connsiteY64-898" fmla="*/ 5521 h 10000"/>
              <a:gd name="connsiteX65-899" fmla="*/ 3817 w 10000"/>
              <a:gd name="connsiteY65-900" fmla="*/ 5794 h 10000"/>
              <a:gd name="connsiteX66-901" fmla="*/ 4075 w 10000"/>
              <a:gd name="connsiteY66-902" fmla="*/ 6003 h 10000"/>
              <a:gd name="connsiteX67-903" fmla="*/ 4333 w 10000"/>
              <a:gd name="connsiteY67-904" fmla="*/ 6276 h 10000"/>
              <a:gd name="connsiteX68-905" fmla="*/ 4684 w 10000"/>
              <a:gd name="connsiteY68-906" fmla="*/ 6549 h 10000"/>
              <a:gd name="connsiteX69-907" fmla="*/ 4941 w 10000"/>
              <a:gd name="connsiteY69-908" fmla="*/ 6823 h 10000"/>
              <a:gd name="connsiteX70-909" fmla="*/ 5176 w 10000"/>
              <a:gd name="connsiteY70-910" fmla="*/ 7109 h 10000"/>
              <a:gd name="connsiteX71-911" fmla="*/ 5550 w 10000"/>
              <a:gd name="connsiteY71-912" fmla="*/ 7318 h 10000"/>
              <a:gd name="connsiteX72-913" fmla="*/ 5808 w 10000"/>
              <a:gd name="connsiteY72-914" fmla="*/ 7513 h 10000"/>
              <a:gd name="connsiteX73-915" fmla="*/ 6183 w 10000"/>
              <a:gd name="connsiteY73-916" fmla="*/ 7721 h 10000"/>
              <a:gd name="connsiteX74-917" fmla="*/ 6417 w 10000"/>
              <a:gd name="connsiteY74-918" fmla="*/ 7930 h 10000"/>
              <a:gd name="connsiteX75-919" fmla="*/ 6792 w 10000"/>
              <a:gd name="connsiteY75-920" fmla="*/ 8073 h 10000"/>
              <a:gd name="connsiteX76-921" fmla="*/ 7049 w 10000"/>
              <a:gd name="connsiteY76-922" fmla="*/ 8203 h 10000"/>
              <a:gd name="connsiteX77-923" fmla="*/ 7283 w 10000"/>
              <a:gd name="connsiteY77-924" fmla="*/ 8346 h 10000"/>
              <a:gd name="connsiteX78-925" fmla="*/ 7541 w 10000"/>
              <a:gd name="connsiteY78-926" fmla="*/ 8490 h 10000"/>
              <a:gd name="connsiteX79-927" fmla="*/ 7775 w 10000"/>
              <a:gd name="connsiteY79-928" fmla="*/ 8555 h 10000"/>
              <a:gd name="connsiteX80-929" fmla="*/ 8033 w 10000"/>
              <a:gd name="connsiteY80-930" fmla="*/ 8685 h 10000"/>
              <a:gd name="connsiteX81-931" fmla="*/ 8150 w 10000"/>
              <a:gd name="connsiteY81-932" fmla="*/ 8763 h 10000"/>
              <a:gd name="connsiteX82-933" fmla="*/ 8290 w 10000"/>
              <a:gd name="connsiteY82-934" fmla="*/ 8763 h 10000"/>
              <a:gd name="connsiteX83-935" fmla="*/ 8407 w 10000"/>
              <a:gd name="connsiteY83-936" fmla="*/ 8828 h 10000"/>
              <a:gd name="connsiteX84-937" fmla="*/ 8525 w 10000"/>
              <a:gd name="connsiteY84-938" fmla="*/ 8828 h 10000"/>
              <a:gd name="connsiteX85-939" fmla="*/ 8525 w 10000"/>
              <a:gd name="connsiteY85-940" fmla="*/ 8828 h 10000"/>
              <a:gd name="connsiteX86-941" fmla="*/ 8642 w 10000"/>
              <a:gd name="connsiteY86-942" fmla="*/ 8763 h 10000"/>
              <a:gd name="connsiteX87-943" fmla="*/ 8642 w 10000"/>
              <a:gd name="connsiteY87-944" fmla="*/ 8685 h 10000"/>
              <a:gd name="connsiteX88-945" fmla="*/ 8782 w 10000"/>
              <a:gd name="connsiteY88-946" fmla="*/ 8620 h 10000"/>
              <a:gd name="connsiteX89-947" fmla="*/ 8782 w 10000"/>
              <a:gd name="connsiteY89-948" fmla="*/ 8555 h 10000"/>
              <a:gd name="connsiteX90-949" fmla="*/ 8899 w 10000"/>
              <a:gd name="connsiteY90-950" fmla="*/ 8411 h 10000"/>
              <a:gd name="connsiteX91-951" fmla="*/ 8899 w 10000"/>
              <a:gd name="connsiteY91-952" fmla="*/ 8281 h 10000"/>
              <a:gd name="connsiteX92-953" fmla="*/ 9016 w 10000"/>
              <a:gd name="connsiteY92-954" fmla="*/ 8138 h 10000"/>
              <a:gd name="connsiteX93-955" fmla="*/ 9016 w 10000"/>
              <a:gd name="connsiteY93-956" fmla="*/ 7930 h 10000"/>
              <a:gd name="connsiteX94-957" fmla="*/ 9133 w 10000"/>
              <a:gd name="connsiteY94-958" fmla="*/ 7799 h 10000"/>
              <a:gd name="connsiteX95-959" fmla="*/ 9133 w 10000"/>
              <a:gd name="connsiteY95-960" fmla="*/ 7721 h 10000"/>
              <a:gd name="connsiteX96-961" fmla="*/ 9274 w 10000"/>
              <a:gd name="connsiteY96-962" fmla="*/ 7591 h 10000"/>
              <a:gd name="connsiteX97-963" fmla="*/ 9274 w 10000"/>
              <a:gd name="connsiteY97-964" fmla="*/ 7513 h 10000"/>
              <a:gd name="connsiteX98-965" fmla="*/ 9391 w 10000"/>
              <a:gd name="connsiteY98-966" fmla="*/ 7448 h 10000"/>
              <a:gd name="connsiteX99-967" fmla="*/ 9391 w 10000"/>
              <a:gd name="connsiteY99-968" fmla="*/ 7448 h 10000"/>
              <a:gd name="connsiteX100-969" fmla="*/ 9391 w 10000"/>
              <a:gd name="connsiteY100-970" fmla="*/ 7448 h 10000"/>
              <a:gd name="connsiteX101-971" fmla="*/ 9391 w 10000"/>
              <a:gd name="connsiteY101-972" fmla="*/ 7448 h 10000"/>
              <a:gd name="connsiteX102-973" fmla="*/ 9508 w 10000"/>
              <a:gd name="connsiteY102-974" fmla="*/ 7448 h 10000"/>
              <a:gd name="connsiteX103-975" fmla="*/ 9508 w 10000"/>
              <a:gd name="connsiteY103-976" fmla="*/ 7513 h 10000"/>
              <a:gd name="connsiteX104-977" fmla="*/ 9508 w 10000"/>
              <a:gd name="connsiteY104-978" fmla="*/ 7591 h 10000"/>
              <a:gd name="connsiteX105-979" fmla="*/ 9508 w 10000"/>
              <a:gd name="connsiteY105-980" fmla="*/ 7721 h 10000"/>
              <a:gd name="connsiteX106-981" fmla="*/ 9649 w 10000"/>
              <a:gd name="connsiteY106-982" fmla="*/ 7799 h 10000"/>
              <a:gd name="connsiteX107-983" fmla="*/ 9649 w 10000"/>
              <a:gd name="connsiteY107-984" fmla="*/ 7930 h 10000"/>
              <a:gd name="connsiteX108-985" fmla="*/ 9649 w 10000"/>
              <a:gd name="connsiteY108-986" fmla="*/ 8138 h 10000"/>
              <a:gd name="connsiteX109-987" fmla="*/ 9649 w 10000"/>
              <a:gd name="connsiteY109-988" fmla="*/ 8411 h 10000"/>
              <a:gd name="connsiteX110-989" fmla="*/ 9766 w 10000"/>
              <a:gd name="connsiteY110-990" fmla="*/ 8763 h 10000"/>
              <a:gd name="connsiteX111-991" fmla="*/ 9883 w 10000"/>
              <a:gd name="connsiteY111-992" fmla="*/ 9036 h 10000"/>
              <a:gd name="connsiteX112-993" fmla="*/ 10000 w 10000"/>
              <a:gd name="connsiteY112-994" fmla="*/ 9375 h 10000"/>
              <a:gd name="connsiteX113-995" fmla="*/ 10000 w 10000"/>
              <a:gd name="connsiteY113-996" fmla="*/ 9453 h 10000"/>
              <a:gd name="connsiteX114-997" fmla="*/ 10000 w 10000"/>
              <a:gd name="connsiteY114-998" fmla="*/ 9583 h 10000"/>
              <a:gd name="connsiteX115-999" fmla="*/ 10000 w 10000"/>
              <a:gd name="connsiteY115-1000" fmla="*/ 9727 h 10000"/>
              <a:gd name="connsiteX116-1001" fmla="*/ 10000 w 10000"/>
              <a:gd name="connsiteY116-1002" fmla="*/ 9792 h 10000"/>
              <a:gd name="connsiteX117-1003" fmla="*/ 10000 w 10000"/>
              <a:gd name="connsiteY117-1004" fmla="*/ 9857 h 10000"/>
              <a:gd name="connsiteX118-1005" fmla="*/ 10000 w 10000"/>
              <a:gd name="connsiteY118-1006" fmla="*/ 9935 h 10000"/>
              <a:gd name="connsiteX119-1007" fmla="*/ 10000 w 10000"/>
              <a:gd name="connsiteY119-1008" fmla="*/ 9935 h 10000"/>
              <a:gd name="connsiteX120-1009" fmla="*/ 10000 w 10000"/>
              <a:gd name="connsiteY120-1010" fmla="*/ 10000 h 10000"/>
              <a:gd name="connsiteX121-1011" fmla="*/ 9766 w 10000"/>
              <a:gd name="connsiteY121-1012" fmla="*/ 9935 h 10000"/>
              <a:gd name="connsiteX122-1013" fmla="*/ 9508 w 10000"/>
              <a:gd name="connsiteY122-1014" fmla="*/ 9935 h 10000"/>
              <a:gd name="connsiteX123-1015" fmla="*/ 9133 w 10000"/>
              <a:gd name="connsiteY123-1016" fmla="*/ 9857 h 10000"/>
              <a:gd name="connsiteX124-1017" fmla="*/ 8642 w 10000"/>
              <a:gd name="connsiteY124-1018" fmla="*/ 9727 h 10000"/>
              <a:gd name="connsiteX125-1019" fmla="*/ 8642 w 10000"/>
              <a:gd name="connsiteY125-1020" fmla="*/ 9727 h 10000"/>
              <a:gd name="connsiteX0-1021" fmla="*/ 8642 w 10000"/>
              <a:gd name="connsiteY0-1022" fmla="*/ 9727 h 10000"/>
              <a:gd name="connsiteX1-1023" fmla="*/ 8290 w 10000"/>
              <a:gd name="connsiteY1-1024" fmla="*/ 9583 h 10000"/>
              <a:gd name="connsiteX2-1025" fmla="*/ 7775 w 10000"/>
              <a:gd name="connsiteY2-1026" fmla="*/ 9453 h 10000"/>
              <a:gd name="connsiteX3-1027" fmla="*/ 7283 w 10000"/>
              <a:gd name="connsiteY3-1028" fmla="*/ 9245 h 10000"/>
              <a:gd name="connsiteX4-1029" fmla="*/ 6792 w 10000"/>
              <a:gd name="connsiteY4-1030" fmla="*/ 9036 h 10000"/>
              <a:gd name="connsiteX5-1031" fmla="*/ 6557 w 10000"/>
              <a:gd name="connsiteY5-1032" fmla="*/ 8893 h 10000"/>
              <a:gd name="connsiteX6-1033" fmla="*/ 6300 w 10000"/>
              <a:gd name="connsiteY6-1034" fmla="*/ 8763 h 10000"/>
              <a:gd name="connsiteX7-1035" fmla="*/ 6042 w 10000"/>
              <a:gd name="connsiteY7-1036" fmla="*/ 8620 h 10000"/>
              <a:gd name="connsiteX8-1037" fmla="*/ 5808 w 10000"/>
              <a:gd name="connsiteY8-1038" fmla="*/ 8490 h 10000"/>
              <a:gd name="connsiteX9-1039" fmla="*/ 5550 w 10000"/>
              <a:gd name="connsiteY9-1040" fmla="*/ 8281 h 10000"/>
              <a:gd name="connsiteX10-1041" fmla="*/ 5316 w 10000"/>
              <a:gd name="connsiteY10-1042" fmla="*/ 8073 h 10000"/>
              <a:gd name="connsiteX11-1043" fmla="*/ 5059 w 10000"/>
              <a:gd name="connsiteY11-1044" fmla="*/ 7865 h 10000"/>
              <a:gd name="connsiteX12-1045" fmla="*/ 4684 w 10000"/>
              <a:gd name="connsiteY12-1046" fmla="*/ 7656 h 10000"/>
              <a:gd name="connsiteX13-1047" fmla="*/ 4075 w 10000"/>
              <a:gd name="connsiteY13-1048" fmla="*/ 7174 h 10000"/>
              <a:gd name="connsiteX14-1049" fmla="*/ 3583 w 10000"/>
              <a:gd name="connsiteY14-1050" fmla="*/ 6758 h 10000"/>
              <a:gd name="connsiteX15-1051" fmla="*/ 3091 w 10000"/>
              <a:gd name="connsiteY15-1052" fmla="*/ 6276 h 10000"/>
              <a:gd name="connsiteX16-1053" fmla="*/ 2717 w 10000"/>
              <a:gd name="connsiteY16-1054" fmla="*/ 5729 h 10000"/>
              <a:gd name="connsiteX17-1055" fmla="*/ 2342 w 10000"/>
              <a:gd name="connsiteY17-1056" fmla="*/ 5247 h 10000"/>
              <a:gd name="connsiteX18-1057" fmla="*/ 1967 w 10000"/>
              <a:gd name="connsiteY18-1058" fmla="*/ 4766 h 10000"/>
              <a:gd name="connsiteX19-1059" fmla="*/ 1733 w 10000"/>
              <a:gd name="connsiteY19-1060" fmla="*/ 4284 h 10000"/>
              <a:gd name="connsiteX20-1061" fmla="*/ 1593 w 10000"/>
              <a:gd name="connsiteY20-1062" fmla="*/ 3997 h 10000"/>
              <a:gd name="connsiteX21-1063" fmla="*/ 1475 w 10000"/>
              <a:gd name="connsiteY21-1064" fmla="*/ 3789 h 10000"/>
              <a:gd name="connsiteX22-1065" fmla="*/ 1241 w 10000"/>
              <a:gd name="connsiteY22-1066" fmla="*/ 3307 h 10000"/>
              <a:gd name="connsiteX23-1067" fmla="*/ 1101 w 10000"/>
              <a:gd name="connsiteY23-1068" fmla="*/ 2760 h 10000"/>
              <a:gd name="connsiteX24-1069" fmla="*/ 867 w 10000"/>
              <a:gd name="connsiteY24-1070" fmla="*/ 2214 h 10000"/>
              <a:gd name="connsiteX25-1071" fmla="*/ 726 w 10000"/>
              <a:gd name="connsiteY25-1072" fmla="*/ 1654 h 10000"/>
              <a:gd name="connsiteX26-1073" fmla="*/ 726 w 10000"/>
              <a:gd name="connsiteY26-1074" fmla="*/ 1380 h 10000"/>
              <a:gd name="connsiteX27-1075" fmla="*/ 609 w 10000"/>
              <a:gd name="connsiteY27-1076" fmla="*/ 1107 h 10000"/>
              <a:gd name="connsiteX28-1077" fmla="*/ 492 w 10000"/>
              <a:gd name="connsiteY28-1078" fmla="*/ 898 h 10000"/>
              <a:gd name="connsiteX29-1079" fmla="*/ 492 w 10000"/>
              <a:gd name="connsiteY29-1080" fmla="*/ 690 h 10000"/>
              <a:gd name="connsiteX30-1081" fmla="*/ 375 w 10000"/>
              <a:gd name="connsiteY30-1082" fmla="*/ 560 h 10000"/>
              <a:gd name="connsiteX31-1083" fmla="*/ 375 w 10000"/>
              <a:gd name="connsiteY31-1084" fmla="*/ 417 h 10000"/>
              <a:gd name="connsiteX32-1085" fmla="*/ 234 w 10000"/>
              <a:gd name="connsiteY32-1086" fmla="*/ 352 h 10000"/>
              <a:gd name="connsiteX33-1087" fmla="*/ 234 w 10000"/>
              <a:gd name="connsiteY33-1088" fmla="*/ 273 h 10000"/>
              <a:gd name="connsiteX34-1089" fmla="*/ 117 w 10000"/>
              <a:gd name="connsiteY34-1090" fmla="*/ 273 h 10000"/>
              <a:gd name="connsiteX35-1091" fmla="*/ 0 w 10000"/>
              <a:gd name="connsiteY35-1092" fmla="*/ 208 h 10000"/>
              <a:gd name="connsiteX36-1093" fmla="*/ 0 w 10000"/>
              <a:gd name="connsiteY36-1094" fmla="*/ 143 h 10000"/>
              <a:gd name="connsiteX37-1095" fmla="*/ 609 w 10000"/>
              <a:gd name="connsiteY37-1096" fmla="*/ 0 h 10000"/>
              <a:gd name="connsiteX38-1097" fmla="*/ 726 w 10000"/>
              <a:gd name="connsiteY38-1098" fmla="*/ 78 h 10000"/>
              <a:gd name="connsiteX39-1099" fmla="*/ 984 w 10000"/>
              <a:gd name="connsiteY39-1100" fmla="*/ 78 h 10000"/>
              <a:gd name="connsiteX40-1101" fmla="*/ 1358 w 10000"/>
              <a:gd name="connsiteY40-1102" fmla="*/ 208 h 10000"/>
              <a:gd name="connsiteX41-1103" fmla="*/ 1593 w 10000"/>
              <a:gd name="connsiteY41-1104" fmla="*/ 273 h 10000"/>
              <a:gd name="connsiteX42-1105" fmla="*/ 1850 w 10000"/>
              <a:gd name="connsiteY42-1106" fmla="*/ 273 h 10000"/>
              <a:gd name="connsiteX43-1107" fmla="*/ 1967 w 10000"/>
              <a:gd name="connsiteY43-1108" fmla="*/ 352 h 10000"/>
              <a:gd name="connsiteX44-1109" fmla="*/ 1967 w 10000"/>
              <a:gd name="connsiteY44-1110" fmla="*/ 417 h 10000"/>
              <a:gd name="connsiteX45-1111" fmla="*/ 1967 w 10000"/>
              <a:gd name="connsiteY45-1112" fmla="*/ 417 h 10000"/>
              <a:gd name="connsiteX46-1113" fmla="*/ 1850 w 10000"/>
              <a:gd name="connsiteY46-1114" fmla="*/ 482 h 10000"/>
              <a:gd name="connsiteX47-1115" fmla="*/ 1850 w 10000"/>
              <a:gd name="connsiteY47-1116" fmla="*/ 560 h 10000"/>
              <a:gd name="connsiteX48-1117" fmla="*/ 1850 w 10000"/>
              <a:gd name="connsiteY48-1118" fmla="*/ 690 h 10000"/>
              <a:gd name="connsiteX49-1119" fmla="*/ 1733 w 10000"/>
              <a:gd name="connsiteY49-1120" fmla="*/ 833 h 10000"/>
              <a:gd name="connsiteX50-1121" fmla="*/ 1733 w 10000"/>
              <a:gd name="connsiteY50-1122" fmla="*/ 898 h 10000"/>
              <a:gd name="connsiteX51-1123" fmla="*/ 1733 w 10000"/>
              <a:gd name="connsiteY51-1124" fmla="*/ 1042 h 10000"/>
              <a:gd name="connsiteX52-1125" fmla="*/ 1733 w 10000"/>
              <a:gd name="connsiteY52-1126" fmla="*/ 1107 h 10000"/>
              <a:gd name="connsiteX53-1127" fmla="*/ 1733 w 10000"/>
              <a:gd name="connsiteY53-1128" fmla="*/ 1250 h 10000"/>
              <a:gd name="connsiteX54-1129" fmla="*/ 1733 w 10000"/>
              <a:gd name="connsiteY54-1130" fmla="*/ 1523 h 10000"/>
              <a:gd name="connsiteX55-1131" fmla="*/ 1850 w 10000"/>
              <a:gd name="connsiteY55-1132" fmla="*/ 1862 h 10000"/>
              <a:gd name="connsiteX56-1133" fmla="*/ 1850 w 10000"/>
              <a:gd name="connsiteY56-1134" fmla="*/ 2214 h 10000"/>
              <a:gd name="connsiteX57-1135" fmla="*/ 1967 w 10000"/>
              <a:gd name="connsiteY57-1136" fmla="*/ 2552 h 10000"/>
              <a:gd name="connsiteX58-1137" fmla="*/ 2084 w 10000"/>
              <a:gd name="connsiteY58-1138" fmla="*/ 2969 h 10000"/>
              <a:gd name="connsiteX59-1139" fmla="*/ 2342 w 10000"/>
              <a:gd name="connsiteY59-1140" fmla="*/ 3385 h 10000"/>
              <a:gd name="connsiteX60-1141" fmla="*/ 2600 w 10000"/>
              <a:gd name="connsiteY60-1142" fmla="*/ 3867 h 10000"/>
              <a:gd name="connsiteX61-1143" fmla="*/ 2834 w 10000"/>
              <a:gd name="connsiteY61-1144" fmla="*/ 4349 h 10000"/>
              <a:gd name="connsiteX62-1145" fmla="*/ 3208 w 10000"/>
              <a:gd name="connsiteY62-1146" fmla="*/ 4896 h 10000"/>
              <a:gd name="connsiteX63-1147" fmla="*/ 3583 w 10000"/>
              <a:gd name="connsiteY63-1148" fmla="*/ 5521 h 10000"/>
              <a:gd name="connsiteX64-1149" fmla="*/ 3817 w 10000"/>
              <a:gd name="connsiteY64-1150" fmla="*/ 5794 h 10000"/>
              <a:gd name="connsiteX65-1151" fmla="*/ 4075 w 10000"/>
              <a:gd name="connsiteY65-1152" fmla="*/ 6003 h 10000"/>
              <a:gd name="connsiteX66-1153" fmla="*/ 4333 w 10000"/>
              <a:gd name="connsiteY66-1154" fmla="*/ 6276 h 10000"/>
              <a:gd name="connsiteX67-1155" fmla="*/ 4684 w 10000"/>
              <a:gd name="connsiteY67-1156" fmla="*/ 6549 h 10000"/>
              <a:gd name="connsiteX68-1157" fmla="*/ 4941 w 10000"/>
              <a:gd name="connsiteY68-1158" fmla="*/ 6823 h 10000"/>
              <a:gd name="connsiteX69-1159" fmla="*/ 5176 w 10000"/>
              <a:gd name="connsiteY69-1160" fmla="*/ 7109 h 10000"/>
              <a:gd name="connsiteX70-1161" fmla="*/ 5550 w 10000"/>
              <a:gd name="connsiteY70-1162" fmla="*/ 7318 h 10000"/>
              <a:gd name="connsiteX71-1163" fmla="*/ 5808 w 10000"/>
              <a:gd name="connsiteY71-1164" fmla="*/ 7513 h 10000"/>
              <a:gd name="connsiteX72-1165" fmla="*/ 6183 w 10000"/>
              <a:gd name="connsiteY72-1166" fmla="*/ 7721 h 10000"/>
              <a:gd name="connsiteX73-1167" fmla="*/ 6417 w 10000"/>
              <a:gd name="connsiteY73-1168" fmla="*/ 7930 h 10000"/>
              <a:gd name="connsiteX74-1169" fmla="*/ 6792 w 10000"/>
              <a:gd name="connsiteY74-1170" fmla="*/ 8073 h 10000"/>
              <a:gd name="connsiteX75-1171" fmla="*/ 7049 w 10000"/>
              <a:gd name="connsiteY75-1172" fmla="*/ 8203 h 10000"/>
              <a:gd name="connsiteX76-1173" fmla="*/ 7283 w 10000"/>
              <a:gd name="connsiteY76-1174" fmla="*/ 8346 h 10000"/>
              <a:gd name="connsiteX77-1175" fmla="*/ 7541 w 10000"/>
              <a:gd name="connsiteY77-1176" fmla="*/ 8490 h 10000"/>
              <a:gd name="connsiteX78-1177" fmla="*/ 7775 w 10000"/>
              <a:gd name="connsiteY78-1178" fmla="*/ 8555 h 10000"/>
              <a:gd name="connsiteX79-1179" fmla="*/ 8033 w 10000"/>
              <a:gd name="connsiteY79-1180" fmla="*/ 8685 h 10000"/>
              <a:gd name="connsiteX80-1181" fmla="*/ 8150 w 10000"/>
              <a:gd name="connsiteY80-1182" fmla="*/ 8763 h 10000"/>
              <a:gd name="connsiteX81-1183" fmla="*/ 8290 w 10000"/>
              <a:gd name="connsiteY81-1184" fmla="*/ 8763 h 10000"/>
              <a:gd name="connsiteX82-1185" fmla="*/ 8407 w 10000"/>
              <a:gd name="connsiteY82-1186" fmla="*/ 8828 h 10000"/>
              <a:gd name="connsiteX83-1187" fmla="*/ 8525 w 10000"/>
              <a:gd name="connsiteY83-1188" fmla="*/ 8828 h 10000"/>
              <a:gd name="connsiteX84-1189" fmla="*/ 8525 w 10000"/>
              <a:gd name="connsiteY84-1190" fmla="*/ 8828 h 10000"/>
              <a:gd name="connsiteX85-1191" fmla="*/ 8642 w 10000"/>
              <a:gd name="connsiteY85-1192" fmla="*/ 8763 h 10000"/>
              <a:gd name="connsiteX86-1193" fmla="*/ 8642 w 10000"/>
              <a:gd name="connsiteY86-1194" fmla="*/ 8685 h 10000"/>
              <a:gd name="connsiteX87-1195" fmla="*/ 8782 w 10000"/>
              <a:gd name="connsiteY87-1196" fmla="*/ 8620 h 10000"/>
              <a:gd name="connsiteX88-1197" fmla="*/ 8782 w 10000"/>
              <a:gd name="connsiteY88-1198" fmla="*/ 8555 h 10000"/>
              <a:gd name="connsiteX89-1199" fmla="*/ 8899 w 10000"/>
              <a:gd name="connsiteY89-1200" fmla="*/ 8411 h 10000"/>
              <a:gd name="connsiteX90-1201" fmla="*/ 8899 w 10000"/>
              <a:gd name="connsiteY90-1202" fmla="*/ 8281 h 10000"/>
              <a:gd name="connsiteX91-1203" fmla="*/ 9016 w 10000"/>
              <a:gd name="connsiteY91-1204" fmla="*/ 8138 h 10000"/>
              <a:gd name="connsiteX92-1205" fmla="*/ 9016 w 10000"/>
              <a:gd name="connsiteY92-1206" fmla="*/ 7930 h 10000"/>
              <a:gd name="connsiteX93-1207" fmla="*/ 9133 w 10000"/>
              <a:gd name="connsiteY93-1208" fmla="*/ 7799 h 10000"/>
              <a:gd name="connsiteX94-1209" fmla="*/ 9133 w 10000"/>
              <a:gd name="connsiteY94-1210" fmla="*/ 7721 h 10000"/>
              <a:gd name="connsiteX95-1211" fmla="*/ 9274 w 10000"/>
              <a:gd name="connsiteY95-1212" fmla="*/ 7591 h 10000"/>
              <a:gd name="connsiteX96-1213" fmla="*/ 9274 w 10000"/>
              <a:gd name="connsiteY96-1214" fmla="*/ 7513 h 10000"/>
              <a:gd name="connsiteX97-1215" fmla="*/ 9391 w 10000"/>
              <a:gd name="connsiteY97-1216" fmla="*/ 7448 h 10000"/>
              <a:gd name="connsiteX98-1217" fmla="*/ 9391 w 10000"/>
              <a:gd name="connsiteY98-1218" fmla="*/ 7448 h 10000"/>
              <a:gd name="connsiteX99-1219" fmla="*/ 9391 w 10000"/>
              <a:gd name="connsiteY99-1220" fmla="*/ 7448 h 10000"/>
              <a:gd name="connsiteX100-1221" fmla="*/ 9391 w 10000"/>
              <a:gd name="connsiteY100-1222" fmla="*/ 7448 h 10000"/>
              <a:gd name="connsiteX101-1223" fmla="*/ 9508 w 10000"/>
              <a:gd name="connsiteY101-1224" fmla="*/ 7448 h 10000"/>
              <a:gd name="connsiteX102-1225" fmla="*/ 9508 w 10000"/>
              <a:gd name="connsiteY102-1226" fmla="*/ 7513 h 10000"/>
              <a:gd name="connsiteX103-1227" fmla="*/ 9508 w 10000"/>
              <a:gd name="connsiteY103-1228" fmla="*/ 7591 h 10000"/>
              <a:gd name="connsiteX104-1229" fmla="*/ 9508 w 10000"/>
              <a:gd name="connsiteY104-1230" fmla="*/ 7721 h 10000"/>
              <a:gd name="connsiteX105-1231" fmla="*/ 9649 w 10000"/>
              <a:gd name="connsiteY105-1232" fmla="*/ 7799 h 10000"/>
              <a:gd name="connsiteX106-1233" fmla="*/ 9649 w 10000"/>
              <a:gd name="connsiteY106-1234" fmla="*/ 7930 h 10000"/>
              <a:gd name="connsiteX107-1235" fmla="*/ 9649 w 10000"/>
              <a:gd name="connsiteY107-1236" fmla="*/ 8138 h 10000"/>
              <a:gd name="connsiteX108-1237" fmla="*/ 9649 w 10000"/>
              <a:gd name="connsiteY108-1238" fmla="*/ 8411 h 10000"/>
              <a:gd name="connsiteX109-1239" fmla="*/ 9766 w 10000"/>
              <a:gd name="connsiteY109-1240" fmla="*/ 8763 h 10000"/>
              <a:gd name="connsiteX110-1241" fmla="*/ 9883 w 10000"/>
              <a:gd name="connsiteY110-1242" fmla="*/ 9036 h 10000"/>
              <a:gd name="connsiteX111-1243" fmla="*/ 10000 w 10000"/>
              <a:gd name="connsiteY111-1244" fmla="*/ 9375 h 10000"/>
              <a:gd name="connsiteX112-1245" fmla="*/ 10000 w 10000"/>
              <a:gd name="connsiteY112-1246" fmla="*/ 9453 h 10000"/>
              <a:gd name="connsiteX113-1247" fmla="*/ 10000 w 10000"/>
              <a:gd name="connsiteY113-1248" fmla="*/ 9583 h 10000"/>
              <a:gd name="connsiteX114-1249" fmla="*/ 10000 w 10000"/>
              <a:gd name="connsiteY114-1250" fmla="*/ 9727 h 10000"/>
              <a:gd name="connsiteX115-1251" fmla="*/ 10000 w 10000"/>
              <a:gd name="connsiteY115-1252" fmla="*/ 9792 h 10000"/>
              <a:gd name="connsiteX116-1253" fmla="*/ 10000 w 10000"/>
              <a:gd name="connsiteY116-1254" fmla="*/ 9857 h 10000"/>
              <a:gd name="connsiteX117-1255" fmla="*/ 10000 w 10000"/>
              <a:gd name="connsiteY117-1256" fmla="*/ 9935 h 10000"/>
              <a:gd name="connsiteX118-1257" fmla="*/ 10000 w 10000"/>
              <a:gd name="connsiteY118-1258" fmla="*/ 9935 h 10000"/>
              <a:gd name="connsiteX119-1259" fmla="*/ 10000 w 10000"/>
              <a:gd name="connsiteY119-1260" fmla="*/ 10000 h 10000"/>
              <a:gd name="connsiteX120-1261" fmla="*/ 9766 w 10000"/>
              <a:gd name="connsiteY120-1262" fmla="*/ 9935 h 10000"/>
              <a:gd name="connsiteX121-1263" fmla="*/ 9508 w 10000"/>
              <a:gd name="connsiteY121-1264" fmla="*/ 9935 h 10000"/>
              <a:gd name="connsiteX122-1265" fmla="*/ 9133 w 10000"/>
              <a:gd name="connsiteY122-1266" fmla="*/ 9857 h 10000"/>
              <a:gd name="connsiteX123-1267" fmla="*/ 8642 w 10000"/>
              <a:gd name="connsiteY123-1268" fmla="*/ 9727 h 10000"/>
              <a:gd name="connsiteX124-1269" fmla="*/ 8642 w 10000"/>
              <a:gd name="connsiteY124-1270" fmla="*/ 9727 h 10000"/>
              <a:gd name="connsiteX0-1271" fmla="*/ 8642 w 10000"/>
              <a:gd name="connsiteY0-1272" fmla="*/ 9727 h 10000"/>
              <a:gd name="connsiteX1-1273" fmla="*/ 8290 w 10000"/>
              <a:gd name="connsiteY1-1274" fmla="*/ 9583 h 10000"/>
              <a:gd name="connsiteX2-1275" fmla="*/ 7775 w 10000"/>
              <a:gd name="connsiteY2-1276" fmla="*/ 9453 h 10000"/>
              <a:gd name="connsiteX3-1277" fmla="*/ 7283 w 10000"/>
              <a:gd name="connsiteY3-1278" fmla="*/ 9245 h 10000"/>
              <a:gd name="connsiteX4-1279" fmla="*/ 6792 w 10000"/>
              <a:gd name="connsiteY4-1280" fmla="*/ 9036 h 10000"/>
              <a:gd name="connsiteX5-1281" fmla="*/ 6557 w 10000"/>
              <a:gd name="connsiteY5-1282" fmla="*/ 8893 h 10000"/>
              <a:gd name="connsiteX6-1283" fmla="*/ 6300 w 10000"/>
              <a:gd name="connsiteY6-1284" fmla="*/ 8763 h 10000"/>
              <a:gd name="connsiteX7-1285" fmla="*/ 6042 w 10000"/>
              <a:gd name="connsiteY7-1286" fmla="*/ 8620 h 10000"/>
              <a:gd name="connsiteX8-1287" fmla="*/ 5808 w 10000"/>
              <a:gd name="connsiteY8-1288" fmla="*/ 8490 h 10000"/>
              <a:gd name="connsiteX9-1289" fmla="*/ 5550 w 10000"/>
              <a:gd name="connsiteY9-1290" fmla="*/ 8281 h 10000"/>
              <a:gd name="connsiteX10-1291" fmla="*/ 5316 w 10000"/>
              <a:gd name="connsiteY10-1292" fmla="*/ 8073 h 10000"/>
              <a:gd name="connsiteX11-1293" fmla="*/ 5059 w 10000"/>
              <a:gd name="connsiteY11-1294" fmla="*/ 7865 h 10000"/>
              <a:gd name="connsiteX12-1295" fmla="*/ 4684 w 10000"/>
              <a:gd name="connsiteY12-1296" fmla="*/ 7656 h 10000"/>
              <a:gd name="connsiteX13-1297" fmla="*/ 4075 w 10000"/>
              <a:gd name="connsiteY13-1298" fmla="*/ 7174 h 10000"/>
              <a:gd name="connsiteX14-1299" fmla="*/ 3583 w 10000"/>
              <a:gd name="connsiteY14-1300" fmla="*/ 6758 h 10000"/>
              <a:gd name="connsiteX15-1301" fmla="*/ 3091 w 10000"/>
              <a:gd name="connsiteY15-1302" fmla="*/ 6276 h 10000"/>
              <a:gd name="connsiteX16-1303" fmla="*/ 2717 w 10000"/>
              <a:gd name="connsiteY16-1304" fmla="*/ 5729 h 10000"/>
              <a:gd name="connsiteX17-1305" fmla="*/ 2342 w 10000"/>
              <a:gd name="connsiteY17-1306" fmla="*/ 5247 h 10000"/>
              <a:gd name="connsiteX18-1307" fmla="*/ 1967 w 10000"/>
              <a:gd name="connsiteY18-1308" fmla="*/ 4766 h 10000"/>
              <a:gd name="connsiteX19-1309" fmla="*/ 1733 w 10000"/>
              <a:gd name="connsiteY19-1310" fmla="*/ 4284 h 10000"/>
              <a:gd name="connsiteX20-1311" fmla="*/ 1593 w 10000"/>
              <a:gd name="connsiteY20-1312" fmla="*/ 3997 h 10000"/>
              <a:gd name="connsiteX21-1313" fmla="*/ 1475 w 10000"/>
              <a:gd name="connsiteY21-1314" fmla="*/ 3789 h 10000"/>
              <a:gd name="connsiteX22-1315" fmla="*/ 1241 w 10000"/>
              <a:gd name="connsiteY22-1316" fmla="*/ 3307 h 10000"/>
              <a:gd name="connsiteX23-1317" fmla="*/ 1101 w 10000"/>
              <a:gd name="connsiteY23-1318" fmla="*/ 2760 h 10000"/>
              <a:gd name="connsiteX24-1319" fmla="*/ 867 w 10000"/>
              <a:gd name="connsiteY24-1320" fmla="*/ 2214 h 10000"/>
              <a:gd name="connsiteX25-1321" fmla="*/ 726 w 10000"/>
              <a:gd name="connsiteY25-1322" fmla="*/ 1654 h 10000"/>
              <a:gd name="connsiteX26-1323" fmla="*/ 726 w 10000"/>
              <a:gd name="connsiteY26-1324" fmla="*/ 1380 h 10000"/>
              <a:gd name="connsiteX27-1325" fmla="*/ 609 w 10000"/>
              <a:gd name="connsiteY27-1326" fmla="*/ 1107 h 10000"/>
              <a:gd name="connsiteX28-1327" fmla="*/ 492 w 10000"/>
              <a:gd name="connsiteY28-1328" fmla="*/ 898 h 10000"/>
              <a:gd name="connsiteX29-1329" fmla="*/ 492 w 10000"/>
              <a:gd name="connsiteY29-1330" fmla="*/ 690 h 10000"/>
              <a:gd name="connsiteX30-1331" fmla="*/ 375 w 10000"/>
              <a:gd name="connsiteY30-1332" fmla="*/ 560 h 10000"/>
              <a:gd name="connsiteX31-1333" fmla="*/ 375 w 10000"/>
              <a:gd name="connsiteY31-1334" fmla="*/ 417 h 10000"/>
              <a:gd name="connsiteX32-1335" fmla="*/ 234 w 10000"/>
              <a:gd name="connsiteY32-1336" fmla="*/ 352 h 10000"/>
              <a:gd name="connsiteX33-1337" fmla="*/ 234 w 10000"/>
              <a:gd name="connsiteY33-1338" fmla="*/ 273 h 10000"/>
              <a:gd name="connsiteX34-1339" fmla="*/ 117 w 10000"/>
              <a:gd name="connsiteY34-1340" fmla="*/ 273 h 10000"/>
              <a:gd name="connsiteX35-1341" fmla="*/ 0 w 10000"/>
              <a:gd name="connsiteY35-1342" fmla="*/ 143 h 10000"/>
              <a:gd name="connsiteX36-1343" fmla="*/ 609 w 10000"/>
              <a:gd name="connsiteY36-1344" fmla="*/ 0 h 10000"/>
              <a:gd name="connsiteX37-1345" fmla="*/ 726 w 10000"/>
              <a:gd name="connsiteY37-1346" fmla="*/ 78 h 10000"/>
              <a:gd name="connsiteX38-1347" fmla="*/ 984 w 10000"/>
              <a:gd name="connsiteY38-1348" fmla="*/ 78 h 10000"/>
              <a:gd name="connsiteX39-1349" fmla="*/ 1358 w 10000"/>
              <a:gd name="connsiteY39-1350" fmla="*/ 208 h 10000"/>
              <a:gd name="connsiteX40-1351" fmla="*/ 1593 w 10000"/>
              <a:gd name="connsiteY40-1352" fmla="*/ 273 h 10000"/>
              <a:gd name="connsiteX41-1353" fmla="*/ 1850 w 10000"/>
              <a:gd name="connsiteY41-1354" fmla="*/ 273 h 10000"/>
              <a:gd name="connsiteX42-1355" fmla="*/ 1967 w 10000"/>
              <a:gd name="connsiteY42-1356" fmla="*/ 352 h 10000"/>
              <a:gd name="connsiteX43-1357" fmla="*/ 1967 w 10000"/>
              <a:gd name="connsiteY43-1358" fmla="*/ 417 h 10000"/>
              <a:gd name="connsiteX44-1359" fmla="*/ 1967 w 10000"/>
              <a:gd name="connsiteY44-1360" fmla="*/ 417 h 10000"/>
              <a:gd name="connsiteX45-1361" fmla="*/ 1850 w 10000"/>
              <a:gd name="connsiteY45-1362" fmla="*/ 482 h 10000"/>
              <a:gd name="connsiteX46-1363" fmla="*/ 1850 w 10000"/>
              <a:gd name="connsiteY46-1364" fmla="*/ 560 h 10000"/>
              <a:gd name="connsiteX47-1365" fmla="*/ 1850 w 10000"/>
              <a:gd name="connsiteY47-1366" fmla="*/ 690 h 10000"/>
              <a:gd name="connsiteX48-1367" fmla="*/ 1733 w 10000"/>
              <a:gd name="connsiteY48-1368" fmla="*/ 833 h 10000"/>
              <a:gd name="connsiteX49-1369" fmla="*/ 1733 w 10000"/>
              <a:gd name="connsiteY49-1370" fmla="*/ 898 h 10000"/>
              <a:gd name="connsiteX50-1371" fmla="*/ 1733 w 10000"/>
              <a:gd name="connsiteY50-1372" fmla="*/ 1042 h 10000"/>
              <a:gd name="connsiteX51-1373" fmla="*/ 1733 w 10000"/>
              <a:gd name="connsiteY51-1374" fmla="*/ 1107 h 10000"/>
              <a:gd name="connsiteX52-1375" fmla="*/ 1733 w 10000"/>
              <a:gd name="connsiteY52-1376" fmla="*/ 1250 h 10000"/>
              <a:gd name="connsiteX53-1377" fmla="*/ 1733 w 10000"/>
              <a:gd name="connsiteY53-1378" fmla="*/ 1523 h 10000"/>
              <a:gd name="connsiteX54-1379" fmla="*/ 1850 w 10000"/>
              <a:gd name="connsiteY54-1380" fmla="*/ 1862 h 10000"/>
              <a:gd name="connsiteX55-1381" fmla="*/ 1850 w 10000"/>
              <a:gd name="connsiteY55-1382" fmla="*/ 2214 h 10000"/>
              <a:gd name="connsiteX56-1383" fmla="*/ 1967 w 10000"/>
              <a:gd name="connsiteY56-1384" fmla="*/ 2552 h 10000"/>
              <a:gd name="connsiteX57-1385" fmla="*/ 2084 w 10000"/>
              <a:gd name="connsiteY57-1386" fmla="*/ 2969 h 10000"/>
              <a:gd name="connsiteX58-1387" fmla="*/ 2342 w 10000"/>
              <a:gd name="connsiteY58-1388" fmla="*/ 3385 h 10000"/>
              <a:gd name="connsiteX59-1389" fmla="*/ 2600 w 10000"/>
              <a:gd name="connsiteY59-1390" fmla="*/ 3867 h 10000"/>
              <a:gd name="connsiteX60-1391" fmla="*/ 2834 w 10000"/>
              <a:gd name="connsiteY60-1392" fmla="*/ 4349 h 10000"/>
              <a:gd name="connsiteX61-1393" fmla="*/ 3208 w 10000"/>
              <a:gd name="connsiteY61-1394" fmla="*/ 4896 h 10000"/>
              <a:gd name="connsiteX62-1395" fmla="*/ 3583 w 10000"/>
              <a:gd name="connsiteY62-1396" fmla="*/ 5521 h 10000"/>
              <a:gd name="connsiteX63-1397" fmla="*/ 3817 w 10000"/>
              <a:gd name="connsiteY63-1398" fmla="*/ 5794 h 10000"/>
              <a:gd name="connsiteX64-1399" fmla="*/ 4075 w 10000"/>
              <a:gd name="connsiteY64-1400" fmla="*/ 6003 h 10000"/>
              <a:gd name="connsiteX65-1401" fmla="*/ 4333 w 10000"/>
              <a:gd name="connsiteY65-1402" fmla="*/ 6276 h 10000"/>
              <a:gd name="connsiteX66-1403" fmla="*/ 4684 w 10000"/>
              <a:gd name="connsiteY66-1404" fmla="*/ 6549 h 10000"/>
              <a:gd name="connsiteX67-1405" fmla="*/ 4941 w 10000"/>
              <a:gd name="connsiteY67-1406" fmla="*/ 6823 h 10000"/>
              <a:gd name="connsiteX68-1407" fmla="*/ 5176 w 10000"/>
              <a:gd name="connsiteY68-1408" fmla="*/ 7109 h 10000"/>
              <a:gd name="connsiteX69-1409" fmla="*/ 5550 w 10000"/>
              <a:gd name="connsiteY69-1410" fmla="*/ 7318 h 10000"/>
              <a:gd name="connsiteX70-1411" fmla="*/ 5808 w 10000"/>
              <a:gd name="connsiteY70-1412" fmla="*/ 7513 h 10000"/>
              <a:gd name="connsiteX71-1413" fmla="*/ 6183 w 10000"/>
              <a:gd name="connsiteY71-1414" fmla="*/ 7721 h 10000"/>
              <a:gd name="connsiteX72-1415" fmla="*/ 6417 w 10000"/>
              <a:gd name="connsiteY72-1416" fmla="*/ 7930 h 10000"/>
              <a:gd name="connsiteX73-1417" fmla="*/ 6792 w 10000"/>
              <a:gd name="connsiteY73-1418" fmla="*/ 8073 h 10000"/>
              <a:gd name="connsiteX74-1419" fmla="*/ 7049 w 10000"/>
              <a:gd name="connsiteY74-1420" fmla="*/ 8203 h 10000"/>
              <a:gd name="connsiteX75-1421" fmla="*/ 7283 w 10000"/>
              <a:gd name="connsiteY75-1422" fmla="*/ 8346 h 10000"/>
              <a:gd name="connsiteX76-1423" fmla="*/ 7541 w 10000"/>
              <a:gd name="connsiteY76-1424" fmla="*/ 8490 h 10000"/>
              <a:gd name="connsiteX77-1425" fmla="*/ 7775 w 10000"/>
              <a:gd name="connsiteY77-1426" fmla="*/ 8555 h 10000"/>
              <a:gd name="connsiteX78-1427" fmla="*/ 8033 w 10000"/>
              <a:gd name="connsiteY78-1428" fmla="*/ 8685 h 10000"/>
              <a:gd name="connsiteX79-1429" fmla="*/ 8150 w 10000"/>
              <a:gd name="connsiteY79-1430" fmla="*/ 8763 h 10000"/>
              <a:gd name="connsiteX80-1431" fmla="*/ 8290 w 10000"/>
              <a:gd name="connsiteY80-1432" fmla="*/ 8763 h 10000"/>
              <a:gd name="connsiteX81-1433" fmla="*/ 8407 w 10000"/>
              <a:gd name="connsiteY81-1434" fmla="*/ 8828 h 10000"/>
              <a:gd name="connsiteX82-1435" fmla="*/ 8525 w 10000"/>
              <a:gd name="connsiteY82-1436" fmla="*/ 8828 h 10000"/>
              <a:gd name="connsiteX83-1437" fmla="*/ 8525 w 10000"/>
              <a:gd name="connsiteY83-1438" fmla="*/ 8828 h 10000"/>
              <a:gd name="connsiteX84-1439" fmla="*/ 8642 w 10000"/>
              <a:gd name="connsiteY84-1440" fmla="*/ 8763 h 10000"/>
              <a:gd name="connsiteX85-1441" fmla="*/ 8642 w 10000"/>
              <a:gd name="connsiteY85-1442" fmla="*/ 8685 h 10000"/>
              <a:gd name="connsiteX86-1443" fmla="*/ 8782 w 10000"/>
              <a:gd name="connsiteY86-1444" fmla="*/ 8620 h 10000"/>
              <a:gd name="connsiteX87-1445" fmla="*/ 8782 w 10000"/>
              <a:gd name="connsiteY87-1446" fmla="*/ 8555 h 10000"/>
              <a:gd name="connsiteX88-1447" fmla="*/ 8899 w 10000"/>
              <a:gd name="connsiteY88-1448" fmla="*/ 8411 h 10000"/>
              <a:gd name="connsiteX89-1449" fmla="*/ 8899 w 10000"/>
              <a:gd name="connsiteY89-1450" fmla="*/ 8281 h 10000"/>
              <a:gd name="connsiteX90-1451" fmla="*/ 9016 w 10000"/>
              <a:gd name="connsiteY90-1452" fmla="*/ 8138 h 10000"/>
              <a:gd name="connsiteX91-1453" fmla="*/ 9016 w 10000"/>
              <a:gd name="connsiteY91-1454" fmla="*/ 7930 h 10000"/>
              <a:gd name="connsiteX92-1455" fmla="*/ 9133 w 10000"/>
              <a:gd name="connsiteY92-1456" fmla="*/ 7799 h 10000"/>
              <a:gd name="connsiteX93-1457" fmla="*/ 9133 w 10000"/>
              <a:gd name="connsiteY93-1458" fmla="*/ 7721 h 10000"/>
              <a:gd name="connsiteX94-1459" fmla="*/ 9274 w 10000"/>
              <a:gd name="connsiteY94-1460" fmla="*/ 7591 h 10000"/>
              <a:gd name="connsiteX95-1461" fmla="*/ 9274 w 10000"/>
              <a:gd name="connsiteY95-1462" fmla="*/ 7513 h 10000"/>
              <a:gd name="connsiteX96-1463" fmla="*/ 9391 w 10000"/>
              <a:gd name="connsiteY96-1464" fmla="*/ 7448 h 10000"/>
              <a:gd name="connsiteX97-1465" fmla="*/ 9391 w 10000"/>
              <a:gd name="connsiteY97-1466" fmla="*/ 7448 h 10000"/>
              <a:gd name="connsiteX98-1467" fmla="*/ 9391 w 10000"/>
              <a:gd name="connsiteY98-1468" fmla="*/ 7448 h 10000"/>
              <a:gd name="connsiteX99-1469" fmla="*/ 9391 w 10000"/>
              <a:gd name="connsiteY99-1470" fmla="*/ 7448 h 10000"/>
              <a:gd name="connsiteX100-1471" fmla="*/ 9508 w 10000"/>
              <a:gd name="connsiteY100-1472" fmla="*/ 7448 h 10000"/>
              <a:gd name="connsiteX101-1473" fmla="*/ 9508 w 10000"/>
              <a:gd name="connsiteY101-1474" fmla="*/ 7513 h 10000"/>
              <a:gd name="connsiteX102-1475" fmla="*/ 9508 w 10000"/>
              <a:gd name="connsiteY102-1476" fmla="*/ 7591 h 10000"/>
              <a:gd name="connsiteX103-1477" fmla="*/ 9508 w 10000"/>
              <a:gd name="connsiteY103-1478" fmla="*/ 7721 h 10000"/>
              <a:gd name="connsiteX104-1479" fmla="*/ 9649 w 10000"/>
              <a:gd name="connsiteY104-1480" fmla="*/ 7799 h 10000"/>
              <a:gd name="connsiteX105-1481" fmla="*/ 9649 w 10000"/>
              <a:gd name="connsiteY105-1482" fmla="*/ 7930 h 10000"/>
              <a:gd name="connsiteX106-1483" fmla="*/ 9649 w 10000"/>
              <a:gd name="connsiteY106-1484" fmla="*/ 8138 h 10000"/>
              <a:gd name="connsiteX107-1485" fmla="*/ 9649 w 10000"/>
              <a:gd name="connsiteY107-1486" fmla="*/ 8411 h 10000"/>
              <a:gd name="connsiteX108-1487" fmla="*/ 9766 w 10000"/>
              <a:gd name="connsiteY108-1488" fmla="*/ 8763 h 10000"/>
              <a:gd name="connsiteX109-1489" fmla="*/ 9883 w 10000"/>
              <a:gd name="connsiteY109-1490" fmla="*/ 9036 h 10000"/>
              <a:gd name="connsiteX110-1491" fmla="*/ 10000 w 10000"/>
              <a:gd name="connsiteY110-1492" fmla="*/ 9375 h 10000"/>
              <a:gd name="connsiteX111-1493" fmla="*/ 10000 w 10000"/>
              <a:gd name="connsiteY111-1494" fmla="*/ 9453 h 10000"/>
              <a:gd name="connsiteX112-1495" fmla="*/ 10000 w 10000"/>
              <a:gd name="connsiteY112-1496" fmla="*/ 9583 h 10000"/>
              <a:gd name="connsiteX113-1497" fmla="*/ 10000 w 10000"/>
              <a:gd name="connsiteY113-1498" fmla="*/ 9727 h 10000"/>
              <a:gd name="connsiteX114-1499" fmla="*/ 10000 w 10000"/>
              <a:gd name="connsiteY114-1500" fmla="*/ 9792 h 10000"/>
              <a:gd name="connsiteX115-1501" fmla="*/ 10000 w 10000"/>
              <a:gd name="connsiteY115-1502" fmla="*/ 9857 h 10000"/>
              <a:gd name="connsiteX116-1503" fmla="*/ 10000 w 10000"/>
              <a:gd name="connsiteY116-1504" fmla="*/ 9935 h 10000"/>
              <a:gd name="connsiteX117-1505" fmla="*/ 10000 w 10000"/>
              <a:gd name="connsiteY117-1506" fmla="*/ 9935 h 10000"/>
              <a:gd name="connsiteX118-1507" fmla="*/ 10000 w 10000"/>
              <a:gd name="connsiteY118-1508" fmla="*/ 10000 h 10000"/>
              <a:gd name="connsiteX119-1509" fmla="*/ 9766 w 10000"/>
              <a:gd name="connsiteY119-1510" fmla="*/ 9935 h 10000"/>
              <a:gd name="connsiteX120-1511" fmla="*/ 9508 w 10000"/>
              <a:gd name="connsiteY120-1512" fmla="*/ 9935 h 10000"/>
              <a:gd name="connsiteX121-1513" fmla="*/ 9133 w 10000"/>
              <a:gd name="connsiteY121-1514" fmla="*/ 9857 h 10000"/>
              <a:gd name="connsiteX122-1515" fmla="*/ 8642 w 10000"/>
              <a:gd name="connsiteY122-1516" fmla="*/ 9727 h 10000"/>
              <a:gd name="connsiteX123-1517" fmla="*/ 8642 w 10000"/>
              <a:gd name="connsiteY123-1518" fmla="*/ 9727 h 10000"/>
              <a:gd name="connsiteX0-1519" fmla="*/ 8525 w 9883"/>
              <a:gd name="connsiteY0-1520" fmla="*/ 9727 h 10000"/>
              <a:gd name="connsiteX1-1521" fmla="*/ 8173 w 9883"/>
              <a:gd name="connsiteY1-1522" fmla="*/ 9583 h 10000"/>
              <a:gd name="connsiteX2-1523" fmla="*/ 7658 w 9883"/>
              <a:gd name="connsiteY2-1524" fmla="*/ 9453 h 10000"/>
              <a:gd name="connsiteX3-1525" fmla="*/ 7166 w 9883"/>
              <a:gd name="connsiteY3-1526" fmla="*/ 9245 h 10000"/>
              <a:gd name="connsiteX4-1527" fmla="*/ 6675 w 9883"/>
              <a:gd name="connsiteY4-1528" fmla="*/ 9036 h 10000"/>
              <a:gd name="connsiteX5-1529" fmla="*/ 6440 w 9883"/>
              <a:gd name="connsiteY5-1530" fmla="*/ 8893 h 10000"/>
              <a:gd name="connsiteX6-1531" fmla="*/ 6183 w 9883"/>
              <a:gd name="connsiteY6-1532" fmla="*/ 8763 h 10000"/>
              <a:gd name="connsiteX7-1533" fmla="*/ 5925 w 9883"/>
              <a:gd name="connsiteY7-1534" fmla="*/ 8620 h 10000"/>
              <a:gd name="connsiteX8-1535" fmla="*/ 5691 w 9883"/>
              <a:gd name="connsiteY8-1536" fmla="*/ 8490 h 10000"/>
              <a:gd name="connsiteX9-1537" fmla="*/ 5433 w 9883"/>
              <a:gd name="connsiteY9-1538" fmla="*/ 8281 h 10000"/>
              <a:gd name="connsiteX10-1539" fmla="*/ 5199 w 9883"/>
              <a:gd name="connsiteY10-1540" fmla="*/ 8073 h 10000"/>
              <a:gd name="connsiteX11-1541" fmla="*/ 4942 w 9883"/>
              <a:gd name="connsiteY11-1542" fmla="*/ 7865 h 10000"/>
              <a:gd name="connsiteX12-1543" fmla="*/ 4567 w 9883"/>
              <a:gd name="connsiteY12-1544" fmla="*/ 7656 h 10000"/>
              <a:gd name="connsiteX13-1545" fmla="*/ 3958 w 9883"/>
              <a:gd name="connsiteY13-1546" fmla="*/ 7174 h 10000"/>
              <a:gd name="connsiteX14-1547" fmla="*/ 3466 w 9883"/>
              <a:gd name="connsiteY14-1548" fmla="*/ 6758 h 10000"/>
              <a:gd name="connsiteX15-1549" fmla="*/ 2974 w 9883"/>
              <a:gd name="connsiteY15-1550" fmla="*/ 6276 h 10000"/>
              <a:gd name="connsiteX16-1551" fmla="*/ 2600 w 9883"/>
              <a:gd name="connsiteY16-1552" fmla="*/ 5729 h 10000"/>
              <a:gd name="connsiteX17-1553" fmla="*/ 2225 w 9883"/>
              <a:gd name="connsiteY17-1554" fmla="*/ 5247 h 10000"/>
              <a:gd name="connsiteX18-1555" fmla="*/ 1850 w 9883"/>
              <a:gd name="connsiteY18-1556" fmla="*/ 4766 h 10000"/>
              <a:gd name="connsiteX19-1557" fmla="*/ 1616 w 9883"/>
              <a:gd name="connsiteY19-1558" fmla="*/ 4284 h 10000"/>
              <a:gd name="connsiteX20-1559" fmla="*/ 1476 w 9883"/>
              <a:gd name="connsiteY20-1560" fmla="*/ 3997 h 10000"/>
              <a:gd name="connsiteX21-1561" fmla="*/ 1358 w 9883"/>
              <a:gd name="connsiteY21-1562" fmla="*/ 3789 h 10000"/>
              <a:gd name="connsiteX22-1563" fmla="*/ 1124 w 9883"/>
              <a:gd name="connsiteY22-1564" fmla="*/ 3307 h 10000"/>
              <a:gd name="connsiteX23-1565" fmla="*/ 984 w 9883"/>
              <a:gd name="connsiteY23-1566" fmla="*/ 2760 h 10000"/>
              <a:gd name="connsiteX24-1567" fmla="*/ 750 w 9883"/>
              <a:gd name="connsiteY24-1568" fmla="*/ 2214 h 10000"/>
              <a:gd name="connsiteX25-1569" fmla="*/ 609 w 9883"/>
              <a:gd name="connsiteY25-1570" fmla="*/ 1654 h 10000"/>
              <a:gd name="connsiteX26-1571" fmla="*/ 609 w 9883"/>
              <a:gd name="connsiteY26-1572" fmla="*/ 1380 h 10000"/>
              <a:gd name="connsiteX27-1573" fmla="*/ 492 w 9883"/>
              <a:gd name="connsiteY27-1574" fmla="*/ 1107 h 10000"/>
              <a:gd name="connsiteX28-1575" fmla="*/ 375 w 9883"/>
              <a:gd name="connsiteY28-1576" fmla="*/ 898 h 10000"/>
              <a:gd name="connsiteX29-1577" fmla="*/ 375 w 9883"/>
              <a:gd name="connsiteY29-1578" fmla="*/ 690 h 10000"/>
              <a:gd name="connsiteX30-1579" fmla="*/ 258 w 9883"/>
              <a:gd name="connsiteY30-1580" fmla="*/ 560 h 10000"/>
              <a:gd name="connsiteX31-1581" fmla="*/ 258 w 9883"/>
              <a:gd name="connsiteY31-1582" fmla="*/ 417 h 10000"/>
              <a:gd name="connsiteX32-1583" fmla="*/ 117 w 9883"/>
              <a:gd name="connsiteY32-1584" fmla="*/ 352 h 10000"/>
              <a:gd name="connsiteX33-1585" fmla="*/ 117 w 9883"/>
              <a:gd name="connsiteY33-1586" fmla="*/ 273 h 10000"/>
              <a:gd name="connsiteX34-1587" fmla="*/ 0 w 9883"/>
              <a:gd name="connsiteY34-1588" fmla="*/ 273 h 10000"/>
              <a:gd name="connsiteX35-1589" fmla="*/ 492 w 9883"/>
              <a:gd name="connsiteY35-1590" fmla="*/ 0 h 10000"/>
              <a:gd name="connsiteX36-1591" fmla="*/ 609 w 9883"/>
              <a:gd name="connsiteY36-1592" fmla="*/ 78 h 10000"/>
              <a:gd name="connsiteX37-1593" fmla="*/ 867 w 9883"/>
              <a:gd name="connsiteY37-1594" fmla="*/ 78 h 10000"/>
              <a:gd name="connsiteX38-1595" fmla="*/ 1241 w 9883"/>
              <a:gd name="connsiteY38-1596" fmla="*/ 208 h 10000"/>
              <a:gd name="connsiteX39-1597" fmla="*/ 1476 w 9883"/>
              <a:gd name="connsiteY39-1598" fmla="*/ 273 h 10000"/>
              <a:gd name="connsiteX40-1599" fmla="*/ 1733 w 9883"/>
              <a:gd name="connsiteY40-1600" fmla="*/ 273 h 10000"/>
              <a:gd name="connsiteX41-1601" fmla="*/ 1850 w 9883"/>
              <a:gd name="connsiteY41-1602" fmla="*/ 352 h 10000"/>
              <a:gd name="connsiteX42-1603" fmla="*/ 1850 w 9883"/>
              <a:gd name="connsiteY42-1604" fmla="*/ 417 h 10000"/>
              <a:gd name="connsiteX43-1605" fmla="*/ 1850 w 9883"/>
              <a:gd name="connsiteY43-1606" fmla="*/ 417 h 10000"/>
              <a:gd name="connsiteX44-1607" fmla="*/ 1733 w 9883"/>
              <a:gd name="connsiteY44-1608" fmla="*/ 482 h 10000"/>
              <a:gd name="connsiteX45-1609" fmla="*/ 1733 w 9883"/>
              <a:gd name="connsiteY45-1610" fmla="*/ 560 h 10000"/>
              <a:gd name="connsiteX46-1611" fmla="*/ 1733 w 9883"/>
              <a:gd name="connsiteY46-1612" fmla="*/ 690 h 10000"/>
              <a:gd name="connsiteX47-1613" fmla="*/ 1616 w 9883"/>
              <a:gd name="connsiteY47-1614" fmla="*/ 833 h 10000"/>
              <a:gd name="connsiteX48-1615" fmla="*/ 1616 w 9883"/>
              <a:gd name="connsiteY48-1616" fmla="*/ 898 h 10000"/>
              <a:gd name="connsiteX49-1617" fmla="*/ 1616 w 9883"/>
              <a:gd name="connsiteY49-1618" fmla="*/ 1042 h 10000"/>
              <a:gd name="connsiteX50-1619" fmla="*/ 1616 w 9883"/>
              <a:gd name="connsiteY50-1620" fmla="*/ 1107 h 10000"/>
              <a:gd name="connsiteX51-1621" fmla="*/ 1616 w 9883"/>
              <a:gd name="connsiteY51-1622" fmla="*/ 1250 h 10000"/>
              <a:gd name="connsiteX52-1623" fmla="*/ 1616 w 9883"/>
              <a:gd name="connsiteY52-1624" fmla="*/ 1523 h 10000"/>
              <a:gd name="connsiteX53-1625" fmla="*/ 1733 w 9883"/>
              <a:gd name="connsiteY53-1626" fmla="*/ 1862 h 10000"/>
              <a:gd name="connsiteX54-1627" fmla="*/ 1733 w 9883"/>
              <a:gd name="connsiteY54-1628" fmla="*/ 2214 h 10000"/>
              <a:gd name="connsiteX55-1629" fmla="*/ 1850 w 9883"/>
              <a:gd name="connsiteY55-1630" fmla="*/ 2552 h 10000"/>
              <a:gd name="connsiteX56-1631" fmla="*/ 1967 w 9883"/>
              <a:gd name="connsiteY56-1632" fmla="*/ 2969 h 10000"/>
              <a:gd name="connsiteX57-1633" fmla="*/ 2225 w 9883"/>
              <a:gd name="connsiteY57-1634" fmla="*/ 3385 h 10000"/>
              <a:gd name="connsiteX58-1635" fmla="*/ 2483 w 9883"/>
              <a:gd name="connsiteY58-1636" fmla="*/ 3867 h 10000"/>
              <a:gd name="connsiteX59-1637" fmla="*/ 2717 w 9883"/>
              <a:gd name="connsiteY59-1638" fmla="*/ 4349 h 10000"/>
              <a:gd name="connsiteX60-1639" fmla="*/ 3091 w 9883"/>
              <a:gd name="connsiteY60-1640" fmla="*/ 4896 h 10000"/>
              <a:gd name="connsiteX61-1641" fmla="*/ 3466 w 9883"/>
              <a:gd name="connsiteY61-1642" fmla="*/ 5521 h 10000"/>
              <a:gd name="connsiteX62-1643" fmla="*/ 3700 w 9883"/>
              <a:gd name="connsiteY62-1644" fmla="*/ 5794 h 10000"/>
              <a:gd name="connsiteX63-1645" fmla="*/ 3958 w 9883"/>
              <a:gd name="connsiteY63-1646" fmla="*/ 6003 h 10000"/>
              <a:gd name="connsiteX64-1647" fmla="*/ 4216 w 9883"/>
              <a:gd name="connsiteY64-1648" fmla="*/ 6276 h 10000"/>
              <a:gd name="connsiteX65-1649" fmla="*/ 4567 w 9883"/>
              <a:gd name="connsiteY65-1650" fmla="*/ 6549 h 10000"/>
              <a:gd name="connsiteX66-1651" fmla="*/ 4824 w 9883"/>
              <a:gd name="connsiteY66-1652" fmla="*/ 6823 h 10000"/>
              <a:gd name="connsiteX67-1653" fmla="*/ 5059 w 9883"/>
              <a:gd name="connsiteY67-1654" fmla="*/ 7109 h 10000"/>
              <a:gd name="connsiteX68-1655" fmla="*/ 5433 w 9883"/>
              <a:gd name="connsiteY68-1656" fmla="*/ 7318 h 10000"/>
              <a:gd name="connsiteX69-1657" fmla="*/ 5691 w 9883"/>
              <a:gd name="connsiteY69-1658" fmla="*/ 7513 h 10000"/>
              <a:gd name="connsiteX70-1659" fmla="*/ 6066 w 9883"/>
              <a:gd name="connsiteY70-1660" fmla="*/ 7721 h 10000"/>
              <a:gd name="connsiteX71-1661" fmla="*/ 6300 w 9883"/>
              <a:gd name="connsiteY71-1662" fmla="*/ 7930 h 10000"/>
              <a:gd name="connsiteX72-1663" fmla="*/ 6675 w 9883"/>
              <a:gd name="connsiteY72-1664" fmla="*/ 8073 h 10000"/>
              <a:gd name="connsiteX73-1665" fmla="*/ 6932 w 9883"/>
              <a:gd name="connsiteY73-1666" fmla="*/ 8203 h 10000"/>
              <a:gd name="connsiteX74-1667" fmla="*/ 7166 w 9883"/>
              <a:gd name="connsiteY74-1668" fmla="*/ 8346 h 10000"/>
              <a:gd name="connsiteX75-1669" fmla="*/ 7424 w 9883"/>
              <a:gd name="connsiteY75-1670" fmla="*/ 8490 h 10000"/>
              <a:gd name="connsiteX76-1671" fmla="*/ 7658 w 9883"/>
              <a:gd name="connsiteY76-1672" fmla="*/ 8555 h 10000"/>
              <a:gd name="connsiteX77-1673" fmla="*/ 7916 w 9883"/>
              <a:gd name="connsiteY77-1674" fmla="*/ 8685 h 10000"/>
              <a:gd name="connsiteX78-1675" fmla="*/ 8033 w 9883"/>
              <a:gd name="connsiteY78-1676" fmla="*/ 8763 h 10000"/>
              <a:gd name="connsiteX79-1677" fmla="*/ 8173 w 9883"/>
              <a:gd name="connsiteY79-1678" fmla="*/ 8763 h 10000"/>
              <a:gd name="connsiteX80-1679" fmla="*/ 8290 w 9883"/>
              <a:gd name="connsiteY80-1680" fmla="*/ 8828 h 10000"/>
              <a:gd name="connsiteX81-1681" fmla="*/ 8408 w 9883"/>
              <a:gd name="connsiteY81-1682" fmla="*/ 8828 h 10000"/>
              <a:gd name="connsiteX82-1683" fmla="*/ 8408 w 9883"/>
              <a:gd name="connsiteY82-1684" fmla="*/ 8828 h 10000"/>
              <a:gd name="connsiteX83-1685" fmla="*/ 8525 w 9883"/>
              <a:gd name="connsiteY83-1686" fmla="*/ 8763 h 10000"/>
              <a:gd name="connsiteX84-1687" fmla="*/ 8525 w 9883"/>
              <a:gd name="connsiteY84-1688" fmla="*/ 8685 h 10000"/>
              <a:gd name="connsiteX85-1689" fmla="*/ 8665 w 9883"/>
              <a:gd name="connsiteY85-1690" fmla="*/ 8620 h 10000"/>
              <a:gd name="connsiteX86-1691" fmla="*/ 8665 w 9883"/>
              <a:gd name="connsiteY86-1692" fmla="*/ 8555 h 10000"/>
              <a:gd name="connsiteX87-1693" fmla="*/ 8782 w 9883"/>
              <a:gd name="connsiteY87-1694" fmla="*/ 8411 h 10000"/>
              <a:gd name="connsiteX88-1695" fmla="*/ 8782 w 9883"/>
              <a:gd name="connsiteY88-1696" fmla="*/ 8281 h 10000"/>
              <a:gd name="connsiteX89-1697" fmla="*/ 8899 w 9883"/>
              <a:gd name="connsiteY89-1698" fmla="*/ 8138 h 10000"/>
              <a:gd name="connsiteX90-1699" fmla="*/ 8899 w 9883"/>
              <a:gd name="connsiteY90-1700" fmla="*/ 7930 h 10000"/>
              <a:gd name="connsiteX91-1701" fmla="*/ 9016 w 9883"/>
              <a:gd name="connsiteY91-1702" fmla="*/ 7799 h 10000"/>
              <a:gd name="connsiteX92-1703" fmla="*/ 9016 w 9883"/>
              <a:gd name="connsiteY92-1704" fmla="*/ 7721 h 10000"/>
              <a:gd name="connsiteX93-1705" fmla="*/ 9157 w 9883"/>
              <a:gd name="connsiteY93-1706" fmla="*/ 7591 h 10000"/>
              <a:gd name="connsiteX94-1707" fmla="*/ 9157 w 9883"/>
              <a:gd name="connsiteY94-1708" fmla="*/ 7513 h 10000"/>
              <a:gd name="connsiteX95-1709" fmla="*/ 9274 w 9883"/>
              <a:gd name="connsiteY95-1710" fmla="*/ 7448 h 10000"/>
              <a:gd name="connsiteX96-1711" fmla="*/ 9274 w 9883"/>
              <a:gd name="connsiteY96-1712" fmla="*/ 7448 h 10000"/>
              <a:gd name="connsiteX97-1713" fmla="*/ 9274 w 9883"/>
              <a:gd name="connsiteY97-1714" fmla="*/ 7448 h 10000"/>
              <a:gd name="connsiteX98-1715" fmla="*/ 9274 w 9883"/>
              <a:gd name="connsiteY98-1716" fmla="*/ 7448 h 10000"/>
              <a:gd name="connsiteX99-1717" fmla="*/ 9391 w 9883"/>
              <a:gd name="connsiteY99-1718" fmla="*/ 7448 h 10000"/>
              <a:gd name="connsiteX100-1719" fmla="*/ 9391 w 9883"/>
              <a:gd name="connsiteY100-1720" fmla="*/ 7513 h 10000"/>
              <a:gd name="connsiteX101-1721" fmla="*/ 9391 w 9883"/>
              <a:gd name="connsiteY101-1722" fmla="*/ 7591 h 10000"/>
              <a:gd name="connsiteX102-1723" fmla="*/ 9391 w 9883"/>
              <a:gd name="connsiteY102-1724" fmla="*/ 7721 h 10000"/>
              <a:gd name="connsiteX103-1725" fmla="*/ 9532 w 9883"/>
              <a:gd name="connsiteY103-1726" fmla="*/ 7799 h 10000"/>
              <a:gd name="connsiteX104-1727" fmla="*/ 9532 w 9883"/>
              <a:gd name="connsiteY104-1728" fmla="*/ 7930 h 10000"/>
              <a:gd name="connsiteX105-1729" fmla="*/ 9532 w 9883"/>
              <a:gd name="connsiteY105-1730" fmla="*/ 8138 h 10000"/>
              <a:gd name="connsiteX106-1731" fmla="*/ 9532 w 9883"/>
              <a:gd name="connsiteY106-1732" fmla="*/ 8411 h 10000"/>
              <a:gd name="connsiteX107-1733" fmla="*/ 9649 w 9883"/>
              <a:gd name="connsiteY107-1734" fmla="*/ 8763 h 10000"/>
              <a:gd name="connsiteX108-1735" fmla="*/ 9766 w 9883"/>
              <a:gd name="connsiteY108-1736" fmla="*/ 9036 h 10000"/>
              <a:gd name="connsiteX109-1737" fmla="*/ 9883 w 9883"/>
              <a:gd name="connsiteY109-1738" fmla="*/ 9375 h 10000"/>
              <a:gd name="connsiteX110-1739" fmla="*/ 9883 w 9883"/>
              <a:gd name="connsiteY110-1740" fmla="*/ 9453 h 10000"/>
              <a:gd name="connsiteX111-1741" fmla="*/ 9883 w 9883"/>
              <a:gd name="connsiteY111-1742" fmla="*/ 9583 h 10000"/>
              <a:gd name="connsiteX112-1743" fmla="*/ 9883 w 9883"/>
              <a:gd name="connsiteY112-1744" fmla="*/ 9727 h 10000"/>
              <a:gd name="connsiteX113-1745" fmla="*/ 9883 w 9883"/>
              <a:gd name="connsiteY113-1746" fmla="*/ 9792 h 10000"/>
              <a:gd name="connsiteX114-1747" fmla="*/ 9883 w 9883"/>
              <a:gd name="connsiteY114-1748" fmla="*/ 9857 h 10000"/>
              <a:gd name="connsiteX115-1749" fmla="*/ 9883 w 9883"/>
              <a:gd name="connsiteY115-1750" fmla="*/ 9935 h 10000"/>
              <a:gd name="connsiteX116-1751" fmla="*/ 9883 w 9883"/>
              <a:gd name="connsiteY116-1752" fmla="*/ 9935 h 10000"/>
              <a:gd name="connsiteX117-1753" fmla="*/ 9883 w 9883"/>
              <a:gd name="connsiteY117-1754" fmla="*/ 10000 h 10000"/>
              <a:gd name="connsiteX118-1755" fmla="*/ 9649 w 9883"/>
              <a:gd name="connsiteY118-1756" fmla="*/ 9935 h 10000"/>
              <a:gd name="connsiteX119-1757" fmla="*/ 9391 w 9883"/>
              <a:gd name="connsiteY119-1758" fmla="*/ 9935 h 10000"/>
              <a:gd name="connsiteX120-1759" fmla="*/ 9016 w 9883"/>
              <a:gd name="connsiteY120-1760" fmla="*/ 9857 h 10000"/>
              <a:gd name="connsiteX121-1761" fmla="*/ 8525 w 9883"/>
              <a:gd name="connsiteY121-1762" fmla="*/ 9727 h 10000"/>
              <a:gd name="connsiteX122-1763" fmla="*/ 8525 w 9883"/>
              <a:gd name="connsiteY122-1764" fmla="*/ 9727 h 10000"/>
              <a:gd name="connsiteX0-1765" fmla="*/ 8508 w 9882"/>
              <a:gd name="connsiteY0-1766" fmla="*/ 9727 h 10000"/>
              <a:gd name="connsiteX1-1767" fmla="*/ 8152 w 9882"/>
              <a:gd name="connsiteY1-1768" fmla="*/ 9583 h 10000"/>
              <a:gd name="connsiteX2-1769" fmla="*/ 7631 w 9882"/>
              <a:gd name="connsiteY2-1770" fmla="*/ 9453 h 10000"/>
              <a:gd name="connsiteX3-1771" fmla="*/ 7133 w 9882"/>
              <a:gd name="connsiteY3-1772" fmla="*/ 9245 h 10000"/>
              <a:gd name="connsiteX4-1773" fmla="*/ 6636 w 9882"/>
              <a:gd name="connsiteY4-1774" fmla="*/ 9036 h 10000"/>
              <a:gd name="connsiteX5-1775" fmla="*/ 6398 w 9882"/>
              <a:gd name="connsiteY5-1776" fmla="*/ 8893 h 10000"/>
              <a:gd name="connsiteX6-1777" fmla="*/ 6138 w 9882"/>
              <a:gd name="connsiteY6-1778" fmla="*/ 8763 h 10000"/>
              <a:gd name="connsiteX7-1779" fmla="*/ 5877 w 9882"/>
              <a:gd name="connsiteY7-1780" fmla="*/ 8620 h 10000"/>
              <a:gd name="connsiteX8-1781" fmla="*/ 5640 w 9882"/>
              <a:gd name="connsiteY8-1782" fmla="*/ 8490 h 10000"/>
              <a:gd name="connsiteX9-1783" fmla="*/ 5379 w 9882"/>
              <a:gd name="connsiteY9-1784" fmla="*/ 8281 h 10000"/>
              <a:gd name="connsiteX10-1785" fmla="*/ 5143 w 9882"/>
              <a:gd name="connsiteY10-1786" fmla="*/ 8073 h 10000"/>
              <a:gd name="connsiteX11-1787" fmla="*/ 4883 w 9882"/>
              <a:gd name="connsiteY11-1788" fmla="*/ 7865 h 10000"/>
              <a:gd name="connsiteX12-1789" fmla="*/ 4503 w 9882"/>
              <a:gd name="connsiteY12-1790" fmla="*/ 7656 h 10000"/>
              <a:gd name="connsiteX13-1791" fmla="*/ 3887 w 9882"/>
              <a:gd name="connsiteY13-1792" fmla="*/ 7174 h 10000"/>
              <a:gd name="connsiteX14-1793" fmla="*/ 3389 w 9882"/>
              <a:gd name="connsiteY14-1794" fmla="*/ 6758 h 10000"/>
              <a:gd name="connsiteX15-1795" fmla="*/ 2891 w 9882"/>
              <a:gd name="connsiteY15-1796" fmla="*/ 6276 h 10000"/>
              <a:gd name="connsiteX16-1797" fmla="*/ 2513 w 9882"/>
              <a:gd name="connsiteY16-1798" fmla="*/ 5729 h 10000"/>
              <a:gd name="connsiteX17-1799" fmla="*/ 2133 w 9882"/>
              <a:gd name="connsiteY17-1800" fmla="*/ 5247 h 10000"/>
              <a:gd name="connsiteX18-1801" fmla="*/ 1754 w 9882"/>
              <a:gd name="connsiteY18-1802" fmla="*/ 4766 h 10000"/>
              <a:gd name="connsiteX19-1803" fmla="*/ 1517 w 9882"/>
              <a:gd name="connsiteY19-1804" fmla="*/ 4284 h 10000"/>
              <a:gd name="connsiteX20-1805" fmla="*/ 1375 w 9882"/>
              <a:gd name="connsiteY20-1806" fmla="*/ 3997 h 10000"/>
              <a:gd name="connsiteX21-1807" fmla="*/ 1256 w 9882"/>
              <a:gd name="connsiteY21-1808" fmla="*/ 3789 h 10000"/>
              <a:gd name="connsiteX22-1809" fmla="*/ 1019 w 9882"/>
              <a:gd name="connsiteY22-1810" fmla="*/ 3307 h 10000"/>
              <a:gd name="connsiteX23-1811" fmla="*/ 878 w 9882"/>
              <a:gd name="connsiteY23-1812" fmla="*/ 2760 h 10000"/>
              <a:gd name="connsiteX24-1813" fmla="*/ 641 w 9882"/>
              <a:gd name="connsiteY24-1814" fmla="*/ 2214 h 10000"/>
              <a:gd name="connsiteX25-1815" fmla="*/ 498 w 9882"/>
              <a:gd name="connsiteY25-1816" fmla="*/ 1654 h 10000"/>
              <a:gd name="connsiteX26-1817" fmla="*/ 498 w 9882"/>
              <a:gd name="connsiteY26-1818" fmla="*/ 1380 h 10000"/>
              <a:gd name="connsiteX27-1819" fmla="*/ 380 w 9882"/>
              <a:gd name="connsiteY27-1820" fmla="*/ 1107 h 10000"/>
              <a:gd name="connsiteX28-1821" fmla="*/ 261 w 9882"/>
              <a:gd name="connsiteY28-1822" fmla="*/ 898 h 10000"/>
              <a:gd name="connsiteX29-1823" fmla="*/ 261 w 9882"/>
              <a:gd name="connsiteY29-1824" fmla="*/ 690 h 10000"/>
              <a:gd name="connsiteX30-1825" fmla="*/ 143 w 9882"/>
              <a:gd name="connsiteY30-1826" fmla="*/ 560 h 10000"/>
              <a:gd name="connsiteX31-1827" fmla="*/ 143 w 9882"/>
              <a:gd name="connsiteY31-1828" fmla="*/ 417 h 10000"/>
              <a:gd name="connsiteX32-1829" fmla="*/ 0 w 9882"/>
              <a:gd name="connsiteY32-1830" fmla="*/ 352 h 10000"/>
              <a:gd name="connsiteX33-1831" fmla="*/ 0 w 9882"/>
              <a:gd name="connsiteY33-1832" fmla="*/ 273 h 10000"/>
              <a:gd name="connsiteX34-1833" fmla="*/ 380 w 9882"/>
              <a:gd name="connsiteY34-1834" fmla="*/ 0 h 10000"/>
              <a:gd name="connsiteX35-1835" fmla="*/ 498 w 9882"/>
              <a:gd name="connsiteY35-1836" fmla="*/ 78 h 10000"/>
              <a:gd name="connsiteX36-1837" fmla="*/ 759 w 9882"/>
              <a:gd name="connsiteY36-1838" fmla="*/ 78 h 10000"/>
              <a:gd name="connsiteX37-1839" fmla="*/ 1138 w 9882"/>
              <a:gd name="connsiteY37-1840" fmla="*/ 208 h 10000"/>
              <a:gd name="connsiteX38-1841" fmla="*/ 1375 w 9882"/>
              <a:gd name="connsiteY38-1842" fmla="*/ 273 h 10000"/>
              <a:gd name="connsiteX39-1843" fmla="*/ 1636 w 9882"/>
              <a:gd name="connsiteY39-1844" fmla="*/ 273 h 10000"/>
              <a:gd name="connsiteX40-1845" fmla="*/ 1754 w 9882"/>
              <a:gd name="connsiteY40-1846" fmla="*/ 352 h 10000"/>
              <a:gd name="connsiteX41-1847" fmla="*/ 1754 w 9882"/>
              <a:gd name="connsiteY41-1848" fmla="*/ 417 h 10000"/>
              <a:gd name="connsiteX42-1849" fmla="*/ 1754 w 9882"/>
              <a:gd name="connsiteY42-1850" fmla="*/ 417 h 10000"/>
              <a:gd name="connsiteX43-1851" fmla="*/ 1636 w 9882"/>
              <a:gd name="connsiteY43-1852" fmla="*/ 482 h 10000"/>
              <a:gd name="connsiteX44-1853" fmla="*/ 1636 w 9882"/>
              <a:gd name="connsiteY44-1854" fmla="*/ 560 h 10000"/>
              <a:gd name="connsiteX45-1855" fmla="*/ 1636 w 9882"/>
              <a:gd name="connsiteY45-1856" fmla="*/ 690 h 10000"/>
              <a:gd name="connsiteX46-1857" fmla="*/ 1517 w 9882"/>
              <a:gd name="connsiteY46-1858" fmla="*/ 833 h 10000"/>
              <a:gd name="connsiteX47-1859" fmla="*/ 1517 w 9882"/>
              <a:gd name="connsiteY47-1860" fmla="*/ 898 h 10000"/>
              <a:gd name="connsiteX48-1861" fmla="*/ 1517 w 9882"/>
              <a:gd name="connsiteY48-1862" fmla="*/ 1042 h 10000"/>
              <a:gd name="connsiteX49-1863" fmla="*/ 1517 w 9882"/>
              <a:gd name="connsiteY49-1864" fmla="*/ 1107 h 10000"/>
              <a:gd name="connsiteX50-1865" fmla="*/ 1517 w 9882"/>
              <a:gd name="connsiteY50-1866" fmla="*/ 1250 h 10000"/>
              <a:gd name="connsiteX51-1867" fmla="*/ 1517 w 9882"/>
              <a:gd name="connsiteY51-1868" fmla="*/ 1523 h 10000"/>
              <a:gd name="connsiteX52-1869" fmla="*/ 1636 w 9882"/>
              <a:gd name="connsiteY52-1870" fmla="*/ 1862 h 10000"/>
              <a:gd name="connsiteX53-1871" fmla="*/ 1636 w 9882"/>
              <a:gd name="connsiteY53-1872" fmla="*/ 2214 h 10000"/>
              <a:gd name="connsiteX54-1873" fmla="*/ 1754 w 9882"/>
              <a:gd name="connsiteY54-1874" fmla="*/ 2552 h 10000"/>
              <a:gd name="connsiteX55-1875" fmla="*/ 1872 w 9882"/>
              <a:gd name="connsiteY55-1876" fmla="*/ 2969 h 10000"/>
              <a:gd name="connsiteX56-1877" fmla="*/ 2133 w 9882"/>
              <a:gd name="connsiteY56-1878" fmla="*/ 3385 h 10000"/>
              <a:gd name="connsiteX57-1879" fmla="*/ 2394 w 9882"/>
              <a:gd name="connsiteY57-1880" fmla="*/ 3867 h 10000"/>
              <a:gd name="connsiteX58-1881" fmla="*/ 2631 w 9882"/>
              <a:gd name="connsiteY58-1882" fmla="*/ 4349 h 10000"/>
              <a:gd name="connsiteX59-1883" fmla="*/ 3010 w 9882"/>
              <a:gd name="connsiteY59-1884" fmla="*/ 4896 h 10000"/>
              <a:gd name="connsiteX60-1885" fmla="*/ 3389 w 9882"/>
              <a:gd name="connsiteY60-1886" fmla="*/ 5521 h 10000"/>
              <a:gd name="connsiteX61-1887" fmla="*/ 3626 w 9882"/>
              <a:gd name="connsiteY61-1888" fmla="*/ 5794 h 10000"/>
              <a:gd name="connsiteX62-1889" fmla="*/ 3887 w 9882"/>
              <a:gd name="connsiteY62-1890" fmla="*/ 6003 h 10000"/>
              <a:gd name="connsiteX63-1891" fmla="*/ 4148 w 9882"/>
              <a:gd name="connsiteY63-1892" fmla="*/ 6276 h 10000"/>
              <a:gd name="connsiteX64-1893" fmla="*/ 4503 w 9882"/>
              <a:gd name="connsiteY64-1894" fmla="*/ 6549 h 10000"/>
              <a:gd name="connsiteX65-1895" fmla="*/ 4763 w 9882"/>
              <a:gd name="connsiteY65-1896" fmla="*/ 6823 h 10000"/>
              <a:gd name="connsiteX66-1897" fmla="*/ 5001 w 9882"/>
              <a:gd name="connsiteY66-1898" fmla="*/ 7109 h 10000"/>
              <a:gd name="connsiteX67-1899" fmla="*/ 5379 w 9882"/>
              <a:gd name="connsiteY67-1900" fmla="*/ 7318 h 10000"/>
              <a:gd name="connsiteX68-1901" fmla="*/ 5640 w 9882"/>
              <a:gd name="connsiteY68-1902" fmla="*/ 7513 h 10000"/>
              <a:gd name="connsiteX69-1903" fmla="*/ 6020 w 9882"/>
              <a:gd name="connsiteY69-1904" fmla="*/ 7721 h 10000"/>
              <a:gd name="connsiteX70-1905" fmla="*/ 6257 w 9882"/>
              <a:gd name="connsiteY70-1906" fmla="*/ 7930 h 10000"/>
              <a:gd name="connsiteX71-1907" fmla="*/ 6636 w 9882"/>
              <a:gd name="connsiteY71-1908" fmla="*/ 8073 h 10000"/>
              <a:gd name="connsiteX72-1909" fmla="*/ 6896 w 9882"/>
              <a:gd name="connsiteY72-1910" fmla="*/ 8203 h 10000"/>
              <a:gd name="connsiteX73-1911" fmla="*/ 7133 w 9882"/>
              <a:gd name="connsiteY73-1912" fmla="*/ 8346 h 10000"/>
              <a:gd name="connsiteX74-1913" fmla="*/ 7394 w 9882"/>
              <a:gd name="connsiteY74-1914" fmla="*/ 8490 h 10000"/>
              <a:gd name="connsiteX75-1915" fmla="*/ 7631 w 9882"/>
              <a:gd name="connsiteY75-1916" fmla="*/ 8555 h 10000"/>
              <a:gd name="connsiteX76-1917" fmla="*/ 7892 w 9882"/>
              <a:gd name="connsiteY76-1918" fmla="*/ 8685 h 10000"/>
              <a:gd name="connsiteX77-1919" fmla="*/ 8010 w 9882"/>
              <a:gd name="connsiteY77-1920" fmla="*/ 8763 h 10000"/>
              <a:gd name="connsiteX78-1921" fmla="*/ 8152 w 9882"/>
              <a:gd name="connsiteY78-1922" fmla="*/ 8763 h 10000"/>
              <a:gd name="connsiteX79-1923" fmla="*/ 8270 w 9882"/>
              <a:gd name="connsiteY79-1924" fmla="*/ 8828 h 10000"/>
              <a:gd name="connsiteX80-1925" fmla="*/ 8390 w 9882"/>
              <a:gd name="connsiteY80-1926" fmla="*/ 8828 h 10000"/>
              <a:gd name="connsiteX81-1927" fmla="*/ 8390 w 9882"/>
              <a:gd name="connsiteY81-1928" fmla="*/ 8828 h 10000"/>
              <a:gd name="connsiteX82-1929" fmla="*/ 8508 w 9882"/>
              <a:gd name="connsiteY82-1930" fmla="*/ 8763 h 10000"/>
              <a:gd name="connsiteX83-1931" fmla="*/ 8508 w 9882"/>
              <a:gd name="connsiteY83-1932" fmla="*/ 8685 h 10000"/>
              <a:gd name="connsiteX84-1933" fmla="*/ 8650 w 9882"/>
              <a:gd name="connsiteY84-1934" fmla="*/ 8620 h 10000"/>
              <a:gd name="connsiteX85-1935" fmla="*/ 8650 w 9882"/>
              <a:gd name="connsiteY85-1936" fmla="*/ 8555 h 10000"/>
              <a:gd name="connsiteX86-1937" fmla="*/ 8768 w 9882"/>
              <a:gd name="connsiteY86-1938" fmla="*/ 8411 h 10000"/>
              <a:gd name="connsiteX87-1939" fmla="*/ 8768 w 9882"/>
              <a:gd name="connsiteY87-1940" fmla="*/ 8281 h 10000"/>
              <a:gd name="connsiteX88-1941" fmla="*/ 8886 w 9882"/>
              <a:gd name="connsiteY88-1942" fmla="*/ 8138 h 10000"/>
              <a:gd name="connsiteX89-1943" fmla="*/ 8886 w 9882"/>
              <a:gd name="connsiteY89-1944" fmla="*/ 7930 h 10000"/>
              <a:gd name="connsiteX90-1945" fmla="*/ 9005 w 9882"/>
              <a:gd name="connsiteY90-1946" fmla="*/ 7799 h 10000"/>
              <a:gd name="connsiteX91-1947" fmla="*/ 9005 w 9882"/>
              <a:gd name="connsiteY91-1948" fmla="*/ 7721 h 10000"/>
              <a:gd name="connsiteX92-1949" fmla="*/ 9147 w 9882"/>
              <a:gd name="connsiteY92-1950" fmla="*/ 7591 h 10000"/>
              <a:gd name="connsiteX93-1951" fmla="*/ 9147 w 9882"/>
              <a:gd name="connsiteY93-1952" fmla="*/ 7513 h 10000"/>
              <a:gd name="connsiteX94-1953" fmla="*/ 9266 w 9882"/>
              <a:gd name="connsiteY94-1954" fmla="*/ 7448 h 10000"/>
              <a:gd name="connsiteX95-1955" fmla="*/ 9266 w 9882"/>
              <a:gd name="connsiteY95-1956" fmla="*/ 7448 h 10000"/>
              <a:gd name="connsiteX96-1957" fmla="*/ 9266 w 9882"/>
              <a:gd name="connsiteY96-1958" fmla="*/ 7448 h 10000"/>
              <a:gd name="connsiteX97-1959" fmla="*/ 9266 w 9882"/>
              <a:gd name="connsiteY97-1960" fmla="*/ 7448 h 10000"/>
              <a:gd name="connsiteX98-1961" fmla="*/ 9384 w 9882"/>
              <a:gd name="connsiteY98-1962" fmla="*/ 7448 h 10000"/>
              <a:gd name="connsiteX99-1963" fmla="*/ 9384 w 9882"/>
              <a:gd name="connsiteY99-1964" fmla="*/ 7513 h 10000"/>
              <a:gd name="connsiteX100-1965" fmla="*/ 9384 w 9882"/>
              <a:gd name="connsiteY100-1966" fmla="*/ 7591 h 10000"/>
              <a:gd name="connsiteX101-1967" fmla="*/ 9384 w 9882"/>
              <a:gd name="connsiteY101-1968" fmla="*/ 7721 h 10000"/>
              <a:gd name="connsiteX102-1969" fmla="*/ 9527 w 9882"/>
              <a:gd name="connsiteY102-1970" fmla="*/ 7799 h 10000"/>
              <a:gd name="connsiteX103-1971" fmla="*/ 9527 w 9882"/>
              <a:gd name="connsiteY103-1972" fmla="*/ 7930 h 10000"/>
              <a:gd name="connsiteX104-1973" fmla="*/ 9527 w 9882"/>
              <a:gd name="connsiteY104-1974" fmla="*/ 8138 h 10000"/>
              <a:gd name="connsiteX105-1975" fmla="*/ 9527 w 9882"/>
              <a:gd name="connsiteY105-1976" fmla="*/ 8411 h 10000"/>
              <a:gd name="connsiteX106-1977" fmla="*/ 9645 w 9882"/>
              <a:gd name="connsiteY106-1978" fmla="*/ 8763 h 10000"/>
              <a:gd name="connsiteX107-1979" fmla="*/ 9764 w 9882"/>
              <a:gd name="connsiteY107-1980" fmla="*/ 9036 h 10000"/>
              <a:gd name="connsiteX108-1981" fmla="*/ 9882 w 9882"/>
              <a:gd name="connsiteY108-1982" fmla="*/ 9375 h 10000"/>
              <a:gd name="connsiteX109-1983" fmla="*/ 9882 w 9882"/>
              <a:gd name="connsiteY109-1984" fmla="*/ 9453 h 10000"/>
              <a:gd name="connsiteX110-1985" fmla="*/ 9882 w 9882"/>
              <a:gd name="connsiteY110-1986" fmla="*/ 9583 h 10000"/>
              <a:gd name="connsiteX111-1987" fmla="*/ 9882 w 9882"/>
              <a:gd name="connsiteY111-1988" fmla="*/ 9727 h 10000"/>
              <a:gd name="connsiteX112-1989" fmla="*/ 9882 w 9882"/>
              <a:gd name="connsiteY112-1990" fmla="*/ 9792 h 10000"/>
              <a:gd name="connsiteX113-1991" fmla="*/ 9882 w 9882"/>
              <a:gd name="connsiteY113-1992" fmla="*/ 9857 h 10000"/>
              <a:gd name="connsiteX114-1993" fmla="*/ 9882 w 9882"/>
              <a:gd name="connsiteY114-1994" fmla="*/ 9935 h 10000"/>
              <a:gd name="connsiteX115-1995" fmla="*/ 9882 w 9882"/>
              <a:gd name="connsiteY115-1996" fmla="*/ 9935 h 10000"/>
              <a:gd name="connsiteX116-1997" fmla="*/ 9882 w 9882"/>
              <a:gd name="connsiteY116-1998" fmla="*/ 10000 h 10000"/>
              <a:gd name="connsiteX117-1999" fmla="*/ 9645 w 9882"/>
              <a:gd name="connsiteY117-2000" fmla="*/ 9935 h 10000"/>
              <a:gd name="connsiteX118-2001" fmla="*/ 9384 w 9882"/>
              <a:gd name="connsiteY118-2002" fmla="*/ 9935 h 10000"/>
              <a:gd name="connsiteX119-2003" fmla="*/ 9005 w 9882"/>
              <a:gd name="connsiteY119-2004" fmla="*/ 9857 h 10000"/>
              <a:gd name="connsiteX120-2005" fmla="*/ 8508 w 9882"/>
              <a:gd name="connsiteY120-2006" fmla="*/ 9727 h 10000"/>
              <a:gd name="connsiteX121-2007" fmla="*/ 8508 w 9882"/>
              <a:gd name="connsiteY121-2008" fmla="*/ 9727 h 10000"/>
              <a:gd name="connsiteX0-2009" fmla="*/ 8610 w 10000"/>
              <a:gd name="connsiteY0-2010" fmla="*/ 9727 h 10000"/>
              <a:gd name="connsiteX1-2011" fmla="*/ 8249 w 10000"/>
              <a:gd name="connsiteY1-2012" fmla="*/ 9583 h 10000"/>
              <a:gd name="connsiteX2-2013" fmla="*/ 7722 w 10000"/>
              <a:gd name="connsiteY2-2014" fmla="*/ 9453 h 10000"/>
              <a:gd name="connsiteX3-2015" fmla="*/ 7218 w 10000"/>
              <a:gd name="connsiteY3-2016" fmla="*/ 9245 h 10000"/>
              <a:gd name="connsiteX4-2017" fmla="*/ 6715 w 10000"/>
              <a:gd name="connsiteY4-2018" fmla="*/ 9036 h 10000"/>
              <a:gd name="connsiteX5-2019" fmla="*/ 6474 w 10000"/>
              <a:gd name="connsiteY5-2020" fmla="*/ 8893 h 10000"/>
              <a:gd name="connsiteX6-2021" fmla="*/ 6211 w 10000"/>
              <a:gd name="connsiteY6-2022" fmla="*/ 8763 h 10000"/>
              <a:gd name="connsiteX7-2023" fmla="*/ 5947 w 10000"/>
              <a:gd name="connsiteY7-2024" fmla="*/ 8620 h 10000"/>
              <a:gd name="connsiteX8-2025" fmla="*/ 5707 w 10000"/>
              <a:gd name="connsiteY8-2026" fmla="*/ 8490 h 10000"/>
              <a:gd name="connsiteX9-2027" fmla="*/ 5443 w 10000"/>
              <a:gd name="connsiteY9-2028" fmla="*/ 8281 h 10000"/>
              <a:gd name="connsiteX10-2029" fmla="*/ 5204 w 10000"/>
              <a:gd name="connsiteY10-2030" fmla="*/ 8073 h 10000"/>
              <a:gd name="connsiteX11-2031" fmla="*/ 4941 w 10000"/>
              <a:gd name="connsiteY11-2032" fmla="*/ 7865 h 10000"/>
              <a:gd name="connsiteX12-2033" fmla="*/ 4557 w 10000"/>
              <a:gd name="connsiteY12-2034" fmla="*/ 7656 h 10000"/>
              <a:gd name="connsiteX13-2035" fmla="*/ 3933 w 10000"/>
              <a:gd name="connsiteY13-2036" fmla="*/ 7174 h 10000"/>
              <a:gd name="connsiteX14-2037" fmla="*/ 3429 w 10000"/>
              <a:gd name="connsiteY14-2038" fmla="*/ 6758 h 10000"/>
              <a:gd name="connsiteX15-2039" fmla="*/ 2926 w 10000"/>
              <a:gd name="connsiteY15-2040" fmla="*/ 6276 h 10000"/>
              <a:gd name="connsiteX16-2041" fmla="*/ 2543 w 10000"/>
              <a:gd name="connsiteY16-2042" fmla="*/ 5729 h 10000"/>
              <a:gd name="connsiteX17-2043" fmla="*/ 2158 w 10000"/>
              <a:gd name="connsiteY17-2044" fmla="*/ 5247 h 10000"/>
              <a:gd name="connsiteX18-2045" fmla="*/ 1775 w 10000"/>
              <a:gd name="connsiteY18-2046" fmla="*/ 4766 h 10000"/>
              <a:gd name="connsiteX19-2047" fmla="*/ 1535 w 10000"/>
              <a:gd name="connsiteY19-2048" fmla="*/ 4284 h 10000"/>
              <a:gd name="connsiteX20-2049" fmla="*/ 1391 w 10000"/>
              <a:gd name="connsiteY20-2050" fmla="*/ 3997 h 10000"/>
              <a:gd name="connsiteX21-2051" fmla="*/ 1271 w 10000"/>
              <a:gd name="connsiteY21-2052" fmla="*/ 3789 h 10000"/>
              <a:gd name="connsiteX22-2053" fmla="*/ 1031 w 10000"/>
              <a:gd name="connsiteY22-2054" fmla="*/ 3307 h 10000"/>
              <a:gd name="connsiteX23-2055" fmla="*/ 888 w 10000"/>
              <a:gd name="connsiteY23-2056" fmla="*/ 2760 h 10000"/>
              <a:gd name="connsiteX24-2057" fmla="*/ 649 w 10000"/>
              <a:gd name="connsiteY24-2058" fmla="*/ 2214 h 10000"/>
              <a:gd name="connsiteX25-2059" fmla="*/ 504 w 10000"/>
              <a:gd name="connsiteY25-2060" fmla="*/ 1654 h 10000"/>
              <a:gd name="connsiteX26-2061" fmla="*/ 504 w 10000"/>
              <a:gd name="connsiteY26-2062" fmla="*/ 1380 h 10000"/>
              <a:gd name="connsiteX27-2063" fmla="*/ 385 w 10000"/>
              <a:gd name="connsiteY27-2064" fmla="*/ 1107 h 10000"/>
              <a:gd name="connsiteX28-2065" fmla="*/ 264 w 10000"/>
              <a:gd name="connsiteY28-2066" fmla="*/ 898 h 10000"/>
              <a:gd name="connsiteX29-2067" fmla="*/ 264 w 10000"/>
              <a:gd name="connsiteY29-2068" fmla="*/ 690 h 10000"/>
              <a:gd name="connsiteX30-2069" fmla="*/ 145 w 10000"/>
              <a:gd name="connsiteY30-2070" fmla="*/ 560 h 10000"/>
              <a:gd name="connsiteX31-2071" fmla="*/ 145 w 10000"/>
              <a:gd name="connsiteY31-2072" fmla="*/ 417 h 10000"/>
              <a:gd name="connsiteX32-2073" fmla="*/ 0 w 10000"/>
              <a:gd name="connsiteY32-2074" fmla="*/ 352 h 10000"/>
              <a:gd name="connsiteX33-2075" fmla="*/ 0 w 10000"/>
              <a:gd name="connsiteY33-2076" fmla="*/ 273 h 10000"/>
              <a:gd name="connsiteX34-2077" fmla="*/ 385 w 10000"/>
              <a:gd name="connsiteY34-2078" fmla="*/ 0 h 10000"/>
              <a:gd name="connsiteX35-2079" fmla="*/ 768 w 10000"/>
              <a:gd name="connsiteY35-2080" fmla="*/ 78 h 10000"/>
              <a:gd name="connsiteX36-2081" fmla="*/ 1152 w 10000"/>
              <a:gd name="connsiteY36-2082" fmla="*/ 208 h 10000"/>
              <a:gd name="connsiteX37-2083" fmla="*/ 1391 w 10000"/>
              <a:gd name="connsiteY37-2084" fmla="*/ 273 h 10000"/>
              <a:gd name="connsiteX38-2085" fmla="*/ 1656 w 10000"/>
              <a:gd name="connsiteY38-2086" fmla="*/ 273 h 10000"/>
              <a:gd name="connsiteX39-2087" fmla="*/ 1775 w 10000"/>
              <a:gd name="connsiteY39-2088" fmla="*/ 352 h 10000"/>
              <a:gd name="connsiteX40-2089" fmla="*/ 1775 w 10000"/>
              <a:gd name="connsiteY40-2090" fmla="*/ 417 h 10000"/>
              <a:gd name="connsiteX41-2091" fmla="*/ 1775 w 10000"/>
              <a:gd name="connsiteY41-2092" fmla="*/ 417 h 10000"/>
              <a:gd name="connsiteX42-2093" fmla="*/ 1656 w 10000"/>
              <a:gd name="connsiteY42-2094" fmla="*/ 482 h 10000"/>
              <a:gd name="connsiteX43-2095" fmla="*/ 1656 w 10000"/>
              <a:gd name="connsiteY43-2096" fmla="*/ 560 h 10000"/>
              <a:gd name="connsiteX44-2097" fmla="*/ 1656 w 10000"/>
              <a:gd name="connsiteY44-2098" fmla="*/ 690 h 10000"/>
              <a:gd name="connsiteX45-2099" fmla="*/ 1535 w 10000"/>
              <a:gd name="connsiteY45-2100" fmla="*/ 833 h 10000"/>
              <a:gd name="connsiteX46-2101" fmla="*/ 1535 w 10000"/>
              <a:gd name="connsiteY46-2102" fmla="*/ 898 h 10000"/>
              <a:gd name="connsiteX47-2103" fmla="*/ 1535 w 10000"/>
              <a:gd name="connsiteY47-2104" fmla="*/ 1042 h 10000"/>
              <a:gd name="connsiteX48-2105" fmla="*/ 1535 w 10000"/>
              <a:gd name="connsiteY48-2106" fmla="*/ 1107 h 10000"/>
              <a:gd name="connsiteX49-2107" fmla="*/ 1535 w 10000"/>
              <a:gd name="connsiteY49-2108" fmla="*/ 1250 h 10000"/>
              <a:gd name="connsiteX50-2109" fmla="*/ 1535 w 10000"/>
              <a:gd name="connsiteY50-2110" fmla="*/ 1523 h 10000"/>
              <a:gd name="connsiteX51-2111" fmla="*/ 1656 w 10000"/>
              <a:gd name="connsiteY51-2112" fmla="*/ 1862 h 10000"/>
              <a:gd name="connsiteX52-2113" fmla="*/ 1656 w 10000"/>
              <a:gd name="connsiteY52-2114" fmla="*/ 2214 h 10000"/>
              <a:gd name="connsiteX53-2115" fmla="*/ 1775 w 10000"/>
              <a:gd name="connsiteY53-2116" fmla="*/ 2552 h 10000"/>
              <a:gd name="connsiteX54-2117" fmla="*/ 1894 w 10000"/>
              <a:gd name="connsiteY54-2118" fmla="*/ 2969 h 10000"/>
              <a:gd name="connsiteX55-2119" fmla="*/ 2158 w 10000"/>
              <a:gd name="connsiteY55-2120" fmla="*/ 3385 h 10000"/>
              <a:gd name="connsiteX56-2121" fmla="*/ 2423 w 10000"/>
              <a:gd name="connsiteY56-2122" fmla="*/ 3867 h 10000"/>
              <a:gd name="connsiteX57-2123" fmla="*/ 2662 w 10000"/>
              <a:gd name="connsiteY57-2124" fmla="*/ 4349 h 10000"/>
              <a:gd name="connsiteX58-2125" fmla="*/ 3046 w 10000"/>
              <a:gd name="connsiteY58-2126" fmla="*/ 4896 h 10000"/>
              <a:gd name="connsiteX59-2127" fmla="*/ 3429 w 10000"/>
              <a:gd name="connsiteY59-2128" fmla="*/ 5521 h 10000"/>
              <a:gd name="connsiteX60-2129" fmla="*/ 3669 w 10000"/>
              <a:gd name="connsiteY60-2130" fmla="*/ 5794 h 10000"/>
              <a:gd name="connsiteX61-2131" fmla="*/ 3933 w 10000"/>
              <a:gd name="connsiteY61-2132" fmla="*/ 6003 h 10000"/>
              <a:gd name="connsiteX62-2133" fmla="*/ 4198 w 10000"/>
              <a:gd name="connsiteY62-2134" fmla="*/ 6276 h 10000"/>
              <a:gd name="connsiteX63-2135" fmla="*/ 4557 w 10000"/>
              <a:gd name="connsiteY63-2136" fmla="*/ 6549 h 10000"/>
              <a:gd name="connsiteX64-2137" fmla="*/ 4820 w 10000"/>
              <a:gd name="connsiteY64-2138" fmla="*/ 6823 h 10000"/>
              <a:gd name="connsiteX65-2139" fmla="*/ 5061 w 10000"/>
              <a:gd name="connsiteY65-2140" fmla="*/ 7109 h 10000"/>
              <a:gd name="connsiteX66-2141" fmla="*/ 5443 w 10000"/>
              <a:gd name="connsiteY66-2142" fmla="*/ 7318 h 10000"/>
              <a:gd name="connsiteX67-2143" fmla="*/ 5707 w 10000"/>
              <a:gd name="connsiteY67-2144" fmla="*/ 7513 h 10000"/>
              <a:gd name="connsiteX68-2145" fmla="*/ 6092 w 10000"/>
              <a:gd name="connsiteY68-2146" fmla="*/ 7721 h 10000"/>
              <a:gd name="connsiteX69-2147" fmla="*/ 6332 w 10000"/>
              <a:gd name="connsiteY69-2148" fmla="*/ 7930 h 10000"/>
              <a:gd name="connsiteX70-2149" fmla="*/ 6715 w 10000"/>
              <a:gd name="connsiteY70-2150" fmla="*/ 8073 h 10000"/>
              <a:gd name="connsiteX71-2151" fmla="*/ 6978 w 10000"/>
              <a:gd name="connsiteY71-2152" fmla="*/ 8203 h 10000"/>
              <a:gd name="connsiteX72-2153" fmla="*/ 7218 w 10000"/>
              <a:gd name="connsiteY72-2154" fmla="*/ 8346 h 10000"/>
              <a:gd name="connsiteX73-2155" fmla="*/ 7482 w 10000"/>
              <a:gd name="connsiteY73-2156" fmla="*/ 8490 h 10000"/>
              <a:gd name="connsiteX74-2157" fmla="*/ 7722 w 10000"/>
              <a:gd name="connsiteY74-2158" fmla="*/ 8555 h 10000"/>
              <a:gd name="connsiteX75-2159" fmla="*/ 7986 w 10000"/>
              <a:gd name="connsiteY75-2160" fmla="*/ 8685 h 10000"/>
              <a:gd name="connsiteX76-2161" fmla="*/ 8106 w 10000"/>
              <a:gd name="connsiteY76-2162" fmla="*/ 8763 h 10000"/>
              <a:gd name="connsiteX77-2163" fmla="*/ 8249 w 10000"/>
              <a:gd name="connsiteY77-2164" fmla="*/ 8763 h 10000"/>
              <a:gd name="connsiteX78-2165" fmla="*/ 8369 w 10000"/>
              <a:gd name="connsiteY78-2166" fmla="*/ 8828 h 10000"/>
              <a:gd name="connsiteX79-2167" fmla="*/ 8490 w 10000"/>
              <a:gd name="connsiteY79-2168" fmla="*/ 8828 h 10000"/>
              <a:gd name="connsiteX80-2169" fmla="*/ 8490 w 10000"/>
              <a:gd name="connsiteY80-2170" fmla="*/ 8828 h 10000"/>
              <a:gd name="connsiteX81-2171" fmla="*/ 8610 w 10000"/>
              <a:gd name="connsiteY81-2172" fmla="*/ 8763 h 10000"/>
              <a:gd name="connsiteX82-2173" fmla="*/ 8610 w 10000"/>
              <a:gd name="connsiteY82-2174" fmla="*/ 8685 h 10000"/>
              <a:gd name="connsiteX83-2175" fmla="*/ 8753 w 10000"/>
              <a:gd name="connsiteY83-2176" fmla="*/ 8620 h 10000"/>
              <a:gd name="connsiteX84-2177" fmla="*/ 8753 w 10000"/>
              <a:gd name="connsiteY84-2178" fmla="*/ 8555 h 10000"/>
              <a:gd name="connsiteX85-2179" fmla="*/ 8873 w 10000"/>
              <a:gd name="connsiteY85-2180" fmla="*/ 8411 h 10000"/>
              <a:gd name="connsiteX86-2181" fmla="*/ 8873 w 10000"/>
              <a:gd name="connsiteY86-2182" fmla="*/ 8281 h 10000"/>
              <a:gd name="connsiteX87-2183" fmla="*/ 8992 w 10000"/>
              <a:gd name="connsiteY87-2184" fmla="*/ 8138 h 10000"/>
              <a:gd name="connsiteX88-2185" fmla="*/ 8992 w 10000"/>
              <a:gd name="connsiteY88-2186" fmla="*/ 7930 h 10000"/>
              <a:gd name="connsiteX89-2187" fmla="*/ 9113 w 10000"/>
              <a:gd name="connsiteY89-2188" fmla="*/ 7799 h 10000"/>
              <a:gd name="connsiteX90-2189" fmla="*/ 9113 w 10000"/>
              <a:gd name="connsiteY90-2190" fmla="*/ 7721 h 10000"/>
              <a:gd name="connsiteX91-2191" fmla="*/ 9256 w 10000"/>
              <a:gd name="connsiteY91-2192" fmla="*/ 7591 h 10000"/>
              <a:gd name="connsiteX92-2193" fmla="*/ 9256 w 10000"/>
              <a:gd name="connsiteY92-2194" fmla="*/ 7513 h 10000"/>
              <a:gd name="connsiteX93-2195" fmla="*/ 9377 w 10000"/>
              <a:gd name="connsiteY93-2196" fmla="*/ 7448 h 10000"/>
              <a:gd name="connsiteX94-2197" fmla="*/ 9377 w 10000"/>
              <a:gd name="connsiteY94-2198" fmla="*/ 7448 h 10000"/>
              <a:gd name="connsiteX95-2199" fmla="*/ 9377 w 10000"/>
              <a:gd name="connsiteY95-2200" fmla="*/ 7448 h 10000"/>
              <a:gd name="connsiteX96-2201" fmla="*/ 9377 w 10000"/>
              <a:gd name="connsiteY96-2202" fmla="*/ 7448 h 10000"/>
              <a:gd name="connsiteX97-2203" fmla="*/ 9496 w 10000"/>
              <a:gd name="connsiteY97-2204" fmla="*/ 7448 h 10000"/>
              <a:gd name="connsiteX98-2205" fmla="*/ 9496 w 10000"/>
              <a:gd name="connsiteY98-2206" fmla="*/ 7513 h 10000"/>
              <a:gd name="connsiteX99-2207" fmla="*/ 9496 w 10000"/>
              <a:gd name="connsiteY99-2208" fmla="*/ 7591 h 10000"/>
              <a:gd name="connsiteX100-2209" fmla="*/ 9496 w 10000"/>
              <a:gd name="connsiteY100-2210" fmla="*/ 7721 h 10000"/>
              <a:gd name="connsiteX101-2211" fmla="*/ 9641 w 10000"/>
              <a:gd name="connsiteY101-2212" fmla="*/ 7799 h 10000"/>
              <a:gd name="connsiteX102-2213" fmla="*/ 9641 w 10000"/>
              <a:gd name="connsiteY102-2214" fmla="*/ 7930 h 10000"/>
              <a:gd name="connsiteX103-2215" fmla="*/ 9641 w 10000"/>
              <a:gd name="connsiteY103-2216" fmla="*/ 8138 h 10000"/>
              <a:gd name="connsiteX104-2217" fmla="*/ 9641 w 10000"/>
              <a:gd name="connsiteY104-2218" fmla="*/ 8411 h 10000"/>
              <a:gd name="connsiteX105-2219" fmla="*/ 9760 w 10000"/>
              <a:gd name="connsiteY105-2220" fmla="*/ 8763 h 10000"/>
              <a:gd name="connsiteX106-2221" fmla="*/ 9881 w 10000"/>
              <a:gd name="connsiteY106-2222" fmla="*/ 9036 h 10000"/>
              <a:gd name="connsiteX107-2223" fmla="*/ 10000 w 10000"/>
              <a:gd name="connsiteY107-2224" fmla="*/ 9375 h 10000"/>
              <a:gd name="connsiteX108-2225" fmla="*/ 10000 w 10000"/>
              <a:gd name="connsiteY108-2226" fmla="*/ 9453 h 10000"/>
              <a:gd name="connsiteX109-2227" fmla="*/ 10000 w 10000"/>
              <a:gd name="connsiteY109-2228" fmla="*/ 9583 h 10000"/>
              <a:gd name="connsiteX110-2229" fmla="*/ 10000 w 10000"/>
              <a:gd name="connsiteY110-2230" fmla="*/ 9727 h 10000"/>
              <a:gd name="connsiteX111-2231" fmla="*/ 10000 w 10000"/>
              <a:gd name="connsiteY111-2232" fmla="*/ 9792 h 10000"/>
              <a:gd name="connsiteX112-2233" fmla="*/ 10000 w 10000"/>
              <a:gd name="connsiteY112-2234" fmla="*/ 9857 h 10000"/>
              <a:gd name="connsiteX113-2235" fmla="*/ 10000 w 10000"/>
              <a:gd name="connsiteY113-2236" fmla="*/ 9935 h 10000"/>
              <a:gd name="connsiteX114-2237" fmla="*/ 10000 w 10000"/>
              <a:gd name="connsiteY114-2238" fmla="*/ 9935 h 10000"/>
              <a:gd name="connsiteX115-2239" fmla="*/ 10000 w 10000"/>
              <a:gd name="connsiteY115-2240" fmla="*/ 10000 h 10000"/>
              <a:gd name="connsiteX116-2241" fmla="*/ 9760 w 10000"/>
              <a:gd name="connsiteY116-2242" fmla="*/ 9935 h 10000"/>
              <a:gd name="connsiteX117-2243" fmla="*/ 9496 w 10000"/>
              <a:gd name="connsiteY117-2244" fmla="*/ 9935 h 10000"/>
              <a:gd name="connsiteX118-2245" fmla="*/ 9113 w 10000"/>
              <a:gd name="connsiteY118-2246" fmla="*/ 9857 h 10000"/>
              <a:gd name="connsiteX119-2247" fmla="*/ 8610 w 10000"/>
              <a:gd name="connsiteY119-2248" fmla="*/ 9727 h 10000"/>
              <a:gd name="connsiteX120-2249" fmla="*/ 8610 w 10000"/>
              <a:gd name="connsiteY120-2250" fmla="*/ 9727 h 10000"/>
              <a:gd name="connsiteX0-2251" fmla="*/ 8610 w 10000"/>
              <a:gd name="connsiteY0-2252" fmla="*/ 9727 h 10000"/>
              <a:gd name="connsiteX1-2253" fmla="*/ 8249 w 10000"/>
              <a:gd name="connsiteY1-2254" fmla="*/ 9583 h 10000"/>
              <a:gd name="connsiteX2-2255" fmla="*/ 7722 w 10000"/>
              <a:gd name="connsiteY2-2256" fmla="*/ 9453 h 10000"/>
              <a:gd name="connsiteX3-2257" fmla="*/ 7218 w 10000"/>
              <a:gd name="connsiteY3-2258" fmla="*/ 9245 h 10000"/>
              <a:gd name="connsiteX4-2259" fmla="*/ 6715 w 10000"/>
              <a:gd name="connsiteY4-2260" fmla="*/ 9036 h 10000"/>
              <a:gd name="connsiteX5-2261" fmla="*/ 6474 w 10000"/>
              <a:gd name="connsiteY5-2262" fmla="*/ 8893 h 10000"/>
              <a:gd name="connsiteX6-2263" fmla="*/ 6211 w 10000"/>
              <a:gd name="connsiteY6-2264" fmla="*/ 8763 h 10000"/>
              <a:gd name="connsiteX7-2265" fmla="*/ 5947 w 10000"/>
              <a:gd name="connsiteY7-2266" fmla="*/ 8620 h 10000"/>
              <a:gd name="connsiteX8-2267" fmla="*/ 5707 w 10000"/>
              <a:gd name="connsiteY8-2268" fmla="*/ 8490 h 10000"/>
              <a:gd name="connsiteX9-2269" fmla="*/ 5443 w 10000"/>
              <a:gd name="connsiteY9-2270" fmla="*/ 8281 h 10000"/>
              <a:gd name="connsiteX10-2271" fmla="*/ 5204 w 10000"/>
              <a:gd name="connsiteY10-2272" fmla="*/ 8073 h 10000"/>
              <a:gd name="connsiteX11-2273" fmla="*/ 4941 w 10000"/>
              <a:gd name="connsiteY11-2274" fmla="*/ 7865 h 10000"/>
              <a:gd name="connsiteX12-2275" fmla="*/ 4557 w 10000"/>
              <a:gd name="connsiteY12-2276" fmla="*/ 7656 h 10000"/>
              <a:gd name="connsiteX13-2277" fmla="*/ 3933 w 10000"/>
              <a:gd name="connsiteY13-2278" fmla="*/ 7174 h 10000"/>
              <a:gd name="connsiteX14-2279" fmla="*/ 3429 w 10000"/>
              <a:gd name="connsiteY14-2280" fmla="*/ 6758 h 10000"/>
              <a:gd name="connsiteX15-2281" fmla="*/ 2926 w 10000"/>
              <a:gd name="connsiteY15-2282" fmla="*/ 6276 h 10000"/>
              <a:gd name="connsiteX16-2283" fmla="*/ 2543 w 10000"/>
              <a:gd name="connsiteY16-2284" fmla="*/ 5729 h 10000"/>
              <a:gd name="connsiteX17-2285" fmla="*/ 2158 w 10000"/>
              <a:gd name="connsiteY17-2286" fmla="*/ 5247 h 10000"/>
              <a:gd name="connsiteX18-2287" fmla="*/ 1775 w 10000"/>
              <a:gd name="connsiteY18-2288" fmla="*/ 4766 h 10000"/>
              <a:gd name="connsiteX19-2289" fmla="*/ 1535 w 10000"/>
              <a:gd name="connsiteY19-2290" fmla="*/ 4284 h 10000"/>
              <a:gd name="connsiteX20-2291" fmla="*/ 1391 w 10000"/>
              <a:gd name="connsiteY20-2292" fmla="*/ 3997 h 10000"/>
              <a:gd name="connsiteX21-2293" fmla="*/ 1271 w 10000"/>
              <a:gd name="connsiteY21-2294" fmla="*/ 3789 h 10000"/>
              <a:gd name="connsiteX22-2295" fmla="*/ 1031 w 10000"/>
              <a:gd name="connsiteY22-2296" fmla="*/ 3307 h 10000"/>
              <a:gd name="connsiteX23-2297" fmla="*/ 888 w 10000"/>
              <a:gd name="connsiteY23-2298" fmla="*/ 2760 h 10000"/>
              <a:gd name="connsiteX24-2299" fmla="*/ 649 w 10000"/>
              <a:gd name="connsiteY24-2300" fmla="*/ 2214 h 10000"/>
              <a:gd name="connsiteX25-2301" fmla="*/ 504 w 10000"/>
              <a:gd name="connsiteY25-2302" fmla="*/ 1654 h 10000"/>
              <a:gd name="connsiteX26-2303" fmla="*/ 504 w 10000"/>
              <a:gd name="connsiteY26-2304" fmla="*/ 1380 h 10000"/>
              <a:gd name="connsiteX27-2305" fmla="*/ 385 w 10000"/>
              <a:gd name="connsiteY27-2306" fmla="*/ 1107 h 10000"/>
              <a:gd name="connsiteX28-2307" fmla="*/ 264 w 10000"/>
              <a:gd name="connsiteY28-2308" fmla="*/ 898 h 10000"/>
              <a:gd name="connsiteX29-2309" fmla="*/ 264 w 10000"/>
              <a:gd name="connsiteY29-2310" fmla="*/ 690 h 10000"/>
              <a:gd name="connsiteX30-2311" fmla="*/ 145 w 10000"/>
              <a:gd name="connsiteY30-2312" fmla="*/ 560 h 10000"/>
              <a:gd name="connsiteX31-2313" fmla="*/ 145 w 10000"/>
              <a:gd name="connsiteY31-2314" fmla="*/ 417 h 10000"/>
              <a:gd name="connsiteX32-2315" fmla="*/ 0 w 10000"/>
              <a:gd name="connsiteY32-2316" fmla="*/ 352 h 10000"/>
              <a:gd name="connsiteX33-2317" fmla="*/ 0 w 10000"/>
              <a:gd name="connsiteY33-2318" fmla="*/ 273 h 10000"/>
              <a:gd name="connsiteX34-2319" fmla="*/ 385 w 10000"/>
              <a:gd name="connsiteY34-2320" fmla="*/ 0 h 10000"/>
              <a:gd name="connsiteX35-2321" fmla="*/ 1152 w 10000"/>
              <a:gd name="connsiteY35-2322" fmla="*/ 208 h 10000"/>
              <a:gd name="connsiteX36-2323" fmla="*/ 1391 w 10000"/>
              <a:gd name="connsiteY36-2324" fmla="*/ 273 h 10000"/>
              <a:gd name="connsiteX37-2325" fmla="*/ 1656 w 10000"/>
              <a:gd name="connsiteY37-2326" fmla="*/ 273 h 10000"/>
              <a:gd name="connsiteX38-2327" fmla="*/ 1775 w 10000"/>
              <a:gd name="connsiteY38-2328" fmla="*/ 352 h 10000"/>
              <a:gd name="connsiteX39-2329" fmla="*/ 1775 w 10000"/>
              <a:gd name="connsiteY39-2330" fmla="*/ 417 h 10000"/>
              <a:gd name="connsiteX40-2331" fmla="*/ 1775 w 10000"/>
              <a:gd name="connsiteY40-2332" fmla="*/ 417 h 10000"/>
              <a:gd name="connsiteX41-2333" fmla="*/ 1656 w 10000"/>
              <a:gd name="connsiteY41-2334" fmla="*/ 482 h 10000"/>
              <a:gd name="connsiteX42-2335" fmla="*/ 1656 w 10000"/>
              <a:gd name="connsiteY42-2336" fmla="*/ 560 h 10000"/>
              <a:gd name="connsiteX43-2337" fmla="*/ 1656 w 10000"/>
              <a:gd name="connsiteY43-2338" fmla="*/ 690 h 10000"/>
              <a:gd name="connsiteX44-2339" fmla="*/ 1535 w 10000"/>
              <a:gd name="connsiteY44-2340" fmla="*/ 833 h 10000"/>
              <a:gd name="connsiteX45-2341" fmla="*/ 1535 w 10000"/>
              <a:gd name="connsiteY45-2342" fmla="*/ 898 h 10000"/>
              <a:gd name="connsiteX46-2343" fmla="*/ 1535 w 10000"/>
              <a:gd name="connsiteY46-2344" fmla="*/ 1042 h 10000"/>
              <a:gd name="connsiteX47-2345" fmla="*/ 1535 w 10000"/>
              <a:gd name="connsiteY47-2346" fmla="*/ 1107 h 10000"/>
              <a:gd name="connsiteX48-2347" fmla="*/ 1535 w 10000"/>
              <a:gd name="connsiteY48-2348" fmla="*/ 1250 h 10000"/>
              <a:gd name="connsiteX49-2349" fmla="*/ 1535 w 10000"/>
              <a:gd name="connsiteY49-2350" fmla="*/ 1523 h 10000"/>
              <a:gd name="connsiteX50-2351" fmla="*/ 1656 w 10000"/>
              <a:gd name="connsiteY50-2352" fmla="*/ 1862 h 10000"/>
              <a:gd name="connsiteX51-2353" fmla="*/ 1656 w 10000"/>
              <a:gd name="connsiteY51-2354" fmla="*/ 2214 h 10000"/>
              <a:gd name="connsiteX52-2355" fmla="*/ 1775 w 10000"/>
              <a:gd name="connsiteY52-2356" fmla="*/ 2552 h 10000"/>
              <a:gd name="connsiteX53-2357" fmla="*/ 1894 w 10000"/>
              <a:gd name="connsiteY53-2358" fmla="*/ 2969 h 10000"/>
              <a:gd name="connsiteX54-2359" fmla="*/ 2158 w 10000"/>
              <a:gd name="connsiteY54-2360" fmla="*/ 3385 h 10000"/>
              <a:gd name="connsiteX55-2361" fmla="*/ 2423 w 10000"/>
              <a:gd name="connsiteY55-2362" fmla="*/ 3867 h 10000"/>
              <a:gd name="connsiteX56-2363" fmla="*/ 2662 w 10000"/>
              <a:gd name="connsiteY56-2364" fmla="*/ 4349 h 10000"/>
              <a:gd name="connsiteX57-2365" fmla="*/ 3046 w 10000"/>
              <a:gd name="connsiteY57-2366" fmla="*/ 4896 h 10000"/>
              <a:gd name="connsiteX58-2367" fmla="*/ 3429 w 10000"/>
              <a:gd name="connsiteY58-2368" fmla="*/ 5521 h 10000"/>
              <a:gd name="connsiteX59-2369" fmla="*/ 3669 w 10000"/>
              <a:gd name="connsiteY59-2370" fmla="*/ 5794 h 10000"/>
              <a:gd name="connsiteX60-2371" fmla="*/ 3933 w 10000"/>
              <a:gd name="connsiteY60-2372" fmla="*/ 6003 h 10000"/>
              <a:gd name="connsiteX61-2373" fmla="*/ 4198 w 10000"/>
              <a:gd name="connsiteY61-2374" fmla="*/ 6276 h 10000"/>
              <a:gd name="connsiteX62-2375" fmla="*/ 4557 w 10000"/>
              <a:gd name="connsiteY62-2376" fmla="*/ 6549 h 10000"/>
              <a:gd name="connsiteX63-2377" fmla="*/ 4820 w 10000"/>
              <a:gd name="connsiteY63-2378" fmla="*/ 6823 h 10000"/>
              <a:gd name="connsiteX64-2379" fmla="*/ 5061 w 10000"/>
              <a:gd name="connsiteY64-2380" fmla="*/ 7109 h 10000"/>
              <a:gd name="connsiteX65-2381" fmla="*/ 5443 w 10000"/>
              <a:gd name="connsiteY65-2382" fmla="*/ 7318 h 10000"/>
              <a:gd name="connsiteX66-2383" fmla="*/ 5707 w 10000"/>
              <a:gd name="connsiteY66-2384" fmla="*/ 7513 h 10000"/>
              <a:gd name="connsiteX67-2385" fmla="*/ 6092 w 10000"/>
              <a:gd name="connsiteY67-2386" fmla="*/ 7721 h 10000"/>
              <a:gd name="connsiteX68-2387" fmla="*/ 6332 w 10000"/>
              <a:gd name="connsiteY68-2388" fmla="*/ 7930 h 10000"/>
              <a:gd name="connsiteX69-2389" fmla="*/ 6715 w 10000"/>
              <a:gd name="connsiteY69-2390" fmla="*/ 8073 h 10000"/>
              <a:gd name="connsiteX70-2391" fmla="*/ 6978 w 10000"/>
              <a:gd name="connsiteY70-2392" fmla="*/ 8203 h 10000"/>
              <a:gd name="connsiteX71-2393" fmla="*/ 7218 w 10000"/>
              <a:gd name="connsiteY71-2394" fmla="*/ 8346 h 10000"/>
              <a:gd name="connsiteX72-2395" fmla="*/ 7482 w 10000"/>
              <a:gd name="connsiteY72-2396" fmla="*/ 8490 h 10000"/>
              <a:gd name="connsiteX73-2397" fmla="*/ 7722 w 10000"/>
              <a:gd name="connsiteY73-2398" fmla="*/ 8555 h 10000"/>
              <a:gd name="connsiteX74-2399" fmla="*/ 7986 w 10000"/>
              <a:gd name="connsiteY74-2400" fmla="*/ 8685 h 10000"/>
              <a:gd name="connsiteX75-2401" fmla="*/ 8106 w 10000"/>
              <a:gd name="connsiteY75-2402" fmla="*/ 8763 h 10000"/>
              <a:gd name="connsiteX76-2403" fmla="*/ 8249 w 10000"/>
              <a:gd name="connsiteY76-2404" fmla="*/ 8763 h 10000"/>
              <a:gd name="connsiteX77-2405" fmla="*/ 8369 w 10000"/>
              <a:gd name="connsiteY77-2406" fmla="*/ 8828 h 10000"/>
              <a:gd name="connsiteX78-2407" fmla="*/ 8490 w 10000"/>
              <a:gd name="connsiteY78-2408" fmla="*/ 8828 h 10000"/>
              <a:gd name="connsiteX79-2409" fmla="*/ 8490 w 10000"/>
              <a:gd name="connsiteY79-2410" fmla="*/ 8828 h 10000"/>
              <a:gd name="connsiteX80-2411" fmla="*/ 8610 w 10000"/>
              <a:gd name="connsiteY80-2412" fmla="*/ 8763 h 10000"/>
              <a:gd name="connsiteX81-2413" fmla="*/ 8610 w 10000"/>
              <a:gd name="connsiteY81-2414" fmla="*/ 8685 h 10000"/>
              <a:gd name="connsiteX82-2415" fmla="*/ 8753 w 10000"/>
              <a:gd name="connsiteY82-2416" fmla="*/ 8620 h 10000"/>
              <a:gd name="connsiteX83-2417" fmla="*/ 8753 w 10000"/>
              <a:gd name="connsiteY83-2418" fmla="*/ 8555 h 10000"/>
              <a:gd name="connsiteX84-2419" fmla="*/ 8873 w 10000"/>
              <a:gd name="connsiteY84-2420" fmla="*/ 8411 h 10000"/>
              <a:gd name="connsiteX85-2421" fmla="*/ 8873 w 10000"/>
              <a:gd name="connsiteY85-2422" fmla="*/ 8281 h 10000"/>
              <a:gd name="connsiteX86-2423" fmla="*/ 8992 w 10000"/>
              <a:gd name="connsiteY86-2424" fmla="*/ 8138 h 10000"/>
              <a:gd name="connsiteX87-2425" fmla="*/ 8992 w 10000"/>
              <a:gd name="connsiteY87-2426" fmla="*/ 7930 h 10000"/>
              <a:gd name="connsiteX88-2427" fmla="*/ 9113 w 10000"/>
              <a:gd name="connsiteY88-2428" fmla="*/ 7799 h 10000"/>
              <a:gd name="connsiteX89-2429" fmla="*/ 9113 w 10000"/>
              <a:gd name="connsiteY89-2430" fmla="*/ 7721 h 10000"/>
              <a:gd name="connsiteX90-2431" fmla="*/ 9256 w 10000"/>
              <a:gd name="connsiteY90-2432" fmla="*/ 7591 h 10000"/>
              <a:gd name="connsiteX91-2433" fmla="*/ 9256 w 10000"/>
              <a:gd name="connsiteY91-2434" fmla="*/ 7513 h 10000"/>
              <a:gd name="connsiteX92-2435" fmla="*/ 9377 w 10000"/>
              <a:gd name="connsiteY92-2436" fmla="*/ 7448 h 10000"/>
              <a:gd name="connsiteX93-2437" fmla="*/ 9377 w 10000"/>
              <a:gd name="connsiteY93-2438" fmla="*/ 7448 h 10000"/>
              <a:gd name="connsiteX94-2439" fmla="*/ 9377 w 10000"/>
              <a:gd name="connsiteY94-2440" fmla="*/ 7448 h 10000"/>
              <a:gd name="connsiteX95-2441" fmla="*/ 9377 w 10000"/>
              <a:gd name="connsiteY95-2442" fmla="*/ 7448 h 10000"/>
              <a:gd name="connsiteX96-2443" fmla="*/ 9496 w 10000"/>
              <a:gd name="connsiteY96-2444" fmla="*/ 7448 h 10000"/>
              <a:gd name="connsiteX97-2445" fmla="*/ 9496 w 10000"/>
              <a:gd name="connsiteY97-2446" fmla="*/ 7513 h 10000"/>
              <a:gd name="connsiteX98-2447" fmla="*/ 9496 w 10000"/>
              <a:gd name="connsiteY98-2448" fmla="*/ 7591 h 10000"/>
              <a:gd name="connsiteX99-2449" fmla="*/ 9496 w 10000"/>
              <a:gd name="connsiteY99-2450" fmla="*/ 7721 h 10000"/>
              <a:gd name="connsiteX100-2451" fmla="*/ 9641 w 10000"/>
              <a:gd name="connsiteY100-2452" fmla="*/ 7799 h 10000"/>
              <a:gd name="connsiteX101-2453" fmla="*/ 9641 w 10000"/>
              <a:gd name="connsiteY101-2454" fmla="*/ 7930 h 10000"/>
              <a:gd name="connsiteX102-2455" fmla="*/ 9641 w 10000"/>
              <a:gd name="connsiteY102-2456" fmla="*/ 8138 h 10000"/>
              <a:gd name="connsiteX103-2457" fmla="*/ 9641 w 10000"/>
              <a:gd name="connsiteY103-2458" fmla="*/ 8411 h 10000"/>
              <a:gd name="connsiteX104-2459" fmla="*/ 9760 w 10000"/>
              <a:gd name="connsiteY104-2460" fmla="*/ 8763 h 10000"/>
              <a:gd name="connsiteX105-2461" fmla="*/ 9881 w 10000"/>
              <a:gd name="connsiteY105-2462" fmla="*/ 9036 h 10000"/>
              <a:gd name="connsiteX106-2463" fmla="*/ 10000 w 10000"/>
              <a:gd name="connsiteY106-2464" fmla="*/ 9375 h 10000"/>
              <a:gd name="connsiteX107-2465" fmla="*/ 10000 w 10000"/>
              <a:gd name="connsiteY107-2466" fmla="*/ 9453 h 10000"/>
              <a:gd name="connsiteX108-2467" fmla="*/ 10000 w 10000"/>
              <a:gd name="connsiteY108-2468" fmla="*/ 9583 h 10000"/>
              <a:gd name="connsiteX109-2469" fmla="*/ 10000 w 10000"/>
              <a:gd name="connsiteY109-2470" fmla="*/ 9727 h 10000"/>
              <a:gd name="connsiteX110-2471" fmla="*/ 10000 w 10000"/>
              <a:gd name="connsiteY110-2472" fmla="*/ 9792 h 10000"/>
              <a:gd name="connsiteX111-2473" fmla="*/ 10000 w 10000"/>
              <a:gd name="connsiteY111-2474" fmla="*/ 9857 h 10000"/>
              <a:gd name="connsiteX112-2475" fmla="*/ 10000 w 10000"/>
              <a:gd name="connsiteY112-2476" fmla="*/ 9935 h 10000"/>
              <a:gd name="connsiteX113-2477" fmla="*/ 10000 w 10000"/>
              <a:gd name="connsiteY113-2478" fmla="*/ 9935 h 10000"/>
              <a:gd name="connsiteX114-2479" fmla="*/ 10000 w 10000"/>
              <a:gd name="connsiteY114-2480" fmla="*/ 10000 h 10000"/>
              <a:gd name="connsiteX115-2481" fmla="*/ 9760 w 10000"/>
              <a:gd name="connsiteY115-2482" fmla="*/ 9935 h 10000"/>
              <a:gd name="connsiteX116-2483" fmla="*/ 9496 w 10000"/>
              <a:gd name="connsiteY116-2484" fmla="*/ 9935 h 10000"/>
              <a:gd name="connsiteX117-2485" fmla="*/ 9113 w 10000"/>
              <a:gd name="connsiteY117-2486" fmla="*/ 9857 h 10000"/>
              <a:gd name="connsiteX118-2487" fmla="*/ 8610 w 10000"/>
              <a:gd name="connsiteY118-2488" fmla="*/ 9727 h 10000"/>
              <a:gd name="connsiteX119-2489" fmla="*/ 8610 w 10000"/>
              <a:gd name="connsiteY119-2490" fmla="*/ 9727 h 10000"/>
              <a:gd name="connsiteX0-2491" fmla="*/ 8610 w 10000"/>
              <a:gd name="connsiteY0-2492" fmla="*/ 9727 h 10000"/>
              <a:gd name="connsiteX1-2493" fmla="*/ 8249 w 10000"/>
              <a:gd name="connsiteY1-2494" fmla="*/ 9583 h 10000"/>
              <a:gd name="connsiteX2-2495" fmla="*/ 7722 w 10000"/>
              <a:gd name="connsiteY2-2496" fmla="*/ 9453 h 10000"/>
              <a:gd name="connsiteX3-2497" fmla="*/ 7218 w 10000"/>
              <a:gd name="connsiteY3-2498" fmla="*/ 9245 h 10000"/>
              <a:gd name="connsiteX4-2499" fmla="*/ 6715 w 10000"/>
              <a:gd name="connsiteY4-2500" fmla="*/ 9036 h 10000"/>
              <a:gd name="connsiteX5-2501" fmla="*/ 6474 w 10000"/>
              <a:gd name="connsiteY5-2502" fmla="*/ 8893 h 10000"/>
              <a:gd name="connsiteX6-2503" fmla="*/ 6211 w 10000"/>
              <a:gd name="connsiteY6-2504" fmla="*/ 8763 h 10000"/>
              <a:gd name="connsiteX7-2505" fmla="*/ 5947 w 10000"/>
              <a:gd name="connsiteY7-2506" fmla="*/ 8620 h 10000"/>
              <a:gd name="connsiteX8-2507" fmla="*/ 5707 w 10000"/>
              <a:gd name="connsiteY8-2508" fmla="*/ 8490 h 10000"/>
              <a:gd name="connsiteX9-2509" fmla="*/ 5443 w 10000"/>
              <a:gd name="connsiteY9-2510" fmla="*/ 8281 h 10000"/>
              <a:gd name="connsiteX10-2511" fmla="*/ 5204 w 10000"/>
              <a:gd name="connsiteY10-2512" fmla="*/ 8073 h 10000"/>
              <a:gd name="connsiteX11-2513" fmla="*/ 4941 w 10000"/>
              <a:gd name="connsiteY11-2514" fmla="*/ 7865 h 10000"/>
              <a:gd name="connsiteX12-2515" fmla="*/ 4557 w 10000"/>
              <a:gd name="connsiteY12-2516" fmla="*/ 7656 h 10000"/>
              <a:gd name="connsiteX13-2517" fmla="*/ 3933 w 10000"/>
              <a:gd name="connsiteY13-2518" fmla="*/ 7174 h 10000"/>
              <a:gd name="connsiteX14-2519" fmla="*/ 3429 w 10000"/>
              <a:gd name="connsiteY14-2520" fmla="*/ 6758 h 10000"/>
              <a:gd name="connsiteX15-2521" fmla="*/ 2926 w 10000"/>
              <a:gd name="connsiteY15-2522" fmla="*/ 6276 h 10000"/>
              <a:gd name="connsiteX16-2523" fmla="*/ 2543 w 10000"/>
              <a:gd name="connsiteY16-2524" fmla="*/ 5729 h 10000"/>
              <a:gd name="connsiteX17-2525" fmla="*/ 2158 w 10000"/>
              <a:gd name="connsiteY17-2526" fmla="*/ 5247 h 10000"/>
              <a:gd name="connsiteX18-2527" fmla="*/ 1775 w 10000"/>
              <a:gd name="connsiteY18-2528" fmla="*/ 4766 h 10000"/>
              <a:gd name="connsiteX19-2529" fmla="*/ 1535 w 10000"/>
              <a:gd name="connsiteY19-2530" fmla="*/ 4284 h 10000"/>
              <a:gd name="connsiteX20-2531" fmla="*/ 1391 w 10000"/>
              <a:gd name="connsiteY20-2532" fmla="*/ 3997 h 10000"/>
              <a:gd name="connsiteX21-2533" fmla="*/ 1271 w 10000"/>
              <a:gd name="connsiteY21-2534" fmla="*/ 3789 h 10000"/>
              <a:gd name="connsiteX22-2535" fmla="*/ 1031 w 10000"/>
              <a:gd name="connsiteY22-2536" fmla="*/ 3307 h 10000"/>
              <a:gd name="connsiteX23-2537" fmla="*/ 888 w 10000"/>
              <a:gd name="connsiteY23-2538" fmla="*/ 2760 h 10000"/>
              <a:gd name="connsiteX24-2539" fmla="*/ 649 w 10000"/>
              <a:gd name="connsiteY24-2540" fmla="*/ 2214 h 10000"/>
              <a:gd name="connsiteX25-2541" fmla="*/ 504 w 10000"/>
              <a:gd name="connsiteY25-2542" fmla="*/ 1654 h 10000"/>
              <a:gd name="connsiteX26-2543" fmla="*/ 504 w 10000"/>
              <a:gd name="connsiteY26-2544" fmla="*/ 1380 h 10000"/>
              <a:gd name="connsiteX27-2545" fmla="*/ 385 w 10000"/>
              <a:gd name="connsiteY27-2546" fmla="*/ 1107 h 10000"/>
              <a:gd name="connsiteX28-2547" fmla="*/ 264 w 10000"/>
              <a:gd name="connsiteY28-2548" fmla="*/ 898 h 10000"/>
              <a:gd name="connsiteX29-2549" fmla="*/ 264 w 10000"/>
              <a:gd name="connsiteY29-2550" fmla="*/ 690 h 10000"/>
              <a:gd name="connsiteX30-2551" fmla="*/ 145 w 10000"/>
              <a:gd name="connsiteY30-2552" fmla="*/ 560 h 10000"/>
              <a:gd name="connsiteX31-2553" fmla="*/ 145 w 10000"/>
              <a:gd name="connsiteY31-2554" fmla="*/ 417 h 10000"/>
              <a:gd name="connsiteX32-2555" fmla="*/ 0 w 10000"/>
              <a:gd name="connsiteY32-2556" fmla="*/ 352 h 10000"/>
              <a:gd name="connsiteX33-2557" fmla="*/ 0 w 10000"/>
              <a:gd name="connsiteY33-2558" fmla="*/ 273 h 10000"/>
              <a:gd name="connsiteX34-2559" fmla="*/ 385 w 10000"/>
              <a:gd name="connsiteY34-2560" fmla="*/ 0 h 10000"/>
              <a:gd name="connsiteX35-2561" fmla="*/ 1152 w 10000"/>
              <a:gd name="connsiteY35-2562" fmla="*/ 208 h 10000"/>
              <a:gd name="connsiteX36-2563" fmla="*/ 1656 w 10000"/>
              <a:gd name="connsiteY36-2564" fmla="*/ 273 h 10000"/>
              <a:gd name="connsiteX37-2565" fmla="*/ 1775 w 10000"/>
              <a:gd name="connsiteY37-2566" fmla="*/ 352 h 10000"/>
              <a:gd name="connsiteX38-2567" fmla="*/ 1775 w 10000"/>
              <a:gd name="connsiteY38-2568" fmla="*/ 417 h 10000"/>
              <a:gd name="connsiteX39-2569" fmla="*/ 1775 w 10000"/>
              <a:gd name="connsiteY39-2570" fmla="*/ 417 h 10000"/>
              <a:gd name="connsiteX40-2571" fmla="*/ 1656 w 10000"/>
              <a:gd name="connsiteY40-2572" fmla="*/ 482 h 10000"/>
              <a:gd name="connsiteX41-2573" fmla="*/ 1656 w 10000"/>
              <a:gd name="connsiteY41-2574" fmla="*/ 560 h 10000"/>
              <a:gd name="connsiteX42-2575" fmla="*/ 1656 w 10000"/>
              <a:gd name="connsiteY42-2576" fmla="*/ 690 h 10000"/>
              <a:gd name="connsiteX43-2577" fmla="*/ 1535 w 10000"/>
              <a:gd name="connsiteY43-2578" fmla="*/ 833 h 10000"/>
              <a:gd name="connsiteX44-2579" fmla="*/ 1535 w 10000"/>
              <a:gd name="connsiteY44-2580" fmla="*/ 898 h 10000"/>
              <a:gd name="connsiteX45-2581" fmla="*/ 1535 w 10000"/>
              <a:gd name="connsiteY45-2582" fmla="*/ 1042 h 10000"/>
              <a:gd name="connsiteX46-2583" fmla="*/ 1535 w 10000"/>
              <a:gd name="connsiteY46-2584" fmla="*/ 1107 h 10000"/>
              <a:gd name="connsiteX47-2585" fmla="*/ 1535 w 10000"/>
              <a:gd name="connsiteY47-2586" fmla="*/ 1250 h 10000"/>
              <a:gd name="connsiteX48-2587" fmla="*/ 1535 w 10000"/>
              <a:gd name="connsiteY48-2588" fmla="*/ 1523 h 10000"/>
              <a:gd name="connsiteX49-2589" fmla="*/ 1656 w 10000"/>
              <a:gd name="connsiteY49-2590" fmla="*/ 1862 h 10000"/>
              <a:gd name="connsiteX50-2591" fmla="*/ 1656 w 10000"/>
              <a:gd name="connsiteY50-2592" fmla="*/ 2214 h 10000"/>
              <a:gd name="connsiteX51-2593" fmla="*/ 1775 w 10000"/>
              <a:gd name="connsiteY51-2594" fmla="*/ 2552 h 10000"/>
              <a:gd name="connsiteX52-2595" fmla="*/ 1894 w 10000"/>
              <a:gd name="connsiteY52-2596" fmla="*/ 2969 h 10000"/>
              <a:gd name="connsiteX53-2597" fmla="*/ 2158 w 10000"/>
              <a:gd name="connsiteY53-2598" fmla="*/ 3385 h 10000"/>
              <a:gd name="connsiteX54-2599" fmla="*/ 2423 w 10000"/>
              <a:gd name="connsiteY54-2600" fmla="*/ 3867 h 10000"/>
              <a:gd name="connsiteX55-2601" fmla="*/ 2662 w 10000"/>
              <a:gd name="connsiteY55-2602" fmla="*/ 4349 h 10000"/>
              <a:gd name="connsiteX56-2603" fmla="*/ 3046 w 10000"/>
              <a:gd name="connsiteY56-2604" fmla="*/ 4896 h 10000"/>
              <a:gd name="connsiteX57-2605" fmla="*/ 3429 w 10000"/>
              <a:gd name="connsiteY57-2606" fmla="*/ 5521 h 10000"/>
              <a:gd name="connsiteX58-2607" fmla="*/ 3669 w 10000"/>
              <a:gd name="connsiteY58-2608" fmla="*/ 5794 h 10000"/>
              <a:gd name="connsiteX59-2609" fmla="*/ 3933 w 10000"/>
              <a:gd name="connsiteY59-2610" fmla="*/ 6003 h 10000"/>
              <a:gd name="connsiteX60-2611" fmla="*/ 4198 w 10000"/>
              <a:gd name="connsiteY60-2612" fmla="*/ 6276 h 10000"/>
              <a:gd name="connsiteX61-2613" fmla="*/ 4557 w 10000"/>
              <a:gd name="connsiteY61-2614" fmla="*/ 6549 h 10000"/>
              <a:gd name="connsiteX62-2615" fmla="*/ 4820 w 10000"/>
              <a:gd name="connsiteY62-2616" fmla="*/ 6823 h 10000"/>
              <a:gd name="connsiteX63-2617" fmla="*/ 5061 w 10000"/>
              <a:gd name="connsiteY63-2618" fmla="*/ 7109 h 10000"/>
              <a:gd name="connsiteX64-2619" fmla="*/ 5443 w 10000"/>
              <a:gd name="connsiteY64-2620" fmla="*/ 7318 h 10000"/>
              <a:gd name="connsiteX65-2621" fmla="*/ 5707 w 10000"/>
              <a:gd name="connsiteY65-2622" fmla="*/ 7513 h 10000"/>
              <a:gd name="connsiteX66-2623" fmla="*/ 6092 w 10000"/>
              <a:gd name="connsiteY66-2624" fmla="*/ 7721 h 10000"/>
              <a:gd name="connsiteX67-2625" fmla="*/ 6332 w 10000"/>
              <a:gd name="connsiteY67-2626" fmla="*/ 7930 h 10000"/>
              <a:gd name="connsiteX68-2627" fmla="*/ 6715 w 10000"/>
              <a:gd name="connsiteY68-2628" fmla="*/ 8073 h 10000"/>
              <a:gd name="connsiteX69-2629" fmla="*/ 6978 w 10000"/>
              <a:gd name="connsiteY69-2630" fmla="*/ 8203 h 10000"/>
              <a:gd name="connsiteX70-2631" fmla="*/ 7218 w 10000"/>
              <a:gd name="connsiteY70-2632" fmla="*/ 8346 h 10000"/>
              <a:gd name="connsiteX71-2633" fmla="*/ 7482 w 10000"/>
              <a:gd name="connsiteY71-2634" fmla="*/ 8490 h 10000"/>
              <a:gd name="connsiteX72-2635" fmla="*/ 7722 w 10000"/>
              <a:gd name="connsiteY72-2636" fmla="*/ 8555 h 10000"/>
              <a:gd name="connsiteX73-2637" fmla="*/ 7986 w 10000"/>
              <a:gd name="connsiteY73-2638" fmla="*/ 8685 h 10000"/>
              <a:gd name="connsiteX74-2639" fmla="*/ 8106 w 10000"/>
              <a:gd name="connsiteY74-2640" fmla="*/ 8763 h 10000"/>
              <a:gd name="connsiteX75-2641" fmla="*/ 8249 w 10000"/>
              <a:gd name="connsiteY75-2642" fmla="*/ 8763 h 10000"/>
              <a:gd name="connsiteX76-2643" fmla="*/ 8369 w 10000"/>
              <a:gd name="connsiteY76-2644" fmla="*/ 8828 h 10000"/>
              <a:gd name="connsiteX77-2645" fmla="*/ 8490 w 10000"/>
              <a:gd name="connsiteY77-2646" fmla="*/ 8828 h 10000"/>
              <a:gd name="connsiteX78-2647" fmla="*/ 8490 w 10000"/>
              <a:gd name="connsiteY78-2648" fmla="*/ 8828 h 10000"/>
              <a:gd name="connsiteX79-2649" fmla="*/ 8610 w 10000"/>
              <a:gd name="connsiteY79-2650" fmla="*/ 8763 h 10000"/>
              <a:gd name="connsiteX80-2651" fmla="*/ 8610 w 10000"/>
              <a:gd name="connsiteY80-2652" fmla="*/ 8685 h 10000"/>
              <a:gd name="connsiteX81-2653" fmla="*/ 8753 w 10000"/>
              <a:gd name="connsiteY81-2654" fmla="*/ 8620 h 10000"/>
              <a:gd name="connsiteX82-2655" fmla="*/ 8753 w 10000"/>
              <a:gd name="connsiteY82-2656" fmla="*/ 8555 h 10000"/>
              <a:gd name="connsiteX83-2657" fmla="*/ 8873 w 10000"/>
              <a:gd name="connsiteY83-2658" fmla="*/ 8411 h 10000"/>
              <a:gd name="connsiteX84-2659" fmla="*/ 8873 w 10000"/>
              <a:gd name="connsiteY84-2660" fmla="*/ 8281 h 10000"/>
              <a:gd name="connsiteX85-2661" fmla="*/ 8992 w 10000"/>
              <a:gd name="connsiteY85-2662" fmla="*/ 8138 h 10000"/>
              <a:gd name="connsiteX86-2663" fmla="*/ 8992 w 10000"/>
              <a:gd name="connsiteY86-2664" fmla="*/ 7930 h 10000"/>
              <a:gd name="connsiteX87-2665" fmla="*/ 9113 w 10000"/>
              <a:gd name="connsiteY87-2666" fmla="*/ 7799 h 10000"/>
              <a:gd name="connsiteX88-2667" fmla="*/ 9113 w 10000"/>
              <a:gd name="connsiteY88-2668" fmla="*/ 7721 h 10000"/>
              <a:gd name="connsiteX89-2669" fmla="*/ 9256 w 10000"/>
              <a:gd name="connsiteY89-2670" fmla="*/ 7591 h 10000"/>
              <a:gd name="connsiteX90-2671" fmla="*/ 9256 w 10000"/>
              <a:gd name="connsiteY90-2672" fmla="*/ 7513 h 10000"/>
              <a:gd name="connsiteX91-2673" fmla="*/ 9377 w 10000"/>
              <a:gd name="connsiteY91-2674" fmla="*/ 7448 h 10000"/>
              <a:gd name="connsiteX92-2675" fmla="*/ 9377 w 10000"/>
              <a:gd name="connsiteY92-2676" fmla="*/ 7448 h 10000"/>
              <a:gd name="connsiteX93-2677" fmla="*/ 9377 w 10000"/>
              <a:gd name="connsiteY93-2678" fmla="*/ 7448 h 10000"/>
              <a:gd name="connsiteX94-2679" fmla="*/ 9377 w 10000"/>
              <a:gd name="connsiteY94-2680" fmla="*/ 7448 h 10000"/>
              <a:gd name="connsiteX95-2681" fmla="*/ 9496 w 10000"/>
              <a:gd name="connsiteY95-2682" fmla="*/ 7448 h 10000"/>
              <a:gd name="connsiteX96-2683" fmla="*/ 9496 w 10000"/>
              <a:gd name="connsiteY96-2684" fmla="*/ 7513 h 10000"/>
              <a:gd name="connsiteX97-2685" fmla="*/ 9496 w 10000"/>
              <a:gd name="connsiteY97-2686" fmla="*/ 7591 h 10000"/>
              <a:gd name="connsiteX98-2687" fmla="*/ 9496 w 10000"/>
              <a:gd name="connsiteY98-2688" fmla="*/ 7721 h 10000"/>
              <a:gd name="connsiteX99-2689" fmla="*/ 9641 w 10000"/>
              <a:gd name="connsiteY99-2690" fmla="*/ 7799 h 10000"/>
              <a:gd name="connsiteX100-2691" fmla="*/ 9641 w 10000"/>
              <a:gd name="connsiteY100-2692" fmla="*/ 7930 h 10000"/>
              <a:gd name="connsiteX101-2693" fmla="*/ 9641 w 10000"/>
              <a:gd name="connsiteY101-2694" fmla="*/ 8138 h 10000"/>
              <a:gd name="connsiteX102-2695" fmla="*/ 9641 w 10000"/>
              <a:gd name="connsiteY102-2696" fmla="*/ 8411 h 10000"/>
              <a:gd name="connsiteX103-2697" fmla="*/ 9760 w 10000"/>
              <a:gd name="connsiteY103-2698" fmla="*/ 8763 h 10000"/>
              <a:gd name="connsiteX104-2699" fmla="*/ 9881 w 10000"/>
              <a:gd name="connsiteY104-2700" fmla="*/ 9036 h 10000"/>
              <a:gd name="connsiteX105-2701" fmla="*/ 10000 w 10000"/>
              <a:gd name="connsiteY105-2702" fmla="*/ 9375 h 10000"/>
              <a:gd name="connsiteX106-2703" fmla="*/ 10000 w 10000"/>
              <a:gd name="connsiteY106-2704" fmla="*/ 9453 h 10000"/>
              <a:gd name="connsiteX107-2705" fmla="*/ 10000 w 10000"/>
              <a:gd name="connsiteY107-2706" fmla="*/ 9583 h 10000"/>
              <a:gd name="connsiteX108-2707" fmla="*/ 10000 w 10000"/>
              <a:gd name="connsiteY108-2708" fmla="*/ 9727 h 10000"/>
              <a:gd name="connsiteX109-2709" fmla="*/ 10000 w 10000"/>
              <a:gd name="connsiteY109-2710" fmla="*/ 9792 h 10000"/>
              <a:gd name="connsiteX110-2711" fmla="*/ 10000 w 10000"/>
              <a:gd name="connsiteY110-2712" fmla="*/ 9857 h 10000"/>
              <a:gd name="connsiteX111-2713" fmla="*/ 10000 w 10000"/>
              <a:gd name="connsiteY111-2714" fmla="*/ 9935 h 10000"/>
              <a:gd name="connsiteX112-2715" fmla="*/ 10000 w 10000"/>
              <a:gd name="connsiteY112-2716" fmla="*/ 9935 h 10000"/>
              <a:gd name="connsiteX113-2717" fmla="*/ 10000 w 10000"/>
              <a:gd name="connsiteY113-2718" fmla="*/ 10000 h 10000"/>
              <a:gd name="connsiteX114-2719" fmla="*/ 9760 w 10000"/>
              <a:gd name="connsiteY114-2720" fmla="*/ 9935 h 10000"/>
              <a:gd name="connsiteX115-2721" fmla="*/ 9496 w 10000"/>
              <a:gd name="connsiteY115-2722" fmla="*/ 9935 h 10000"/>
              <a:gd name="connsiteX116-2723" fmla="*/ 9113 w 10000"/>
              <a:gd name="connsiteY116-2724" fmla="*/ 9857 h 10000"/>
              <a:gd name="connsiteX117-2725" fmla="*/ 8610 w 10000"/>
              <a:gd name="connsiteY117-2726" fmla="*/ 9727 h 10000"/>
              <a:gd name="connsiteX118-2727" fmla="*/ 8610 w 10000"/>
              <a:gd name="connsiteY118-2728" fmla="*/ 9727 h 10000"/>
              <a:gd name="connsiteX0-2729" fmla="*/ 8610 w 10000"/>
              <a:gd name="connsiteY0-2730" fmla="*/ 9727 h 10000"/>
              <a:gd name="connsiteX1-2731" fmla="*/ 8249 w 10000"/>
              <a:gd name="connsiteY1-2732" fmla="*/ 9583 h 10000"/>
              <a:gd name="connsiteX2-2733" fmla="*/ 7722 w 10000"/>
              <a:gd name="connsiteY2-2734" fmla="*/ 9453 h 10000"/>
              <a:gd name="connsiteX3-2735" fmla="*/ 7218 w 10000"/>
              <a:gd name="connsiteY3-2736" fmla="*/ 9245 h 10000"/>
              <a:gd name="connsiteX4-2737" fmla="*/ 6715 w 10000"/>
              <a:gd name="connsiteY4-2738" fmla="*/ 9036 h 10000"/>
              <a:gd name="connsiteX5-2739" fmla="*/ 6474 w 10000"/>
              <a:gd name="connsiteY5-2740" fmla="*/ 8893 h 10000"/>
              <a:gd name="connsiteX6-2741" fmla="*/ 6211 w 10000"/>
              <a:gd name="connsiteY6-2742" fmla="*/ 8763 h 10000"/>
              <a:gd name="connsiteX7-2743" fmla="*/ 5947 w 10000"/>
              <a:gd name="connsiteY7-2744" fmla="*/ 8620 h 10000"/>
              <a:gd name="connsiteX8-2745" fmla="*/ 5707 w 10000"/>
              <a:gd name="connsiteY8-2746" fmla="*/ 8490 h 10000"/>
              <a:gd name="connsiteX9-2747" fmla="*/ 5443 w 10000"/>
              <a:gd name="connsiteY9-2748" fmla="*/ 8281 h 10000"/>
              <a:gd name="connsiteX10-2749" fmla="*/ 5204 w 10000"/>
              <a:gd name="connsiteY10-2750" fmla="*/ 8073 h 10000"/>
              <a:gd name="connsiteX11-2751" fmla="*/ 4941 w 10000"/>
              <a:gd name="connsiteY11-2752" fmla="*/ 7865 h 10000"/>
              <a:gd name="connsiteX12-2753" fmla="*/ 4557 w 10000"/>
              <a:gd name="connsiteY12-2754" fmla="*/ 7656 h 10000"/>
              <a:gd name="connsiteX13-2755" fmla="*/ 3933 w 10000"/>
              <a:gd name="connsiteY13-2756" fmla="*/ 7174 h 10000"/>
              <a:gd name="connsiteX14-2757" fmla="*/ 3429 w 10000"/>
              <a:gd name="connsiteY14-2758" fmla="*/ 6758 h 10000"/>
              <a:gd name="connsiteX15-2759" fmla="*/ 2926 w 10000"/>
              <a:gd name="connsiteY15-2760" fmla="*/ 6276 h 10000"/>
              <a:gd name="connsiteX16-2761" fmla="*/ 2543 w 10000"/>
              <a:gd name="connsiteY16-2762" fmla="*/ 5729 h 10000"/>
              <a:gd name="connsiteX17-2763" fmla="*/ 2158 w 10000"/>
              <a:gd name="connsiteY17-2764" fmla="*/ 5247 h 10000"/>
              <a:gd name="connsiteX18-2765" fmla="*/ 1775 w 10000"/>
              <a:gd name="connsiteY18-2766" fmla="*/ 4766 h 10000"/>
              <a:gd name="connsiteX19-2767" fmla="*/ 1535 w 10000"/>
              <a:gd name="connsiteY19-2768" fmla="*/ 4284 h 10000"/>
              <a:gd name="connsiteX20-2769" fmla="*/ 1391 w 10000"/>
              <a:gd name="connsiteY20-2770" fmla="*/ 3997 h 10000"/>
              <a:gd name="connsiteX21-2771" fmla="*/ 1271 w 10000"/>
              <a:gd name="connsiteY21-2772" fmla="*/ 3789 h 10000"/>
              <a:gd name="connsiteX22-2773" fmla="*/ 1031 w 10000"/>
              <a:gd name="connsiteY22-2774" fmla="*/ 3307 h 10000"/>
              <a:gd name="connsiteX23-2775" fmla="*/ 888 w 10000"/>
              <a:gd name="connsiteY23-2776" fmla="*/ 2760 h 10000"/>
              <a:gd name="connsiteX24-2777" fmla="*/ 649 w 10000"/>
              <a:gd name="connsiteY24-2778" fmla="*/ 2214 h 10000"/>
              <a:gd name="connsiteX25-2779" fmla="*/ 504 w 10000"/>
              <a:gd name="connsiteY25-2780" fmla="*/ 1654 h 10000"/>
              <a:gd name="connsiteX26-2781" fmla="*/ 504 w 10000"/>
              <a:gd name="connsiteY26-2782" fmla="*/ 1380 h 10000"/>
              <a:gd name="connsiteX27-2783" fmla="*/ 385 w 10000"/>
              <a:gd name="connsiteY27-2784" fmla="*/ 1107 h 10000"/>
              <a:gd name="connsiteX28-2785" fmla="*/ 264 w 10000"/>
              <a:gd name="connsiteY28-2786" fmla="*/ 898 h 10000"/>
              <a:gd name="connsiteX29-2787" fmla="*/ 264 w 10000"/>
              <a:gd name="connsiteY29-2788" fmla="*/ 690 h 10000"/>
              <a:gd name="connsiteX30-2789" fmla="*/ 145 w 10000"/>
              <a:gd name="connsiteY30-2790" fmla="*/ 560 h 10000"/>
              <a:gd name="connsiteX31-2791" fmla="*/ 145 w 10000"/>
              <a:gd name="connsiteY31-2792" fmla="*/ 417 h 10000"/>
              <a:gd name="connsiteX32-2793" fmla="*/ 0 w 10000"/>
              <a:gd name="connsiteY32-2794" fmla="*/ 352 h 10000"/>
              <a:gd name="connsiteX33-2795" fmla="*/ 0 w 10000"/>
              <a:gd name="connsiteY33-2796" fmla="*/ 273 h 10000"/>
              <a:gd name="connsiteX34-2797" fmla="*/ 385 w 10000"/>
              <a:gd name="connsiteY34-2798" fmla="*/ 0 h 10000"/>
              <a:gd name="connsiteX35-2799" fmla="*/ 1656 w 10000"/>
              <a:gd name="connsiteY35-2800" fmla="*/ 273 h 10000"/>
              <a:gd name="connsiteX36-2801" fmla="*/ 1775 w 10000"/>
              <a:gd name="connsiteY36-2802" fmla="*/ 352 h 10000"/>
              <a:gd name="connsiteX37-2803" fmla="*/ 1775 w 10000"/>
              <a:gd name="connsiteY37-2804" fmla="*/ 417 h 10000"/>
              <a:gd name="connsiteX38-2805" fmla="*/ 1775 w 10000"/>
              <a:gd name="connsiteY38-2806" fmla="*/ 417 h 10000"/>
              <a:gd name="connsiteX39-2807" fmla="*/ 1656 w 10000"/>
              <a:gd name="connsiteY39-2808" fmla="*/ 482 h 10000"/>
              <a:gd name="connsiteX40-2809" fmla="*/ 1656 w 10000"/>
              <a:gd name="connsiteY40-2810" fmla="*/ 560 h 10000"/>
              <a:gd name="connsiteX41-2811" fmla="*/ 1656 w 10000"/>
              <a:gd name="connsiteY41-2812" fmla="*/ 690 h 10000"/>
              <a:gd name="connsiteX42-2813" fmla="*/ 1535 w 10000"/>
              <a:gd name="connsiteY42-2814" fmla="*/ 833 h 10000"/>
              <a:gd name="connsiteX43-2815" fmla="*/ 1535 w 10000"/>
              <a:gd name="connsiteY43-2816" fmla="*/ 898 h 10000"/>
              <a:gd name="connsiteX44-2817" fmla="*/ 1535 w 10000"/>
              <a:gd name="connsiteY44-2818" fmla="*/ 1042 h 10000"/>
              <a:gd name="connsiteX45-2819" fmla="*/ 1535 w 10000"/>
              <a:gd name="connsiteY45-2820" fmla="*/ 1107 h 10000"/>
              <a:gd name="connsiteX46-2821" fmla="*/ 1535 w 10000"/>
              <a:gd name="connsiteY46-2822" fmla="*/ 1250 h 10000"/>
              <a:gd name="connsiteX47-2823" fmla="*/ 1535 w 10000"/>
              <a:gd name="connsiteY47-2824" fmla="*/ 1523 h 10000"/>
              <a:gd name="connsiteX48-2825" fmla="*/ 1656 w 10000"/>
              <a:gd name="connsiteY48-2826" fmla="*/ 1862 h 10000"/>
              <a:gd name="connsiteX49-2827" fmla="*/ 1656 w 10000"/>
              <a:gd name="connsiteY49-2828" fmla="*/ 2214 h 10000"/>
              <a:gd name="connsiteX50-2829" fmla="*/ 1775 w 10000"/>
              <a:gd name="connsiteY50-2830" fmla="*/ 2552 h 10000"/>
              <a:gd name="connsiteX51-2831" fmla="*/ 1894 w 10000"/>
              <a:gd name="connsiteY51-2832" fmla="*/ 2969 h 10000"/>
              <a:gd name="connsiteX52-2833" fmla="*/ 2158 w 10000"/>
              <a:gd name="connsiteY52-2834" fmla="*/ 3385 h 10000"/>
              <a:gd name="connsiteX53-2835" fmla="*/ 2423 w 10000"/>
              <a:gd name="connsiteY53-2836" fmla="*/ 3867 h 10000"/>
              <a:gd name="connsiteX54-2837" fmla="*/ 2662 w 10000"/>
              <a:gd name="connsiteY54-2838" fmla="*/ 4349 h 10000"/>
              <a:gd name="connsiteX55-2839" fmla="*/ 3046 w 10000"/>
              <a:gd name="connsiteY55-2840" fmla="*/ 4896 h 10000"/>
              <a:gd name="connsiteX56-2841" fmla="*/ 3429 w 10000"/>
              <a:gd name="connsiteY56-2842" fmla="*/ 5521 h 10000"/>
              <a:gd name="connsiteX57-2843" fmla="*/ 3669 w 10000"/>
              <a:gd name="connsiteY57-2844" fmla="*/ 5794 h 10000"/>
              <a:gd name="connsiteX58-2845" fmla="*/ 3933 w 10000"/>
              <a:gd name="connsiteY58-2846" fmla="*/ 6003 h 10000"/>
              <a:gd name="connsiteX59-2847" fmla="*/ 4198 w 10000"/>
              <a:gd name="connsiteY59-2848" fmla="*/ 6276 h 10000"/>
              <a:gd name="connsiteX60-2849" fmla="*/ 4557 w 10000"/>
              <a:gd name="connsiteY60-2850" fmla="*/ 6549 h 10000"/>
              <a:gd name="connsiteX61-2851" fmla="*/ 4820 w 10000"/>
              <a:gd name="connsiteY61-2852" fmla="*/ 6823 h 10000"/>
              <a:gd name="connsiteX62-2853" fmla="*/ 5061 w 10000"/>
              <a:gd name="connsiteY62-2854" fmla="*/ 7109 h 10000"/>
              <a:gd name="connsiteX63-2855" fmla="*/ 5443 w 10000"/>
              <a:gd name="connsiteY63-2856" fmla="*/ 7318 h 10000"/>
              <a:gd name="connsiteX64-2857" fmla="*/ 5707 w 10000"/>
              <a:gd name="connsiteY64-2858" fmla="*/ 7513 h 10000"/>
              <a:gd name="connsiteX65-2859" fmla="*/ 6092 w 10000"/>
              <a:gd name="connsiteY65-2860" fmla="*/ 7721 h 10000"/>
              <a:gd name="connsiteX66-2861" fmla="*/ 6332 w 10000"/>
              <a:gd name="connsiteY66-2862" fmla="*/ 7930 h 10000"/>
              <a:gd name="connsiteX67-2863" fmla="*/ 6715 w 10000"/>
              <a:gd name="connsiteY67-2864" fmla="*/ 8073 h 10000"/>
              <a:gd name="connsiteX68-2865" fmla="*/ 6978 w 10000"/>
              <a:gd name="connsiteY68-2866" fmla="*/ 8203 h 10000"/>
              <a:gd name="connsiteX69-2867" fmla="*/ 7218 w 10000"/>
              <a:gd name="connsiteY69-2868" fmla="*/ 8346 h 10000"/>
              <a:gd name="connsiteX70-2869" fmla="*/ 7482 w 10000"/>
              <a:gd name="connsiteY70-2870" fmla="*/ 8490 h 10000"/>
              <a:gd name="connsiteX71-2871" fmla="*/ 7722 w 10000"/>
              <a:gd name="connsiteY71-2872" fmla="*/ 8555 h 10000"/>
              <a:gd name="connsiteX72-2873" fmla="*/ 7986 w 10000"/>
              <a:gd name="connsiteY72-2874" fmla="*/ 8685 h 10000"/>
              <a:gd name="connsiteX73-2875" fmla="*/ 8106 w 10000"/>
              <a:gd name="connsiteY73-2876" fmla="*/ 8763 h 10000"/>
              <a:gd name="connsiteX74-2877" fmla="*/ 8249 w 10000"/>
              <a:gd name="connsiteY74-2878" fmla="*/ 8763 h 10000"/>
              <a:gd name="connsiteX75-2879" fmla="*/ 8369 w 10000"/>
              <a:gd name="connsiteY75-2880" fmla="*/ 8828 h 10000"/>
              <a:gd name="connsiteX76-2881" fmla="*/ 8490 w 10000"/>
              <a:gd name="connsiteY76-2882" fmla="*/ 8828 h 10000"/>
              <a:gd name="connsiteX77-2883" fmla="*/ 8490 w 10000"/>
              <a:gd name="connsiteY77-2884" fmla="*/ 8828 h 10000"/>
              <a:gd name="connsiteX78-2885" fmla="*/ 8610 w 10000"/>
              <a:gd name="connsiteY78-2886" fmla="*/ 8763 h 10000"/>
              <a:gd name="connsiteX79-2887" fmla="*/ 8610 w 10000"/>
              <a:gd name="connsiteY79-2888" fmla="*/ 8685 h 10000"/>
              <a:gd name="connsiteX80-2889" fmla="*/ 8753 w 10000"/>
              <a:gd name="connsiteY80-2890" fmla="*/ 8620 h 10000"/>
              <a:gd name="connsiteX81-2891" fmla="*/ 8753 w 10000"/>
              <a:gd name="connsiteY81-2892" fmla="*/ 8555 h 10000"/>
              <a:gd name="connsiteX82-2893" fmla="*/ 8873 w 10000"/>
              <a:gd name="connsiteY82-2894" fmla="*/ 8411 h 10000"/>
              <a:gd name="connsiteX83-2895" fmla="*/ 8873 w 10000"/>
              <a:gd name="connsiteY83-2896" fmla="*/ 8281 h 10000"/>
              <a:gd name="connsiteX84-2897" fmla="*/ 8992 w 10000"/>
              <a:gd name="connsiteY84-2898" fmla="*/ 8138 h 10000"/>
              <a:gd name="connsiteX85-2899" fmla="*/ 8992 w 10000"/>
              <a:gd name="connsiteY85-2900" fmla="*/ 7930 h 10000"/>
              <a:gd name="connsiteX86-2901" fmla="*/ 9113 w 10000"/>
              <a:gd name="connsiteY86-2902" fmla="*/ 7799 h 10000"/>
              <a:gd name="connsiteX87-2903" fmla="*/ 9113 w 10000"/>
              <a:gd name="connsiteY87-2904" fmla="*/ 7721 h 10000"/>
              <a:gd name="connsiteX88-2905" fmla="*/ 9256 w 10000"/>
              <a:gd name="connsiteY88-2906" fmla="*/ 7591 h 10000"/>
              <a:gd name="connsiteX89-2907" fmla="*/ 9256 w 10000"/>
              <a:gd name="connsiteY89-2908" fmla="*/ 7513 h 10000"/>
              <a:gd name="connsiteX90-2909" fmla="*/ 9377 w 10000"/>
              <a:gd name="connsiteY90-2910" fmla="*/ 7448 h 10000"/>
              <a:gd name="connsiteX91-2911" fmla="*/ 9377 w 10000"/>
              <a:gd name="connsiteY91-2912" fmla="*/ 7448 h 10000"/>
              <a:gd name="connsiteX92-2913" fmla="*/ 9377 w 10000"/>
              <a:gd name="connsiteY92-2914" fmla="*/ 7448 h 10000"/>
              <a:gd name="connsiteX93-2915" fmla="*/ 9377 w 10000"/>
              <a:gd name="connsiteY93-2916" fmla="*/ 7448 h 10000"/>
              <a:gd name="connsiteX94-2917" fmla="*/ 9496 w 10000"/>
              <a:gd name="connsiteY94-2918" fmla="*/ 7448 h 10000"/>
              <a:gd name="connsiteX95-2919" fmla="*/ 9496 w 10000"/>
              <a:gd name="connsiteY95-2920" fmla="*/ 7513 h 10000"/>
              <a:gd name="connsiteX96-2921" fmla="*/ 9496 w 10000"/>
              <a:gd name="connsiteY96-2922" fmla="*/ 7591 h 10000"/>
              <a:gd name="connsiteX97-2923" fmla="*/ 9496 w 10000"/>
              <a:gd name="connsiteY97-2924" fmla="*/ 7721 h 10000"/>
              <a:gd name="connsiteX98-2925" fmla="*/ 9641 w 10000"/>
              <a:gd name="connsiteY98-2926" fmla="*/ 7799 h 10000"/>
              <a:gd name="connsiteX99-2927" fmla="*/ 9641 w 10000"/>
              <a:gd name="connsiteY99-2928" fmla="*/ 7930 h 10000"/>
              <a:gd name="connsiteX100-2929" fmla="*/ 9641 w 10000"/>
              <a:gd name="connsiteY100-2930" fmla="*/ 8138 h 10000"/>
              <a:gd name="connsiteX101-2931" fmla="*/ 9641 w 10000"/>
              <a:gd name="connsiteY101-2932" fmla="*/ 8411 h 10000"/>
              <a:gd name="connsiteX102-2933" fmla="*/ 9760 w 10000"/>
              <a:gd name="connsiteY102-2934" fmla="*/ 8763 h 10000"/>
              <a:gd name="connsiteX103-2935" fmla="*/ 9881 w 10000"/>
              <a:gd name="connsiteY103-2936" fmla="*/ 9036 h 10000"/>
              <a:gd name="connsiteX104-2937" fmla="*/ 10000 w 10000"/>
              <a:gd name="connsiteY104-2938" fmla="*/ 9375 h 10000"/>
              <a:gd name="connsiteX105-2939" fmla="*/ 10000 w 10000"/>
              <a:gd name="connsiteY105-2940" fmla="*/ 9453 h 10000"/>
              <a:gd name="connsiteX106-2941" fmla="*/ 10000 w 10000"/>
              <a:gd name="connsiteY106-2942" fmla="*/ 9583 h 10000"/>
              <a:gd name="connsiteX107-2943" fmla="*/ 10000 w 10000"/>
              <a:gd name="connsiteY107-2944" fmla="*/ 9727 h 10000"/>
              <a:gd name="connsiteX108-2945" fmla="*/ 10000 w 10000"/>
              <a:gd name="connsiteY108-2946" fmla="*/ 9792 h 10000"/>
              <a:gd name="connsiteX109-2947" fmla="*/ 10000 w 10000"/>
              <a:gd name="connsiteY109-2948" fmla="*/ 9857 h 10000"/>
              <a:gd name="connsiteX110-2949" fmla="*/ 10000 w 10000"/>
              <a:gd name="connsiteY110-2950" fmla="*/ 9935 h 10000"/>
              <a:gd name="connsiteX111-2951" fmla="*/ 10000 w 10000"/>
              <a:gd name="connsiteY111-2952" fmla="*/ 9935 h 10000"/>
              <a:gd name="connsiteX112-2953" fmla="*/ 10000 w 10000"/>
              <a:gd name="connsiteY112-2954" fmla="*/ 10000 h 10000"/>
              <a:gd name="connsiteX113-2955" fmla="*/ 9760 w 10000"/>
              <a:gd name="connsiteY113-2956" fmla="*/ 9935 h 10000"/>
              <a:gd name="connsiteX114-2957" fmla="*/ 9496 w 10000"/>
              <a:gd name="connsiteY114-2958" fmla="*/ 9935 h 10000"/>
              <a:gd name="connsiteX115-2959" fmla="*/ 9113 w 10000"/>
              <a:gd name="connsiteY115-2960" fmla="*/ 9857 h 10000"/>
              <a:gd name="connsiteX116-2961" fmla="*/ 8610 w 10000"/>
              <a:gd name="connsiteY116-2962" fmla="*/ 9727 h 10000"/>
              <a:gd name="connsiteX117-2963" fmla="*/ 8610 w 10000"/>
              <a:gd name="connsiteY117-2964" fmla="*/ 9727 h 10000"/>
              <a:gd name="connsiteX0-2965" fmla="*/ 8610 w 10000"/>
              <a:gd name="connsiteY0-2966" fmla="*/ 9454 h 9727"/>
              <a:gd name="connsiteX1-2967" fmla="*/ 8249 w 10000"/>
              <a:gd name="connsiteY1-2968" fmla="*/ 9310 h 9727"/>
              <a:gd name="connsiteX2-2969" fmla="*/ 7722 w 10000"/>
              <a:gd name="connsiteY2-2970" fmla="*/ 9180 h 9727"/>
              <a:gd name="connsiteX3-2971" fmla="*/ 7218 w 10000"/>
              <a:gd name="connsiteY3-2972" fmla="*/ 8972 h 9727"/>
              <a:gd name="connsiteX4-2973" fmla="*/ 6715 w 10000"/>
              <a:gd name="connsiteY4-2974" fmla="*/ 8763 h 9727"/>
              <a:gd name="connsiteX5-2975" fmla="*/ 6474 w 10000"/>
              <a:gd name="connsiteY5-2976" fmla="*/ 8620 h 9727"/>
              <a:gd name="connsiteX6-2977" fmla="*/ 6211 w 10000"/>
              <a:gd name="connsiteY6-2978" fmla="*/ 8490 h 9727"/>
              <a:gd name="connsiteX7-2979" fmla="*/ 5947 w 10000"/>
              <a:gd name="connsiteY7-2980" fmla="*/ 8347 h 9727"/>
              <a:gd name="connsiteX8-2981" fmla="*/ 5707 w 10000"/>
              <a:gd name="connsiteY8-2982" fmla="*/ 8217 h 9727"/>
              <a:gd name="connsiteX9-2983" fmla="*/ 5443 w 10000"/>
              <a:gd name="connsiteY9-2984" fmla="*/ 8008 h 9727"/>
              <a:gd name="connsiteX10-2985" fmla="*/ 5204 w 10000"/>
              <a:gd name="connsiteY10-2986" fmla="*/ 7800 h 9727"/>
              <a:gd name="connsiteX11-2987" fmla="*/ 4941 w 10000"/>
              <a:gd name="connsiteY11-2988" fmla="*/ 7592 h 9727"/>
              <a:gd name="connsiteX12-2989" fmla="*/ 4557 w 10000"/>
              <a:gd name="connsiteY12-2990" fmla="*/ 7383 h 9727"/>
              <a:gd name="connsiteX13-2991" fmla="*/ 3933 w 10000"/>
              <a:gd name="connsiteY13-2992" fmla="*/ 6901 h 9727"/>
              <a:gd name="connsiteX14-2993" fmla="*/ 3429 w 10000"/>
              <a:gd name="connsiteY14-2994" fmla="*/ 6485 h 9727"/>
              <a:gd name="connsiteX15-2995" fmla="*/ 2926 w 10000"/>
              <a:gd name="connsiteY15-2996" fmla="*/ 6003 h 9727"/>
              <a:gd name="connsiteX16-2997" fmla="*/ 2543 w 10000"/>
              <a:gd name="connsiteY16-2998" fmla="*/ 5456 h 9727"/>
              <a:gd name="connsiteX17-2999" fmla="*/ 2158 w 10000"/>
              <a:gd name="connsiteY17-3000" fmla="*/ 4974 h 9727"/>
              <a:gd name="connsiteX18-3001" fmla="*/ 1775 w 10000"/>
              <a:gd name="connsiteY18-3002" fmla="*/ 4493 h 9727"/>
              <a:gd name="connsiteX19-3003" fmla="*/ 1535 w 10000"/>
              <a:gd name="connsiteY19-3004" fmla="*/ 4011 h 9727"/>
              <a:gd name="connsiteX20-3005" fmla="*/ 1391 w 10000"/>
              <a:gd name="connsiteY20-3006" fmla="*/ 3724 h 9727"/>
              <a:gd name="connsiteX21-3007" fmla="*/ 1271 w 10000"/>
              <a:gd name="connsiteY21-3008" fmla="*/ 3516 h 9727"/>
              <a:gd name="connsiteX22-3009" fmla="*/ 1031 w 10000"/>
              <a:gd name="connsiteY22-3010" fmla="*/ 3034 h 9727"/>
              <a:gd name="connsiteX23-3011" fmla="*/ 888 w 10000"/>
              <a:gd name="connsiteY23-3012" fmla="*/ 2487 h 9727"/>
              <a:gd name="connsiteX24-3013" fmla="*/ 649 w 10000"/>
              <a:gd name="connsiteY24-3014" fmla="*/ 1941 h 9727"/>
              <a:gd name="connsiteX25-3015" fmla="*/ 504 w 10000"/>
              <a:gd name="connsiteY25-3016" fmla="*/ 1381 h 9727"/>
              <a:gd name="connsiteX26-3017" fmla="*/ 504 w 10000"/>
              <a:gd name="connsiteY26-3018" fmla="*/ 1107 h 9727"/>
              <a:gd name="connsiteX27-3019" fmla="*/ 385 w 10000"/>
              <a:gd name="connsiteY27-3020" fmla="*/ 834 h 9727"/>
              <a:gd name="connsiteX28-3021" fmla="*/ 264 w 10000"/>
              <a:gd name="connsiteY28-3022" fmla="*/ 625 h 9727"/>
              <a:gd name="connsiteX29-3023" fmla="*/ 264 w 10000"/>
              <a:gd name="connsiteY29-3024" fmla="*/ 417 h 9727"/>
              <a:gd name="connsiteX30-3025" fmla="*/ 145 w 10000"/>
              <a:gd name="connsiteY30-3026" fmla="*/ 287 h 9727"/>
              <a:gd name="connsiteX31-3027" fmla="*/ 145 w 10000"/>
              <a:gd name="connsiteY31-3028" fmla="*/ 144 h 9727"/>
              <a:gd name="connsiteX32-3029" fmla="*/ 0 w 10000"/>
              <a:gd name="connsiteY32-3030" fmla="*/ 79 h 9727"/>
              <a:gd name="connsiteX33-3031" fmla="*/ 0 w 10000"/>
              <a:gd name="connsiteY33-3032" fmla="*/ 0 h 9727"/>
              <a:gd name="connsiteX34-3033" fmla="*/ 1656 w 10000"/>
              <a:gd name="connsiteY34-3034" fmla="*/ 0 h 9727"/>
              <a:gd name="connsiteX35-3035" fmla="*/ 1775 w 10000"/>
              <a:gd name="connsiteY35-3036" fmla="*/ 79 h 9727"/>
              <a:gd name="connsiteX36-3037" fmla="*/ 1775 w 10000"/>
              <a:gd name="connsiteY36-3038" fmla="*/ 144 h 9727"/>
              <a:gd name="connsiteX37-3039" fmla="*/ 1775 w 10000"/>
              <a:gd name="connsiteY37-3040" fmla="*/ 144 h 9727"/>
              <a:gd name="connsiteX38-3041" fmla="*/ 1656 w 10000"/>
              <a:gd name="connsiteY38-3042" fmla="*/ 209 h 9727"/>
              <a:gd name="connsiteX39-3043" fmla="*/ 1656 w 10000"/>
              <a:gd name="connsiteY39-3044" fmla="*/ 287 h 9727"/>
              <a:gd name="connsiteX40-3045" fmla="*/ 1656 w 10000"/>
              <a:gd name="connsiteY40-3046" fmla="*/ 417 h 9727"/>
              <a:gd name="connsiteX41-3047" fmla="*/ 1535 w 10000"/>
              <a:gd name="connsiteY41-3048" fmla="*/ 560 h 9727"/>
              <a:gd name="connsiteX42-3049" fmla="*/ 1535 w 10000"/>
              <a:gd name="connsiteY42-3050" fmla="*/ 625 h 9727"/>
              <a:gd name="connsiteX43-3051" fmla="*/ 1535 w 10000"/>
              <a:gd name="connsiteY43-3052" fmla="*/ 769 h 9727"/>
              <a:gd name="connsiteX44-3053" fmla="*/ 1535 w 10000"/>
              <a:gd name="connsiteY44-3054" fmla="*/ 834 h 9727"/>
              <a:gd name="connsiteX45-3055" fmla="*/ 1535 w 10000"/>
              <a:gd name="connsiteY45-3056" fmla="*/ 977 h 9727"/>
              <a:gd name="connsiteX46-3057" fmla="*/ 1535 w 10000"/>
              <a:gd name="connsiteY46-3058" fmla="*/ 1250 h 9727"/>
              <a:gd name="connsiteX47-3059" fmla="*/ 1656 w 10000"/>
              <a:gd name="connsiteY47-3060" fmla="*/ 1589 h 9727"/>
              <a:gd name="connsiteX48-3061" fmla="*/ 1656 w 10000"/>
              <a:gd name="connsiteY48-3062" fmla="*/ 1941 h 9727"/>
              <a:gd name="connsiteX49-3063" fmla="*/ 1775 w 10000"/>
              <a:gd name="connsiteY49-3064" fmla="*/ 2279 h 9727"/>
              <a:gd name="connsiteX50-3065" fmla="*/ 1894 w 10000"/>
              <a:gd name="connsiteY50-3066" fmla="*/ 2696 h 9727"/>
              <a:gd name="connsiteX51-3067" fmla="*/ 2158 w 10000"/>
              <a:gd name="connsiteY51-3068" fmla="*/ 3112 h 9727"/>
              <a:gd name="connsiteX52-3069" fmla="*/ 2423 w 10000"/>
              <a:gd name="connsiteY52-3070" fmla="*/ 3594 h 9727"/>
              <a:gd name="connsiteX53-3071" fmla="*/ 2662 w 10000"/>
              <a:gd name="connsiteY53-3072" fmla="*/ 4076 h 9727"/>
              <a:gd name="connsiteX54-3073" fmla="*/ 3046 w 10000"/>
              <a:gd name="connsiteY54-3074" fmla="*/ 4623 h 9727"/>
              <a:gd name="connsiteX55-3075" fmla="*/ 3429 w 10000"/>
              <a:gd name="connsiteY55-3076" fmla="*/ 5248 h 9727"/>
              <a:gd name="connsiteX56-3077" fmla="*/ 3669 w 10000"/>
              <a:gd name="connsiteY56-3078" fmla="*/ 5521 h 9727"/>
              <a:gd name="connsiteX57-3079" fmla="*/ 3933 w 10000"/>
              <a:gd name="connsiteY57-3080" fmla="*/ 5730 h 9727"/>
              <a:gd name="connsiteX58-3081" fmla="*/ 4198 w 10000"/>
              <a:gd name="connsiteY58-3082" fmla="*/ 6003 h 9727"/>
              <a:gd name="connsiteX59-3083" fmla="*/ 4557 w 10000"/>
              <a:gd name="connsiteY59-3084" fmla="*/ 6276 h 9727"/>
              <a:gd name="connsiteX60-3085" fmla="*/ 4820 w 10000"/>
              <a:gd name="connsiteY60-3086" fmla="*/ 6550 h 9727"/>
              <a:gd name="connsiteX61-3087" fmla="*/ 5061 w 10000"/>
              <a:gd name="connsiteY61-3088" fmla="*/ 6836 h 9727"/>
              <a:gd name="connsiteX62-3089" fmla="*/ 5443 w 10000"/>
              <a:gd name="connsiteY62-3090" fmla="*/ 7045 h 9727"/>
              <a:gd name="connsiteX63-3091" fmla="*/ 5707 w 10000"/>
              <a:gd name="connsiteY63-3092" fmla="*/ 7240 h 9727"/>
              <a:gd name="connsiteX64-3093" fmla="*/ 6092 w 10000"/>
              <a:gd name="connsiteY64-3094" fmla="*/ 7448 h 9727"/>
              <a:gd name="connsiteX65-3095" fmla="*/ 6332 w 10000"/>
              <a:gd name="connsiteY65-3096" fmla="*/ 7657 h 9727"/>
              <a:gd name="connsiteX66-3097" fmla="*/ 6715 w 10000"/>
              <a:gd name="connsiteY66-3098" fmla="*/ 7800 h 9727"/>
              <a:gd name="connsiteX67-3099" fmla="*/ 6978 w 10000"/>
              <a:gd name="connsiteY67-3100" fmla="*/ 7930 h 9727"/>
              <a:gd name="connsiteX68-3101" fmla="*/ 7218 w 10000"/>
              <a:gd name="connsiteY68-3102" fmla="*/ 8073 h 9727"/>
              <a:gd name="connsiteX69-3103" fmla="*/ 7482 w 10000"/>
              <a:gd name="connsiteY69-3104" fmla="*/ 8217 h 9727"/>
              <a:gd name="connsiteX70-3105" fmla="*/ 7722 w 10000"/>
              <a:gd name="connsiteY70-3106" fmla="*/ 8282 h 9727"/>
              <a:gd name="connsiteX71-3107" fmla="*/ 7986 w 10000"/>
              <a:gd name="connsiteY71-3108" fmla="*/ 8412 h 9727"/>
              <a:gd name="connsiteX72-3109" fmla="*/ 8106 w 10000"/>
              <a:gd name="connsiteY72-3110" fmla="*/ 8490 h 9727"/>
              <a:gd name="connsiteX73-3111" fmla="*/ 8249 w 10000"/>
              <a:gd name="connsiteY73-3112" fmla="*/ 8490 h 9727"/>
              <a:gd name="connsiteX74-3113" fmla="*/ 8369 w 10000"/>
              <a:gd name="connsiteY74-3114" fmla="*/ 8555 h 9727"/>
              <a:gd name="connsiteX75-3115" fmla="*/ 8490 w 10000"/>
              <a:gd name="connsiteY75-3116" fmla="*/ 8555 h 9727"/>
              <a:gd name="connsiteX76-3117" fmla="*/ 8490 w 10000"/>
              <a:gd name="connsiteY76-3118" fmla="*/ 8555 h 9727"/>
              <a:gd name="connsiteX77-3119" fmla="*/ 8610 w 10000"/>
              <a:gd name="connsiteY77-3120" fmla="*/ 8490 h 9727"/>
              <a:gd name="connsiteX78-3121" fmla="*/ 8610 w 10000"/>
              <a:gd name="connsiteY78-3122" fmla="*/ 8412 h 9727"/>
              <a:gd name="connsiteX79-3123" fmla="*/ 8753 w 10000"/>
              <a:gd name="connsiteY79-3124" fmla="*/ 8347 h 9727"/>
              <a:gd name="connsiteX80-3125" fmla="*/ 8753 w 10000"/>
              <a:gd name="connsiteY80-3126" fmla="*/ 8282 h 9727"/>
              <a:gd name="connsiteX81-3127" fmla="*/ 8873 w 10000"/>
              <a:gd name="connsiteY81-3128" fmla="*/ 8138 h 9727"/>
              <a:gd name="connsiteX82-3129" fmla="*/ 8873 w 10000"/>
              <a:gd name="connsiteY82-3130" fmla="*/ 8008 h 9727"/>
              <a:gd name="connsiteX83-3131" fmla="*/ 8992 w 10000"/>
              <a:gd name="connsiteY83-3132" fmla="*/ 7865 h 9727"/>
              <a:gd name="connsiteX84-3133" fmla="*/ 8992 w 10000"/>
              <a:gd name="connsiteY84-3134" fmla="*/ 7657 h 9727"/>
              <a:gd name="connsiteX85-3135" fmla="*/ 9113 w 10000"/>
              <a:gd name="connsiteY85-3136" fmla="*/ 7526 h 9727"/>
              <a:gd name="connsiteX86-3137" fmla="*/ 9113 w 10000"/>
              <a:gd name="connsiteY86-3138" fmla="*/ 7448 h 9727"/>
              <a:gd name="connsiteX87-3139" fmla="*/ 9256 w 10000"/>
              <a:gd name="connsiteY87-3140" fmla="*/ 7318 h 9727"/>
              <a:gd name="connsiteX88-3141" fmla="*/ 9256 w 10000"/>
              <a:gd name="connsiteY88-3142" fmla="*/ 7240 h 9727"/>
              <a:gd name="connsiteX89-3143" fmla="*/ 9377 w 10000"/>
              <a:gd name="connsiteY89-3144" fmla="*/ 7175 h 9727"/>
              <a:gd name="connsiteX90-3145" fmla="*/ 9377 w 10000"/>
              <a:gd name="connsiteY90-3146" fmla="*/ 7175 h 9727"/>
              <a:gd name="connsiteX91-3147" fmla="*/ 9377 w 10000"/>
              <a:gd name="connsiteY91-3148" fmla="*/ 7175 h 9727"/>
              <a:gd name="connsiteX92-3149" fmla="*/ 9377 w 10000"/>
              <a:gd name="connsiteY92-3150" fmla="*/ 7175 h 9727"/>
              <a:gd name="connsiteX93-3151" fmla="*/ 9496 w 10000"/>
              <a:gd name="connsiteY93-3152" fmla="*/ 7175 h 9727"/>
              <a:gd name="connsiteX94-3153" fmla="*/ 9496 w 10000"/>
              <a:gd name="connsiteY94-3154" fmla="*/ 7240 h 9727"/>
              <a:gd name="connsiteX95-3155" fmla="*/ 9496 w 10000"/>
              <a:gd name="connsiteY95-3156" fmla="*/ 7318 h 9727"/>
              <a:gd name="connsiteX96-3157" fmla="*/ 9496 w 10000"/>
              <a:gd name="connsiteY96-3158" fmla="*/ 7448 h 9727"/>
              <a:gd name="connsiteX97-3159" fmla="*/ 9641 w 10000"/>
              <a:gd name="connsiteY97-3160" fmla="*/ 7526 h 9727"/>
              <a:gd name="connsiteX98-3161" fmla="*/ 9641 w 10000"/>
              <a:gd name="connsiteY98-3162" fmla="*/ 7657 h 9727"/>
              <a:gd name="connsiteX99-3163" fmla="*/ 9641 w 10000"/>
              <a:gd name="connsiteY99-3164" fmla="*/ 7865 h 9727"/>
              <a:gd name="connsiteX100-3165" fmla="*/ 9641 w 10000"/>
              <a:gd name="connsiteY100-3166" fmla="*/ 8138 h 9727"/>
              <a:gd name="connsiteX101-3167" fmla="*/ 9760 w 10000"/>
              <a:gd name="connsiteY101-3168" fmla="*/ 8490 h 9727"/>
              <a:gd name="connsiteX102-3169" fmla="*/ 9881 w 10000"/>
              <a:gd name="connsiteY102-3170" fmla="*/ 8763 h 9727"/>
              <a:gd name="connsiteX103-3171" fmla="*/ 10000 w 10000"/>
              <a:gd name="connsiteY103-3172" fmla="*/ 9102 h 9727"/>
              <a:gd name="connsiteX104-3173" fmla="*/ 10000 w 10000"/>
              <a:gd name="connsiteY104-3174" fmla="*/ 9180 h 9727"/>
              <a:gd name="connsiteX105-3175" fmla="*/ 10000 w 10000"/>
              <a:gd name="connsiteY105-3176" fmla="*/ 9310 h 9727"/>
              <a:gd name="connsiteX106-3177" fmla="*/ 10000 w 10000"/>
              <a:gd name="connsiteY106-3178" fmla="*/ 9454 h 9727"/>
              <a:gd name="connsiteX107-3179" fmla="*/ 10000 w 10000"/>
              <a:gd name="connsiteY107-3180" fmla="*/ 9519 h 9727"/>
              <a:gd name="connsiteX108-3181" fmla="*/ 10000 w 10000"/>
              <a:gd name="connsiteY108-3182" fmla="*/ 9584 h 9727"/>
              <a:gd name="connsiteX109-3183" fmla="*/ 10000 w 10000"/>
              <a:gd name="connsiteY109-3184" fmla="*/ 9662 h 9727"/>
              <a:gd name="connsiteX110-3185" fmla="*/ 10000 w 10000"/>
              <a:gd name="connsiteY110-3186" fmla="*/ 9662 h 9727"/>
              <a:gd name="connsiteX111-3187" fmla="*/ 10000 w 10000"/>
              <a:gd name="connsiteY111-3188" fmla="*/ 9727 h 9727"/>
              <a:gd name="connsiteX112-3189" fmla="*/ 9760 w 10000"/>
              <a:gd name="connsiteY112-3190" fmla="*/ 9662 h 9727"/>
              <a:gd name="connsiteX113-3191" fmla="*/ 9496 w 10000"/>
              <a:gd name="connsiteY113-3192" fmla="*/ 9662 h 9727"/>
              <a:gd name="connsiteX114-3193" fmla="*/ 9113 w 10000"/>
              <a:gd name="connsiteY114-3194" fmla="*/ 9584 h 9727"/>
              <a:gd name="connsiteX115-3195" fmla="*/ 8610 w 10000"/>
              <a:gd name="connsiteY115-3196" fmla="*/ 9454 h 9727"/>
              <a:gd name="connsiteX116-3197" fmla="*/ 8610 w 10000"/>
              <a:gd name="connsiteY116-3198" fmla="*/ 9454 h 9727"/>
              <a:gd name="connsiteX0-3199" fmla="*/ 8610 w 10000"/>
              <a:gd name="connsiteY0-3200" fmla="*/ 9719 h 10000"/>
              <a:gd name="connsiteX1-3201" fmla="*/ 8249 w 10000"/>
              <a:gd name="connsiteY1-3202" fmla="*/ 9571 h 10000"/>
              <a:gd name="connsiteX2-3203" fmla="*/ 7722 w 10000"/>
              <a:gd name="connsiteY2-3204" fmla="*/ 9438 h 10000"/>
              <a:gd name="connsiteX3-3205" fmla="*/ 7218 w 10000"/>
              <a:gd name="connsiteY3-3206" fmla="*/ 9224 h 10000"/>
              <a:gd name="connsiteX4-3207" fmla="*/ 6715 w 10000"/>
              <a:gd name="connsiteY4-3208" fmla="*/ 9009 h 10000"/>
              <a:gd name="connsiteX5-3209" fmla="*/ 6474 w 10000"/>
              <a:gd name="connsiteY5-3210" fmla="*/ 8862 h 10000"/>
              <a:gd name="connsiteX6-3211" fmla="*/ 6211 w 10000"/>
              <a:gd name="connsiteY6-3212" fmla="*/ 8728 h 10000"/>
              <a:gd name="connsiteX7-3213" fmla="*/ 5947 w 10000"/>
              <a:gd name="connsiteY7-3214" fmla="*/ 8581 h 10000"/>
              <a:gd name="connsiteX8-3215" fmla="*/ 5707 w 10000"/>
              <a:gd name="connsiteY8-3216" fmla="*/ 8448 h 10000"/>
              <a:gd name="connsiteX9-3217" fmla="*/ 5443 w 10000"/>
              <a:gd name="connsiteY9-3218" fmla="*/ 8233 h 10000"/>
              <a:gd name="connsiteX10-3219" fmla="*/ 5204 w 10000"/>
              <a:gd name="connsiteY10-3220" fmla="*/ 8019 h 10000"/>
              <a:gd name="connsiteX11-3221" fmla="*/ 4941 w 10000"/>
              <a:gd name="connsiteY11-3222" fmla="*/ 7805 h 10000"/>
              <a:gd name="connsiteX12-3223" fmla="*/ 4557 w 10000"/>
              <a:gd name="connsiteY12-3224" fmla="*/ 7590 h 10000"/>
              <a:gd name="connsiteX13-3225" fmla="*/ 3933 w 10000"/>
              <a:gd name="connsiteY13-3226" fmla="*/ 7095 h 10000"/>
              <a:gd name="connsiteX14-3227" fmla="*/ 3429 w 10000"/>
              <a:gd name="connsiteY14-3228" fmla="*/ 6667 h 10000"/>
              <a:gd name="connsiteX15-3229" fmla="*/ 2926 w 10000"/>
              <a:gd name="connsiteY15-3230" fmla="*/ 6171 h 10000"/>
              <a:gd name="connsiteX16-3231" fmla="*/ 2543 w 10000"/>
              <a:gd name="connsiteY16-3232" fmla="*/ 5609 h 10000"/>
              <a:gd name="connsiteX17-3233" fmla="*/ 2158 w 10000"/>
              <a:gd name="connsiteY17-3234" fmla="*/ 5114 h 10000"/>
              <a:gd name="connsiteX18-3235" fmla="*/ 1775 w 10000"/>
              <a:gd name="connsiteY18-3236" fmla="*/ 4619 h 10000"/>
              <a:gd name="connsiteX19-3237" fmla="*/ 1535 w 10000"/>
              <a:gd name="connsiteY19-3238" fmla="*/ 4124 h 10000"/>
              <a:gd name="connsiteX20-3239" fmla="*/ 1391 w 10000"/>
              <a:gd name="connsiteY20-3240" fmla="*/ 3829 h 10000"/>
              <a:gd name="connsiteX21-3241" fmla="*/ 1271 w 10000"/>
              <a:gd name="connsiteY21-3242" fmla="*/ 3615 h 10000"/>
              <a:gd name="connsiteX22-3243" fmla="*/ 1031 w 10000"/>
              <a:gd name="connsiteY22-3244" fmla="*/ 3119 h 10000"/>
              <a:gd name="connsiteX23-3245" fmla="*/ 888 w 10000"/>
              <a:gd name="connsiteY23-3246" fmla="*/ 2557 h 10000"/>
              <a:gd name="connsiteX24-3247" fmla="*/ 649 w 10000"/>
              <a:gd name="connsiteY24-3248" fmla="*/ 1995 h 10000"/>
              <a:gd name="connsiteX25-3249" fmla="*/ 504 w 10000"/>
              <a:gd name="connsiteY25-3250" fmla="*/ 1420 h 10000"/>
              <a:gd name="connsiteX26-3251" fmla="*/ 504 w 10000"/>
              <a:gd name="connsiteY26-3252" fmla="*/ 1138 h 10000"/>
              <a:gd name="connsiteX27-3253" fmla="*/ 385 w 10000"/>
              <a:gd name="connsiteY27-3254" fmla="*/ 857 h 10000"/>
              <a:gd name="connsiteX28-3255" fmla="*/ 264 w 10000"/>
              <a:gd name="connsiteY28-3256" fmla="*/ 643 h 10000"/>
              <a:gd name="connsiteX29-3257" fmla="*/ 264 w 10000"/>
              <a:gd name="connsiteY29-3258" fmla="*/ 429 h 10000"/>
              <a:gd name="connsiteX30-3259" fmla="*/ 145 w 10000"/>
              <a:gd name="connsiteY30-3260" fmla="*/ 295 h 10000"/>
              <a:gd name="connsiteX31-3261" fmla="*/ 145 w 10000"/>
              <a:gd name="connsiteY31-3262" fmla="*/ 148 h 10000"/>
              <a:gd name="connsiteX32-3263" fmla="*/ 0 w 10000"/>
              <a:gd name="connsiteY32-3264" fmla="*/ 81 h 10000"/>
              <a:gd name="connsiteX33-3265" fmla="*/ 1656 w 10000"/>
              <a:gd name="connsiteY33-3266" fmla="*/ 0 h 10000"/>
              <a:gd name="connsiteX34-3267" fmla="*/ 1775 w 10000"/>
              <a:gd name="connsiteY34-3268" fmla="*/ 81 h 10000"/>
              <a:gd name="connsiteX35-3269" fmla="*/ 1775 w 10000"/>
              <a:gd name="connsiteY35-3270" fmla="*/ 148 h 10000"/>
              <a:gd name="connsiteX36-3271" fmla="*/ 1775 w 10000"/>
              <a:gd name="connsiteY36-3272" fmla="*/ 148 h 10000"/>
              <a:gd name="connsiteX37-3273" fmla="*/ 1656 w 10000"/>
              <a:gd name="connsiteY37-3274" fmla="*/ 215 h 10000"/>
              <a:gd name="connsiteX38-3275" fmla="*/ 1656 w 10000"/>
              <a:gd name="connsiteY38-3276" fmla="*/ 295 h 10000"/>
              <a:gd name="connsiteX39-3277" fmla="*/ 1656 w 10000"/>
              <a:gd name="connsiteY39-3278" fmla="*/ 429 h 10000"/>
              <a:gd name="connsiteX40-3279" fmla="*/ 1535 w 10000"/>
              <a:gd name="connsiteY40-3280" fmla="*/ 576 h 10000"/>
              <a:gd name="connsiteX41-3281" fmla="*/ 1535 w 10000"/>
              <a:gd name="connsiteY41-3282" fmla="*/ 643 h 10000"/>
              <a:gd name="connsiteX42-3283" fmla="*/ 1535 w 10000"/>
              <a:gd name="connsiteY42-3284" fmla="*/ 791 h 10000"/>
              <a:gd name="connsiteX43-3285" fmla="*/ 1535 w 10000"/>
              <a:gd name="connsiteY43-3286" fmla="*/ 857 h 10000"/>
              <a:gd name="connsiteX44-3287" fmla="*/ 1535 w 10000"/>
              <a:gd name="connsiteY44-3288" fmla="*/ 1004 h 10000"/>
              <a:gd name="connsiteX45-3289" fmla="*/ 1535 w 10000"/>
              <a:gd name="connsiteY45-3290" fmla="*/ 1285 h 10000"/>
              <a:gd name="connsiteX46-3291" fmla="*/ 1656 w 10000"/>
              <a:gd name="connsiteY46-3292" fmla="*/ 1634 h 10000"/>
              <a:gd name="connsiteX47-3293" fmla="*/ 1656 w 10000"/>
              <a:gd name="connsiteY47-3294" fmla="*/ 1995 h 10000"/>
              <a:gd name="connsiteX48-3295" fmla="*/ 1775 w 10000"/>
              <a:gd name="connsiteY48-3296" fmla="*/ 2343 h 10000"/>
              <a:gd name="connsiteX49-3297" fmla="*/ 1894 w 10000"/>
              <a:gd name="connsiteY49-3298" fmla="*/ 2772 h 10000"/>
              <a:gd name="connsiteX50-3299" fmla="*/ 2158 w 10000"/>
              <a:gd name="connsiteY50-3300" fmla="*/ 3199 h 10000"/>
              <a:gd name="connsiteX51-3301" fmla="*/ 2423 w 10000"/>
              <a:gd name="connsiteY51-3302" fmla="*/ 3695 h 10000"/>
              <a:gd name="connsiteX52-3303" fmla="*/ 2662 w 10000"/>
              <a:gd name="connsiteY52-3304" fmla="*/ 4190 h 10000"/>
              <a:gd name="connsiteX53-3305" fmla="*/ 3046 w 10000"/>
              <a:gd name="connsiteY53-3306" fmla="*/ 4753 h 10000"/>
              <a:gd name="connsiteX54-3307" fmla="*/ 3429 w 10000"/>
              <a:gd name="connsiteY54-3308" fmla="*/ 5395 h 10000"/>
              <a:gd name="connsiteX55-3309" fmla="*/ 3669 w 10000"/>
              <a:gd name="connsiteY55-3310" fmla="*/ 5676 h 10000"/>
              <a:gd name="connsiteX56-3311" fmla="*/ 3933 w 10000"/>
              <a:gd name="connsiteY56-3312" fmla="*/ 5891 h 10000"/>
              <a:gd name="connsiteX57-3313" fmla="*/ 4198 w 10000"/>
              <a:gd name="connsiteY57-3314" fmla="*/ 6171 h 10000"/>
              <a:gd name="connsiteX58-3315" fmla="*/ 4557 w 10000"/>
              <a:gd name="connsiteY58-3316" fmla="*/ 6452 h 10000"/>
              <a:gd name="connsiteX59-3317" fmla="*/ 4820 w 10000"/>
              <a:gd name="connsiteY59-3318" fmla="*/ 6734 h 10000"/>
              <a:gd name="connsiteX60-3319" fmla="*/ 5061 w 10000"/>
              <a:gd name="connsiteY60-3320" fmla="*/ 7028 h 10000"/>
              <a:gd name="connsiteX61-3321" fmla="*/ 5443 w 10000"/>
              <a:gd name="connsiteY61-3322" fmla="*/ 7243 h 10000"/>
              <a:gd name="connsiteX62-3323" fmla="*/ 5707 w 10000"/>
              <a:gd name="connsiteY62-3324" fmla="*/ 7443 h 10000"/>
              <a:gd name="connsiteX63-3325" fmla="*/ 6092 w 10000"/>
              <a:gd name="connsiteY63-3326" fmla="*/ 7657 h 10000"/>
              <a:gd name="connsiteX64-3327" fmla="*/ 6332 w 10000"/>
              <a:gd name="connsiteY64-3328" fmla="*/ 7872 h 10000"/>
              <a:gd name="connsiteX65-3329" fmla="*/ 6715 w 10000"/>
              <a:gd name="connsiteY65-3330" fmla="*/ 8019 h 10000"/>
              <a:gd name="connsiteX66-3331" fmla="*/ 6978 w 10000"/>
              <a:gd name="connsiteY66-3332" fmla="*/ 8153 h 10000"/>
              <a:gd name="connsiteX67-3333" fmla="*/ 7218 w 10000"/>
              <a:gd name="connsiteY67-3334" fmla="*/ 8300 h 10000"/>
              <a:gd name="connsiteX68-3335" fmla="*/ 7482 w 10000"/>
              <a:gd name="connsiteY68-3336" fmla="*/ 8448 h 10000"/>
              <a:gd name="connsiteX69-3337" fmla="*/ 7722 w 10000"/>
              <a:gd name="connsiteY69-3338" fmla="*/ 8514 h 10000"/>
              <a:gd name="connsiteX70-3339" fmla="*/ 7986 w 10000"/>
              <a:gd name="connsiteY70-3340" fmla="*/ 8648 h 10000"/>
              <a:gd name="connsiteX71-3341" fmla="*/ 8106 w 10000"/>
              <a:gd name="connsiteY71-3342" fmla="*/ 8728 h 10000"/>
              <a:gd name="connsiteX72-3343" fmla="*/ 8249 w 10000"/>
              <a:gd name="connsiteY72-3344" fmla="*/ 8728 h 10000"/>
              <a:gd name="connsiteX73-3345" fmla="*/ 8369 w 10000"/>
              <a:gd name="connsiteY73-3346" fmla="*/ 8795 h 10000"/>
              <a:gd name="connsiteX74-3347" fmla="*/ 8490 w 10000"/>
              <a:gd name="connsiteY74-3348" fmla="*/ 8795 h 10000"/>
              <a:gd name="connsiteX75-3349" fmla="*/ 8490 w 10000"/>
              <a:gd name="connsiteY75-3350" fmla="*/ 8795 h 10000"/>
              <a:gd name="connsiteX76-3351" fmla="*/ 8610 w 10000"/>
              <a:gd name="connsiteY76-3352" fmla="*/ 8728 h 10000"/>
              <a:gd name="connsiteX77-3353" fmla="*/ 8610 w 10000"/>
              <a:gd name="connsiteY77-3354" fmla="*/ 8648 h 10000"/>
              <a:gd name="connsiteX78-3355" fmla="*/ 8753 w 10000"/>
              <a:gd name="connsiteY78-3356" fmla="*/ 8581 h 10000"/>
              <a:gd name="connsiteX79-3357" fmla="*/ 8753 w 10000"/>
              <a:gd name="connsiteY79-3358" fmla="*/ 8514 h 10000"/>
              <a:gd name="connsiteX80-3359" fmla="*/ 8873 w 10000"/>
              <a:gd name="connsiteY80-3360" fmla="*/ 8366 h 10000"/>
              <a:gd name="connsiteX81-3361" fmla="*/ 8873 w 10000"/>
              <a:gd name="connsiteY81-3362" fmla="*/ 8233 h 10000"/>
              <a:gd name="connsiteX82-3363" fmla="*/ 8992 w 10000"/>
              <a:gd name="connsiteY82-3364" fmla="*/ 8086 h 10000"/>
              <a:gd name="connsiteX83-3365" fmla="*/ 8992 w 10000"/>
              <a:gd name="connsiteY83-3366" fmla="*/ 7872 h 10000"/>
              <a:gd name="connsiteX84-3367" fmla="*/ 9113 w 10000"/>
              <a:gd name="connsiteY84-3368" fmla="*/ 7737 h 10000"/>
              <a:gd name="connsiteX85-3369" fmla="*/ 9113 w 10000"/>
              <a:gd name="connsiteY85-3370" fmla="*/ 7657 h 10000"/>
              <a:gd name="connsiteX86-3371" fmla="*/ 9256 w 10000"/>
              <a:gd name="connsiteY86-3372" fmla="*/ 7523 h 10000"/>
              <a:gd name="connsiteX87-3373" fmla="*/ 9256 w 10000"/>
              <a:gd name="connsiteY87-3374" fmla="*/ 7443 h 10000"/>
              <a:gd name="connsiteX88-3375" fmla="*/ 9377 w 10000"/>
              <a:gd name="connsiteY88-3376" fmla="*/ 7376 h 10000"/>
              <a:gd name="connsiteX89-3377" fmla="*/ 9377 w 10000"/>
              <a:gd name="connsiteY89-3378" fmla="*/ 7376 h 10000"/>
              <a:gd name="connsiteX90-3379" fmla="*/ 9377 w 10000"/>
              <a:gd name="connsiteY90-3380" fmla="*/ 7376 h 10000"/>
              <a:gd name="connsiteX91-3381" fmla="*/ 9377 w 10000"/>
              <a:gd name="connsiteY91-3382" fmla="*/ 7376 h 10000"/>
              <a:gd name="connsiteX92-3383" fmla="*/ 9496 w 10000"/>
              <a:gd name="connsiteY92-3384" fmla="*/ 7376 h 10000"/>
              <a:gd name="connsiteX93-3385" fmla="*/ 9496 w 10000"/>
              <a:gd name="connsiteY93-3386" fmla="*/ 7443 h 10000"/>
              <a:gd name="connsiteX94-3387" fmla="*/ 9496 w 10000"/>
              <a:gd name="connsiteY94-3388" fmla="*/ 7523 h 10000"/>
              <a:gd name="connsiteX95-3389" fmla="*/ 9496 w 10000"/>
              <a:gd name="connsiteY95-3390" fmla="*/ 7657 h 10000"/>
              <a:gd name="connsiteX96-3391" fmla="*/ 9641 w 10000"/>
              <a:gd name="connsiteY96-3392" fmla="*/ 7737 h 10000"/>
              <a:gd name="connsiteX97-3393" fmla="*/ 9641 w 10000"/>
              <a:gd name="connsiteY97-3394" fmla="*/ 7872 h 10000"/>
              <a:gd name="connsiteX98-3395" fmla="*/ 9641 w 10000"/>
              <a:gd name="connsiteY98-3396" fmla="*/ 8086 h 10000"/>
              <a:gd name="connsiteX99-3397" fmla="*/ 9641 w 10000"/>
              <a:gd name="connsiteY99-3398" fmla="*/ 8366 h 10000"/>
              <a:gd name="connsiteX100-3399" fmla="*/ 9760 w 10000"/>
              <a:gd name="connsiteY100-3400" fmla="*/ 8728 h 10000"/>
              <a:gd name="connsiteX101-3401" fmla="*/ 9881 w 10000"/>
              <a:gd name="connsiteY101-3402" fmla="*/ 9009 h 10000"/>
              <a:gd name="connsiteX102-3403" fmla="*/ 10000 w 10000"/>
              <a:gd name="connsiteY102-3404" fmla="*/ 9357 h 10000"/>
              <a:gd name="connsiteX103-3405" fmla="*/ 10000 w 10000"/>
              <a:gd name="connsiteY103-3406" fmla="*/ 9438 h 10000"/>
              <a:gd name="connsiteX104-3407" fmla="*/ 10000 w 10000"/>
              <a:gd name="connsiteY104-3408" fmla="*/ 9571 h 10000"/>
              <a:gd name="connsiteX105-3409" fmla="*/ 10000 w 10000"/>
              <a:gd name="connsiteY105-3410" fmla="*/ 9719 h 10000"/>
              <a:gd name="connsiteX106-3411" fmla="*/ 10000 w 10000"/>
              <a:gd name="connsiteY106-3412" fmla="*/ 9786 h 10000"/>
              <a:gd name="connsiteX107-3413" fmla="*/ 10000 w 10000"/>
              <a:gd name="connsiteY107-3414" fmla="*/ 9853 h 10000"/>
              <a:gd name="connsiteX108-3415" fmla="*/ 10000 w 10000"/>
              <a:gd name="connsiteY108-3416" fmla="*/ 9933 h 10000"/>
              <a:gd name="connsiteX109-3417" fmla="*/ 10000 w 10000"/>
              <a:gd name="connsiteY109-3418" fmla="*/ 9933 h 10000"/>
              <a:gd name="connsiteX110-3419" fmla="*/ 10000 w 10000"/>
              <a:gd name="connsiteY110-3420" fmla="*/ 10000 h 10000"/>
              <a:gd name="connsiteX111-3421" fmla="*/ 9760 w 10000"/>
              <a:gd name="connsiteY111-3422" fmla="*/ 9933 h 10000"/>
              <a:gd name="connsiteX112-3423" fmla="*/ 9496 w 10000"/>
              <a:gd name="connsiteY112-3424" fmla="*/ 9933 h 10000"/>
              <a:gd name="connsiteX113-3425" fmla="*/ 9113 w 10000"/>
              <a:gd name="connsiteY113-3426" fmla="*/ 9853 h 10000"/>
              <a:gd name="connsiteX114-3427" fmla="*/ 8610 w 10000"/>
              <a:gd name="connsiteY114-3428" fmla="*/ 9719 h 10000"/>
              <a:gd name="connsiteX115-3429" fmla="*/ 8610 w 10000"/>
              <a:gd name="connsiteY115-3430" fmla="*/ 9719 h 10000"/>
              <a:gd name="connsiteX0-3431" fmla="*/ 8465 w 9855"/>
              <a:gd name="connsiteY0-3432" fmla="*/ 9719 h 10000"/>
              <a:gd name="connsiteX1-3433" fmla="*/ 8104 w 9855"/>
              <a:gd name="connsiteY1-3434" fmla="*/ 9571 h 10000"/>
              <a:gd name="connsiteX2-3435" fmla="*/ 7577 w 9855"/>
              <a:gd name="connsiteY2-3436" fmla="*/ 9438 h 10000"/>
              <a:gd name="connsiteX3-3437" fmla="*/ 7073 w 9855"/>
              <a:gd name="connsiteY3-3438" fmla="*/ 9224 h 10000"/>
              <a:gd name="connsiteX4-3439" fmla="*/ 6570 w 9855"/>
              <a:gd name="connsiteY4-3440" fmla="*/ 9009 h 10000"/>
              <a:gd name="connsiteX5-3441" fmla="*/ 6329 w 9855"/>
              <a:gd name="connsiteY5-3442" fmla="*/ 8862 h 10000"/>
              <a:gd name="connsiteX6-3443" fmla="*/ 6066 w 9855"/>
              <a:gd name="connsiteY6-3444" fmla="*/ 8728 h 10000"/>
              <a:gd name="connsiteX7-3445" fmla="*/ 5802 w 9855"/>
              <a:gd name="connsiteY7-3446" fmla="*/ 8581 h 10000"/>
              <a:gd name="connsiteX8-3447" fmla="*/ 5562 w 9855"/>
              <a:gd name="connsiteY8-3448" fmla="*/ 8448 h 10000"/>
              <a:gd name="connsiteX9-3449" fmla="*/ 5298 w 9855"/>
              <a:gd name="connsiteY9-3450" fmla="*/ 8233 h 10000"/>
              <a:gd name="connsiteX10-3451" fmla="*/ 5059 w 9855"/>
              <a:gd name="connsiteY10-3452" fmla="*/ 8019 h 10000"/>
              <a:gd name="connsiteX11-3453" fmla="*/ 4796 w 9855"/>
              <a:gd name="connsiteY11-3454" fmla="*/ 7805 h 10000"/>
              <a:gd name="connsiteX12-3455" fmla="*/ 4412 w 9855"/>
              <a:gd name="connsiteY12-3456" fmla="*/ 7590 h 10000"/>
              <a:gd name="connsiteX13-3457" fmla="*/ 3788 w 9855"/>
              <a:gd name="connsiteY13-3458" fmla="*/ 7095 h 10000"/>
              <a:gd name="connsiteX14-3459" fmla="*/ 3284 w 9855"/>
              <a:gd name="connsiteY14-3460" fmla="*/ 6667 h 10000"/>
              <a:gd name="connsiteX15-3461" fmla="*/ 2781 w 9855"/>
              <a:gd name="connsiteY15-3462" fmla="*/ 6171 h 10000"/>
              <a:gd name="connsiteX16-3463" fmla="*/ 2398 w 9855"/>
              <a:gd name="connsiteY16-3464" fmla="*/ 5609 h 10000"/>
              <a:gd name="connsiteX17-3465" fmla="*/ 2013 w 9855"/>
              <a:gd name="connsiteY17-3466" fmla="*/ 5114 h 10000"/>
              <a:gd name="connsiteX18-3467" fmla="*/ 1630 w 9855"/>
              <a:gd name="connsiteY18-3468" fmla="*/ 4619 h 10000"/>
              <a:gd name="connsiteX19-3469" fmla="*/ 1390 w 9855"/>
              <a:gd name="connsiteY19-3470" fmla="*/ 4124 h 10000"/>
              <a:gd name="connsiteX20-3471" fmla="*/ 1246 w 9855"/>
              <a:gd name="connsiteY20-3472" fmla="*/ 3829 h 10000"/>
              <a:gd name="connsiteX21-3473" fmla="*/ 1126 w 9855"/>
              <a:gd name="connsiteY21-3474" fmla="*/ 3615 h 10000"/>
              <a:gd name="connsiteX22-3475" fmla="*/ 886 w 9855"/>
              <a:gd name="connsiteY22-3476" fmla="*/ 3119 h 10000"/>
              <a:gd name="connsiteX23-3477" fmla="*/ 743 w 9855"/>
              <a:gd name="connsiteY23-3478" fmla="*/ 2557 h 10000"/>
              <a:gd name="connsiteX24-3479" fmla="*/ 504 w 9855"/>
              <a:gd name="connsiteY24-3480" fmla="*/ 1995 h 10000"/>
              <a:gd name="connsiteX25-3481" fmla="*/ 359 w 9855"/>
              <a:gd name="connsiteY25-3482" fmla="*/ 1420 h 10000"/>
              <a:gd name="connsiteX26-3483" fmla="*/ 359 w 9855"/>
              <a:gd name="connsiteY26-3484" fmla="*/ 1138 h 10000"/>
              <a:gd name="connsiteX27-3485" fmla="*/ 240 w 9855"/>
              <a:gd name="connsiteY27-3486" fmla="*/ 857 h 10000"/>
              <a:gd name="connsiteX28-3487" fmla="*/ 119 w 9855"/>
              <a:gd name="connsiteY28-3488" fmla="*/ 643 h 10000"/>
              <a:gd name="connsiteX29-3489" fmla="*/ 119 w 9855"/>
              <a:gd name="connsiteY29-3490" fmla="*/ 429 h 10000"/>
              <a:gd name="connsiteX30-3491" fmla="*/ 0 w 9855"/>
              <a:gd name="connsiteY30-3492" fmla="*/ 295 h 10000"/>
              <a:gd name="connsiteX31-3493" fmla="*/ 0 w 9855"/>
              <a:gd name="connsiteY31-3494" fmla="*/ 148 h 10000"/>
              <a:gd name="connsiteX32-3495" fmla="*/ 1511 w 9855"/>
              <a:gd name="connsiteY32-3496" fmla="*/ 0 h 10000"/>
              <a:gd name="connsiteX33-3497" fmla="*/ 1630 w 9855"/>
              <a:gd name="connsiteY33-3498" fmla="*/ 81 h 10000"/>
              <a:gd name="connsiteX34-3499" fmla="*/ 1630 w 9855"/>
              <a:gd name="connsiteY34-3500" fmla="*/ 148 h 10000"/>
              <a:gd name="connsiteX35-3501" fmla="*/ 1630 w 9855"/>
              <a:gd name="connsiteY35-3502" fmla="*/ 148 h 10000"/>
              <a:gd name="connsiteX36-3503" fmla="*/ 1511 w 9855"/>
              <a:gd name="connsiteY36-3504" fmla="*/ 215 h 10000"/>
              <a:gd name="connsiteX37-3505" fmla="*/ 1511 w 9855"/>
              <a:gd name="connsiteY37-3506" fmla="*/ 295 h 10000"/>
              <a:gd name="connsiteX38-3507" fmla="*/ 1511 w 9855"/>
              <a:gd name="connsiteY38-3508" fmla="*/ 429 h 10000"/>
              <a:gd name="connsiteX39-3509" fmla="*/ 1390 w 9855"/>
              <a:gd name="connsiteY39-3510" fmla="*/ 576 h 10000"/>
              <a:gd name="connsiteX40-3511" fmla="*/ 1390 w 9855"/>
              <a:gd name="connsiteY40-3512" fmla="*/ 643 h 10000"/>
              <a:gd name="connsiteX41-3513" fmla="*/ 1390 w 9855"/>
              <a:gd name="connsiteY41-3514" fmla="*/ 791 h 10000"/>
              <a:gd name="connsiteX42-3515" fmla="*/ 1390 w 9855"/>
              <a:gd name="connsiteY42-3516" fmla="*/ 857 h 10000"/>
              <a:gd name="connsiteX43-3517" fmla="*/ 1390 w 9855"/>
              <a:gd name="connsiteY43-3518" fmla="*/ 1004 h 10000"/>
              <a:gd name="connsiteX44-3519" fmla="*/ 1390 w 9855"/>
              <a:gd name="connsiteY44-3520" fmla="*/ 1285 h 10000"/>
              <a:gd name="connsiteX45-3521" fmla="*/ 1511 w 9855"/>
              <a:gd name="connsiteY45-3522" fmla="*/ 1634 h 10000"/>
              <a:gd name="connsiteX46-3523" fmla="*/ 1511 w 9855"/>
              <a:gd name="connsiteY46-3524" fmla="*/ 1995 h 10000"/>
              <a:gd name="connsiteX47-3525" fmla="*/ 1630 w 9855"/>
              <a:gd name="connsiteY47-3526" fmla="*/ 2343 h 10000"/>
              <a:gd name="connsiteX48-3527" fmla="*/ 1749 w 9855"/>
              <a:gd name="connsiteY48-3528" fmla="*/ 2772 h 10000"/>
              <a:gd name="connsiteX49-3529" fmla="*/ 2013 w 9855"/>
              <a:gd name="connsiteY49-3530" fmla="*/ 3199 h 10000"/>
              <a:gd name="connsiteX50-3531" fmla="*/ 2278 w 9855"/>
              <a:gd name="connsiteY50-3532" fmla="*/ 3695 h 10000"/>
              <a:gd name="connsiteX51-3533" fmla="*/ 2517 w 9855"/>
              <a:gd name="connsiteY51-3534" fmla="*/ 4190 h 10000"/>
              <a:gd name="connsiteX52-3535" fmla="*/ 2901 w 9855"/>
              <a:gd name="connsiteY52-3536" fmla="*/ 4753 h 10000"/>
              <a:gd name="connsiteX53-3537" fmla="*/ 3284 w 9855"/>
              <a:gd name="connsiteY53-3538" fmla="*/ 5395 h 10000"/>
              <a:gd name="connsiteX54-3539" fmla="*/ 3524 w 9855"/>
              <a:gd name="connsiteY54-3540" fmla="*/ 5676 h 10000"/>
              <a:gd name="connsiteX55-3541" fmla="*/ 3788 w 9855"/>
              <a:gd name="connsiteY55-3542" fmla="*/ 5891 h 10000"/>
              <a:gd name="connsiteX56-3543" fmla="*/ 4053 w 9855"/>
              <a:gd name="connsiteY56-3544" fmla="*/ 6171 h 10000"/>
              <a:gd name="connsiteX57-3545" fmla="*/ 4412 w 9855"/>
              <a:gd name="connsiteY57-3546" fmla="*/ 6452 h 10000"/>
              <a:gd name="connsiteX58-3547" fmla="*/ 4675 w 9855"/>
              <a:gd name="connsiteY58-3548" fmla="*/ 6734 h 10000"/>
              <a:gd name="connsiteX59-3549" fmla="*/ 4916 w 9855"/>
              <a:gd name="connsiteY59-3550" fmla="*/ 7028 h 10000"/>
              <a:gd name="connsiteX60-3551" fmla="*/ 5298 w 9855"/>
              <a:gd name="connsiteY60-3552" fmla="*/ 7243 h 10000"/>
              <a:gd name="connsiteX61-3553" fmla="*/ 5562 w 9855"/>
              <a:gd name="connsiteY61-3554" fmla="*/ 7443 h 10000"/>
              <a:gd name="connsiteX62-3555" fmla="*/ 5947 w 9855"/>
              <a:gd name="connsiteY62-3556" fmla="*/ 7657 h 10000"/>
              <a:gd name="connsiteX63-3557" fmla="*/ 6187 w 9855"/>
              <a:gd name="connsiteY63-3558" fmla="*/ 7872 h 10000"/>
              <a:gd name="connsiteX64-3559" fmla="*/ 6570 w 9855"/>
              <a:gd name="connsiteY64-3560" fmla="*/ 8019 h 10000"/>
              <a:gd name="connsiteX65-3561" fmla="*/ 6833 w 9855"/>
              <a:gd name="connsiteY65-3562" fmla="*/ 8153 h 10000"/>
              <a:gd name="connsiteX66-3563" fmla="*/ 7073 w 9855"/>
              <a:gd name="connsiteY66-3564" fmla="*/ 8300 h 10000"/>
              <a:gd name="connsiteX67-3565" fmla="*/ 7337 w 9855"/>
              <a:gd name="connsiteY67-3566" fmla="*/ 8448 h 10000"/>
              <a:gd name="connsiteX68-3567" fmla="*/ 7577 w 9855"/>
              <a:gd name="connsiteY68-3568" fmla="*/ 8514 h 10000"/>
              <a:gd name="connsiteX69-3569" fmla="*/ 7841 w 9855"/>
              <a:gd name="connsiteY69-3570" fmla="*/ 8648 h 10000"/>
              <a:gd name="connsiteX70-3571" fmla="*/ 7961 w 9855"/>
              <a:gd name="connsiteY70-3572" fmla="*/ 8728 h 10000"/>
              <a:gd name="connsiteX71-3573" fmla="*/ 8104 w 9855"/>
              <a:gd name="connsiteY71-3574" fmla="*/ 8728 h 10000"/>
              <a:gd name="connsiteX72-3575" fmla="*/ 8224 w 9855"/>
              <a:gd name="connsiteY72-3576" fmla="*/ 8795 h 10000"/>
              <a:gd name="connsiteX73-3577" fmla="*/ 8345 w 9855"/>
              <a:gd name="connsiteY73-3578" fmla="*/ 8795 h 10000"/>
              <a:gd name="connsiteX74-3579" fmla="*/ 8345 w 9855"/>
              <a:gd name="connsiteY74-3580" fmla="*/ 8795 h 10000"/>
              <a:gd name="connsiteX75-3581" fmla="*/ 8465 w 9855"/>
              <a:gd name="connsiteY75-3582" fmla="*/ 8728 h 10000"/>
              <a:gd name="connsiteX76-3583" fmla="*/ 8465 w 9855"/>
              <a:gd name="connsiteY76-3584" fmla="*/ 8648 h 10000"/>
              <a:gd name="connsiteX77-3585" fmla="*/ 8608 w 9855"/>
              <a:gd name="connsiteY77-3586" fmla="*/ 8581 h 10000"/>
              <a:gd name="connsiteX78-3587" fmla="*/ 8608 w 9855"/>
              <a:gd name="connsiteY78-3588" fmla="*/ 8514 h 10000"/>
              <a:gd name="connsiteX79-3589" fmla="*/ 8728 w 9855"/>
              <a:gd name="connsiteY79-3590" fmla="*/ 8366 h 10000"/>
              <a:gd name="connsiteX80-3591" fmla="*/ 8728 w 9855"/>
              <a:gd name="connsiteY80-3592" fmla="*/ 8233 h 10000"/>
              <a:gd name="connsiteX81-3593" fmla="*/ 8847 w 9855"/>
              <a:gd name="connsiteY81-3594" fmla="*/ 8086 h 10000"/>
              <a:gd name="connsiteX82-3595" fmla="*/ 8847 w 9855"/>
              <a:gd name="connsiteY82-3596" fmla="*/ 7872 h 10000"/>
              <a:gd name="connsiteX83-3597" fmla="*/ 8968 w 9855"/>
              <a:gd name="connsiteY83-3598" fmla="*/ 7737 h 10000"/>
              <a:gd name="connsiteX84-3599" fmla="*/ 8968 w 9855"/>
              <a:gd name="connsiteY84-3600" fmla="*/ 7657 h 10000"/>
              <a:gd name="connsiteX85-3601" fmla="*/ 9111 w 9855"/>
              <a:gd name="connsiteY85-3602" fmla="*/ 7523 h 10000"/>
              <a:gd name="connsiteX86-3603" fmla="*/ 9111 w 9855"/>
              <a:gd name="connsiteY86-3604" fmla="*/ 7443 h 10000"/>
              <a:gd name="connsiteX87-3605" fmla="*/ 9232 w 9855"/>
              <a:gd name="connsiteY87-3606" fmla="*/ 7376 h 10000"/>
              <a:gd name="connsiteX88-3607" fmla="*/ 9232 w 9855"/>
              <a:gd name="connsiteY88-3608" fmla="*/ 7376 h 10000"/>
              <a:gd name="connsiteX89-3609" fmla="*/ 9232 w 9855"/>
              <a:gd name="connsiteY89-3610" fmla="*/ 7376 h 10000"/>
              <a:gd name="connsiteX90-3611" fmla="*/ 9232 w 9855"/>
              <a:gd name="connsiteY90-3612" fmla="*/ 7376 h 10000"/>
              <a:gd name="connsiteX91-3613" fmla="*/ 9351 w 9855"/>
              <a:gd name="connsiteY91-3614" fmla="*/ 7376 h 10000"/>
              <a:gd name="connsiteX92-3615" fmla="*/ 9351 w 9855"/>
              <a:gd name="connsiteY92-3616" fmla="*/ 7443 h 10000"/>
              <a:gd name="connsiteX93-3617" fmla="*/ 9351 w 9855"/>
              <a:gd name="connsiteY93-3618" fmla="*/ 7523 h 10000"/>
              <a:gd name="connsiteX94-3619" fmla="*/ 9351 w 9855"/>
              <a:gd name="connsiteY94-3620" fmla="*/ 7657 h 10000"/>
              <a:gd name="connsiteX95-3621" fmla="*/ 9496 w 9855"/>
              <a:gd name="connsiteY95-3622" fmla="*/ 7737 h 10000"/>
              <a:gd name="connsiteX96-3623" fmla="*/ 9496 w 9855"/>
              <a:gd name="connsiteY96-3624" fmla="*/ 7872 h 10000"/>
              <a:gd name="connsiteX97-3625" fmla="*/ 9496 w 9855"/>
              <a:gd name="connsiteY97-3626" fmla="*/ 8086 h 10000"/>
              <a:gd name="connsiteX98-3627" fmla="*/ 9496 w 9855"/>
              <a:gd name="connsiteY98-3628" fmla="*/ 8366 h 10000"/>
              <a:gd name="connsiteX99-3629" fmla="*/ 9615 w 9855"/>
              <a:gd name="connsiteY99-3630" fmla="*/ 8728 h 10000"/>
              <a:gd name="connsiteX100-3631" fmla="*/ 9736 w 9855"/>
              <a:gd name="connsiteY100-3632" fmla="*/ 9009 h 10000"/>
              <a:gd name="connsiteX101-3633" fmla="*/ 9855 w 9855"/>
              <a:gd name="connsiteY101-3634" fmla="*/ 9357 h 10000"/>
              <a:gd name="connsiteX102-3635" fmla="*/ 9855 w 9855"/>
              <a:gd name="connsiteY102-3636" fmla="*/ 9438 h 10000"/>
              <a:gd name="connsiteX103-3637" fmla="*/ 9855 w 9855"/>
              <a:gd name="connsiteY103-3638" fmla="*/ 9571 h 10000"/>
              <a:gd name="connsiteX104-3639" fmla="*/ 9855 w 9855"/>
              <a:gd name="connsiteY104-3640" fmla="*/ 9719 h 10000"/>
              <a:gd name="connsiteX105-3641" fmla="*/ 9855 w 9855"/>
              <a:gd name="connsiteY105-3642" fmla="*/ 9786 h 10000"/>
              <a:gd name="connsiteX106-3643" fmla="*/ 9855 w 9855"/>
              <a:gd name="connsiteY106-3644" fmla="*/ 9853 h 10000"/>
              <a:gd name="connsiteX107-3645" fmla="*/ 9855 w 9855"/>
              <a:gd name="connsiteY107-3646" fmla="*/ 9933 h 10000"/>
              <a:gd name="connsiteX108-3647" fmla="*/ 9855 w 9855"/>
              <a:gd name="connsiteY108-3648" fmla="*/ 9933 h 10000"/>
              <a:gd name="connsiteX109-3649" fmla="*/ 9855 w 9855"/>
              <a:gd name="connsiteY109-3650" fmla="*/ 10000 h 10000"/>
              <a:gd name="connsiteX110-3651" fmla="*/ 9615 w 9855"/>
              <a:gd name="connsiteY110-3652" fmla="*/ 9933 h 10000"/>
              <a:gd name="connsiteX111-3653" fmla="*/ 9351 w 9855"/>
              <a:gd name="connsiteY111-3654" fmla="*/ 9933 h 10000"/>
              <a:gd name="connsiteX112-3655" fmla="*/ 8968 w 9855"/>
              <a:gd name="connsiteY112-3656" fmla="*/ 9853 h 10000"/>
              <a:gd name="connsiteX113-3657" fmla="*/ 8465 w 9855"/>
              <a:gd name="connsiteY113-3658" fmla="*/ 9719 h 10000"/>
              <a:gd name="connsiteX114-3659" fmla="*/ 8465 w 9855"/>
              <a:gd name="connsiteY114-3660" fmla="*/ 9719 h 10000"/>
              <a:gd name="connsiteX0-3661" fmla="*/ 8590 w 10000"/>
              <a:gd name="connsiteY0-3662" fmla="*/ 9719 h 10000"/>
              <a:gd name="connsiteX1-3663" fmla="*/ 8223 w 10000"/>
              <a:gd name="connsiteY1-3664" fmla="*/ 9571 h 10000"/>
              <a:gd name="connsiteX2-3665" fmla="*/ 7688 w 10000"/>
              <a:gd name="connsiteY2-3666" fmla="*/ 9438 h 10000"/>
              <a:gd name="connsiteX3-3667" fmla="*/ 7177 w 10000"/>
              <a:gd name="connsiteY3-3668" fmla="*/ 9224 h 10000"/>
              <a:gd name="connsiteX4-3669" fmla="*/ 6667 w 10000"/>
              <a:gd name="connsiteY4-3670" fmla="*/ 9009 h 10000"/>
              <a:gd name="connsiteX5-3671" fmla="*/ 6422 w 10000"/>
              <a:gd name="connsiteY5-3672" fmla="*/ 8862 h 10000"/>
              <a:gd name="connsiteX6-3673" fmla="*/ 6155 w 10000"/>
              <a:gd name="connsiteY6-3674" fmla="*/ 8728 h 10000"/>
              <a:gd name="connsiteX7-3675" fmla="*/ 5887 w 10000"/>
              <a:gd name="connsiteY7-3676" fmla="*/ 8581 h 10000"/>
              <a:gd name="connsiteX8-3677" fmla="*/ 5644 w 10000"/>
              <a:gd name="connsiteY8-3678" fmla="*/ 8448 h 10000"/>
              <a:gd name="connsiteX9-3679" fmla="*/ 5376 w 10000"/>
              <a:gd name="connsiteY9-3680" fmla="*/ 8233 h 10000"/>
              <a:gd name="connsiteX10-3681" fmla="*/ 5133 w 10000"/>
              <a:gd name="connsiteY10-3682" fmla="*/ 8019 h 10000"/>
              <a:gd name="connsiteX11-3683" fmla="*/ 4867 w 10000"/>
              <a:gd name="connsiteY11-3684" fmla="*/ 7805 h 10000"/>
              <a:gd name="connsiteX12-3685" fmla="*/ 4477 w 10000"/>
              <a:gd name="connsiteY12-3686" fmla="*/ 7590 h 10000"/>
              <a:gd name="connsiteX13-3687" fmla="*/ 3844 w 10000"/>
              <a:gd name="connsiteY13-3688" fmla="*/ 7095 h 10000"/>
              <a:gd name="connsiteX14-3689" fmla="*/ 3332 w 10000"/>
              <a:gd name="connsiteY14-3690" fmla="*/ 6667 h 10000"/>
              <a:gd name="connsiteX15-3691" fmla="*/ 2822 w 10000"/>
              <a:gd name="connsiteY15-3692" fmla="*/ 6171 h 10000"/>
              <a:gd name="connsiteX16-3693" fmla="*/ 2433 w 10000"/>
              <a:gd name="connsiteY16-3694" fmla="*/ 5609 h 10000"/>
              <a:gd name="connsiteX17-3695" fmla="*/ 2043 w 10000"/>
              <a:gd name="connsiteY17-3696" fmla="*/ 5114 h 10000"/>
              <a:gd name="connsiteX18-3697" fmla="*/ 1654 w 10000"/>
              <a:gd name="connsiteY18-3698" fmla="*/ 4619 h 10000"/>
              <a:gd name="connsiteX19-3699" fmla="*/ 1410 w 10000"/>
              <a:gd name="connsiteY19-3700" fmla="*/ 4124 h 10000"/>
              <a:gd name="connsiteX20-3701" fmla="*/ 1264 w 10000"/>
              <a:gd name="connsiteY20-3702" fmla="*/ 3829 h 10000"/>
              <a:gd name="connsiteX21-3703" fmla="*/ 1143 w 10000"/>
              <a:gd name="connsiteY21-3704" fmla="*/ 3615 h 10000"/>
              <a:gd name="connsiteX22-3705" fmla="*/ 899 w 10000"/>
              <a:gd name="connsiteY22-3706" fmla="*/ 3119 h 10000"/>
              <a:gd name="connsiteX23-3707" fmla="*/ 754 w 10000"/>
              <a:gd name="connsiteY23-3708" fmla="*/ 2557 h 10000"/>
              <a:gd name="connsiteX24-3709" fmla="*/ 511 w 10000"/>
              <a:gd name="connsiteY24-3710" fmla="*/ 1995 h 10000"/>
              <a:gd name="connsiteX25-3711" fmla="*/ 364 w 10000"/>
              <a:gd name="connsiteY25-3712" fmla="*/ 1420 h 10000"/>
              <a:gd name="connsiteX26-3713" fmla="*/ 364 w 10000"/>
              <a:gd name="connsiteY26-3714" fmla="*/ 1138 h 10000"/>
              <a:gd name="connsiteX27-3715" fmla="*/ 244 w 10000"/>
              <a:gd name="connsiteY27-3716" fmla="*/ 857 h 10000"/>
              <a:gd name="connsiteX28-3717" fmla="*/ 121 w 10000"/>
              <a:gd name="connsiteY28-3718" fmla="*/ 643 h 10000"/>
              <a:gd name="connsiteX29-3719" fmla="*/ 121 w 10000"/>
              <a:gd name="connsiteY29-3720" fmla="*/ 429 h 10000"/>
              <a:gd name="connsiteX30-3721" fmla="*/ 0 w 10000"/>
              <a:gd name="connsiteY30-3722" fmla="*/ 295 h 10000"/>
              <a:gd name="connsiteX31-3723" fmla="*/ 1533 w 10000"/>
              <a:gd name="connsiteY31-3724" fmla="*/ 0 h 10000"/>
              <a:gd name="connsiteX32-3725" fmla="*/ 1654 w 10000"/>
              <a:gd name="connsiteY32-3726" fmla="*/ 81 h 10000"/>
              <a:gd name="connsiteX33-3727" fmla="*/ 1654 w 10000"/>
              <a:gd name="connsiteY33-3728" fmla="*/ 148 h 10000"/>
              <a:gd name="connsiteX34-3729" fmla="*/ 1654 w 10000"/>
              <a:gd name="connsiteY34-3730" fmla="*/ 148 h 10000"/>
              <a:gd name="connsiteX35-3731" fmla="*/ 1533 w 10000"/>
              <a:gd name="connsiteY35-3732" fmla="*/ 215 h 10000"/>
              <a:gd name="connsiteX36-3733" fmla="*/ 1533 w 10000"/>
              <a:gd name="connsiteY36-3734" fmla="*/ 295 h 10000"/>
              <a:gd name="connsiteX37-3735" fmla="*/ 1533 w 10000"/>
              <a:gd name="connsiteY37-3736" fmla="*/ 429 h 10000"/>
              <a:gd name="connsiteX38-3737" fmla="*/ 1410 w 10000"/>
              <a:gd name="connsiteY38-3738" fmla="*/ 576 h 10000"/>
              <a:gd name="connsiteX39-3739" fmla="*/ 1410 w 10000"/>
              <a:gd name="connsiteY39-3740" fmla="*/ 643 h 10000"/>
              <a:gd name="connsiteX40-3741" fmla="*/ 1410 w 10000"/>
              <a:gd name="connsiteY40-3742" fmla="*/ 791 h 10000"/>
              <a:gd name="connsiteX41-3743" fmla="*/ 1410 w 10000"/>
              <a:gd name="connsiteY41-3744" fmla="*/ 857 h 10000"/>
              <a:gd name="connsiteX42-3745" fmla="*/ 1410 w 10000"/>
              <a:gd name="connsiteY42-3746" fmla="*/ 1004 h 10000"/>
              <a:gd name="connsiteX43-3747" fmla="*/ 1410 w 10000"/>
              <a:gd name="connsiteY43-3748" fmla="*/ 1285 h 10000"/>
              <a:gd name="connsiteX44-3749" fmla="*/ 1533 w 10000"/>
              <a:gd name="connsiteY44-3750" fmla="*/ 1634 h 10000"/>
              <a:gd name="connsiteX45-3751" fmla="*/ 1533 w 10000"/>
              <a:gd name="connsiteY45-3752" fmla="*/ 1995 h 10000"/>
              <a:gd name="connsiteX46-3753" fmla="*/ 1654 w 10000"/>
              <a:gd name="connsiteY46-3754" fmla="*/ 2343 h 10000"/>
              <a:gd name="connsiteX47-3755" fmla="*/ 1775 w 10000"/>
              <a:gd name="connsiteY47-3756" fmla="*/ 2772 h 10000"/>
              <a:gd name="connsiteX48-3757" fmla="*/ 2043 w 10000"/>
              <a:gd name="connsiteY48-3758" fmla="*/ 3199 h 10000"/>
              <a:gd name="connsiteX49-3759" fmla="*/ 2312 w 10000"/>
              <a:gd name="connsiteY49-3760" fmla="*/ 3695 h 10000"/>
              <a:gd name="connsiteX50-3761" fmla="*/ 2554 w 10000"/>
              <a:gd name="connsiteY50-3762" fmla="*/ 4190 h 10000"/>
              <a:gd name="connsiteX51-3763" fmla="*/ 2944 w 10000"/>
              <a:gd name="connsiteY51-3764" fmla="*/ 4753 h 10000"/>
              <a:gd name="connsiteX52-3765" fmla="*/ 3332 w 10000"/>
              <a:gd name="connsiteY52-3766" fmla="*/ 5395 h 10000"/>
              <a:gd name="connsiteX53-3767" fmla="*/ 3576 w 10000"/>
              <a:gd name="connsiteY53-3768" fmla="*/ 5676 h 10000"/>
              <a:gd name="connsiteX54-3769" fmla="*/ 3844 w 10000"/>
              <a:gd name="connsiteY54-3770" fmla="*/ 5891 h 10000"/>
              <a:gd name="connsiteX55-3771" fmla="*/ 4113 w 10000"/>
              <a:gd name="connsiteY55-3772" fmla="*/ 6171 h 10000"/>
              <a:gd name="connsiteX56-3773" fmla="*/ 4477 w 10000"/>
              <a:gd name="connsiteY56-3774" fmla="*/ 6452 h 10000"/>
              <a:gd name="connsiteX57-3775" fmla="*/ 4744 w 10000"/>
              <a:gd name="connsiteY57-3776" fmla="*/ 6734 h 10000"/>
              <a:gd name="connsiteX58-3777" fmla="*/ 4988 w 10000"/>
              <a:gd name="connsiteY58-3778" fmla="*/ 7028 h 10000"/>
              <a:gd name="connsiteX59-3779" fmla="*/ 5376 w 10000"/>
              <a:gd name="connsiteY59-3780" fmla="*/ 7243 h 10000"/>
              <a:gd name="connsiteX60-3781" fmla="*/ 5644 w 10000"/>
              <a:gd name="connsiteY60-3782" fmla="*/ 7443 h 10000"/>
              <a:gd name="connsiteX61-3783" fmla="*/ 6035 w 10000"/>
              <a:gd name="connsiteY61-3784" fmla="*/ 7657 h 10000"/>
              <a:gd name="connsiteX62-3785" fmla="*/ 6278 w 10000"/>
              <a:gd name="connsiteY62-3786" fmla="*/ 7872 h 10000"/>
              <a:gd name="connsiteX63-3787" fmla="*/ 6667 w 10000"/>
              <a:gd name="connsiteY63-3788" fmla="*/ 8019 h 10000"/>
              <a:gd name="connsiteX64-3789" fmla="*/ 6934 w 10000"/>
              <a:gd name="connsiteY64-3790" fmla="*/ 8153 h 10000"/>
              <a:gd name="connsiteX65-3791" fmla="*/ 7177 w 10000"/>
              <a:gd name="connsiteY65-3792" fmla="*/ 8300 h 10000"/>
              <a:gd name="connsiteX66-3793" fmla="*/ 7445 w 10000"/>
              <a:gd name="connsiteY66-3794" fmla="*/ 8448 h 10000"/>
              <a:gd name="connsiteX67-3795" fmla="*/ 7688 w 10000"/>
              <a:gd name="connsiteY67-3796" fmla="*/ 8514 h 10000"/>
              <a:gd name="connsiteX68-3797" fmla="*/ 7956 w 10000"/>
              <a:gd name="connsiteY68-3798" fmla="*/ 8648 h 10000"/>
              <a:gd name="connsiteX69-3799" fmla="*/ 8078 w 10000"/>
              <a:gd name="connsiteY69-3800" fmla="*/ 8728 h 10000"/>
              <a:gd name="connsiteX70-3801" fmla="*/ 8223 w 10000"/>
              <a:gd name="connsiteY70-3802" fmla="*/ 8728 h 10000"/>
              <a:gd name="connsiteX71-3803" fmla="*/ 8345 w 10000"/>
              <a:gd name="connsiteY71-3804" fmla="*/ 8795 h 10000"/>
              <a:gd name="connsiteX72-3805" fmla="*/ 8468 w 10000"/>
              <a:gd name="connsiteY72-3806" fmla="*/ 8795 h 10000"/>
              <a:gd name="connsiteX73-3807" fmla="*/ 8468 w 10000"/>
              <a:gd name="connsiteY73-3808" fmla="*/ 8795 h 10000"/>
              <a:gd name="connsiteX74-3809" fmla="*/ 8590 w 10000"/>
              <a:gd name="connsiteY74-3810" fmla="*/ 8728 h 10000"/>
              <a:gd name="connsiteX75-3811" fmla="*/ 8590 w 10000"/>
              <a:gd name="connsiteY75-3812" fmla="*/ 8648 h 10000"/>
              <a:gd name="connsiteX76-3813" fmla="*/ 8735 w 10000"/>
              <a:gd name="connsiteY76-3814" fmla="*/ 8581 h 10000"/>
              <a:gd name="connsiteX77-3815" fmla="*/ 8735 w 10000"/>
              <a:gd name="connsiteY77-3816" fmla="*/ 8514 h 10000"/>
              <a:gd name="connsiteX78-3817" fmla="*/ 8856 w 10000"/>
              <a:gd name="connsiteY78-3818" fmla="*/ 8366 h 10000"/>
              <a:gd name="connsiteX79-3819" fmla="*/ 8856 w 10000"/>
              <a:gd name="connsiteY79-3820" fmla="*/ 8233 h 10000"/>
              <a:gd name="connsiteX80-3821" fmla="*/ 8977 w 10000"/>
              <a:gd name="connsiteY80-3822" fmla="*/ 8086 h 10000"/>
              <a:gd name="connsiteX81-3823" fmla="*/ 8977 w 10000"/>
              <a:gd name="connsiteY81-3824" fmla="*/ 7872 h 10000"/>
              <a:gd name="connsiteX82-3825" fmla="*/ 9100 w 10000"/>
              <a:gd name="connsiteY82-3826" fmla="*/ 7737 h 10000"/>
              <a:gd name="connsiteX83-3827" fmla="*/ 9100 w 10000"/>
              <a:gd name="connsiteY83-3828" fmla="*/ 7657 h 10000"/>
              <a:gd name="connsiteX84-3829" fmla="*/ 9245 w 10000"/>
              <a:gd name="connsiteY84-3830" fmla="*/ 7523 h 10000"/>
              <a:gd name="connsiteX85-3831" fmla="*/ 9245 w 10000"/>
              <a:gd name="connsiteY85-3832" fmla="*/ 7443 h 10000"/>
              <a:gd name="connsiteX86-3833" fmla="*/ 9368 w 10000"/>
              <a:gd name="connsiteY86-3834" fmla="*/ 7376 h 10000"/>
              <a:gd name="connsiteX87-3835" fmla="*/ 9368 w 10000"/>
              <a:gd name="connsiteY87-3836" fmla="*/ 7376 h 10000"/>
              <a:gd name="connsiteX88-3837" fmla="*/ 9368 w 10000"/>
              <a:gd name="connsiteY88-3838" fmla="*/ 7376 h 10000"/>
              <a:gd name="connsiteX89-3839" fmla="*/ 9368 w 10000"/>
              <a:gd name="connsiteY89-3840" fmla="*/ 7376 h 10000"/>
              <a:gd name="connsiteX90-3841" fmla="*/ 9489 w 10000"/>
              <a:gd name="connsiteY90-3842" fmla="*/ 7376 h 10000"/>
              <a:gd name="connsiteX91-3843" fmla="*/ 9489 w 10000"/>
              <a:gd name="connsiteY91-3844" fmla="*/ 7443 h 10000"/>
              <a:gd name="connsiteX92-3845" fmla="*/ 9489 w 10000"/>
              <a:gd name="connsiteY92-3846" fmla="*/ 7523 h 10000"/>
              <a:gd name="connsiteX93-3847" fmla="*/ 9489 w 10000"/>
              <a:gd name="connsiteY93-3848" fmla="*/ 7657 h 10000"/>
              <a:gd name="connsiteX94-3849" fmla="*/ 9636 w 10000"/>
              <a:gd name="connsiteY94-3850" fmla="*/ 7737 h 10000"/>
              <a:gd name="connsiteX95-3851" fmla="*/ 9636 w 10000"/>
              <a:gd name="connsiteY95-3852" fmla="*/ 7872 h 10000"/>
              <a:gd name="connsiteX96-3853" fmla="*/ 9636 w 10000"/>
              <a:gd name="connsiteY96-3854" fmla="*/ 8086 h 10000"/>
              <a:gd name="connsiteX97-3855" fmla="*/ 9636 w 10000"/>
              <a:gd name="connsiteY97-3856" fmla="*/ 8366 h 10000"/>
              <a:gd name="connsiteX98-3857" fmla="*/ 9756 w 10000"/>
              <a:gd name="connsiteY98-3858" fmla="*/ 8728 h 10000"/>
              <a:gd name="connsiteX99-3859" fmla="*/ 9879 w 10000"/>
              <a:gd name="connsiteY99-3860" fmla="*/ 9009 h 10000"/>
              <a:gd name="connsiteX100-3861" fmla="*/ 10000 w 10000"/>
              <a:gd name="connsiteY100-3862" fmla="*/ 9357 h 10000"/>
              <a:gd name="connsiteX101-3863" fmla="*/ 10000 w 10000"/>
              <a:gd name="connsiteY101-3864" fmla="*/ 9438 h 10000"/>
              <a:gd name="connsiteX102-3865" fmla="*/ 10000 w 10000"/>
              <a:gd name="connsiteY102-3866" fmla="*/ 9571 h 10000"/>
              <a:gd name="connsiteX103-3867" fmla="*/ 10000 w 10000"/>
              <a:gd name="connsiteY103-3868" fmla="*/ 9719 h 10000"/>
              <a:gd name="connsiteX104-3869" fmla="*/ 10000 w 10000"/>
              <a:gd name="connsiteY104-3870" fmla="*/ 9786 h 10000"/>
              <a:gd name="connsiteX105-3871" fmla="*/ 10000 w 10000"/>
              <a:gd name="connsiteY105-3872" fmla="*/ 9853 h 10000"/>
              <a:gd name="connsiteX106-3873" fmla="*/ 10000 w 10000"/>
              <a:gd name="connsiteY106-3874" fmla="*/ 9933 h 10000"/>
              <a:gd name="connsiteX107-3875" fmla="*/ 10000 w 10000"/>
              <a:gd name="connsiteY107-3876" fmla="*/ 9933 h 10000"/>
              <a:gd name="connsiteX108-3877" fmla="*/ 10000 w 10000"/>
              <a:gd name="connsiteY108-3878" fmla="*/ 10000 h 10000"/>
              <a:gd name="connsiteX109-3879" fmla="*/ 9756 w 10000"/>
              <a:gd name="connsiteY109-3880" fmla="*/ 9933 h 10000"/>
              <a:gd name="connsiteX110-3881" fmla="*/ 9489 w 10000"/>
              <a:gd name="connsiteY110-3882" fmla="*/ 9933 h 10000"/>
              <a:gd name="connsiteX111-3883" fmla="*/ 9100 w 10000"/>
              <a:gd name="connsiteY111-3884" fmla="*/ 9853 h 10000"/>
              <a:gd name="connsiteX112-3885" fmla="*/ 8590 w 10000"/>
              <a:gd name="connsiteY112-3886" fmla="*/ 9719 h 10000"/>
              <a:gd name="connsiteX113-3887" fmla="*/ 8590 w 10000"/>
              <a:gd name="connsiteY113-3888" fmla="*/ 9719 h 10000"/>
              <a:gd name="connsiteX0-3889" fmla="*/ 8469 w 9879"/>
              <a:gd name="connsiteY0-3890" fmla="*/ 9719 h 10000"/>
              <a:gd name="connsiteX1-3891" fmla="*/ 8102 w 9879"/>
              <a:gd name="connsiteY1-3892" fmla="*/ 9571 h 10000"/>
              <a:gd name="connsiteX2-3893" fmla="*/ 7567 w 9879"/>
              <a:gd name="connsiteY2-3894" fmla="*/ 9438 h 10000"/>
              <a:gd name="connsiteX3-3895" fmla="*/ 7056 w 9879"/>
              <a:gd name="connsiteY3-3896" fmla="*/ 9224 h 10000"/>
              <a:gd name="connsiteX4-3897" fmla="*/ 6546 w 9879"/>
              <a:gd name="connsiteY4-3898" fmla="*/ 9009 h 10000"/>
              <a:gd name="connsiteX5-3899" fmla="*/ 6301 w 9879"/>
              <a:gd name="connsiteY5-3900" fmla="*/ 8862 h 10000"/>
              <a:gd name="connsiteX6-3901" fmla="*/ 6034 w 9879"/>
              <a:gd name="connsiteY6-3902" fmla="*/ 8728 h 10000"/>
              <a:gd name="connsiteX7-3903" fmla="*/ 5766 w 9879"/>
              <a:gd name="connsiteY7-3904" fmla="*/ 8581 h 10000"/>
              <a:gd name="connsiteX8-3905" fmla="*/ 5523 w 9879"/>
              <a:gd name="connsiteY8-3906" fmla="*/ 8448 h 10000"/>
              <a:gd name="connsiteX9-3907" fmla="*/ 5255 w 9879"/>
              <a:gd name="connsiteY9-3908" fmla="*/ 8233 h 10000"/>
              <a:gd name="connsiteX10-3909" fmla="*/ 5012 w 9879"/>
              <a:gd name="connsiteY10-3910" fmla="*/ 8019 h 10000"/>
              <a:gd name="connsiteX11-3911" fmla="*/ 4746 w 9879"/>
              <a:gd name="connsiteY11-3912" fmla="*/ 7805 h 10000"/>
              <a:gd name="connsiteX12-3913" fmla="*/ 4356 w 9879"/>
              <a:gd name="connsiteY12-3914" fmla="*/ 7590 h 10000"/>
              <a:gd name="connsiteX13-3915" fmla="*/ 3723 w 9879"/>
              <a:gd name="connsiteY13-3916" fmla="*/ 7095 h 10000"/>
              <a:gd name="connsiteX14-3917" fmla="*/ 3211 w 9879"/>
              <a:gd name="connsiteY14-3918" fmla="*/ 6667 h 10000"/>
              <a:gd name="connsiteX15-3919" fmla="*/ 2701 w 9879"/>
              <a:gd name="connsiteY15-3920" fmla="*/ 6171 h 10000"/>
              <a:gd name="connsiteX16-3921" fmla="*/ 2312 w 9879"/>
              <a:gd name="connsiteY16-3922" fmla="*/ 5609 h 10000"/>
              <a:gd name="connsiteX17-3923" fmla="*/ 1922 w 9879"/>
              <a:gd name="connsiteY17-3924" fmla="*/ 5114 h 10000"/>
              <a:gd name="connsiteX18-3925" fmla="*/ 1533 w 9879"/>
              <a:gd name="connsiteY18-3926" fmla="*/ 4619 h 10000"/>
              <a:gd name="connsiteX19-3927" fmla="*/ 1289 w 9879"/>
              <a:gd name="connsiteY19-3928" fmla="*/ 4124 h 10000"/>
              <a:gd name="connsiteX20-3929" fmla="*/ 1143 w 9879"/>
              <a:gd name="connsiteY20-3930" fmla="*/ 3829 h 10000"/>
              <a:gd name="connsiteX21-3931" fmla="*/ 1022 w 9879"/>
              <a:gd name="connsiteY21-3932" fmla="*/ 3615 h 10000"/>
              <a:gd name="connsiteX22-3933" fmla="*/ 778 w 9879"/>
              <a:gd name="connsiteY22-3934" fmla="*/ 3119 h 10000"/>
              <a:gd name="connsiteX23-3935" fmla="*/ 633 w 9879"/>
              <a:gd name="connsiteY23-3936" fmla="*/ 2557 h 10000"/>
              <a:gd name="connsiteX24-3937" fmla="*/ 390 w 9879"/>
              <a:gd name="connsiteY24-3938" fmla="*/ 1995 h 10000"/>
              <a:gd name="connsiteX25-3939" fmla="*/ 243 w 9879"/>
              <a:gd name="connsiteY25-3940" fmla="*/ 1420 h 10000"/>
              <a:gd name="connsiteX26-3941" fmla="*/ 243 w 9879"/>
              <a:gd name="connsiteY26-3942" fmla="*/ 1138 h 10000"/>
              <a:gd name="connsiteX27-3943" fmla="*/ 123 w 9879"/>
              <a:gd name="connsiteY27-3944" fmla="*/ 857 h 10000"/>
              <a:gd name="connsiteX28-3945" fmla="*/ 0 w 9879"/>
              <a:gd name="connsiteY28-3946" fmla="*/ 643 h 10000"/>
              <a:gd name="connsiteX29-3947" fmla="*/ 0 w 9879"/>
              <a:gd name="connsiteY29-3948" fmla="*/ 429 h 10000"/>
              <a:gd name="connsiteX30-3949" fmla="*/ 1412 w 9879"/>
              <a:gd name="connsiteY30-3950" fmla="*/ 0 h 10000"/>
              <a:gd name="connsiteX31-3951" fmla="*/ 1533 w 9879"/>
              <a:gd name="connsiteY31-3952" fmla="*/ 81 h 10000"/>
              <a:gd name="connsiteX32-3953" fmla="*/ 1533 w 9879"/>
              <a:gd name="connsiteY32-3954" fmla="*/ 148 h 10000"/>
              <a:gd name="connsiteX33-3955" fmla="*/ 1533 w 9879"/>
              <a:gd name="connsiteY33-3956" fmla="*/ 148 h 10000"/>
              <a:gd name="connsiteX34-3957" fmla="*/ 1412 w 9879"/>
              <a:gd name="connsiteY34-3958" fmla="*/ 215 h 10000"/>
              <a:gd name="connsiteX35-3959" fmla="*/ 1412 w 9879"/>
              <a:gd name="connsiteY35-3960" fmla="*/ 295 h 10000"/>
              <a:gd name="connsiteX36-3961" fmla="*/ 1412 w 9879"/>
              <a:gd name="connsiteY36-3962" fmla="*/ 429 h 10000"/>
              <a:gd name="connsiteX37-3963" fmla="*/ 1289 w 9879"/>
              <a:gd name="connsiteY37-3964" fmla="*/ 576 h 10000"/>
              <a:gd name="connsiteX38-3965" fmla="*/ 1289 w 9879"/>
              <a:gd name="connsiteY38-3966" fmla="*/ 643 h 10000"/>
              <a:gd name="connsiteX39-3967" fmla="*/ 1289 w 9879"/>
              <a:gd name="connsiteY39-3968" fmla="*/ 791 h 10000"/>
              <a:gd name="connsiteX40-3969" fmla="*/ 1289 w 9879"/>
              <a:gd name="connsiteY40-3970" fmla="*/ 857 h 10000"/>
              <a:gd name="connsiteX41-3971" fmla="*/ 1289 w 9879"/>
              <a:gd name="connsiteY41-3972" fmla="*/ 1004 h 10000"/>
              <a:gd name="connsiteX42-3973" fmla="*/ 1289 w 9879"/>
              <a:gd name="connsiteY42-3974" fmla="*/ 1285 h 10000"/>
              <a:gd name="connsiteX43-3975" fmla="*/ 1412 w 9879"/>
              <a:gd name="connsiteY43-3976" fmla="*/ 1634 h 10000"/>
              <a:gd name="connsiteX44-3977" fmla="*/ 1412 w 9879"/>
              <a:gd name="connsiteY44-3978" fmla="*/ 1995 h 10000"/>
              <a:gd name="connsiteX45-3979" fmla="*/ 1533 w 9879"/>
              <a:gd name="connsiteY45-3980" fmla="*/ 2343 h 10000"/>
              <a:gd name="connsiteX46-3981" fmla="*/ 1654 w 9879"/>
              <a:gd name="connsiteY46-3982" fmla="*/ 2772 h 10000"/>
              <a:gd name="connsiteX47-3983" fmla="*/ 1922 w 9879"/>
              <a:gd name="connsiteY47-3984" fmla="*/ 3199 h 10000"/>
              <a:gd name="connsiteX48-3985" fmla="*/ 2191 w 9879"/>
              <a:gd name="connsiteY48-3986" fmla="*/ 3695 h 10000"/>
              <a:gd name="connsiteX49-3987" fmla="*/ 2433 w 9879"/>
              <a:gd name="connsiteY49-3988" fmla="*/ 4190 h 10000"/>
              <a:gd name="connsiteX50-3989" fmla="*/ 2823 w 9879"/>
              <a:gd name="connsiteY50-3990" fmla="*/ 4753 h 10000"/>
              <a:gd name="connsiteX51-3991" fmla="*/ 3211 w 9879"/>
              <a:gd name="connsiteY51-3992" fmla="*/ 5395 h 10000"/>
              <a:gd name="connsiteX52-3993" fmla="*/ 3455 w 9879"/>
              <a:gd name="connsiteY52-3994" fmla="*/ 5676 h 10000"/>
              <a:gd name="connsiteX53-3995" fmla="*/ 3723 w 9879"/>
              <a:gd name="connsiteY53-3996" fmla="*/ 5891 h 10000"/>
              <a:gd name="connsiteX54-3997" fmla="*/ 3992 w 9879"/>
              <a:gd name="connsiteY54-3998" fmla="*/ 6171 h 10000"/>
              <a:gd name="connsiteX55-3999" fmla="*/ 4356 w 9879"/>
              <a:gd name="connsiteY55-4000" fmla="*/ 6452 h 10000"/>
              <a:gd name="connsiteX56-4001" fmla="*/ 4623 w 9879"/>
              <a:gd name="connsiteY56-4002" fmla="*/ 6734 h 10000"/>
              <a:gd name="connsiteX57-4003" fmla="*/ 4867 w 9879"/>
              <a:gd name="connsiteY57-4004" fmla="*/ 7028 h 10000"/>
              <a:gd name="connsiteX58-4005" fmla="*/ 5255 w 9879"/>
              <a:gd name="connsiteY58-4006" fmla="*/ 7243 h 10000"/>
              <a:gd name="connsiteX59-4007" fmla="*/ 5523 w 9879"/>
              <a:gd name="connsiteY59-4008" fmla="*/ 7443 h 10000"/>
              <a:gd name="connsiteX60-4009" fmla="*/ 5914 w 9879"/>
              <a:gd name="connsiteY60-4010" fmla="*/ 7657 h 10000"/>
              <a:gd name="connsiteX61-4011" fmla="*/ 6157 w 9879"/>
              <a:gd name="connsiteY61-4012" fmla="*/ 7872 h 10000"/>
              <a:gd name="connsiteX62-4013" fmla="*/ 6546 w 9879"/>
              <a:gd name="connsiteY62-4014" fmla="*/ 8019 h 10000"/>
              <a:gd name="connsiteX63-4015" fmla="*/ 6813 w 9879"/>
              <a:gd name="connsiteY63-4016" fmla="*/ 8153 h 10000"/>
              <a:gd name="connsiteX64-4017" fmla="*/ 7056 w 9879"/>
              <a:gd name="connsiteY64-4018" fmla="*/ 8300 h 10000"/>
              <a:gd name="connsiteX65-4019" fmla="*/ 7324 w 9879"/>
              <a:gd name="connsiteY65-4020" fmla="*/ 8448 h 10000"/>
              <a:gd name="connsiteX66-4021" fmla="*/ 7567 w 9879"/>
              <a:gd name="connsiteY66-4022" fmla="*/ 8514 h 10000"/>
              <a:gd name="connsiteX67-4023" fmla="*/ 7835 w 9879"/>
              <a:gd name="connsiteY67-4024" fmla="*/ 8648 h 10000"/>
              <a:gd name="connsiteX68-4025" fmla="*/ 7957 w 9879"/>
              <a:gd name="connsiteY68-4026" fmla="*/ 8728 h 10000"/>
              <a:gd name="connsiteX69-4027" fmla="*/ 8102 w 9879"/>
              <a:gd name="connsiteY69-4028" fmla="*/ 8728 h 10000"/>
              <a:gd name="connsiteX70-4029" fmla="*/ 8224 w 9879"/>
              <a:gd name="connsiteY70-4030" fmla="*/ 8795 h 10000"/>
              <a:gd name="connsiteX71-4031" fmla="*/ 8347 w 9879"/>
              <a:gd name="connsiteY71-4032" fmla="*/ 8795 h 10000"/>
              <a:gd name="connsiteX72-4033" fmla="*/ 8347 w 9879"/>
              <a:gd name="connsiteY72-4034" fmla="*/ 8795 h 10000"/>
              <a:gd name="connsiteX73-4035" fmla="*/ 8469 w 9879"/>
              <a:gd name="connsiteY73-4036" fmla="*/ 8728 h 10000"/>
              <a:gd name="connsiteX74-4037" fmla="*/ 8469 w 9879"/>
              <a:gd name="connsiteY74-4038" fmla="*/ 8648 h 10000"/>
              <a:gd name="connsiteX75-4039" fmla="*/ 8614 w 9879"/>
              <a:gd name="connsiteY75-4040" fmla="*/ 8581 h 10000"/>
              <a:gd name="connsiteX76-4041" fmla="*/ 8614 w 9879"/>
              <a:gd name="connsiteY76-4042" fmla="*/ 8514 h 10000"/>
              <a:gd name="connsiteX77-4043" fmla="*/ 8735 w 9879"/>
              <a:gd name="connsiteY77-4044" fmla="*/ 8366 h 10000"/>
              <a:gd name="connsiteX78-4045" fmla="*/ 8735 w 9879"/>
              <a:gd name="connsiteY78-4046" fmla="*/ 8233 h 10000"/>
              <a:gd name="connsiteX79-4047" fmla="*/ 8856 w 9879"/>
              <a:gd name="connsiteY79-4048" fmla="*/ 8086 h 10000"/>
              <a:gd name="connsiteX80-4049" fmla="*/ 8856 w 9879"/>
              <a:gd name="connsiteY80-4050" fmla="*/ 7872 h 10000"/>
              <a:gd name="connsiteX81-4051" fmla="*/ 8979 w 9879"/>
              <a:gd name="connsiteY81-4052" fmla="*/ 7737 h 10000"/>
              <a:gd name="connsiteX82-4053" fmla="*/ 8979 w 9879"/>
              <a:gd name="connsiteY82-4054" fmla="*/ 7657 h 10000"/>
              <a:gd name="connsiteX83-4055" fmla="*/ 9124 w 9879"/>
              <a:gd name="connsiteY83-4056" fmla="*/ 7523 h 10000"/>
              <a:gd name="connsiteX84-4057" fmla="*/ 9124 w 9879"/>
              <a:gd name="connsiteY84-4058" fmla="*/ 7443 h 10000"/>
              <a:gd name="connsiteX85-4059" fmla="*/ 9247 w 9879"/>
              <a:gd name="connsiteY85-4060" fmla="*/ 7376 h 10000"/>
              <a:gd name="connsiteX86-4061" fmla="*/ 9247 w 9879"/>
              <a:gd name="connsiteY86-4062" fmla="*/ 7376 h 10000"/>
              <a:gd name="connsiteX87-4063" fmla="*/ 9247 w 9879"/>
              <a:gd name="connsiteY87-4064" fmla="*/ 7376 h 10000"/>
              <a:gd name="connsiteX88-4065" fmla="*/ 9247 w 9879"/>
              <a:gd name="connsiteY88-4066" fmla="*/ 7376 h 10000"/>
              <a:gd name="connsiteX89-4067" fmla="*/ 9368 w 9879"/>
              <a:gd name="connsiteY89-4068" fmla="*/ 7376 h 10000"/>
              <a:gd name="connsiteX90-4069" fmla="*/ 9368 w 9879"/>
              <a:gd name="connsiteY90-4070" fmla="*/ 7443 h 10000"/>
              <a:gd name="connsiteX91-4071" fmla="*/ 9368 w 9879"/>
              <a:gd name="connsiteY91-4072" fmla="*/ 7523 h 10000"/>
              <a:gd name="connsiteX92-4073" fmla="*/ 9368 w 9879"/>
              <a:gd name="connsiteY92-4074" fmla="*/ 7657 h 10000"/>
              <a:gd name="connsiteX93-4075" fmla="*/ 9515 w 9879"/>
              <a:gd name="connsiteY93-4076" fmla="*/ 7737 h 10000"/>
              <a:gd name="connsiteX94-4077" fmla="*/ 9515 w 9879"/>
              <a:gd name="connsiteY94-4078" fmla="*/ 7872 h 10000"/>
              <a:gd name="connsiteX95-4079" fmla="*/ 9515 w 9879"/>
              <a:gd name="connsiteY95-4080" fmla="*/ 8086 h 10000"/>
              <a:gd name="connsiteX96-4081" fmla="*/ 9515 w 9879"/>
              <a:gd name="connsiteY96-4082" fmla="*/ 8366 h 10000"/>
              <a:gd name="connsiteX97-4083" fmla="*/ 9635 w 9879"/>
              <a:gd name="connsiteY97-4084" fmla="*/ 8728 h 10000"/>
              <a:gd name="connsiteX98-4085" fmla="*/ 9758 w 9879"/>
              <a:gd name="connsiteY98-4086" fmla="*/ 9009 h 10000"/>
              <a:gd name="connsiteX99-4087" fmla="*/ 9879 w 9879"/>
              <a:gd name="connsiteY99-4088" fmla="*/ 9357 h 10000"/>
              <a:gd name="connsiteX100-4089" fmla="*/ 9879 w 9879"/>
              <a:gd name="connsiteY100-4090" fmla="*/ 9438 h 10000"/>
              <a:gd name="connsiteX101-4091" fmla="*/ 9879 w 9879"/>
              <a:gd name="connsiteY101-4092" fmla="*/ 9571 h 10000"/>
              <a:gd name="connsiteX102-4093" fmla="*/ 9879 w 9879"/>
              <a:gd name="connsiteY102-4094" fmla="*/ 9719 h 10000"/>
              <a:gd name="connsiteX103-4095" fmla="*/ 9879 w 9879"/>
              <a:gd name="connsiteY103-4096" fmla="*/ 9786 h 10000"/>
              <a:gd name="connsiteX104-4097" fmla="*/ 9879 w 9879"/>
              <a:gd name="connsiteY104-4098" fmla="*/ 9853 h 10000"/>
              <a:gd name="connsiteX105-4099" fmla="*/ 9879 w 9879"/>
              <a:gd name="connsiteY105-4100" fmla="*/ 9933 h 10000"/>
              <a:gd name="connsiteX106-4101" fmla="*/ 9879 w 9879"/>
              <a:gd name="connsiteY106-4102" fmla="*/ 9933 h 10000"/>
              <a:gd name="connsiteX107-4103" fmla="*/ 9879 w 9879"/>
              <a:gd name="connsiteY107-4104" fmla="*/ 10000 h 10000"/>
              <a:gd name="connsiteX108-4105" fmla="*/ 9635 w 9879"/>
              <a:gd name="connsiteY108-4106" fmla="*/ 9933 h 10000"/>
              <a:gd name="connsiteX109-4107" fmla="*/ 9368 w 9879"/>
              <a:gd name="connsiteY109-4108" fmla="*/ 9933 h 10000"/>
              <a:gd name="connsiteX110-4109" fmla="*/ 8979 w 9879"/>
              <a:gd name="connsiteY110-4110" fmla="*/ 9853 h 10000"/>
              <a:gd name="connsiteX111-4111" fmla="*/ 8469 w 9879"/>
              <a:gd name="connsiteY111-4112" fmla="*/ 9719 h 10000"/>
              <a:gd name="connsiteX112-4113" fmla="*/ 8469 w 9879"/>
              <a:gd name="connsiteY112-4114" fmla="*/ 9719 h 10000"/>
              <a:gd name="connsiteX0-4115" fmla="*/ 8573 w 10000"/>
              <a:gd name="connsiteY0-4116" fmla="*/ 9719 h 10000"/>
              <a:gd name="connsiteX1-4117" fmla="*/ 8201 w 10000"/>
              <a:gd name="connsiteY1-4118" fmla="*/ 9571 h 10000"/>
              <a:gd name="connsiteX2-4119" fmla="*/ 7660 w 10000"/>
              <a:gd name="connsiteY2-4120" fmla="*/ 9438 h 10000"/>
              <a:gd name="connsiteX3-4121" fmla="*/ 7142 w 10000"/>
              <a:gd name="connsiteY3-4122" fmla="*/ 9224 h 10000"/>
              <a:gd name="connsiteX4-4123" fmla="*/ 6626 w 10000"/>
              <a:gd name="connsiteY4-4124" fmla="*/ 9009 h 10000"/>
              <a:gd name="connsiteX5-4125" fmla="*/ 6378 w 10000"/>
              <a:gd name="connsiteY5-4126" fmla="*/ 8862 h 10000"/>
              <a:gd name="connsiteX6-4127" fmla="*/ 6108 w 10000"/>
              <a:gd name="connsiteY6-4128" fmla="*/ 8728 h 10000"/>
              <a:gd name="connsiteX7-4129" fmla="*/ 5837 w 10000"/>
              <a:gd name="connsiteY7-4130" fmla="*/ 8581 h 10000"/>
              <a:gd name="connsiteX8-4131" fmla="*/ 5591 w 10000"/>
              <a:gd name="connsiteY8-4132" fmla="*/ 8448 h 10000"/>
              <a:gd name="connsiteX9-4133" fmla="*/ 5319 w 10000"/>
              <a:gd name="connsiteY9-4134" fmla="*/ 8233 h 10000"/>
              <a:gd name="connsiteX10-4135" fmla="*/ 5073 w 10000"/>
              <a:gd name="connsiteY10-4136" fmla="*/ 8019 h 10000"/>
              <a:gd name="connsiteX11-4137" fmla="*/ 4804 w 10000"/>
              <a:gd name="connsiteY11-4138" fmla="*/ 7805 h 10000"/>
              <a:gd name="connsiteX12-4139" fmla="*/ 4409 w 10000"/>
              <a:gd name="connsiteY12-4140" fmla="*/ 7590 h 10000"/>
              <a:gd name="connsiteX13-4141" fmla="*/ 3769 w 10000"/>
              <a:gd name="connsiteY13-4142" fmla="*/ 7095 h 10000"/>
              <a:gd name="connsiteX14-4143" fmla="*/ 3250 w 10000"/>
              <a:gd name="connsiteY14-4144" fmla="*/ 6667 h 10000"/>
              <a:gd name="connsiteX15-4145" fmla="*/ 2734 w 10000"/>
              <a:gd name="connsiteY15-4146" fmla="*/ 6171 h 10000"/>
              <a:gd name="connsiteX16-4147" fmla="*/ 2340 w 10000"/>
              <a:gd name="connsiteY16-4148" fmla="*/ 5609 h 10000"/>
              <a:gd name="connsiteX17-4149" fmla="*/ 1946 w 10000"/>
              <a:gd name="connsiteY17-4150" fmla="*/ 5114 h 10000"/>
              <a:gd name="connsiteX18-4151" fmla="*/ 1552 w 10000"/>
              <a:gd name="connsiteY18-4152" fmla="*/ 4619 h 10000"/>
              <a:gd name="connsiteX19-4153" fmla="*/ 1305 w 10000"/>
              <a:gd name="connsiteY19-4154" fmla="*/ 4124 h 10000"/>
              <a:gd name="connsiteX20-4155" fmla="*/ 1157 w 10000"/>
              <a:gd name="connsiteY20-4156" fmla="*/ 3829 h 10000"/>
              <a:gd name="connsiteX21-4157" fmla="*/ 1035 w 10000"/>
              <a:gd name="connsiteY21-4158" fmla="*/ 3615 h 10000"/>
              <a:gd name="connsiteX22-4159" fmla="*/ 788 w 10000"/>
              <a:gd name="connsiteY22-4160" fmla="*/ 3119 h 10000"/>
              <a:gd name="connsiteX23-4161" fmla="*/ 641 w 10000"/>
              <a:gd name="connsiteY23-4162" fmla="*/ 2557 h 10000"/>
              <a:gd name="connsiteX24-4163" fmla="*/ 395 w 10000"/>
              <a:gd name="connsiteY24-4164" fmla="*/ 1995 h 10000"/>
              <a:gd name="connsiteX25-4165" fmla="*/ 246 w 10000"/>
              <a:gd name="connsiteY25-4166" fmla="*/ 1420 h 10000"/>
              <a:gd name="connsiteX26-4167" fmla="*/ 246 w 10000"/>
              <a:gd name="connsiteY26-4168" fmla="*/ 1138 h 10000"/>
              <a:gd name="connsiteX27-4169" fmla="*/ 0 w 10000"/>
              <a:gd name="connsiteY27-4170" fmla="*/ 643 h 10000"/>
              <a:gd name="connsiteX28-4171" fmla="*/ 0 w 10000"/>
              <a:gd name="connsiteY28-4172" fmla="*/ 429 h 10000"/>
              <a:gd name="connsiteX29-4173" fmla="*/ 1429 w 10000"/>
              <a:gd name="connsiteY29-4174" fmla="*/ 0 h 10000"/>
              <a:gd name="connsiteX30-4175" fmla="*/ 1552 w 10000"/>
              <a:gd name="connsiteY30-4176" fmla="*/ 81 h 10000"/>
              <a:gd name="connsiteX31-4177" fmla="*/ 1552 w 10000"/>
              <a:gd name="connsiteY31-4178" fmla="*/ 148 h 10000"/>
              <a:gd name="connsiteX32-4179" fmla="*/ 1552 w 10000"/>
              <a:gd name="connsiteY32-4180" fmla="*/ 148 h 10000"/>
              <a:gd name="connsiteX33-4181" fmla="*/ 1429 w 10000"/>
              <a:gd name="connsiteY33-4182" fmla="*/ 215 h 10000"/>
              <a:gd name="connsiteX34-4183" fmla="*/ 1429 w 10000"/>
              <a:gd name="connsiteY34-4184" fmla="*/ 295 h 10000"/>
              <a:gd name="connsiteX35-4185" fmla="*/ 1429 w 10000"/>
              <a:gd name="connsiteY35-4186" fmla="*/ 429 h 10000"/>
              <a:gd name="connsiteX36-4187" fmla="*/ 1305 w 10000"/>
              <a:gd name="connsiteY36-4188" fmla="*/ 576 h 10000"/>
              <a:gd name="connsiteX37-4189" fmla="*/ 1305 w 10000"/>
              <a:gd name="connsiteY37-4190" fmla="*/ 643 h 10000"/>
              <a:gd name="connsiteX38-4191" fmla="*/ 1305 w 10000"/>
              <a:gd name="connsiteY38-4192" fmla="*/ 791 h 10000"/>
              <a:gd name="connsiteX39-4193" fmla="*/ 1305 w 10000"/>
              <a:gd name="connsiteY39-4194" fmla="*/ 857 h 10000"/>
              <a:gd name="connsiteX40-4195" fmla="*/ 1305 w 10000"/>
              <a:gd name="connsiteY40-4196" fmla="*/ 1004 h 10000"/>
              <a:gd name="connsiteX41-4197" fmla="*/ 1305 w 10000"/>
              <a:gd name="connsiteY41-4198" fmla="*/ 1285 h 10000"/>
              <a:gd name="connsiteX42-4199" fmla="*/ 1429 w 10000"/>
              <a:gd name="connsiteY42-4200" fmla="*/ 1634 h 10000"/>
              <a:gd name="connsiteX43-4201" fmla="*/ 1429 w 10000"/>
              <a:gd name="connsiteY43-4202" fmla="*/ 1995 h 10000"/>
              <a:gd name="connsiteX44-4203" fmla="*/ 1552 w 10000"/>
              <a:gd name="connsiteY44-4204" fmla="*/ 2343 h 10000"/>
              <a:gd name="connsiteX45-4205" fmla="*/ 1674 w 10000"/>
              <a:gd name="connsiteY45-4206" fmla="*/ 2772 h 10000"/>
              <a:gd name="connsiteX46-4207" fmla="*/ 1946 w 10000"/>
              <a:gd name="connsiteY46-4208" fmla="*/ 3199 h 10000"/>
              <a:gd name="connsiteX47-4209" fmla="*/ 2218 w 10000"/>
              <a:gd name="connsiteY47-4210" fmla="*/ 3695 h 10000"/>
              <a:gd name="connsiteX48-4211" fmla="*/ 2463 w 10000"/>
              <a:gd name="connsiteY48-4212" fmla="*/ 4190 h 10000"/>
              <a:gd name="connsiteX49-4213" fmla="*/ 2858 w 10000"/>
              <a:gd name="connsiteY49-4214" fmla="*/ 4753 h 10000"/>
              <a:gd name="connsiteX50-4215" fmla="*/ 3250 w 10000"/>
              <a:gd name="connsiteY50-4216" fmla="*/ 5395 h 10000"/>
              <a:gd name="connsiteX51-4217" fmla="*/ 3497 w 10000"/>
              <a:gd name="connsiteY51-4218" fmla="*/ 5676 h 10000"/>
              <a:gd name="connsiteX52-4219" fmla="*/ 3769 w 10000"/>
              <a:gd name="connsiteY52-4220" fmla="*/ 5891 h 10000"/>
              <a:gd name="connsiteX53-4221" fmla="*/ 4041 w 10000"/>
              <a:gd name="connsiteY53-4222" fmla="*/ 6171 h 10000"/>
              <a:gd name="connsiteX54-4223" fmla="*/ 4409 w 10000"/>
              <a:gd name="connsiteY54-4224" fmla="*/ 6452 h 10000"/>
              <a:gd name="connsiteX55-4225" fmla="*/ 4680 w 10000"/>
              <a:gd name="connsiteY55-4226" fmla="*/ 6734 h 10000"/>
              <a:gd name="connsiteX56-4227" fmla="*/ 4927 w 10000"/>
              <a:gd name="connsiteY56-4228" fmla="*/ 7028 h 10000"/>
              <a:gd name="connsiteX57-4229" fmla="*/ 5319 w 10000"/>
              <a:gd name="connsiteY57-4230" fmla="*/ 7243 h 10000"/>
              <a:gd name="connsiteX58-4231" fmla="*/ 5591 w 10000"/>
              <a:gd name="connsiteY58-4232" fmla="*/ 7443 h 10000"/>
              <a:gd name="connsiteX59-4233" fmla="*/ 5986 w 10000"/>
              <a:gd name="connsiteY59-4234" fmla="*/ 7657 h 10000"/>
              <a:gd name="connsiteX60-4235" fmla="*/ 6232 w 10000"/>
              <a:gd name="connsiteY60-4236" fmla="*/ 7872 h 10000"/>
              <a:gd name="connsiteX61-4237" fmla="*/ 6626 w 10000"/>
              <a:gd name="connsiteY61-4238" fmla="*/ 8019 h 10000"/>
              <a:gd name="connsiteX62-4239" fmla="*/ 6896 w 10000"/>
              <a:gd name="connsiteY62-4240" fmla="*/ 8153 h 10000"/>
              <a:gd name="connsiteX63-4241" fmla="*/ 7142 w 10000"/>
              <a:gd name="connsiteY63-4242" fmla="*/ 8300 h 10000"/>
              <a:gd name="connsiteX64-4243" fmla="*/ 7414 w 10000"/>
              <a:gd name="connsiteY64-4244" fmla="*/ 8448 h 10000"/>
              <a:gd name="connsiteX65-4245" fmla="*/ 7660 w 10000"/>
              <a:gd name="connsiteY65-4246" fmla="*/ 8514 h 10000"/>
              <a:gd name="connsiteX66-4247" fmla="*/ 7931 w 10000"/>
              <a:gd name="connsiteY66-4248" fmla="*/ 8648 h 10000"/>
              <a:gd name="connsiteX67-4249" fmla="*/ 8054 w 10000"/>
              <a:gd name="connsiteY67-4250" fmla="*/ 8728 h 10000"/>
              <a:gd name="connsiteX68-4251" fmla="*/ 8201 w 10000"/>
              <a:gd name="connsiteY68-4252" fmla="*/ 8728 h 10000"/>
              <a:gd name="connsiteX69-4253" fmla="*/ 8325 w 10000"/>
              <a:gd name="connsiteY69-4254" fmla="*/ 8795 h 10000"/>
              <a:gd name="connsiteX70-4255" fmla="*/ 8449 w 10000"/>
              <a:gd name="connsiteY70-4256" fmla="*/ 8795 h 10000"/>
              <a:gd name="connsiteX71-4257" fmla="*/ 8449 w 10000"/>
              <a:gd name="connsiteY71-4258" fmla="*/ 8795 h 10000"/>
              <a:gd name="connsiteX72-4259" fmla="*/ 8573 w 10000"/>
              <a:gd name="connsiteY72-4260" fmla="*/ 8728 h 10000"/>
              <a:gd name="connsiteX73-4261" fmla="*/ 8573 w 10000"/>
              <a:gd name="connsiteY73-4262" fmla="*/ 8648 h 10000"/>
              <a:gd name="connsiteX74-4263" fmla="*/ 8720 w 10000"/>
              <a:gd name="connsiteY74-4264" fmla="*/ 8581 h 10000"/>
              <a:gd name="connsiteX75-4265" fmla="*/ 8720 w 10000"/>
              <a:gd name="connsiteY75-4266" fmla="*/ 8514 h 10000"/>
              <a:gd name="connsiteX76-4267" fmla="*/ 8842 w 10000"/>
              <a:gd name="connsiteY76-4268" fmla="*/ 8366 h 10000"/>
              <a:gd name="connsiteX77-4269" fmla="*/ 8842 w 10000"/>
              <a:gd name="connsiteY77-4270" fmla="*/ 8233 h 10000"/>
              <a:gd name="connsiteX78-4271" fmla="*/ 8964 w 10000"/>
              <a:gd name="connsiteY78-4272" fmla="*/ 8086 h 10000"/>
              <a:gd name="connsiteX79-4273" fmla="*/ 8964 w 10000"/>
              <a:gd name="connsiteY79-4274" fmla="*/ 7872 h 10000"/>
              <a:gd name="connsiteX80-4275" fmla="*/ 9089 w 10000"/>
              <a:gd name="connsiteY80-4276" fmla="*/ 7737 h 10000"/>
              <a:gd name="connsiteX81-4277" fmla="*/ 9089 w 10000"/>
              <a:gd name="connsiteY81-4278" fmla="*/ 7657 h 10000"/>
              <a:gd name="connsiteX82-4279" fmla="*/ 9236 w 10000"/>
              <a:gd name="connsiteY82-4280" fmla="*/ 7523 h 10000"/>
              <a:gd name="connsiteX83-4281" fmla="*/ 9236 w 10000"/>
              <a:gd name="connsiteY83-4282" fmla="*/ 7443 h 10000"/>
              <a:gd name="connsiteX84-4283" fmla="*/ 9360 w 10000"/>
              <a:gd name="connsiteY84-4284" fmla="*/ 7376 h 10000"/>
              <a:gd name="connsiteX85-4285" fmla="*/ 9360 w 10000"/>
              <a:gd name="connsiteY85-4286" fmla="*/ 7376 h 10000"/>
              <a:gd name="connsiteX86-4287" fmla="*/ 9360 w 10000"/>
              <a:gd name="connsiteY86-4288" fmla="*/ 7376 h 10000"/>
              <a:gd name="connsiteX87-4289" fmla="*/ 9360 w 10000"/>
              <a:gd name="connsiteY87-4290" fmla="*/ 7376 h 10000"/>
              <a:gd name="connsiteX88-4291" fmla="*/ 9483 w 10000"/>
              <a:gd name="connsiteY88-4292" fmla="*/ 7376 h 10000"/>
              <a:gd name="connsiteX89-4293" fmla="*/ 9483 w 10000"/>
              <a:gd name="connsiteY89-4294" fmla="*/ 7443 h 10000"/>
              <a:gd name="connsiteX90-4295" fmla="*/ 9483 w 10000"/>
              <a:gd name="connsiteY90-4296" fmla="*/ 7523 h 10000"/>
              <a:gd name="connsiteX91-4297" fmla="*/ 9483 w 10000"/>
              <a:gd name="connsiteY91-4298" fmla="*/ 7657 h 10000"/>
              <a:gd name="connsiteX92-4299" fmla="*/ 9632 w 10000"/>
              <a:gd name="connsiteY92-4300" fmla="*/ 7737 h 10000"/>
              <a:gd name="connsiteX93-4301" fmla="*/ 9632 w 10000"/>
              <a:gd name="connsiteY93-4302" fmla="*/ 7872 h 10000"/>
              <a:gd name="connsiteX94-4303" fmla="*/ 9632 w 10000"/>
              <a:gd name="connsiteY94-4304" fmla="*/ 8086 h 10000"/>
              <a:gd name="connsiteX95-4305" fmla="*/ 9632 w 10000"/>
              <a:gd name="connsiteY95-4306" fmla="*/ 8366 h 10000"/>
              <a:gd name="connsiteX96-4307" fmla="*/ 9753 w 10000"/>
              <a:gd name="connsiteY96-4308" fmla="*/ 8728 h 10000"/>
              <a:gd name="connsiteX97-4309" fmla="*/ 9878 w 10000"/>
              <a:gd name="connsiteY97-4310" fmla="*/ 9009 h 10000"/>
              <a:gd name="connsiteX98-4311" fmla="*/ 10000 w 10000"/>
              <a:gd name="connsiteY98-4312" fmla="*/ 9357 h 10000"/>
              <a:gd name="connsiteX99-4313" fmla="*/ 10000 w 10000"/>
              <a:gd name="connsiteY99-4314" fmla="*/ 9438 h 10000"/>
              <a:gd name="connsiteX100-4315" fmla="*/ 10000 w 10000"/>
              <a:gd name="connsiteY100-4316" fmla="*/ 9571 h 10000"/>
              <a:gd name="connsiteX101-4317" fmla="*/ 10000 w 10000"/>
              <a:gd name="connsiteY101-4318" fmla="*/ 9719 h 10000"/>
              <a:gd name="connsiteX102-4319" fmla="*/ 10000 w 10000"/>
              <a:gd name="connsiteY102-4320" fmla="*/ 9786 h 10000"/>
              <a:gd name="connsiteX103-4321" fmla="*/ 10000 w 10000"/>
              <a:gd name="connsiteY103-4322" fmla="*/ 9853 h 10000"/>
              <a:gd name="connsiteX104-4323" fmla="*/ 10000 w 10000"/>
              <a:gd name="connsiteY104-4324" fmla="*/ 9933 h 10000"/>
              <a:gd name="connsiteX105-4325" fmla="*/ 10000 w 10000"/>
              <a:gd name="connsiteY105-4326" fmla="*/ 9933 h 10000"/>
              <a:gd name="connsiteX106-4327" fmla="*/ 10000 w 10000"/>
              <a:gd name="connsiteY106-4328" fmla="*/ 10000 h 10000"/>
              <a:gd name="connsiteX107-4329" fmla="*/ 9753 w 10000"/>
              <a:gd name="connsiteY107-4330" fmla="*/ 9933 h 10000"/>
              <a:gd name="connsiteX108-4331" fmla="*/ 9483 w 10000"/>
              <a:gd name="connsiteY108-4332" fmla="*/ 9933 h 10000"/>
              <a:gd name="connsiteX109-4333" fmla="*/ 9089 w 10000"/>
              <a:gd name="connsiteY109-4334" fmla="*/ 9853 h 10000"/>
              <a:gd name="connsiteX110-4335" fmla="*/ 8573 w 10000"/>
              <a:gd name="connsiteY110-4336" fmla="*/ 9719 h 10000"/>
              <a:gd name="connsiteX111-4337" fmla="*/ 8573 w 10000"/>
              <a:gd name="connsiteY111-4338" fmla="*/ 9719 h 10000"/>
              <a:gd name="connsiteX0-4339" fmla="*/ 8770 w 10197"/>
              <a:gd name="connsiteY0-4340" fmla="*/ 9719 h 10000"/>
              <a:gd name="connsiteX1-4341" fmla="*/ 8398 w 10197"/>
              <a:gd name="connsiteY1-4342" fmla="*/ 9571 h 10000"/>
              <a:gd name="connsiteX2-4343" fmla="*/ 7857 w 10197"/>
              <a:gd name="connsiteY2-4344" fmla="*/ 9438 h 10000"/>
              <a:gd name="connsiteX3-4345" fmla="*/ 7339 w 10197"/>
              <a:gd name="connsiteY3-4346" fmla="*/ 9224 h 10000"/>
              <a:gd name="connsiteX4-4347" fmla="*/ 6823 w 10197"/>
              <a:gd name="connsiteY4-4348" fmla="*/ 9009 h 10000"/>
              <a:gd name="connsiteX5-4349" fmla="*/ 6575 w 10197"/>
              <a:gd name="connsiteY5-4350" fmla="*/ 8862 h 10000"/>
              <a:gd name="connsiteX6-4351" fmla="*/ 6305 w 10197"/>
              <a:gd name="connsiteY6-4352" fmla="*/ 8728 h 10000"/>
              <a:gd name="connsiteX7-4353" fmla="*/ 6034 w 10197"/>
              <a:gd name="connsiteY7-4354" fmla="*/ 8581 h 10000"/>
              <a:gd name="connsiteX8-4355" fmla="*/ 5788 w 10197"/>
              <a:gd name="connsiteY8-4356" fmla="*/ 8448 h 10000"/>
              <a:gd name="connsiteX9-4357" fmla="*/ 5516 w 10197"/>
              <a:gd name="connsiteY9-4358" fmla="*/ 8233 h 10000"/>
              <a:gd name="connsiteX10-4359" fmla="*/ 5270 w 10197"/>
              <a:gd name="connsiteY10-4360" fmla="*/ 8019 h 10000"/>
              <a:gd name="connsiteX11-4361" fmla="*/ 5001 w 10197"/>
              <a:gd name="connsiteY11-4362" fmla="*/ 7805 h 10000"/>
              <a:gd name="connsiteX12-4363" fmla="*/ 4606 w 10197"/>
              <a:gd name="connsiteY12-4364" fmla="*/ 7590 h 10000"/>
              <a:gd name="connsiteX13-4365" fmla="*/ 3966 w 10197"/>
              <a:gd name="connsiteY13-4366" fmla="*/ 7095 h 10000"/>
              <a:gd name="connsiteX14-4367" fmla="*/ 3447 w 10197"/>
              <a:gd name="connsiteY14-4368" fmla="*/ 6667 h 10000"/>
              <a:gd name="connsiteX15-4369" fmla="*/ 2931 w 10197"/>
              <a:gd name="connsiteY15-4370" fmla="*/ 6171 h 10000"/>
              <a:gd name="connsiteX16-4371" fmla="*/ 2537 w 10197"/>
              <a:gd name="connsiteY16-4372" fmla="*/ 5609 h 10000"/>
              <a:gd name="connsiteX17-4373" fmla="*/ 2143 w 10197"/>
              <a:gd name="connsiteY17-4374" fmla="*/ 5114 h 10000"/>
              <a:gd name="connsiteX18-4375" fmla="*/ 1749 w 10197"/>
              <a:gd name="connsiteY18-4376" fmla="*/ 4619 h 10000"/>
              <a:gd name="connsiteX19-4377" fmla="*/ 1502 w 10197"/>
              <a:gd name="connsiteY19-4378" fmla="*/ 4124 h 10000"/>
              <a:gd name="connsiteX20-4379" fmla="*/ 1354 w 10197"/>
              <a:gd name="connsiteY20-4380" fmla="*/ 3829 h 10000"/>
              <a:gd name="connsiteX21-4381" fmla="*/ 1232 w 10197"/>
              <a:gd name="connsiteY21-4382" fmla="*/ 3615 h 10000"/>
              <a:gd name="connsiteX22-4383" fmla="*/ 985 w 10197"/>
              <a:gd name="connsiteY22-4384" fmla="*/ 3119 h 10000"/>
              <a:gd name="connsiteX23-4385" fmla="*/ 838 w 10197"/>
              <a:gd name="connsiteY23-4386" fmla="*/ 2557 h 10000"/>
              <a:gd name="connsiteX24-4387" fmla="*/ 592 w 10197"/>
              <a:gd name="connsiteY24-4388" fmla="*/ 1995 h 10000"/>
              <a:gd name="connsiteX25-4389" fmla="*/ 443 w 10197"/>
              <a:gd name="connsiteY25-4390" fmla="*/ 1420 h 10000"/>
              <a:gd name="connsiteX26-4391" fmla="*/ 443 w 10197"/>
              <a:gd name="connsiteY26-4392" fmla="*/ 1138 h 10000"/>
              <a:gd name="connsiteX27-4393" fmla="*/ 197 w 10197"/>
              <a:gd name="connsiteY27-4394" fmla="*/ 429 h 10000"/>
              <a:gd name="connsiteX28-4395" fmla="*/ 1626 w 10197"/>
              <a:gd name="connsiteY28-4396" fmla="*/ 0 h 10000"/>
              <a:gd name="connsiteX29-4397" fmla="*/ 1749 w 10197"/>
              <a:gd name="connsiteY29-4398" fmla="*/ 81 h 10000"/>
              <a:gd name="connsiteX30-4399" fmla="*/ 1749 w 10197"/>
              <a:gd name="connsiteY30-4400" fmla="*/ 148 h 10000"/>
              <a:gd name="connsiteX31-4401" fmla="*/ 1749 w 10197"/>
              <a:gd name="connsiteY31-4402" fmla="*/ 148 h 10000"/>
              <a:gd name="connsiteX32-4403" fmla="*/ 1626 w 10197"/>
              <a:gd name="connsiteY32-4404" fmla="*/ 215 h 10000"/>
              <a:gd name="connsiteX33-4405" fmla="*/ 1626 w 10197"/>
              <a:gd name="connsiteY33-4406" fmla="*/ 295 h 10000"/>
              <a:gd name="connsiteX34-4407" fmla="*/ 1626 w 10197"/>
              <a:gd name="connsiteY34-4408" fmla="*/ 429 h 10000"/>
              <a:gd name="connsiteX35-4409" fmla="*/ 1502 w 10197"/>
              <a:gd name="connsiteY35-4410" fmla="*/ 576 h 10000"/>
              <a:gd name="connsiteX36-4411" fmla="*/ 1502 w 10197"/>
              <a:gd name="connsiteY36-4412" fmla="*/ 643 h 10000"/>
              <a:gd name="connsiteX37-4413" fmla="*/ 1502 w 10197"/>
              <a:gd name="connsiteY37-4414" fmla="*/ 791 h 10000"/>
              <a:gd name="connsiteX38-4415" fmla="*/ 1502 w 10197"/>
              <a:gd name="connsiteY38-4416" fmla="*/ 857 h 10000"/>
              <a:gd name="connsiteX39-4417" fmla="*/ 1502 w 10197"/>
              <a:gd name="connsiteY39-4418" fmla="*/ 1004 h 10000"/>
              <a:gd name="connsiteX40-4419" fmla="*/ 1502 w 10197"/>
              <a:gd name="connsiteY40-4420" fmla="*/ 1285 h 10000"/>
              <a:gd name="connsiteX41-4421" fmla="*/ 1626 w 10197"/>
              <a:gd name="connsiteY41-4422" fmla="*/ 1634 h 10000"/>
              <a:gd name="connsiteX42-4423" fmla="*/ 1626 w 10197"/>
              <a:gd name="connsiteY42-4424" fmla="*/ 1995 h 10000"/>
              <a:gd name="connsiteX43-4425" fmla="*/ 1749 w 10197"/>
              <a:gd name="connsiteY43-4426" fmla="*/ 2343 h 10000"/>
              <a:gd name="connsiteX44-4427" fmla="*/ 1871 w 10197"/>
              <a:gd name="connsiteY44-4428" fmla="*/ 2772 h 10000"/>
              <a:gd name="connsiteX45-4429" fmla="*/ 2143 w 10197"/>
              <a:gd name="connsiteY45-4430" fmla="*/ 3199 h 10000"/>
              <a:gd name="connsiteX46-4431" fmla="*/ 2415 w 10197"/>
              <a:gd name="connsiteY46-4432" fmla="*/ 3695 h 10000"/>
              <a:gd name="connsiteX47-4433" fmla="*/ 2660 w 10197"/>
              <a:gd name="connsiteY47-4434" fmla="*/ 4190 h 10000"/>
              <a:gd name="connsiteX48-4435" fmla="*/ 3055 w 10197"/>
              <a:gd name="connsiteY48-4436" fmla="*/ 4753 h 10000"/>
              <a:gd name="connsiteX49-4437" fmla="*/ 3447 w 10197"/>
              <a:gd name="connsiteY49-4438" fmla="*/ 5395 h 10000"/>
              <a:gd name="connsiteX50-4439" fmla="*/ 3694 w 10197"/>
              <a:gd name="connsiteY50-4440" fmla="*/ 5676 h 10000"/>
              <a:gd name="connsiteX51-4441" fmla="*/ 3966 w 10197"/>
              <a:gd name="connsiteY51-4442" fmla="*/ 5891 h 10000"/>
              <a:gd name="connsiteX52-4443" fmla="*/ 4238 w 10197"/>
              <a:gd name="connsiteY52-4444" fmla="*/ 6171 h 10000"/>
              <a:gd name="connsiteX53-4445" fmla="*/ 4606 w 10197"/>
              <a:gd name="connsiteY53-4446" fmla="*/ 6452 h 10000"/>
              <a:gd name="connsiteX54-4447" fmla="*/ 4877 w 10197"/>
              <a:gd name="connsiteY54-4448" fmla="*/ 6734 h 10000"/>
              <a:gd name="connsiteX55-4449" fmla="*/ 5124 w 10197"/>
              <a:gd name="connsiteY55-4450" fmla="*/ 7028 h 10000"/>
              <a:gd name="connsiteX56-4451" fmla="*/ 5516 w 10197"/>
              <a:gd name="connsiteY56-4452" fmla="*/ 7243 h 10000"/>
              <a:gd name="connsiteX57-4453" fmla="*/ 5788 w 10197"/>
              <a:gd name="connsiteY57-4454" fmla="*/ 7443 h 10000"/>
              <a:gd name="connsiteX58-4455" fmla="*/ 6183 w 10197"/>
              <a:gd name="connsiteY58-4456" fmla="*/ 7657 h 10000"/>
              <a:gd name="connsiteX59-4457" fmla="*/ 6429 w 10197"/>
              <a:gd name="connsiteY59-4458" fmla="*/ 7872 h 10000"/>
              <a:gd name="connsiteX60-4459" fmla="*/ 6823 w 10197"/>
              <a:gd name="connsiteY60-4460" fmla="*/ 8019 h 10000"/>
              <a:gd name="connsiteX61-4461" fmla="*/ 7093 w 10197"/>
              <a:gd name="connsiteY61-4462" fmla="*/ 8153 h 10000"/>
              <a:gd name="connsiteX62-4463" fmla="*/ 7339 w 10197"/>
              <a:gd name="connsiteY62-4464" fmla="*/ 8300 h 10000"/>
              <a:gd name="connsiteX63-4465" fmla="*/ 7611 w 10197"/>
              <a:gd name="connsiteY63-4466" fmla="*/ 8448 h 10000"/>
              <a:gd name="connsiteX64-4467" fmla="*/ 7857 w 10197"/>
              <a:gd name="connsiteY64-4468" fmla="*/ 8514 h 10000"/>
              <a:gd name="connsiteX65-4469" fmla="*/ 8128 w 10197"/>
              <a:gd name="connsiteY65-4470" fmla="*/ 8648 h 10000"/>
              <a:gd name="connsiteX66-4471" fmla="*/ 8251 w 10197"/>
              <a:gd name="connsiteY66-4472" fmla="*/ 8728 h 10000"/>
              <a:gd name="connsiteX67-4473" fmla="*/ 8398 w 10197"/>
              <a:gd name="connsiteY67-4474" fmla="*/ 8728 h 10000"/>
              <a:gd name="connsiteX68-4475" fmla="*/ 8522 w 10197"/>
              <a:gd name="connsiteY68-4476" fmla="*/ 8795 h 10000"/>
              <a:gd name="connsiteX69-4477" fmla="*/ 8646 w 10197"/>
              <a:gd name="connsiteY69-4478" fmla="*/ 8795 h 10000"/>
              <a:gd name="connsiteX70-4479" fmla="*/ 8646 w 10197"/>
              <a:gd name="connsiteY70-4480" fmla="*/ 8795 h 10000"/>
              <a:gd name="connsiteX71-4481" fmla="*/ 8770 w 10197"/>
              <a:gd name="connsiteY71-4482" fmla="*/ 8728 h 10000"/>
              <a:gd name="connsiteX72-4483" fmla="*/ 8770 w 10197"/>
              <a:gd name="connsiteY72-4484" fmla="*/ 8648 h 10000"/>
              <a:gd name="connsiteX73-4485" fmla="*/ 8917 w 10197"/>
              <a:gd name="connsiteY73-4486" fmla="*/ 8581 h 10000"/>
              <a:gd name="connsiteX74-4487" fmla="*/ 8917 w 10197"/>
              <a:gd name="connsiteY74-4488" fmla="*/ 8514 h 10000"/>
              <a:gd name="connsiteX75-4489" fmla="*/ 9039 w 10197"/>
              <a:gd name="connsiteY75-4490" fmla="*/ 8366 h 10000"/>
              <a:gd name="connsiteX76-4491" fmla="*/ 9039 w 10197"/>
              <a:gd name="connsiteY76-4492" fmla="*/ 8233 h 10000"/>
              <a:gd name="connsiteX77-4493" fmla="*/ 9161 w 10197"/>
              <a:gd name="connsiteY77-4494" fmla="*/ 8086 h 10000"/>
              <a:gd name="connsiteX78-4495" fmla="*/ 9161 w 10197"/>
              <a:gd name="connsiteY78-4496" fmla="*/ 7872 h 10000"/>
              <a:gd name="connsiteX79-4497" fmla="*/ 9286 w 10197"/>
              <a:gd name="connsiteY79-4498" fmla="*/ 7737 h 10000"/>
              <a:gd name="connsiteX80-4499" fmla="*/ 9286 w 10197"/>
              <a:gd name="connsiteY80-4500" fmla="*/ 7657 h 10000"/>
              <a:gd name="connsiteX81-4501" fmla="*/ 9433 w 10197"/>
              <a:gd name="connsiteY81-4502" fmla="*/ 7523 h 10000"/>
              <a:gd name="connsiteX82-4503" fmla="*/ 9433 w 10197"/>
              <a:gd name="connsiteY82-4504" fmla="*/ 7443 h 10000"/>
              <a:gd name="connsiteX83-4505" fmla="*/ 9557 w 10197"/>
              <a:gd name="connsiteY83-4506" fmla="*/ 7376 h 10000"/>
              <a:gd name="connsiteX84-4507" fmla="*/ 9557 w 10197"/>
              <a:gd name="connsiteY84-4508" fmla="*/ 7376 h 10000"/>
              <a:gd name="connsiteX85-4509" fmla="*/ 9557 w 10197"/>
              <a:gd name="connsiteY85-4510" fmla="*/ 7376 h 10000"/>
              <a:gd name="connsiteX86-4511" fmla="*/ 9557 w 10197"/>
              <a:gd name="connsiteY86-4512" fmla="*/ 7376 h 10000"/>
              <a:gd name="connsiteX87-4513" fmla="*/ 9680 w 10197"/>
              <a:gd name="connsiteY87-4514" fmla="*/ 7376 h 10000"/>
              <a:gd name="connsiteX88-4515" fmla="*/ 9680 w 10197"/>
              <a:gd name="connsiteY88-4516" fmla="*/ 7443 h 10000"/>
              <a:gd name="connsiteX89-4517" fmla="*/ 9680 w 10197"/>
              <a:gd name="connsiteY89-4518" fmla="*/ 7523 h 10000"/>
              <a:gd name="connsiteX90-4519" fmla="*/ 9680 w 10197"/>
              <a:gd name="connsiteY90-4520" fmla="*/ 7657 h 10000"/>
              <a:gd name="connsiteX91-4521" fmla="*/ 9829 w 10197"/>
              <a:gd name="connsiteY91-4522" fmla="*/ 7737 h 10000"/>
              <a:gd name="connsiteX92-4523" fmla="*/ 9829 w 10197"/>
              <a:gd name="connsiteY92-4524" fmla="*/ 7872 h 10000"/>
              <a:gd name="connsiteX93-4525" fmla="*/ 9829 w 10197"/>
              <a:gd name="connsiteY93-4526" fmla="*/ 8086 h 10000"/>
              <a:gd name="connsiteX94-4527" fmla="*/ 9829 w 10197"/>
              <a:gd name="connsiteY94-4528" fmla="*/ 8366 h 10000"/>
              <a:gd name="connsiteX95-4529" fmla="*/ 9950 w 10197"/>
              <a:gd name="connsiteY95-4530" fmla="*/ 8728 h 10000"/>
              <a:gd name="connsiteX96-4531" fmla="*/ 10075 w 10197"/>
              <a:gd name="connsiteY96-4532" fmla="*/ 9009 h 10000"/>
              <a:gd name="connsiteX97-4533" fmla="*/ 10197 w 10197"/>
              <a:gd name="connsiteY97-4534" fmla="*/ 9357 h 10000"/>
              <a:gd name="connsiteX98-4535" fmla="*/ 10197 w 10197"/>
              <a:gd name="connsiteY98-4536" fmla="*/ 9438 h 10000"/>
              <a:gd name="connsiteX99-4537" fmla="*/ 10197 w 10197"/>
              <a:gd name="connsiteY99-4538" fmla="*/ 9571 h 10000"/>
              <a:gd name="connsiteX100-4539" fmla="*/ 10197 w 10197"/>
              <a:gd name="connsiteY100-4540" fmla="*/ 9719 h 10000"/>
              <a:gd name="connsiteX101-4541" fmla="*/ 10197 w 10197"/>
              <a:gd name="connsiteY101-4542" fmla="*/ 9786 h 10000"/>
              <a:gd name="connsiteX102-4543" fmla="*/ 10197 w 10197"/>
              <a:gd name="connsiteY102-4544" fmla="*/ 9853 h 10000"/>
              <a:gd name="connsiteX103-4545" fmla="*/ 10197 w 10197"/>
              <a:gd name="connsiteY103-4546" fmla="*/ 9933 h 10000"/>
              <a:gd name="connsiteX104-4547" fmla="*/ 10197 w 10197"/>
              <a:gd name="connsiteY104-4548" fmla="*/ 9933 h 10000"/>
              <a:gd name="connsiteX105-4549" fmla="*/ 10197 w 10197"/>
              <a:gd name="connsiteY105-4550" fmla="*/ 10000 h 10000"/>
              <a:gd name="connsiteX106-4551" fmla="*/ 9950 w 10197"/>
              <a:gd name="connsiteY106-4552" fmla="*/ 9933 h 10000"/>
              <a:gd name="connsiteX107-4553" fmla="*/ 9680 w 10197"/>
              <a:gd name="connsiteY107-4554" fmla="*/ 9933 h 10000"/>
              <a:gd name="connsiteX108-4555" fmla="*/ 9286 w 10197"/>
              <a:gd name="connsiteY108-4556" fmla="*/ 9853 h 10000"/>
              <a:gd name="connsiteX109-4557" fmla="*/ 8770 w 10197"/>
              <a:gd name="connsiteY109-4558" fmla="*/ 9719 h 10000"/>
              <a:gd name="connsiteX110-4559" fmla="*/ 8770 w 10197"/>
              <a:gd name="connsiteY110-4560" fmla="*/ 9719 h 10000"/>
              <a:gd name="connsiteX0-4561" fmla="*/ 8327 w 9754"/>
              <a:gd name="connsiteY0-4562" fmla="*/ 9719 h 10000"/>
              <a:gd name="connsiteX1-4563" fmla="*/ 7955 w 9754"/>
              <a:gd name="connsiteY1-4564" fmla="*/ 9571 h 10000"/>
              <a:gd name="connsiteX2-4565" fmla="*/ 7414 w 9754"/>
              <a:gd name="connsiteY2-4566" fmla="*/ 9438 h 10000"/>
              <a:gd name="connsiteX3-4567" fmla="*/ 6896 w 9754"/>
              <a:gd name="connsiteY3-4568" fmla="*/ 9224 h 10000"/>
              <a:gd name="connsiteX4-4569" fmla="*/ 6380 w 9754"/>
              <a:gd name="connsiteY4-4570" fmla="*/ 9009 h 10000"/>
              <a:gd name="connsiteX5-4571" fmla="*/ 6132 w 9754"/>
              <a:gd name="connsiteY5-4572" fmla="*/ 8862 h 10000"/>
              <a:gd name="connsiteX6-4573" fmla="*/ 5862 w 9754"/>
              <a:gd name="connsiteY6-4574" fmla="*/ 8728 h 10000"/>
              <a:gd name="connsiteX7-4575" fmla="*/ 5591 w 9754"/>
              <a:gd name="connsiteY7-4576" fmla="*/ 8581 h 10000"/>
              <a:gd name="connsiteX8-4577" fmla="*/ 5345 w 9754"/>
              <a:gd name="connsiteY8-4578" fmla="*/ 8448 h 10000"/>
              <a:gd name="connsiteX9-4579" fmla="*/ 5073 w 9754"/>
              <a:gd name="connsiteY9-4580" fmla="*/ 8233 h 10000"/>
              <a:gd name="connsiteX10-4581" fmla="*/ 4827 w 9754"/>
              <a:gd name="connsiteY10-4582" fmla="*/ 8019 h 10000"/>
              <a:gd name="connsiteX11-4583" fmla="*/ 4558 w 9754"/>
              <a:gd name="connsiteY11-4584" fmla="*/ 7805 h 10000"/>
              <a:gd name="connsiteX12-4585" fmla="*/ 4163 w 9754"/>
              <a:gd name="connsiteY12-4586" fmla="*/ 7590 h 10000"/>
              <a:gd name="connsiteX13-4587" fmla="*/ 3523 w 9754"/>
              <a:gd name="connsiteY13-4588" fmla="*/ 7095 h 10000"/>
              <a:gd name="connsiteX14-4589" fmla="*/ 3004 w 9754"/>
              <a:gd name="connsiteY14-4590" fmla="*/ 6667 h 10000"/>
              <a:gd name="connsiteX15-4591" fmla="*/ 2488 w 9754"/>
              <a:gd name="connsiteY15-4592" fmla="*/ 6171 h 10000"/>
              <a:gd name="connsiteX16-4593" fmla="*/ 2094 w 9754"/>
              <a:gd name="connsiteY16-4594" fmla="*/ 5609 h 10000"/>
              <a:gd name="connsiteX17-4595" fmla="*/ 1700 w 9754"/>
              <a:gd name="connsiteY17-4596" fmla="*/ 5114 h 10000"/>
              <a:gd name="connsiteX18-4597" fmla="*/ 1306 w 9754"/>
              <a:gd name="connsiteY18-4598" fmla="*/ 4619 h 10000"/>
              <a:gd name="connsiteX19-4599" fmla="*/ 1059 w 9754"/>
              <a:gd name="connsiteY19-4600" fmla="*/ 4124 h 10000"/>
              <a:gd name="connsiteX20-4601" fmla="*/ 911 w 9754"/>
              <a:gd name="connsiteY20-4602" fmla="*/ 3829 h 10000"/>
              <a:gd name="connsiteX21-4603" fmla="*/ 789 w 9754"/>
              <a:gd name="connsiteY21-4604" fmla="*/ 3615 h 10000"/>
              <a:gd name="connsiteX22-4605" fmla="*/ 542 w 9754"/>
              <a:gd name="connsiteY22-4606" fmla="*/ 3119 h 10000"/>
              <a:gd name="connsiteX23-4607" fmla="*/ 395 w 9754"/>
              <a:gd name="connsiteY23-4608" fmla="*/ 2557 h 10000"/>
              <a:gd name="connsiteX24-4609" fmla="*/ 149 w 9754"/>
              <a:gd name="connsiteY24-4610" fmla="*/ 1995 h 10000"/>
              <a:gd name="connsiteX25-4611" fmla="*/ 0 w 9754"/>
              <a:gd name="connsiteY25-4612" fmla="*/ 1420 h 10000"/>
              <a:gd name="connsiteX26-4613" fmla="*/ 0 w 9754"/>
              <a:gd name="connsiteY26-4614" fmla="*/ 1138 h 10000"/>
              <a:gd name="connsiteX27-4615" fmla="*/ 1183 w 9754"/>
              <a:gd name="connsiteY27-4616" fmla="*/ 0 h 10000"/>
              <a:gd name="connsiteX28-4617" fmla="*/ 1306 w 9754"/>
              <a:gd name="connsiteY28-4618" fmla="*/ 81 h 10000"/>
              <a:gd name="connsiteX29-4619" fmla="*/ 1306 w 9754"/>
              <a:gd name="connsiteY29-4620" fmla="*/ 148 h 10000"/>
              <a:gd name="connsiteX30-4621" fmla="*/ 1306 w 9754"/>
              <a:gd name="connsiteY30-4622" fmla="*/ 148 h 10000"/>
              <a:gd name="connsiteX31-4623" fmla="*/ 1183 w 9754"/>
              <a:gd name="connsiteY31-4624" fmla="*/ 215 h 10000"/>
              <a:gd name="connsiteX32-4625" fmla="*/ 1183 w 9754"/>
              <a:gd name="connsiteY32-4626" fmla="*/ 295 h 10000"/>
              <a:gd name="connsiteX33-4627" fmla="*/ 1183 w 9754"/>
              <a:gd name="connsiteY33-4628" fmla="*/ 429 h 10000"/>
              <a:gd name="connsiteX34-4629" fmla="*/ 1059 w 9754"/>
              <a:gd name="connsiteY34-4630" fmla="*/ 576 h 10000"/>
              <a:gd name="connsiteX35-4631" fmla="*/ 1059 w 9754"/>
              <a:gd name="connsiteY35-4632" fmla="*/ 643 h 10000"/>
              <a:gd name="connsiteX36-4633" fmla="*/ 1059 w 9754"/>
              <a:gd name="connsiteY36-4634" fmla="*/ 791 h 10000"/>
              <a:gd name="connsiteX37-4635" fmla="*/ 1059 w 9754"/>
              <a:gd name="connsiteY37-4636" fmla="*/ 857 h 10000"/>
              <a:gd name="connsiteX38-4637" fmla="*/ 1059 w 9754"/>
              <a:gd name="connsiteY38-4638" fmla="*/ 1004 h 10000"/>
              <a:gd name="connsiteX39-4639" fmla="*/ 1059 w 9754"/>
              <a:gd name="connsiteY39-4640" fmla="*/ 1285 h 10000"/>
              <a:gd name="connsiteX40-4641" fmla="*/ 1183 w 9754"/>
              <a:gd name="connsiteY40-4642" fmla="*/ 1634 h 10000"/>
              <a:gd name="connsiteX41-4643" fmla="*/ 1183 w 9754"/>
              <a:gd name="connsiteY41-4644" fmla="*/ 1995 h 10000"/>
              <a:gd name="connsiteX42-4645" fmla="*/ 1306 w 9754"/>
              <a:gd name="connsiteY42-4646" fmla="*/ 2343 h 10000"/>
              <a:gd name="connsiteX43-4647" fmla="*/ 1428 w 9754"/>
              <a:gd name="connsiteY43-4648" fmla="*/ 2772 h 10000"/>
              <a:gd name="connsiteX44-4649" fmla="*/ 1700 w 9754"/>
              <a:gd name="connsiteY44-4650" fmla="*/ 3199 h 10000"/>
              <a:gd name="connsiteX45-4651" fmla="*/ 1972 w 9754"/>
              <a:gd name="connsiteY45-4652" fmla="*/ 3695 h 10000"/>
              <a:gd name="connsiteX46-4653" fmla="*/ 2217 w 9754"/>
              <a:gd name="connsiteY46-4654" fmla="*/ 4190 h 10000"/>
              <a:gd name="connsiteX47-4655" fmla="*/ 2612 w 9754"/>
              <a:gd name="connsiteY47-4656" fmla="*/ 4753 h 10000"/>
              <a:gd name="connsiteX48-4657" fmla="*/ 3004 w 9754"/>
              <a:gd name="connsiteY48-4658" fmla="*/ 5395 h 10000"/>
              <a:gd name="connsiteX49-4659" fmla="*/ 3251 w 9754"/>
              <a:gd name="connsiteY49-4660" fmla="*/ 5676 h 10000"/>
              <a:gd name="connsiteX50-4661" fmla="*/ 3523 w 9754"/>
              <a:gd name="connsiteY50-4662" fmla="*/ 5891 h 10000"/>
              <a:gd name="connsiteX51-4663" fmla="*/ 3795 w 9754"/>
              <a:gd name="connsiteY51-4664" fmla="*/ 6171 h 10000"/>
              <a:gd name="connsiteX52-4665" fmla="*/ 4163 w 9754"/>
              <a:gd name="connsiteY52-4666" fmla="*/ 6452 h 10000"/>
              <a:gd name="connsiteX53-4667" fmla="*/ 4434 w 9754"/>
              <a:gd name="connsiteY53-4668" fmla="*/ 6734 h 10000"/>
              <a:gd name="connsiteX54-4669" fmla="*/ 4681 w 9754"/>
              <a:gd name="connsiteY54-4670" fmla="*/ 7028 h 10000"/>
              <a:gd name="connsiteX55-4671" fmla="*/ 5073 w 9754"/>
              <a:gd name="connsiteY55-4672" fmla="*/ 7243 h 10000"/>
              <a:gd name="connsiteX56-4673" fmla="*/ 5345 w 9754"/>
              <a:gd name="connsiteY56-4674" fmla="*/ 7443 h 10000"/>
              <a:gd name="connsiteX57-4675" fmla="*/ 5740 w 9754"/>
              <a:gd name="connsiteY57-4676" fmla="*/ 7657 h 10000"/>
              <a:gd name="connsiteX58-4677" fmla="*/ 5986 w 9754"/>
              <a:gd name="connsiteY58-4678" fmla="*/ 7872 h 10000"/>
              <a:gd name="connsiteX59-4679" fmla="*/ 6380 w 9754"/>
              <a:gd name="connsiteY59-4680" fmla="*/ 8019 h 10000"/>
              <a:gd name="connsiteX60-4681" fmla="*/ 6650 w 9754"/>
              <a:gd name="connsiteY60-4682" fmla="*/ 8153 h 10000"/>
              <a:gd name="connsiteX61-4683" fmla="*/ 6896 w 9754"/>
              <a:gd name="connsiteY61-4684" fmla="*/ 8300 h 10000"/>
              <a:gd name="connsiteX62-4685" fmla="*/ 7168 w 9754"/>
              <a:gd name="connsiteY62-4686" fmla="*/ 8448 h 10000"/>
              <a:gd name="connsiteX63-4687" fmla="*/ 7414 w 9754"/>
              <a:gd name="connsiteY63-4688" fmla="*/ 8514 h 10000"/>
              <a:gd name="connsiteX64-4689" fmla="*/ 7685 w 9754"/>
              <a:gd name="connsiteY64-4690" fmla="*/ 8648 h 10000"/>
              <a:gd name="connsiteX65-4691" fmla="*/ 7808 w 9754"/>
              <a:gd name="connsiteY65-4692" fmla="*/ 8728 h 10000"/>
              <a:gd name="connsiteX66-4693" fmla="*/ 7955 w 9754"/>
              <a:gd name="connsiteY66-4694" fmla="*/ 8728 h 10000"/>
              <a:gd name="connsiteX67-4695" fmla="*/ 8079 w 9754"/>
              <a:gd name="connsiteY67-4696" fmla="*/ 8795 h 10000"/>
              <a:gd name="connsiteX68-4697" fmla="*/ 8203 w 9754"/>
              <a:gd name="connsiteY68-4698" fmla="*/ 8795 h 10000"/>
              <a:gd name="connsiteX69-4699" fmla="*/ 8203 w 9754"/>
              <a:gd name="connsiteY69-4700" fmla="*/ 8795 h 10000"/>
              <a:gd name="connsiteX70-4701" fmla="*/ 8327 w 9754"/>
              <a:gd name="connsiteY70-4702" fmla="*/ 8728 h 10000"/>
              <a:gd name="connsiteX71-4703" fmla="*/ 8327 w 9754"/>
              <a:gd name="connsiteY71-4704" fmla="*/ 8648 h 10000"/>
              <a:gd name="connsiteX72-4705" fmla="*/ 8474 w 9754"/>
              <a:gd name="connsiteY72-4706" fmla="*/ 8581 h 10000"/>
              <a:gd name="connsiteX73-4707" fmla="*/ 8474 w 9754"/>
              <a:gd name="connsiteY73-4708" fmla="*/ 8514 h 10000"/>
              <a:gd name="connsiteX74-4709" fmla="*/ 8596 w 9754"/>
              <a:gd name="connsiteY74-4710" fmla="*/ 8366 h 10000"/>
              <a:gd name="connsiteX75-4711" fmla="*/ 8596 w 9754"/>
              <a:gd name="connsiteY75-4712" fmla="*/ 8233 h 10000"/>
              <a:gd name="connsiteX76-4713" fmla="*/ 8718 w 9754"/>
              <a:gd name="connsiteY76-4714" fmla="*/ 8086 h 10000"/>
              <a:gd name="connsiteX77-4715" fmla="*/ 8718 w 9754"/>
              <a:gd name="connsiteY77-4716" fmla="*/ 7872 h 10000"/>
              <a:gd name="connsiteX78-4717" fmla="*/ 8843 w 9754"/>
              <a:gd name="connsiteY78-4718" fmla="*/ 7737 h 10000"/>
              <a:gd name="connsiteX79-4719" fmla="*/ 8843 w 9754"/>
              <a:gd name="connsiteY79-4720" fmla="*/ 7657 h 10000"/>
              <a:gd name="connsiteX80-4721" fmla="*/ 8990 w 9754"/>
              <a:gd name="connsiteY80-4722" fmla="*/ 7523 h 10000"/>
              <a:gd name="connsiteX81-4723" fmla="*/ 8990 w 9754"/>
              <a:gd name="connsiteY81-4724" fmla="*/ 7443 h 10000"/>
              <a:gd name="connsiteX82-4725" fmla="*/ 9114 w 9754"/>
              <a:gd name="connsiteY82-4726" fmla="*/ 7376 h 10000"/>
              <a:gd name="connsiteX83-4727" fmla="*/ 9114 w 9754"/>
              <a:gd name="connsiteY83-4728" fmla="*/ 7376 h 10000"/>
              <a:gd name="connsiteX84-4729" fmla="*/ 9114 w 9754"/>
              <a:gd name="connsiteY84-4730" fmla="*/ 7376 h 10000"/>
              <a:gd name="connsiteX85-4731" fmla="*/ 9114 w 9754"/>
              <a:gd name="connsiteY85-4732" fmla="*/ 7376 h 10000"/>
              <a:gd name="connsiteX86-4733" fmla="*/ 9237 w 9754"/>
              <a:gd name="connsiteY86-4734" fmla="*/ 7376 h 10000"/>
              <a:gd name="connsiteX87-4735" fmla="*/ 9237 w 9754"/>
              <a:gd name="connsiteY87-4736" fmla="*/ 7443 h 10000"/>
              <a:gd name="connsiteX88-4737" fmla="*/ 9237 w 9754"/>
              <a:gd name="connsiteY88-4738" fmla="*/ 7523 h 10000"/>
              <a:gd name="connsiteX89-4739" fmla="*/ 9237 w 9754"/>
              <a:gd name="connsiteY89-4740" fmla="*/ 7657 h 10000"/>
              <a:gd name="connsiteX90-4741" fmla="*/ 9386 w 9754"/>
              <a:gd name="connsiteY90-4742" fmla="*/ 7737 h 10000"/>
              <a:gd name="connsiteX91-4743" fmla="*/ 9386 w 9754"/>
              <a:gd name="connsiteY91-4744" fmla="*/ 7872 h 10000"/>
              <a:gd name="connsiteX92-4745" fmla="*/ 9386 w 9754"/>
              <a:gd name="connsiteY92-4746" fmla="*/ 8086 h 10000"/>
              <a:gd name="connsiteX93-4747" fmla="*/ 9386 w 9754"/>
              <a:gd name="connsiteY93-4748" fmla="*/ 8366 h 10000"/>
              <a:gd name="connsiteX94-4749" fmla="*/ 9507 w 9754"/>
              <a:gd name="connsiteY94-4750" fmla="*/ 8728 h 10000"/>
              <a:gd name="connsiteX95-4751" fmla="*/ 9632 w 9754"/>
              <a:gd name="connsiteY95-4752" fmla="*/ 9009 h 10000"/>
              <a:gd name="connsiteX96-4753" fmla="*/ 9754 w 9754"/>
              <a:gd name="connsiteY96-4754" fmla="*/ 9357 h 10000"/>
              <a:gd name="connsiteX97-4755" fmla="*/ 9754 w 9754"/>
              <a:gd name="connsiteY97-4756" fmla="*/ 9438 h 10000"/>
              <a:gd name="connsiteX98-4757" fmla="*/ 9754 w 9754"/>
              <a:gd name="connsiteY98-4758" fmla="*/ 9571 h 10000"/>
              <a:gd name="connsiteX99-4759" fmla="*/ 9754 w 9754"/>
              <a:gd name="connsiteY99-4760" fmla="*/ 9719 h 10000"/>
              <a:gd name="connsiteX100-4761" fmla="*/ 9754 w 9754"/>
              <a:gd name="connsiteY100-4762" fmla="*/ 9786 h 10000"/>
              <a:gd name="connsiteX101-4763" fmla="*/ 9754 w 9754"/>
              <a:gd name="connsiteY101-4764" fmla="*/ 9853 h 10000"/>
              <a:gd name="connsiteX102-4765" fmla="*/ 9754 w 9754"/>
              <a:gd name="connsiteY102-4766" fmla="*/ 9933 h 10000"/>
              <a:gd name="connsiteX103-4767" fmla="*/ 9754 w 9754"/>
              <a:gd name="connsiteY103-4768" fmla="*/ 9933 h 10000"/>
              <a:gd name="connsiteX104-4769" fmla="*/ 9754 w 9754"/>
              <a:gd name="connsiteY104-4770" fmla="*/ 10000 h 10000"/>
              <a:gd name="connsiteX105-4771" fmla="*/ 9507 w 9754"/>
              <a:gd name="connsiteY105-4772" fmla="*/ 9933 h 10000"/>
              <a:gd name="connsiteX106-4773" fmla="*/ 9237 w 9754"/>
              <a:gd name="connsiteY106-4774" fmla="*/ 9933 h 10000"/>
              <a:gd name="connsiteX107-4775" fmla="*/ 8843 w 9754"/>
              <a:gd name="connsiteY107-4776" fmla="*/ 9853 h 10000"/>
              <a:gd name="connsiteX108-4777" fmla="*/ 8327 w 9754"/>
              <a:gd name="connsiteY108-4778" fmla="*/ 9719 h 10000"/>
              <a:gd name="connsiteX109-4779" fmla="*/ 8327 w 9754"/>
              <a:gd name="connsiteY109-4780" fmla="*/ 9719 h 10000"/>
              <a:gd name="connsiteX0-4781" fmla="*/ 8537 w 10000"/>
              <a:gd name="connsiteY0-4782" fmla="*/ 9638 h 9919"/>
              <a:gd name="connsiteX1-4783" fmla="*/ 8156 w 10000"/>
              <a:gd name="connsiteY1-4784" fmla="*/ 9490 h 9919"/>
              <a:gd name="connsiteX2-4785" fmla="*/ 7601 w 10000"/>
              <a:gd name="connsiteY2-4786" fmla="*/ 9357 h 9919"/>
              <a:gd name="connsiteX3-4787" fmla="*/ 7070 w 10000"/>
              <a:gd name="connsiteY3-4788" fmla="*/ 9143 h 9919"/>
              <a:gd name="connsiteX4-4789" fmla="*/ 6541 w 10000"/>
              <a:gd name="connsiteY4-4790" fmla="*/ 8928 h 9919"/>
              <a:gd name="connsiteX5-4791" fmla="*/ 6287 w 10000"/>
              <a:gd name="connsiteY5-4792" fmla="*/ 8781 h 9919"/>
              <a:gd name="connsiteX6-4793" fmla="*/ 6010 w 10000"/>
              <a:gd name="connsiteY6-4794" fmla="*/ 8647 h 9919"/>
              <a:gd name="connsiteX7-4795" fmla="*/ 5732 w 10000"/>
              <a:gd name="connsiteY7-4796" fmla="*/ 8500 h 9919"/>
              <a:gd name="connsiteX8-4797" fmla="*/ 5480 w 10000"/>
              <a:gd name="connsiteY8-4798" fmla="*/ 8367 h 9919"/>
              <a:gd name="connsiteX9-4799" fmla="*/ 5201 w 10000"/>
              <a:gd name="connsiteY9-4800" fmla="*/ 8152 h 9919"/>
              <a:gd name="connsiteX10-4801" fmla="*/ 4949 w 10000"/>
              <a:gd name="connsiteY10-4802" fmla="*/ 7938 h 9919"/>
              <a:gd name="connsiteX11-4803" fmla="*/ 4673 w 10000"/>
              <a:gd name="connsiteY11-4804" fmla="*/ 7724 h 9919"/>
              <a:gd name="connsiteX12-4805" fmla="*/ 4268 w 10000"/>
              <a:gd name="connsiteY12-4806" fmla="*/ 7509 h 9919"/>
              <a:gd name="connsiteX13-4807" fmla="*/ 3612 w 10000"/>
              <a:gd name="connsiteY13-4808" fmla="*/ 7014 h 9919"/>
              <a:gd name="connsiteX14-4809" fmla="*/ 3080 w 10000"/>
              <a:gd name="connsiteY14-4810" fmla="*/ 6586 h 9919"/>
              <a:gd name="connsiteX15-4811" fmla="*/ 2551 w 10000"/>
              <a:gd name="connsiteY15-4812" fmla="*/ 6090 h 9919"/>
              <a:gd name="connsiteX16-4813" fmla="*/ 2147 w 10000"/>
              <a:gd name="connsiteY16-4814" fmla="*/ 5528 h 9919"/>
              <a:gd name="connsiteX17-4815" fmla="*/ 1743 w 10000"/>
              <a:gd name="connsiteY17-4816" fmla="*/ 5033 h 9919"/>
              <a:gd name="connsiteX18-4817" fmla="*/ 1339 w 10000"/>
              <a:gd name="connsiteY18-4818" fmla="*/ 4538 h 9919"/>
              <a:gd name="connsiteX19-4819" fmla="*/ 1086 w 10000"/>
              <a:gd name="connsiteY19-4820" fmla="*/ 4043 h 9919"/>
              <a:gd name="connsiteX20-4821" fmla="*/ 934 w 10000"/>
              <a:gd name="connsiteY20-4822" fmla="*/ 3748 h 9919"/>
              <a:gd name="connsiteX21-4823" fmla="*/ 809 w 10000"/>
              <a:gd name="connsiteY21-4824" fmla="*/ 3534 h 9919"/>
              <a:gd name="connsiteX22-4825" fmla="*/ 556 w 10000"/>
              <a:gd name="connsiteY22-4826" fmla="*/ 3038 h 9919"/>
              <a:gd name="connsiteX23-4827" fmla="*/ 405 w 10000"/>
              <a:gd name="connsiteY23-4828" fmla="*/ 2476 h 9919"/>
              <a:gd name="connsiteX24-4829" fmla="*/ 153 w 10000"/>
              <a:gd name="connsiteY24-4830" fmla="*/ 1914 h 9919"/>
              <a:gd name="connsiteX25-4831" fmla="*/ 0 w 10000"/>
              <a:gd name="connsiteY25-4832" fmla="*/ 1339 h 9919"/>
              <a:gd name="connsiteX26-4833" fmla="*/ 0 w 10000"/>
              <a:gd name="connsiteY26-4834" fmla="*/ 1057 h 9919"/>
              <a:gd name="connsiteX27-4835" fmla="*/ 1339 w 10000"/>
              <a:gd name="connsiteY27-4836" fmla="*/ 0 h 9919"/>
              <a:gd name="connsiteX28-4837" fmla="*/ 1339 w 10000"/>
              <a:gd name="connsiteY28-4838" fmla="*/ 67 h 9919"/>
              <a:gd name="connsiteX29-4839" fmla="*/ 1339 w 10000"/>
              <a:gd name="connsiteY29-4840" fmla="*/ 67 h 9919"/>
              <a:gd name="connsiteX30-4841" fmla="*/ 1213 w 10000"/>
              <a:gd name="connsiteY30-4842" fmla="*/ 134 h 9919"/>
              <a:gd name="connsiteX31-4843" fmla="*/ 1213 w 10000"/>
              <a:gd name="connsiteY31-4844" fmla="*/ 214 h 9919"/>
              <a:gd name="connsiteX32-4845" fmla="*/ 1213 w 10000"/>
              <a:gd name="connsiteY32-4846" fmla="*/ 348 h 9919"/>
              <a:gd name="connsiteX33-4847" fmla="*/ 1086 w 10000"/>
              <a:gd name="connsiteY33-4848" fmla="*/ 495 h 9919"/>
              <a:gd name="connsiteX34-4849" fmla="*/ 1086 w 10000"/>
              <a:gd name="connsiteY34-4850" fmla="*/ 562 h 9919"/>
              <a:gd name="connsiteX35-4851" fmla="*/ 1086 w 10000"/>
              <a:gd name="connsiteY35-4852" fmla="*/ 710 h 9919"/>
              <a:gd name="connsiteX36-4853" fmla="*/ 1086 w 10000"/>
              <a:gd name="connsiteY36-4854" fmla="*/ 776 h 9919"/>
              <a:gd name="connsiteX37-4855" fmla="*/ 1086 w 10000"/>
              <a:gd name="connsiteY37-4856" fmla="*/ 923 h 9919"/>
              <a:gd name="connsiteX38-4857" fmla="*/ 1086 w 10000"/>
              <a:gd name="connsiteY38-4858" fmla="*/ 1204 h 9919"/>
              <a:gd name="connsiteX39-4859" fmla="*/ 1213 w 10000"/>
              <a:gd name="connsiteY39-4860" fmla="*/ 1553 h 9919"/>
              <a:gd name="connsiteX40-4861" fmla="*/ 1213 w 10000"/>
              <a:gd name="connsiteY40-4862" fmla="*/ 1914 h 9919"/>
              <a:gd name="connsiteX41-4863" fmla="*/ 1339 w 10000"/>
              <a:gd name="connsiteY41-4864" fmla="*/ 2262 h 9919"/>
              <a:gd name="connsiteX42-4865" fmla="*/ 1464 w 10000"/>
              <a:gd name="connsiteY42-4866" fmla="*/ 2691 h 9919"/>
              <a:gd name="connsiteX43-4867" fmla="*/ 1743 w 10000"/>
              <a:gd name="connsiteY43-4868" fmla="*/ 3118 h 9919"/>
              <a:gd name="connsiteX44-4869" fmla="*/ 2022 w 10000"/>
              <a:gd name="connsiteY44-4870" fmla="*/ 3614 h 9919"/>
              <a:gd name="connsiteX45-4871" fmla="*/ 2273 w 10000"/>
              <a:gd name="connsiteY45-4872" fmla="*/ 4109 h 9919"/>
              <a:gd name="connsiteX46-4873" fmla="*/ 2678 w 10000"/>
              <a:gd name="connsiteY46-4874" fmla="*/ 4672 h 9919"/>
              <a:gd name="connsiteX47-4875" fmla="*/ 3080 w 10000"/>
              <a:gd name="connsiteY47-4876" fmla="*/ 5314 h 9919"/>
              <a:gd name="connsiteX48-4877" fmla="*/ 3333 w 10000"/>
              <a:gd name="connsiteY48-4878" fmla="*/ 5595 h 9919"/>
              <a:gd name="connsiteX49-4879" fmla="*/ 3612 w 10000"/>
              <a:gd name="connsiteY49-4880" fmla="*/ 5810 h 9919"/>
              <a:gd name="connsiteX50-4881" fmla="*/ 3891 w 10000"/>
              <a:gd name="connsiteY50-4882" fmla="*/ 6090 h 9919"/>
              <a:gd name="connsiteX51-4883" fmla="*/ 4268 w 10000"/>
              <a:gd name="connsiteY51-4884" fmla="*/ 6371 h 9919"/>
              <a:gd name="connsiteX52-4885" fmla="*/ 4546 w 10000"/>
              <a:gd name="connsiteY52-4886" fmla="*/ 6653 h 9919"/>
              <a:gd name="connsiteX53-4887" fmla="*/ 4799 w 10000"/>
              <a:gd name="connsiteY53-4888" fmla="*/ 6947 h 9919"/>
              <a:gd name="connsiteX54-4889" fmla="*/ 5201 w 10000"/>
              <a:gd name="connsiteY54-4890" fmla="*/ 7162 h 9919"/>
              <a:gd name="connsiteX55-4891" fmla="*/ 5480 w 10000"/>
              <a:gd name="connsiteY55-4892" fmla="*/ 7362 h 9919"/>
              <a:gd name="connsiteX56-4893" fmla="*/ 5885 w 10000"/>
              <a:gd name="connsiteY56-4894" fmla="*/ 7576 h 9919"/>
              <a:gd name="connsiteX57-4895" fmla="*/ 6137 w 10000"/>
              <a:gd name="connsiteY57-4896" fmla="*/ 7791 h 9919"/>
              <a:gd name="connsiteX58-4897" fmla="*/ 6541 w 10000"/>
              <a:gd name="connsiteY58-4898" fmla="*/ 7938 h 9919"/>
              <a:gd name="connsiteX59-4899" fmla="*/ 6818 w 10000"/>
              <a:gd name="connsiteY59-4900" fmla="*/ 8072 h 9919"/>
              <a:gd name="connsiteX60-4901" fmla="*/ 7070 w 10000"/>
              <a:gd name="connsiteY60-4902" fmla="*/ 8219 h 9919"/>
              <a:gd name="connsiteX61-4903" fmla="*/ 7349 w 10000"/>
              <a:gd name="connsiteY61-4904" fmla="*/ 8367 h 9919"/>
              <a:gd name="connsiteX62-4905" fmla="*/ 7601 w 10000"/>
              <a:gd name="connsiteY62-4906" fmla="*/ 8433 h 9919"/>
              <a:gd name="connsiteX63-4907" fmla="*/ 7879 w 10000"/>
              <a:gd name="connsiteY63-4908" fmla="*/ 8567 h 9919"/>
              <a:gd name="connsiteX64-4909" fmla="*/ 8005 w 10000"/>
              <a:gd name="connsiteY64-4910" fmla="*/ 8647 h 9919"/>
              <a:gd name="connsiteX65-4911" fmla="*/ 8156 w 10000"/>
              <a:gd name="connsiteY65-4912" fmla="*/ 8647 h 9919"/>
              <a:gd name="connsiteX66-4913" fmla="*/ 8283 w 10000"/>
              <a:gd name="connsiteY66-4914" fmla="*/ 8714 h 9919"/>
              <a:gd name="connsiteX67-4915" fmla="*/ 8410 w 10000"/>
              <a:gd name="connsiteY67-4916" fmla="*/ 8714 h 9919"/>
              <a:gd name="connsiteX68-4917" fmla="*/ 8410 w 10000"/>
              <a:gd name="connsiteY68-4918" fmla="*/ 8714 h 9919"/>
              <a:gd name="connsiteX69-4919" fmla="*/ 8537 w 10000"/>
              <a:gd name="connsiteY69-4920" fmla="*/ 8647 h 9919"/>
              <a:gd name="connsiteX70-4921" fmla="*/ 8537 w 10000"/>
              <a:gd name="connsiteY70-4922" fmla="*/ 8567 h 9919"/>
              <a:gd name="connsiteX71-4923" fmla="*/ 8688 w 10000"/>
              <a:gd name="connsiteY71-4924" fmla="*/ 8500 h 9919"/>
              <a:gd name="connsiteX72-4925" fmla="*/ 8688 w 10000"/>
              <a:gd name="connsiteY72-4926" fmla="*/ 8433 h 9919"/>
              <a:gd name="connsiteX73-4927" fmla="*/ 8813 w 10000"/>
              <a:gd name="connsiteY73-4928" fmla="*/ 8285 h 9919"/>
              <a:gd name="connsiteX74-4929" fmla="*/ 8813 w 10000"/>
              <a:gd name="connsiteY74-4930" fmla="*/ 8152 h 9919"/>
              <a:gd name="connsiteX75-4931" fmla="*/ 8938 w 10000"/>
              <a:gd name="connsiteY75-4932" fmla="*/ 8005 h 9919"/>
              <a:gd name="connsiteX76-4933" fmla="*/ 8938 w 10000"/>
              <a:gd name="connsiteY76-4934" fmla="*/ 7791 h 9919"/>
              <a:gd name="connsiteX77-4935" fmla="*/ 9066 w 10000"/>
              <a:gd name="connsiteY77-4936" fmla="*/ 7656 h 9919"/>
              <a:gd name="connsiteX78-4937" fmla="*/ 9066 w 10000"/>
              <a:gd name="connsiteY78-4938" fmla="*/ 7576 h 9919"/>
              <a:gd name="connsiteX79-4939" fmla="*/ 9217 w 10000"/>
              <a:gd name="connsiteY79-4940" fmla="*/ 7442 h 9919"/>
              <a:gd name="connsiteX80-4941" fmla="*/ 9217 w 10000"/>
              <a:gd name="connsiteY80-4942" fmla="*/ 7362 h 9919"/>
              <a:gd name="connsiteX81-4943" fmla="*/ 9344 w 10000"/>
              <a:gd name="connsiteY81-4944" fmla="*/ 7295 h 9919"/>
              <a:gd name="connsiteX82-4945" fmla="*/ 9344 w 10000"/>
              <a:gd name="connsiteY82-4946" fmla="*/ 7295 h 9919"/>
              <a:gd name="connsiteX83-4947" fmla="*/ 9344 w 10000"/>
              <a:gd name="connsiteY83-4948" fmla="*/ 7295 h 9919"/>
              <a:gd name="connsiteX84-4949" fmla="*/ 9344 w 10000"/>
              <a:gd name="connsiteY84-4950" fmla="*/ 7295 h 9919"/>
              <a:gd name="connsiteX85-4951" fmla="*/ 9470 w 10000"/>
              <a:gd name="connsiteY85-4952" fmla="*/ 7295 h 9919"/>
              <a:gd name="connsiteX86-4953" fmla="*/ 9470 w 10000"/>
              <a:gd name="connsiteY86-4954" fmla="*/ 7362 h 9919"/>
              <a:gd name="connsiteX87-4955" fmla="*/ 9470 w 10000"/>
              <a:gd name="connsiteY87-4956" fmla="*/ 7442 h 9919"/>
              <a:gd name="connsiteX88-4957" fmla="*/ 9470 w 10000"/>
              <a:gd name="connsiteY88-4958" fmla="*/ 7576 h 9919"/>
              <a:gd name="connsiteX89-4959" fmla="*/ 9623 w 10000"/>
              <a:gd name="connsiteY89-4960" fmla="*/ 7656 h 9919"/>
              <a:gd name="connsiteX90-4961" fmla="*/ 9623 w 10000"/>
              <a:gd name="connsiteY90-4962" fmla="*/ 7791 h 9919"/>
              <a:gd name="connsiteX91-4963" fmla="*/ 9623 w 10000"/>
              <a:gd name="connsiteY91-4964" fmla="*/ 8005 h 9919"/>
              <a:gd name="connsiteX92-4965" fmla="*/ 9623 w 10000"/>
              <a:gd name="connsiteY92-4966" fmla="*/ 8285 h 9919"/>
              <a:gd name="connsiteX93-4967" fmla="*/ 9747 w 10000"/>
              <a:gd name="connsiteY93-4968" fmla="*/ 8647 h 9919"/>
              <a:gd name="connsiteX94-4969" fmla="*/ 9875 w 10000"/>
              <a:gd name="connsiteY94-4970" fmla="*/ 8928 h 9919"/>
              <a:gd name="connsiteX95-4971" fmla="*/ 10000 w 10000"/>
              <a:gd name="connsiteY95-4972" fmla="*/ 9276 h 9919"/>
              <a:gd name="connsiteX96-4973" fmla="*/ 10000 w 10000"/>
              <a:gd name="connsiteY96-4974" fmla="*/ 9357 h 9919"/>
              <a:gd name="connsiteX97-4975" fmla="*/ 10000 w 10000"/>
              <a:gd name="connsiteY97-4976" fmla="*/ 9490 h 9919"/>
              <a:gd name="connsiteX98-4977" fmla="*/ 10000 w 10000"/>
              <a:gd name="connsiteY98-4978" fmla="*/ 9638 h 9919"/>
              <a:gd name="connsiteX99-4979" fmla="*/ 10000 w 10000"/>
              <a:gd name="connsiteY99-4980" fmla="*/ 9705 h 9919"/>
              <a:gd name="connsiteX100-4981" fmla="*/ 10000 w 10000"/>
              <a:gd name="connsiteY100-4982" fmla="*/ 9772 h 9919"/>
              <a:gd name="connsiteX101-4983" fmla="*/ 10000 w 10000"/>
              <a:gd name="connsiteY101-4984" fmla="*/ 9852 h 9919"/>
              <a:gd name="connsiteX102-4985" fmla="*/ 10000 w 10000"/>
              <a:gd name="connsiteY102-4986" fmla="*/ 9852 h 9919"/>
              <a:gd name="connsiteX103-4987" fmla="*/ 10000 w 10000"/>
              <a:gd name="connsiteY103-4988" fmla="*/ 9919 h 9919"/>
              <a:gd name="connsiteX104-4989" fmla="*/ 9747 w 10000"/>
              <a:gd name="connsiteY104-4990" fmla="*/ 9852 h 9919"/>
              <a:gd name="connsiteX105-4991" fmla="*/ 9470 w 10000"/>
              <a:gd name="connsiteY105-4992" fmla="*/ 9852 h 9919"/>
              <a:gd name="connsiteX106-4993" fmla="*/ 9066 w 10000"/>
              <a:gd name="connsiteY106-4994" fmla="*/ 9772 h 9919"/>
              <a:gd name="connsiteX107-4995" fmla="*/ 8537 w 10000"/>
              <a:gd name="connsiteY107-4996" fmla="*/ 9638 h 9919"/>
              <a:gd name="connsiteX108-4997" fmla="*/ 8537 w 10000"/>
              <a:gd name="connsiteY108-4998" fmla="*/ 9638 h 9919"/>
              <a:gd name="connsiteX0-4999" fmla="*/ 8537 w 10000"/>
              <a:gd name="connsiteY0-5000" fmla="*/ 9717 h 10000"/>
              <a:gd name="connsiteX1-5001" fmla="*/ 8156 w 10000"/>
              <a:gd name="connsiteY1-5002" fmla="*/ 9567 h 10000"/>
              <a:gd name="connsiteX2-5003" fmla="*/ 7601 w 10000"/>
              <a:gd name="connsiteY2-5004" fmla="*/ 9433 h 10000"/>
              <a:gd name="connsiteX3-5005" fmla="*/ 7070 w 10000"/>
              <a:gd name="connsiteY3-5006" fmla="*/ 9218 h 10000"/>
              <a:gd name="connsiteX4-5007" fmla="*/ 6541 w 10000"/>
              <a:gd name="connsiteY4-5008" fmla="*/ 9001 h 10000"/>
              <a:gd name="connsiteX5-5009" fmla="*/ 6287 w 10000"/>
              <a:gd name="connsiteY5-5010" fmla="*/ 8853 h 10000"/>
              <a:gd name="connsiteX6-5011" fmla="*/ 6010 w 10000"/>
              <a:gd name="connsiteY6-5012" fmla="*/ 8718 h 10000"/>
              <a:gd name="connsiteX7-5013" fmla="*/ 5732 w 10000"/>
              <a:gd name="connsiteY7-5014" fmla="*/ 8569 h 10000"/>
              <a:gd name="connsiteX8-5015" fmla="*/ 5480 w 10000"/>
              <a:gd name="connsiteY8-5016" fmla="*/ 8435 h 10000"/>
              <a:gd name="connsiteX9-5017" fmla="*/ 5201 w 10000"/>
              <a:gd name="connsiteY9-5018" fmla="*/ 8219 h 10000"/>
              <a:gd name="connsiteX10-5019" fmla="*/ 4949 w 10000"/>
              <a:gd name="connsiteY10-5020" fmla="*/ 8003 h 10000"/>
              <a:gd name="connsiteX11-5021" fmla="*/ 4673 w 10000"/>
              <a:gd name="connsiteY11-5022" fmla="*/ 7787 h 10000"/>
              <a:gd name="connsiteX12-5023" fmla="*/ 4268 w 10000"/>
              <a:gd name="connsiteY12-5024" fmla="*/ 7570 h 10000"/>
              <a:gd name="connsiteX13-5025" fmla="*/ 3612 w 10000"/>
              <a:gd name="connsiteY13-5026" fmla="*/ 7071 h 10000"/>
              <a:gd name="connsiteX14-5027" fmla="*/ 3080 w 10000"/>
              <a:gd name="connsiteY14-5028" fmla="*/ 6640 h 10000"/>
              <a:gd name="connsiteX15-5029" fmla="*/ 2551 w 10000"/>
              <a:gd name="connsiteY15-5030" fmla="*/ 6140 h 10000"/>
              <a:gd name="connsiteX16-5031" fmla="*/ 2147 w 10000"/>
              <a:gd name="connsiteY16-5032" fmla="*/ 5573 h 10000"/>
              <a:gd name="connsiteX17-5033" fmla="*/ 1743 w 10000"/>
              <a:gd name="connsiteY17-5034" fmla="*/ 5074 h 10000"/>
              <a:gd name="connsiteX18-5035" fmla="*/ 1339 w 10000"/>
              <a:gd name="connsiteY18-5036" fmla="*/ 4575 h 10000"/>
              <a:gd name="connsiteX19-5037" fmla="*/ 1086 w 10000"/>
              <a:gd name="connsiteY19-5038" fmla="*/ 4076 h 10000"/>
              <a:gd name="connsiteX20-5039" fmla="*/ 934 w 10000"/>
              <a:gd name="connsiteY20-5040" fmla="*/ 3779 h 10000"/>
              <a:gd name="connsiteX21-5041" fmla="*/ 809 w 10000"/>
              <a:gd name="connsiteY21-5042" fmla="*/ 3563 h 10000"/>
              <a:gd name="connsiteX22-5043" fmla="*/ 556 w 10000"/>
              <a:gd name="connsiteY22-5044" fmla="*/ 3063 h 10000"/>
              <a:gd name="connsiteX23-5045" fmla="*/ 405 w 10000"/>
              <a:gd name="connsiteY23-5046" fmla="*/ 2496 h 10000"/>
              <a:gd name="connsiteX24-5047" fmla="*/ 153 w 10000"/>
              <a:gd name="connsiteY24-5048" fmla="*/ 1930 h 10000"/>
              <a:gd name="connsiteX25-5049" fmla="*/ 0 w 10000"/>
              <a:gd name="connsiteY25-5050" fmla="*/ 1350 h 10000"/>
              <a:gd name="connsiteX26-5051" fmla="*/ 0 w 10000"/>
              <a:gd name="connsiteY26-5052" fmla="*/ 1066 h 10000"/>
              <a:gd name="connsiteX27-5053" fmla="*/ 1339 w 10000"/>
              <a:gd name="connsiteY27-5054" fmla="*/ 0 h 10000"/>
              <a:gd name="connsiteX28-5055" fmla="*/ 1339 w 10000"/>
              <a:gd name="connsiteY28-5056" fmla="*/ 68 h 10000"/>
              <a:gd name="connsiteX29-5057" fmla="*/ 1213 w 10000"/>
              <a:gd name="connsiteY29-5058" fmla="*/ 135 h 10000"/>
              <a:gd name="connsiteX30-5059" fmla="*/ 1213 w 10000"/>
              <a:gd name="connsiteY30-5060" fmla="*/ 216 h 10000"/>
              <a:gd name="connsiteX31-5061" fmla="*/ 1213 w 10000"/>
              <a:gd name="connsiteY31-5062" fmla="*/ 351 h 10000"/>
              <a:gd name="connsiteX32-5063" fmla="*/ 1086 w 10000"/>
              <a:gd name="connsiteY32-5064" fmla="*/ 499 h 10000"/>
              <a:gd name="connsiteX33-5065" fmla="*/ 1086 w 10000"/>
              <a:gd name="connsiteY33-5066" fmla="*/ 567 h 10000"/>
              <a:gd name="connsiteX34-5067" fmla="*/ 1086 w 10000"/>
              <a:gd name="connsiteY34-5068" fmla="*/ 716 h 10000"/>
              <a:gd name="connsiteX35-5069" fmla="*/ 1086 w 10000"/>
              <a:gd name="connsiteY35-5070" fmla="*/ 782 h 10000"/>
              <a:gd name="connsiteX36-5071" fmla="*/ 1086 w 10000"/>
              <a:gd name="connsiteY36-5072" fmla="*/ 931 h 10000"/>
              <a:gd name="connsiteX37-5073" fmla="*/ 1086 w 10000"/>
              <a:gd name="connsiteY37-5074" fmla="*/ 1214 h 10000"/>
              <a:gd name="connsiteX38-5075" fmla="*/ 1213 w 10000"/>
              <a:gd name="connsiteY38-5076" fmla="*/ 1566 h 10000"/>
              <a:gd name="connsiteX39-5077" fmla="*/ 1213 w 10000"/>
              <a:gd name="connsiteY39-5078" fmla="*/ 1930 h 10000"/>
              <a:gd name="connsiteX40-5079" fmla="*/ 1339 w 10000"/>
              <a:gd name="connsiteY40-5080" fmla="*/ 2280 h 10000"/>
              <a:gd name="connsiteX41-5081" fmla="*/ 1464 w 10000"/>
              <a:gd name="connsiteY41-5082" fmla="*/ 2713 h 10000"/>
              <a:gd name="connsiteX42-5083" fmla="*/ 1743 w 10000"/>
              <a:gd name="connsiteY42-5084" fmla="*/ 3143 h 10000"/>
              <a:gd name="connsiteX43-5085" fmla="*/ 2022 w 10000"/>
              <a:gd name="connsiteY43-5086" fmla="*/ 3644 h 10000"/>
              <a:gd name="connsiteX44-5087" fmla="*/ 2273 w 10000"/>
              <a:gd name="connsiteY44-5088" fmla="*/ 4143 h 10000"/>
              <a:gd name="connsiteX45-5089" fmla="*/ 2678 w 10000"/>
              <a:gd name="connsiteY45-5090" fmla="*/ 4710 h 10000"/>
              <a:gd name="connsiteX46-5091" fmla="*/ 3080 w 10000"/>
              <a:gd name="connsiteY46-5092" fmla="*/ 5357 h 10000"/>
              <a:gd name="connsiteX47-5093" fmla="*/ 3333 w 10000"/>
              <a:gd name="connsiteY47-5094" fmla="*/ 5641 h 10000"/>
              <a:gd name="connsiteX48-5095" fmla="*/ 3612 w 10000"/>
              <a:gd name="connsiteY48-5096" fmla="*/ 5857 h 10000"/>
              <a:gd name="connsiteX49-5097" fmla="*/ 3891 w 10000"/>
              <a:gd name="connsiteY49-5098" fmla="*/ 6140 h 10000"/>
              <a:gd name="connsiteX50-5099" fmla="*/ 4268 w 10000"/>
              <a:gd name="connsiteY50-5100" fmla="*/ 6423 h 10000"/>
              <a:gd name="connsiteX51-5101" fmla="*/ 4546 w 10000"/>
              <a:gd name="connsiteY51-5102" fmla="*/ 6707 h 10000"/>
              <a:gd name="connsiteX52-5103" fmla="*/ 4799 w 10000"/>
              <a:gd name="connsiteY52-5104" fmla="*/ 7004 h 10000"/>
              <a:gd name="connsiteX53-5105" fmla="*/ 5201 w 10000"/>
              <a:gd name="connsiteY53-5106" fmla="*/ 7220 h 10000"/>
              <a:gd name="connsiteX54-5107" fmla="*/ 5480 w 10000"/>
              <a:gd name="connsiteY54-5108" fmla="*/ 7422 h 10000"/>
              <a:gd name="connsiteX55-5109" fmla="*/ 5885 w 10000"/>
              <a:gd name="connsiteY55-5110" fmla="*/ 7638 h 10000"/>
              <a:gd name="connsiteX56-5111" fmla="*/ 6137 w 10000"/>
              <a:gd name="connsiteY56-5112" fmla="*/ 7855 h 10000"/>
              <a:gd name="connsiteX57-5113" fmla="*/ 6541 w 10000"/>
              <a:gd name="connsiteY57-5114" fmla="*/ 8003 h 10000"/>
              <a:gd name="connsiteX58-5115" fmla="*/ 6818 w 10000"/>
              <a:gd name="connsiteY58-5116" fmla="*/ 8138 h 10000"/>
              <a:gd name="connsiteX59-5117" fmla="*/ 7070 w 10000"/>
              <a:gd name="connsiteY59-5118" fmla="*/ 8286 h 10000"/>
              <a:gd name="connsiteX60-5119" fmla="*/ 7349 w 10000"/>
              <a:gd name="connsiteY60-5120" fmla="*/ 8435 h 10000"/>
              <a:gd name="connsiteX61-5121" fmla="*/ 7601 w 10000"/>
              <a:gd name="connsiteY61-5122" fmla="*/ 8502 h 10000"/>
              <a:gd name="connsiteX62-5123" fmla="*/ 7879 w 10000"/>
              <a:gd name="connsiteY62-5124" fmla="*/ 8637 h 10000"/>
              <a:gd name="connsiteX63-5125" fmla="*/ 8005 w 10000"/>
              <a:gd name="connsiteY63-5126" fmla="*/ 8718 h 10000"/>
              <a:gd name="connsiteX64-5127" fmla="*/ 8156 w 10000"/>
              <a:gd name="connsiteY64-5128" fmla="*/ 8718 h 10000"/>
              <a:gd name="connsiteX65-5129" fmla="*/ 8283 w 10000"/>
              <a:gd name="connsiteY65-5130" fmla="*/ 8785 h 10000"/>
              <a:gd name="connsiteX66-5131" fmla="*/ 8410 w 10000"/>
              <a:gd name="connsiteY66-5132" fmla="*/ 8785 h 10000"/>
              <a:gd name="connsiteX67-5133" fmla="*/ 8410 w 10000"/>
              <a:gd name="connsiteY67-5134" fmla="*/ 8785 h 10000"/>
              <a:gd name="connsiteX68-5135" fmla="*/ 8537 w 10000"/>
              <a:gd name="connsiteY68-5136" fmla="*/ 8718 h 10000"/>
              <a:gd name="connsiteX69-5137" fmla="*/ 8537 w 10000"/>
              <a:gd name="connsiteY69-5138" fmla="*/ 8637 h 10000"/>
              <a:gd name="connsiteX70-5139" fmla="*/ 8688 w 10000"/>
              <a:gd name="connsiteY70-5140" fmla="*/ 8569 h 10000"/>
              <a:gd name="connsiteX71-5141" fmla="*/ 8688 w 10000"/>
              <a:gd name="connsiteY71-5142" fmla="*/ 8502 h 10000"/>
              <a:gd name="connsiteX72-5143" fmla="*/ 8813 w 10000"/>
              <a:gd name="connsiteY72-5144" fmla="*/ 8353 h 10000"/>
              <a:gd name="connsiteX73-5145" fmla="*/ 8813 w 10000"/>
              <a:gd name="connsiteY73-5146" fmla="*/ 8219 h 10000"/>
              <a:gd name="connsiteX74-5147" fmla="*/ 8938 w 10000"/>
              <a:gd name="connsiteY74-5148" fmla="*/ 8070 h 10000"/>
              <a:gd name="connsiteX75-5149" fmla="*/ 8938 w 10000"/>
              <a:gd name="connsiteY75-5150" fmla="*/ 7855 h 10000"/>
              <a:gd name="connsiteX76-5151" fmla="*/ 9066 w 10000"/>
              <a:gd name="connsiteY76-5152" fmla="*/ 7719 h 10000"/>
              <a:gd name="connsiteX77-5153" fmla="*/ 9066 w 10000"/>
              <a:gd name="connsiteY77-5154" fmla="*/ 7638 h 10000"/>
              <a:gd name="connsiteX78-5155" fmla="*/ 9217 w 10000"/>
              <a:gd name="connsiteY78-5156" fmla="*/ 7503 h 10000"/>
              <a:gd name="connsiteX79-5157" fmla="*/ 9217 w 10000"/>
              <a:gd name="connsiteY79-5158" fmla="*/ 7422 h 10000"/>
              <a:gd name="connsiteX80-5159" fmla="*/ 9344 w 10000"/>
              <a:gd name="connsiteY80-5160" fmla="*/ 7355 h 10000"/>
              <a:gd name="connsiteX81-5161" fmla="*/ 9344 w 10000"/>
              <a:gd name="connsiteY81-5162" fmla="*/ 7355 h 10000"/>
              <a:gd name="connsiteX82-5163" fmla="*/ 9344 w 10000"/>
              <a:gd name="connsiteY82-5164" fmla="*/ 7355 h 10000"/>
              <a:gd name="connsiteX83-5165" fmla="*/ 9344 w 10000"/>
              <a:gd name="connsiteY83-5166" fmla="*/ 7355 h 10000"/>
              <a:gd name="connsiteX84-5167" fmla="*/ 9470 w 10000"/>
              <a:gd name="connsiteY84-5168" fmla="*/ 7355 h 10000"/>
              <a:gd name="connsiteX85-5169" fmla="*/ 9470 w 10000"/>
              <a:gd name="connsiteY85-5170" fmla="*/ 7422 h 10000"/>
              <a:gd name="connsiteX86-5171" fmla="*/ 9470 w 10000"/>
              <a:gd name="connsiteY86-5172" fmla="*/ 7503 h 10000"/>
              <a:gd name="connsiteX87-5173" fmla="*/ 9470 w 10000"/>
              <a:gd name="connsiteY87-5174" fmla="*/ 7638 h 10000"/>
              <a:gd name="connsiteX88-5175" fmla="*/ 9623 w 10000"/>
              <a:gd name="connsiteY88-5176" fmla="*/ 7719 h 10000"/>
              <a:gd name="connsiteX89-5177" fmla="*/ 9623 w 10000"/>
              <a:gd name="connsiteY89-5178" fmla="*/ 7855 h 10000"/>
              <a:gd name="connsiteX90-5179" fmla="*/ 9623 w 10000"/>
              <a:gd name="connsiteY90-5180" fmla="*/ 8070 h 10000"/>
              <a:gd name="connsiteX91-5181" fmla="*/ 9623 w 10000"/>
              <a:gd name="connsiteY91-5182" fmla="*/ 8353 h 10000"/>
              <a:gd name="connsiteX92-5183" fmla="*/ 9747 w 10000"/>
              <a:gd name="connsiteY92-5184" fmla="*/ 8718 h 10000"/>
              <a:gd name="connsiteX93-5185" fmla="*/ 9875 w 10000"/>
              <a:gd name="connsiteY93-5186" fmla="*/ 9001 h 10000"/>
              <a:gd name="connsiteX94-5187" fmla="*/ 10000 w 10000"/>
              <a:gd name="connsiteY94-5188" fmla="*/ 9352 h 10000"/>
              <a:gd name="connsiteX95-5189" fmla="*/ 10000 w 10000"/>
              <a:gd name="connsiteY95-5190" fmla="*/ 9433 h 10000"/>
              <a:gd name="connsiteX96-5191" fmla="*/ 10000 w 10000"/>
              <a:gd name="connsiteY96-5192" fmla="*/ 9567 h 10000"/>
              <a:gd name="connsiteX97-5193" fmla="*/ 10000 w 10000"/>
              <a:gd name="connsiteY97-5194" fmla="*/ 9717 h 10000"/>
              <a:gd name="connsiteX98-5195" fmla="*/ 10000 w 10000"/>
              <a:gd name="connsiteY98-5196" fmla="*/ 9784 h 10000"/>
              <a:gd name="connsiteX99-5197" fmla="*/ 10000 w 10000"/>
              <a:gd name="connsiteY99-5198" fmla="*/ 9852 h 10000"/>
              <a:gd name="connsiteX100-5199" fmla="*/ 10000 w 10000"/>
              <a:gd name="connsiteY100-5200" fmla="*/ 9932 h 10000"/>
              <a:gd name="connsiteX101-5201" fmla="*/ 10000 w 10000"/>
              <a:gd name="connsiteY101-5202" fmla="*/ 9932 h 10000"/>
              <a:gd name="connsiteX102-5203" fmla="*/ 10000 w 10000"/>
              <a:gd name="connsiteY102-5204" fmla="*/ 10000 h 10000"/>
              <a:gd name="connsiteX103-5205" fmla="*/ 9747 w 10000"/>
              <a:gd name="connsiteY103-5206" fmla="*/ 9932 h 10000"/>
              <a:gd name="connsiteX104-5207" fmla="*/ 9470 w 10000"/>
              <a:gd name="connsiteY104-5208" fmla="*/ 9932 h 10000"/>
              <a:gd name="connsiteX105-5209" fmla="*/ 9066 w 10000"/>
              <a:gd name="connsiteY105-5210" fmla="*/ 9852 h 10000"/>
              <a:gd name="connsiteX106-5211" fmla="*/ 8537 w 10000"/>
              <a:gd name="connsiteY106-5212" fmla="*/ 9717 h 10000"/>
              <a:gd name="connsiteX107-5213" fmla="*/ 8537 w 10000"/>
              <a:gd name="connsiteY107-5214" fmla="*/ 9717 h 10000"/>
              <a:gd name="connsiteX0-5215" fmla="*/ 8537 w 10000"/>
              <a:gd name="connsiteY0-5216" fmla="*/ 9717 h 10000"/>
              <a:gd name="connsiteX1-5217" fmla="*/ 8156 w 10000"/>
              <a:gd name="connsiteY1-5218" fmla="*/ 9567 h 10000"/>
              <a:gd name="connsiteX2-5219" fmla="*/ 7601 w 10000"/>
              <a:gd name="connsiteY2-5220" fmla="*/ 9433 h 10000"/>
              <a:gd name="connsiteX3-5221" fmla="*/ 7070 w 10000"/>
              <a:gd name="connsiteY3-5222" fmla="*/ 9218 h 10000"/>
              <a:gd name="connsiteX4-5223" fmla="*/ 6541 w 10000"/>
              <a:gd name="connsiteY4-5224" fmla="*/ 9001 h 10000"/>
              <a:gd name="connsiteX5-5225" fmla="*/ 6287 w 10000"/>
              <a:gd name="connsiteY5-5226" fmla="*/ 8853 h 10000"/>
              <a:gd name="connsiteX6-5227" fmla="*/ 6010 w 10000"/>
              <a:gd name="connsiteY6-5228" fmla="*/ 8718 h 10000"/>
              <a:gd name="connsiteX7-5229" fmla="*/ 5732 w 10000"/>
              <a:gd name="connsiteY7-5230" fmla="*/ 8569 h 10000"/>
              <a:gd name="connsiteX8-5231" fmla="*/ 5480 w 10000"/>
              <a:gd name="connsiteY8-5232" fmla="*/ 8435 h 10000"/>
              <a:gd name="connsiteX9-5233" fmla="*/ 5201 w 10000"/>
              <a:gd name="connsiteY9-5234" fmla="*/ 8219 h 10000"/>
              <a:gd name="connsiteX10-5235" fmla="*/ 4949 w 10000"/>
              <a:gd name="connsiteY10-5236" fmla="*/ 8003 h 10000"/>
              <a:gd name="connsiteX11-5237" fmla="*/ 4673 w 10000"/>
              <a:gd name="connsiteY11-5238" fmla="*/ 7787 h 10000"/>
              <a:gd name="connsiteX12-5239" fmla="*/ 4268 w 10000"/>
              <a:gd name="connsiteY12-5240" fmla="*/ 7570 h 10000"/>
              <a:gd name="connsiteX13-5241" fmla="*/ 3612 w 10000"/>
              <a:gd name="connsiteY13-5242" fmla="*/ 7071 h 10000"/>
              <a:gd name="connsiteX14-5243" fmla="*/ 3080 w 10000"/>
              <a:gd name="connsiteY14-5244" fmla="*/ 6640 h 10000"/>
              <a:gd name="connsiteX15-5245" fmla="*/ 2551 w 10000"/>
              <a:gd name="connsiteY15-5246" fmla="*/ 6140 h 10000"/>
              <a:gd name="connsiteX16-5247" fmla="*/ 2147 w 10000"/>
              <a:gd name="connsiteY16-5248" fmla="*/ 5573 h 10000"/>
              <a:gd name="connsiteX17-5249" fmla="*/ 1743 w 10000"/>
              <a:gd name="connsiteY17-5250" fmla="*/ 5074 h 10000"/>
              <a:gd name="connsiteX18-5251" fmla="*/ 1339 w 10000"/>
              <a:gd name="connsiteY18-5252" fmla="*/ 4575 h 10000"/>
              <a:gd name="connsiteX19-5253" fmla="*/ 1086 w 10000"/>
              <a:gd name="connsiteY19-5254" fmla="*/ 4076 h 10000"/>
              <a:gd name="connsiteX20-5255" fmla="*/ 934 w 10000"/>
              <a:gd name="connsiteY20-5256" fmla="*/ 3779 h 10000"/>
              <a:gd name="connsiteX21-5257" fmla="*/ 809 w 10000"/>
              <a:gd name="connsiteY21-5258" fmla="*/ 3563 h 10000"/>
              <a:gd name="connsiteX22-5259" fmla="*/ 556 w 10000"/>
              <a:gd name="connsiteY22-5260" fmla="*/ 3063 h 10000"/>
              <a:gd name="connsiteX23-5261" fmla="*/ 405 w 10000"/>
              <a:gd name="connsiteY23-5262" fmla="*/ 2496 h 10000"/>
              <a:gd name="connsiteX24-5263" fmla="*/ 153 w 10000"/>
              <a:gd name="connsiteY24-5264" fmla="*/ 1930 h 10000"/>
              <a:gd name="connsiteX25-5265" fmla="*/ 0 w 10000"/>
              <a:gd name="connsiteY25-5266" fmla="*/ 1350 h 10000"/>
              <a:gd name="connsiteX26-5267" fmla="*/ 0 w 10000"/>
              <a:gd name="connsiteY26-5268" fmla="*/ 1066 h 10000"/>
              <a:gd name="connsiteX27-5269" fmla="*/ 1339 w 10000"/>
              <a:gd name="connsiteY27-5270" fmla="*/ 0 h 10000"/>
              <a:gd name="connsiteX28-5271" fmla="*/ 1339 w 10000"/>
              <a:gd name="connsiteY28-5272" fmla="*/ 68 h 10000"/>
              <a:gd name="connsiteX29-5273" fmla="*/ 1213 w 10000"/>
              <a:gd name="connsiteY29-5274" fmla="*/ 216 h 10000"/>
              <a:gd name="connsiteX30-5275" fmla="*/ 1213 w 10000"/>
              <a:gd name="connsiteY30-5276" fmla="*/ 351 h 10000"/>
              <a:gd name="connsiteX31-5277" fmla="*/ 1086 w 10000"/>
              <a:gd name="connsiteY31-5278" fmla="*/ 499 h 10000"/>
              <a:gd name="connsiteX32-5279" fmla="*/ 1086 w 10000"/>
              <a:gd name="connsiteY32-5280" fmla="*/ 567 h 10000"/>
              <a:gd name="connsiteX33-5281" fmla="*/ 1086 w 10000"/>
              <a:gd name="connsiteY33-5282" fmla="*/ 716 h 10000"/>
              <a:gd name="connsiteX34-5283" fmla="*/ 1086 w 10000"/>
              <a:gd name="connsiteY34-5284" fmla="*/ 782 h 10000"/>
              <a:gd name="connsiteX35-5285" fmla="*/ 1086 w 10000"/>
              <a:gd name="connsiteY35-5286" fmla="*/ 931 h 10000"/>
              <a:gd name="connsiteX36-5287" fmla="*/ 1086 w 10000"/>
              <a:gd name="connsiteY36-5288" fmla="*/ 1214 h 10000"/>
              <a:gd name="connsiteX37-5289" fmla="*/ 1213 w 10000"/>
              <a:gd name="connsiteY37-5290" fmla="*/ 1566 h 10000"/>
              <a:gd name="connsiteX38-5291" fmla="*/ 1213 w 10000"/>
              <a:gd name="connsiteY38-5292" fmla="*/ 1930 h 10000"/>
              <a:gd name="connsiteX39-5293" fmla="*/ 1339 w 10000"/>
              <a:gd name="connsiteY39-5294" fmla="*/ 2280 h 10000"/>
              <a:gd name="connsiteX40-5295" fmla="*/ 1464 w 10000"/>
              <a:gd name="connsiteY40-5296" fmla="*/ 2713 h 10000"/>
              <a:gd name="connsiteX41-5297" fmla="*/ 1743 w 10000"/>
              <a:gd name="connsiteY41-5298" fmla="*/ 3143 h 10000"/>
              <a:gd name="connsiteX42-5299" fmla="*/ 2022 w 10000"/>
              <a:gd name="connsiteY42-5300" fmla="*/ 3644 h 10000"/>
              <a:gd name="connsiteX43-5301" fmla="*/ 2273 w 10000"/>
              <a:gd name="connsiteY43-5302" fmla="*/ 4143 h 10000"/>
              <a:gd name="connsiteX44-5303" fmla="*/ 2678 w 10000"/>
              <a:gd name="connsiteY44-5304" fmla="*/ 4710 h 10000"/>
              <a:gd name="connsiteX45-5305" fmla="*/ 3080 w 10000"/>
              <a:gd name="connsiteY45-5306" fmla="*/ 5357 h 10000"/>
              <a:gd name="connsiteX46-5307" fmla="*/ 3333 w 10000"/>
              <a:gd name="connsiteY46-5308" fmla="*/ 5641 h 10000"/>
              <a:gd name="connsiteX47-5309" fmla="*/ 3612 w 10000"/>
              <a:gd name="connsiteY47-5310" fmla="*/ 5857 h 10000"/>
              <a:gd name="connsiteX48-5311" fmla="*/ 3891 w 10000"/>
              <a:gd name="connsiteY48-5312" fmla="*/ 6140 h 10000"/>
              <a:gd name="connsiteX49-5313" fmla="*/ 4268 w 10000"/>
              <a:gd name="connsiteY49-5314" fmla="*/ 6423 h 10000"/>
              <a:gd name="connsiteX50-5315" fmla="*/ 4546 w 10000"/>
              <a:gd name="connsiteY50-5316" fmla="*/ 6707 h 10000"/>
              <a:gd name="connsiteX51-5317" fmla="*/ 4799 w 10000"/>
              <a:gd name="connsiteY51-5318" fmla="*/ 7004 h 10000"/>
              <a:gd name="connsiteX52-5319" fmla="*/ 5201 w 10000"/>
              <a:gd name="connsiteY52-5320" fmla="*/ 7220 h 10000"/>
              <a:gd name="connsiteX53-5321" fmla="*/ 5480 w 10000"/>
              <a:gd name="connsiteY53-5322" fmla="*/ 7422 h 10000"/>
              <a:gd name="connsiteX54-5323" fmla="*/ 5885 w 10000"/>
              <a:gd name="connsiteY54-5324" fmla="*/ 7638 h 10000"/>
              <a:gd name="connsiteX55-5325" fmla="*/ 6137 w 10000"/>
              <a:gd name="connsiteY55-5326" fmla="*/ 7855 h 10000"/>
              <a:gd name="connsiteX56-5327" fmla="*/ 6541 w 10000"/>
              <a:gd name="connsiteY56-5328" fmla="*/ 8003 h 10000"/>
              <a:gd name="connsiteX57-5329" fmla="*/ 6818 w 10000"/>
              <a:gd name="connsiteY57-5330" fmla="*/ 8138 h 10000"/>
              <a:gd name="connsiteX58-5331" fmla="*/ 7070 w 10000"/>
              <a:gd name="connsiteY58-5332" fmla="*/ 8286 h 10000"/>
              <a:gd name="connsiteX59-5333" fmla="*/ 7349 w 10000"/>
              <a:gd name="connsiteY59-5334" fmla="*/ 8435 h 10000"/>
              <a:gd name="connsiteX60-5335" fmla="*/ 7601 w 10000"/>
              <a:gd name="connsiteY60-5336" fmla="*/ 8502 h 10000"/>
              <a:gd name="connsiteX61-5337" fmla="*/ 7879 w 10000"/>
              <a:gd name="connsiteY61-5338" fmla="*/ 8637 h 10000"/>
              <a:gd name="connsiteX62-5339" fmla="*/ 8005 w 10000"/>
              <a:gd name="connsiteY62-5340" fmla="*/ 8718 h 10000"/>
              <a:gd name="connsiteX63-5341" fmla="*/ 8156 w 10000"/>
              <a:gd name="connsiteY63-5342" fmla="*/ 8718 h 10000"/>
              <a:gd name="connsiteX64-5343" fmla="*/ 8283 w 10000"/>
              <a:gd name="connsiteY64-5344" fmla="*/ 8785 h 10000"/>
              <a:gd name="connsiteX65-5345" fmla="*/ 8410 w 10000"/>
              <a:gd name="connsiteY65-5346" fmla="*/ 8785 h 10000"/>
              <a:gd name="connsiteX66-5347" fmla="*/ 8410 w 10000"/>
              <a:gd name="connsiteY66-5348" fmla="*/ 8785 h 10000"/>
              <a:gd name="connsiteX67-5349" fmla="*/ 8537 w 10000"/>
              <a:gd name="connsiteY67-5350" fmla="*/ 8718 h 10000"/>
              <a:gd name="connsiteX68-5351" fmla="*/ 8537 w 10000"/>
              <a:gd name="connsiteY68-5352" fmla="*/ 8637 h 10000"/>
              <a:gd name="connsiteX69-5353" fmla="*/ 8688 w 10000"/>
              <a:gd name="connsiteY69-5354" fmla="*/ 8569 h 10000"/>
              <a:gd name="connsiteX70-5355" fmla="*/ 8688 w 10000"/>
              <a:gd name="connsiteY70-5356" fmla="*/ 8502 h 10000"/>
              <a:gd name="connsiteX71-5357" fmla="*/ 8813 w 10000"/>
              <a:gd name="connsiteY71-5358" fmla="*/ 8353 h 10000"/>
              <a:gd name="connsiteX72-5359" fmla="*/ 8813 w 10000"/>
              <a:gd name="connsiteY72-5360" fmla="*/ 8219 h 10000"/>
              <a:gd name="connsiteX73-5361" fmla="*/ 8938 w 10000"/>
              <a:gd name="connsiteY73-5362" fmla="*/ 8070 h 10000"/>
              <a:gd name="connsiteX74-5363" fmla="*/ 8938 w 10000"/>
              <a:gd name="connsiteY74-5364" fmla="*/ 7855 h 10000"/>
              <a:gd name="connsiteX75-5365" fmla="*/ 9066 w 10000"/>
              <a:gd name="connsiteY75-5366" fmla="*/ 7719 h 10000"/>
              <a:gd name="connsiteX76-5367" fmla="*/ 9066 w 10000"/>
              <a:gd name="connsiteY76-5368" fmla="*/ 7638 h 10000"/>
              <a:gd name="connsiteX77-5369" fmla="*/ 9217 w 10000"/>
              <a:gd name="connsiteY77-5370" fmla="*/ 7503 h 10000"/>
              <a:gd name="connsiteX78-5371" fmla="*/ 9217 w 10000"/>
              <a:gd name="connsiteY78-5372" fmla="*/ 7422 h 10000"/>
              <a:gd name="connsiteX79-5373" fmla="*/ 9344 w 10000"/>
              <a:gd name="connsiteY79-5374" fmla="*/ 7355 h 10000"/>
              <a:gd name="connsiteX80-5375" fmla="*/ 9344 w 10000"/>
              <a:gd name="connsiteY80-5376" fmla="*/ 7355 h 10000"/>
              <a:gd name="connsiteX81-5377" fmla="*/ 9344 w 10000"/>
              <a:gd name="connsiteY81-5378" fmla="*/ 7355 h 10000"/>
              <a:gd name="connsiteX82-5379" fmla="*/ 9344 w 10000"/>
              <a:gd name="connsiteY82-5380" fmla="*/ 7355 h 10000"/>
              <a:gd name="connsiteX83-5381" fmla="*/ 9470 w 10000"/>
              <a:gd name="connsiteY83-5382" fmla="*/ 7355 h 10000"/>
              <a:gd name="connsiteX84-5383" fmla="*/ 9470 w 10000"/>
              <a:gd name="connsiteY84-5384" fmla="*/ 7422 h 10000"/>
              <a:gd name="connsiteX85-5385" fmla="*/ 9470 w 10000"/>
              <a:gd name="connsiteY85-5386" fmla="*/ 7503 h 10000"/>
              <a:gd name="connsiteX86-5387" fmla="*/ 9470 w 10000"/>
              <a:gd name="connsiteY86-5388" fmla="*/ 7638 h 10000"/>
              <a:gd name="connsiteX87-5389" fmla="*/ 9623 w 10000"/>
              <a:gd name="connsiteY87-5390" fmla="*/ 7719 h 10000"/>
              <a:gd name="connsiteX88-5391" fmla="*/ 9623 w 10000"/>
              <a:gd name="connsiteY88-5392" fmla="*/ 7855 h 10000"/>
              <a:gd name="connsiteX89-5393" fmla="*/ 9623 w 10000"/>
              <a:gd name="connsiteY89-5394" fmla="*/ 8070 h 10000"/>
              <a:gd name="connsiteX90-5395" fmla="*/ 9623 w 10000"/>
              <a:gd name="connsiteY90-5396" fmla="*/ 8353 h 10000"/>
              <a:gd name="connsiteX91-5397" fmla="*/ 9747 w 10000"/>
              <a:gd name="connsiteY91-5398" fmla="*/ 8718 h 10000"/>
              <a:gd name="connsiteX92-5399" fmla="*/ 9875 w 10000"/>
              <a:gd name="connsiteY92-5400" fmla="*/ 9001 h 10000"/>
              <a:gd name="connsiteX93-5401" fmla="*/ 10000 w 10000"/>
              <a:gd name="connsiteY93-5402" fmla="*/ 9352 h 10000"/>
              <a:gd name="connsiteX94-5403" fmla="*/ 10000 w 10000"/>
              <a:gd name="connsiteY94-5404" fmla="*/ 9433 h 10000"/>
              <a:gd name="connsiteX95-5405" fmla="*/ 10000 w 10000"/>
              <a:gd name="connsiteY95-5406" fmla="*/ 9567 h 10000"/>
              <a:gd name="connsiteX96-5407" fmla="*/ 10000 w 10000"/>
              <a:gd name="connsiteY96-5408" fmla="*/ 9717 h 10000"/>
              <a:gd name="connsiteX97-5409" fmla="*/ 10000 w 10000"/>
              <a:gd name="connsiteY97-5410" fmla="*/ 9784 h 10000"/>
              <a:gd name="connsiteX98-5411" fmla="*/ 10000 w 10000"/>
              <a:gd name="connsiteY98-5412" fmla="*/ 9852 h 10000"/>
              <a:gd name="connsiteX99-5413" fmla="*/ 10000 w 10000"/>
              <a:gd name="connsiteY99-5414" fmla="*/ 9932 h 10000"/>
              <a:gd name="connsiteX100-5415" fmla="*/ 10000 w 10000"/>
              <a:gd name="connsiteY100-5416" fmla="*/ 9932 h 10000"/>
              <a:gd name="connsiteX101-5417" fmla="*/ 10000 w 10000"/>
              <a:gd name="connsiteY101-5418" fmla="*/ 10000 h 10000"/>
              <a:gd name="connsiteX102-5419" fmla="*/ 9747 w 10000"/>
              <a:gd name="connsiteY102-5420" fmla="*/ 9932 h 10000"/>
              <a:gd name="connsiteX103-5421" fmla="*/ 9470 w 10000"/>
              <a:gd name="connsiteY103-5422" fmla="*/ 9932 h 10000"/>
              <a:gd name="connsiteX104-5423" fmla="*/ 9066 w 10000"/>
              <a:gd name="connsiteY104-5424" fmla="*/ 9852 h 10000"/>
              <a:gd name="connsiteX105-5425" fmla="*/ 8537 w 10000"/>
              <a:gd name="connsiteY105-5426" fmla="*/ 9717 h 10000"/>
              <a:gd name="connsiteX106-5427" fmla="*/ 8537 w 10000"/>
              <a:gd name="connsiteY106-5428" fmla="*/ 9717 h 10000"/>
              <a:gd name="connsiteX0-5429" fmla="*/ 8537 w 10000"/>
              <a:gd name="connsiteY0-5430" fmla="*/ 9717 h 10000"/>
              <a:gd name="connsiteX1-5431" fmla="*/ 8156 w 10000"/>
              <a:gd name="connsiteY1-5432" fmla="*/ 9567 h 10000"/>
              <a:gd name="connsiteX2-5433" fmla="*/ 7601 w 10000"/>
              <a:gd name="connsiteY2-5434" fmla="*/ 9433 h 10000"/>
              <a:gd name="connsiteX3-5435" fmla="*/ 7070 w 10000"/>
              <a:gd name="connsiteY3-5436" fmla="*/ 9218 h 10000"/>
              <a:gd name="connsiteX4-5437" fmla="*/ 6541 w 10000"/>
              <a:gd name="connsiteY4-5438" fmla="*/ 9001 h 10000"/>
              <a:gd name="connsiteX5-5439" fmla="*/ 6287 w 10000"/>
              <a:gd name="connsiteY5-5440" fmla="*/ 8853 h 10000"/>
              <a:gd name="connsiteX6-5441" fmla="*/ 6010 w 10000"/>
              <a:gd name="connsiteY6-5442" fmla="*/ 8718 h 10000"/>
              <a:gd name="connsiteX7-5443" fmla="*/ 5732 w 10000"/>
              <a:gd name="connsiteY7-5444" fmla="*/ 8569 h 10000"/>
              <a:gd name="connsiteX8-5445" fmla="*/ 5480 w 10000"/>
              <a:gd name="connsiteY8-5446" fmla="*/ 8435 h 10000"/>
              <a:gd name="connsiteX9-5447" fmla="*/ 5201 w 10000"/>
              <a:gd name="connsiteY9-5448" fmla="*/ 8219 h 10000"/>
              <a:gd name="connsiteX10-5449" fmla="*/ 4949 w 10000"/>
              <a:gd name="connsiteY10-5450" fmla="*/ 8003 h 10000"/>
              <a:gd name="connsiteX11-5451" fmla="*/ 4673 w 10000"/>
              <a:gd name="connsiteY11-5452" fmla="*/ 7787 h 10000"/>
              <a:gd name="connsiteX12-5453" fmla="*/ 4268 w 10000"/>
              <a:gd name="connsiteY12-5454" fmla="*/ 7570 h 10000"/>
              <a:gd name="connsiteX13-5455" fmla="*/ 3612 w 10000"/>
              <a:gd name="connsiteY13-5456" fmla="*/ 7071 h 10000"/>
              <a:gd name="connsiteX14-5457" fmla="*/ 3080 w 10000"/>
              <a:gd name="connsiteY14-5458" fmla="*/ 6640 h 10000"/>
              <a:gd name="connsiteX15-5459" fmla="*/ 2551 w 10000"/>
              <a:gd name="connsiteY15-5460" fmla="*/ 6140 h 10000"/>
              <a:gd name="connsiteX16-5461" fmla="*/ 2147 w 10000"/>
              <a:gd name="connsiteY16-5462" fmla="*/ 5573 h 10000"/>
              <a:gd name="connsiteX17-5463" fmla="*/ 1743 w 10000"/>
              <a:gd name="connsiteY17-5464" fmla="*/ 5074 h 10000"/>
              <a:gd name="connsiteX18-5465" fmla="*/ 1339 w 10000"/>
              <a:gd name="connsiteY18-5466" fmla="*/ 4575 h 10000"/>
              <a:gd name="connsiteX19-5467" fmla="*/ 1086 w 10000"/>
              <a:gd name="connsiteY19-5468" fmla="*/ 4076 h 10000"/>
              <a:gd name="connsiteX20-5469" fmla="*/ 934 w 10000"/>
              <a:gd name="connsiteY20-5470" fmla="*/ 3779 h 10000"/>
              <a:gd name="connsiteX21-5471" fmla="*/ 809 w 10000"/>
              <a:gd name="connsiteY21-5472" fmla="*/ 3563 h 10000"/>
              <a:gd name="connsiteX22-5473" fmla="*/ 556 w 10000"/>
              <a:gd name="connsiteY22-5474" fmla="*/ 3063 h 10000"/>
              <a:gd name="connsiteX23-5475" fmla="*/ 405 w 10000"/>
              <a:gd name="connsiteY23-5476" fmla="*/ 2496 h 10000"/>
              <a:gd name="connsiteX24-5477" fmla="*/ 153 w 10000"/>
              <a:gd name="connsiteY24-5478" fmla="*/ 1930 h 10000"/>
              <a:gd name="connsiteX25-5479" fmla="*/ 0 w 10000"/>
              <a:gd name="connsiteY25-5480" fmla="*/ 1350 h 10000"/>
              <a:gd name="connsiteX26-5481" fmla="*/ 0 w 10000"/>
              <a:gd name="connsiteY26-5482" fmla="*/ 1066 h 10000"/>
              <a:gd name="connsiteX27-5483" fmla="*/ 1339 w 10000"/>
              <a:gd name="connsiteY27-5484" fmla="*/ 0 h 10000"/>
              <a:gd name="connsiteX28-5485" fmla="*/ 1213 w 10000"/>
              <a:gd name="connsiteY28-5486" fmla="*/ 216 h 10000"/>
              <a:gd name="connsiteX29-5487" fmla="*/ 1213 w 10000"/>
              <a:gd name="connsiteY29-5488" fmla="*/ 351 h 10000"/>
              <a:gd name="connsiteX30-5489" fmla="*/ 1086 w 10000"/>
              <a:gd name="connsiteY30-5490" fmla="*/ 499 h 10000"/>
              <a:gd name="connsiteX31-5491" fmla="*/ 1086 w 10000"/>
              <a:gd name="connsiteY31-5492" fmla="*/ 567 h 10000"/>
              <a:gd name="connsiteX32-5493" fmla="*/ 1086 w 10000"/>
              <a:gd name="connsiteY32-5494" fmla="*/ 716 h 10000"/>
              <a:gd name="connsiteX33-5495" fmla="*/ 1086 w 10000"/>
              <a:gd name="connsiteY33-5496" fmla="*/ 782 h 10000"/>
              <a:gd name="connsiteX34-5497" fmla="*/ 1086 w 10000"/>
              <a:gd name="connsiteY34-5498" fmla="*/ 931 h 10000"/>
              <a:gd name="connsiteX35-5499" fmla="*/ 1086 w 10000"/>
              <a:gd name="connsiteY35-5500" fmla="*/ 1214 h 10000"/>
              <a:gd name="connsiteX36-5501" fmla="*/ 1213 w 10000"/>
              <a:gd name="connsiteY36-5502" fmla="*/ 1566 h 10000"/>
              <a:gd name="connsiteX37-5503" fmla="*/ 1213 w 10000"/>
              <a:gd name="connsiteY37-5504" fmla="*/ 1930 h 10000"/>
              <a:gd name="connsiteX38-5505" fmla="*/ 1339 w 10000"/>
              <a:gd name="connsiteY38-5506" fmla="*/ 2280 h 10000"/>
              <a:gd name="connsiteX39-5507" fmla="*/ 1464 w 10000"/>
              <a:gd name="connsiteY39-5508" fmla="*/ 2713 h 10000"/>
              <a:gd name="connsiteX40-5509" fmla="*/ 1743 w 10000"/>
              <a:gd name="connsiteY40-5510" fmla="*/ 3143 h 10000"/>
              <a:gd name="connsiteX41-5511" fmla="*/ 2022 w 10000"/>
              <a:gd name="connsiteY41-5512" fmla="*/ 3644 h 10000"/>
              <a:gd name="connsiteX42-5513" fmla="*/ 2273 w 10000"/>
              <a:gd name="connsiteY42-5514" fmla="*/ 4143 h 10000"/>
              <a:gd name="connsiteX43-5515" fmla="*/ 2678 w 10000"/>
              <a:gd name="connsiteY43-5516" fmla="*/ 4710 h 10000"/>
              <a:gd name="connsiteX44-5517" fmla="*/ 3080 w 10000"/>
              <a:gd name="connsiteY44-5518" fmla="*/ 5357 h 10000"/>
              <a:gd name="connsiteX45-5519" fmla="*/ 3333 w 10000"/>
              <a:gd name="connsiteY45-5520" fmla="*/ 5641 h 10000"/>
              <a:gd name="connsiteX46-5521" fmla="*/ 3612 w 10000"/>
              <a:gd name="connsiteY46-5522" fmla="*/ 5857 h 10000"/>
              <a:gd name="connsiteX47-5523" fmla="*/ 3891 w 10000"/>
              <a:gd name="connsiteY47-5524" fmla="*/ 6140 h 10000"/>
              <a:gd name="connsiteX48-5525" fmla="*/ 4268 w 10000"/>
              <a:gd name="connsiteY48-5526" fmla="*/ 6423 h 10000"/>
              <a:gd name="connsiteX49-5527" fmla="*/ 4546 w 10000"/>
              <a:gd name="connsiteY49-5528" fmla="*/ 6707 h 10000"/>
              <a:gd name="connsiteX50-5529" fmla="*/ 4799 w 10000"/>
              <a:gd name="connsiteY50-5530" fmla="*/ 7004 h 10000"/>
              <a:gd name="connsiteX51-5531" fmla="*/ 5201 w 10000"/>
              <a:gd name="connsiteY51-5532" fmla="*/ 7220 h 10000"/>
              <a:gd name="connsiteX52-5533" fmla="*/ 5480 w 10000"/>
              <a:gd name="connsiteY52-5534" fmla="*/ 7422 h 10000"/>
              <a:gd name="connsiteX53-5535" fmla="*/ 5885 w 10000"/>
              <a:gd name="connsiteY53-5536" fmla="*/ 7638 h 10000"/>
              <a:gd name="connsiteX54-5537" fmla="*/ 6137 w 10000"/>
              <a:gd name="connsiteY54-5538" fmla="*/ 7855 h 10000"/>
              <a:gd name="connsiteX55-5539" fmla="*/ 6541 w 10000"/>
              <a:gd name="connsiteY55-5540" fmla="*/ 8003 h 10000"/>
              <a:gd name="connsiteX56-5541" fmla="*/ 6818 w 10000"/>
              <a:gd name="connsiteY56-5542" fmla="*/ 8138 h 10000"/>
              <a:gd name="connsiteX57-5543" fmla="*/ 7070 w 10000"/>
              <a:gd name="connsiteY57-5544" fmla="*/ 8286 h 10000"/>
              <a:gd name="connsiteX58-5545" fmla="*/ 7349 w 10000"/>
              <a:gd name="connsiteY58-5546" fmla="*/ 8435 h 10000"/>
              <a:gd name="connsiteX59-5547" fmla="*/ 7601 w 10000"/>
              <a:gd name="connsiteY59-5548" fmla="*/ 8502 h 10000"/>
              <a:gd name="connsiteX60-5549" fmla="*/ 7879 w 10000"/>
              <a:gd name="connsiteY60-5550" fmla="*/ 8637 h 10000"/>
              <a:gd name="connsiteX61-5551" fmla="*/ 8005 w 10000"/>
              <a:gd name="connsiteY61-5552" fmla="*/ 8718 h 10000"/>
              <a:gd name="connsiteX62-5553" fmla="*/ 8156 w 10000"/>
              <a:gd name="connsiteY62-5554" fmla="*/ 8718 h 10000"/>
              <a:gd name="connsiteX63-5555" fmla="*/ 8283 w 10000"/>
              <a:gd name="connsiteY63-5556" fmla="*/ 8785 h 10000"/>
              <a:gd name="connsiteX64-5557" fmla="*/ 8410 w 10000"/>
              <a:gd name="connsiteY64-5558" fmla="*/ 8785 h 10000"/>
              <a:gd name="connsiteX65-5559" fmla="*/ 8410 w 10000"/>
              <a:gd name="connsiteY65-5560" fmla="*/ 8785 h 10000"/>
              <a:gd name="connsiteX66-5561" fmla="*/ 8537 w 10000"/>
              <a:gd name="connsiteY66-5562" fmla="*/ 8718 h 10000"/>
              <a:gd name="connsiteX67-5563" fmla="*/ 8537 w 10000"/>
              <a:gd name="connsiteY67-5564" fmla="*/ 8637 h 10000"/>
              <a:gd name="connsiteX68-5565" fmla="*/ 8688 w 10000"/>
              <a:gd name="connsiteY68-5566" fmla="*/ 8569 h 10000"/>
              <a:gd name="connsiteX69-5567" fmla="*/ 8688 w 10000"/>
              <a:gd name="connsiteY69-5568" fmla="*/ 8502 h 10000"/>
              <a:gd name="connsiteX70-5569" fmla="*/ 8813 w 10000"/>
              <a:gd name="connsiteY70-5570" fmla="*/ 8353 h 10000"/>
              <a:gd name="connsiteX71-5571" fmla="*/ 8813 w 10000"/>
              <a:gd name="connsiteY71-5572" fmla="*/ 8219 h 10000"/>
              <a:gd name="connsiteX72-5573" fmla="*/ 8938 w 10000"/>
              <a:gd name="connsiteY72-5574" fmla="*/ 8070 h 10000"/>
              <a:gd name="connsiteX73-5575" fmla="*/ 8938 w 10000"/>
              <a:gd name="connsiteY73-5576" fmla="*/ 7855 h 10000"/>
              <a:gd name="connsiteX74-5577" fmla="*/ 9066 w 10000"/>
              <a:gd name="connsiteY74-5578" fmla="*/ 7719 h 10000"/>
              <a:gd name="connsiteX75-5579" fmla="*/ 9066 w 10000"/>
              <a:gd name="connsiteY75-5580" fmla="*/ 7638 h 10000"/>
              <a:gd name="connsiteX76-5581" fmla="*/ 9217 w 10000"/>
              <a:gd name="connsiteY76-5582" fmla="*/ 7503 h 10000"/>
              <a:gd name="connsiteX77-5583" fmla="*/ 9217 w 10000"/>
              <a:gd name="connsiteY77-5584" fmla="*/ 7422 h 10000"/>
              <a:gd name="connsiteX78-5585" fmla="*/ 9344 w 10000"/>
              <a:gd name="connsiteY78-5586" fmla="*/ 7355 h 10000"/>
              <a:gd name="connsiteX79-5587" fmla="*/ 9344 w 10000"/>
              <a:gd name="connsiteY79-5588" fmla="*/ 7355 h 10000"/>
              <a:gd name="connsiteX80-5589" fmla="*/ 9344 w 10000"/>
              <a:gd name="connsiteY80-5590" fmla="*/ 7355 h 10000"/>
              <a:gd name="connsiteX81-5591" fmla="*/ 9344 w 10000"/>
              <a:gd name="connsiteY81-5592" fmla="*/ 7355 h 10000"/>
              <a:gd name="connsiteX82-5593" fmla="*/ 9470 w 10000"/>
              <a:gd name="connsiteY82-5594" fmla="*/ 7355 h 10000"/>
              <a:gd name="connsiteX83-5595" fmla="*/ 9470 w 10000"/>
              <a:gd name="connsiteY83-5596" fmla="*/ 7422 h 10000"/>
              <a:gd name="connsiteX84-5597" fmla="*/ 9470 w 10000"/>
              <a:gd name="connsiteY84-5598" fmla="*/ 7503 h 10000"/>
              <a:gd name="connsiteX85-5599" fmla="*/ 9470 w 10000"/>
              <a:gd name="connsiteY85-5600" fmla="*/ 7638 h 10000"/>
              <a:gd name="connsiteX86-5601" fmla="*/ 9623 w 10000"/>
              <a:gd name="connsiteY86-5602" fmla="*/ 7719 h 10000"/>
              <a:gd name="connsiteX87-5603" fmla="*/ 9623 w 10000"/>
              <a:gd name="connsiteY87-5604" fmla="*/ 7855 h 10000"/>
              <a:gd name="connsiteX88-5605" fmla="*/ 9623 w 10000"/>
              <a:gd name="connsiteY88-5606" fmla="*/ 8070 h 10000"/>
              <a:gd name="connsiteX89-5607" fmla="*/ 9623 w 10000"/>
              <a:gd name="connsiteY89-5608" fmla="*/ 8353 h 10000"/>
              <a:gd name="connsiteX90-5609" fmla="*/ 9747 w 10000"/>
              <a:gd name="connsiteY90-5610" fmla="*/ 8718 h 10000"/>
              <a:gd name="connsiteX91-5611" fmla="*/ 9875 w 10000"/>
              <a:gd name="connsiteY91-5612" fmla="*/ 9001 h 10000"/>
              <a:gd name="connsiteX92-5613" fmla="*/ 10000 w 10000"/>
              <a:gd name="connsiteY92-5614" fmla="*/ 9352 h 10000"/>
              <a:gd name="connsiteX93-5615" fmla="*/ 10000 w 10000"/>
              <a:gd name="connsiteY93-5616" fmla="*/ 9433 h 10000"/>
              <a:gd name="connsiteX94-5617" fmla="*/ 10000 w 10000"/>
              <a:gd name="connsiteY94-5618" fmla="*/ 9567 h 10000"/>
              <a:gd name="connsiteX95-5619" fmla="*/ 10000 w 10000"/>
              <a:gd name="connsiteY95-5620" fmla="*/ 9717 h 10000"/>
              <a:gd name="connsiteX96-5621" fmla="*/ 10000 w 10000"/>
              <a:gd name="connsiteY96-5622" fmla="*/ 9784 h 10000"/>
              <a:gd name="connsiteX97-5623" fmla="*/ 10000 w 10000"/>
              <a:gd name="connsiteY97-5624" fmla="*/ 9852 h 10000"/>
              <a:gd name="connsiteX98-5625" fmla="*/ 10000 w 10000"/>
              <a:gd name="connsiteY98-5626" fmla="*/ 9932 h 10000"/>
              <a:gd name="connsiteX99-5627" fmla="*/ 10000 w 10000"/>
              <a:gd name="connsiteY99-5628" fmla="*/ 9932 h 10000"/>
              <a:gd name="connsiteX100-5629" fmla="*/ 10000 w 10000"/>
              <a:gd name="connsiteY100-5630" fmla="*/ 10000 h 10000"/>
              <a:gd name="connsiteX101-5631" fmla="*/ 9747 w 10000"/>
              <a:gd name="connsiteY101-5632" fmla="*/ 9932 h 10000"/>
              <a:gd name="connsiteX102-5633" fmla="*/ 9470 w 10000"/>
              <a:gd name="connsiteY102-5634" fmla="*/ 9932 h 10000"/>
              <a:gd name="connsiteX103-5635" fmla="*/ 9066 w 10000"/>
              <a:gd name="connsiteY103-5636" fmla="*/ 9852 h 10000"/>
              <a:gd name="connsiteX104-5637" fmla="*/ 8537 w 10000"/>
              <a:gd name="connsiteY104-5638" fmla="*/ 9717 h 10000"/>
              <a:gd name="connsiteX105-5639" fmla="*/ 8537 w 10000"/>
              <a:gd name="connsiteY105-5640" fmla="*/ 9717 h 10000"/>
              <a:gd name="connsiteX0-5641" fmla="*/ 8537 w 10000"/>
              <a:gd name="connsiteY0-5642" fmla="*/ 9501 h 9784"/>
              <a:gd name="connsiteX1-5643" fmla="*/ 8156 w 10000"/>
              <a:gd name="connsiteY1-5644" fmla="*/ 9351 h 9784"/>
              <a:gd name="connsiteX2-5645" fmla="*/ 7601 w 10000"/>
              <a:gd name="connsiteY2-5646" fmla="*/ 9217 h 9784"/>
              <a:gd name="connsiteX3-5647" fmla="*/ 7070 w 10000"/>
              <a:gd name="connsiteY3-5648" fmla="*/ 9002 h 9784"/>
              <a:gd name="connsiteX4-5649" fmla="*/ 6541 w 10000"/>
              <a:gd name="connsiteY4-5650" fmla="*/ 8785 h 9784"/>
              <a:gd name="connsiteX5-5651" fmla="*/ 6287 w 10000"/>
              <a:gd name="connsiteY5-5652" fmla="*/ 8637 h 9784"/>
              <a:gd name="connsiteX6-5653" fmla="*/ 6010 w 10000"/>
              <a:gd name="connsiteY6-5654" fmla="*/ 8502 h 9784"/>
              <a:gd name="connsiteX7-5655" fmla="*/ 5732 w 10000"/>
              <a:gd name="connsiteY7-5656" fmla="*/ 8353 h 9784"/>
              <a:gd name="connsiteX8-5657" fmla="*/ 5480 w 10000"/>
              <a:gd name="connsiteY8-5658" fmla="*/ 8219 h 9784"/>
              <a:gd name="connsiteX9-5659" fmla="*/ 5201 w 10000"/>
              <a:gd name="connsiteY9-5660" fmla="*/ 8003 h 9784"/>
              <a:gd name="connsiteX10-5661" fmla="*/ 4949 w 10000"/>
              <a:gd name="connsiteY10-5662" fmla="*/ 7787 h 9784"/>
              <a:gd name="connsiteX11-5663" fmla="*/ 4673 w 10000"/>
              <a:gd name="connsiteY11-5664" fmla="*/ 7571 h 9784"/>
              <a:gd name="connsiteX12-5665" fmla="*/ 4268 w 10000"/>
              <a:gd name="connsiteY12-5666" fmla="*/ 7354 h 9784"/>
              <a:gd name="connsiteX13-5667" fmla="*/ 3612 w 10000"/>
              <a:gd name="connsiteY13-5668" fmla="*/ 6855 h 9784"/>
              <a:gd name="connsiteX14-5669" fmla="*/ 3080 w 10000"/>
              <a:gd name="connsiteY14-5670" fmla="*/ 6424 h 9784"/>
              <a:gd name="connsiteX15-5671" fmla="*/ 2551 w 10000"/>
              <a:gd name="connsiteY15-5672" fmla="*/ 5924 h 9784"/>
              <a:gd name="connsiteX16-5673" fmla="*/ 2147 w 10000"/>
              <a:gd name="connsiteY16-5674" fmla="*/ 5357 h 9784"/>
              <a:gd name="connsiteX17-5675" fmla="*/ 1743 w 10000"/>
              <a:gd name="connsiteY17-5676" fmla="*/ 4858 h 9784"/>
              <a:gd name="connsiteX18-5677" fmla="*/ 1339 w 10000"/>
              <a:gd name="connsiteY18-5678" fmla="*/ 4359 h 9784"/>
              <a:gd name="connsiteX19-5679" fmla="*/ 1086 w 10000"/>
              <a:gd name="connsiteY19-5680" fmla="*/ 3860 h 9784"/>
              <a:gd name="connsiteX20-5681" fmla="*/ 934 w 10000"/>
              <a:gd name="connsiteY20-5682" fmla="*/ 3563 h 9784"/>
              <a:gd name="connsiteX21-5683" fmla="*/ 809 w 10000"/>
              <a:gd name="connsiteY21-5684" fmla="*/ 3347 h 9784"/>
              <a:gd name="connsiteX22-5685" fmla="*/ 556 w 10000"/>
              <a:gd name="connsiteY22-5686" fmla="*/ 2847 h 9784"/>
              <a:gd name="connsiteX23-5687" fmla="*/ 405 w 10000"/>
              <a:gd name="connsiteY23-5688" fmla="*/ 2280 h 9784"/>
              <a:gd name="connsiteX24-5689" fmla="*/ 153 w 10000"/>
              <a:gd name="connsiteY24-5690" fmla="*/ 1714 h 9784"/>
              <a:gd name="connsiteX25-5691" fmla="*/ 0 w 10000"/>
              <a:gd name="connsiteY25-5692" fmla="*/ 1134 h 9784"/>
              <a:gd name="connsiteX26-5693" fmla="*/ 0 w 10000"/>
              <a:gd name="connsiteY26-5694" fmla="*/ 850 h 9784"/>
              <a:gd name="connsiteX27-5695" fmla="*/ 1213 w 10000"/>
              <a:gd name="connsiteY27-5696" fmla="*/ 0 h 9784"/>
              <a:gd name="connsiteX28-5697" fmla="*/ 1213 w 10000"/>
              <a:gd name="connsiteY28-5698" fmla="*/ 135 h 9784"/>
              <a:gd name="connsiteX29-5699" fmla="*/ 1086 w 10000"/>
              <a:gd name="connsiteY29-5700" fmla="*/ 283 h 9784"/>
              <a:gd name="connsiteX30-5701" fmla="*/ 1086 w 10000"/>
              <a:gd name="connsiteY30-5702" fmla="*/ 351 h 9784"/>
              <a:gd name="connsiteX31-5703" fmla="*/ 1086 w 10000"/>
              <a:gd name="connsiteY31-5704" fmla="*/ 500 h 9784"/>
              <a:gd name="connsiteX32-5705" fmla="*/ 1086 w 10000"/>
              <a:gd name="connsiteY32-5706" fmla="*/ 566 h 9784"/>
              <a:gd name="connsiteX33-5707" fmla="*/ 1086 w 10000"/>
              <a:gd name="connsiteY33-5708" fmla="*/ 715 h 9784"/>
              <a:gd name="connsiteX34-5709" fmla="*/ 1086 w 10000"/>
              <a:gd name="connsiteY34-5710" fmla="*/ 998 h 9784"/>
              <a:gd name="connsiteX35-5711" fmla="*/ 1213 w 10000"/>
              <a:gd name="connsiteY35-5712" fmla="*/ 1350 h 9784"/>
              <a:gd name="connsiteX36-5713" fmla="*/ 1213 w 10000"/>
              <a:gd name="connsiteY36-5714" fmla="*/ 1714 h 9784"/>
              <a:gd name="connsiteX37-5715" fmla="*/ 1339 w 10000"/>
              <a:gd name="connsiteY37-5716" fmla="*/ 2064 h 9784"/>
              <a:gd name="connsiteX38-5717" fmla="*/ 1464 w 10000"/>
              <a:gd name="connsiteY38-5718" fmla="*/ 2497 h 9784"/>
              <a:gd name="connsiteX39-5719" fmla="*/ 1743 w 10000"/>
              <a:gd name="connsiteY39-5720" fmla="*/ 2927 h 9784"/>
              <a:gd name="connsiteX40-5721" fmla="*/ 2022 w 10000"/>
              <a:gd name="connsiteY40-5722" fmla="*/ 3428 h 9784"/>
              <a:gd name="connsiteX41-5723" fmla="*/ 2273 w 10000"/>
              <a:gd name="connsiteY41-5724" fmla="*/ 3927 h 9784"/>
              <a:gd name="connsiteX42-5725" fmla="*/ 2678 w 10000"/>
              <a:gd name="connsiteY42-5726" fmla="*/ 4494 h 9784"/>
              <a:gd name="connsiteX43-5727" fmla="*/ 3080 w 10000"/>
              <a:gd name="connsiteY43-5728" fmla="*/ 5141 h 9784"/>
              <a:gd name="connsiteX44-5729" fmla="*/ 3333 w 10000"/>
              <a:gd name="connsiteY44-5730" fmla="*/ 5425 h 9784"/>
              <a:gd name="connsiteX45-5731" fmla="*/ 3612 w 10000"/>
              <a:gd name="connsiteY45-5732" fmla="*/ 5641 h 9784"/>
              <a:gd name="connsiteX46-5733" fmla="*/ 3891 w 10000"/>
              <a:gd name="connsiteY46-5734" fmla="*/ 5924 h 9784"/>
              <a:gd name="connsiteX47-5735" fmla="*/ 4268 w 10000"/>
              <a:gd name="connsiteY47-5736" fmla="*/ 6207 h 9784"/>
              <a:gd name="connsiteX48-5737" fmla="*/ 4546 w 10000"/>
              <a:gd name="connsiteY48-5738" fmla="*/ 6491 h 9784"/>
              <a:gd name="connsiteX49-5739" fmla="*/ 4799 w 10000"/>
              <a:gd name="connsiteY49-5740" fmla="*/ 6788 h 9784"/>
              <a:gd name="connsiteX50-5741" fmla="*/ 5201 w 10000"/>
              <a:gd name="connsiteY50-5742" fmla="*/ 7004 h 9784"/>
              <a:gd name="connsiteX51-5743" fmla="*/ 5480 w 10000"/>
              <a:gd name="connsiteY51-5744" fmla="*/ 7206 h 9784"/>
              <a:gd name="connsiteX52-5745" fmla="*/ 5885 w 10000"/>
              <a:gd name="connsiteY52-5746" fmla="*/ 7422 h 9784"/>
              <a:gd name="connsiteX53-5747" fmla="*/ 6137 w 10000"/>
              <a:gd name="connsiteY53-5748" fmla="*/ 7639 h 9784"/>
              <a:gd name="connsiteX54-5749" fmla="*/ 6541 w 10000"/>
              <a:gd name="connsiteY54-5750" fmla="*/ 7787 h 9784"/>
              <a:gd name="connsiteX55-5751" fmla="*/ 6818 w 10000"/>
              <a:gd name="connsiteY55-5752" fmla="*/ 7922 h 9784"/>
              <a:gd name="connsiteX56-5753" fmla="*/ 7070 w 10000"/>
              <a:gd name="connsiteY56-5754" fmla="*/ 8070 h 9784"/>
              <a:gd name="connsiteX57-5755" fmla="*/ 7349 w 10000"/>
              <a:gd name="connsiteY57-5756" fmla="*/ 8219 h 9784"/>
              <a:gd name="connsiteX58-5757" fmla="*/ 7601 w 10000"/>
              <a:gd name="connsiteY58-5758" fmla="*/ 8286 h 9784"/>
              <a:gd name="connsiteX59-5759" fmla="*/ 7879 w 10000"/>
              <a:gd name="connsiteY59-5760" fmla="*/ 8421 h 9784"/>
              <a:gd name="connsiteX60-5761" fmla="*/ 8005 w 10000"/>
              <a:gd name="connsiteY60-5762" fmla="*/ 8502 h 9784"/>
              <a:gd name="connsiteX61-5763" fmla="*/ 8156 w 10000"/>
              <a:gd name="connsiteY61-5764" fmla="*/ 8502 h 9784"/>
              <a:gd name="connsiteX62-5765" fmla="*/ 8283 w 10000"/>
              <a:gd name="connsiteY62-5766" fmla="*/ 8569 h 9784"/>
              <a:gd name="connsiteX63-5767" fmla="*/ 8410 w 10000"/>
              <a:gd name="connsiteY63-5768" fmla="*/ 8569 h 9784"/>
              <a:gd name="connsiteX64-5769" fmla="*/ 8410 w 10000"/>
              <a:gd name="connsiteY64-5770" fmla="*/ 8569 h 9784"/>
              <a:gd name="connsiteX65-5771" fmla="*/ 8537 w 10000"/>
              <a:gd name="connsiteY65-5772" fmla="*/ 8502 h 9784"/>
              <a:gd name="connsiteX66-5773" fmla="*/ 8537 w 10000"/>
              <a:gd name="connsiteY66-5774" fmla="*/ 8421 h 9784"/>
              <a:gd name="connsiteX67-5775" fmla="*/ 8688 w 10000"/>
              <a:gd name="connsiteY67-5776" fmla="*/ 8353 h 9784"/>
              <a:gd name="connsiteX68-5777" fmla="*/ 8688 w 10000"/>
              <a:gd name="connsiteY68-5778" fmla="*/ 8286 h 9784"/>
              <a:gd name="connsiteX69-5779" fmla="*/ 8813 w 10000"/>
              <a:gd name="connsiteY69-5780" fmla="*/ 8137 h 9784"/>
              <a:gd name="connsiteX70-5781" fmla="*/ 8813 w 10000"/>
              <a:gd name="connsiteY70-5782" fmla="*/ 8003 h 9784"/>
              <a:gd name="connsiteX71-5783" fmla="*/ 8938 w 10000"/>
              <a:gd name="connsiteY71-5784" fmla="*/ 7854 h 9784"/>
              <a:gd name="connsiteX72-5785" fmla="*/ 8938 w 10000"/>
              <a:gd name="connsiteY72-5786" fmla="*/ 7639 h 9784"/>
              <a:gd name="connsiteX73-5787" fmla="*/ 9066 w 10000"/>
              <a:gd name="connsiteY73-5788" fmla="*/ 7503 h 9784"/>
              <a:gd name="connsiteX74-5789" fmla="*/ 9066 w 10000"/>
              <a:gd name="connsiteY74-5790" fmla="*/ 7422 h 9784"/>
              <a:gd name="connsiteX75-5791" fmla="*/ 9217 w 10000"/>
              <a:gd name="connsiteY75-5792" fmla="*/ 7287 h 9784"/>
              <a:gd name="connsiteX76-5793" fmla="*/ 9217 w 10000"/>
              <a:gd name="connsiteY76-5794" fmla="*/ 7206 h 9784"/>
              <a:gd name="connsiteX77-5795" fmla="*/ 9344 w 10000"/>
              <a:gd name="connsiteY77-5796" fmla="*/ 7139 h 9784"/>
              <a:gd name="connsiteX78-5797" fmla="*/ 9344 w 10000"/>
              <a:gd name="connsiteY78-5798" fmla="*/ 7139 h 9784"/>
              <a:gd name="connsiteX79-5799" fmla="*/ 9344 w 10000"/>
              <a:gd name="connsiteY79-5800" fmla="*/ 7139 h 9784"/>
              <a:gd name="connsiteX80-5801" fmla="*/ 9344 w 10000"/>
              <a:gd name="connsiteY80-5802" fmla="*/ 7139 h 9784"/>
              <a:gd name="connsiteX81-5803" fmla="*/ 9470 w 10000"/>
              <a:gd name="connsiteY81-5804" fmla="*/ 7139 h 9784"/>
              <a:gd name="connsiteX82-5805" fmla="*/ 9470 w 10000"/>
              <a:gd name="connsiteY82-5806" fmla="*/ 7206 h 9784"/>
              <a:gd name="connsiteX83-5807" fmla="*/ 9470 w 10000"/>
              <a:gd name="connsiteY83-5808" fmla="*/ 7287 h 9784"/>
              <a:gd name="connsiteX84-5809" fmla="*/ 9470 w 10000"/>
              <a:gd name="connsiteY84-5810" fmla="*/ 7422 h 9784"/>
              <a:gd name="connsiteX85-5811" fmla="*/ 9623 w 10000"/>
              <a:gd name="connsiteY85-5812" fmla="*/ 7503 h 9784"/>
              <a:gd name="connsiteX86-5813" fmla="*/ 9623 w 10000"/>
              <a:gd name="connsiteY86-5814" fmla="*/ 7639 h 9784"/>
              <a:gd name="connsiteX87-5815" fmla="*/ 9623 w 10000"/>
              <a:gd name="connsiteY87-5816" fmla="*/ 7854 h 9784"/>
              <a:gd name="connsiteX88-5817" fmla="*/ 9623 w 10000"/>
              <a:gd name="connsiteY88-5818" fmla="*/ 8137 h 9784"/>
              <a:gd name="connsiteX89-5819" fmla="*/ 9747 w 10000"/>
              <a:gd name="connsiteY89-5820" fmla="*/ 8502 h 9784"/>
              <a:gd name="connsiteX90-5821" fmla="*/ 9875 w 10000"/>
              <a:gd name="connsiteY90-5822" fmla="*/ 8785 h 9784"/>
              <a:gd name="connsiteX91-5823" fmla="*/ 10000 w 10000"/>
              <a:gd name="connsiteY91-5824" fmla="*/ 9136 h 9784"/>
              <a:gd name="connsiteX92-5825" fmla="*/ 10000 w 10000"/>
              <a:gd name="connsiteY92-5826" fmla="*/ 9217 h 9784"/>
              <a:gd name="connsiteX93-5827" fmla="*/ 10000 w 10000"/>
              <a:gd name="connsiteY93-5828" fmla="*/ 9351 h 9784"/>
              <a:gd name="connsiteX94-5829" fmla="*/ 10000 w 10000"/>
              <a:gd name="connsiteY94-5830" fmla="*/ 9501 h 9784"/>
              <a:gd name="connsiteX95-5831" fmla="*/ 10000 w 10000"/>
              <a:gd name="connsiteY95-5832" fmla="*/ 9568 h 9784"/>
              <a:gd name="connsiteX96-5833" fmla="*/ 10000 w 10000"/>
              <a:gd name="connsiteY96-5834" fmla="*/ 9636 h 9784"/>
              <a:gd name="connsiteX97-5835" fmla="*/ 10000 w 10000"/>
              <a:gd name="connsiteY97-5836" fmla="*/ 9716 h 9784"/>
              <a:gd name="connsiteX98-5837" fmla="*/ 10000 w 10000"/>
              <a:gd name="connsiteY98-5838" fmla="*/ 9716 h 9784"/>
              <a:gd name="connsiteX99-5839" fmla="*/ 10000 w 10000"/>
              <a:gd name="connsiteY99-5840" fmla="*/ 9784 h 9784"/>
              <a:gd name="connsiteX100-5841" fmla="*/ 9747 w 10000"/>
              <a:gd name="connsiteY100-5842" fmla="*/ 9716 h 9784"/>
              <a:gd name="connsiteX101-5843" fmla="*/ 9470 w 10000"/>
              <a:gd name="connsiteY101-5844" fmla="*/ 9716 h 9784"/>
              <a:gd name="connsiteX102-5845" fmla="*/ 9066 w 10000"/>
              <a:gd name="connsiteY102-5846" fmla="*/ 9636 h 9784"/>
              <a:gd name="connsiteX103-5847" fmla="*/ 8537 w 10000"/>
              <a:gd name="connsiteY103-5848" fmla="*/ 9501 h 9784"/>
              <a:gd name="connsiteX104-5849" fmla="*/ 8537 w 10000"/>
              <a:gd name="connsiteY104-5850" fmla="*/ 9501 h 9784"/>
              <a:gd name="connsiteX0-5851" fmla="*/ 8537 w 10000"/>
              <a:gd name="connsiteY0-5852" fmla="*/ 9573 h 9862"/>
              <a:gd name="connsiteX1-5853" fmla="*/ 8156 w 10000"/>
              <a:gd name="connsiteY1-5854" fmla="*/ 9419 h 9862"/>
              <a:gd name="connsiteX2-5855" fmla="*/ 7601 w 10000"/>
              <a:gd name="connsiteY2-5856" fmla="*/ 9282 h 9862"/>
              <a:gd name="connsiteX3-5857" fmla="*/ 7070 w 10000"/>
              <a:gd name="connsiteY3-5858" fmla="*/ 9063 h 9862"/>
              <a:gd name="connsiteX4-5859" fmla="*/ 6541 w 10000"/>
              <a:gd name="connsiteY4-5860" fmla="*/ 8841 h 9862"/>
              <a:gd name="connsiteX5-5861" fmla="*/ 6287 w 10000"/>
              <a:gd name="connsiteY5-5862" fmla="*/ 8690 h 9862"/>
              <a:gd name="connsiteX6-5863" fmla="*/ 6010 w 10000"/>
              <a:gd name="connsiteY6-5864" fmla="*/ 8552 h 9862"/>
              <a:gd name="connsiteX7-5865" fmla="*/ 5732 w 10000"/>
              <a:gd name="connsiteY7-5866" fmla="*/ 8399 h 9862"/>
              <a:gd name="connsiteX8-5867" fmla="*/ 5480 w 10000"/>
              <a:gd name="connsiteY8-5868" fmla="*/ 8262 h 9862"/>
              <a:gd name="connsiteX9-5869" fmla="*/ 5201 w 10000"/>
              <a:gd name="connsiteY9-5870" fmla="*/ 8042 h 9862"/>
              <a:gd name="connsiteX10-5871" fmla="*/ 4949 w 10000"/>
              <a:gd name="connsiteY10-5872" fmla="*/ 7821 h 9862"/>
              <a:gd name="connsiteX11-5873" fmla="*/ 4673 w 10000"/>
              <a:gd name="connsiteY11-5874" fmla="*/ 7600 h 9862"/>
              <a:gd name="connsiteX12-5875" fmla="*/ 4268 w 10000"/>
              <a:gd name="connsiteY12-5876" fmla="*/ 7378 h 9862"/>
              <a:gd name="connsiteX13-5877" fmla="*/ 3612 w 10000"/>
              <a:gd name="connsiteY13-5878" fmla="*/ 6868 h 9862"/>
              <a:gd name="connsiteX14-5879" fmla="*/ 3080 w 10000"/>
              <a:gd name="connsiteY14-5880" fmla="*/ 6428 h 9862"/>
              <a:gd name="connsiteX15-5881" fmla="*/ 2551 w 10000"/>
              <a:gd name="connsiteY15-5882" fmla="*/ 5917 h 9862"/>
              <a:gd name="connsiteX16-5883" fmla="*/ 2147 w 10000"/>
              <a:gd name="connsiteY16-5884" fmla="*/ 5337 h 9862"/>
              <a:gd name="connsiteX17-5885" fmla="*/ 1743 w 10000"/>
              <a:gd name="connsiteY17-5886" fmla="*/ 4827 h 9862"/>
              <a:gd name="connsiteX18-5887" fmla="*/ 1339 w 10000"/>
              <a:gd name="connsiteY18-5888" fmla="*/ 4317 h 9862"/>
              <a:gd name="connsiteX19-5889" fmla="*/ 1086 w 10000"/>
              <a:gd name="connsiteY19-5890" fmla="*/ 3807 h 9862"/>
              <a:gd name="connsiteX20-5891" fmla="*/ 934 w 10000"/>
              <a:gd name="connsiteY20-5892" fmla="*/ 3504 h 9862"/>
              <a:gd name="connsiteX21-5893" fmla="*/ 809 w 10000"/>
              <a:gd name="connsiteY21-5894" fmla="*/ 3283 h 9862"/>
              <a:gd name="connsiteX22-5895" fmla="*/ 556 w 10000"/>
              <a:gd name="connsiteY22-5896" fmla="*/ 2772 h 9862"/>
              <a:gd name="connsiteX23-5897" fmla="*/ 405 w 10000"/>
              <a:gd name="connsiteY23-5898" fmla="*/ 2192 h 9862"/>
              <a:gd name="connsiteX24-5899" fmla="*/ 153 w 10000"/>
              <a:gd name="connsiteY24-5900" fmla="*/ 1614 h 9862"/>
              <a:gd name="connsiteX25-5901" fmla="*/ 0 w 10000"/>
              <a:gd name="connsiteY25-5902" fmla="*/ 1021 h 9862"/>
              <a:gd name="connsiteX26-5903" fmla="*/ 0 w 10000"/>
              <a:gd name="connsiteY26-5904" fmla="*/ 731 h 9862"/>
              <a:gd name="connsiteX27-5905" fmla="*/ 1213 w 10000"/>
              <a:gd name="connsiteY27-5906" fmla="*/ 0 h 9862"/>
              <a:gd name="connsiteX28-5907" fmla="*/ 1086 w 10000"/>
              <a:gd name="connsiteY28-5908" fmla="*/ 151 h 9862"/>
              <a:gd name="connsiteX29-5909" fmla="*/ 1086 w 10000"/>
              <a:gd name="connsiteY29-5910" fmla="*/ 221 h 9862"/>
              <a:gd name="connsiteX30-5911" fmla="*/ 1086 w 10000"/>
              <a:gd name="connsiteY30-5912" fmla="*/ 373 h 9862"/>
              <a:gd name="connsiteX31-5913" fmla="*/ 1086 w 10000"/>
              <a:gd name="connsiteY31-5914" fmla="*/ 440 h 9862"/>
              <a:gd name="connsiteX32-5915" fmla="*/ 1086 w 10000"/>
              <a:gd name="connsiteY32-5916" fmla="*/ 593 h 9862"/>
              <a:gd name="connsiteX33-5917" fmla="*/ 1086 w 10000"/>
              <a:gd name="connsiteY33-5918" fmla="*/ 882 h 9862"/>
              <a:gd name="connsiteX34-5919" fmla="*/ 1213 w 10000"/>
              <a:gd name="connsiteY34-5920" fmla="*/ 1242 h 9862"/>
              <a:gd name="connsiteX35-5921" fmla="*/ 1213 w 10000"/>
              <a:gd name="connsiteY35-5922" fmla="*/ 1614 h 9862"/>
              <a:gd name="connsiteX36-5923" fmla="*/ 1339 w 10000"/>
              <a:gd name="connsiteY36-5924" fmla="*/ 1972 h 9862"/>
              <a:gd name="connsiteX37-5925" fmla="*/ 1464 w 10000"/>
              <a:gd name="connsiteY37-5926" fmla="*/ 2414 h 9862"/>
              <a:gd name="connsiteX38-5927" fmla="*/ 1743 w 10000"/>
              <a:gd name="connsiteY38-5928" fmla="*/ 2854 h 9862"/>
              <a:gd name="connsiteX39-5929" fmla="*/ 2022 w 10000"/>
              <a:gd name="connsiteY39-5930" fmla="*/ 3366 h 9862"/>
              <a:gd name="connsiteX40-5931" fmla="*/ 2273 w 10000"/>
              <a:gd name="connsiteY40-5932" fmla="*/ 3876 h 9862"/>
              <a:gd name="connsiteX41-5933" fmla="*/ 2678 w 10000"/>
              <a:gd name="connsiteY41-5934" fmla="*/ 4455 h 9862"/>
              <a:gd name="connsiteX42-5935" fmla="*/ 3080 w 10000"/>
              <a:gd name="connsiteY42-5936" fmla="*/ 5116 h 9862"/>
              <a:gd name="connsiteX43-5937" fmla="*/ 3333 w 10000"/>
              <a:gd name="connsiteY43-5938" fmla="*/ 5407 h 9862"/>
              <a:gd name="connsiteX44-5939" fmla="*/ 3612 w 10000"/>
              <a:gd name="connsiteY44-5940" fmla="*/ 5628 h 9862"/>
              <a:gd name="connsiteX45-5941" fmla="*/ 3891 w 10000"/>
              <a:gd name="connsiteY45-5942" fmla="*/ 5917 h 9862"/>
              <a:gd name="connsiteX46-5943" fmla="*/ 4268 w 10000"/>
              <a:gd name="connsiteY46-5944" fmla="*/ 6206 h 9862"/>
              <a:gd name="connsiteX47-5945" fmla="*/ 4546 w 10000"/>
              <a:gd name="connsiteY47-5946" fmla="*/ 6496 h 9862"/>
              <a:gd name="connsiteX48-5947" fmla="*/ 4799 w 10000"/>
              <a:gd name="connsiteY48-5948" fmla="*/ 6800 h 9862"/>
              <a:gd name="connsiteX49-5949" fmla="*/ 5201 w 10000"/>
              <a:gd name="connsiteY49-5950" fmla="*/ 7021 h 9862"/>
              <a:gd name="connsiteX50-5951" fmla="*/ 5480 w 10000"/>
              <a:gd name="connsiteY50-5952" fmla="*/ 7227 h 9862"/>
              <a:gd name="connsiteX51-5953" fmla="*/ 5885 w 10000"/>
              <a:gd name="connsiteY51-5954" fmla="*/ 7448 h 9862"/>
              <a:gd name="connsiteX52-5955" fmla="*/ 6137 w 10000"/>
              <a:gd name="connsiteY52-5956" fmla="*/ 7670 h 9862"/>
              <a:gd name="connsiteX53-5957" fmla="*/ 6541 w 10000"/>
              <a:gd name="connsiteY53-5958" fmla="*/ 7821 h 9862"/>
              <a:gd name="connsiteX54-5959" fmla="*/ 6818 w 10000"/>
              <a:gd name="connsiteY54-5960" fmla="*/ 7959 h 9862"/>
              <a:gd name="connsiteX55-5961" fmla="*/ 7070 w 10000"/>
              <a:gd name="connsiteY55-5962" fmla="*/ 8110 h 9862"/>
              <a:gd name="connsiteX56-5963" fmla="*/ 7349 w 10000"/>
              <a:gd name="connsiteY56-5964" fmla="*/ 8262 h 9862"/>
              <a:gd name="connsiteX57-5965" fmla="*/ 7601 w 10000"/>
              <a:gd name="connsiteY57-5966" fmla="*/ 8331 h 9862"/>
              <a:gd name="connsiteX58-5967" fmla="*/ 7879 w 10000"/>
              <a:gd name="connsiteY58-5968" fmla="*/ 8469 h 9862"/>
              <a:gd name="connsiteX59-5969" fmla="*/ 8005 w 10000"/>
              <a:gd name="connsiteY59-5970" fmla="*/ 8552 h 9862"/>
              <a:gd name="connsiteX60-5971" fmla="*/ 8156 w 10000"/>
              <a:gd name="connsiteY60-5972" fmla="*/ 8552 h 9862"/>
              <a:gd name="connsiteX61-5973" fmla="*/ 8283 w 10000"/>
              <a:gd name="connsiteY61-5974" fmla="*/ 8620 h 9862"/>
              <a:gd name="connsiteX62-5975" fmla="*/ 8410 w 10000"/>
              <a:gd name="connsiteY62-5976" fmla="*/ 8620 h 9862"/>
              <a:gd name="connsiteX63-5977" fmla="*/ 8410 w 10000"/>
              <a:gd name="connsiteY63-5978" fmla="*/ 8620 h 9862"/>
              <a:gd name="connsiteX64-5979" fmla="*/ 8537 w 10000"/>
              <a:gd name="connsiteY64-5980" fmla="*/ 8552 h 9862"/>
              <a:gd name="connsiteX65-5981" fmla="*/ 8537 w 10000"/>
              <a:gd name="connsiteY65-5982" fmla="*/ 8469 h 9862"/>
              <a:gd name="connsiteX66-5983" fmla="*/ 8688 w 10000"/>
              <a:gd name="connsiteY66-5984" fmla="*/ 8399 h 9862"/>
              <a:gd name="connsiteX67-5985" fmla="*/ 8688 w 10000"/>
              <a:gd name="connsiteY67-5986" fmla="*/ 8331 h 9862"/>
              <a:gd name="connsiteX68-5987" fmla="*/ 8813 w 10000"/>
              <a:gd name="connsiteY68-5988" fmla="*/ 8179 h 9862"/>
              <a:gd name="connsiteX69-5989" fmla="*/ 8813 w 10000"/>
              <a:gd name="connsiteY69-5990" fmla="*/ 8042 h 9862"/>
              <a:gd name="connsiteX70-5991" fmla="*/ 8938 w 10000"/>
              <a:gd name="connsiteY70-5992" fmla="*/ 7889 h 9862"/>
              <a:gd name="connsiteX71-5993" fmla="*/ 8938 w 10000"/>
              <a:gd name="connsiteY71-5994" fmla="*/ 7670 h 9862"/>
              <a:gd name="connsiteX72-5995" fmla="*/ 9066 w 10000"/>
              <a:gd name="connsiteY72-5996" fmla="*/ 7531 h 9862"/>
              <a:gd name="connsiteX73-5997" fmla="*/ 9066 w 10000"/>
              <a:gd name="connsiteY73-5998" fmla="*/ 7448 h 9862"/>
              <a:gd name="connsiteX74-5999" fmla="*/ 9217 w 10000"/>
              <a:gd name="connsiteY74-6000" fmla="*/ 7310 h 9862"/>
              <a:gd name="connsiteX75-6001" fmla="*/ 9217 w 10000"/>
              <a:gd name="connsiteY75-6002" fmla="*/ 7227 h 9862"/>
              <a:gd name="connsiteX76-6003" fmla="*/ 9344 w 10000"/>
              <a:gd name="connsiteY76-6004" fmla="*/ 7159 h 9862"/>
              <a:gd name="connsiteX77-6005" fmla="*/ 9344 w 10000"/>
              <a:gd name="connsiteY77-6006" fmla="*/ 7159 h 9862"/>
              <a:gd name="connsiteX78-6007" fmla="*/ 9344 w 10000"/>
              <a:gd name="connsiteY78-6008" fmla="*/ 7159 h 9862"/>
              <a:gd name="connsiteX79-6009" fmla="*/ 9344 w 10000"/>
              <a:gd name="connsiteY79-6010" fmla="*/ 7159 h 9862"/>
              <a:gd name="connsiteX80-6011" fmla="*/ 9470 w 10000"/>
              <a:gd name="connsiteY80-6012" fmla="*/ 7159 h 9862"/>
              <a:gd name="connsiteX81-6013" fmla="*/ 9470 w 10000"/>
              <a:gd name="connsiteY81-6014" fmla="*/ 7227 h 9862"/>
              <a:gd name="connsiteX82-6015" fmla="*/ 9470 w 10000"/>
              <a:gd name="connsiteY82-6016" fmla="*/ 7310 h 9862"/>
              <a:gd name="connsiteX83-6017" fmla="*/ 9470 w 10000"/>
              <a:gd name="connsiteY83-6018" fmla="*/ 7448 h 9862"/>
              <a:gd name="connsiteX84-6019" fmla="*/ 9623 w 10000"/>
              <a:gd name="connsiteY84-6020" fmla="*/ 7531 h 9862"/>
              <a:gd name="connsiteX85-6021" fmla="*/ 9623 w 10000"/>
              <a:gd name="connsiteY85-6022" fmla="*/ 7670 h 9862"/>
              <a:gd name="connsiteX86-6023" fmla="*/ 9623 w 10000"/>
              <a:gd name="connsiteY86-6024" fmla="*/ 7889 h 9862"/>
              <a:gd name="connsiteX87-6025" fmla="*/ 9623 w 10000"/>
              <a:gd name="connsiteY87-6026" fmla="*/ 8179 h 9862"/>
              <a:gd name="connsiteX88-6027" fmla="*/ 9747 w 10000"/>
              <a:gd name="connsiteY88-6028" fmla="*/ 8552 h 9862"/>
              <a:gd name="connsiteX89-6029" fmla="*/ 9875 w 10000"/>
              <a:gd name="connsiteY89-6030" fmla="*/ 8841 h 9862"/>
              <a:gd name="connsiteX90-6031" fmla="*/ 10000 w 10000"/>
              <a:gd name="connsiteY90-6032" fmla="*/ 9200 h 9862"/>
              <a:gd name="connsiteX91-6033" fmla="*/ 10000 w 10000"/>
              <a:gd name="connsiteY91-6034" fmla="*/ 9282 h 9862"/>
              <a:gd name="connsiteX92-6035" fmla="*/ 10000 w 10000"/>
              <a:gd name="connsiteY92-6036" fmla="*/ 9419 h 9862"/>
              <a:gd name="connsiteX93-6037" fmla="*/ 10000 w 10000"/>
              <a:gd name="connsiteY93-6038" fmla="*/ 9573 h 9862"/>
              <a:gd name="connsiteX94-6039" fmla="*/ 10000 w 10000"/>
              <a:gd name="connsiteY94-6040" fmla="*/ 9641 h 9862"/>
              <a:gd name="connsiteX95-6041" fmla="*/ 10000 w 10000"/>
              <a:gd name="connsiteY95-6042" fmla="*/ 9711 h 9862"/>
              <a:gd name="connsiteX96-6043" fmla="*/ 10000 w 10000"/>
              <a:gd name="connsiteY96-6044" fmla="*/ 9792 h 9862"/>
              <a:gd name="connsiteX97-6045" fmla="*/ 10000 w 10000"/>
              <a:gd name="connsiteY97-6046" fmla="*/ 9792 h 9862"/>
              <a:gd name="connsiteX98-6047" fmla="*/ 10000 w 10000"/>
              <a:gd name="connsiteY98-6048" fmla="*/ 9862 h 9862"/>
              <a:gd name="connsiteX99-6049" fmla="*/ 9747 w 10000"/>
              <a:gd name="connsiteY99-6050" fmla="*/ 9792 h 9862"/>
              <a:gd name="connsiteX100-6051" fmla="*/ 9470 w 10000"/>
              <a:gd name="connsiteY100-6052" fmla="*/ 9792 h 9862"/>
              <a:gd name="connsiteX101-6053" fmla="*/ 9066 w 10000"/>
              <a:gd name="connsiteY101-6054" fmla="*/ 9711 h 9862"/>
              <a:gd name="connsiteX102-6055" fmla="*/ 8537 w 10000"/>
              <a:gd name="connsiteY102-6056" fmla="*/ 9573 h 9862"/>
              <a:gd name="connsiteX103-6057" fmla="*/ 8537 w 10000"/>
              <a:gd name="connsiteY103-6058" fmla="*/ 9573 h 9862"/>
              <a:gd name="connsiteX0-6059" fmla="*/ 8537 w 10000"/>
              <a:gd name="connsiteY0-6060" fmla="*/ 9554 h 9847"/>
              <a:gd name="connsiteX1-6061" fmla="*/ 8156 w 10000"/>
              <a:gd name="connsiteY1-6062" fmla="*/ 9398 h 9847"/>
              <a:gd name="connsiteX2-6063" fmla="*/ 7601 w 10000"/>
              <a:gd name="connsiteY2-6064" fmla="*/ 9259 h 9847"/>
              <a:gd name="connsiteX3-6065" fmla="*/ 7070 w 10000"/>
              <a:gd name="connsiteY3-6066" fmla="*/ 9037 h 9847"/>
              <a:gd name="connsiteX4-6067" fmla="*/ 6541 w 10000"/>
              <a:gd name="connsiteY4-6068" fmla="*/ 8812 h 9847"/>
              <a:gd name="connsiteX5-6069" fmla="*/ 6287 w 10000"/>
              <a:gd name="connsiteY5-6070" fmla="*/ 8659 h 9847"/>
              <a:gd name="connsiteX6-6071" fmla="*/ 6010 w 10000"/>
              <a:gd name="connsiteY6-6072" fmla="*/ 8519 h 9847"/>
              <a:gd name="connsiteX7-6073" fmla="*/ 5732 w 10000"/>
              <a:gd name="connsiteY7-6074" fmla="*/ 8364 h 9847"/>
              <a:gd name="connsiteX8-6075" fmla="*/ 5480 w 10000"/>
              <a:gd name="connsiteY8-6076" fmla="*/ 8225 h 9847"/>
              <a:gd name="connsiteX9-6077" fmla="*/ 5201 w 10000"/>
              <a:gd name="connsiteY9-6078" fmla="*/ 8002 h 9847"/>
              <a:gd name="connsiteX10-6079" fmla="*/ 4949 w 10000"/>
              <a:gd name="connsiteY10-6080" fmla="*/ 7777 h 9847"/>
              <a:gd name="connsiteX11-6081" fmla="*/ 4673 w 10000"/>
              <a:gd name="connsiteY11-6082" fmla="*/ 7553 h 9847"/>
              <a:gd name="connsiteX12-6083" fmla="*/ 4268 w 10000"/>
              <a:gd name="connsiteY12-6084" fmla="*/ 7328 h 9847"/>
              <a:gd name="connsiteX13-6085" fmla="*/ 3612 w 10000"/>
              <a:gd name="connsiteY13-6086" fmla="*/ 6811 h 9847"/>
              <a:gd name="connsiteX14-6087" fmla="*/ 3080 w 10000"/>
              <a:gd name="connsiteY14-6088" fmla="*/ 6365 h 9847"/>
              <a:gd name="connsiteX15-6089" fmla="*/ 2551 w 10000"/>
              <a:gd name="connsiteY15-6090" fmla="*/ 5847 h 9847"/>
              <a:gd name="connsiteX16-6091" fmla="*/ 2147 w 10000"/>
              <a:gd name="connsiteY16-6092" fmla="*/ 5259 h 9847"/>
              <a:gd name="connsiteX17-6093" fmla="*/ 1743 w 10000"/>
              <a:gd name="connsiteY17-6094" fmla="*/ 4742 h 9847"/>
              <a:gd name="connsiteX18-6095" fmla="*/ 1339 w 10000"/>
              <a:gd name="connsiteY18-6096" fmla="*/ 4224 h 9847"/>
              <a:gd name="connsiteX19-6097" fmla="*/ 1086 w 10000"/>
              <a:gd name="connsiteY19-6098" fmla="*/ 3707 h 9847"/>
              <a:gd name="connsiteX20-6099" fmla="*/ 934 w 10000"/>
              <a:gd name="connsiteY20-6100" fmla="*/ 3400 h 9847"/>
              <a:gd name="connsiteX21-6101" fmla="*/ 809 w 10000"/>
              <a:gd name="connsiteY21-6102" fmla="*/ 3176 h 9847"/>
              <a:gd name="connsiteX22-6103" fmla="*/ 556 w 10000"/>
              <a:gd name="connsiteY22-6104" fmla="*/ 2658 h 9847"/>
              <a:gd name="connsiteX23-6105" fmla="*/ 405 w 10000"/>
              <a:gd name="connsiteY23-6106" fmla="*/ 2070 h 9847"/>
              <a:gd name="connsiteX24-6107" fmla="*/ 153 w 10000"/>
              <a:gd name="connsiteY24-6108" fmla="*/ 1484 h 9847"/>
              <a:gd name="connsiteX25-6109" fmla="*/ 0 w 10000"/>
              <a:gd name="connsiteY25-6110" fmla="*/ 882 h 9847"/>
              <a:gd name="connsiteX26-6111" fmla="*/ 0 w 10000"/>
              <a:gd name="connsiteY26-6112" fmla="*/ 588 h 9847"/>
              <a:gd name="connsiteX27-6113" fmla="*/ 1086 w 10000"/>
              <a:gd name="connsiteY27-6114" fmla="*/ 0 h 9847"/>
              <a:gd name="connsiteX28-6115" fmla="*/ 1086 w 10000"/>
              <a:gd name="connsiteY28-6116" fmla="*/ 71 h 9847"/>
              <a:gd name="connsiteX29-6117" fmla="*/ 1086 w 10000"/>
              <a:gd name="connsiteY29-6118" fmla="*/ 225 h 9847"/>
              <a:gd name="connsiteX30-6119" fmla="*/ 1086 w 10000"/>
              <a:gd name="connsiteY30-6120" fmla="*/ 293 h 9847"/>
              <a:gd name="connsiteX31-6121" fmla="*/ 1086 w 10000"/>
              <a:gd name="connsiteY31-6122" fmla="*/ 448 h 9847"/>
              <a:gd name="connsiteX32-6123" fmla="*/ 1086 w 10000"/>
              <a:gd name="connsiteY32-6124" fmla="*/ 741 h 9847"/>
              <a:gd name="connsiteX33-6125" fmla="*/ 1213 w 10000"/>
              <a:gd name="connsiteY33-6126" fmla="*/ 1106 h 9847"/>
              <a:gd name="connsiteX34-6127" fmla="*/ 1213 w 10000"/>
              <a:gd name="connsiteY34-6128" fmla="*/ 1484 h 9847"/>
              <a:gd name="connsiteX35-6129" fmla="*/ 1339 w 10000"/>
              <a:gd name="connsiteY35-6130" fmla="*/ 1847 h 9847"/>
              <a:gd name="connsiteX36-6131" fmla="*/ 1464 w 10000"/>
              <a:gd name="connsiteY36-6132" fmla="*/ 2295 h 9847"/>
              <a:gd name="connsiteX37-6133" fmla="*/ 1743 w 10000"/>
              <a:gd name="connsiteY37-6134" fmla="*/ 2741 h 9847"/>
              <a:gd name="connsiteX38-6135" fmla="*/ 2022 w 10000"/>
              <a:gd name="connsiteY38-6136" fmla="*/ 3260 h 9847"/>
              <a:gd name="connsiteX39-6137" fmla="*/ 2273 w 10000"/>
              <a:gd name="connsiteY39-6138" fmla="*/ 3777 h 9847"/>
              <a:gd name="connsiteX40-6139" fmla="*/ 2678 w 10000"/>
              <a:gd name="connsiteY40-6140" fmla="*/ 4364 h 9847"/>
              <a:gd name="connsiteX41-6141" fmla="*/ 3080 w 10000"/>
              <a:gd name="connsiteY41-6142" fmla="*/ 5035 h 9847"/>
              <a:gd name="connsiteX42-6143" fmla="*/ 3333 w 10000"/>
              <a:gd name="connsiteY42-6144" fmla="*/ 5330 h 9847"/>
              <a:gd name="connsiteX43-6145" fmla="*/ 3612 w 10000"/>
              <a:gd name="connsiteY43-6146" fmla="*/ 5554 h 9847"/>
              <a:gd name="connsiteX44-6147" fmla="*/ 3891 w 10000"/>
              <a:gd name="connsiteY44-6148" fmla="*/ 5847 h 9847"/>
              <a:gd name="connsiteX45-6149" fmla="*/ 4268 w 10000"/>
              <a:gd name="connsiteY45-6150" fmla="*/ 6140 h 9847"/>
              <a:gd name="connsiteX46-6151" fmla="*/ 4546 w 10000"/>
              <a:gd name="connsiteY46-6152" fmla="*/ 6434 h 9847"/>
              <a:gd name="connsiteX47-6153" fmla="*/ 4799 w 10000"/>
              <a:gd name="connsiteY47-6154" fmla="*/ 6742 h 9847"/>
              <a:gd name="connsiteX48-6155" fmla="*/ 5201 w 10000"/>
              <a:gd name="connsiteY48-6156" fmla="*/ 6966 h 9847"/>
              <a:gd name="connsiteX49-6157" fmla="*/ 5480 w 10000"/>
              <a:gd name="connsiteY49-6158" fmla="*/ 7175 h 9847"/>
              <a:gd name="connsiteX50-6159" fmla="*/ 5885 w 10000"/>
              <a:gd name="connsiteY50-6160" fmla="*/ 7399 h 9847"/>
              <a:gd name="connsiteX51-6161" fmla="*/ 6137 w 10000"/>
              <a:gd name="connsiteY51-6162" fmla="*/ 7624 h 9847"/>
              <a:gd name="connsiteX52-6163" fmla="*/ 6541 w 10000"/>
              <a:gd name="connsiteY52-6164" fmla="*/ 7777 h 9847"/>
              <a:gd name="connsiteX53-6165" fmla="*/ 6818 w 10000"/>
              <a:gd name="connsiteY53-6166" fmla="*/ 7917 h 9847"/>
              <a:gd name="connsiteX54-6167" fmla="*/ 7070 w 10000"/>
              <a:gd name="connsiteY54-6168" fmla="*/ 8070 h 9847"/>
              <a:gd name="connsiteX55-6169" fmla="*/ 7349 w 10000"/>
              <a:gd name="connsiteY55-6170" fmla="*/ 8225 h 9847"/>
              <a:gd name="connsiteX56-6171" fmla="*/ 7601 w 10000"/>
              <a:gd name="connsiteY56-6172" fmla="*/ 8295 h 9847"/>
              <a:gd name="connsiteX57-6173" fmla="*/ 7879 w 10000"/>
              <a:gd name="connsiteY57-6174" fmla="*/ 8435 h 9847"/>
              <a:gd name="connsiteX58-6175" fmla="*/ 8005 w 10000"/>
              <a:gd name="connsiteY58-6176" fmla="*/ 8519 h 9847"/>
              <a:gd name="connsiteX59-6177" fmla="*/ 8156 w 10000"/>
              <a:gd name="connsiteY59-6178" fmla="*/ 8519 h 9847"/>
              <a:gd name="connsiteX60-6179" fmla="*/ 8283 w 10000"/>
              <a:gd name="connsiteY60-6180" fmla="*/ 8588 h 9847"/>
              <a:gd name="connsiteX61-6181" fmla="*/ 8410 w 10000"/>
              <a:gd name="connsiteY61-6182" fmla="*/ 8588 h 9847"/>
              <a:gd name="connsiteX62-6183" fmla="*/ 8410 w 10000"/>
              <a:gd name="connsiteY62-6184" fmla="*/ 8588 h 9847"/>
              <a:gd name="connsiteX63-6185" fmla="*/ 8537 w 10000"/>
              <a:gd name="connsiteY63-6186" fmla="*/ 8519 h 9847"/>
              <a:gd name="connsiteX64-6187" fmla="*/ 8537 w 10000"/>
              <a:gd name="connsiteY64-6188" fmla="*/ 8435 h 9847"/>
              <a:gd name="connsiteX65-6189" fmla="*/ 8688 w 10000"/>
              <a:gd name="connsiteY65-6190" fmla="*/ 8364 h 9847"/>
              <a:gd name="connsiteX66-6191" fmla="*/ 8688 w 10000"/>
              <a:gd name="connsiteY66-6192" fmla="*/ 8295 h 9847"/>
              <a:gd name="connsiteX67-6193" fmla="*/ 8813 w 10000"/>
              <a:gd name="connsiteY67-6194" fmla="*/ 8140 h 9847"/>
              <a:gd name="connsiteX68-6195" fmla="*/ 8813 w 10000"/>
              <a:gd name="connsiteY68-6196" fmla="*/ 8002 h 9847"/>
              <a:gd name="connsiteX69-6197" fmla="*/ 8938 w 10000"/>
              <a:gd name="connsiteY69-6198" fmla="*/ 7846 h 9847"/>
              <a:gd name="connsiteX70-6199" fmla="*/ 8938 w 10000"/>
              <a:gd name="connsiteY70-6200" fmla="*/ 7624 h 9847"/>
              <a:gd name="connsiteX71-6201" fmla="*/ 9066 w 10000"/>
              <a:gd name="connsiteY71-6202" fmla="*/ 7483 h 9847"/>
              <a:gd name="connsiteX72-6203" fmla="*/ 9066 w 10000"/>
              <a:gd name="connsiteY72-6204" fmla="*/ 7399 h 9847"/>
              <a:gd name="connsiteX73-6205" fmla="*/ 9217 w 10000"/>
              <a:gd name="connsiteY73-6206" fmla="*/ 7259 h 9847"/>
              <a:gd name="connsiteX74-6207" fmla="*/ 9217 w 10000"/>
              <a:gd name="connsiteY74-6208" fmla="*/ 7175 h 9847"/>
              <a:gd name="connsiteX75-6209" fmla="*/ 9344 w 10000"/>
              <a:gd name="connsiteY75-6210" fmla="*/ 7106 h 9847"/>
              <a:gd name="connsiteX76-6211" fmla="*/ 9344 w 10000"/>
              <a:gd name="connsiteY76-6212" fmla="*/ 7106 h 9847"/>
              <a:gd name="connsiteX77-6213" fmla="*/ 9344 w 10000"/>
              <a:gd name="connsiteY77-6214" fmla="*/ 7106 h 9847"/>
              <a:gd name="connsiteX78-6215" fmla="*/ 9344 w 10000"/>
              <a:gd name="connsiteY78-6216" fmla="*/ 7106 h 9847"/>
              <a:gd name="connsiteX79-6217" fmla="*/ 9470 w 10000"/>
              <a:gd name="connsiteY79-6218" fmla="*/ 7106 h 9847"/>
              <a:gd name="connsiteX80-6219" fmla="*/ 9470 w 10000"/>
              <a:gd name="connsiteY80-6220" fmla="*/ 7175 h 9847"/>
              <a:gd name="connsiteX81-6221" fmla="*/ 9470 w 10000"/>
              <a:gd name="connsiteY81-6222" fmla="*/ 7259 h 9847"/>
              <a:gd name="connsiteX82-6223" fmla="*/ 9470 w 10000"/>
              <a:gd name="connsiteY82-6224" fmla="*/ 7399 h 9847"/>
              <a:gd name="connsiteX83-6225" fmla="*/ 9623 w 10000"/>
              <a:gd name="connsiteY83-6226" fmla="*/ 7483 h 9847"/>
              <a:gd name="connsiteX84-6227" fmla="*/ 9623 w 10000"/>
              <a:gd name="connsiteY84-6228" fmla="*/ 7624 h 9847"/>
              <a:gd name="connsiteX85-6229" fmla="*/ 9623 w 10000"/>
              <a:gd name="connsiteY85-6230" fmla="*/ 7846 h 9847"/>
              <a:gd name="connsiteX86-6231" fmla="*/ 9623 w 10000"/>
              <a:gd name="connsiteY86-6232" fmla="*/ 8140 h 9847"/>
              <a:gd name="connsiteX87-6233" fmla="*/ 9747 w 10000"/>
              <a:gd name="connsiteY87-6234" fmla="*/ 8519 h 9847"/>
              <a:gd name="connsiteX88-6235" fmla="*/ 9875 w 10000"/>
              <a:gd name="connsiteY88-6236" fmla="*/ 8812 h 9847"/>
              <a:gd name="connsiteX89-6237" fmla="*/ 10000 w 10000"/>
              <a:gd name="connsiteY89-6238" fmla="*/ 9176 h 9847"/>
              <a:gd name="connsiteX90-6239" fmla="*/ 10000 w 10000"/>
              <a:gd name="connsiteY90-6240" fmla="*/ 9259 h 9847"/>
              <a:gd name="connsiteX91-6241" fmla="*/ 10000 w 10000"/>
              <a:gd name="connsiteY91-6242" fmla="*/ 9398 h 9847"/>
              <a:gd name="connsiteX92-6243" fmla="*/ 10000 w 10000"/>
              <a:gd name="connsiteY92-6244" fmla="*/ 9554 h 9847"/>
              <a:gd name="connsiteX93-6245" fmla="*/ 10000 w 10000"/>
              <a:gd name="connsiteY93-6246" fmla="*/ 9623 h 9847"/>
              <a:gd name="connsiteX94-6247" fmla="*/ 10000 w 10000"/>
              <a:gd name="connsiteY94-6248" fmla="*/ 9694 h 9847"/>
              <a:gd name="connsiteX95-6249" fmla="*/ 10000 w 10000"/>
              <a:gd name="connsiteY95-6250" fmla="*/ 9776 h 9847"/>
              <a:gd name="connsiteX96-6251" fmla="*/ 10000 w 10000"/>
              <a:gd name="connsiteY96-6252" fmla="*/ 9776 h 9847"/>
              <a:gd name="connsiteX97-6253" fmla="*/ 10000 w 10000"/>
              <a:gd name="connsiteY97-6254" fmla="*/ 9847 h 9847"/>
              <a:gd name="connsiteX98-6255" fmla="*/ 9747 w 10000"/>
              <a:gd name="connsiteY98-6256" fmla="*/ 9776 h 9847"/>
              <a:gd name="connsiteX99-6257" fmla="*/ 9470 w 10000"/>
              <a:gd name="connsiteY99-6258" fmla="*/ 9776 h 9847"/>
              <a:gd name="connsiteX100-6259" fmla="*/ 9066 w 10000"/>
              <a:gd name="connsiteY100-6260" fmla="*/ 9694 h 9847"/>
              <a:gd name="connsiteX101-6261" fmla="*/ 8537 w 10000"/>
              <a:gd name="connsiteY101-6262" fmla="*/ 9554 h 9847"/>
              <a:gd name="connsiteX102-6263" fmla="*/ 8537 w 10000"/>
              <a:gd name="connsiteY102-6264" fmla="*/ 9554 h 9847"/>
              <a:gd name="connsiteX0-6265" fmla="*/ 8537 w 10000"/>
              <a:gd name="connsiteY0-6266" fmla="*/ 9702 h 10000"/>
              <a:gd name="connsiteX1-6267" fmla="*/ 8156 w 10000"/>
              <a:gd name="connsiteY1-6268" fmla="*/ 9544 h 10000"/>
              <a:gd name="connsiteX2-6269" fmla="*/ 7601 w 10000"/>
              <a:gd name="connsiteY2-6270" fmla="*/ 9403 h 10000"/>
              <a:gd name="connsiteX3-6271" fmla="*/ 7070 w 10000"/>
              <a:gd name="connsiteY3-6272" fmla="*/ 9177 h 10000"/>
              <a:gd name="connsiteX4-6273" fmla="*/ 6541 w 10000"/>
              <a:gd name="connsiteY4-6274" fmla="*/ 8949 h 10000"/>
              <a:gd name="connsiteX5-6275" fmla="*/ 6287 w 10000"/>
              <a:gd name="connsiteY5-6276" fmla="*/ 8794 h 10000"/>
              <a:gd name="connsiteX6-6277" fmla="*/ 6010 w 10000"/>
              <a:gd name="connsiteY6-6278" fmla="*/ 8651 h 10000"/>
              <a:gd name="connsiteX7-6279" fmla="*/ 5732 w 10000"/>
              <a:gd name="connsiteY7-6280" fmla="*/ 8494 h 10000"/>
              <a:gd name="connsiteX8-6281" fmla="*/ 5480 w 10000"/>
              <a:gd name="connsiteY8-6282" fmla="*/ 8353 h 10000"/>
              <a:gd name="connsiteX9-6283" fmla="*/ 5201 w 10000"/>
              <a:gd name="connsiteY9-6284" fmla="*/ 8126 h 10000"/>
              <a:gd name="connsiteX10-6285" fmla="*/ 4949 w 10000"/>
              <a:gd name="connsiteY10-6286" fmla="*/ 7898 h 10000"/>
              <a:gd name="connsiteX11-6287" fmla="*/ 4673 w 10000"/>
              <a:gd name="connsiteY11-6288" fmla="*/ 7670 h 10000"/>
              <a:gd name="connsiteX12-6289" fmla="*/ 4268 w 10000"/>
              <a:gd name="connsiteY12-6290" fmla="*/ 7442 h 10000"/>
              <a:gd name="connsiteX13-6291" fmla="*/ 3612 w 10000"/>
              <a:gd name="connsiteY13-6292" fmla="*/ 6917 h 10000"/>
              <a:gd name="connsiteX14-6293" fmla="*/ 3080 w 10000"/>
              <a:gd name="connsiteY14-6294" fmla="*/ 6464 h 10000"/>
              <a:gd name="connsiteX15-6295" fmla="*/ 2551 w 10000"/>
              <a:gd name="connsiteY15-6296" fmla="*/ 5938 h 10000"/>
              <a:gd name="connsiteX16-6297" fmla="*/ 2147 w 10000"/>
              <a:gd name="connsiteY16-6298" fmla="*/ 5341 h 10000"/>
              <a:gd name="connsiteX17-6299" fmla="*/ 1743 w 10000"/>
              <a:gd name="connsiteY17-6300" fmla="*/ 4816 h 10000"/>
              <a:gd name="connsiteX18-6301" fmla="*/ 1339 w 10000"/>
              <a:gd name="connsiteY18-6302" fmla="*/ 4290 h 10000"/>
              <a:gd name="connsiteX19-6303" fmla="*/ 1086 w 10000"/>
              <a:gd name="connsiteY19-6304" fmla="*/ 3765 h 10000"/>
              <a:gd name="connsiteX20-6305" fmla="*/ 934 w 10000"/>
              <a:gd name="connsiteY20-6306" fmla="*/ 3453 h 10000"/>
              <a:gd name="connsiteX21-6307" fmla="*/ 809 w 10000"/>
              <a:gd name="connsiteY21-6308" fmla="*/ 3225 h 10000"/>
              <a:gd name="connsiteX22-6309" fmla="*/ 556 w 10000"/>
              <a:gd name="connsiteY22-6310" fmla="*/ 2699 h 10000"/>
              <a:gd name="connsiteX23-6311" fmla="*/ 405 w 10000"/>
              <a:gd name="connsiteY23-6312" fmla="*/ 2102 h 10000"/>
              <a:gd name="connsiteX24-6313" fmla="*/ 153 w 10000"/>
              <a:gd name="connsiteY24-6314" fmla="*/ 1507 h 10000"/>
              <a:gd name="connsiteX25-6315" fmla="*/ 0 w 10000"/>
              <a:gd name="connsiteY25-6316" fmla="*/ 896 h 10000"/>
              <a:gd name="connsiteX26-6317" fmla="*/ 0 w 10000"/>
              <a:gd name="connsiteY26-6318" fmla="*/ 597 h 10000"/>
              <a:gd name="connsiteX27-6319" fmla="*/ 1086 w 10000"/>
              <a:gd name="connsiteY27-6320" fmla="*/ 0 h 10000"/>
              <a:gd name="connsiteX28-6321" fmla="*/ 1086 w 10000"/>
              <a:gd name="connsiteY28-6322" fmla="*/ 228 h 10000"/>
              <a:gd name="connsiteX29-6323" fmla="*/ 1086 w 10000"/>
              <a:gd name="connsiteY29-6324" fmla="*/ 298 h 10000"/>
              <a:gd name="connsiteX30-6325" fmla="*/ 1086 w 10000"/>
              <a:gd name="connsiteY30-6326" fmla="*/ 455 h 10000"/>
              <a:gd name="connsiteX31-6327" fmla="*/ 1086 w 10000"/>
              <a:gd name="connsiteY31-6328" fmla="*/ 753 h 10000"/>
              <a:gd name="connsiteX32-6329" fmla="*/ 1213 w 10000"/>
              <a:gd name="connsiteY32-6330" fmla="*/ 1123 h 10000"/>
              <a:gd name="connsiteX33-6331" fmla="*/ 1213 w 10000"/>
              <a:gd name="connsiteY33-6332" fmla="*/ 1507 h 10000"/>
              <a:gd name="connsiteX34-6333" fmla="*/ 1339 w 10000"/>
              <a:gd name="connsiteY34-6334" fmla="*/ 1876 h 10000"/>
              <a:gd name="connsiteX35-6335" fmla="*/ 1464 w 10000"/>
              <a:gd name="connsiteY35-6336" fmla="*/ 2331 h 10000"/>
              <a:gd name="connsiteX36-6337" fmla="*/ 1743 w 10000"/>
              <a:gd name="connsiteY36-6338" fmla="*/ 2784 h 10000"/>
              <a:gd name="connsiteX37-6339" fmla="*/ 2022 w 10000"/>
              <a:gd name="connsiteY37-6340" fmla="*/ 3311 h 10000"/>
              <a:gd name="connsiteX38-6341" fmla="*/ 2273 w 10000"/>
              <a:gd name="connsiteY38-6342" fmla="*/ 3836 h 10000"/>
              <a:gd name="connsiteX39-6343" fmla="*/ 2678 w 10000"/>
              <a:gd name="connsiteY39-6344" fmla="*/ 4432 h 10000"/>
              <a:gd name="connsiteX40-6345" fmla="*/ 3080 w 10000"/>
              <a:gd name="connsiteY40-6346" fmla="*/ 5113 h 10000"/>
              <a:gd name="connsiteX41-6347" fmla="*/ 3333 w 10000"/>
              <a:gd name="connsiteY41-6348" fmla="*/ 5413 h 10000"/>
              <a:gd name="connsiteX42-6349" fmla="*/ 3612 w 10000"/>
              <a:gd name="connsiteY42-6350" fmla="*/ 5640 h 10000"/>
              <a:gd name="connsiteX43-6351" fmla="*/ 3891 w 10000"/>
              <a:gd name="connsiteY43-6352" fmla="*/ 5938 h 10000"/>
              <a:gd name="connsiteX44-6353" fmla="*/ 4268 w 10000"/>
              <a:gd name="connsiteY44-6354" fmla="*/ 6235 h 10000"/>
              <a:gd name="connsiteX45-6355" fmla="*/ 4546 w 10000"/>
              <a:gd name="connsiteY45-6356" fmla="*/ 6534 h 10000"/>
              <a:gd name="connsiteX46-6357" fmla="*/ 4799 w 10000"/>
              <a:gd name="connsiteY46-6358" fmla="*/ 6847 h 10000"/>
              <a:gd name="connsiteX47-6359" fmla="*/ 5201 w 10000"/>
              <a:gd name="connsiteY47-6360" fmla="*/ 7074 h 10000"/>
              <a:gd name="connsiteX48-6361" fmla="*/ 5480 w 10000"/>
              <a:gd name="connsiteY48-6362" fmla="*/ 7286 h 10000"/>
              <a:gd name="connsiteX49-6363" fmla="*/ 5885 w 10000"/>
              <a:gd name="connsiteY49-6364" fmla="*/ 7514 h 10000"/>
              <a:gd name="connsiteX50-6365" fmla="*/ 6137 w 10000"/>
              <a:gd name="connsiteY50-6366" fmla="*/ 7742 h 10000"/>
              <a:gd name="connsiteX51-6367" fmla="*/ 6541 w 10000"/>
              <a:gd name="connsiteY51-6368" fmla="*/ 7898 h 10000"/>
              <a:gd name="connsiteX52-6369" fmla="*/ 6818 w 10000"/>
              <a:gd name="connsiteY52-6370" fmla="*/ 8040 h 10000"/>
              <a:gd name="connsiteX53-6371" fmla="*/ 7070 w 10000"/>
              <a:gd name="connsiteY53-6372" fmla="*/ 8195 h 10000"/>
              <a:gd name="connsiteX54-6373" fmla="*/ 7349 w 10000"/>
              <a:gd name="connsiteY54-6374" fmla="*/ 8353 h 10000"/>
              <a:gd name="connsiteX55-6375" fmla="*/ 7601 w 10000"/>
              <a:gd name="connsiteY55-6376" fmla="*/ 8424 h 10000"/>
              <a:gd name="connsiteX56-6377" fmla="*/ 7879 w 10000"/>
              <a:gd name="connsiteY56-6378" fmla="*/ 8566 h 10000"/>
              <a:gd name="connsiteX57-6379" fmla="*/ 8005 w 10000"/>
              <a:gd name="connsiteY57-6380" fmla="*/ 8651 h 10000"/>
              <a:gd name="connsiteX58-6381" fmla="*/ 8156 w 10000"/>
              <a:gd name="connsiteY58-6382" fmla="*/ 8651 h 10000"/>
              <a:gd name="connsiteX59-6383" fmla="*/ 8283 w 10000"/>
              <a:gd name="connsiteY59-6384" fmla="*/ 8721 h 10000"/>
              <a:gd name="connsiteX60-6385" fmla="*/ 8410 w 10000"/>
              <a:gd name="connsiteY60-6386" fmla="*/ 8721 h 10000"/>
              <a:gd name="connsiteX61-6387" fmla="*/ 8410 w 10000"/>
              <a:gd name="connsiteY61-6388" fmla="*/ 8721 h 10000"/>
              <a:gd name="connsiteX62-6389" fmla="*/ 8537 w 10000"/>
              <a:gd name="connsiteY62-6390" fmla="*/ 8651 h 10000"/>
              <a:gd name="connsiteX63-6391" fmla="*/ 8537 w 10000"/>
              <a:gd name="connsiteY63-6392" fmla="*/ 8566 h 10000"/>
              <a:gd name="connsiteX64-6393" fmla="*/ 8688 w 10000"/>
              <a:gd name="connsiteY64-6394" fmla="*/ 8494 h 10000"/>
              <a:gd name="connsiteX65-6395" fmla="*/ 8688 w 10000"/>
              <a:gd name="connsiteY65-6396" fmla="*/ 8424 h 10000"/>
              <a:gd name="connsiteX66-6397" fmla="*/ 8813 w 10000"/>
              <a:gd name="connsiteY66-6398" fmla="*/ 8266 h 10000"/>
              <a:gd name="connsiteX67-6399" fmla="*/ 8813 w 10000"/>
              <a:gd name="connsiteY67-6400" fmla="*/ 8126 h 10000"/>
              <a:gd name="connsiteX68-6401" fmla="*/ 8938 w 10000"/>
              <a:gd name="connsiteY68-6402" fmla="*/ 7968 h 10000"/>
              <a:gd name="connsiteX69-6403" fmla="*/ 8938 w 10000"/>
              <a:gd name="connsiteY69-6404" fmla="*/ 7742 h 10000"/>
              <a:gd name="connsiteX70-6405" fmla="*/ 9066 w 10000"/>
              <a:gd name="connsiteY70-6406" fmla="*/ 7599 h 10000"/>
              <a:gd name="connsiteX71-6407" fmla="*/ 9066 w 10000"/>
              <a:gd name="connsiteY71-6408" fmla="*/ 7514 h 10000"/>
              <a:gd name="connsiteX72-6409" fmla="*/ 9217 w 10000"/>
              <a:gd name="connsiteY72-6410" fmla="*/ 7372 h 10000"/>
              <a:gd name="connsiteX73-6411" fmla="*/ 9217 w 10000"/>
              <a:gd name="connsiteY73-6412" fmla="*/ 7286 h 10000"/>
              <a:gd name="connsiteX74-6413" fmla="*/ 9344 w 10000"/>
              <a:gd name="connsiteY74-6414" fmla="*/ 7216 h 10000"/>
              <a:gd name="connsiteX75-6415" fmla="*/ 9344 w 10000"/>
              <a:gd name="connsiteY75-6416" fmla="*/ 7216 h 10000"/>
              <a:gd name="connsiteX76-6417" fmla="*/ 9344 w 10000"/>
              <a:gd name="connsiteY76-6418" fmla="*/ 7216 h 10000"/>
              <a:gd name="connsiteX77-6419" fmla="*/ 9344 w 10000"/>
              <a:gd name="connsiteY77-6420" fmla="*/ 7216 h 10000"/>
              <a:gd name="connsiteX78-6421" fmla="*/ 9470 w 10000"/>
              <a:gd name="connsiteY78-6422" fmla="*/ 7216 h 10000"/>
              <a:gd name="connsiteX79-6423" fmla="*/ 9470 w 10000"/>
              <a:gd name="connsiteY79-6424" fmla="*/ 7286 h 10000"/>
              <a:gd name="connsiteX80-6425" fmla="*/ 9470 w 10000"/>
              <a:gd name="connsiteY80-6426" fmla="*/ 7372 h 10000"/>
              <a:gd name="connsiteX81-6427" fmla="*/ 9470 w 10000"/>
              <a:gd name="connsiteY81-6428" fmla="*/ 7514 h 10000"/>
              <a:gd name="connsiteX82-6429" fmla="*/ 9623 w 10000"/>
              <a:gd name="connsiteY82-6430" fmla="*/ 7599 h 10000"/>
              <a:gd name="connsiteX83-6431" fmla="*/ 9623 w 10000"/>
              <a:gd name="connsiteY83-6432" fmla="*/ 7742 h 10000"/>
              <a:gd name="connsiteX84-6433" fmla="*/ 9623 w 10000"/>
              <a:gd name="connsiteY84-6434" fmla="*/ 7968 h 10000"/>
              <a:gd name="connsiteX85-6435" fmla="*/ 9623 w 10000"/>
              <a:gd name="connsiteY85-6436" fmla="*/ 8266 h 10000"/>
              <a:gd name="connsiteX86-6437" fmla="*/ 9747 w 10000"/>
              <a:gd name="connsiteY86-6438" fmla="*/ 8651 h 10000"/>
              <a:gd name="connsiteX87-6439" fmla="*/ 9875 w 10000"/>
              <a:gd name="connsiteY87-6440" fmla="*/ 8949 h 10000"/>
              <a:gd name="connsiteX88-6441" fmla="*/ 10000 w 10000"/>
              <a:gd name="connsiteY88-6442" fmla="*/ 9319 h 10000"/>
              <a:gd name="connsiteX89-6443" fmla="*/ 10000 w 10000"/>
              <a:gd name="connsiteY89-6444" fmla="*/ 9403 h 10000"/>
              <a:gd name="connsiteX90-6445" fmla="*/ 10000 w 10000"/>
              <a:gd name="connsiteY90-6446" fmla="*/ 9544 h 10000"/>
              <a:gd name="connsiteX91-6447" fmla="*/ 10000 w 10000"/>
              <a:gd name="connsiteY91-6448" fmla="*/ 9702 h 10000"/>
              <a:gd name="connsiteX92-6449" fmla="*/ 10000 w 10000"/>
              <a:gd name="connsiteY92-6450" fmla="*/ 9773 h 10000"/>
              <a:gd name="connsiteX93-6451" fmla="*/ 10000 w 10000"/>
              <a:gd name="connsiteY93-6452" fmla="*/ 9845 h 10000"/>
              <a:gd name="connsiteX94-6453" fmla="*/ 10000 w 10000"/>
              <a:gd name="connsiteY94-6454" fmla="*/ 9928 h 10000"/>
              <a:gd name="connsiteX95-6455" fmla="*/ 10000 w 10000"/>
              <a:gd name="connsiteY95-6456" fmla="*/ 9928 h 10000"/>
              <a:gd name="connsiteX96-6457" fmla="*/ 10000 w 10000"/>
              <a:gd name="connsiteY96-6458" fmla="*/ 10000 h 10000"/>
              <a:gd name="connsiteX97-6459" fmla="*/ 9747 w 10000"/>
              <a:gd name="connsiteY97-6460" fmla="*/ 9928 h 10000"/>
              <a:gd name="connsiteX98-6461" fmla="*/ 9470 w 10000"/>
              <a:gd name="connsiteY98-6462" fmla="*/ 9928 h 10000"/>
              <a:gd name="connsiteX99-6463" fmla="*/ 9066 w 10000"/>
              <a:gd name="connsiteY99-6464" fmla="*/ 9845 h 10000"/>
              <a:gd name="connsiteX100-6465" fmla="*/ 8537 w 10000"/>
              <a:gd name="connsiteY100-6466" fmla="*/ 9702 h 10000"/>
              <a:gd name="connsiteX101-6467" fmla="*/ 8537 w 10000"/>
              <a:gd name="connsiteY101-6468" fmla="*/ 9702 h 10000"/>
              <a:gd name="connsiteX0-6469" fmla="*/ 8537 w 10000"/>
              <a:gd name="connsiteY0-6470" fmla="*/ 9474 h 9772"/>
              <a:gd name="connsiteX1-6471" fmla="*/ 8156 w 10000"/>
              <a:gd name="connsiteY1-6472" fmla="*/ 9316 h 9772"/>
              <a:gd name="connsiteX2-6473" fmla="*/ 7601 w 10000"/>
              <a:gd name="connsiteY2-6474" fmla="*/ 9175 h 9772"/>
              <a:gd name="connsiteX3-6475" fmla="*/ 7070 w 10000"/>
              <a:gd name="connsiteY3-6476" fmla="*/ 8949 h 9772"/>
              <a:gd name="connsiteX4-6477" fmla="*/ 6541 w 10000"/>
              <a:gd name="connsiteY4-6478" fmla="*/ 8721 h 9772"/>
              <a:gd name="connsiteX5-6479" fmla="*/ 6287 w 10000"/>
              <a:gd name="connsiteY5-6480" fmla="*/ 8566 h 9772"/>
              <a:gd name="connsiteX6-6481" fmla="*/ 6010 w 10000"/>
              <a:gd name="connsiteY6-6482" fmla="*/ 8423 h 9772"/>
              <a:gd name="connsiteX7-6483" fmla="*/ 5732 w 10000"/>
              <a:gd name="connsiteY7-6484" fmla="*/ 8266 h 9772"/>
              <a:gd name="connsiteX8-6485" fmla="*/ 5480 w 10000"/>
              <a:gd name="connsiteY8-6486" fmla="*/ 8125 h 9772"/>
              <a:gd name="connsiteX9-6487" fmla="*/ 5201 w 10000"/>
              <a:gd name="connsiteY9-6488" fmla="*/ 7898 h 9772"/>
              <a:gd name="connsiteX10-6489" fmla="*/ 4949 w 10000"/>
              <a:gd name="connsiteY10-6490" fmla="*/ 7670 h 9772"/>
              <a:gd name="connsiteX11-6491" fmla="*/ 4673 w 10000"/>
              <a:gd name="connsiteY11-6492" fmla="*/ 7442 h 9772"/>
              <a:gd name="connsiteX12-6493" fmla="*/ 4268 w 10000"/>
              <a:gd name="connsiteY12-6494" fmla="*/ 7214 h 9772"/>
              <a:gd name="connsiteX13-6495" fmla="*/ 3612 w 10000"/>
              <a:gd name="connsiteY13-6496" fmla="*/ 6689 h 9772"/>
              <a:gd name="connsiteX14-6497" fmla="*/ 3080 w 10000"/>
              <a:gd name="connsiteY14-6498" fmla="*/ 6236 h 9772"/>
              <a:gd name="connsiteX15-6499" fmla="*/ 2551 w 10000"/>
              <a:gd name="connsiteY15-6500" fmla="*/ 5710 h 9772"/>
              <a:gd name="connsiteX16-6501" fmla="*/ 2147 w 10000"/>
              <a:gd name="connsiteY16-6502" fmla="*/ 5113 h 9772"/>
              <a:gd name="connsiteX17-6503" fmla="*/ 1743 w 10000"/>
              <a:gd name="connsiteY17-6504" fmla="*/ 4588 h 9772"/>
              <a:gd name="connsiteX18-6505" fmla="*/ 1339 w 10000"/>
              <a:gd name="connsiteY18-6506" fmla="*/ 4062 h 9772"/>
              <a:gd name="connsiteX19-6507" fmla="*/ 1086 w 10000"/>
              <a:gd name="connsiteY19-6508" fmla="*/ 3537 h 9772"/>
              <a:gd name="connsiteX20-6509" fmla="*/ 934 w 10000"/>
              <a:gd name="connsiteY20-6510" fmla="*/ 3225 h 9772"/>
              <a:gd name="connsiteX21-6511" fmla="*/ 809 w 10000"/>
              <a:gd name="connsiteY21-6512" fmla="*/ 2997 h 9772"/>
              <a:gd name="connsiteX22-6513" fmla="*/ 556 w 10000"/>
              <a:gd name="connsiteY22-6514" fmla="*/ 2471 h 9772"/>
              <a:gd name="connsiteX23-6515" fmla="*/ 405 w 10000"/>
              <a:gd name="connsiteY23-6516" fmla="*/ 1874 h 9772"/>
              <a:gd name="connsiteX24-6517" fmla="*/ 153 w 10000"/>
              <a:gd name="connsiteY24-6518" fmla="*/ 1279 h 9772"/>
              <a:gd name="connsiteX25-6519" fmla="*/ 0 w 10000"/>
              <a:gd name="connsiteY25-6520" fmla="*/ 668 h 9772"/>
              <a:gd name="connsiteX26-6521" fmla="*/ 0 w 10000"/>
              <a:gd name="connsiteY26-6522" fmla="*/ 369 h 9772"/>
              <a:gd name="connsiteX27-6523" fmla="*/ 1086 w 10000"/>
              <a:gd name="connsiteY27-6524" fmla="*/ 0 h 9772"/>
              <a:gd name="connsiteX28-6525" fmla="*/ 1086 w 10000"/>
              <a:gd name="connsiteY28-6526" fmla="*/ 70 h 9772"/>
              <a:gd name="connsiteX29-6527" fmla="*/ 1086 w 10000"/>
              <a:gd name="connsiteY29-6528" fmla="*/ 227 h 9772"/>
              <a:gd name="connsiteX30-6529" fmla="*/ 1086 w 10000"/>
              <a:gd name="connsiteY30-6530" fmla="*/ 525 h 9772"/>
              <a:gd name="connsiteX31-6531" fmla="*/ 1213 w 10000"/>
              <a:gd name="connsiteY31-6532" fmla="*/ 895 h 9772"/>
              <a:gd name="connsiteX32-6533" fmla="*/ 1213 w 10000"/>
              <a:gd name="connsiteY32-6534" fmla="*/ 1279 h 9772"/>
              <a:gd name="connsiteX33-6535" fmla="*/ 1339 w 10000"/>
              <a:gd name="connsiteY33-6536" fmla="*/ 1648 h 9772"/>
              <a:gd name="connsiteX34-6537" fmla="*/ 1464 w 10000"/>
              <a:gd name="connsiteY34-6538" fmla="*/ 2103 h 9772"/>
              <a:gd name="connsiteX35-6539" fmla="*/ 1743 w 10000"/>
              <a:gd name="connsiteY35-6540" fmla="*/ 2556 h 9772"/>
              <a:gd name="connsiteX36-6541" fmla="*/ 2022 w 10000"/>
              <a:gd name="connsiteY36-6542" fmla="*/ 3083 h 9772"/>
              <a:gd name="connsiteX37-6543" fmla="*/ 2273 w 10000"/>
              <a:gd name="connsiteY37-6544" fmla="*/ 3608 h 9772"/>
              <a:gd name="connsiteX38-6545" fmla="*/ 2678 w 10000"/>
              <a:gd name="connsiteY38-6546" fmla="*/ 4204 h 9772"/>
              <a:gd name="connsiteX39-6547" fmla="*/ 3080 w 10000"/>
              <a:gd name="connsiteY39-6548" fmla="*/ 4885 h 9772"/>
              <a:gd name="connsiteX40-6549" fmla="*/ 3333 w 10000"/>
              <a:gd name="connsiteY40-6550" fmla="*/ 5185 h 9772"/>
              <a:gd name="connsiteX41-6551" fmla="*/ 3612 w 10000"/>
              <a:gd name="connsiteY41-6552" fmla="*/ 5412 h 9772"/>
              <a:gd name="connsiteX42-6553" fmla="*/ 3891 w 10000"/>
              <a:gd name="connsiteY42-6554" fmla="*/ 5710 h 9772"/>
              <a:gd name="connsiteX43-6555" fmla="*/ 4268 w 10000"/>
              <a:gd name="connsiteY43-6556" fmla="*/ 6007 h 9772"/>
              <a:gd name="connsiteX44-6557" fmla="*/ 4546 w 10000"/>
              <a:gd name="connsiteY44-6558" fmla="*/ 6306 h 9772"/>
              <a:gd name="connsiteX45-6559" fmla="*/ 4799 w 10000"/>
              <a:gd name="connsiteY45-6560" fmla="*/ 6619 h 9772"/>
              <a:gd name="connsiteX46-6561" fmla="*/ 5201 w 10000"/>
              <a:gd name="connsiteY46-6562" fmla="*/ 6846 h 9772"/>
              <a:gd name="connsiteX47-6563" fmla="*/ 5480 w 10000"/>
              <a:gd name="connsiteY47-6564" fmla="*/ 7058 h 9772"/>
              <a:gd name="connsiteX48-6565" fmla="*/ 5885 w 10000"/>
              <a:gd name="connsiteY48-6566" fmla="*/ 7286 h 9772"/>
              <a:gd name="connsiteX49-6567" fmla="*/ 6137 w 10000"/>
              <a:gd name="connsiteY49-6568" fmla="*/ 7514 h 9772"/>
              <a:gd name="connsiteX50-6569" fmla="*/ 6541 w 10000"/>
              <a:gd name="connsiteY50-6570" fmla="*/ 7670 h 9772"/>
              <a:gd name="connsiteX51-6571" fmla="*/ 6818 w 10000"/>
              <a:gd name="connsiteY51-6572" fmla="*/ 7812 h 9772"/>
              <a:gd name="connsiteX52-6573" fmla="*/ 7070 w 10000"/>
              <a:gd name="connsiteY52-6574" fmla="*/ 7967 h 9772"/>
              <a:gd name="connsiteX53-6575" fmla="*/ 7349 w 10000"/>
              <a:gd name="connsiteY53-6576" fmla="*/ 8125 h 9772"/>
              <a:gd name="connsiteX54-6577" fmla="*/ 7601 w 10000"/>
              <a:gd name="connsiteY54-6578" fmla="*/ 8196 h 9772"/>
              <a:gd name="connsiteX55-6579" fmla="*/ 7879 w 10000"/>
              <a:gd name="connsiteY55-6580" fmla="*/ 8338 h 9772"/>
              <a:gd name="connsiteX56-6581" fmla="*/ 8005 w 10000"/>
              <a:gd name="connsiteY56-6582" fmla="*/ 8423 h 9772"/>
              <a:gd name="connsiteX57-6583" fmla="*/ 8156 w 10000"/>
              <a:gd name="connsiteY57-6584" fmla="*/ 8423 h 9772"/>
              <a:gd name="connsiteX58-6585" fmla="*/ 8283 w 10000"/>
              <a:gd name="connsiteY58-6586" fmla="*/ 8493 h 9772"/>
              <a:gd name="connsiteX59-6587" fmla="*/ 8410 w 10000"/>
              <a:gd name="connsiteY59-6588" fmla="*/ 8493 h 9772"/>
              <a:gd name="connsiteX60-6589" fmla="*/ 8410 w 10000"/>
              <a:gd name="connsiteY60-6590" fmla="*/ 8493 h 9772"/>
              <a:gd name="connsiteX61-6591" fmla="*/ 8537 w 10000"/>
              <a:gd name="connsiteY61-6592" fmla="*/ 8423 h 9772"/>
              <a:gd name="connsiteX62-6593" fmla="*/ 8537 w 10000"/>
              <a:gd name="connsiteY62-6594" fmla="*/ 8338 h 9772"/>
              <a:gd name="connsiteX63-6595" fmla="*/ 8688 w 10000"/>
              <a:gd name="connsiteY63-6596" fmla="*/ 8266 h 9772"/>
              <a:gd name="connsiteX64-6597" fmla="*/ 8688 w 10000"/>
              <a:gd name="connsiteY64-6598" fmla="*/ 8196 h 9772"/>
              <a:gd name="connsiteX65-6599" fmla="*/ 8813 w 10000"/>
              <a:gd name="connsiteY65-6600" fmla="*/ 8038 h 9772"/>
              <a:gd name="connsiteX66-6601" fmla="*/ 8813 w 10000"/>
              <a:gd name="connsiteY66-6602" fmla="*/ 7898 h 9772"/>
              <a:gd name="connsiteX67-6603" fmla="*/ 8938 w 10000"/>
              <a:gd name="connsiteY67-6604" fmla="*/ 7740 h 9772"/>
              <a:gd name="connsiteX68-6605" fmla="*/ 8938 w 10000"/>
              <a:gd name="connsiteY68-6606" fmla="*/ 7514 h 9772"/>
              <a:gd name="connsiteX69-6607" fmla="*/ 9066 w 10000"/>
              <a:gd name="connsiteY69-6608" fmla="*/ 7371 h 9772"/>
              <a:gd name="connsiteX70-6609" fmla="*/ 9066 w 10000"/>
              <a:gd name="connsiteY70-6610" fmla="*/ 7286 h 9772"/>
              <a:gd name="connsiteX71-6611" fmla="*/ 9217 w 10000"/>
              <a:gd name="connsiteY71-6612" fmla="*/ 7144 h 9772"/>
              <a:gd name="connsiteX72-6613" fmla="*/ 9217 w 10000"/>
              <a:gd name="connsiteY72-6614" fmla="*/ 7058 h 9772"/>
              <a:gd name="connsiteX73-6615" fmla="*/ 9344 w 10000"/>
              <a:gd name="connsiteY73-6616" fmla="*/ 6988 h 9772"/>
              <a:gd name="connsiteX74-6617" fmla="*/ 9344 w 10000"/>
              <a:gd name="connsiteY74-6618" fmla="*/ 6988 h 9772"/>
              <a:gd name="connsiteX75-6619" fmla="*/ 9344 w 10000"/>
              <a:gd name="connsiteY75-6620" fmla="*/ 6988 h 9772"/>
              <a:gd name="connsiteX76-6621" fmla="*/ 9344 w 10000"/>
              <a:gd name="connsiteY76-6622" fmla="*/ 6988 h 9772"/>
              <a:gd name="connsiteX77-6623" fmla="*/ 9470 w 10000"/>
              <a:gd name="connsiteY77-6624" fmla="*/ 6988 h 9772"/>
              <a:gd name="connsiteX78-6625" fmla="*/ 9470 w 10000"/>
              <a:gd name="connsiteY78-6626" fmla="*/ 7058 h 9772"/>
              <a:gd name="connsiteX79-6627" fmla="*/ 9470 w 10000"/>
              <a:gd name="connsiteY79-6628" fmla="*/ 7144 h 9772"/>
              <a:gd name="connsiteX80-6629" fmla="*/ 9470 w 10000"/>
              <a:gd name="connsiteY80-6630" fmla="*/ 7286 h 9772"/>
              <a:gd name="connsiteX81-6631" fmla="*/ 9623 w 10000"/>
              <a:gd name="connsiteY81-6632" fmla="*/ 7371 h 9772"/>
              <a:gd name="connsiteX82-6633" fmla="*/ 9623 w 10000"/>
              <a:gd name="connsiteY82-6634" fmla="*/ 7514 h 9772"/>
              <a:gd name="connsiteX83-6635" fmla="*/ 9623 w 10000"/>
              <a:gd name="connsiteY83-6636" fmla="*/ 7740 h 9772"/>
              <a:gd name="connsiteX84-6637" fmla="*/ 9623 w 10000"/>
              <a:gd name="connsiteY84-6638" fmla="*/ 8038 h 9772"/>
              <a:gd name="connsiteX85-6639" fmla="*/ 9747 w 10000"/>
              <a:gd name="connsiteY85-6640" fmla="*/ 8423 h 9772"/>
              <a:gd name="connsiteX86-6641" fmla="*/ 9875 w 10000"/>
              <a:gd name="connsiteY86-6642" fmla="*/ 8721 h 9772"/>
              <a:gd name="connsiteX87-6643" fmla="*/ 10000 w 10000"/>
              <a:gd name="connsiteY87-6644" fmla="*/ 9091 h 9772"/>
              <a:gd name="connsiteX88-6645" fmla="*/ 10000 w 10000"/>
              <a:gd name="connsiteY88-6646" fmla="*/ 9175 h 9772"/>
              <a:gd name="connsiteX89-6647" fmla="*/ 10000 w 10000"/>
              <a:gd name="connsiteY89-6648" fmla="*/ 9316 h 9772"/>
              <a:gd name="connsiteX90-6649" fmla="*/ 10000 w 10000"/>
              <a:gd name="connsiteY90-6650" fmla="*/ 9474 h 9772"/>
              <a:gd name="connsiteX91-6651" fmla="*/ 10000 w 10000"/>
              <a:gd name="connsiteY91-6652" fmla="*/ 9545 h 9772"/>
              <a:gd name="connsiteX92-6653" fmla="*/ 10000 w 10000"/>
              <a:gd name="connsiteY92-6654" fmla="*/ 9617 h 9772"/>
              <a:gd name="connsiteX93-6655" fmla="*/ 10000 w 10000"/>
              <a:gd name="connsiteY93-6656" fmla="*/ 9700 h 9772"/>
              <a:gd name="connsiteX94-6657" fmla="*/ 10000 w 10000"/>
              <a:gd name="connsiteY94-6658" fmla="*/ 9700 h 9772"/>
              <a:gd name="connsiteX95-6659" fmla="*/ 10000 w 10000"/>
              <a:gd name="connsiteY95-6660" fmla="*/ 9772 h 9772"/>
              <a:gd name="connsiteX96-6661" fmla="*/ 9747 w 10000"/>
              <a:gd name="connsiteY96-6662" fmla="*/ 9700 h 9772"/>
              <a:gd name="connsiteX97-6663" fmla="*/ 9470 w 10000"/>
              <a:gd name="connsiteY97-6664" fmla="*/ 9700 h 9772"/>
              <a:gd name="connsiteX98-6665" fmla="*/ 9066 w 10000"/>
              <a:gd name="connsiteY98-6666" fmla="*/ 9617 h 9772"/>
              <a:gd name="connsiteX99-6667" fmla="*/ 8537 w 10000"/>
              <a:gd name="connsiteY99-6668" fmla="*/ 9474 h 9772"/>
              <a:gd name="connsiteX100-6669" fmla="*/ 8537 w 10000"/>
              <a:gd name="connsiteY100-6670" fmla="*/ 9474 h 9772"/>
              <a:gd name="connsiteX0-6671" fmla="*/ 8537 w 10000"/>
              <a:gd name="connsiteY0-6672" fmla="*/ 9695 h 10000"/>
              <a:gd name="connsiteX1-6673" fmla="*/ 8156 w 10000"/>
              <a:gd name="connsiteY1-6674" fmla="*/ 9533 h 10000"/>
              <a:gd name="connsiteX2-6675" fmla="*/ 7601 w 10000"/>
              <a:gd name="connsiteY2-6676" fmla="*/ 9389 h 10000"/>
              <a:gd name="connsiteX3-6677" fmla="*/ 7070 w 10000"/>
              <a:gd name="connsiteY3-6678" fmla="*/ 9158 h 10000"/>
              <a:gd name="connsiteX4-6679" fmla="*/ 6541 w 10000"/>
              <a:gd name="connsiteY4-6680" fmla="*/ 8924 h 10000"/>
              <a:gd name="connsiteX5-6681" fmla="*/ 6287 w 10000"/>
              <a:gd name="connsiteY5-6682" fmla="*/ 8766 h 10000"/>
              <a:gd name="connsiteX6-6683" fmla="*/ 6010 w 10000"/>
              <a:gd name="connsiteY6-6684" fmla="*/ 8620 h 10000"/>
              <a:gd name="connsiteX7-6685" fmla="*/ 5732 w 10000"/>
              <a:gd name="connsiteY7-6686" fmla="*/ 8459 h 10000"/>
              <a:gd name="connsiteX8-6687" fmla="*/ 5480 w 10000"/>
              <a:gd name="connsiteY8-6688" fmla="*/ 8315 h 10000"/>
              <a:gd name="connsiteX9-6689" fmla="*/ 5201 w 10000"/>
              <a:gd name="connsiteY9-6690" fmla="*/ 8082 h 10000"/>
              <a:gd name="connsiteX10-6691" fmla="*/ 4949 w 10000"/>
              <a:gd name="connsiteY10-6692" fmla="*/ 7849 h 10000"/>
              <a:gd name="connsiteX11-6693" fmla="*/ 4673 w 10000"/>
              <a:gd name="connsiteY11-6694" fmla="*/ 7616 h 10000"/>
              <a:gd name="connsiteX12-6695" fmla="*/ 4268 w 10000"/>
              <a:gd name="connsiteY12-6696" fmla="*/ 7382 h 10000"/>
              <a:gd name="connsiteX13-6697" fmla="*/ 3612 w 10000"/>
              <a:gd name="connsiteY13-6698" fmla="*/ 6845 h 10000"/>
              <a:gd name="connsiteX14-6699" fmla="*/ 3080 w 10000"/>
              <a:gd name="connsiteY14-6700" fmla="*/ 6381 h 10000"/>
              <a:gd name="connsiteX15-6701" fmla="*/ 2551 w 10000"/>
              <a:gd name="connsiteY15-6702" fmla="*/ 5843 h 10000"/>
              <a:gd name="connsiteX16-6703" fmla="*/ 2147 w 10000"/>
              <a:gd name="connsiteY16-6704" fmla="*/ 5232 h 10000"/>
              <a:gd name="connsiteX17-6705" fmla="*/ 1743 w 10000"/>
              <a:gd name="connsiteY17-6706" fmla="*/ 4695 h 10000"/>
              <a:gd name="connsiteX18-6707" fmla="*/ 1339 w 10000"/>
              <a:gd name="connsiteY18-6708" fmla="*/ 4157 h 10000"/>
              <a:gd name="connsiteX19-6709" fmla="*/ 1086 w 10000"/>
              <a:gd name="connsiteY19-6710" fmla="*/ 3620 h 10000"/>
              <a:gd name="connsiteX20-6711" fmla="*/ 934 w 10000"/>
              <a:gd name="connsiteY20-6712" fmla="*/ 3300 h 10000"/>
              <a:gd name="connsiteX21-6713" fmla="*/ 809 w 10000"/>
              <a:gd name="connsiteY21-6714" fmla="*/ 3067 h 10000"/>
              <a:gd name="connsiteX22-6715" fmla="*/ 556 w 10000"/>
              <a:gd name="connsiteY22-6716" fmla="*/ 2529 h 10000"/>
              <a:gd name="connsiteX23-6717" fmla="*/ 405 w 10000"/>
              <a:gd name="connsiteY23-6718" fmla="*/ 1918 h 10000"/>
              <a:gd name="connsiteX24-6719" fmla="*/ 153 w 10000"/>
              <a:gd name="connsiteY24-6720" fmla="*/ 1309 h 10000"/>
              <a:gd name="connsiteX25-6721" fmla="*/ 0 w 10000"/>
              <a:gd name="connsiteY25-6722" fmla="*/ 684 h 10000"/>
              <a:gd name="connsiteX26-6723" fmla="*/ 0 w 10000"/>
              <a:gd name="connsiteY26-6724" fmla="*/ 378 h 10000"/>
              <a:gd name="connsiteX27-6725" fmla="*/ 1086 w 10000"/>
              <a:gd name="connsiteY27-6726" fmla="*/ 0 h 10000"/>
              <a:gd name="connsiteX28-6727" fmla="*/ 1086 w 10000"/>
              <a:gd name="connsiteY28-6728" fmla="*/ 232 h 10000"/>
              <a:gd name="connsiteX29-6729" fmla="*/ 1086 w 10000"/>
              <a:gd name="connsiteY29-6730" fmla="*/ 537 h 10000"/>
              <a:gd name="connsiteX30-6731" fmla="*/ 1213 w 10000"/>
              <a:gd name="connsiteY30-6732" fmla="*/ 916 h 10000"/>
              <a:gd name="connsiteX31-6733" fmla="*/ 1213 w 10000"/>
              <a:gd name="connsiteY31-6734" fmla="*/ 1309 h 10000"/>
              <a:gd name="connsiteX32-6735" fmla="*/ 1339 w 10000"/>
              <a:gd name="connsiteY32-6736" fmla="*/ 1686 h 10000"/>
              <a:gd name="connsiteX33-6737" fmla="*/ 1464 w 10000"/>
              <a:gd name="connsiteY33-6738" fmla="*/ 2152 h 10000"/>
              <a:gd name="connsiteX34-6739" fmla="*/ 1743 w 10000"/>
              <a:gd name="connsiteY34-6740" fmla="*/ 2616 h 10000"/>
              <a:gd name="connsiteX35-6741" fmla="*/ 2022 w 10000"/>
              <a:gd name="connsiteY35-6742" fmla="*/ 3155 h 10000"/>
              <a:gd name="connsiteX36-6743" fmla="*/ 2273 w 10000"/>
              <a:gd name="connsiteY36-6744" fmla="*/ 3692 h 10000"/>
              <a:gd name="connsiteX37-6745" fmla="*/ 2678 w 10000"/>
              <a:gd name="connsiteY37-6746" fmla="*/ 4302 h 10000"/>
              <a:gd name="connsiteX38-6747" fmla="*/ 3080 w 10000"/>
              <a:gd name="connsiteY38-6748" fmla="*/ 4999 h 10000"/>
              <a:gd name="connsiteX39-6749" fmla="*/ 3333 w 10000"/>
              <a:gd name="connsiteY39-6750" fmla="*/ 5306 h 10000"/>
              <a:gd name="connsiteX40-6751" fmla="*/ 3612 w 10000"/>
              <a:gd name="connsiteY40-6752" fmla="*/ 5538 h 10000"/>
              <a:gd name="connsiteX41-6753" fmla="*/ 3891 w 10000"/>
              <a:gd name="connsiteY41-6754" fmla="*/ 5843 h 10000"/>
              <a:gd name="connsiteX42-6755" fmla="*/ 4268 w 10000"/>
              <a:gd name="connsiteY42-6756" fmla="*/ 6147 h 10000"/>
              <a:gd name="connsiteX43-6757" fmla="*/ 4546 w 10000"/>
              <a:gd name="connsiteY43-6758" fmla="*/ 6453 h 10000"/>
              <a:gd name="connsiteX44-6759" fmla="*/ 4799 w 10000"/>
              <a:gd name="connsiteY44-6760" fmla="*/ 6773 h 10000"/>
              <a:gd name="connsiteX45-6761" fmla="*/ 5201 w 10000"/>
              <a:gd name="connsiteY45-6762" fmla="*/ 7006 h 10000"/>
              <a:gd name="connsiteX46-6763" fmla="*/ 5480 w 10000"/>
              <a:gd name="connsiteY46-6764" fmla="*/ 7223 h 10000"/>
              <a:gd name="connsiteX47-6765" fmla="*/ 5885 w 10000"/>
              <a:gd name="connsiteY47-6766" fmla="*/ 7456 h 10000"/>
              <a:gd name="connsiteX48-6767" fmla="*/ 6137 w 10000"/>
              <a:gd name="connsiteY48-6768" fmla="*/ 7689 h 10000"/>
              <a:gd name="connsiteX49-6769" fmla="*/ 6541 w 10000"/>
              <a:gd name="connsiteY49-6770" fmla="*/ 7849 h 10000"/>
              <a:gd name="connsiteX50-6771" fmla="*/ 6818 w 10000"/>
              <a:gd name="connsiteY50-6772" fmla="*/ 7994 h 10000"/>
              <a:gd name="connsiteX51-6773" fmla="*/ 7070 w 10000"/>
              <a:gd name="connsiteY51-6774" fmla="*/ 8153 h 10000"/>
              <a:gd name="connsiteX52-6775" fmla="*/ 7349 w 10000"/>
              <a:gd name="connsiteY52-6776" fmla="*/ 8315 h 10000"/>
              <a:gd name="connsiteX53-6777" fmla="*/ 7601 w 10000"/>
              <a:gd name="connsiteY53-6778" fmla="*/ 8387 h 10000"/>
              <a:gd name="connsiteX54-6779" fmla="*/ 7879 w 10000"/>
              <a:gd name="connsiteY54-6780" fmla="*/ 8533 h 10000"/>
              <a:gd name="connsiteX55-6781" fmla="*/ 8005 w 10000"/>
              <a:gd name="connsiteY55-6782" fmla="*/ 8620 h 10000"/>
              <a:gd name="connsiteX56-6783" fmla="*/ 8156 w 10000"/>
              <a:gd name="connsiteY56-6784" fmla="*/ 8620 h 10000"/>
              <a:gd name="connsiteX57-6785" fmla="*/ 8283 w 10000"/>
              <a:gd name="connsiteY57-6786" fmla="*/ 8691 h 10000"/>
              <a:gd name="connsiteX58-6787" fmla="*/ 8410 w 10000"/>
              <a:gd name="connsiteY58-6788" fmla="*/ 8691 h 10000"/>
              <a:gd name="connsiteX59-6789" fmla="*/ 8410 w 10000"/>
              <a:gd name="connsiteY59-6790" fmla="*/ 8691 h 10000"/>
              <a:gd name="connsiteX60-6791" fmla="*/ 8537 w 10000"/>
              <a:gd name="connsiteY60-6792" fmla="*/ 8620 h 10000"/>
              <a:gd name="connsiteX61-6793" fmla="*/ 8537 w 10000"/>
              <a:gd name="connsiteY61-6794" fmla="*/ 8533 h 10000"/>
              <a:gd name="connsiteX62-6795" fmla="*/ 8688 w 10000"/>
              <a:gd name="connsiteY62-6796" fmla="*/ 8459 h 10000"/>
              <a:gd name="connsiteX63-6797" fmla="*/ 8688 w 10000"/>
              <a:gd name="connsiteY63-6798" fmla="*/ 8387 h 10000"/>
              <a:gd name="connsiteX64-6799" fmla="*/ 8813 w 10000"/>
              <a:gd name="connsiteY64-6800" fmla="*/ 8226 h 10000"/>
              <a:gd name="connsiteX65-6801" fmla="*/ 8813 w 10000"/>
              <a:gd name="connsiteY65-6802" fmla="*/ 8082 h 10000"/>
              <a:gd name="connsiteX66-6803" fmla="*/ 8938 w 10000"/>
              <a:gd name="connsiteY66-6804" fmla="*/ 7921 h 10000"/>
              <a:gd name="connsiteX67-6805" fmla="*/ 8938 w 10000"/>
              <a:gd name="connsiteY67-6806" fmla="*/ 7689 h 10000"/>
              <a:gd name="connsiteX68-6807" fmla="*/ 9066 w 10000"/>
              <a:gd name="connsiteY68-6808" fmla="*/ 7543 h 10000"/>
              <a:gd name="connsiteX69-6809" fmla="*/ 9066 w 10000"/>
              <a:gd name="connsiteY69-6810" fmla="*/ 7456 h 10000"/>
              <a:gd name="connsiteX70-6811" fmla="*/ 9217 w 10000"/>
              <a:gd name="connsiteY70-6812" fmla="*/ 7311 h 10000"/>
              <a:gd name="connsiteX71-6813" fmla="*/ 9217 w 10000"/>
              <a:gd name="connsiteY71-6814" fmla="*/ 7223 h 10000"/>
              <a:gd name="connsiteX72-6815" fmla="*/ 9344 w 10000"/>
              <a:gd name="connsiteY72-6816" fmla="*/ 7151 h 10000"/>
              <a:gd name="connsiteX73-6817" fmla="*/ 9344 w 10000"/>
              <a:gd name="connsiteY73-6818" fmla="*/ 7151 h 10000"/>
              <a:gd name="connsiteX74-6819" fmla="*/ 9344 w 10000"/>
              <a:gd name="connsiteY74-6820" fmla="*/ 7151 h 10000"/>
              <a:gd name="connsiteX75-6821" fmla="*/ 9344 w 10000"/>
              <a:gd name="connsiteY75-6822" fmla="*/ 7151 h 10000"/>
              <a:gd name="connsiteX76-6823" fmla="*/ 9470 w 10000"/>
              <a:gd name="connsiteY76-6824" fmla="*/ 7151 h 10000"/>
              <a:gd name="connsiteX77-6825" fmla="*/ 9470 w 10000"/>
              <a:gd name="connsiteY77-6826" fmla="*/ 7223 h 10000"/>
              <a:gd name="connsiteX78-6827" fmla="*/ 9470 w 10000"/>
              <a:gd name="connsiteY78-6828" fmla="*/ 7311 h 10000"/>
              <a:gd name="connsiteX79-6829" fmla="*/ 9470 w 10000"/>
              <a:gd name="connsiteY79-6830" fmla="*/ 7456 h 10000"/>
              <a:gd name="connsiteX80-6831" fmla="*/ 9623 w 10000"/>
              <a:gd name="connsiteY80-6832" fmla="*/ 7543 h 10000"/>
              <a:gd name="connsiteX81-6833" fmla="*/ 9623 w 10000"/>
              <a:gd name="connsiteY81-6834" fmla="*/ 7689 h 10000"/>
              <a:gd name="connsiteX82-6835" fmla="*/ 9623 w 10000"/>
              <a:gd name="connsiteY82-6836" fmla="*/ 7921 h 10000"/>
              <a:gd name="connsiteX83-6837" fmla="*/ 9623 w 10000"/>
              <a:gd name="connsiteY83-6838" fmla="*/ 8226 h 10000"/>
              <a:gd name="connsiteX84-6839" fmla="*/ 9747 w 10000"/>
              <a:gd name="connsiteY84-6840" fmla="*/ 8620 h 10000"/>
              <a:gd name="connsiteX85-6841" fmla="*/ 9875 w 10000"/>
              <a:gd name="connsiteY85-6842" fmla="*/ 8924 h 10000"/>
              <a:gd name="connsiteX86-6843" fmla="*/ 10000 w 10000"/>
              <a:gd name="connsiteY86-6844" fmla="*/ 9303 h 10000"/>
              <a:gd name="connsiteX87-6845" fmla="*/ 10000 w 10000"/>
              <a:gd name="connsiteY87-6846" fmla="*/ 9389 h 10000"/>
              <a:gd name="connsiteX88-6847" fmla="*/ 10000 w 10000"/>
              <a:gd name="connsiteY88-6848" fmla="*/ 9533 h 10000"/>
              <a:gd name="connsiteX89-6849" fmla="*/ 10000 w 10000"/>
              <a:gd name="connsiteY89-6850" fmla="*/ 9695 h 10000"/>
              <a:gd name="connsiteX90-6851" fmla="*/ 10000 w 10000"/>
              <a:gd name="connsiteY90-6852" fmla="*/ 9768 h 10000"/>
              <a:gd name="connsiteX91-6853" fmla="*/ 10000 w 10000"/>
              <a:gd name="connsiteY91-6854" fmla="*/ 9841 h 10000"/>
              <a:gd name="connsiteX92-6855" fmla="*/ 10000 w 10000"/>
              <a:gd name="connsiteY92-6856" fmla="*/ 9926 h 10000"/>
              <a:gd name="connsiteX93-6857" fmla="*/ 10000 w 10000"/>
              <a:gd name="connsiteY93-6858" fmla="*/ 9926 h 10000"/>
              <a:gd name="connsiteX94-6859" fmla="*/ 10000 w 10000"/>
              <a:gd name="connsiteY94-6860" fmla="*/ 10000 h 10000"/>
              <a:gd name="connsiteX95-6861" fmla="*/ 9747 w 10000"/>
              <a:gd name="connsiteY95-6862" fmla="*/ 9926 h 10000"/>
              <a:gd name="connsiteX96-6863" fmla="*/ 9470 w 10000"/>
              <a:gd name="connsiteY96-6864" fmla="*/ 9926 h 10000"/>
              <a:gd name="connsiteX97-6865" fmla="*/ 9066 w 10000"/>
              <a:gd name="connsiteY97-6866" fmla="*/ 9841 h 10000"/>
              <a:gd name="connsiteX98-6867" fmla="*/ 8537 w 10000"/>
              <a:gd name="connsiteY98-6868" fmla="*/ 9695 h 10000"/>
              <a:gd name="connsiteX99-6869" fmla="*/ 8537 w 10000"/>
              <a:gd name="connsiteY99-6870" fmla="*/ 9695 h 10000"/>
              <a:gd name="connsiteX0-6871" fmla="*/ 8537 w 10000"/>
              <a:gd name="connsiteY0-6872" fmla="*/ 9695 h 10000"/>
              <a:gd name="connsiteX1-6873" fmla="*/ 8156 w 10000"/>
              <a:gd name="connsiteY1-6874" fmla="*/ 9533 h 10000"/>
              <a:gd name="connsiteX2-6875" fmla="*/ 7601 w 10000"/>
              <a:gd name="connsiteY2-6876" fmla="*/ 9389 h 10000"/>
              <a:gd name="connsiteX3-6877" fmla="*/ 7070 w 10000"/>
              <a:gd name="connsiteY3-6878" fmla="*/ 9158 h 10000"/>
              <a:gd name="connsiteX4-6879" fmla="*/ 6541 w 10000"/>
              <a:gd name="connsiteY4-6880" fmla="*/ 8924 h 10000"/>
              <a:gd name="connsiteX5-6881" fmla="*/ 6287 w 10000"/>
              <a:gd name="connsiteY5-6882" fmla="*/ 8766 h 10000"/>
              <a:gd name="connsiteX6-6883" fmla="*/ 6010 w 10000"/>
              <a:gd name="connsiteY6-6884" fmla="*/ 8620 h 10000"/>
              <a:gd name="connsiteX7-6885" fmla="*/ 5732 w 10000"/>
              <a:gd name="connsiteY7-6886" fmla="*/ 8459 h 10000"/>
              <a:gd name="connsiteX8-6887" fmla="*/ 5480 w 10000"/>
              <a:gd name="connsiteY8-6888" fmla="*/ 8315 h 10000"/>
              <a:gd name="connsiteX9-6889" fmla="*/ 5201 w 10000"/>
              <a:gd name="connsiteY9-6890" fmla="*/ 8082 h 10000"/>
              <a:gd name="connsiteX10-6891" fmla="*/ 4949 w 10000"/>
              <a:gd name="connsiteY10-6892" fmla="*/ 7849 h 10000"/>
              <a:gd name="connsiteX11-6893" fmla="*/ 4673 w 10000"/>
              <a:gd name="connsiteY11-6894" fmla="*/ 7616 h 10000"/>
              <a:gd name="connsiteX12-6895" fmla="*/ 4268 w 10000"/>
              <a:gd name="connsiteY12-6896" fmla="*/ 7382 h 10000"/>
              <a:gd name="connsiteX13-6897" fmla="*/ 3612 w 10000"/>
              <a:gd name="connsiteY13-6898" fmla="*/ 6845 h 10000"/>
              <a:gd name="connsiteX14-6899" fmla="*/ 3080 w 10000"/>
              <a:gd name="connsiteY14-6900" fmla="*/ 6381 h 10000"/>
              <a:gd name="connsiteX15-6901" fmla="*/ 2551 w 10000"/>
              <a:gd name="connsiteY15-6902" fmla="*/ 5843 h 10000"/>
              <a:gd name="connsiteX16-6903" fmla="*/ 2147 w 10000"/>
              <a:gd name="connsiteY16-6904" fmla="*/ 5232 h 10000"/>
              <a:gd name="connsiteX17-6905" fmla="*/ 1743 w 10000"/>
              <a:gd name="connsiteY17-6906" fmla="*/ 4695 h 10000"/>
              <a:gd name="connsiteX18-6907" fmla="*/ 1339 w 10000"/>
              <a:gd name="connsiteY18-6908" fmla="*/ 4157 h 10000"/>
              <a:gd name="connsiteX19-6909" fmla="*/ 1086 w 10000"/>
              <a:gd name="connsiteY19-6910" fmla="*/ 3620 h 10000"/>
              <a:gd name="connsiteX20-6911" fmla="*/ 934 w 10000"/>
              <a:gd name="connsiteY20-6912" fmla="*/ 3300 h 10000"/>
              <a:gd name="connsiteX21-6913" fmla="*/ 809 w 10000"/>
              <a:gd name="connsiteY21-6914" fmla="*/ 3067 h 10000"/>
              <a:gd name="connsiteX22-6915" fmla="*/ 556 w 10000"/>
              <a:gd name="connsiteY22-6916" fmla="*/ 2529 h 10000"/>
              <a:gd name="connsiteX23-6917" fmla="*/ 405 w 10000"/>
              <a:gd name="connsiteY23-6918" fmla="*/ 1918 h 10000"/>
              <a:gd name="connsiteX24-6919" fmla="*/ 153 w 10000"/>
              <a:gd name="connsiteY24-6920" fmla="*/ 1309 h 10000"/>
              <a:gd name="connsiteX25-6921" fmla="*/ 0 w 10000"/>
              <a:gd name="connsiteY25-6922" fmla="*/ 684 h 10000"/>
              <a:gd name="connsiteX26-6923" fmla="*/ 0 w 10000"/>
              <a:gd name="connsiteY26-6924" fmla="*/ 378 h 10000"/>
              <a:gd name="connsiteX27-6925" fmla="*/ 1086 w 10000"/>
              <a:gd name="connsiteY27-6926" fmla="*/ 0 h 10000"/>
              <a:gd name="connsiteX28-6927" fmla="*/ 1086 w 10000"/>
              <a:gd name="connsiteY28-6928" fmla="*/ 537 h 10000"/>
              <a:gd name="connsiteX29-6929" fmla="*/ 1213 w 10000"/>
              <a:gd name="connsiteY29-6930" fmla="*/ 916 h 10000"/>
              <a:gd name="connsiteX30-6931" fmla="*/ 1213 w 10000"/>
              <a:gd name="connsiteY30-6932" fmla="*/ 1309 h 10000"/>
              <a:gd name="connsiteX31-6933" fmla="*/ 1339 w 10000"/>
              <a:gd name="connsiteY31-6934" fmla="*/ 1686 h 10000"/>
              <a:gd name="connsiteX32-6935" fmla="*/ 1464 w 10000"/>
              <a:gd name="connsiteY32-6936" fmla="*/ 2152 h 10000"/>
              <a:gd name="connsiteX33-6937" fmla="*/ 1743 w 10000"/>
              <a:gd name="connsiteY33-6938" fmla="*/ 2616 h 10000"/>
              <a:gd name="connsiteX34-6939" fmla="*/ 2022 w 10000"/>
              <a:gd name="connsiteY34-6940" fmla="*/ 3155 h 10000"/>
              <a:gd name="connsiteX35-6941" fmla="*/ 2273 w 10000"/>
              <a:gd name="connsiteY35-6942" fmla="*/ 3692 h 10000"/>
              <a:gd name="connsiteX36-6943" fmla="*/ 2678 w 10000"/>
              <a:gd name="connsiteY36-6944" fmla="*/ 4302 h 10000"/>
              <a:gd name="connsiteX37-6945" fmla="*/ 3080 w 10000"/>
              <a:gd name="connsiteY37-6946" fmla="*/ 4999 h 10000"/>
              <a:gd name="connsiteX38-6947" fmla="*/ 3333 w 10000"/>
              <a:gd name="connsiteY38-6948" fmla="*/ 5306 h 10000"/>
              <a:gd name="connsiteX39-6949" fmla="*/ 3612 w 10000"/>
              <a:gd name="connsiteY39-6950" fmla="*/ 5538 h 10000"/>
              <a:gd name="connsiteX40-6951" fmla="*/ 3891 w 10000"/>
              <a:gd name="connsiteY40-6952" fmla="*/ 5843 h 10000"/>
              <a:gd name="connsiteX41-6953" fmla="*/ 4268 w 10000"/>
              <a:gd name="connsiteY41-6954" fmla="*/ 6147 h 10000"/>
              <a:gd name="connsiteX42-6955" fmla="*/ 4546 w 10000"/>
              <a:gd name="connsiteY42-6956" fmla="*/ 6453 h 10000"/>
              <a:gd name="connsiteX43-6957" fmla="*/ 4799 w 10000"/>
              <a:gd name="connsiteY43-6958" fmla="*/ 6773 h 10000"/>
              <a:gd name="connsiteX44-6959" fmla="*/ 5201 w 10000"/>
              <a:gd name="connsiteY44-6960" fmla="*/ 7006 h 10000"/>
              <a:gd name="connsiteX45-6961" fmla="*/ 5480 w 10000"/>
              <a:gd name="connsiteY45-6962" fmla="*/ 7223 h 10000"/>
              <a:gd name="connsiteX46-6963" fmla="*/ 5885 w 10000"/>
              <a:gd name="connsiteY46-6964" fmla="*/ 7456 h 10000"/>
              <a:gd name="connsiteX47-6965" fmla="*/ 6137 w 10000"/>
              <a:gd name="connsiteY47-6966" fmla="*/ 7689 h 10000"/>
              <a:gd name="connsiteX48-6967" fmla="*/ 6541 w 10000"/>
              <a:gd name="connsiteY48-6968" fmla="*/ 7849 h 10000"/>
              <a:gd name="connsiteX49-6969" fmla="*/ 6818 w 10000"/>
              <a:gd name="connsiteY49-6970" fmla="*/ 7994 h 10000"/>
              <a:gd name="connsiteX50-6971" fmla="*/ 7070 w 10000"/>
              <a:gd name="connsiteY50-6972" fmla="*/ 8153 h 10000"/>
              <a:gd name="connsiteX51-6973" fmla="*/ 7349 w 10000"/>
              <a:gd name="connsiteY51-6974" fmla="*/ 8315 h 10000"/>
              <a:gd name="connsiteX52-6975" fmla="*/ 7601 w 10000"/>
              <a:gd name="connsiteY52-6976" fmla="*/ 8387 h 10000"/>
              <a:gd name="connsiteX53-6977" fmla="*/ 7879 w 10000"/>
              <a:gd name="connsiteY53-6978" fmla="*/ 8533 h 10000"/>
              <a:gd name="connsiteX54-6979" fmla="*/ 8005 w 10000"/>
              <a:gd name="connsiteY54-6980" fmla="*/ 8620 h 10000"/>
              <a:gd name="connsiteX55-6981" fmla="*/ 8156 w 10000"/>
              <a:gd name="connsiteY55-6982" fmla="*/ 8620 h 10000"/>
              <a:gd name="connsiteX56-6983" fmla="*/ 8283 w 10000"/>
              <a:gd name="connsiteY56-6984" fmla="*/ 8691 h 10000"/>
              <a:gd name="connsiteX57-6985" fmla="*/ 8410 w 10000"/>
              <a:gd name="connsiteY57-6986" fmla="*/ 8691 h 10000"/>
              <a:gd name="connsiteX58-6987" fmla="*/ 8410 w 10000"/>
              <a:gd name="connsiteY58-6988" fmla="*/ 8691 h 10000"/>
              <a:gd name="connsiteX59-6989" fmla="*/ 8537 w 10000"/>
              <a:gd name="connsiteY59-6990" fmla="*/ 8620 h 10000"/>
              <a:gd name="connsiteX60-6991" fmla="*/ 8537 w 10000"/>
              <a:gd name="connsiteY60-6992" fmla="*/ 8533 h 10000"/>
              <a:gd name="connsiteX61-6993" fmla="*/ 8688 w 10000"/>
              <a:gd name="connsiteY61-6994" fmla="*/ 8459 h 10000"/>
              <a:gd name="connsiteX62-6995" fmla="*/ 8688 w 10000"/>
              <a:gd name="connsiteY62-6996" fmla="*/ 8387 h 10000"/>
              <a:gd name="connsiteX63-6997" fmla="*/ 8813 w 10000"/>
              <a:gd name="connsiteY63-6998" fmla="*/ 8226 h 10000"/>
              <a:gd name="connsiteX64-6999" fmla="*/ 8813 w 10000"/>
              <a:gd name="connsiteY64-7000" fmla="*/ 8082 h 10000"/>
              <a:gd name="connsiteX65-7001" fmla="*/ 8938 w 10000"/>
              <a:gd name="connsiteY65-7002" fmla="*/ 7921 h 10000"/>
              <a:gd name="connsiteX66-7003" fmla="*/ 8938 w 10000"/>
              <a:gd name="connsiteY66-7004" fmla="*/ 7689 h 10000"/>
              <a:gd name="connsiteX67-7005" fmla="*/ 9066 w 10000"/>
              <a:gd name="connsiteY67-7006" fmla="*/ 7543 h 10000"/>
              <a:gd name="connsiteX68-7007" fmla="*/ 9066 w 10000"/>
              <a:gd name="connsiteY68-7008" fmla="*/ 7456 h 10000"/>
              <a:gd name="connsiteX69-7009" fmla="*/ 9217 w 10000"/>
              <a:gd name="connsiteY69-7010" fmla="*/ 7311 h 10000"/>
              <a:gd name="connsiteX70-7011" fmla="*/ 9217 w 10000"/>
              <a:gd name="connsiteY70-7012" fmla="*/ 7223 h 10000"/>
              <a:gd name="connsiteX71-7013" fmla="*/ 9344 w 10000"/>
              <a:gd name="connsiteY71-7014" fmla="*/ 7151 h 10000"/>
              <a:gd name="connsiteX72-7015" fmla="*/ 9344 w 10000"/>
              <a:gd name="connsiteY72-7016" fmla="*/ 7151 h 10000"/>
              <a:gd name="connsiteX73-7017" fmla="*/ 9344 w 10000"/>
              <a:gd name="connsiteY73-7018" fmla="*/ 7151 h 10000"/>
              <a:gd name="connsiteX74-7019" fmla="*/ 9344 w 10000"/>
              <a:gd name="connsiteY74-7020" fmla="*/ 7151 h 10000"/>
              <a:gd name="connsiteX75-7021" fmla="*/ 9470 w 10000"/>
              <a:gd name="connsiteY75-7022" fmla="*/ 7151 h 10000"/>
              <a:gd name="connsiteX76-7023" fmla="*/ 9470 w 10000"/>
              <a:gd name="connsiteY76-7024" fmla="*/ 7223 h 10000"/>
              <a:gd name="connsiteX77-7025" fmla="*/ 9470 w 10000"/>
              <a:gd name="connsiteY77-7026" fmla="*/ 7311 h 10000"/>
              <a:gd name="connsiteX78-7027" fmla="*/ 9470 w 10000"/>
              <a:gd name="connsiteY78-7028" fmla="*/ 7456 h 10000"/>
              <a:gd name="connsiteX79-7029" fmla="*/ 9623 w 10000"/>
              <a:gd name="connsiteY79-7030" fmla="*/ 7543 h 10000"/>
              <a:gd name="connsiteX80-7031" fmla="*/ 9623 w 10000"/>
              <a:gd name="connsiteY80-7032" fmla="*/ 7689 h 10000"/>
              <a:gd name="connsiteX81-7033" fmla="*/ 9623 w 10000"/>
              <a:gd name="connsiteY81-7034" fmla="*/ 7921 h 10000"/>
              <a:gd name="connsiteX82-7035" fmla="*/ 9623 w 10000"/>
              <a:gd name="connsiteY82-7036" fmla="*/ 8226 h 10000"/>
              <a:gd name="connsiteX83-7037" fmla="*/ 9747 w 10000"/>
              <a:gd name="connsiteY83-7038" fmla="*/ 8620 h 10000"/>
              <a:gd name="connsiteX84-7039" fmla="*/ 9875 w 10000"/>
              <a:gd name="connsiteY84-7040" fmla="*/ 8924 h 10000"/>
              <a:gd name="connsiteX85-7041" fmla="*/ 10000 w 10000"/>
              <a:gd name="connsiteY85-7042" fmla="*/ 9303 h 10000"/>
              <a:gd name="connsiteX86-7043" fmla="*/ 10000 w 10000"/>
              <a:gd name="connsiteY86-7044" fmla="*/ 9389 h 10000"/>
              <a:gd name="connsiteX87-7045" fmla="*/ 10000 w 10000"/>
              <a:gd name="connsiteY87-7046" fmla="*/ 9533 h 10000"/>
              <a:gd name="connsiteX88-7047" fmla="*/ 10000 w 10000"/>
              <a:gd name="connsiteY88-7048" fmla="*/ 9695 h 10000"/>
              <a:gd name="connsiteX89-7049" fmla="*/ 10000 w 10000"/>
              <a:gd name="connsiteY89-7050" fmla="*/ 9768 h 10000"/>
              <a:gd name="connsiteX90-7051" fmla="*/ 10000 w 10000"/>
              <a:gd name="connsiteY90-7052" fmla="*/ 9841 h 10000"/>
              <a:gd name="connsiteX91-7053" fmla="*/ 10000 w 10000"/>
              <a:gd name="connsiteY91-7054" fmla="*/ 9926 h 10000"/>
              <a:gd name="connsiteX92-7055" fmla="*/ 10000 w 10000"/>
              <a:gd name="connsiteY92-7056" fmla="*/ 9926 h 10000"/>
              <a:gd name="connsiteX93-7057" fmla="*/ 10000 w 10000"/>
              <a:gd name="connsiteY93-7058" fmla="*/ 10000 h 10000"/>
              <a:gd name="connsiteX94-7059" fmla="*/ 9747 w 10000"/>
              <a:gd name="connsiteY94-7060" fmla="*/ 9926 h 10000"/>
              <a:gd name="connsiteX95-7061" fmla="*/ 9470 w 10000"/>
              <a:gd name="connsiteY95-7062" fmla="*/ 9926 h 10000"/>
              <a:gd name="connsiteX96-7063" fmla="*/ 9066 w 10000"/>
              <a:gd name="connsiteY96-7064" fmla="*/ 9841 h 10000"/>
              <a:gd name="connsiteX97-7065" fmla="*/ 8537 w 10000"/>
              <a:gd name="connsiteY97-7066" fmla="*/ 9695 h 10000"/>
              <a:gd name="connsiteX98-7067" fmla="*/ 8537 w 10000"/>
              <a:gd name="connsiteY98-7068" fmla="*/ 9695 h 10000"/>
              <a:gd name="connsiteX0-7069" fmla="*/ 8537 w 10000"/>
              <a:gd name="connsiteY0-7070" fmla="*/ 9695 h 10000"/>
              <a:gd name="connsiteX1-7071" fmla="*/ 8156 w 10000"/>
              <a:gd name="connsiteY1-7072" fmla="*/ 9533 h 10000"/>
              <a:gd name="connsiteX2-7073" fmla="*/ 7601 w 10000"/>
              <a:gd name="connsiteY2-7074" fmla="*/ 9389 h 10000"/>
              <a:gd name="connsiteX3-7075" fmla="*/ 7070 w 10000"/>
              <a:gd name="connsiteY3-7076" fmla="*/ 9158 h 10000"/>
              <a:gd name="connsiteX4-7077" fmla="*/ 6541 w 10000"/>
              <a:gd name="connsiteY4-7078" fmla="*/ 8924 h 10000"/>
              <a:gd name="connsiteX5-7079" fmla="*/ 6287 w 10000"/>
              <a:gd name="connsiteY5-7080" fmla="*/ 8766 h 10000"/>
              <a:gd name="connsiteX6-7081" fmla="*/ 6010 w 10000"/>
              <a:gd name="connsiteY6-7082" fmla="*/ 8620 h 10000"/>
              <a:gd name="connsiteX7-7083" fmla="*/ 5732 w 10000"/>
              <a:gd name="connsiteY7-7084" fmla="*/ 8459 h 10000"/>
              <a:gd name="connsiteX8-7085" fmla="*/ 5480 w 10000"/>
              <a:gd name="connsiteY8-7086" fmla="*/ 8315 h 10000"/>
              <a:gd name="connsiteX9-7087" fmla="*/ 5201 w 10000"/>
              <a:gd name="connsiteY9-7088" fmla="*/ 8082 h 10000"/>
              <a:gd name="connsiteX10-7089" fmla="*/ 4949 w 10000"/>
              <a:gd name="connsiteY10-7090" fmla="*/ 7849 h 10000"/>
              <a:gd name="connsiteX11-7091" fmla="*/ 4673 w 10000"/>
              <a:gd name="connsiteY11-7092" fmla="*/ 7616 h 10000"/>
              <a:gd name="connsiteX12-7093" fmla="*/ 4268 w 10000"/>
              <a:gd name="connsiteY12-7094" fmla="*/ 7382 h 10000"/>
              <a:gd name="connsiteX13-7095" fmla="*/ 3612 w 10000"/>
              <a:gd name="connsiteY13-7096" fmla="*/ 6845 h 10000"/>
              <a:gd name="connsiteX14-7097" fmla="*/ 3080 w 10000"/>
              <a:gd name="connsiteY14-7098" fmla="*/ 6381 h 10000"/>
              <a:gd name="connsiteX15-7099" fmla="*/ 2551 w 10000"/>
              <a:gd name="connsiteY15-7100" fmla="*/ 5843 h 10000"/>
              <a:gd name="connsiteX16-7101" fmla="*/ 2147 w 10000"/>
              <a:gd name="connsiteY16-7102" fmla="*/ 5232 h 10000"/>
              <a:gd name="connsiteX17-7103" fmla="*/ 1743 w 10000"/>
              <a:gd name="connsiteY17-7104" fmla="*/ 4695 h 10000"/>
              <a:gd name="connsiteX18-7105" fmla="*/ 1339 w 10000"/>
              <a:gd name="connsiteY18-7106" fmla="*/ 4157 h 10000"/>
              <a:gd name="connsiteX19-7107" fmla="*/ 1086 w 10000"/>
              <a:gd name="connsiteY19-7108" fmla="*/ 3620 h 10000"/>
              <a:gd name="connsiteX20-7109" fmla="*/ 934 w 10000"/>
              <a:gd name="connsiteY20-7110" fmla="*/ 3300 h 10000"/>
              <a:gd name="connsiteX21-7111" fmla="*/ 809 w 10000"/>
              <a:gd name="connsiteY21-7112" fmla="*/ 3067 h 10000"/>
              <a:gd name="connsiteX22-7113" fmla="*/ 556 w 10000"/>
              <a:gd name="connsiteY22-7114" fmla="*/ 2529 h 10000"/>
              <a:gd name="connsiteX23-7115" fmla="*/ 405 w 10000"/>
              <a:gd name="connsiteY23-7116" fmla="*/ 1918 h 10000"/>
              <a:gd name="connsiteX24-7117" fmla="*/ 153 w 10000"/>
              <a:gd name="connsiteY24-7118" fmla="*/ 1309 h 10000"/>
              <a:gd name="connsiteX25-7119" fmla="*/ 0 w 10000"/>
              <a:gd name="connsiteY25-7120" fmla="*/ 684 h 10000"/>
              <a:gd name="connsiteX26-7121" fmla="*/ 1086 w 10000"/>
              <a:gd name="connsiteY26-7122" fmla="*/ 0 h 10000"/>
              <a:gd name="connsiteX27-7123" fmla="*/ 1086 w 10000"/>
              <a:gd name="connsiteY27-7124" fmla="*/ 537 h 10000"/>
              <a:gd name="connsiteX28-7125" fmla="*/ 1213 w 10000"/>
              <a:gd name="connsiteY28-7126" fmla="*/ 916 h 10000"/>
              <a:gd name="connsiteX29-7127" fmla="*/ 1213 w 10000"/>
              <a:gd name="connsiteY29-7128" fmla="*/ 1309 h 10000"/>
              <a:gd name="connsiteX30-7129" fmla="*/ 1339 w 10000"/>
              <a:gd name="connsiteY30-7130" fmla="*/ 1686 h 10000"/>
              <a:gd name="connsiteX31-7131" fmla="*/ 1464 w 10000"/>
              <a:gd name="connsiteY31-7132" fmla="*/ 2152 h 10000"/>
              <a:gd name="connsiteX32-7133" fmla="*/ 1743 w 10000"/>
              <a:gd name="connsiteY32-7134" fmla="*/ 2616 h 10000"/>
              <a:gd name="connsiteX33-7135" fmla="*/ 2022 w 10000"/>
              <a:gd name="connsiteY33-7136" fmla="*/ 3155 h 10000"/>
              <a:gd name="connsiteX34-7137" fmla="*/ 2273 w 10000"/>
              <a:gd name="connsiteY34-7138" fmla="*/ 3692 h 10000"/>
              <a:gd name="connsiteX35-7139" fmla="*/ 2678 w 10000"/>
              <a:gd name="connsiteY35-7140" fmla="*/ 4302 h 10000"/>
              <a:gd name="connsiteX36-7141" fmla="*/ 3080 w 10000"/>
              <a:gd name="connsiteY36-7142" fmla="*/ 4999 h 10000"/>
              <a:gd name="connsiteX37-7143" fmla="*/ 3333 w 10000"/>
              <a:gd name="connsiteY37-7144" fmla="*/ 5306 h 10000"/>
              <a:gd name="connsiteX38-7145" fmla="*/ 3612 w 10000"/>
              <a:gd name="connsiteY38-7146" fmla="*/ 5538 h 10000"/>
              <a:gd name="connsiteX39-7147" fmla="*/ 3891 w 10000"/>
              <a:gd name="connsiteY39-7148" fmla="*/ 5843 h 10000"/>
              <a:gd name="connsiteX40-7149" fmla="*/ 4268 w 10000"/>
              <a:gd name="connsiteY40-7150" fmla="*/ 6147 h 10000"/>
              <a:gd name="connsiteX41-7151" fmla="*/ 4546 w 10000"/>
              <a:gd name="connsiteY41-7152" fmla="*/ 6453 h 10000"/>
              <a:gd name="connsiteX42-7153" fmla="*/ 4799 w 10000"/>
              <a:gd name="connsiteY42-7154" fmla="*/ 6773 h 10000"/>
              <a:gd name="connsiteX43-7155" fmla="*/ 5201 w 10000"/>
              <a:gd name="connsiteY43-7156" fmla="*/ 7006 h 10000"/>
              <a:gd name="connsiteX44-7157" fmla="*/ 5480 w 10000"/>
              <a:gd name="connsiteY44-7158" fmla="*/ 7223 h 10000"/>
              <a:gd name="connsiteX45-7159" fmla="*/ 5885 w 10000"/>
              <a:gd name="connsiteY45-7160" fmla="*/ 7456 h 10000"/>
              <a:gd name="connsiteX46-7161" fmla="*/ 6137 w 10000"/>
              <a:gd name="connsiteY46-7162" fmla="*/ 7689 h 10000"/>
              <a:gd name="connsiteX47-7163" fmla="*/ 6541 w 10000"/>
              <a:gd name="connsiteY47-7164" fmla="*/ 7849 h 10000"/>
              <a:gd name="connsiteX48-7165" fmla="*/ 6818 w 10000"/>
              <a:gd name="connsiteY48-7166" fmla="*/ 7994 h 10000"/>
              <a:gd name="connsiteX49-7167" fmla="*/ 7070 w 10000"/>
              <a:gd name="connsiteY49-7168" fmla="*/ 8153 h 10000"/>
              <a:gd name="connsiteX50-7169" fmla="*/ 7349 w 10000"/>
              <a:gd name="connsiteY50-7170" fmla="*/ 8315 h 10000"/>
              <a:gd name="connsiteX51-7171" fmla="*/ 7601 w 10000"/>
              <a:gd name="connsiteY51-7172" fmla="*/ 8387 h 10000"/>
              <a:gd name="connsiteX52-7173" fmla="*/ 7879 w 10000"/>
              <a:gd name="connsiteY52-7174" fmla="*/ 8533 h 10000"/>
              <a:gd name="connsiteX53-7175" fmla="*/ 8005 w 10000"/>
              <a:gd name="connsiteY53-7176" fmla="*/ 8620 h 10000"/>
              <a:gd name="connsiteX54-7177" fmla="*/ 8156 w 10000"/>
              <a:gd name="connsiteY54-7178" fmla="*/ 8620 h 10000"/>
              <a:gd name="connsiteX55-7179" fmla="*/ 8283 w 10000"/>
              <a:gd name="connsiteY55-7180" fmla="*/ 8691 h 10000"/>
              <a:gd name="connsiteX56-7181" fmla="*/ 8410 w 10000"/>
              <a:gd name="connsiteY56-7182" fmla="*/ 8691 h 10000"/>
              <a:gd name="connsiteX57-7183" fmla="*/ 8410 w 10000"/>
              <a:gd name="connsiteY57-7184" fmla="*/ 8691 h 10000"/>
              <a:gd name="connsiteX58-7185" fmla="*/ 8537 w 10000"/>
              <a:gd name="connsiteY58-7186" fmla="*/ 8620 h 10000"/>
              <a:gd name="connsiteX59-7187" fmla="*/ 8537 w 10000"/>
              <a:gd name="connsiteY59-7188" fmla="*/ 8533 h 10000"/>
              <a:gd name="connsiteX60-7189" fmla="*/ 8688 w 10000"/>
              <a:gd name="connsiteY60-7190" fmla="*/ 8459 h 10000"/>
              <a:gd name="connsiteX61-7191" fmla="*/ 8688 w 10000"/>
              <a:gd name="connsiteY61-7192" fmla="*/ 8387 h 10000"/>
              <a:gd name="connsiteX62-7193" fmla="*/ 8813 w 10000"/>
              <a:gd name="connsiteY62-7194" fmla="*/ 8226 h 10000"/>
              <a:gd name="connsiteX63-7195" fmla="*/ 8813 w 10000"/>
              <a:gd name="connsiteY63-7196" fmla="*/ 8082 h 10000"/>
              <a:gd name="connsiteX64-7197" fmla="*/ 8938 w 10000"/>
              <a:gd name="connsiteY64-7198" fmla="*/ 7921 h 10000"/>
              <a:gd name="connsiteX65-7199" fmla="*/ 8938 w 10000"/>
              <a:gd name="connsiteY65-7200" fmla="*/ 7689 h 10000"/>
              <a:gd name="connsiteX66-7201" fmla="*/ 9066 w 10000"/>
              <a:gd name="connsiteY66-7202" fmla="*/ 7543 h 10000"/>
              <a:gd name="connsiteX67-7203" fmla="*/ 9066 w 10000"/>
              <a:gd name="connsiteY67-7204" fmla="*/ 7456 h 10000"/>
              <a:gd name="connsiteX68-7205" fmla="*/ 9217 w 10000"/>
              <a:gd name="connsiteY68-7206" fmla="*/ 7311 h 10000"/>
              <a:gd name="connsiteX69-7207" fmla="*/ 9217 w 10000"/>
              <a:gd name="connsiteY69-7208" fmla="*/ 7223 h 10000"/>
              <a:gd name="connsiteX70-7209" fmla="*/ 9344 w 10000"/>
              <a:gd name="connsiteY70-7210" fmla="*/ 7151 h 10000"/>
              <a:gd name="connsiteX71-7211" fmla="*/ 9344 w 10000"/>
              <a:gd name="connsiteY71-7212" fmla="*/ 7151 h 10000"/>
              <a:gd name="connsiteX72-7213" fmla="*/ 9344 w 10000"/>
              <a:gd name="connsiteY72-7214" fmla="*/ 7151 h 10000"/>
              <a:gd name="connsiteX73-7215" fmla="*/ 9344 w 10000"/>
              <a:gd name="connsiteY73-7216" fmla="*/ 7151 h 10000"/>
              <a:gd name="connsiteX74-7217" fmla="*/ 9470 w 10000"/>
              <a:gd name="connsiteY74-7218" fmla="*/ 7151 h 10000"/>
              <a:gd name="connsiteX75-7219" fmla="*/ 9470 w 10000"/>
              <a:gd name="connsiteY75-7220" fmla="*/ 7223 h 10000"/>
              <a:gd name="connsiteX76-7221" fmla="*/ 9470 w 10000"/>
              <a:gd name="connsiteY76-7222" fmla="*/ 7311 h 10000"/>
              <a:gd name="connsiteX77-7223" fmla="*/ 9470 w 10000"/>
              <a:gd name="connsiteY77-7224" fmla="*/ 7456 h 10000"/>
              <a:gd name="connsiteX78-7225" fmla="*/ 9623 w 10000"/>
              <a:gd name="connsiteY78-7226" fmla="*/ 7543 h 10000"/>
              <a:gd name="connsiteX79-7227" fmla="*/ 9623 w 10000"/>
              <a:gd name="connsiteY79-7228" fmla="*/ 7689 h 10000"/>
              <a:gd name="connsiteX80-7229" fmla="*/ 9623 w 10000"/>
              <a:gd name="connsiteY80-7230" fmla="*/ 7921 h 10000"/>
              <a:gd name="connsiteX81-7231" fmla="*/ 9623 w 10000"/>
              <a:gd name="connsiteY81-7232" fmla="*/ 8226 h 10000"/>
              <a:gd name="connsiteX82-7233" fmla="*/ 9747 w 10000"/>
              <a:gd name="connsiteY82-7234" fmla="*/ 8620 h 10000"/>
              <a:gd name="connsiteX83-7235" fmla="*/ 9875 w 10000"/>
              <a:gd name="connsiteY83-7236" fmla="*/ 8924 h 10000"/>
              <a:gd name="connsiteX84-7237" fmla="*/ 10000 w 10000"/>
              <a:gd name="connsiteY84-7238" fmla="*/ 9303 h 10000"/>
              <a:gd name="connsiteX85-7239" fmla="*/ 10000 w 10000"/>
              <a:gd name="connsiteY85-7240" fmla="*/ 9389 h 10000"/>
              <a:gd name="connsiteX86-7241" fmla="*/ 10000 w 10000"/>
              <a:gd name="connsiteY86-7242" fmla="*/ 9533 h 10000"/>
              <a:gd name="connsiteX87-7243" fmla="*/ 10000 w 10000"/>
              <a:gd name="connsiteY87-7244" fmla="*/ 9695 h 10000"/>
              <a:gd name="connsiteX88-7245" fmla="*/ 10000 w 10000"/>
              <a:gd name="connsiteY88-7246" fmla="*/ 9768 h 10000"/>
              <a:gd name="connsiteX89-7247" fmla="*/ 10000 w 10000"/>
              <a:gd name="connsiteY89-7248" fmla="*/ 9841 h 10000"/>
              <a:gd name="connsiteX90-7249" fmla="*/ 10000 w 10000"/>
              <a:gd name="connsiteY90-7250" fmla="*/ 9926 h 10000"/>
              <a:gd name="connsiteX91-7251" fmla="*/ 10000 w 10000"/>
              <a:gd name="connsiteY91-7252" fmla="*/ 9926 h 10000"/>
              <a:gd name="connsiteX92-7253" fmla="*/ 10000 w 10000"/>
              <a:gd name="connsiteY92-7254" fmla="*/ 10000 h 10000"/>
              <a:gd name="connsiteX93-7255" fmla="*/ 9747 w 10000"/>
              <a:gd name="connsiteY93-7256" fmla="*/ 9926 h 10000"/>
              <a:gd name="connsiteX94-7257" fmla="*/ 9470 w 10000"/>
              <a:gd name="connsiteY94-7258" fmla="*/ 9926 h 10000"/>
              <a:gd name="connsiteX95-7259" fmla="*/ 9066 w 10000"/>
              <a:gd name="connsiteY95-7260" fmla="*/ 9841 h 10000"/>
              <a:gd name="connsiteX96-7261" fmla="*/ 8537 w 10000"/>
              <a:gd name="connsiteY96-7262" fmla="*/ 9695 h 10000"/>
              <a:gd name="connsiteX97-7263" fmla="*/ 8537 w 10000"/>
              <a:gd name="connsiteY97-7264" fmla="*/ 9695 h 10000"/>
              <a:gd name="connsiteX0-7265" fmla="*/ 8537 w 10000"/>
              <a:gd name="connsiteY0-7266" fmla="*/ 9158 h 9463"/>
              <a:gd name="connsiteX1-7267" fmla="*/ 8156 w 10000"/>
              <a:gd name="connsiteY1-7268" fmla="*/ 8996 h 9463"/>
              <a:gd name="connsiteX2-7269" fmla="*/ 7601 w 10000"/>
              <a:gd name="connsiteY2-7270" fmla="*/ 8852 h 9463"/>
              <a:gd name="connsiteX3-7271" fmla="*/ 7070 w 10000"/>
              <a:gd name="connsiteY3-7272" fmla="*/ 8621 h 9463"/>
              <a:gd name="connsiteX4-7273" fmla="*/ 6541 w 10000"/>
              <a:gd name="connsiteY4-7274" fmla="*/ 8387 h 9463"/>
              <a:gd name="connsiteX5-7275" fmla="*/ 6287 w 10000"/>
              <a:gd name="connsiteY5-7276" fmla="*/ 8229 h 9463"/>
              <a:gd name="connsiteX6-7277" fmla="*/ 6010 w 10000"/>
              <a:gd name="connsiteY6-7278" fmla="*/ 8083 h 9463"/>
              <a:gd name="connsiteX7-7279" fmla="*/ 5732 w 10000"/>
              <a:gd name="connsiteY7-7280" fmla="*/ 7922 h 9463"/>
              <a:gd name="connsiteX8-7281" fmla="*/ 5480 w 10000"/>
              <a:gd name="connsiteY8-7282" fmla="*/ 7778 h 9463"/>
              <a:gd name="connsiteX9-7283" fmla="*/ 5201 w 10000"/>
              <a:gd name="connsiteY9-7284" fmla="*/ 7545 h 9463"/>
              <a:gd name="connsiteX10-7285" fmla="*/ 4949 w 10000"/>
              <a:gd name="connsiteY10-7286" fmla="*/ 7312 h 9463"/>
              <a:gd name="connsiteX11-7287" fmla="*/ 4673 w 10000"/>
              <a:gd name="connsiteY11-7288" fmla="*/ 7079 h 9463"/>
              <a:gd name="connsiteX12-7289" fmla="*/ 4268 w 10000"/>
              <a:gd name="connsiteY12-7290" fmla="*/ 6845 h 9463"/>
              <a:gd name="connsiteX13-7291" fmla="*/ 3612 w 10000"/>
              <a:gd name="connsiteY13-7292" fmla="*/ 6308 h 9463"/>
              <a:gd name="connsiteX14-7293" fmla="*/ 3080 w 10000"/>
              <a:gd name="connsiteY14-7294" fmla="*/ 5844 h 9463"/>
              <a:gd name="connsiteX15-7295" fmla="*/ 2551 w 10000"/>
              <a:gd name="connsiteY15-7296" fmla="*/ 5306 h 9463"/>
              <a:gd name="connsiteX16-7297" fmla="*/ 2147 w 10000"/>
              <a:gd name="connsiteY16-7298" fmla="*/ 4695 h 9463"/>
              <a:gd name="connsiteX17-7299" fmla="*/ 1743 w 10000"/>
              <a:gd name="connsiteY17-7300" fmla="*/ 4158 h 9463"/>
              <a:gd name="connsiteX18-7301" fmla="*/ 1339 w 10000"/>
              <a:gd name="connsiteY18-7302" fmla="*/ 3620 h 9463"/>
              <a:gd name="connsiteX19-7303" fmla="*/ 1086 w 10000"/>
              <a:gd name="connsiteY19-7304" fmla="*/ 3083 h 9463"/>
              <a:gd name="connsiteX20-7305" fmla="*/ 934 w 10000"/>
              <a:gd name="connsiteY20-7306" fmla="*/ 2763 h 9463"/>
              <a:gd name="connsiteX21-7307" fmla="*/ 809 w 10000"/>
              <a:gd name="connsiteY21-7308" fmla="*/ 2530 h 9463"/>
              <a:gd name="connsiteX22-7309" fmla="*/ 556 w 10000"/>
              <a:gd name="connsiteY22-7310" fmla="*/ 1992 h 9463"/>
              <a:gd name="connsiteX23-7311" fmla="*/ 405 w 10000"/>
              <a:gd name="connsiteY23-7312" fmla="*/ 1381 h 9463"/>
              <a:gd name="connsiteX24-7313" fmla="*/ 153 w 10000"/>
              <a:gd name="connsiteY24-7314" fmla="*/ 772 h 9463"/>
              <a:gd name="connsiteX25-7315" fmla="*/ 0 w 10000"/>
              <a:gd name="connsiteY25-7316" fmla="*/ 147 h 9463"/>
              <a:gd name="connsiteX26-7317" fmla="*/ 1086 w 10000"/>
              <a:gd name="connsiteY26-7318" fmla="*/ 0 h 9463"/>
              <a:gd name="connsiteX27-7319" fmla="*/ 1213 w 10000"/>
              <a:gd name="connsiteY27-7320" fmla="*/ 379 h 9463"/>
              <a:gd name="connsiteX28-7321" fmla="*/ 1213 w 10000"/>
              <a:gd name="connsiteY28-7322" fmla="*/ 772 h 9463"/>
              <a:gd name="connsiteX29-7323" fmla="*/ 1339 w 10000"/>
              <a:gd name="connsiteY29-7324" fmla="*/ 1149 h 9463"/>
              <a:gd name="connsiteX30-7325" fmla="*/ 1464 w 10000"/>
              <a:gd name="connsiteY30-7326" fmla="*/ 1615 h 9463"/>
              <a:gd name="connsiteX31-7327" fmla="*/ 1743 w 10000"/>
              <a:gd name="connsiteY31-7328" fmla="*/ 2079 h 9463"/>
              <a:gd name="connsiteX32-7329" fmla="*/ 2022 w 10000"/>
              <a:gd name="connsiteY32-7330" fmla="*/ 2618 h 9463"/>
              <a:gd name="connsiteX33-7331" fmla="*/ 2273 w 10000"/>
              <a:gd name="connsiteY33-7332" fmla="*/ 3155 h 9463"/>
              <a:gd name="connsiteX34-7333" fmla="*/ 2678 w 10000"/>
              <a:gd name="connsiteY34-7334" fmla="*/ 3765 h 9463"/>
              <a:gd name="connsiteX35-7335" fmla="*/ 3080 w 10000"/>
              <a:gd name="connsiteY35-7336" fmla="*/ 4462 h 9463"/>
              <a:gd name="connsiteX36-7337" fmla="*/ 3333 w 10000"/>
              <a:gd name="connsiteY36-7338" fmla="*/ 4769 h 9463"/>
              <a:gd name="connsiteX37-7339" fmla="*/ 3612 w 10000"/>
              <a:gd name="connsiteY37-7340" fmla="*/ 5001 h 9463"/>
              <a:gd name="connsiteX38-7341" fmla="*/ 3891 w 10000"/>
              <a:gd name="connsiteY38-7342" fmla="*/ 5306 h 9463"/>
              <a:gd name="connsiteX39-7343" fmla="*/ 4268 w 10000"/>
              <a:gd name="connsiteY39-7344" fmla="*/ 5610 h 9463"/>
              <a:gd name="connsiteX40-7345" fmla="*/ 4546 w 10000"/>
              <a:gd name="connsiteY40-7346" fmla="*/ 5916 h 9463"/>
              <a:gd name="connsiteX41-7347" fmla="*/ 4799 w 10000"/>
              <a:gd name="connsiteY41-7348" fmla="*/ 6236 h 9463"/>
              <a:gd name="connsiteX42-7349" fmla="*/ 5201 w 10000"/>
              <a:gd name="connsiteY42-7350" fmla="*/ 6469 h 9463"/>
              <a:gd name="connsiteX43-7351" fmla="*/ 5480 w 10000"/>
              <a:gd name="connsiteY43-7352" fmla="*/ 6686 h 9463"/>
              <a:gd name="connsiteX44-7353" fmla="*/ 5885 w 10000"/>
              <a:gd name="connsiteY44-7354" fmla="*/ 6919 h 9463"/>
              <a:gd name="connsiteX45-7355" fmla="*/ 6137 w 10000"/>
              <a:gd name="connsiteY45-7356" fmla="*/ 7152 h 9463"/>
              <a:gd name="connsiteX46-7357" fmla="*/ 6541 w 10000"/>
              <a:gd name="connsiteY46-7358" fmla="*/ 7312 h 9463"/>
              <a:gd name="connsiteX47-7359" fmla="*/ 6818 w 10000"/>
              <a:gd name="connsiteY47-7360" fmla="*/ 7457 h 9463"/>
              <a:gd name="connsiteX48-7361" fmla="*/ 7070 w 10000"/>
              <a:gd name="connsiteY48-7362" fmla="*/ 7616 h 9463"/>
              <a:gd name="connsiteX49-7363" fmla="*/ 7349 w 10000"/>
              <a:gd name="connsiteY49-7364" fmla="*/ 7778 h 9463"/>
              <a:gd name="connsiteX50-7365" fmla="*/ 7601 w 10000"/>
              <a:gd name="connsiteY50-7366" fmla="*/ 7850 h 9463"/>
              <a:gd name="connsiteX51-7367" fmla="*/ 7879 w 10000"/>
              <a:gd name="connsiteY51-7368" fmla="*/ 7996 h 9463"/>
              <a:gd name="connsiteX52-7369" fmla="*/ 8005 w 10000"/>
              <a:gd name="connsiteY52-7370" fmla="*/ 8083 h 9463"/>
              <a:gd name="connsiteX53-7371" fmla="*/ 8156 w 10000"/>
              <a:gd name="connsiteY53-7372" fmla="*/ 8083 h 9463"/>
              <a:gd name="connsiteX54-7373" fmla="*/ 8283 w 10000"/>
              <a:gd name="connsiteY54-7374" fmla="*/ 8154 h 9463"/>
              <a:gd name="connsiteX55-7375" fmla="*/ 8410 w 10000"/>
              <a:gd name="connsiteY55-7376" fmla="*/ 8154 h 9463"/>
              <a:gd name="connsiteX56-7377" fmla="*/ 8410 w 10000"/>
              <a:gd name="connsiteY56-7378" fmla="*/ 8154 h 9463"/>
              <a:gd name="connsiteX57-7379" fmla="*/ 8537 w 10000"/>
              <a:gd name="connsiteY57-7380" fmla="*/ 8083 h 9463"/>
              <a:gd name="connsiteX58-7381" fmla="*/ 8537 w 10000"/>
              <a:gd name="connsiteY58-7382" fmla="*/ 7996 h 9463"/>
              <a:gd name="connsiteX59-7383" fmla="*/ 8688 w 10000"/>
              <a:gd name="connsiteY59-7384" fmla="*/ 7922 h 9463"/>
              <a:gd name="connsiteX60-7385" fmla="*/ 8688 w 10000"/>
              <a:gd name="connsiteY60-7386" fmla="*/ 7850 h 9463"/>
              <a:gd name="connsiteX61-7387" fmla="*/ 8813 w 10000"/>
              <a:gd name="connsiteY61-7388" fmla="*/ 7689 h 9463"/>
              <a:gd name="connsiteX62-7389" fmla="*/ 8813 w 10000"/>
              <a:gd name="connsiteY62-7390" fmla="*/ 7545 h 9463"/>
              <a:gd name="connsiteX63-7391" fmla="*/ 8938 w 10000"/>
              <a:gd name="connsiteY63-7392" fmla="*/ 7384 h 9463"/>
              <a:gd name="connsiteX64-7393" fmla="*/ 8938 w 10000"/>
              <a:gd name="connsiteY64-7394" fmla="*/ 7152 h 9463"/>
              <a:gd name="connsiteX65-7395" fmla="*/ 9066 w 10000"/>
              <a:gd name="connsiteY65-7396" fmla="*/ 7006 h 9463"/>
              <a:gd name="connsiteX66-7397" fmla="*/ 9066 w 10000"/>
              <a:gd name="connsiteY66-7398" fmla="*/ 6919 h 9463"/>
              <a:gd name="connsiteX67-7399" fmla="*/ 9217 w 10000"/>
              <a:gd name="connsiteY67-7400" fmla="*/ 6774 h 9463"/>
              <a:gd name="connsiteX68-7401" fmla="*/ 9217 w 10000"/>
              <a:gd name="connsiteY68-7402" fmla="*/ 6686 h 9463"/>
              <a:gd name="connsiteX69-7403" fmla="*/ 9344 w 10000"/>
              <a:gd name="connsiteY69-7404" fmla="*/ 6614 h 9463"/>
              <a:gd name="connsiteX70-7405" fmla="*/ 9344 w 10000"/>
              <a:gd name="connsiteY70-7406" fmla="*/ 6614 h 9463"/>
              <a:gd name="connsiteX71-7407" fmla="*/ 9344 w 10000"/>
              <a:gd name="connsiteY71-7408" fmla="*/ 6614 h 9463"/>
              <a:gd name="connsiteX72-7409" fmla="*/ 9344 w 10000"/>
              <a:gd name="connsiteY72-7410" fmla="*/ 6614 h 9463"/>
              <a:gd name="connsiteX73-7411" fmla="*/ 9470 w 10000"/>
              <a:gd name="connsiteY73-7412" fmla="*/ 6614 h 9463"/>
              <a:gd name="connsiteX74-7413" fmla="*/ 9470 w 10000"/>
              <a:gd name="connsiteY74-7414" fmla="*/ 6686 h 9463"/>
              <a:gd name="connsiteX75-7415" fmla="*/ 9470 w 10000"/>
              <a:gd name="connsiteY75-7416" fmla="*/ 6774 h 9463"/>
              <a:gd name="connsiteX76-7417" fmla="*/ 9470 w 10000"/>
              <a:gd name="connsiteY76-7418" fmla="*/ 6919 h 9463"/>
              <a:gd name="connsiteX77-7419" fmla="*/ 9623 w 10000"/>
              <a:gd name="connsiteY77-7420" fmla="*/ 7006 h 9463"/>
              <a:gd name="connsiteX78-7421" fmla="*/ 9623 w 10000"/>
              <a:gd name="connsiteY78-7422" fmla="*/ 7152 h 9463"/>
              <a:gd name="connsiteX79-7423" fmla="*/ 9623 w 10000"/>
              <a:gd name="connsiteY79-7424" fmla="*/ 7384 h 9463"/>
              <a:gd name="connsiteX80-7425" fmla="*/ 9623 w 10000"/>
              <a:gd name="connsiteY80-7426" fmla="*/ 7689 h 9463"/>
              <a:gd name="connsiteX81-7427" fmla="*/ 9747 w 10000"/>
              <a:gd name="connsiteY81-7428" fmla="*/ 8083 h 9463"/>
              <a:gd name="connsiteX82-7429" fmla="*/ 9875 w 10000"/>
              <a:gd name="connsiteY82-7430" fmla="*/ 8387 h 9463"/>
              <a:gd name="connsiteX83-7431" fmla="*/ 10000 w 10000"/>
              <a:gd name="connsiteY83-7432" fmla="*/ 8766 h 9463"/>
              <a:gd name="connsiteX84-7433" fmla="*/ 10000 w 10000"/>
              <a:gd name="connsiteY84-7434" fmla="*/ 8852 h 9463"/>
              <a:gd name="connsiteX85-7435" fmla="*/ 10000 w 10000"/>
              <a:gd name="connsiteY85-7436" fmla="*/ 8996 h 9463"/>
              <a:gd name="connsiteX86-7437" fmla="*/ 10000 w 10000"/>
              <a:gd name="connsiteY86-7438" fmla="*/ 9158 h 9463"/>
              <a:gd name="connsiteX87-7439" fmla="*/ 10000 w 10000"/>
              <a:gd name="connsiteY87-7440" fmla="*/ 9231 h 9463"/>
              <a:gd name="connsiteX88-7441" fmla="*/ 10000 w 10000"/>
              <a:gd name="connsiteY88-7442" fmla="*/ 9304 h 9463"/>
              <a:gd name="connsiteX89-7443" fmla="*/ 10000 w 10000"/>
              <a:gd name="connsiteY89-7444" fmla="*/ 9389 h 9463"/>
              <a:gd name="connsiteX90-7445" fmla="*/ 10000 w 10000"/>
              <a:gd name="connsiteY90-7446" fmla="*/ 9389 h 9463"/>
              <a:gd name="connsiteX91-7447" fmla="*/ 10000 w 10000"/>
              <a:gd name="connsiteY91-7448" fmla="*/ 9463 h 9463"/>
              <a:gd name="connsiteX92-7449" fmla="*/ 9747 w 10000"/>
              <a:gd name="connsiteY92-7450" fmla="*/ 9389 h 9463"/>
              <a:gd name="connsiteX93-7451" fmla="*/ 9470 w 10000"/>
              <a:gd name="connsiteY93-7452" fmla="*/ 9389 h 9463"/>
              <a:gd name="connsiteX94-7453" fmla="*/ 9066 w 10000"/>
              <a:gd name="connsiteY94-7454" fmla="*/ 9304 h 9463"/>
              <a:gd name="connsiteX95-7455" fmla="*/ 8537 w 10000"/>
              <a:gd name="connsiteY95-7456" fmla="*/ 9158 h 9463"/>
              <a:gd name="connsiteX96-7457" fmla="*/ 8537 w 10000"/>
              <a:gd name="connsiteY96-7458" fmla="*/ 9158 h 9463"/>
              <a:gd name="connsiteX0-7459" fmla="*/ 8537 w 10000"/>
              <a:gd name="connsiteY0-7460" fmla="*/ 9523 h 9845"/>
              <a:gd name="connsiteX1-7461" fmla="*/ 8156 w 10000"/>
              <a:gd name="connsiteY1-7462" fmla="*/ 9351 h 9845"/>
              <a:gd name="connsiteX2-7463" fmla="*/ 7601 w 10000"/>
              <a:gd name="connsiteY2-7464" fmla="*/ 9199 h 9845"/>
              <a:gd name="connsiteX3-7465" fmla="*/ 7070 w 10000"/>
              <a:gd name="connsiteY3-7466" fmla="*/ 8955 h 9845"/>
              <a:gd name="connsiteX4-7467" fmla="*/ 6541 w 10000"/>
              <a:gd name="connsiteY4-7468" fmla="*/ 8708 h 9845"/>
              <a:gd name="connsiteX5-7469" fmla="*/ 6287 w 10000"/>
              <a:gd name="connsiteY5-7470" fmla="*/ 8541 h 9845"/>
              <a:gd name="connsiteX6-7471" fmla="*/ 6010 w 10000"/>
              <a:gd name="connsiteY6-7472" fmla="*/ 8387 h 9845"/>
              <a:gd name="connsiteX7-7473" fmla="*/ 5732 w 10000"/>
              <a:gd name="connsiteY7-7474" fmla="*/ 8217 h 9845"/>
              <a:gd name="connsiteX8-7475" fmla="*/ 5480 w 10000"/>
              <a:gd name="connsiteY8-7476" fmla="*/ 8064 h 9845"/>
              <a:gd name="connsiteX9-7477" fmla="*/ 5201 w 10000"/>
              <a:gd name="connsiteY9-7478" fmla="*/ 7818 h 9845"/>
              <a:gd name="connsiteX10-7479" fmla="*/ 4949 w 10000"/>
              <a:gd name="connsiteY10-7480" fmla="*/ 7572 h 9845"/>
              <a:gd name="connsiteX11-7481" fmla="*/ 4673 w 10000"/>
              <a:gd name="connsiteY11-7482" fmla="*/ 7326 h 9845"/>
              <a:gd name="connsiteX12-7483" fmla="*/ 4268 w 10000"/>
              <a:gd name="connsiteY12-7484" fmla="*/ 7078 h 9845"/>
              <a:gd name="connsiteX13-7485" fmla="*/ 3612 w 10000"/>
              <a:gd name="connsiteY13-7486" fmla="*/ 6511 h 9845"/>
              <a:gd name="connsiteX14-7487" fmla="*/ 3080 w 10000"/>
              <a:gd name="connsiteY14-7488" fmla="*/ 6021 h 9845"/>
              <a:gd name="connsiteX15-7489" fmla="*/ 2551 w 10000"/>
              <a:gd name="connsiteY15-7490" fmla="*/ 5452 h 9845"/>
              <a:gd name="connsiteX16-7491" fmla="*/ 2147 w 10000"/>
              <a:gd name="connsiteY16-7492" fmla="*/ 4806 h 9845"/>
              <a:gd name="connsiteX17-7493" fmla="*/ 1743 w 10000"/>
              <a:gd name="connsiteY17-7494" fmla="*/ 4239 h 9845"/>
              <a:gd name="connsiteX18-7495" fmla="*/ 1339 w 10000"/>
              <a:gd name="connsiteY18-7496" fmla="*/ 3670 h 9845"/>
              <a:gd name="connsiteX19-7497" fmla="*/ 1086 w 10000"/>
              <a:gd name="connsiteY19-7498" fmla="*/ 3103 h 9845"/>
              <a:gd name="connsiteX20-7499" fmla="*/ 934 w 10000"/>
              <a:gd name="connsiteY20-7500" fmla="*/ 2765 h 9845"/>
              <a:gd name="connsiteX21-7501" fmla="*/ 809 w 10000"/>
              <a:gd name="connsiteY21-7502" fmla="*/ 2519 h 9845"/>
              <a:gd name="connsiteX22-7503" fmla="*/ 556 w 10000"/>
              <a:gd name="connsiteY22-7504" fmla="*/ 1950 h 9845"/>
              <a:gd name="connsiteX23-7505" fmla="*/ 405 w 10000"/>
              <a:gd name="connsiteY23-7506" fmla="*/ 1304 h 9845"/>
              <a:gd name="connsiteX24-7507" fmla="*/ 153 w 10000"/>
              <a:gd name="connsiteY24-7508" fmla="*/ 661 h 9845"/>
              <a:gd name="connsiteX25-7509" fmla="*/ 0 w 10000"/>
              <a:gd name="connsiteY25-7510" fmla="*/ 0 h 9845"/>
              <a:gd name="connsiteX26-7511" fmla="*/ 1213 w 10000"/>
              <a:gd name="connsiteY26-7512" fmla="*/ 246 h 9845"/>
              <a:gd name="connsiteX27-7513" fmla="*/ 1213 w 10000"/>
              <a:gd name="connsiteY27-7514" fmla="*/ 661 h 9845"/>
              <a:gd name="connsiteX28-7515" fmla="*/ 1339 w 10000"/>
              <a:gd name="connsiteY28-7516" fmla="*/ 1059 h 9845"/>
              <a:gd name="connsiteX29-7517" fmla="*/ 1464 w 10000"/>
              <a:gd name="connsiteY29-7518" fmla="*/ 1552 h 9845"/>
              <a:gd name="connsiteX30-7519" fmla="*/ 1743 w 10000"/>
              <a:gd name="connsiteY30-7520" fmla="*/ 2042 h 9845"/>
              <a:gd name="connsiteX31-7521" fmla="*/ 2022 w 10000"/>
              <a:gd name="connsiteY31-7522" fmla="*/ 2612 h 9845"/>
              <a:gd name="connsiteX32-7523" fmla="*/ 2273 w 10000"/>
              <a:gd name="connsiteY32-7524" fmla="*/ 3179 h 9845"/>
              <a:gd name="connsiteX33-7525" fmla="*/ 2678 w 10000"/>
              <a:gd name="connsiteY33-7526" fmla="*/ 3824 h 9845"/>
              <a:gd name="connsiteX34-7527" fmla="*/ 3080 w 10000"/>
              <a:gd name="connsiteY34-7528" fmla="*/ 4560 h 9845"/>
              <a:gd name="connsiteX35-7529" fmla="*/ 3333 w 10000"/>
              <a:gd name="connsiteY35-7530" fmla="*/ 4885 h 9845"/>
              <a:gd name="connsiteX36-7531" fmla="*/ 3612 w 10000"/>
              <a:gd name="connsiteY36-7532" fmla="*/ 5130 h 9845"/>
              <a:gd name="connsiteX37-7533" fmla="*/ 3891 w 10000"/>
              <a:gd name="connsiteY37-7534" fmla="*/ 5452 h 9845"/>
              <a:gd name="connsiteX38-7535" fmla="*/ 4268 w 10000"/>
              <a:gd name="connsiteY38-7536" fmla="*/ 5773 h 9845"/>
              <a:gd name="connsiteX39-7537" fmla="*/ 4546 w 10000"/>
              <a:gd name="connsiteY39-7538" fmla="*/ 6097 h 9845"/>
              <a:gd name="connsiteX40-7539" fmla="*/ 4799 w 10000"/>
              <a:gd name="connsiteY40-7540" fmla="*/ 6435 h 9845"/>
              <a:gd name="connsiteX41-7541" fmla="*/ 5201 w 10000"/>
              <a:gd name="connsiteY41-7542" fmla="*/ 6681 h 9845"/>
              <a:gd name="connsiteX42-7543" fmla="*/ 5480 w 10000"/>
              <a:gd name="connsiteY42-7544" fmla="*/ 6910 h 9845"/>
              <a:gd name="connsiteX43-7545" fmla="*/ 5885 w 10000"/>
              <a:gd name="connsiteY43-7546" fmla="*/ 7157 h 9845"/>
              <a:gd name="connsiteX44-7547" fmla="*/ 6137 w 10000"/>
              <a:gd name="connsiteY44-7548" fmla="*/ 7403 h 9845"/>
              <a:gd name="connsiteX45-7549" fmla="*/ 6541 w 10000"/>
              <a:gd name="connsiteY45-7550" fmla="*/ 7572 h 9845"/>
              <a:gd name="connsiteX46-7551" fmla="*/ 6818 w 10000"/>
              <a:gd name="connsiteY46-7552" fmla="*/ 7725 h 9845"/>
              <a:gd name="connsiteX47-7553" fmla="*/ 7070 w 10000"/>
              <a:gd name="connsiteY47-7554" fmla="*/ 7893 h 9845"/>
              <a:gd name="connsiteX48-7555" fmla="*/ 7349 w 10000"/>
              <a:gd name="connsiteY48-7556" fmla="*/ 8064 h 9845"/>
              <a:gd name="connsiteX49-7557" fmla="*/ 7601 w 10000"/>
              <a:gd name="connsiteY49-7558" fmla="*/ 8140 h 9845"/>
              <a:gd name="connsiteX50-7559" fmla="*/ 7879 w 10000"/>
              <a:gd name="connsiteY50-7560" fmla="*/ 8295 h 9845"/>
              <a:gd name="connsiteX51-7561" fmla="*/ 8005 w 10000"/>
              <a:gd name="connsiteY51-7562" fmla="*/ 8387 h 9845"/>
              <a:gd name="connsiteX52-7563" fmla="*/ 8156 w 10000"/>
              <a:gd name="connsiteY52-7564" fmla="*/ 8387 h 9845"/>
              <a:gd name="connsiteX53-7565" fmla="*/ 8283 w 10000"/>
              <a:gd name="connsiteY53-7566" fmla="*/ 8462 h 9845"/>
              <a:gd name="connsiteX54-7567" fmla="*/ 8410 w 10000"/>
              <a:gd name="connsiteY54-7568" fmla="*/ 8462 h 9845"/>
              <a:gd name="connsiteX55-7569" fmla="*/ 8410 w 10000"/>
              <a:gd name="connsiteY55-7570" fmla="*/ 8462 h 9845"/>
              <a:gd name="connsiteX56-7571" fmla="*/ 8537 w 10000"/>
              <a:gd name="connsiteY56-7572" fmla="*/ 8387 h 9845"/>
              <a:gd name="connsiteX57-7573" fmla="*/ 8537 w 10000"/>
              <a:gd name="connsiteY57-7574" fmla="*/ 8295 h 9845"/>
              <a:gd name="connsiteX58-7575" fmla="*/ 8688 w 10000"/>
              <a:gd name="connsiteY58-7576" fmla="*/ 8217 h 9845"/>
              <a:gd name="connsiteX59-7577" fmla="*/ 8688 w 10000"/>
              <a:gd name="connsiteY59-7578" fmla="*/ 8140 h 9845"/>
              <a:gd name="connsiteX60-7579" fmla="*/ 8813 w 10000"/>
              <a:gd name="connsiteY60-7580" fmla="*/ 7970 h 9845"/>
              <a:gd name="connsiteX61-7581" fmla="*/ 8813 w 10000"/>
              <a:gd name="connsiteY61-7582" fmla="*/ 7818 h 9845"/>
              <a:gd name="connsiteX62-7583" fmla="*/ 8938 w 10000"/>
              <a:gd name="connsiteY62-7584" fmla="*/ 7648 h 9845"/>
              <a:gd name="connsiteX63-7585" fmla="*/ 8938 w 10000"/>
              <a:gd name="connsiteY63-7586" fmla="*/ 7403 h 9845"/>
              <a:gd name="connsiteX64-7587" fmla="*/ 9066 w 10000"/>
              <a:gd name="connsiteY64-7588" fmla="*/ 7249 h 9845"/>
              <a:gd name="connsiteX65-7589" fmla="*/ 9066 w 10000"/>
              <a:gd name="connsiteY65-7590" fmla="*/ 7157 h 9845"/>
              <a:gd name="connsiteX66-7591" fmla="*/ 9217 w 10000"/>
              <a:gd name="connsiteY66-7592" fmla="*/ 7003 h 9845"/>
              <a:gd name="connsiteX67-7593" fmla="*/ 9217 w 10000"/>
              <a:gd name="connsiteY67-7594" fmla="*/ 6910 h 9845"/>
              <a:gd name="connsiteX68-7595" fmla="*/ 9344 w 10000"/>
              <a:gd name="connsiteY68-7596" fmla="*/ 6834 h 9845"/>
              <a:gd name="connsiteX69-7597" fmla="*/ 9344 w 10000"/>
              <a:gd name="connsiteY69-7598" fmla="*/ 6834 h 9845"/>
              <a:gd name="connsiteX70-7599" fmla="*/ 9344 w 10000"/>
              <a:gd name="connsiteY70-7600" fmla="*/ 6834 h 9845"/>
              <a:gd name="connsiteX71-7601" fmla="*/ 9344 w 10000"/>
              <a:gd name="connsiteY71-7602" fmla="*/ 6834 h 9845"/>
              <a:gd name="connsiteX72-7603" fmla="*/ 9470 w 10000"/>
              <a:gd name="connsiteY72-7604" fmla="*/ 6834 h 9845"/>
              <a:gd name="connsiteX73-7605" fmla="*/ 9470 w 10000"/>
              <a:gd name="connsiteY73-7606" fmla="*/ 6910 h 9845"/>
              <a:gd name="connsiteX74-7607" fmla="*/ 9470 w 10000"/>
              <a:gd name="connsiteY74-7608" fmla="*/ 7003 h 9845"/>
              <a:gd name="connsiteX75-7609" fmla="*/ 9470 w 10000"/>
              <a:gd name="connsiteY75-7610" fmla="*/ 7157 h 9845"/>
              <a:gd name="connsiteX76-7611" fmla="*/ 9623 w 10000"/>
              <a:gd name="connsiteY76-7612" fmla="*/ 7249 h 9845"/>
              <a:gd name="connsiteX77-7613" fmla="*/ 9623 w 10000"/>
              <a:gd name="connsiteY77-7614" fmla="*/ 7403 h 9845"/>
              <a:gd name="connsiteX78-7615" fmla="*/ 9623 w 10000"/>
              <a:gd name="connsiteY78-7616" fmla="*/ 7648 h 9845"/>
              <a:gd name="connsiteX79-7617" fmla="*/ 9623 w 10000"/>
              <a:gd name="connsiteY79-7618" fmla="*/ 7970 h 9845"/>
              <a:gd name="connsiteX80-7619" fmla="*/ 9747 w 10000"/>
              <a:gd name="connsiteY80-7620" fmla="*/ 8387 h 9845"/>
              <a:gd name="connsiteX81-7621" fmla="*/ 9875 w 10000"/>
              <a:gd name="connsiteY81-7622" fmla="*/ 8708 h 9845"/>
              <a:gd name="connsiteX82-7623" fmla="*/ 10000 w 10000"/>
              <a:gd name="connsiteY82-7624" fmla="*/ 9108 h 9845"/>
              <a:gd name="connsiteX83-7625" fmla="*/ 10000 w 10000"/>
              <a:gd name="connsiteY83-7626" fmla="*/ 9199 h 9845"/>
              <a:gd name="connsiteX84-7627" fmla="*/ 10000 w 10000"/>
              <a:gd name="connsiteY84-7628" fmla="*/ 9351 h 9845"/>
              <a:gd name="connsiteX85-7629" fmla="*/ 10000 w 10000"/>
              <a:gd name="connsiteY85-7630" fmla="*/ 9523 h 9845"/>
              <a:gd name="connsiteX86-7631" fmla="*/ 10000 w 10000"/>
              <a:gd name="connsiteY86-7632" fmla="*/ 9600 h 9845"/>
              <a:gd name="connsiteX87-7633" fmla="*/ 10000 w 10000"/>
              <a:gd name="connsiteY87-7634" fmla="*/ 9677 h 9845"/>
              <a:gd name="connsiteX88-7635" fmla="*/ 10000 w 10000"/>
              <a:gd name="connsiteY88-7636" fmla="*/ 9767 h 9845"/>
              <a:gd name="connsiteX89-7637" fmla="*/ 10000 w 10000"/>
              <a:gd name="connsiteY89-7638" fmla="*/ 9767 h 9845"/>
              <a:gd name="connsiteX90-7639" fmla="*/ 10000 w 10000"/>
              <a:gd name="connsiteY90-7640" fmla="*/ 9845 h 9845"/>
              <a:gd name="connsiteX91-7641" fmla="*/ 9747 w 10000"/>
              <a:gd name="connsiteY91-7642" fmla="*/ 9767 h 9845"/>
              <a:gd name="connsiteX92-7643" fmla="*/ 9470 w 10000"/>
              <a:gd name="connsiteY92-7644" fmla="*/ 9767 h 9845"/>
              <a:gd name="connsiteX93-7645" fmla="*/ 9066 w 10000"/>
              <a:gd name="connsiteY93-7646" fmla="*/ 9677 h 9845"/>
              <a:gd name="connsiteX94-7647" fmla="*/ 8537 w 10000"/>
              <a:gd name="connsiteY94-7648" fmla="*/ 9523 h 9845"/>
              <a:gd name="connsiteX95-7649" fmla="*/ 8537 w 10000"/>
              <a:gd name="connsiteY95-7650" fmla="*/ 9523 h 9845"/>
              <a:gd name="connsiteX0-7651" fmla="*/ 8537 w 10000"/>
              <a:gd name="connsiteY0-7652" fmla="*/ 9673 h 10000"/>
              <a:gd name="connsiteX1-7653" fmla="*/ 8156 w 10000"/>
              <a:gd name="connsiteY1-7654" fmla="*/ 9498 h 10000"/>
              <a:gd name="connsiteX2-7655" fmla="*/ 7601 w 10000"/>
              <a:gd name="connsiteY2-7656" fmla="*/ 9344 h 10000"/>
              <a:gd name="connsiteX3-7657" fmla="*/ 7070 w 10000"/>
              <a:gd name="connsiteY3-7658" fmla="*/ 9096 h 10000"/>
              <a:gd name="connsiteX4-7659" fmla="*/ 6541 w 10000"/>
              <a:gd name="connsiteY4-7660" fmla="*/ 8845 h 10000"/>
              <a:gd name="connsiteX5-7661" fmla="*/ 6287 w 10000"/>
              <a:gd name="connsiteY5-7662" fmla="*/ 8675 h 10000"/>
              <a:gd name="connsiteX6-7663" fmla="*/ 6010 w 10000"/>
              <a:gd name="connsiteY6-7664" fmla="*/ 8519 h 10000"/>
              <a:gd name="connsiteX7-7665" fmla="*/ 5732 w 10000"/>
              <a:gd name="connsiteY7-7666" fmla="*/ 8346 h 10000"/>
              <a:gd name="connsiteX8-7667" fmla="*/ 5480 w 10000"/>
              <a:gd name="connsiteY8-7668" fmla="*/ 8191 h 10000"/>
              <a:gd name="connsiteX9-7669" fmla="*/ 5201 w 10000"/>
              <a:gd name="connsiteY9-7670" fmla="*/ 7941 h 10000"/>
              <a:gd name="connsiteX10-7671" fmla="*/ 4949 w 10000"/>
              <a:gd name="connsiteY10-7672" fmla="*/ 7691 h 10000"/>
              <a:gd name="connsiteX11-7673" fmla="*/ 4673 w 10000"/>
              <a:gd name="connsiteY11-7674" fmla="*/ 7441 h 10000"/>
              <a:gd name="connsiteX12-7675" fmla="*/ 4268 w 10000"/>
              <a:gd name="connsiteY12-7676" fmla="*/ 7189 h 10000"/>
              <a:gd name="connsiteX13-7677" fmla="*/ 3612 w 10000"/>
              <a:gd name="connsiteY13-7678" fmla="*/ 6614 h 10000"/>
              <a:gd name="connsiteX14-7679" fmla="*/ 3080 w 10000"/>
              <a:gd name="connsiteY14-7680" fmla="*/ 6116 h 10000"/>
              <a:gd name="connsiteX15-7681" fmla="*/ 2551 w 10000"/>
              <a:gd name="connsiteY15-7682" fmla="*/ 5538 h 10000"/>
              <a:gd name="connsiteX16-7683" fmla="*/ 2147 w 10000"/>
              <a:gd name="connsiteY16-7684" fmla="*/ 4882 h 10000"/>
              <a:gd name="connsiteX17-7685" fmla="*/ 1743 w 10000"/>
              <a:gd name="connsiteY17-7686" fmla="*/ 4306 h 10000"/>
              <a:gd name="connsiteX18-7687" fmla="*/ 1339 w 10000"/>
              <a:gd name="connsiteY18-7688" fmla="*/ 3728 h 10000"/>
              <a:gd name="connsiteX19-7689" fmla="*/ 1086 w 10000"/>
              <a:gd name="connsiteY19-7690" fmla="*/ 3152 h 10000"/>
              <a:gd name="connsiteX20-7691" fmla="*/ 934 w 10000"/>
              <a:gd name="connsiteY20-7692" fmla="*/ 2809 h 10000"/>
              <a:gd name="connsiteX21-7693" fmla="*/ 809 w 10000"/>
              <a:gd name="connsiteY21-7694" fmla="*/ 2559 h 10000"/>
              <a:gd name="connsiteX22-7695" fmla="*/ 556 w 10000"/>
              <a:gd name="connsiteY22-7696" fmla="*/ 1981 h 10000"/>
              <a:gd name="connsiteX23-7697" fmla="*/ 405 w 10000"/>
              <a:gd name="connsiteY23-7698" fmla="*/ 1325 h 10000"/>
              <a:gd name="connsiteX24-7699" fmla="*/ 153 w 10000"/>
              <a:gd name="connsiteY24-7700" fmla="*/ 671 h 10000"/>
              <a:gd name="connsiteX25-7701" fmla="*/ 0 w 10000"/>
              <a:gd name="connsiteY25-7702" fmla="*/ 0 h 10000"/>
              <a:gd name="connsiteX26-7703" fmla="*/ 1213 w 10000"/>
              <a:gd name="connsiteY26-7704" fmla="*/ 671 h 10000"/>
              <a:gd name="connsiteX27-7705" fmla="*/ 1339 w 10000"/>
              <a:gd name="connsiteY27-7706" fmla="*/ 1076 h 10000"/>
              <a:gd name="connsiteX28-7707" fmla="*/ 1464 w 10000"/>
              <a:gd name="connsiteY28-7708" fmla="*/ 1576 h 10000"/>
              <a:gd name="connsiteX29-7709" fmla="*/ 1743 w 10000"/>
              <a:gd name="connsiteY29-7710" fmla="*/ 2074 h 10000"/>
              <a:gd name="connsiteX30-7711" fmla="*/ 2022 w 10000"/>
              <a:gd name="connsiteY30-7712" fmla="*/ 2653 h 10000"/>
              <a:gd name="connsiteX31-7713" fmla="*/ 2273 w 10000"/>
              <a:gd name="connsiteY31-7714" fmla="*/ 3229 h 10000"/>
              <a:gd name="connsiteX32-7715" fmla="*/ 2678 w 10000"/>
              <a:gd name="connsiteY32-7716" fmla="*/ 3884 h 10000"/>
              <a:gd name="connsiteX33-7717" fmla="*/ 3080 w 10000"/>
              <a:gd name="connsiteY33-7718" fmla="*/ 4632 h 10000"/>
              <a:gd name="connsiteX34-7719" fmla="*/ 3333 w 10000"/>
              <a:gd name="connsiteY34-7720" fmla="*/ 4962 h 10000"/>
              <a:gd name="connsiteX35-7721" fmla="*/ 3612 w 10000"/>
              <a:gd name="connsiteY35-7722" fmla="*/ 5211 h 10000"/>
              <a:gd name="connsiteX36-7723" fmla="*/ 3891 w 10000"/>
              <a:gd name="connsiteY36-7724" fmla="*/ 5538 h 10000"/>
              <a:gd name="connsiteX37-7725" fmla="*/ 4268 w 10000"/>
              <a:gd name="connsiteY37-7726" fmla="*/ 5864 h 10000"/>
              <a:gd name="connsiteX38-7727" fmla="*/ 4546 w 10000"/>
              <a:gd name="connsiteY38-7728" fmla="*/ 6193 h 10000"/>
              <a:gd name="connsiteX39-7729" fmla="*/ 4799 w 10000"/>
              <a:gd name="connsiteY39-7730" fmla="*/ 6536 h 10000"/>
              <a:gd name="connsiteX40-7731" fmla="*/ 5201 w 10000"/>
              <a:gd name="connsiteY40-7732" fmla="*/ 6786 h 10000"/>
              <a:gd name="connsiteX41-7733" fmla="*/ 5480 w 10000"/>
              <a:gd name="connsiteY41-7734" fmla="*/ 7019 h 10000"/>
              <a:gd name="connsiteX42-7735" fmla="*/ 5885 w 10000"/>
              <a:gd name="connsiteY42-7736" fmla="*/ 7270 h 10000"/>
              <a:gd name="connsiteX43-7737" fmla="*/ 6137 w 10000"/>
              <a:gd name="connsiteY43-7738" fmla="*/ 7520 h 10000"/>
              <a:gd name="connsiteX44-7739" fmla="*/ 6541 w 10000"/>
              <a:gd name="connsiteY44-7740" fmla="*/ 7691 h 10000"/>
              <a:gd name="connsiteX45-7741" fmla="*/ 6818 w 10000"/>
              <a:gd name="connsiteY45-7742" fmla="*/ 7847 h 10000"/>
              <a:gd name="connsiteX46-7743" fmla="*/ 7070 w 10000"/>
              <a:gd name="connsiteY46-7744" fmla="*/ 8017 h 10000"/>
              <a:gd name="connsiteX47-7745" fmla="*/ 7349 w 10000"/>
              <a:gd name="connsiteY47-7746" fmla="*/ 8191 h 10000"/>
              <a:gd name="connsiteX48-7747" fmla="*/ 7601 w 10000"/>
              <a:gd name="connsiteY48-7748" fmla="*/ 8268 h 10000"/>
              <a:gd name="connsiteX49-7749" fmla="*/ 7879 w 10000"/>
              <a:gd name="connsiteY49-7750" fmla="*/ 8426 h 10000"/>
              <a:gd name="connsiteX50-7751" fmla="*/ 8005 w 10000"/>
              <a:gd name="connsiteY50-7752" fmla="*/ 8519 h 10000"/>
              <a:gd name="connsiteX51-7753" fmla="*/ 8156 w 10000"/>
              <a:gd name="connsiteY51-7754" fmla="*/ 8519 h 10000"/>
              <a:gd name="connsiteX52-7755" fmla="*/ 8283 w 10000"/>
              <a:gd name="connsiteY52-7756" fmla="*/ 8595 h 10000"/>
              <a:gd name="connsiteX53-7757" fmla="*/ 8410 w 10000"/>
              <a:gd name="connsiteY53-7758" fmla="*/ 8595 h 10000"/>
              <a:gd name="connsiteX54-7759" fmla="*/ 8410 w 10000"/>
              <a:gd name="connsiteY54-7760" fmla="*/ 8595 h 10000"/>
              <a:gd name="connsiteX55-7761" fmla="*/ 8537 w 10000"/>
              <a:gd name="connsiteY55-7762" fmla="*/ 8519 h 10000"/>
              <a:gd name="connsiteX56-7763" fmla="*/ 8537 w 10000"/>
              <a:gd name="connsiteY56-7764" fmla="*/ 8426 h 10000"/>
              <a:gd name="connsiteX57-7765" fmla="*/ 8688 w 10000"/>
              <a:gd name="connsiteY57-7766" fmla="*/ 8346 h 10000"/>
              <a:gd name="connsiteX58-7767" fmla="*/ 8688 w 10000"/>
              <a:gd name="connsiteY58-7768" fmla="*/ 8268 h 10000"/>
              <a:gd name="connsiteX59-7769" fmla="*/ 8813 w 10000"/>
              <a:gd name="connsiteY59-7770" fmla="*/ 8095 h 10000"/>
              <a:gd name="connsiteX60-7771" fmla="*/ 8813 w 10000"/>
              <a:gd name="connsiteY60-7772" fmla="*/ 7941 h 10000"/>
              <a:gd name="connsiteX61-7773" fmla="*/ 8938 w 10000"/>
              <a:gd name="connsiteY61-7774" fmla="*/ 7768 h 10000"/>
              <a:gd name="connsiteX62-7775" fmla="*/ 8938 w 10000"/>
              <a:gd name="connsiteY62-7776" fmla="*/ 7520 h 10000"/>
              <a:gd name="connsiteX63-7777" fmla="*/ 9066 w 10000"/>
              <a:gd name="connsiteY63-7778" fmla="*/ 7363 h 10000"/>
              <a:gd name="connsiteX64-7779" fmla="*/ 9066 w 10000"/>
              <a:gd name="connsiteY64-7780" fmla="*/ 7270 h 10000"/>
              <a:gd name="connsiteX65-7781" fmla="*/ 9217 w 10000"/>
              <a:gd name="connsiteY65-7782" fmla="*/ 7113 h 10000"/>
              <a:gd name="connsiteX66-7783" fmla="*/ 9217 w 10000"/>
              <a:gd name="connsiteY66-7784" fmla="*/ 7019 h 10000"/>
              <a:gd name="connsiteX67-7785" fmla="*/ 9344 w 10000"/>
              <a:gd name="connsiteY67-7786" fmla="*/ 6942 h 10000"/>
              <a:gd name="connsiteX68-7787" fmla="*/ 9344 w 10000"/>
              <a:gd name="connsiteY68-7788" fmla="*/ 6942 h 10000"/>
              <a:gd name="connsiteX69-7789" fmla="*/ 9344 w 10000"/>
              <a:gd name="connsiteY69-7790" fmla="*/ 6942 h 10000"/>
              <a:gd name="connsiteX70-7791" fmla="*/ 9344 w 10000"/>
              <a:gd name="connsiteY70-7792" fmla="*/ 6942 h 10000"/>
              <a:gd name="connsiteX71-7793" fmla="*/ 9470 w 10000"/>
              <a:gd name="connsiteY71-7794" fmla="*/ 6942 h 10000"/>
              <a:gd name="connsiteX72-7795" fmla="*/ 9470 w 10000"/>
              <a:gd name="connsiteY72-7796" fmla="*/ 7019 h 10000"/>
              <a:gd name="connsiteX73-7797" fmla="*/ 9470 w 10000"/>
              <a:gd name="connsiteY73-7798" fmla="*/ 7113 h 10000"/>
              <a:gd name="connsiteX74-7799" fmla="*/ 9470 w 10000"/>
              <a:gd name="connsiteY74-7800" fmla="*/ 7270 h 10000"/>
              <a:gd name="connsiteX75-7801" fmla="*/ 9623 w 10000"/>
              <a:gd name="connsiteY75-7802" fmla="*/ 7363 h 10000"/>
              <a:gd name="connsiteX76-7803" fmla="*/ 9623 w 10000"/>
              <a:gd name="connsiteY76-7804" fmla="*/ 7520 h 10000"/>
              <a:gd name="connsiteX77-7805" fmla="*/ 9623 w 10000"/>
              <a:gd name="connsiteY77-7806" fmla="*/ 7768 h 10000"/>
              <a:gd name="connsiteX78-7807" fmla="*/ 9623 w 10000"/>
              <a:gd name="connsiteY78-7808" fmla="*/ 8095 h 10000"/>
              <a:gd name="connsiteX79-7809" fmla="*/ 9747 w 10000"/>
              <a:gd name="connsiteY79-7810" fmla="*/ 8519 h 10000"/>
              <a:gd name="connsiteX80-7811" fmla="*/ 9875 w 10000"/>
              <a:gd name="connsiteY80-7812" fmla="*/ 8845 h 10000"/>
              <a:gd name="connsiteX81-7813" fmla="*/ 10000 w 10000"/>
              <a:gd name="connsiteY81-7814" fmla="*/ 9251 h 10000"/>
              <a:gd name="connsiteX82-7815" fmla="*/ 10000 w 10000"/>
              <a:gd name="connsiteY82-7816" fmla="*/ 9344 h 10000"/>
              <a:gd name="connsiteX83-7817" fmla="*/ 10000 w 10000"/>
              <a:gd name="connsiteY83-7818" fmla="*/ 9498 h 10000"/>
              <a:gd name="connsiteX84-7819" fmla="*/ 10000 w 10000"/>
              <a:gd name="connsiteY84-7820" fmla="*/ 9673 h 10000"/>
              <a:gd name="connsiteX85-7821" fmla="*/ 10000 w 10000"/>
              <a:gd name="connsiteY85-7822" fmla="*/ 9751 h 10000"/>
              <a:gd name="connsiteX86-7823" fmla="*/ 10000 w 10000"/>
              <a:gd name="connsiteY86-7824" fmla="*/ 9829 h 10000"/>
              <a:gd name="connsiteX87-7825" fmla="*/ 10000 w 10000"/>
              <a:gd name="connsiteY87-7826" fmla="*/ 9921 h 10000"/>
              <a:gd name="connsiteX88-7827" fmla="*/ 10000 w 10000"/>
              <a:gd name="connsiteY88-7828" fmla="*/ 9921 h 10000"/>
              <a:gd name="connsiteX89-7829" fmla="*/ 10000 w 10000"/>
              <a:gd name="connsiteY89-7830" fmla="*/ 10000 h 10000"/>
              <a:gd name="connsiteX90-7831" fmla="*/ 9747 w 10000"/>
              <a:gd name="connsiteY90-7832" fmla="*/ 9921 h 10000"/>
              <a:gd name="connsiteX91-7833" fmla="*/ 9470 w 10000"/>
              <a:gd name="connsiteY91-7834" fmla="*/ 9921 h 10000"/>
              <a:gd name="connsiteX92-7835" fmla="*/ 9066 w 10000"/>
              <a:gd name="connsiteY92-7836" fmla="*/ 9829 h 10000"/>
              <a:gd name="connsiteX93-7837" fmla="*/ 8537 w 10000"/>
              <a:gd name="connsiteY93-7838" fmla="*/ 9673 h 10000"/>
              <a:gd name="connsiteX94-7839" fmla="*/ 8537 w 10000"/>
              <a:gd name="connsiteY94-7840" fmla="*/ 9673 h 10000"/>
              <a:gd name="connsiteX0-7841" fmla="*/ 8384 w 9847"/>
              <a:gd name="connsiteY0-7842" fmla="*/ 9111 h 9438"/>
              <a:gd name="connsiteX1-7843" fmla="*/ 8003 w 9847"/>
              <a:gd name="connsiteY1-7844" fmla="*/ 8936 h 9438"/>
              <a:gd name="connsiteX2-7845" fmla="*/ 7448 w 9847"/>
              <a:gd name="connsiteY2-7846" fmla="*/ 8782 h 9438"/>
              <a:gd name="connsiteX3-7847" fmla="*/ 6917 w 9847"/>
              <a:gd name="connsiteY3-7848" fmla="*/ 8534 h 9438"/>
              <a:gd name="connsiteX4-7849" fmla="*/ 6388 w 9847"/>
              <a:gd name="connsiteY4-7850" fmla="*/ 8283 h 9438"/>
              <a:gd name="connsiteX5-7851" fmla="*/ 6134 w 9847"/>
              <a:gd name="connsiteY5-7852" fmla="*/ 8113 h 9438"/>
              <a:gd name="connsiteX6-7853" fmla="*/ 5857 w 9847"/>
              <a:gd name="connsiteY6-7854" fmla="*/ 7957 h 9438"/>
              <a:gd name="connsiteX7-7855" fmla="*/ 5579 w 9847"/>
              <a:gd name="connsiteY7-7856" fmla="*/ 7784 h 9438"/>
              <a:gd name="connsiteX8-7857" fmla="*/ 5327 w 9847"/>
              <a:gd name="connsiteY8-7858" fmla="*/ 7629 h 9438"/>
              <a:gd name="connsiteX9-7859" fmla="*/ 5048 w 9847"/>
              <a:gd name="connsiteY9-7860" fmla="*/ 7379 h 9438"/>
              <a:gd name="connsiteX10-7861" fmla="*/ 4796 w 9847"/>
              <a:gd name="connsiteY10-7862" fmla="*/ 7129 h 9438"/>
              <a:gd name="connsiteX11-7863" fmla="*/ 4520 w 9847"/>
              <a:gd name="connsiteY11-7864" fmla="*/ 6879 h 9438"/>
              <a:gd name="connsiteX12-7865" fmla="*/ 4115 w 9847"/>
              <a:gd name="connsiteY12-7866" fmla="*/ 6627 h 9438"/>
              <a:gd name="connsiteX13-7867" fmla="*/ 3459 w 9847"/>
              <a:gd name="connsiteY13-7868" fmla="*/ 6052 h 9438"/>
              <a:gd name="connsiteX14-7869" fmla="*/ 2927 w 9847"/>
              <a:gd name="connsiteY14-7870" fmla="*/ 5554 h 9438"/>
              <a:gd name="connsiteX15-7871" fmla="*/ 2398 w 9847"/>
              <a:gd name="connsiteY15-7872" fmla="*/ 4976 h 9438"/>
              <a:gd name="connsiteX16-7873" fmla="*/ 1994 w 9847"/>
              <a:gd name="connsiteY16-7874" fmla="*/ 4320 h 9438"/>
              <a:gd name="connsiteX17-7875" fmla="*/ 1590 w 9847"/>
              <a:gd name="connsiteY17-7876" fmla="*/ 3744 h 9438"/>
              <a:gd name="connsiteX18-7877" fmla="*/ 1186 w 9847"/>
              <a:gd name="connsiteY18-7878" fmla="*/ 3166 h 9438"/>
              <a:gd name="connsiteX19-7879" fmla="*/ 933 w 9847"/>
              <a:gd name="connsiteY19-7880" fmla="*/ 2590 h 9438"/>
              <a:gd name="connsiteX20-7881" fmla="*/ 781 w 9847"/>
              <a:gd name="connsiteY20-7882" fmla="*/ 2247 h 9438"/>
              <a:gd name="connsiteX21-7883" fmla="*/ 656 w 9847"/>
              <a:gd name="connsiteY21-7884" fmla="*/ 1997 h 9438"/>
              <a:gd name="connsiteX22-7885" fmla="*/ 403 w 9847"/>
              <a:gd name="connsiteY22-7886" fmla="*/ 1419 h 9438"/>
              <a:gd name="connsiteX23-7887" fmla="*/ 252 w 9847"/>
              <a:gd name="connsiteY23-7888" fmla="*/ 763 h 9438"/>
              <a:gd name="connsiteX24-7889" fmla="*/ 0 w 9847"/>
              <a:gd name="connsiteY24-7890" fmla="*/ 109 h 9438"/>
              <a:gd name="connsiteX25-7891" fmla="*/ 1060 w 9847"/>
              <a:gd name="connsiteY25-7892" fmla="*/ 109 h 9438"/>
              <a:gd name="connsiteX26-7893" fmla="*/ 1186 w 9847"/>
              <a:gd name="connsiteY26-7894" fmla="*/ 514 h 9438"/>
              <a:gd name="connsiteX27-7895" fmla="*/ 1311 w 9847"/>
              <a:gd name="connsiteY27-7896" fmla="*/ 1014 h 9438"/>
              <a:gd name="connsiteX28-7897" fmla="*/ 1590 w 9847"/>
              <a:gd name="connsiteY28-7898" fmla="*/ 1512 h 9438"/>
              <a:gd name="connsiteX29-7899" fmla="*/ 1869 w 9847"/>
              <a:gd name="connsiteY29-7900" fmla="*/ 2091 h 9438"/>
              <a:gd name="connsiteX30-7901" fmla="*/ 2120 w 9847"/>
              <a:gd name="connsiteY30-7902" fmla="*/ 2667 h 9438"/>
              <a:gd name="connsiteX31-7903" fmla="*/ 2525 w 9847"/>
              <a:gd name="connsiteY31-7904" fmla="*/ 3322 h 9438"/>
              <a:gd name="connsiteX32-7905" fmla="*/ 2927 w 9847"/>
              <a:gd name="connsiteY32-7906" fmla="*/ 4070 h 9438"/>
              <a:gd name="connsiteX33-7907" fmla="*/ 3180 w 9847"/>
              <a:gd name="connsiteY33-7908" fmla="*/ 4400 h 9438"/>
              <a:gd name="connsiteX34-7909" fmla="*/ 3459 w 9847"/>
              <a:gd name="connsiteY34-7910" fmla="*/ 4649 h 9438"/>
              <a:gd name="connsiteX35-7911" fmla="*/ 3738 w 9847"/>
              <a:gd name="connsiteY35-7912" fmla="*/ 4976 h 9438"/>
              <a:gd name="connsiteX36-7913" fmla="*/ 4115 w 9847"/>
              <a:gd name="connsiteY36-7914" fmla="*/ 5302 h 9438"/>
              <a:gd name="connsiteX37-7915" fmla="*/ 4393 w 9847"/>
              <a:gd name="connsiteY37-7916" fmla="*/ 5631 h 9438"/>
              <a:gd name="connsiteX38-7917" fmla="*/ 4646 w 9847"/>
              <a:gd name="connsiteY38-7918" fmla="*/ 5974 h 9438"/>
              <a:gd name="connsiteX39-7919" fmla="*/ 5048 w 9847"/>
              <a:gd name="connsiteY39-7920" fmla="*/ 6224 h 9438"/>
              <a:gd name="connsiteX40-7921" fmla="*/ 5327 w 9847"/>
              <a:gd name="connsiteY40-7922" fmla="*/ 6457 h 9438"/>
              <a:gd name="connsiteX41-7923" fmla="*/ 5732 w 9847"/>
              <a:gd name="connsiteY41-7924" fmla="*/ 6708 h 9438"/>
              <a:gd name="connsiteX42-7925" fmla="*/ 5984 w 9847"/>
              <a:gd name="connsiteY42-7926" fmla="*/ 6958 h 9438"/>
              <a:gd name="connsiteX43-7927" fmla="*/ 6388 w 9847"/>
              <a:gd name="connsiteY43-7928" fmla="*/ 7129 h 9438"/>
              <a:gd name="connsiteX44-7929" fmla="*/ 6665 w 9847"/>
              <a:gd name="connsiteY44-7930" fmla="*/ 7285 h 9438"/>
              <a:gd name="connsiteX45-7931" fmla="*/ 6917 w 9847"/>
              <a:gd name="connsiteY45-7932" fmla="*/ 7455 h 9438"/>
              <a:gd name="connsiteX46-7933" fmla="*/ 7196 w 9847"/>
              <a:gd name="connsiteY46-7934" fmla="*/ 7629 h 9438"/>
              <a:gd name="connsiteX47-7935" fmla="*/ 7448 w 9847"/>
              <a:gd name="connsiteY47-7936" fmla="*/ 7706 h 9438"/>
              <a:gd name="connsiteX48-7937" fmla="*/ 7726 w 9847"/>
              <a:gd name="connsiteY48-7938" fmla="*/ 7864 h 9438"/>
              <a:gd name="connsiteX49-7939" fmla="*/ 7852 w 9847"/>
              <a:gd name="connsiteY49-7940" fmla="*/ 7957 h 9438"/>
              <a:gd name="connsiteX50-7941" fmla="*/ 8003 w 9847"/>
              <a:gd name="connsiteY50-7942" fmla="*/ 7957 h 9438"/>
              <a:gd name="connsiteX51-7943" fmla="*/ 8130 w 9847"/>
              <a:gd name="connsiteY51-7944" fmla="*/ 8033 h 9438"/>
              <a:gd name="connsiteX52-7945" fmla="*/ 8257 w 9847"/>
              <a:gd name="connsiteY52-7946" fmla="*/ 8033 h 9438"/>
              <a:gd name="connsiteX53-7947" fmla="*/ 8257 w 9847"/>
              <a:gd name="connsiteY53-7948" fmla="*/ 8033 h 9438"/>
              <a:gd name="connsiteX54-7949" fmla="*/ 8384 w 9847"/>
              <a:gd name="connsiteY54-7950" fmla="*/ 7957 h 9438"/>
              <a:gd name="connsiteX55-7951" fmla="*/ 8384 w 9847"/>
              <a:gd name="connsiteY55-7952" fmla="*/ 7864 h 9438"/>
              <a:gd name="connsiteX56-7953" fmla="*/ 8535 w 9847"/>
              <a:gd name="connsiteY56-7954" fmla="*/ 7784 h 9438"/>
              <a:gd name="connsiteX57-7955" fmla="*/ 8535 w 9847"/>
              <a:gd name="connsiteY57-7956" fmla="*/ 7706 h 9438"/>
              <a:gd name="connsiteX58-7957" fmla="*/ 8660 w 9847"/>
              <a:gd name="connsiteY58-7958" fmla="*/ 7533 h 9438"/>
              <a:gd name="connsiteX59-7959" fmla="*/ 8660 w 9847"/>
              <a:gd name="connsiteY59-7960" fmla="*/ 7379 h 9438"/>
              <a:gd name="connsiteX60-7961" fmla="*/ 8785 w 9847"/>
              <a:gd name="connsiteY60-7962" fmla="*/ 7206 h 9438"/>
              <a:gd name="connsiteX61-7963" fmla="*/ 8785 w 9847"/>
              <a:gd name="connsiteY61-7964" fmla="*/ 6958 h 9438"/>
              <a:gd name="connsiteX62-7965" fmla="*/ 8913 w 9847"/>
              <a:gd name="connsiteY62-7966" fmla="*/ 6801 h 9438"/>
              <a:gd name="connsiteX63-7967" fmla="*/ 8913 w 9847"/>
              <a:gd name="connsiteY63-7968" fmla="*/ 6708 h 9438"/>
              <a:gd name="connsiteX64-7969" fmla="*/ 9064 w 9847"/>
              <a:gd name="connsiteY64-7970" fmla="*/ 6551 h 9438"/>
              <a:gd name="connsiteX65-7971" fmla="*/ 9064 w 9847"/>
              <a:gd name="connsiteY65-7972" fmla="*/ 6457 h 9438"/>
              <a:gd name="connsiteX66-7973" fmla="*/ 9191 w 9847"/>
              <a:gd name="connsiteY66-7974" fmla="*/ 6380 h 9438"/>
              <a:gd name="connsiteX67-7975" fmla="*/ 9191 w 9847"/>
              <a:gd name="connsiteY67-7976" fmla="*/ 6380 h 9438"/>
              <a:gd name="connsiteX68-7977" fmla="*/ 9191 w 9847"/>
              <a:gd name="connsiteY68-7978" fmla="*/ 6380 h 9438"/>
              <a:gd name="connsiteX69-7979" fmla="*/ 9191 w 9847"/>
              <a:gd name="connsiteY69-7980" fmla="*/ 6380 h 9438"/>
              <a:gd name="connsiteX70-7981" fmla="*/ 9317 w 9847"/>
              <a:gd name="connsiteY70-7982" fmla="*/ 6380 h 9438"/>
              <a:gd name="connsiteX71-7983" fmla="*/ 9317 w 9847"/>
              <a:gd name="connsiteY71-7984" fmla="*/ 6457 h 9438"/>
              <a:gd name="connsiteX72-7985" fmla="*/ 9317 w 9847"/>
              <a:gd name="connsiteY72-7986" fmla="*/ 6551 h 9438"/>
              <a:gd name="connsiteX73-7987" fmla="*/ 9317 w 9847"/>
              <a:gd name="connsiteY73-7988" fmla="*/ 6708 h 9438"/>
              <a:gd name="connsiteX74-7989" fmla="*/ 9470 w 9847"/>
              <a:gd name="connsiteY74-7990" fmla="*/ 6801 h 9438"/>
              <a:gd name="connsiteX75-7991" fmla="*/ 9470 w 9847"/>
              <a:gd name="connsiteY75-7992" fmla="*/ 6958 h 9438"/>
              <a:gd name="connsiteX76-7993" fmla="*/ 9470 w 9847"/>
              <a:gd name="connsiteY76-7994" fmla="*/ 7206 h 9438"/>
              <a:gd name="connsiteX77-7995" fmla="*/ 9470 w 9847"/>
              <a:gd name="connsiteY77-7996" fmla="*/ 7533 h 9438"/>
              <a:gd name="connsiteX78-7997" fmla="*/ 9594 w 9847"/>
              <a:gd name="connsiteY78-7998" fmla="*/ 7957 h 9438"/>
              <a:gd name="connsiteX79-7999" fmla="*/ 9722 w 9847"/>
              <a:gd name="connsiteY79-8000" fmla="*/ 8283 h 9438"/>
              <a:gd name="connsiteX80-8001" fmla="*/ 9847 w 9847"/>
              <a:gd name="connsiteY80-8002" fmla="*/ 8689 h 9438"/>
              <a:gd name="connsiteX81-8003" fmla="*/ 9847 w 9847"/>
              <a:gd name="connsiteY81-8004" fmla="*/ 8782 h 9438"/>
              <a:gd name="connsiteX82-8005" fmla="*/ 9847 w 9847"/>
              <a:gd name="connsiteY82-8006" fmla="*/ 8936 h 9438"/>
              <a:gd name="connsiteX83-8007" fmla="*/ 9847 w 9847"/>
              <a:gd name="connsiteY83-8008" fmla="*/ 9111 h 9438"/>
              <a:gd name="connsiteX84-8009" fmla="*/ 9847 w 9847"/>
              <a:gd name="connsiteY84-8010" fmla="*/ 9189 h 9438"/>
              <a:gd name="connsiteX85-8011" fmla="*/ 9847 w 9847"/>
              <a:gd name="connsiteY85-8012" fmla="*/ 9267 h 9438"/>
              <a:gd name="connsiteX86-8013" fmla="*/ 9847 w 9847"/>
              <a:gd name="connsiteY86-8014" fmla="*/ 9359 h 9438"/>
              <a:gd name="connsiteX87-8015" fmla="*/ 9847 w 9847"/>
              <a:gd name="connsiteY87-8016" fmla="*/ 9359 h 9438"/>
              <a:gd name="connsiteX88-8017" fmla="*/ 9847 w 9847"/>
              <a:gd name="connsiteY88-8018" fmla="*/ 9438 h 9438"/>
              <a:gd name="connsiteX89-8019" fmla="*/ 9594 w 9847"/>
              <a:gd name="connsiteY89-8020" fmla="*/ 9359 h 9438"/>
              <a:gd name="connsiteX90-8021" fmla="*/ 9317 w 9847"/>
              <a:gd name="connsiteY90-8022" fmla="*/ 9359 h 9438"/>
              <a:gd name="connsiteX91-8023" fmla="*/ 8913 w 9847"/>
              <a:gd name="connsiteY91-8024" fmla="*/ 9267 h 9438"/>
              <a:gd name="connsiteX92-8025" fmla="*/ 8384 w 9847"/>
              <a:gd name="connsiteY92-8026" fmla="*/ 9111 h 9438"/>
              <a:gd name="connsiteX93-8027" fmla="*/ 8384 w 9847"/>
              <a:gd name="connsiteY93-8028" fmla="*/ 9111 h 9438"/>
              <a:gd name="connsiteX0-8029" fmla="*/ 8258 w 9744"/>
              <a:gd name="connsiteY0-8030" fmla="*/ 9539 h 9885"/>
              <a:gd name="connsiteX1-8031" fmla="*/ 7871 w 9744"/>
              <a:gd name="connsiteY1-8032" fmla="*/ 9353 h 9885"/>
              <a:gd name="connsiteX2-8033" fmla="*/ 7308 w 9744"/>
              <a:gd name="connsiteY2-8034" fmla="*/ 9190 h 9885"/>
              <a:gd name="connsiteX3-8035" fmla="*/ 6768 w 9744"/>
              <a:gd name="connsiteY3-8036" fmla="*/ 8927 h 9885"/>
              <a:gd name="connsiteX4-8037" fmla="*/ 6231 w 9744"/>
              <a:gd name="connsiteY4-8038" fmla="*/ 8661 h 9885"/>
              <a:gd name="connsiteX5-8039" fmla="*/ 5973 w 9744"/>
              <a:gd name="connsiteY5-8040" fmla="*/ 8481 h 9885"/>
              <a:gd name="connsiteX6-8041" fmla="*/ 5692 w 9744"/>
              <a:gd name="connsiteY6-8042" fmla="*/ 8316 h 9885"/>
              <a:gd name="connsiteX7-8043" fmla="*/ 5410 w 9744"/>
              <a:gd name="connsiteY7-8044" fmla="*/ 8133 h 9885"/>
              <a:gd name="connsiteX8-8045" fmla="*/ 5154 w 9744"/>
              <a:gd name="connsiteY8-8046" fmla="*/ 7968 h 9885"/>
              <a:gd name="connsiteX9-8047" fmla="*/ 4870 w 9744"/>
              <a:gd name="connsiteY9-8048" fmla="*/ 7703 h 9885"/>
              <a:gd name="connsiteX10-8049" fmla="*/ 4615 w 9744"/>
              <a:gd name="connsiteY10-8050" fmla="*/ 7439 h 9885"/>
              <a:gd name="connsiteX11-8051" fmla="*/ 4334 w 9744"/>
              <a:gd name="connsiteY11-8052" fmla="*/ 7174 h 9885"/>
              <a:gd name="connsiteX12-8053" fmla="*/ 3923 w 9744"/>
              <a:gd name="connsiteY12-8054" fmla="*/ 6907 h 9885"/>
              <a:gd name="connsiteX13-8055" fmla="*/ 3257 w 9744"/>
              <a:gd name="connsiteY13-8056" fmla="*/ 6297 h 9885"/>
              <a:gd name="connsiteX14-8057" fmla="*/ 2716 w 9744"/>
              <a:gd name="connsiteY14-8058" fmla="*/ 5770 h 9885"/>
              <a:gd name="connsiteX15-8059" fmla="*/ 2179 w 9744"/>
              <a:gd name="connsiteY15-8060" fmla="*/ 5157 h 9885"/>
              <a:gd name="connsiteX16-8061" fmla="*/ 1769 w 9744"/>
              <a:gd name="connsiteY16-8062" fmla="*/ 4462 h 9885"/>
              <a:gd name="connsiteX17-8063" fmla="*/ 1359 w 9744"/>
              <a:gd name="connsiteY17-8064" fmla="*/ 3852 h 9885"/>
              <a:gd name="connsiteX18-8065" fmla="*/ 948 w 9744"/>
              <a:gd name="connsiteY18-8066" fmla="*/ 3240 h 9885"/>
              <a:gd name="connsiteX19-8067" fmla="*/ 691 w 9744"/>
              <a:gd name="connsiteY19-8068" fmla="*/ 2629 h 9885"/>
              <a:gd name="connsiteX20-8069" fmla="*/ 537 w 9744"/>
              <a:gd name="connsiteY20-8070" fmla="*/ 2266 h 9885"/>
              <a:gd name="connsiteX21-8071" fmla="*/ 410 w 9744"/>
              <a:gd name="connsiteY21-8072" fmla="*/ 2001 h 9885"/>
              <a:gd name="connsiteX22-8073" fmla="*/ 153 w 9744"/>
              <a:gd name="connsiteY22-8074" fmla="*/ 1388 h 9885"/>
              <a:gd name="connsiteX23-8075" fmla="*/ 0 w 9744"/>
              <a:gd name="connsiteY23-8076" fmla="*/ 693 h 9885"/>
              <a:gd name="connsiteX24-8077" fmla="*/ 820 w 9744"/>
              <a:gd name="connsiteY24-8078" fmla="*/ 0 h 9885"/>
              <a:gd name="connsiteX25-8079" fmla="*/ 948 w 9744"/>
              <a:gd name="connsiteY25-8080" fmla="*/ 430 h 9885"/>
              <a:gd name="connsiteX26-8081" fmla="*/ 1075 w 9744"/>
              <a:gd name="connsiteY26-8082" fmla="*/ 959 h 9885"/>
              <a:gd name="connsiteX27-8083" fmla="*/ 1359 w 9744"/>
              <a:gd name="connsiteY27-8084" fmla="*/ 1487 h 9885"/>
              <a:gd name="connsiteX28-8085" fmla="*/ 1642 w 9744"/>
              <a:gd name="connsiteY28-8086" fmla="*/ 2101 h 9885"/>
              <a:gd name="connsiteX29-8087" fmla="*/ 1897 w 9744"/>
              <a:gd name="connsiteY29-8088" fmla="*/ 2711 h 9885"/>
              <a:gd name="connsiteX30-8089" fmla="*/ 2308 w 9744"/>
              <a:gd name="connsiteY30-8090" fmla="*/ 3405 h 9885"/>
              <a:gd name="connsiteX31-8091" fmla="*/ 2716 w 9744"/>
              <a:gd name="connsiteY31-8092" fmla="*/ 4197 h 9885"/>
              <a:gd name="connsiteX32-8093" fmla="*/ 2973 w 9744"/>
              <a:gd name="connsiteY32-8094" fmla="*/ 4547 h 9885"/>
              <a:gd name="connsiteX33-8095" fmla="*/ 3257 w 9744"/>
              <a:gd name="connsiteY33-8096" fmla="*/ 4811 h 9885"/>
              <a:gd name="connsiteX34-8097" fmla="*/ 3540 w 9744"/>
              <a:gd name="connsiteY34-8098" fmla="*/ 5157 h 9885"/>
              <a:gd name="connsiteX35-8099" fmla="*/ 3923 w 9744"/>
              <a:gd name="connsiteY35-8100" fmla="*/ 5503 h 9885"/>
              <a:gd name="connsiteX36-8101" fmla="*/ 4205 w 9744"/>
              <a:gd name="connsiteY36-8102" fmla="*/ 5851 h 9885"/>
              <a:gd name="connsiteX37-8103" fmla="*/ 4462 w 9744"/>
              <a:gd name="connsiteY37-8104" fmla="*/ 6215 h 9885"/>
              <a:gd name="connsiteX38-8105" fmla="*/ 4870 w 9744"/>
              <a:gd name="connsiteY38-8106" fmla="*/ 6480 h 9885"/>
              <a:gd name="connsiteX39-8107" fmla="*/ 5154 w 9744"/>
              <a:gd name="connsiteY39-8108" fmla="*/ 6726 h 9885"/>
              <a:gd name="connsiteX40-8109" fmla="*/ 5565 w 9744"/>
              <a:gd name="connsiteY40-8110" fmla="*/ 6992 h 9885"/>
              <a:gd name="connsiteX41-8111" fmla="*/ 5821 w 9744"/>
              <a:gd name="connsiteY41-8112" fmla="*/ 7257 h 9885"/>
              <a:gd name="connsiteX42-8113" fmla="*/ 6231 w 9744"/>
              <a:gd name="connsiteY42-8114" fmla="*/ 7439 h 9885"/>
              <a:gd name="connsiteX43-8115" fmla="*/ 6513 w 9744"/>
              <a:gd name="connsiteY43-8116" fmla="*/ 7604 h 9885"/>
              <a:gd name="connsiteX44-8117" fmla="*/ 6768 w 9744"/>
              <a:gd name="connsiteY44-8118" fmla="*/ 7784 h 9885"/>
              <a:gd name="connsiteX45-8119" fmla="*/ 7052 w 9744"/>
              <a:gd name="connsiteY45-8120" fmla="*/ 7968 h 9885"/>
              <a:gd name="connsiteX46-8121" fmla="*/ 7308 w 9744"/>
              <a:gd name="connsiteY46-8122" fmla="*/ 8050 h 9885"/>
              <a:gd name="connsiteX47-8123" fmla="*/ 7590 w 9744"/>
              <a:gd name="connsiteY47-8124" fmla="*/ 8217 h 9885"/>
              <a:gd name="connsiteX48-8125" fmla="*/ 7718 w 9744"/>
              <a:gd name="connsiteY48-8126" fmla="*/ 8316 h 9885"/>
              <a:gd name="connsiteX49-8127" fmla="*/ 7871 w 9744"/>
              <a:gd name="connsiteY49-8128" fmla="*/ 8316 h 9885"/>
              <a:gd name="connsiteX50-8129" fmla="*/ 8000 w 9744"/>
              <a:gd name="connsiteY50-8130" fmla="*/ 8396 h 9885"/>
              <a:gd name="connsiteX51-8131" fmla="*/ 8129 w 9744"/>
              <a:gd name="connsiteY51-8132" fmla="*/ 8396 h 9885"/>
              <a:gd name="connsiteX52-8133" fmla="*/ 8129 w 9744"/>
              <a:gd name="connsiteY52-8134" fmla="*/ 8396 h 9885"/>
              <a:gd name="connsiteX53-8135" fmla="*/ 8258 w 9744"/>
              <a:gd name="connsiteY53-8136" fmla="*/ 8316 h 9885"/>
              <a:gd name="connsiteX54-8137" fmla="*/ 8258 w 9744"/>
              <a:gd name="connsiteY54-8138" fmla="*/ 8217 h 9885"/>
              <a:gd name="connsiteX55-8139" fmla="*/ 8412 w 9744"/>
              <a:gd name="connsiteY55-8140" fmla="*/ 8133 h 9885"/>
              <a:gd name="connsiteX56-8141" fmla="*/ 8412 w 9744"/>
              <a:gd name="connsiteY56-8142" fmla="*/ 8050 h 9885"/>
              <a:gd name="connsiteX57-8143" fmla="*/ 8539 w 9744"/>
              <a:gd name="connsiteY57-8144" fmla="*/ 7867 h 9885"/>
              <a:gd name="connsiteX58-8145" fmla="*/ 8539 w 9744"/>
              <a:gd name="connsiteY58-8146" fmla="*/ 7703 h 9885"/>
              <a:gd name="connsiteX59-8147" fmla="*/ 8665 w 9744"/>
              <a:gd name="connsiteY59-8148" fmla="*/ 7520 h 9885"/>
              <a:gd name="connsiteX60-8149" fmla="*/ 8665 w 9744"/>
              <a:gd name="connsiteY60-8150" fmla="*/ 7257 h 9885"/>
              <a:gd name="connsiteX61-8151" fmla="*/ 8795 w 9744"/>
              <a:gd name="connsiteY61-8152" fmla="*/ 7091 h 9885"/>
              <a:gd name="connsiteX62-8153" fmla="*/ 8795 w 9744"/>
              <a:gd name="connsiteY62-8154" fmla="*/ 6992 h 9885"/>
              <a:gd name="connsiteX63-8155" fmla="*/ 8949 w 9744"/>
              <a:gd name="connsiteY63-8156" fmla="*/ 6826 h 9885"/>
              <a:gd name="connsiteX64-8157" fmla="*/ 8949 w 9744"/>
              <a:gd name="connsiteY64-8158" fmla="*/ 6726 h 9885"/>
              <a:gd name="connsiteX65-8159" fmla="*/ 9078 w 9744"/>
              <a:gd name="connsiteY65-8160" fmla="*/ 6645 h 9885"/>
              <a:gd name="connsiteX66-8161" fmla="*/ 9078 w 9744"/>
              <a:gd name="connsiteY66-8162" fmla="*/ 6645 h 9885"/>
              <a:gd name="connsiteX67-8163" fmla="*/ 9078 w 9744"/>
              <a:gd name="connsiteY67-8164" fmla="*/ 6645 h 9885"/>
              <a:gd name="connsiteX68-8165" fmla="*/ 9078 w 9744"/>
              <a:gd name="connsiteY68-8166" fmla="*/ 6645 h 9885"/>
              <a:gd name="connsiteX69-8167" fmla="*/ 9206 w 9744"/>
              <a:gd name="connsiteY69-8168" fmla="*/ 6645 h 9885"/>
              <a:gd name="connsiteX70-8169" fmla="*/ 9206 w 9744"/>
              <a:gd name="connsiteY70-8170" fmla="*/ 6726 h 9885"/>
              <a:gd name="connsiteX71-8171" fmla="*/ 9206 w 9744"/>
              <a:gd name="connsiteY71-8172" fmla="*/ 6826 h 9885"/>
              <a:gd name="connsiteX72-8173" fmla="*/ 9206 w 9744"/>
              <a:gd name="connsiteY72-8174" fmla="*/ 6992 h 9885"/>
              <a:gd name="connsiteX73-8175" fmla="*/ 9361 w 9744"/>
              <a:gd name="connsiteY73-8176" fmla="*/ 7091 h 9885"/>
              <a:gd name="connsiteX74-8177" fmla="*/ 9361 w 9744"/>
              <a:gd name="connsiteY74-8178" fmla="*/ 7257 h 9885"/>
              <a:gd name="connsiteX75-8179" fmla="*/ 9361 w 9744"/>
              <a:gd name="connsiteY75-8180" fmla="*/ 7520 h 9885"/>
              <a:gd name="connsiteX76-8181" fmla="*/ 9361 w 9744"/>
              <a:gd name="connsiteY76-8182" fmla="*/ 7867 h 9885"/>
              <a:gd name="connsiteX77-8183" fmla="*/ 9487 w 9744"/>
              <a:gd name="connsiteY77-8184" fmla="*/ 8316 h 9885"/>
              <a:gd name="connsiteX78-8185" fmla="*/ 9617 w 9744"/>
              <a:gd name="connsiteY78-8186" fmla="*/ 8661 h 9885"/>
              <a:gd name="connsiteX79-8187" fmla="*/ 9744 w 9744"/>
              <a:gd name="connsiteY79-8188" fmla="*/ 9091 h 9885"/>
              <a:gd name="connsiteX80-8189" fmla="*/ 9744 w 9744"/>
              <a:gd name="connsiteY80-8190" fmla="*/ 9190 h 9885"/>
              <a:gd name="connsiteX81-8191" fmla="*/ 9744 w 9744"/>
              <a:gd name="connsiteY81-8192" fmla="*/ 9353 h 9885"/>
              <a:gd name="connsiteX82-8193" fmla="*/ 9744 w 9744"/>
              <a:gd name="connsiteY82-8194" fmla="*/ 9539 h 9885"/>
              <a:gd name="connsiteX83-8195" fmla="*/ 9744 w 9744"/>
              <a:gd name="connsiteY83-8196" fmla="*/ 9621 h 9885"/>
              <a:gd name="connsiteX84-8197" fmla="*/ 9744 w 9744"/>
              <a:gd name="connsiteY84-8198" fmla="*/ 9704 h 9885"/>
              <a:gd name="connsiteX85-8199" fmla="*/ 9744 w 9744"/>
              <a:gd name="connsiteY85-8200" fmla="*/ 9801 h 9885"/>
              <a:gd name="connsiteX86-8201" fmla="*/ 9744 w 9744"/>
              <a:gd name="connsiteY86-8202" fmla="*/ 9801 h 9885"/>
              <a:gd name="connsiteX87-8203" fmla="*/ 9744 w 9744"/>
              <a:gd name="connsiteY87-8204" fmla="*/ 9885 h 9885"/>
              <a:gd name="connsiteX88-8205" fmla="*/ 9487 w 9744"/>
              <a:gd name="connsiteY88-8206" fmla="*/ 9801 h 9885"/>
              <a:gd name="connsiteX89-8207" fmla="*/ 9206 w 9744"/>
              <a:gd name="connsiteY89-8208" fmla="*/ 9801 h 9885"/>
              <a:gd name="connsiteX90-8209" fmla="*/ 8795 w 9744"/>
              <a:gd name="connsiteY90-8210" fmla="*/ 9704 h 9885"/>
              <a:gd name="connsiteX91-8211" fmla="*/ 8258 w 9744"/>
              <a:gd name="connsiteY91-8212" fmla="*/ 9539 h 9885"/>
              <a:gd name="connsiteX92-8213" fmla="*/ 8258 w 9744"/>
              <a:gd name="connsiteY92-8214" fmla="*/ 9539 h 9885"/>
              <a:gd name="connsiteX0-8215" fmla="*/ 8318 w 9843"/>
              <a:gd name="connsiteY0-8216" fmla="*/ 9650 h 10000"/>
              <a:gd name="connsiteX1-8217" fmla="*/ 7921 w 9843"/>
              <a:gd name="connsiteY1-8218" fmla="*/ 9462 h 10000"/>
              <a:gd name="connsiteX2-8219" fmla="*/ 7343 w 9843"/>
              <a:gd name="connsiteY2-8220" fmla="*/ 9297 h 10000"/>
              <a:gd name="connsiteX3-8221" fmla="*/ 6789 w 9843"/>
              <a:gd name="connsiteY3-8222" fmla="*/ 9031 h 10000"/>
              <a:gd name="connsiteX4-8223" fmla="*/ 6238 w 9843"/>
              <a:gd name="connsiteY4-8224" fmla="*/ 8762 h 10000"/>
              <a:gd name="connsiteX5-8225" fmla="*/ 5973 w 9843"/>
              <a:gd name="connsiteY5-8226" fmla="*/ 8580 h 10000"/>
              <a:gd name="connsiteX6-8227" fmla="*/ 5685 w 9843"/>
              <a:gd name="connsiteY6-8228" fmla="*/ 8413 h 10000"/>
              <a:gd name="connsiteX7-8229" fmla="*/ 5395 w 9843"/>
              <a:gd name="connsiteY7-8230" fmla="*/ 8228 h 10000"/>
              <a:gd name="connsiteX8-8231" fmla="*/ 5132 w 9843"/>
              <a:gd name="connsiteY8-8232" fmla="*/ 8061 h 10000"/>
              <a:gd name="connsiteX9-8233" fmla="*/ 4841 w 9843"/>
              <a:gd name="connsiteY9-8234" fmla="*/ 7793 h 10000"/>
              <a:gd name="connsiteX10-8235" fmla="*/ 4579 w 9843"/>
              <a:gd name="connsiteY10-8236" fmla="*/ 7526 h 10000"/>
              <a:gd name="connsiteX11-8237" fmla="*/ 4291 w 9843"/>
              <a:gd name="connsiteY11-8238" fmla="*/ 7257 h 10000"/>
              <a:gd name="connsiteX12-8239" fmla="*/ 3869 w 9843"/>
              <a:gd name="connsiteY12-8240" fmla="*/ 6987 h 10000"/>
              <a:gd name="connsiteX13-8241" fmla="*/ 3186 w 9843"/>
              <a:gd name="connsiteY13-8242" fmla="*/ 6370 h 10000"/>
              <a:gd name="connsiteX14-8243" fmla="*/ 2630 w 9843"/>
              <a:gd name="connsiteY14-8244" fmla="*/ 5837 h 10000"/>
              <a:gd name="connsiteX15-8245" fmla="*/ 2079 w 9843"/>
              <a:gd name="connsiteY15-8246" fmla="*/ 5217 h 10000"/>
              <a:gd name="connsiteX16-8247" fmla="*/ 1658 w 9843"/>
              <a:gd name="connsiteY16-8248" fmla="*/ 4514 h 10000"/>
              <a:gd name="connsiteX17-8249" fmla="*/ 1238 w 9843"/>
              <a:gd name="connsiteY17-8250" fmla="*/ 3897 h 10000"/>
              <a:gd name="connsiteX18-8251" fmla="*/ 816 w 9843"/>
              <a:gd name="connsiteY18-8252" fmla="*/ 3278 h 10000"/>
              <a:gd name="connsiteX19-8253" fmla="*/ 552 w 9843"/>
              <a:gd name="connsiteY19-8254" fmla="*/ 2660 h 10000"/>
              <a:gd name="connsiteX20-8255" fmla="*/ 394 w 9843"/>
              <a:gd name="connsiteY20-8256" fmla="*/ 2292 h 10000"/>
              <a:gd name="connsiteX21-8257" fmla="*/ 264 w 9843"/>
              <a:gd name="connsiteY21-8258" fmla="*/ 2024 h 10000"/>
              <a:gd name="connsiteX22-8259" fmla="*/ 0 w 9843"/>
              <a:gd name="connsiteY22-8260" fmla="*/ 1404 h 10000"/>
              <a:gd name="connsiteX23-8261" fmla="*/ 685 w 9843"/>
              <a:gd name="connsiteY23-8262" fmla="*/ 0 h 10000"/>
              <a:gd name="connsiteX24-8263" fmla="*/ 816 w 9843"/>
              <a:gd name="connsiteY24-8264" fmla="*/ 435 h 10000"/>
              <a:gd name="connsiteX25-8265" fmla="*/ 946 w 9843"/>
              <a:gd name="connsiteY25-8266" fmla="*/ 970 h 10000"/>
              <a:gd name="connsiteX26-8267" fmla="*/ 1238 w 9843"/>
              <a:gd name="connsiteY26-8268" fmla="*/ 1504 h 10000"/>
              <a:gd name="connsiteX27-8269" fmla="*/ 1528 w 9843"/>
              <a:gd name="connsiteY27-8270" fmla="*/ 2125 h 10000"/>
              <a:gd name="connsiteX28-8271" fmla="*/ 1790 w 9843"/>
              <a:gd name="connsiteY28-8272" fmla="*/ 2743 h 10000"/>
              <a:gd name="connsiteX29-8273" fmla="*/ 2212 w 9843"/>
              <a:gd name="connsiteY29-8274" fmla="*/ 3445 h 10000"/>
              <a:gd name="connsiteX30-8275" fmla="*/ 2630 w 9843"/>
              <a:gd name="connsiteY30-8276" fmla="*/ 4246 h 10000"/>
              <a:gd name="connsiteX31-8277" fmla="*/ 2894 w 9843"/>
              <a:gd name="connsiteY31-8278" fmla="*/ 4600 h 10000"/>
              <a:gd name="connsiteX32-8279" fmla="*/ 3186 w 9843"/>
              <a:gd name="connsiteY32-8280" fmla="*/ 4867 h 10000"/>
              <a:gd name="connsiteX33-8281" fmla="*/ 3476 w 9843"/>
              <a:gd name="connsiteY33-8282" fmla="*/ 5217 h 10000"/>
              <a:gd name="connsiteX34-8283" fmla="*/ 3869 w 9843"/>
              <a:gd name="connsiteY34-8284" fmla="*/ 5567 h 10000"/>
              <a:gd name="connsiteX35-8285" fmla="*/ 4158 w 9843"/>
              <a:gd name="connsiteY35-8286" fmla="*/ 5919 h 10000"/>
              <a:gd name="connsiteX36-8287" fmla="*/ 4422 w 9843"/>
              <a:gd name="connsiteY36-8288" fmla="*/ 6287 h 10000"/>
              <a:gd name="connsiteX37-8289" fmla="*/ 4841 w 9843"/>
              <a:gd name="connsiteY37-8290" fmla="*/ 6555 h 10000"/>
              <a:gd name="connsiteX38-8291" fmla="*/ 5132 w 9843"/>
              <a:gd name="connsiteY38-8292" fmla="*/ 6804 h 10000"/>
              <a:gd name="connsiteX39-8293" fmla="*/ 5554 w 9843"/>
              <a:gd name="connsiteY39-8294" fmla="*/ 7073 h 10000"/>
              <a:gd name="connsiteX40-8295" fmla="*/ 5817 w 9843"/>
              <a:gd name="connsiteY40-8296" fmla="*/ 7341 h 10000"/>
              <a:gd name="connsiteX41-8297" fmla="*/ 6238 w 9843"/>
              <a:gd name="connsiteY41-8298" fmla="*/ 7526 h 10000"/>
              <a:gd name="connsiteX42-8299" fmla="*/ 6527 w 9843"/>
              <a:gd name="connsiteY42-8300" fmla="*/ 7692 h 10000"/>
              <a:gd name="connsiteX43-8301" fmla="*/ 6789 w 9843"/>
              <a:gd name="connsiteY43-8302" fmla="*/ 7875 h 10000"/>
              <a:gd name="connsiteX44-8303" fmla="*/ 7080 w 9843"/>
              <a:gd name="connsiteY44-8304" fmla="*/ 8061 h 10000"/>
              <a:gd name="connsiteX45-8305" fmla="*/ 7343 w 9843"/>
              <a:gd name="connsiteY45-8306" fmla="*/ 8144 h 10000"/>
              <a:gd name="connsiteX46-8307" fmla="*/ 7632 w 9843"/>
              <a:gd name="connsiteY46-8308" fmla="*/ 8313 h 10000"/>
              <a:gd name="connsiteX47-8309" fmla="*/ 7764 w 9843"/>
              <a:gd name="connsiteY47-8310" fmla="*/ 8413 h 10000"/>
              <a:gd name="connsiteX48-8311" fmla="*/ 7921 w 9843"/>
              <a:gd name="connsiteY48-8312" fmla="*/ 8413 h 10000"/>
              <a:gd name="connsiteX49-8313" fmla="*/ 8053 w 9843"/>
              <a:gd name="connsiteY49-8314" fmla="*/ 8494 h 10000"/>
              <a:gd name="connsiteX50-8315" fmla="*/ 8186 w 9843"/>
              <a:gd name="connsiteY50-8316" fmla="*/ 8494 h 10000"/>
              <a:gd name="connsiteX51-8317" fmla="*/ 8186 w 9843"/>
              <a:gd name="connsiteY51-8318" fmla="*/ 8494 h 10000"/>
              <a:gd name="connsiteX52-8319" fmla="*/ 8318 w 9843"/>
              <a:gd name="connsiteY52-8320" fmla="*/ 8413 h 10000"/>
              <a:gd name="connsiteX53-8321" fmla="*/ 8318 w 9843"/>
              <a:gd name="connsiteY53-8322" fmla="*/ 8313 h 10000"/>
              <a:gd name="connsiteX54-8323" fmla="*/ 8476 w 9843"/>
              <a:gd name="connsiteY54-8324" fmla="*/ 8228 h 10000"/>
              <a:gd name="connsiteX55-8325" fmla="*/ 8476 w 9843"/>
              <a:gd name="connsiteY55-8326" fmla="*/ 8144 h 10000"/>
              <a:gd name="connsiteX56-8327" fmla="*/ 8606 w 9843"/>
              <a:gd name="connsiteY56-8328" fmla="*/ 7959 h 10000"/>
              <a:gd name="connsiteX57-8329" fmla="*/ 8606 w 9843"/>
              <a:gd name="connsiteY57-8330" fmla="*/ 7793 h 10000"/>
              <a:gd name="connsiteX58-8331" fmla="*/ 8736 w 9843"/>
              <a:gd name="connsiteY58-8332" fmla="*/ 7607 h 10000"/>
              <a:gd name="connsiteX59-8333" fmla="*/ 8736 w 9843"/>
              <a:gd name="connsiteY59-8334" fmla="*/ 7341 h 10000"/>
              <a:gd name="connsiteX60-8335" fmla="*/ 8869 w 9843"/>
              <a:gd name="connsiteY60-8336" fmla="*/ 7173 h 10000"/>
              <a:gd name="connsiteX61-8337" fmla="*/ 8869 w 9843"/>
              <a:gd name="connsiteY61-8338" fmla="*/ 7073 h 10000"/>
              <a:gd name="connsiteX62-8339" fmla="*/ 9027 w 9843"/>
              <a:gd name="connsiteY62-8340" fmla="*/ 6905 h 10000"/>
              <a:gd name="connsiteX63-8341" fmla="*/ 9027 w 9843"/>
              <a:gd name="connsiteY63-8342" fmla="*/ 6804 h 10000"/>
              <a:gd name="connsiteX64-8343" fmla="*/ 9160 w 9843"/>
              <a:gd name="connsiteY64-8344" fmla="*/ 6722 h 10000"/>
              <a:gd name="connsiteX65-8345" fmla="*/ 9160 w 9843"/>
              <a:gd name="connsiteY65-8346" fmla="*/ 6722 h 10000"/>
              <a:gd name="connsiteX66-8347" fmla="*/ 9160 w 9843"/>
              <a:gd name="connsiteY66-8348" fmla="*/ 6722 h 10000"/>
              <a:gd name="connsiteX67-8349" fmla="*/ 9160 w 9843"/>
              <a:gd name="connsiteY67-8350" fmla="*/ 6722 h 10000"/>
              <a:gd name="connsiteX68-8351" fmla="*/ 9291 w 9843"/>
              <a:gd name="connsiteY68-8352" fmla="*/ 6722 h 10000"/>
              <a:gd name="connsiteX69-8353" fmla="*/ 9291 w 9843"/>
              <a:gd name="connsiteY69-8354" fmla="*/ 6804 h 10000"/>
              <a:gd name="connsiteX70-8355" fmla="*/ 9291 w 9843"/>
              <a:gd name="connsiteY70-8356" fmla="*/ 6905 h 10000"/>
              <a:gd name="connsiteX71-8357" fmla="*/ 9291 w 9843"/>
              <a:gd name="connsiteY71-8358" fmla="*/ 7073 h 10000"/>
              <a:gd name="connsiteX72-8359" fmla="*/ 9450 w 9843"/>
              <a:gd name="connsiteY72-8360" fmla="*/ 7173 h 10000"/>
              <a:gd name="connsiteX73-8361" fmla="*/ 9450 w 9843"/>
              <a:gd name="connsiteY73-8362" fmla="*/ 7341 h 10000"/>
              <a:gd name="connsiteX74-8363" fmla="*/ 9450 w 9843"/>
              <a:gd name="connsiteY74-8364" fmla="*/ 7607 h 10000"/>
              <a:gd name="connsiteX75-8365" fmla="*/ 9450 w 9843"/>
              <a:gd name="connsiteY75-8366" fmla="*/ 7959 h 10000"/>
              <a:gd name="connsiteX76-8367" fmla="*/ 9579 w 9843"/>
              <a:gd name="connsiteY76-8368" fmla="*/ 8413 h 10000"/>
              <a:gd name="connsiteX77-8369" fmla="*/ 9713 w 9843"/>
              <a:gd name="connsiteY77-8370" fmla="*/ 8762 h 10000"/>
              <a:gd name="connsiteX78-8371" fmla="*/ 9843 w 9843"/>
              <a:gd name="connsiteY78-8372" fmla="*/ 9197 h 10000"/>
              <a:gd name="connsiteX79-8373" fmla="*/ 9843 w 9843"/>
              <a:gd name="connsiteY79-8374" fmla="*/ 9297 h 10000"/>
              <a:gd name="connsiteX80-8375" fmla="*/ 9843 w 9843"/>
              <a:gd name="connsiteY80-8376" fmla="*/ 9462 h 10000"/>
              <a:gd name="connsiteX81-8377" fmla="*/ 9843 w 9843"/>
              <a:gd name="connsiteY81-8378" fmla="*/ 9650 h 10000"/>
              <a:gd name="connsiteX82-8379" fmla="*/ 9843 w 9843"/>
              <a:gd name="connsiteY82-8380" fmla="*/ 9733 h 10000"/>
              <a:gd name="connsiteX83-8381" fmla="*/ 9843 w 9843"/>
              <a:gd name="connsiteY83-8382" fmla="*/ 9817 h 10000"/>
              <a:gd name="connsiteX84-8383" fmla="*/ 9843 w 9843"/>
              <a:gd name="connsiteY84-8384" fmla="*/ 9915 h 10000"/>
              <a:gd name="connsiteX85-8385" fmla="*/ 9843 w 9843"/>
              <a:gd name="connsiteY85-8386" fmla="*/ 9915 h 10000"/>
              <a:gd name="connsiteX86-8387" fmla="*/ 9843 w 9843"/>
              <a:gd name="connsiteY86-8388" fmla="*/ 10000 h 10000"/>
              <a:gd name="connsiteX87-8389" fmla="*/ 9579 w 9843"/>
              <a:gd name="connsiteY87-8390" fmla="*/ 9915 h 10000"/>
              <a:gd name="connsiteX88-8391" fmla="*/ 9291 w 9843"/>
              <a:gd name="connsiteY88-8392" fmla="*/ 9915 h 10000"/>
              <a:gd name="connsiteX89-8393" fmla="*/ 8869 w 9843"/>
              <a:gd name="connsiteY89-8394" fmla="*/ 9817 h 10000"/>
              <a:gd name="connsiteX90-8395" fmla="*/ 8318 w 9843"/>
              <a:gd name="connsiteY90-8396" fmla="*/ 9650 h 10000"/>
              <a:gd name="connsiteX91-8397" fmla="*/ 8318 w 9843"/>
              <a:gd name="connsiteY91-8398" fmla="*/ 9650 h 10000"/>
              <a:gd name="connsiteX0-8399" fmla="*/ 8451 w 10000"/>
              <a:gd name="connsiteY0-8400" fmla="*/ 9215 h 9565"/>
              <a:gd name="connsiteX1-8401" fmla="*/ 8047 w 10000"/>
              <a:gd name="connsiteY1-8402" fmla="*/ 9027 h 9565"/>
              <a:gd name="connsiteX2-8403" fmla="*/ 7460 w 10000"/>
              <a:gd name="connsiteY2-8404" fmla="*/ 8862 h 9565"/>
              <a:gd name="connsiteX3-8405" fmla="*/ 6897 w 10000"/>
              <a:gd name="connsiteY3-8406" fmla="*/ 8596 h 9565"/>
              <a:gd name="connsiteX4-8407" fmla="*/ 6337 w 10000"/>
              <a:gd name="connsiteY4-8408" fmla="*/ 8327 h 9565"/>
              <a:gd name="connsiteX5-8409" fmla="*/ 6068 w 10000"/>
              <a:gd name="connsiteY5-8410" fmla="*/ 8145 h 9565"/>
              <a:gd name="connsiteX6-8411" fmla="*/ 5776 w 10000"/>
              <a:gd name="connsiteY6-8412" fmla="*/ 7978 h 9565"/>
              <a:gd name="connsiteX7-8413" fmla="*/ 5481 w 10000"/>
              <a:gd name="connsiteY7-8414" fmla="*/ 7793 h 9565"/>
              <a:gd name="connsiteX8-8415" fmla="*/ 5214 w 10000"/>
              <a:gd name="connsiteY8-8416" fmla="*/ 7626 h 9565"/>
              <a:gd name="connsiteX9-8417" fmla="*/ 4918 w 10000"/>
              <a:gd name="connsiteY9-8418" fmla="*/ 7358 h 9565"/>
              <a:gd name="connsiteX10-8419" fmla="*/ 4652 w 10000"/>
              <a:gd name="connsiteY10-8420" fmla="*/ 7091 h 9565"/>
              <a:gd name="connsiteX11-8421" fmla="*/ 4359 w 10000"/>
              <a:gd name="connsiteY11-8422" fmla="*/ 6822 h 9565"/>
              <a:gd name="connsiteX12-8423" fmla="*/ 3931 w 10000"/>
              <a:gd name="connsiteY12-8424" fmla="*/ 6552 h 9565"/>
              <a:gd name="connsiteX13-8425" fmla="*/ 3237 w 10000"/>
              <a:gd name="connsiteY13-8426" fmla="*/ 5935 h 9565"/>
              <a:gd name="connsiteX14-8427" fmla="*/ 2672 w 10000"/>
              <a:gd name="connsiteY14-8428" fmla="*/ 5402 h 9565"/>
              <a:gd name="connsiteX15-8429" fmla="*/ 2112 w 10000"/>
              <a:gd name="connsiteY15-8430" fmla="*/ 4782 h 9565"/>
              <a:gd name="connsiteX16-8431" fmla="*/ 1684 w 10000"/>
              <a:gd name="connsiteY16-8432" fmla="*/ 4079 h 9565"/>
              <a:gd name="connsiteX17-8433" fmla="*/ 1258 w 10000"/>
              <a:gd name="connsiteY17-8434" fmla="*/ 3462 h 9565"/>
              <a:gd name="connsiteX18-8435" fmla="*/ 829 w 10000"/>
              <a:gd name="connsiteY18-8436" fmla="*/ 2843 h 9565"/>
              <a:gd name="connsiteX19-8437" fmla="*/ 561 w 10000"/>
              <a:gd name="connsiteY19-8438" fmla="*/ 2225 h 9565"/>
              <a:gd name="connsiteX20-8439" fmla="*/ 400 w 10000"/>
              <a:gd name="connsiteY20-8440" fmla="*/ 1857 h 9565"/>
              <a:gd name="connsiteX21-8441" fmla="*/ 268 w 10000"/>
              <a:gd name="connsiteY21-8442" fmla="*/ 1589 h 9565"/>
              <a:gd name="connsiteX22-8443" fmla="*/ 0 w 10000"/>
              <a:gd name="connsiteY22-8444" fmla="*/ 969 h 9565"/>
              <a:gd name="connsiteX23-8445" fmla="*/ 829 w 10000"/>
              <a:gd name="connsiteY23-8446" fmla="*/ 0 h 9565"/>
              <a:gd name="connsiteX24-8447" fmla="*/ 961 w 10000"/>
              <a:gd name="connsiteY24-8448" fmla="*/ 535 h 9565"/>
              <a:gd name="connsiteX25-8449" fmla="*/ 1258 w 10000"/>
              <a:gd name="connsiteY25-8450" fmla="*/ 1069 h 9565"/>
              <a:gd name="connsiteX26-8451" fmla="*/ 1552 w 10000"/>
              <a:gd name="connsiteY26-8452" fmla="*/ 1690 h 9565"/>
              <a:gd name="connsiteX27-8453" fmla="*/ 1819 w 10000"/>
              <a:gd name="connsiteY27-8454" fmla="*/ 2308 h 9565"/>
              <a:gd name="connsiteX28-8455" fmla="*/ 2247 w 10000"/>
              <a:gd name="connsiteY28-8456" fmla="*/ 3010 h 9565"/>
              <a:gd name="connsiteX29-8457" fmla="*/ 2672 w 10000"/>
              <a:gd name="connsiteY29-8458" fmla="*/ 3811 h 9565"/>
              <a:gd name="connsiteX30-8459" fmla="*/ 2940 w 10000"/>
              <a:gd name="connsiteY30-8460" fmla="*/ 4165 h 9565"/>
              <a:gd name="connsiteX31-8461" fmla="*/ 3237 w 10000"/>
              <a:gd name="connsiteY31-8462" fmla="*/ 4432 h 9565"/>
              <a:gd name="connsiteX32-8463" fmla="*/ 3531 w 10000"/>
              <a:gd name="connsiteY32-8464" fmla="*/ 4782 h 9565"/>
              <a:gd name="connsiteX33-8465" fmla="*/ 3931 w 10000"/>
              <a:gd name="connsiteY33-8466" fmla="*/ 5132 h 9565"/>
              <a:gd name="connsiteX34-8467" fmla="*/ 4224 w 10000"/>
              <a:gd name="connsiteY34-8468" fmla="*/ 5484 h 9565"/>
              <a:gd name="connsiteX35-8469" fmla="*/ 4493 w 10000"/>
              <a:gd name="connsiteY35-8470" fmla="*/ 5852 h 9565"/>
              <a:gd name="connsiteX36-8471" fmla="*/ 4918 w 10000"/>
              <a:gd name="connsiteY36-8472" fmla="*/ 6120 h 9565"/>
              <a:gd name="connsiteX37-8473" fmla="*/ 5214 w 10000"/>
              <a:gd name="connsiteY37-8474" fmla="*/ 6369 h 9565"/>
              <a:gd name="connsiteX38-8475" fmla="*/ 5643 w 10000"/>
              <a:gd name="connsiteY38-8476" fmla="*/ 6638 h 9565"/>
              <a:gd name="connsiteX39-8477" fmla="*/ 5910 w 10000"/>
              <a:gd name="connsiteY39-8478" fmla="*/ 6906 h 9565"/>
              <a:gd name="connsiteX40-8479" fmla="*/ 6337 w 10000"/>
              <a:gd name="connsiteY40-8480" fmla="*/ 7091 h 9565"/>
              <a:gd name="connsiteX41-8481" fmla="*/ 6631 w 10000"/>
              <a:gd name="connsiteY41-8482" fmla="*/ 7257 h 9565"/>
              <a:gd name="connsiteX42-8483" fmla="*/ 6897 w 10000"/>
              <a:gd name="connsiteY42-8484" fmla="*/ 7440 h 9565"/>
              <a:gd name="connsiteX43-8485" fmla="*/ 7193 w 10000"/>
              <a:gd name="connsiteY43-8486" fmla="*/ 7626 h 9565"/>
              <a:gd name="connsiteX44-8487" fmla="*/ 7460 w 10000"/>
              <a:gd name="connsiteY44-8488" fmla="*/ 7709 h 9565"/>
              <a:gd name="connsiteX45-8489" fmla="*/ 7754 w 10000"/>
              <a:gd name="connsiteY45-8490" fmla="*/ 7878 h 9565"/>
              <a:gd name="connsiteX46-8491" fmla="*/ 7888 w 10000"/>
              <a:gd name="connsiteY46-8492" fmla="*/ 7978 h 9565"/>
              <a:gd name="connsiteX47-8493" fmla="*/ 8047 w 10000"/>
              <a:gd name="connsiteY47-8494" fmla="*/ 7978 h 9565"/>
              <a:gd name="connsiteX48-8495" fmla="*/ 8181 w 10000"/>
              <a:gd name="connsiteY48-8496" fmla="*/ 8059 h 9565"/>
              <a:gd name="connsiteX49-8497" fmla="*/ 8317 w 10000"/>
              <a:gd name="connsiteY49-8498" fmla="*/ 8059 h 9565"/>
              <a:gd name="connsiteX50-8499" fmla="*/ 8317 w 10000"/>
              <a:gd name="connsiteY50-8500" fmla="*/ 8059 h 9565"/>
              <a:gd name="connsiteX51-8501" fmla="*/ 8451 w 10000"/>
              <a:gd name="connsiteY51-8502" fmla="*/ 7978 h 9565"/>
              <a:gd name="connsiteX52-8503" fmla="*/ 8451 w 10000"/>
              <a:gd name="connsiteY52-8504" fmla="*/ 7878 h 9565"/>
              <a:gd name="connsiteX53-8505" fmla="*/ 8611 w 10000"/>
              <a:gd name="connsiteY53-8506" fmla="*/ 7793 h 9565"/>
              <a:gd name="connsiteX54-8507" fmla="*/ 8611 w 10000"/>
              <a:gd name="connsiteY54-8508" fmla="*/ 7709 h 9565"/>
              <a:gd name="connsiteX55-8509" fmla="*/ 8743 w 10000"/>
              <a:gd name="connsiteY55-8510" fmla="*/ 7524 h 9565"/>
              <a:gd name="connsiteX56-8511" fmla="*/ 8743 w 10000"/>
              <a:gd name="connsiteY56-8512" fmla="*/ 7358 h 9565"/>
              <a:gd name="connsiteX57-8513" fmla="*/ 8875 w 10000"/>
              <a:gd name="connsiteY57-8514" fmla="*/ 7172 h 9565"/>
              <a:gd name="connsiteX58-8515" fmla="*/ 8875 w 10000"/>
              <a:gd name="connsiteY58-8516" fmla="*/ 6906 h 9565"/>
              <a:gd name="connsiteX59-8517" fmla="*/ 9010 w 10000"/>
              <a:gd name="connsiteY59-8518" fmla="*/ 6738 h 9565"/>
              <a:gd name="connsiteX60-8519" fmla="*/ 9010 w 10000"/>
              <a:gd name="connsiteY60-8520" fmla="*/ 6638 h 9565"/>
              <a:gd name="connsiteX61-8521" fmla="*/ 9171 w 10000"/>
              <a:gd name="connsiteY61-8522" fmla="*/ 6470 h 9565"/>
              <a:gd name="connsiteX62-8523" fmla="*/ 9171 w 10000"/>
              <a:gd name="connsiteY62-8524" fmla="*/ 6369 h 9565"/>
              <a:gd name="connsiteX63-8525" fmla="*/ 9306 w 10000"/>
              <a:gd name="connsiteY63-8526" fmla="*/ 6287 h 9565"/>
              <a:gd name="connsiteX64-8527" fmla="*/ 9306 w 10000"/>
              <a:gd name="connsiteY64-8528" fmla="*/ 6287 h 9565"/>
              <a:gd name="connsiteX65-8529" fmla="*/ 9306 w 10000"/>
              <a:gd name="connsiteY65-8530" fmla="*/ 6287 h 9565"/>
              <a:gd name="connsiteX66-8531" fmla="*/ 9306 w 10000"/>
              <a:gd name="connsiteY66-8532" fmla="*/ 6287 h 9565"/>
              <a:gd name="connsiteX67-8533" fmla="*/ 9439 w 10000"/>
              <a:gd name="connsiteY67-8534" fmla="*/ 6287 h 9565"/>
              <a:gd name="connsiteX68-8535" fmla="*/ 9439 w 10000"/>
              <a:gd name="connsiteY68-8536" fmla="*/ 6369 h 9565"/>
              <a:gd name="connsiteX69-8537" fmla="*/ 9439 w 10000"/>
              <a:gd name="connsiteY69-8538" fmla="*/ 6470 h 9565"/>
              <a:gd name="connsiteX70-8539" fmla="*/ 9439 w 10000"/>
              <a:gd name="connsiteY70-8540" fmla="*/ 6638 h 9565"/>
              <a:gd name="connsiteX71-8541" fmla="*/ 9601 w 10000"/>
              <a:gd name="connsiteY71-8542" fmla="*/ 6738 h 9565"/>
              <a:gd name="connsiteX72-8543" fmla="*/ 9601 w 10000"/>
              <a:gd name="connsiteY72-8544" fmla="*/ 6906 h 9565"/>
              <a:gd name="connsiteX73-8545" fmla="*/ 9601 w 10000"/>
              <a:gd name="connsiteY73-8546" fmla="*/ 7172 h 9565"/>
              <a:gd name="connsiteX74-8547" fmla="*/ 9601 w 10000"/>
              <a:gd name="connsiteY74-8548" fmla="*/ 7524 h 9565"/>
              <a:gd name="connsiteX75-8549" fmla="*/ 9732 w 10000"/>
              <a:gd name="connsiteY75-8550" fmla="*/ 7978 h 9565"/>
              <a:gd name="connsiteX76-8551" fmla="*/ 9868 w 10000"/>
              <a:gd name="connsiteY76-8552" fmla="*/ 8327 h 9565"/>
              <a:gd name="connsiteX77-8553" fmla="*/ 10000 w 10000"/>
              <a:gd name="connsiteY77-8554" fmla="*/ 8762 h 9565"/>
              <a:gd name="connsiteX78-8555" fmla="*/ 10000 w 10000"/>
              <a:gd name="connsiteY78-8556" fmla="*/ 8862 h 9565"/>
              <a:gd name="connsiteX79-8557" fmla="*/ 10000 w 10000"/>
              <a:gd name="connsiteY79-8558" fmla="*/ 9027 h 9565"/>
              <a:gd name="connsiteX80-8559" fmla="*/ 10000 w 10000"/>
              <a:gd name="connsiteY80-8560" fmla="*/ 9215 h 9565"/>
              <a:gd name="connsiteX81-8561" fmla="*/ 10000 w 10000"/>
              <a:gd name="connsiteY81-8562" fmla="*/ 9298 h 9565"/>
              <a:gd name="connsiteX82-8563" fmla="*/ 10000 w 10000"/>
              <a:gd name="connsiteY82-8564" fmla="*/ 9382 h 9565"/>
              <a:gd name="connsiteX83-8565" fmla="*/ 10000 w 10000"/>
              <a:gd name="connsiteY83-8566" fmla="*/ 9480 h 9565"/>
              <a:gd name="connsiteX84-8567" fmla="*/ 10000 w 10000"/>
              <a:gd name="connsiteY84-8568" fmla="*/ 9480 h 9565"/>
              <a:gd name="connsiteX85-8569" fmla="*/ 10000 w 10000"/>
              <a:gd name="connsiteY85-8570" fmla="*/ 9565 h 9565"/>
              <a:gd name="connsiteX86-8571" fmla="*/ 9732 w 10000"/>
              <a:gd name="connsiteY86-8572" fmla="*/ 9480 h 9565"/>
              <a:gd name="connsiteX87-8573" fmla="*/ 9439 w 10000"/>
              <a:gd name="connsiteY87-8574" fmla="*/ 9480 h 9565"/>
              <a:gd name="connsiteX88-8575" fmla="*/ 9010 w 10000"/>
              <a:gd name="connsiteY88-8576" fmla="*/ 9382 h 9565"/>
              <a:gd name="connsiteX89-8577" fmla="*/ 8451 w 10000"/>
              <a:gd name="connsiteY89-8578" fmla="*/ 9215 h 9565"/>
              <a:gd name="connsiteX90-8579" fmla="*/ 8451 w 10000"/>
              <a:gd name="connsiteY90-8580" fmla="*/ 9215 h 9565"/>
              <a:gd name="connsiteX0-8581" fmla="*/ 8451 w 10000"/>
              <a:gd name="connsiteY0-8582" fmla="*/ 9093 h 9459"/>
              <a:gd name="connsiteX1-8583" fmla="*/ 8047 w 10000"/>
              <a:gd name="connsiteY1-8584" fmla="*/ 8897 h 9459"/>
              <a:gd name="connsiteX2-8585" fmla="*/ 7460 w 10000"/>
              <a:gd name="connsiteY2-8586" fmla="*/ 8724 h 9459"/>
              <a:gd name="connsiteX3-8587" fmla="*/ 6897 w 10000"/>
              <a:gd name="connsiteY3-8588" fmla="*/ 8446 h 9459"/>
              <a:gd name="connsiteX4-8589" fmla="*/ 6337 w 10000"/>
              <a:gd name="connsiteY4-8590" fmla="*/ 8165 h 9459"/>
              <a:gd name="connsiteX5-8591" fmla="*/ 6068 w 10000"/>
              <a:gd name="connsiteY5-8592" fmla="*/ 7974 h 9459"/>
              <a:gd name="connsiteX6-8593" fmla="*/ 5776 w 10000"/>
              <a:gd name="connsiteY6-8594" fmla="*/ 7800 h 9459"/>
              <a:gd name="connsiteX7-8595" fmla="*/ 5481 w 10000"/>
              <a:gd name="connsiteY7-8596" fmla="*/ 7606 h 9459"/>
              <a:gd name="connsiteX8-8597" fmla="*/ 5214 w 10000"/>
              <a:gd name="connsiteY8-8598" fmla="*/ 7432 h 9459"/>
              <a:gd name="connsiteX9-8599" fmla="*/ 4918 w 10000"/>
              <a:gd name="connsiteY9-8600" fmla="*/ 7152 h 9459"/>
              <a:gd name="connsiteX10-8601" fmla="*/ 4652 w 10000"/>
              <a:gd name="connsiteY10-8602" fmla="*/ 6872 h 9459"/>
              <a:gd name="connsiteX11-8603" fmla="*/ 4359 w 10000"/>
              <a:gd name="connsiteY11-8604" fmla="*/ 6591 h 9459"/>
              <a:gd name="connsiteX12-8605" fmla="*/ 3931 w 10000"/>
              <a:gd name="connsiteY12-8606" fmla="*/ 6309 h 9459"/>
              <a:gd name="connsiteX13-8607" fmla="*/ 3237 w 10000"/>
              <a:gd name="connsiteY13-8608" fmla="*/ 5664 h 9459"/>
              <a:gd name="connsiteX14-8609" fmla="*/ 2672 w 10000"/>
              <a:gd name="connsiteY14-8610" fmla="*/ 5107 h 9459"/>
              <a:gd name="connsiteX15-8611" fmla="*/ 2112 w 10000"/>
              <a:gd name="connsiteY15-8612" fmla="*/ 4458 h 9459"/>
              <a:gd name="connsiteX16-8613" fmla="*/ 1684 w 10000"/>
              <a:gd name="connsiteY16-8614" fmla="*/ 3724 h 9459"/>
              <a:gd name="connsiteX17-8615" fmla="*/ 1258 w 10000"/>
              <a:gd name="connsiteY17-8616" fmla="*/ 3078 h 9459"/>
              <a:gd name="connsiteX18-8617" fmla="*/ 829 w 10000"/>
              <a:gd name="connsiteY18-8618" fmla="*/ 2431 h 9459"/>
              <a:gd name="connsiteX19-8619" fmla="*/ 561 w 10000"/>
              <a:gd name="connsiteY19-8620" fmla="*/ 1785 h 9459"/>
              <a:gd name="connsiteX20-8621" fmla="*/ 400 w 10000"/>
              <a:gd name="connsiteY20-8622" fmla="*/ 1400 h 9459"/>
              <a:gd name="connsiteX21-8623" fmla="*/ 268 w 10000"/>
              <a:gd name="connsiteY21-8624" fmla="*/ 1120 h 9459"/>
              <a:gd name="connsiteX22-8625" fmla="*/ 0 w 10000"/>
              <a:gd name="connsiteY22-8626" fmla="*/ 472 h 9459"/>
              <a:gd name="connsiteX23-8627" fmla="*/ 961 w 10000"/>
              <a:gd name="connsiteY23-8628" fmla="*/ 18 h 9459"/>
              <a:gd name="connsiteX24-8629" fmla="*/ 1258 w 10000"/>
              <a:gd name="connsiteY24-8630" fmla="*/ 577 h 9459"/>
              <a:gd name="connsiteX25-8631" fmla="*/ 1552 w 10000"/>
              <a:gd name="connsiteY25-8632" fmla="*/ 1226 h 9459"/>
              <a:gd name="connsiteX26-8633" fmla="*/ 1819 w 10000"/>
              <a:gd name="connsiteY26-8634" fmla="*/ 1872 h 9459"/>
              <a:gd name="connsiteX27-8635" fmla="*/ 2247 w 10000"/>
              <a:gd name="connsiteY27-8636" fmla="*/ 2606 h 9459"/>
              <a:gd name="connsiteX28-8637" fmla="*/ 2672 w 10000"/>
              <a:gd name="connsiteY28-8638" fmla="*/ 3443 h 9459"/>
              <a:gd name="connsiteX29-8639" fmla="*/ 2940 w 10000"/>
              <a:gd name="connsiteY29-8640" fmla="*/ 3813 h 9459"/>
              <a:gd name="connsiteX30-8641" fmla="*/ 3237 w 10000"/>
              <a:gd name="connsiteY30-8642" fmla="*/ 4093 h 9459"/>
              <a:gd name="connsiteX31-8643" fmla="*/ 3531 w 10000"/>
              <a:gd name="connsiteY31-8644" fmla="*/ 4458 h 9459"/>
              <a:gd name="connsiteX32-8645" fmla="*/ 3931 w 10000"/>
              <a:gd name="connsiteY32-8646" fmla="*/ 4824 h 9459"/>
              <a:gd name="connsiteX33-8647" fmla="*/ 4224 w 10000"/>
              <a:gd name="connsiteY33-8648" fmla="*/ 5192 h 9459"/>
              <a:gd name="connsiteX34-8649" fmla="*/ 4493 w 10000"/>
              <a:gd name="connsiteY34-8650" fmla="*/ 5577 h 9459"/>
              <a:gd name="connsiteX35-8651" fmla="*/ 4918 w 10000"/>
              <a:gd name="connsiteY35-8652" fmla="*/ 5857 h 9459"/>
              <a:gd name="connsiteX36-8653" fmla="*/ 5214 w 10000"/>
              <a:gd name="connsiteY36-8654" fmla="*/ 6118 h 9459"/>
              <a:gd name="connsiteX37-8655" fmla="*/ 5643 w 10000"/>
              <a:gd name="connsiteY37-8656" fmla="*/ 6399 h 9459"/>
              <a:gd name="connsiteX38-8657" fmla="*/ 5910 w 10000"/>
              <a:gd name="connsiteY38-8658" fmla="*/ 6679 h 9459"/>
              <a:gd name="connsiteX39-8659" fmla="*/ 6337 w 10000"/>
              <a:gd name="connsiteY39-8660" fmla="*/ 6872 h 9459"/>
              <a:gd name="connsiteX40-8661" fmla="*/ 6631 w 10000"/>
              <a:gd name="connsiteY40-8662" fmla="*/ 7046 h 9459"/>
              <a:gd name="connsiteX41-8663" fmla="*/ 6897 w 10000"/>
              <a:gd name="connsiteY41-8664" fmla="*/ 7237 h 9459"/>
              <a:gd name="connsiteX42-8665" fmla="*/ 7193 w 10000"/>
              <a:gd name="connsiteY42-8666" fmla="*/ 7432 h 9459"/>
              <a:gd name="connsiteX43-8667" fmla="*/ 7460 w 10000"/>
              <a:gd name="connsiteY43-8668" fmla="*/ 7519 h 9459"/>
              <a:gd name="connsiteX44-8669" fmla="*/ 7754 w 10000"/>
              <a:gd name="connsiteY44-8670" fmla="*/ 7695 h 9459"/>
              <a:gd name="connsiteX45-8671" fmla="*/ 7888 w 10000"/>
              <a:gd name="connsiteY45-8672" fmla="*/ 7800 h 9459"/>
              <a:gd name="connsiteX46-8673" fmla="*/ 8047 w 10000"/>
              <a:gd name="connsiteY46-8674" fmla="*/ 7800 h 9459"/>
              <a:gd name="connsiteX47-8675" fmla="*/ 8181 w 10000"/>
              <a:gd name="connsiteY47-8676" fmla="*/ 7885 h 9459"/>
              <a:gd name="connsiteX48-8677" fmla="*/ 8317 w 10000"/>
              <a:gd name="connsiteY48-8678" fmla="*/ 7885 h 9459"/>
              <a:gd name="connsiteX49-8679" fmla="*/ 8317 w 10000"/>
              <a:gd name="connsiteY49-8680" fmla="*/ 7885 h 9459"/>
              <a:gd name="connsiteX50-8681" fmla="*/ 8451 w 10000"/>
              <a:gd name="connsiteY50-8682" fmla="*/ 7800 h 9459"/>
              <a:gd name="connsiteX51-8683" fmla="*/ 8451 w 10000"/>
              <a:gd name="connsiteY51-8684" fmla="*/ 7695 h 9459"/>
              <a:gd name="connsiteX52-8685" fmla="*/ 8611 w 10000"/>
              <a:gd name="connsiteY52-8686" fmla="*/ 7606 h 9459"/>
              <a:gd name="connsiteX53-8687" fmla="*/ 8611 w 10000"/>
              <a:gd name="connsiteY53-8688" fmla="*/ 7519 h 9459"/>
              <a:gd name="connsiteX54-8689" fmla="*/ 8743 w 10000"/>
              <a:gd name="connsiteY54-8690" fmla="*/ 7325 h 9459"/>
              <a:gd name="connsiteX55-8691" fmla="*/ 8743 w 10000"/>
              <a:gd name="connsiteY55-8692" fmla="*/ 7152 h 9459"/>
              <a:gd name="connsiteX56-8693" fmla="*/ 8875 w 10000"/>
              <a:gd name="connsiteY56-8694" fmla="*/ 6957 h 9459"/>
              <a:gd name="connsiteX57-8695" fmla="*/ 8875 w 10000"/>
              <a:gd name="connsiteY57-8696" fmla="*/ 6679 h 9459"/>
              <a:gd name="connsiteX58-8697" fmla="*/ 9010 w 10000"/>
              <a:gd name="connsiteY58-8698" fmla="*/ 6503 h 9459"/>
              <a:gd name="connsiteX59-8699" fmla="*/ 9010 w 10000"/>
              <a:gd name="connsiteY59-8700" fmla="*/ 6399 h 9459"/>
              <a:gd name="connsiteX60-8701" fmla="*/ 9171 w 10000"/>
              <a:gd name="connsiteY60-8702" fmla="*/ 6223 h 9459"/>
              <a:gd name="connsiteX61-8703" fmla="*/ 9171 w 10000"/>
              <a:gd name="connsiteY61-8704" fmla="*/ 6118 h 9459"/>
              <a:gd name="connsiteX62-8705" fmla="*/ 9306 w 10000"/>
              <a:gd name="connsiteY62-8706" fmla="*/ 6032 h 9459"/>
              <a:gd name="connsiteX63-8707" fmla="*/ 9306 w 10000"/>
              <a:gd name="connsiteY63-8708" fmla="*/ 6032 h 9459"/>
              <a:gd name="connsiteX64-8709" fmla="*/ 9306 w 10000"/>
              <a:gd name="connsiteY64-8710" fmla="*/ 6032 h 9459"/>
              <a:gd name="connsiteX65-8711" fmla="*/ 9306 w 10000"/>
              <a:gd name="connsiteY65-8712" fmla="*/ 6032 h 9459"/>
              <a:gd name="connsiteX66-8713" fmla="*/ 9439 w 10000"/>
              <a:gd name="connsiteY66-8714" fmla="*/ 6032 h 9459"/>
              <a:gd name="connsiteX67-8715" fmla="*/ 9439 w 10000"/>
              <a:gd name="connsiteY67-8716" fmla="*/ 6118 h 9459"/>
              <a:gd name="connsiteX68-8717" fmla="*/ 9439 w 10000"/>
              <a:gd name="connsiteY68-8718" fmla="*/ 6223 h 9459"/>
              <a:gd name="connsiteX69-8719" fmla="*/ 9439 w 10000"/>
              <a:gd name="connsiteY69-8720" fmla="*/ 6399 h 9459"/>
              <a:gd name="connsiteX70-8721" fmla="*/ 9601 w 10000"/>
              <a:gd name="connsiteY70-8722" fmla="*/ 6503 h 9459"/>
              <a:gd name="connsiteX71-8723" fmla="*/ 9601 w 10000"/>
              <a:gd name="connsiteY71-8724" fmla="*/ 6679 h 9459"/>
              <a:gd name="connsiteX72-8725" fmla="*/ 9601 w 10000"/>
              <a:gd name="connsiteY72-8726" fmla="*/ 6957 h 9459"/>
              <a:gd name="connsiteX73-8727" fmla="*/ 9601 w 10000"/>
              <a:gd name="connsiteY73-8728" fmla="*/ 7325 h 9459"/>
              <a:gd name="connsiteX74-8729" fmla="*/ 9732 w 10000"/>
              <a:gd name="connsiteY74-8730" fmla="*/ 7800 h 9459"/>
              <a:gd name="connsiteX75-8731" fmla="*/ 9868 w 10000"/>
              <a:gd name="connsiteY75-8732" fmla="*/ 8165 h 9459"/>
              <a:gd name="connsiteX76-8733" fmla="*/ 10000 w 10000"/>
              <a:gd name="connsiteY76-8734" fmla="*/ 8619 h 9459"/>
              <a:gd name="connsiteX77-8735" fmla="*/ 10000 w 10000"/>
              <a:gd name="connsiteY77-8736" fmla="*/ 8724 h 9459"/>
              <a:gd name="connsiteX78-8737" fmla="*/ 10000 w 10000"/>
              <a:gd name="connsiteY78-8738" fmla="*/ 8897 h 9459"/>
              <a:gd name="connsiteX79-8739" fmla="*/ 10000 w 10000"/>
              <a:gd name="connsiteY79-8740" fmla="*/ 9093 h 9459"/>
              <a:gd name="connsiteX80-8741" fmla="*/ 10000 w 10000"/>
              <a:gd name="connsiteY80-8742" fmla="*/ 9180 h 9459"/>
              <a:gd name="connsiteX81-8743" fmla="*/ 10000 w 10000"/>
              <a:gd name="connsiteY81-8744" fmla="*/ 9268 h 9459"/>
              <a:gd name="connsiteX82-8745" fmla="*/ 10000 w 10000"/>
              <a:gd name="connsiteY82-8746" fmla="*/ 9370 h 9459"/>
              <a:gd name="connsiteX83-8747" fmla="*/ 10000 w 10000"/>
              <a:gd name="connsiteY83-8748" fmla="*/ 9370 h 9459"/>
              <a:gd name="connsiteX84-8749" fmla="*/ 10000 w 10000"/>
              <a:gd name="connsiteY84-8750" fmla="*/ 9459 h 9459"/>
              <a:gd name="connsiteX85-8751" fmla="*/ 9732 w 10000"/>
              <a:gd name="connsiteY85-8752" fmla="*/ 9370 h 9459"/>
              <a:gd name="connsiteX86-8753" fmla="*/ 9439 w 10000"/>
              <a:gd name="connsiteY86-8754" fmla="*/ 9370 h 9459"/>
              <a:gd name="connsiteX87-8755" fmla="*/ 9010 w 10000"/>
              <a:gd name="connsiteY87-8756" fmla="*/ 9268 h 9459"/>
              <a:gd name="connsiteX88-8757" fmla="*/ 8451 w 10000"/>
              <a:gd name="connsiteY88-8758" fmla="*/ 9093 h 9459"/>
              <a:gd name="connsiteX89-8759" fmla="*/ 8451 w 10000"/>
              <a:gd name="connsiteY89-8760" fmla="*/ 9093 h 9459"/>
              <a:gd name="connsiteX0-8761" fmla="*/ 8451 w 10000"/>
              <a:gd name="connsiteY0-8762" fmla="*/ 9210 h 9597"/>
              <a:gd name="connsiteX1-8763" fmla="*/ 8047 w 10000"/>
              <a:gd name="connsiteY1-8764" fmla="*/ 9003 h 9597"/>
              <a:gd name="connsiteX2-8765" fmla="*/ 7460 w 10000"/>
              <a:gd name="connsiteY2-8766" fmla="*/ 8820 h 9597"/>
              <a:gd name="connsiteX3-8767" fmla="*/ 6897 w 10000"/>
              <a:gd name="connsiteY3-8768" fmla="*/ 8526 h 9597"/>
              <a:gd name="connsiteX4-8769" fmla="*/ 6337 w 10000"/>
              <a:gd name="connsiteY4-8770" fmla="*/ 8229 h 9597"/>
              <a:gd name="connsiteX5-8771" fmla="*/ 6068 w 10000"/>
              <a:gd name="connsiteY5-8772" fmla="*/ 8027 h 9597"/>
              <a:gd name="connsiteX6-8773" fmla="*/ 5776 w 10000"/>
              <a:gd name="connsiteY6-8774" fmla="*/ 7843 h 9597"/>
              <a:gd name="connsiteX7-8775" fmla="*/ 5481 w 10000"/>
              <a:gd name="connsiteY7-8776" fmla="*/ 7638 h 9597"/>
              <a:gd name="connsiteX8-8777" fmla="*/ 5214 w 10000"/>
              <a:gd name="connsiteY8-8778" fmla="*/ 7454 h 9597"/>
              <a:gd name="connsiteX9-8779" fmla="*/ 4918 w 10000"/>
              <a:gd name="connsiteY9-8780" fmla="*/ 7158 h 9597"/>
              <a:gd name="connsiteX10-8781" fmla="*/ 4652 w 10000"/>
              <a:gd name="connsiteY10-8782" fmla="*/ 6862 h 9597"/>
              <a:gd name="connsiteX11-8783" fmla="*/ 4359 w 10000"/>
              <a:gd name="connsiteY11-8784" fmla="*/ 6565 h 9597"/>
              <a:gd name="connsiteX12-8785" fmla="*/ 3931 w 10000"/>
              <a:gd name="connsiteY12-8786" fmla="*/ 6267 h 9597"/>
              <a:gd name="connsiteX13-8787" fmla="*/ 3237 w 10000"/>
              <a:gd name="connsiteY13-8788" fmla="*/ 5585 h 9597"/>
              <a:gd name="connsiteX14-8789" fmla="*/ 2672 w 10000"/>
              <a:gd name="connsiteY14-8790" fmla="*/ 4996 h 9597"/>
              <a:gd name="connsiteX15-8791" fmla="*/ 2112 w 10000"/>
              <a:gd name="connsiteY15-8792" fmla="*/ 4310 h 9597"/>
              <a:gd name="connsiteX16-8793" fmla="*/ 1684 w 10000"/>
              <a:gd name="connsiteY16-8794" fmla="*/ 3534 h 9597"/>
              <a:gd name="connsiteX17-8795" fmla="*/ 1258 w 10000"/>
              <a:gd name="connsiteY17-8796" fmla="*/ 2851 h 9597"/>
              <a:gd name="connsiteX18-8797" fmla="*/ 829 w 10000"/>
              <a:gd name="connsiteY18-8798" fmla="*/ 2167 h 9597"/>
              <a:gd name="connsiteX19-8799" fmla="*/ 561 w 10000"/>
              <a:gd name="connsiteY19-8800" fmla="*/ 1484 h 9597"/>
              <a:gd name="connsiteX20-8801" fmla="*/ 400 w 10000"/>
              <a:gd name="connsiteY20-8802" fmla="*/ 1077 h 9597"/>
              <a:gd name="connsiteX21-8803" fmla="*/ 268 w 10000"/>
              <a:gd name="connsiteY21-8804" fmla="*/ 781 h 9597"/>
              <a:gd name="connsiteX22-8805" fmla="*/ 0 w 10000"/>
              <a:gd name="connsiteY22-8806" fmla="*/ 96 h 9597"/>
              <a:gd name="connsiteX23-8807" fmla="*/ 1258 w 10000"/>
              <a:gd name="connsiteY23-8808" fmla="*/ 207 h 9597"/>
              <a:gd name="connsiteX24-8809" fmla="*/ 1552 w 10000"/>
              <a:gd name="connsiteY24-8810" fmla="*/ 893 h 9597"/>
              <a:gd name="connsiteX25-8811" fmla="*/ 1819 w 10000"/>
              <a:gd name="connsiteY25-8812" fmla="*/ 1576 h 9597"/>
              <a:gd name="connsiteX26-8813" fmla="*/ 2247 w 10000"/>
              <a:gd name="connsiteY26-8814" fmla="*/ 2352 h 9597"/>
              <a:gd name="connsiteX27-8815" fmla="*/ 2672 w 10000"/>
              <a:gd name="connsiteY27-8816" fmla="*/ 3237 h 9597"/>
              <a:gd name="connsiteX28-8817" fmla="*/ 2940 w 10000"/>
              <a:gd name="connsiteY28-8818" fmla="*/ 3628 h 9597"/>
              <a:gd name="connsiteX29-8819" fmla="*/ 3237 w 10000"/>
              <a:gd name="connsiteY29-8820" fmla="*/ 3924 h 9597"/>
              <a:gd name="connsiteX30-8821" fmla="*/ 3531 w 10000"/>
              <a:gd name="connsiteY30-8822" fmla="*/ 4310 h 9597"/>
              <a:gd name="connsiteX31-8823" fmla="*/ 3931 w 10000"/>
              <a:gd name="connsiteY31-8824" fmla="*/ 4697 h 9597"/>
              <a:gd name="connsiteX32-8825" fmla="*/ 4224 w 10000"/>
              <a:gd name="connsiteY32-8826" fmla="*/ 5086 h 9597"/>
              <a:gd name="connsiteX33-8827" fmla="*/ 4493 w 10000"/>
              <a:gd name="connsiteY33-8828" fmla="*/ 5493 h 9597"/>
              <a:gd name="connsiteX34-8829" fmla="*/ 4918 w 10000"/>
              <a:gd name="connsiteY34-8830" fmla="*/ 5789 h 9597"/>
              <a:gd name="connsiteX35-8831" fmla="*/ 5214 w 10000"/>
              <a:gd name="connsiteY35-8832" fmla="*/ 6065 h 9597"/>
              <a:gd name="connsiteX36-8833" fmla="*/ 5643 w 10000"/>
              <a:gd name="connsiteY36-8834" fmla="*/ 6362 h 9597"/>
              <a:gd name="connsiteX37-8835" fmla="*/ 5910 w 10000"/>
              <a:gd name="connsiteY37-8836" fmla="*/ 6658 h 9597"/>
              <a:gd name="connsiteX38-8837" fmla="*/ 6337 w 10000"/>
              <a:gd name="connsiteY38-8838" fmla="*/ 6862 h 9597"/>
              <a:gd name="connsiteX39-8839" fmla="*/ 6631 w 10000"/>
              <a:gd name="connsiteY39-8840" fmla="*/ 7046 h 9597"/>
              <a:gd name="connsiteX40-8841" fmla="*/ 6897 w 10000"/>
              <a:gd name="connsiteY40-8842" fmla="*/ 7248 h 9597"/>
              <a:gd name="connsiteX41-8843" fmla="*/ 7193 w 10000"/>
              <a:gd name="connsiteY41-8844" fmla="*/ 7454 h 9597"/>
              <a:gd name="connsiteX42-8845" fmla="*/ 7460 w 10000"/>
              <a:gd name="connsiteY42-8846" fmla="*/ 7546 h 9597"/>
              <a:gd name="connsiteX43-8847" fmla="*/ 7754 w 10000"/>
              <a:gd name="connsiteY43-8848" fmla="*/ 7732 h 9597"/>
              <a:gd name="connsiteX44-8849" fmla="*/ 7888 w 10000"/>
              <a:gd name="connsiteY44-8850" fmla="*/ 7843 h 9597"/>
              <a:gd name="connsiteX45-8851" fmla="*/ 8047 w 10000"/>
              <a:gd name="connsiteY45-8852" fmla="*/ 7843 h 9597"/>
              <a:gd name="connsiteX46-8853" fmla="*/ 8181 w 10000"/>
              <a:gd name="connsiteY46-8854" fmla="*/ 7933 h 9597"/>
              <a:gd name="connsiteX47-8855" fmla="*/ 8317 w 10000"/>
              <a:gd name="connsiteY47-8856" fmla="*/ 7933 h 9597"/>
              <a:gd name="connsiteX48-8857" fmla="*/ 8317 w 10000"/>
              <a:gd name="connsiteY48-8858" fmla="*/ 7933 h 9597"/>
              <a:gd name="connsiteX49-8859" fmla="*/ 8451 w 10000"/>
              <a:gd name="connsiteY49-8860" fmla="*/ 7843 h 9597"/>
              <a:gd name="connsiteX50-8861" fmla="*/ 8451 w 10000"/>
              <a:gd name="connsiteY50-8862" fmla="*/ 7732 h 9597"/>
              <a:gd name="connsiteX51-8863" fmla="*/ 8611 w 10000"/>
              <a:gd name="connsiteY51-8864" fmla="*/ 7638 h 9597"/>
              <a:gd name="connsiteX52-8865" fmla="*/ 8611 w 10000"/>
              <a:gd name="connsiteY52-8866" fmla="*/ 7546 h 9597"/>
              <a:gd name="connsiteX53-8867" fmla="*/ 8743 w 10000"/>
              <a:gd name="connsiteY53-8868" fmla="*/ 7341 h 9597"/>
              <a:gd name="connsiteX54-8869" fmla="*/ 8743 w 10000"/>
              <a:gd name="connsiteY54-8870" fmla="*/ 7158 h 9597"/>
              <a:gd name="connsiteX55-8871" fmla="*/ 8875 w 10000"/>
              <a:gd name="connsiteY55-8872" fmla="*/ 6952 h 9597"/>
              <a:gd name="connsiteX56-8873" fmla="*/ 8875 w 10000"/>
              <a:gd name="connsiteY56-8874" fmla="*/ 6658 h 9597"/>
              <a:gd name="connsiteX57-8875" fmla="*/ 9010 w 10000"/>
              <a:gd name="connsiteY57-8876" fmla="*/ 6472 h 9597"/>
              <a:gd name="connsiteX58-8877" fmla="*/ 9010 w 10000"/>
              <a:gd name="connsiteY58-8878" fmla="*/ 6362 h 9597"/>
              <a:gd name="connsiteX59-8879" fmla="*/ 9171 w 10000"/>
              <a:gd name="connsiteY59-8880" fmla="*/ 6176 h 9597"/>
              <a:gd name="connsiteX60-8881" fmla="*/ 9171 w 10000"/>
              <a:gd name="connsiteY60-8882" fmla="*/ 6065 h 9597"/>
              <a:gd name="connsiteX61-8883" fmla="*/ 9306 w 10000"/>
              <a:gd name="connsiteY61-8884" fmla="*/ 5974 h 9597"/>
              <a:gd name="connsiteX62-8885" fmla="*/ 9306 w 10000"/>
              <a:gd name="connsiteY62-8886" fmla="*/ 5974 h 9597"/>
              <a:gd name="connsiteX63-8887" fmla="*/ 9306 w 10000"/>
              <a:gd name="connsiteY63-8888" fmla="*/ 5974 h 9597"/>
              <a:gd name="connsiteX64-8889" fmla="*/ 9306 w 10000"/>
              <a:gd name="connsiteY64-8890" fmla="*/ 5974 h 9597"/>
              <a:gd name="connsiteX65-8891" fmla="*/ 9439 w 10000"/>
              <a:gd name="connsiteY65-8892" fmla="*/ 5974 h 9597"/>
              <a:gd name="connsiteX66-8893" fmla="*/ 9439 w 10000"/>
              <a:gd name="connsiteY66-8894" fmla="*/ 6065 h 9597"/>
              <a:gd name="connsiteX67-8895" fmla="*/ 9439 w 10000"/>
              <a:gd name="connsiteY67-8896" fmla="*/ 6176 h 9597"/>
              <a:gd name="connsiteX68-8897" fmla="*/ 9439 w 10000"/>
              <a:gd name="connsiteY68-8898" fmla="*/ 6362 h 9597"/>
              <a:gd name="connsiteX69-8899" fmla="*/ 9601 w 10000"/>
              <a:gd name="connsiteY69-8900" fmla="*/ 6472 h 9597"/>
              <a:gd name="connsiteX70-8901" fmla="*/ 9601 w 10000"/>
              <a:gd name="connsiteY70-8902" fmla="*/ 6658 h 9597"/>
              <a:gd name="connsiteX71-8903" fmla="*/ 9601 w 10000"/>
              <a:gd name="connsiteY71-8904" fmla="*/ 6952 h 9597"/>
              <a:gd name="connsiteX72-8905" fmla="*/ 9601 w 10000"/>
              <a:gd name="connsiteY72-8906" fmla="*/ 7341 h 9597"/>
              <a:gd name="connsiteX73-8907" fmla="*/ 9732 w 10000"/>
              <a:gd name="connsiteY73-8908" fmla="*/ 7843 h 9597"/>
              <a:gd name="connsiteX74-8909" fmla="*/ 9868 w 10000"/>
              <a:gd name="connsiteY74-8910" fmla="*/ 8229 h 9597"/>
              <a:gd name="connsiteX75-8911" fmla="*/ 10000 w 10000"/>
              <a:gd name="connsiteY75-8912" fmla="*/ 8709 h 9597"/>
              <a:gd name="connsiteX76-8913" fmla="*/ 10000 w 10000"/>
              <a:gd name="connsiteY76-8914" fmla="*/ 8820 h 9597"/>
              <a:gd name="connsiteX77-8915" fmla="*/ 10000 w 10000"/>
              <a:gd name="connsiteY77-8916" fmla="*/ 9003 h 9597"/>
              <a:gd name="connsiteX78-8917" fmla="*/ 10000 w 10000"/>
              <a:gd name="connsiteY78-8918" fmla="*/ 9210 h 9597"/>
              <a:gd name="connsiteX79-8919" fmla="*/ 10000 w 10000"/>
              <a:gd name="connsiteY79-8920" fmla="*/ 9302 h 9597"/>
              <a:gd name="connsiteX80-8921" fmla="*/ 10000 w 10000"/>
              <a:gd name="connsiteY80-8922" fmla="*/ 9395 h 9597"/>
              <a:gd name="connsiteX81-8923" fmla="*/ 10000 w 10000"/>
              <a:gd name="connsiteY81-8924" fmla="*/ 9503 h 9597"/>
              <a:gd name="connsiteX82-8925" fmla="*/ 10000 w 10000"/>
              <a:gd name="connsiteY82-8926" fmla="*/ 9503 h 9597"/>
              <a:gd name="connsiteX83-8927" fmla="*/ 10000 w 10000"/>
              <a:gd name="connsiteY83-8928" fmla="*/ 9597 h 9597"/>
              <a:gd name="connsiteX84-8929" fmla="*/ 9732 w 10000"/>
              <a:gd name="connsiteY84-8930" fmla="*/ 9503 h 9597"/>
              <a:gd name="connsiteX85-8931" fmla="*/ 9439 w 10000"/>
              <a:gd name="connsiteY85-8932" fmla="*/ 9503 h 9597"/>
              <a:gd name="connsiteX86-8933" fmla="*/ 9010 w 10000"/>
              <a:gd name="connsiteY86-8934" fmla="*/ 9395 h 9597"/>
              <a:gd name="connsiteX87-8935" fmla="*/ 8451 w 10000"/>
              <a:gd name="connsiteY87-8936" fmla="*/ 9210 h 9597"/>
              <a:gd name="connsiteX88-8937" fmla="*/ 8451 w 10000"/>
              <a:gd name="connsiteY88-8938" fmla="*/ 9210 h 9597"/>
              <a:gd name="connsiteX0-8939" fmla="*/ 8183 w 9732"/>
              <a:gd name="connsiteY0-8940" fmla="*/ 9400 h 9803"/>
              <a:gd name="connsiteX1-8941" fmla="*/ 7779 w 9732"/>
              <a:gd name="connsiteY1-8942" fmla="*/ 9184 h 9803"/>
              <a:gd name="connsiteX2-8943" fmla="*/ 7192 w 9732"/>
              <a:gd name="connsiteY2-8944" fmla="*/ 8993 h 9803"/>
              <a:gd name="connsiteX3-8945" fmla="*/ 6629 w 9732"/>
              <a:gd name="connsiteY3-8946" fmla="*/ 8687 h 9803"/>
              <a:gd name="connsiteX4-8947" fmla="*/ 6069 w 9732"/>
              <a:gd name="connsiteY4-8948" fmla="*/ 8378 h 9803"/>
              <a:gd name="connsiteX5-8949" fmla="*/ 5800 w 9732"/>
              <a:gd name="connsiteY5-8950" fmla="*/ 8167 h 9803"/>
              <a:gd name="connsiteX6-8951" fmla="*/ 5508 w 9732"/>
              <a:gd name="connsiteY6-8952" fmla="*/ 7975 h 9803"/>
              <a:gd name="connsiteX7-8953" fmla="*/ 5213 w 9732"/>
              <a:gd name="connsiteY7-8954" fmla="*/ 7762 h 9803"/>
              <a:gd name="connsiteX8-8955" fmla="*/ 4946 w 9732"/>
              <a:gd name="connsiteY8-8956" fmla="*/ 7570 h 9803"/>
              <a:gd name="connsiteX9-8957" fmla="*/ 4650 w 9732"/>
              <a:gd name="connsiteY9-8958" fmla="*/ 7262 h 9803"/>
              <a:gd name="connsiteX10-8959" fmla="*/ 4384 w 9732"/>
              <a:gd name="connsiteY10-8960" fmla="*/ 6953 h 9803"/>
              <a:gd name="connsiteX11-8961" fmla="*/ 4091 w 9732"/>
              <a:gd name="connsiteY11-8962" fmla="*/ 6644 h 9803"/>
              <a:gd name="connsiteX12-8963" fmla="*/ 3663 w 9732"/>
              <a:gd name="connsiteY12-8964" fmla="*/ 6333 h 9803"/>
              <a:gd name="connsiteX13-8965" fmla="*/ 2969 w 9732"/>
              <a:gd name="connsiteY13-8966" fmla="*/ 5623 h 9803"/>
              <a:gd name="connsiteX14-8967" fmla="*/ 2404 w 9732"/>
              <a:gd name="connsiteY14-8968" fmla="*/ 5009 h 9803"/>
              <a:gd name="connsiteX15-8969" fmla="*/ 1844 w 9732"/>
              <a:gd name="connsiteY15-8970" fmla="*/ 4294 h 9803"/>
              <a:gd name="connsiteX16-8971" fmla="*/ 1416 w 9732"/>
              <a:gd name="connsiteY16-8972" fmla="*/ 3485 h 9803"/>
              <a:gd name="connsiteX17-8973" fmla="*/ 990 w 9732"/>
              <a:gd name="connsiteY17-8974" fmla="*/ 2774 h 9803"/>
              <a:gd name="connsiteX18-8975" fmla="*/ 561 w 9732"/>
              <a:gd name="connsiteY18-8976" fmla="*/ 2061 h 9803"/>
              <a:gd name="connsiteX19-8977" fmla="*/ 293 w 9732"/>
              <a:gd name="connsiteY19-8978" fmla="*/ 1349 h 9803"/>
              <a:gd name="connsiteX20-8979" fmla="*/ 132 w 9732"/>
              <a:gd name="connsiteY20-8980" fmla="*/ 925 h 9803"/>
              <a:gd name="connsiteX21-8981" fmla="*/ 0 w 9732"/>
              <a:gd name="connsiteY21-8982" fmla="*/ 617 h 9803"/>
              <a:gd name="connsiteX22-8983" fmla="*/ 990 w 9732"/>
              <a:gd name="connsiteY22-8984" fmla="*/ 19 h 9803"/>
              <a:gd name="connsiteX23-8985" fmla="*/ 1284 w 9732"/>
              <a:gd name="connsiteY23-8986" fmla="*/ 733 h 9803"/>
              <a:gd name="connsiteX24-8987" fmla="*/ 1551 w 9732"/>
              <a:gd name="connsiteY24-8988" fmla="*/ 1445 h 9803"/>
              <a:gd name="connsiteX25-8989" fmla="*/ 1979 w 9732"/>
              <a:gd name="connsiteY25-8990" fmla="*/ 2254 h 9803"/>
              <a:gd name="connsiteX26-8991" fmla="*/ 2404 w 9732"/>
              <a:gd name="connsiteY26-8992" fmla="*/ 3176 h 9803"/>
              <a:gd name="connsiteX27-8993" fmla="*/ 2672 w 9732"/>
              <a:gd name="connsiteY27-8994" fmla="*/ 3583 h 9803"/>
              <a:gd name="connsiteX28-8995" fmla="*/ 2969 w 9732"/>
              <a:gd name="connsiteY28-8996" fmla="*/ 3892 h 9803"/>
              <a:gd name="connsiteX29-8997" fmla="*/ 3263 w 9732"/>
              <a:gd name="connsiteY29-8998" fmla="*/ 4294 h 9803"/>
              <a:gd name="connsiteX30-8999" fmla="*/ 3663 w 9732"/>
              <a:gd name="connsiteY30-9000" fmla="*/ 4697 h 9803"/>
              <a:gd name="connsiteX31-9001" fmla="*/ 3956 w 9732"/>
              <a:gd name="connsiteY31-9002" fmla="*/ 5103 h 9803"/>
              <a:gd name="connsiteX32-9003" fmla="*/ 4225 w 9732"/>
              <a:gd name="connsiteY32-9004" fmla="*/ 5527 h 9803"/>
              <a:gd name="connsiteX33-9005" fmla="*/ 4650 w 9732"/>
              <a:gd name="connsiteY33-9006" fmla="*/ 5835 h 9803"/>
              <a:gd name="connsiteX34-9007" fmla="*/ 4946 w 9732"/>
              <a:gd name="connsiteY34-9008" fmla="*/ 6123 h 9803"/>
              <a:gd name="connsiteX35-9009" fmla="*/ 5375 w 9732"/>
              <a:gd name="connsiteY35-9010" fmla="*/ 6432 h 9803"/>
              <a:gd name="connsiteX36-9011" fmla="*/ 5642 w 9732"/>
              <a:gd name="connsiteY36-9012" fmla="*/ 6741 h 9803"/>
              <a:gd name="connsiteX37-9013" fmla="*/ 6069 w 9732"/>
              <a:gd name="connsiteY37-9014" fmla="*/ 6953 h 9803"/>
              <a:gd name="connsiteX38-9015" fmla="*/ 6363 w 9732"/>
              <a:gd name="connsiteY38-9016" fmla="*/ 7145 h 9803"/>
              <a:gd name="connsiteX39-9017" fmla="*/ 6629 w 9732"/>
              <a:gd name="connsiteY39-9018" fmla="*/ 7355 h 9803"/>
              <a:gd name="connsiteX40-9019" fmla="*/ 6925 w 9732"/>
              <a:gd name="connsiteY40-9020" fmla="*/ 7570 h 9803"/>
              <a:gd name="connsiteX41-9021" fmla="*/ 7192 w 9732"/>
              <a:gd name="connsiteY41-9022" fmla="*/ 7666 h 9803"/>
              <a:gd name="connsiteX42-9023" fmla="*/ 7486 w 9732"/>
              <a:gd name="connsiteY42-9024" fmla="*/ 7860 h 9803"/>
              <a:gd name="connsiteX43-9025" fmla="*/ 7620 w 9732"/>
              <a:gd name="connsiteY43-9026" fmla="*/ 7975 h 9803"/>
              <a:gd name="connsiteX44-9027" fmla="*/ 7779 w 9732"/>
              <a:gd name="connsiteY44-9028" fmla="*/ 7975 h 9803"/>
              <a:gd name="connsiteX45-9029" fmla="*/ 7913 w 9732"/>
              <a:gd name="connsiteY45-9030" fmla="*/ 8069 h 9803"/>
              <a:gd name="connsiteX46-9031" fmla="*/ 8049 w 9732"/>
              <a:gd name="connsiteY46-9032" fmla="*/ 8069 h 9803"/>
              <a:gd name="connsiteX47-9033" fmla="*/ 8049 w 9732"/>
              <a:gd name="connsiteY47-9034" fmla="*/ 8069 h 9803"/>
              <a:gd name="connsiteX48-9035" fmla="*/ 8183 w 9732"/>
              <a:gd name="connsiteY48-9036" fmla="*/ 7975 h 9803"/>
              <a:gd name="connsiteX49-9037" fmla="*/ 8183 w 9732"/>
              <a:gd name="connsiteY49-9038" fmla="*/ 7860 h 9803"/>
              <a:gd name="connsiteX50-9039" fmla="*/ 8343 w 9732"/>
              <a:gd name="connsiteY50-9040" fmla="*/ 7762 h 9803"/>
              <a:gd name="connsiteX51-9041" fmla="*/ 8343 w 9732"/>
              <a:gd name="connsiteY51-9042" fmla="*/ 7666 h 9803"/>
              <a:gd name="connsiteX52-9043" fmla="*/ 8475 w 9732"/>
              <a:gd name="connsiteY52-9044" fmla="*/ 7452 h 9803"/>
              <a:gd name="connsiteX53-9045" fmla="*/ 8475 w 9732"/>
              <a:gd name="connsiteY53-9046" fmla="*/ 7262 h 9803"/>
              <a:gd name="connsiteX54-9047" fmla="*/ 8607 w 9732"/>
              <a:gd name="connsiteY54-9048" fmla="*/ 7047 h 9803"/>
              <a:gd name="connsiteX55-9049" fmla="*/ 8607 w 9732"/>
              <a:gd name="connsiteY55-9050" fmla="*/ 6741 h 9803"/>
              <a:gd name="connsiteX56-9051" fmla="*/ 8742 w 9732"/>
              <a:gd name="connsiteY56-9052" fmla="*/ 6547 h 9803"/>
              <a:gd name="connsiteX57-9053" fmla="*/ 8742 w 9732"/>
              <a:gd name="connsiteY57-9054" fmla="*/ 6432 h 9803"/>
              <a:gd name="connsiteX58-9055" fmla="*/ 8903 w 9732"/>
              <a:gd name="connsiteY58-9056" fmla="*/ 6238 h 9803"/>
              <a:gd name="connsiteX59-9057" fmla="*/ 8903 w 9732"/>
              <a:gd name="connsiteY59-9058" fmla="*/ 6123 h 9803"/>
              <a:gd name="connsiteX60-9059" fmla="*/ 9038 w 9732"/>
              <a:gd name="connsiteY60-9060" fmla="*/ 6028 h 9803"/>
              <a:gd name="connsiteX61-9061" fmla="*/ 9038 w 9732"/>
              <a:gd name="connsiteY61-9062" fmla="*/ 6028 h 9803"/>
              <a:gd name="connsiteX62-9063" fmla="*/ 9038 w 9732"/>
              <a:gd name="connsiteY62-9064" fmla="*/ 6028 h 9803"/>
              <a:gd name="connsiteX63-9065" fmla="*/ 9038 w 9732"/>
              <a:gd name="connsiteY63-9066" fmla="*/ 6028 h 9803"/>
              <a:gd name="connsiteX64-9067" fmla="*/ 9171 w 9732"/>
              <a:gd name="connsiteY64-9068" fmla="*/ 6028 h 9803"/>
              <a:gd name="connsiteX65-9069" fmla="*/ 9171 w 9732"/>
              <a:gd name="connsiteY65-9070" fmla="*/ 6123 h 9803"/>
              <a:gd name="connsiteX66-9071" fmla="*/ 9171 w 9732"/>
              <a:gd name="connsiteY66-9072" fmla="*/ 6238 h 9803"/>
              <a:gd name="connsiteX67-9073" fmla="*/ 9171 w 9732"/>
              <a:gd name="connsiteY67-9074" fmla="*/ 6432 h 9803"/>
              <a:gd name="connsiteX68-9075" fmla="*/ 9333 w 9732"/>
              <a:gd name="connsiteY68-9076" fmla="*/ 6547 h 9803"/>
              <a:gd name="connsiteX69-9077" fmla="*/ 9333 w 9732"/>
              <a:gd name="connsiteY69-9078" fmla="*/ 6741 h 9803"/>
              <a:gd name="connsiteX70-9079" fmla="*/ 9333 w 9732"/>
              <a:gd name="connsiteY70-9080" fmla="*/ 7047 h 9803"/>
              <a:gd name="connsiteX71-9081" fmla="*/ 9333 w 9732"/>
              <a:gd name="connsiteY71-9082" fmla="*/ 7452 h 9803"/>
              <a:gd name="connsiteX72-9083" fmla="*/ 9464 w 9732"/>
              <a:gd name="connsiteY72-9084" fmla="*/ 7975 h 9803"/>
              <a:gd name="connsiteX73-9085" fmla="*/ 9600 w 9732"/>
              <a:gd name="connsiteY73-9086" fmla="*/ 8378 h 9803"/>
              <a:gd name="connsiteX74-9087" fmla="*/ 9732 w 9732"/>
              <a:gd name="connsiteY74-9088" fmla="*/ 8878 h 9803"/>
              <a:gd name="connsiteX75-9089" fmla="*/ 9732 w 9732"/>
              <a:gd name="connsiteY75-9090" fmla="*/ 8993 h 9803"/>
              <a:gd name="connsiteX76-9091" fmla="*/ 9732 w 9732"/>
              <a:gd name="connsiteY76-9092" fmla="*/ 9184 h 9803"/>
              <a:gd name="connsiteX77-9093" fmla="*/ 9732 w 9732"/>
              <a:gd name="connsiteY77-9094" fmla="*/ 9400 h 9803"/>
              <a:gd name="connsiteX78-9095" fmla="*/ 9732 w 9732"/>
              <a:gd name="connsiteY78-9096" fmla="*/ 9496 h 9803"/>
              <a:gd name="connsiteX79-9097" fmla="*/ 9732 w 9732"/>
              <a:gd name="connsiteY79-9098" fmla="*/ 9593 h 9803"/>
              <a:gd name="connsiteX80-9099" fmla="*/ 9732 w 9732"/>
              <a:gd name="connsiteY80-9100" fmla="*/ 9705 h 9803"/>
              <a:gd name="connsiteX81-9101" fmla="*/ 9732 w 9732"/>
              <a:gd name="connsiteY81-9102" fmla="*/ 9705 h 9803"/>
              <a:gd name="connsiteX82-9103" fmla="*/ 9732 w 9732"/>
              <a:gd name="connsiteY82-9104" fmla="*/ 9803 h 9803"/>
              <a:gd name="connsiteX83-9105" fmla="*/ 9464 w 9732"/>
              <a:gd name="connsiteY83-9106" fmla="*/ 9705 h 9803"/>
              <a:gd name="connsiteX84-9107" fmla="*/ 9171 w 9732"/>
              <a:gd name="connsiteY84-9108" fmla="*/ 9705 h 9803"/>
              <a:gd name="connsiteX85-9109" fmla="*/ 8742 w 9732"/>
              <a:gd name="connsiteY85-9110" fmla="*/ 9593 h 9803"/>
              <a:gd name="connsiteX86-9111" fmla="*/ 8183 w 9732"/>
              <a:gd name="connsiteY86-9112" fmla="*/ 9400 h 9803"/>
              <a:gd name="connsiteX87-9113" fmla="*/ 8183 w 9732"/>
              <a:gd name="connsiteY87-9114" fmla="*/ 9400 h 9803"/>
              <a:gd name="connsiteX0-9115" fmla="*/ 8272 w 9864"/>
              <a:gd name="connsiteY0-9116" fmla="*/ 9570 h 9981"/>
              <a:gd name="connsiteX1-9117" fmla="*/ 7857 w 9864"/>
              <a:gd name="connsiteY1-9118" fmla="*/ 9350 h 9981"/>
              <a:gd name="connsiteX2-9119" fmla="*/ 7254 w 9864"/>
              <a:gd name="connsiteY2-9120" fmla="*/ 9155 h 9981"/>
              <a:gd name="connsiteX3-9121" fmla="*/ 6676 w 9864"/>
              <a:gd name="connsiteY3-9122" fmla="*/ 8843 h 9981"/>
              <a:gd name="connsiteX4-9123" fmla="*/ 6100 w 9864"/>
              <a:gd name="connsiteY4-9124" fmla="*/ 8527 h 9981"/>
              <a:gd name="connsiteX5-9125" fmla="*/ 5824 w 9864"/>
              <a:gd name="connsiteY5-9126" fmla="*/ 8312 h 9981"/>
              <a:gd name="connsiteX6-9127" fmla="*/ 5524 w 9864"/>
              <a:gd name="connsiteY6-9128" fmla="*/ 8116 h 9981"/>
              <a:gd name="connsiteX7-9129" fmla="*/ 5221 w 9864"/>
              <a:gd name="connsiteY7-9130" fmla="*/ 7899 h 9981"/>
              <a:gd name="connsiteX8-9131" fmla="*/ 4946 w 9864"/>
              <a:gd name="connsiteY8-9132" fmla="*/ 7703 h 9981"/>
              <a:gd name="connsiteX9-9133" fmla="*/ 4642 w 9864"/>
              <a:gd name="connsiteY9-9134" fmla="*/ 7389 h 9981"/>
              <a:gd name="connsiteX10-9135" fmla="*/ 4369 w 9864"/>
              <a:gd name="connsiteY10-9136" fmla="*/ 7074 h 9981"/>
              <a:gd name="connsiteX11-9137" fmla="*/ 4068 w 9864"/>
              <a:gd name="connsiteY11-9138" fmla="*/ 6759 h 9981"/>
              <a:gd name="connsiteX12-9139" fmla="*/ 3628 w 9864"/>
              <a:gd name="connsiteY12-9140" fmla="*/ 6441 h 9981"/>
              <a:gd name="connsiteX13-9141" fmla="*/ 2915 w 9864"/>
              <a:gd name="connsiteY13-9142" fmla="*/ 5717 h 9981"/>
              <a:gd name="connsiteX14-9143" fmla="*/ 2334 w 9864"/>
              <a:gd name="connsiteY14-9144" fmla="*/ 5091 h 9981"/>
              <a:gd name="connsiteX15-9145" fmla="*/ 1759 w 9864"/>
              <a:gd name="connsiteY15-9146" fmla="*/ 4361 h 9981"/>
              <a:gd name="connsiteX16-9147" fmla="*/ 1319 w 9864"/>
              <a:gd name="connsiteY16-9148" fmla="*/ 3536 h 9981"/>
              <a:gd name="connsiteX17-9149" fmla="*/ 881 w 9864"/>
              <a:gd name="connsiteY17-9150" fmla="*/ 2811 h 9981"/>
              <a:gd name="connsiteX18-9151" fmla="*/ 440 w 9864"/>
              <a:gd name="connsiteY18-9152" fmla="*/ 2083 h 9981"/>
              <a:gd name="connsiteX19-9153" fmla="*/ 165 w 9864"/>
              <a:gd name="connsiteY19-9154" fmla="*/ 1357 h 9981"/>
              <a:gd name="connsiteX20-9155" fmla="*/ 0 w 9864"/>
              <a:gd name="connsiteY20-9156" fmla="*/ 925 h 9981"/>
              <a:gd name="connsiteX21-9157" fmla="*/ 881 w 9864"/>
              <a:gd name="connsiteY21-9158" fmla="*/ 0 h 9981"/>
              <a:gd name="connsiteX22-9159" fmla="*/ 1183 w 9864"/>
              <a:gd name="connsiteY22-9160" fmla="*/ 729 h 9981"/>
              <a:gd name="connsiteX23-9161" fmla="*/ 1458 w 9864"/>
              <a:gd name="connsiteY23-9162" fmla="*/ 1455 h 9981"/>
              <a:gd name="connsiteX24-9163" fmla="*/ 1897 w 9864"/>
              <a:gd name="connsiteY24-9164" fmla="*/ 2280 h 9981"/>
              <a:gd name="connsiteX25-9165" fmla="*/ 2334 w 9864"/>
              <a:gd name="connsiteY25-9166" fmla="*/ 3221 h 9981"/>
              <a:gd name="connsiteX26-9167" fmla="*/ 2610 w 9864"/>
              <a:gd name="connsiteY26-9168" fmla="*/ 3636 h 9981"/>
              <a:gd name="connsiteX27-9169" fmla="*/ 2915 w 9864"/>
              <a:gd name="connsiteY27-9170" fmla="*/ 3951 h 9981"/>
              <a:gd name="connsiteX28-9171" fmla="*/ 3217 w 9864"/>
              <a:gd name="connsiteY28-9172" fmla="*/ 4361 h 9981"/>
              <a:gd name="connsiteX29-9173" fmla="*/ 3628 w 9864"/>
              <a:gd name="connsiteY29-9174" fmla="*/ 4772 h 9981"/>
              <a:gd name="connsiteX30-9175" fmla="*/ 3929 w 9864"/>
              <a:gd name="connsiteY30-9176" fmla="*/ 5187 h 9981"/>
              <a:gd name="connsiteX31-9177" fmla="*/ 4205 w 9864"/>
              <a:gd name="connsiteY31-9178" fmla="*/ 5619 h 9981"/>
              <a:gd name="connsiteX32-9179" fmla="*/ 4642 w 9864"/>
              <a:gd name="connsiteY32-9180" fmla="*/ 5933 h 9981"/>
              <a:gd name="connsiteX33-9181" fmla="*/ 4946 w 9864"/>
              <a:gd name="connsiteY33-9182" fmla="*/ 6227 h 9981"/>
              <a:gd name="connsiteX34-9183" fmla="*/ 5387 w 9864"/>
              <a:gd name="connsiteY34-9184" fmla="*/ 6542 h 9981"/>
              <a:gd name="connsiteX35-9185" fmla="*/ 5661 w 9864"/>
              <a:gd name="connsiteY35-9186" fmla="*/ 6857 h 9981"/>
              <a:gd name="connsiteX36-9187" fmla="*/ 6100 w 9864"/>
              <a:gd name="connsiteY36-9188" fmla="*/ 7074 h 9981"/>
              <a:gd name="connsiteX37-9189" fmla="*/ 6402 w 9864"/>
              <a:gd name="connsiteY37-9190" fmla="*/ 7270 h 9981"/>
              <a:gd name="connsiteX38-9191" fmla="*/ 6676 w 9864"/>
              <a:gd name="connsiteY38-9192" fmla="*/ 7484 h 9981"/>
              <a:gd name="connsiteX39-9193" fmla="*/ 6980 w 9864"/>
              <a:gd name="connsiteY39-9194" fmla="*/ 7703 h 9981"/>
              <a:gd name="connsiteX40-9195" fmla="*/ 7254 w 9864"/>
              <a:gd name="connsiteY40-9196" fmla="*/ 7801 h 9981"/>
              <a:gd name="connsiteX41-9197" fmla="*/ 7556 w 9864"/>
              <a:gd name="connsiteY41-9198" fmla="*/ 7999 h 9981"/>
              <a:gd name="connsiteX42-9199" fmla="*/ 7694 w 9864"/>
              <a:gd name="connsiteY42-9200" fmla="*/ 8116 h 9981"/>
              <a:gd name="connsiteX43-9201" fmla="*/ 7857 w 9864"/>
              <a:gd name="connsiteY43-9202" fmla="*/ 8116 h 9981"/>
              <a:gd name="connsiteX44-9203" fmla="*/ 7995 w 9864"/>
              <a:gd name="connsiteY44-9204" fmla="*/ 8212 h 9981"/>
              <a:gd name="connsiteX45-9205" fmla="*/ 8135 w 9864"/>
              <a:gd name="connsiteY45-9206" fmla="*/ 8212 h 9981"/>
              <a:gd name="connsiteX46-9207" fmla="*/ 8135 w 9864"/>
              <a:gd name="connsiteY46-9208" fmla="*/ 8212 h 9981"/>
              <a:gd name="connsiteX47-9209" fmla="*/ 8272 w 9864"/>
              <a:gd name="connsiteY47-9210" fmla="*/ 8116 h 9981"/>
              <a:gd name="connsiteX48-9211" fmla="*/ 8272 w 9864"/>
              <a:gd name="connsiteY48-9212" fmla="*/ 7999 h 9981"/>
              <a:gd name="connsiteX49-9213" fmla="*/ 8437 w 9864"/>
              <a:gd name="connsiteY49-9214" fmla="*/ 7899 h 9981"/>
              <a:gd name="connsiteX50-9215" fmla="*/ 8437 w 9864"/>
              <a:gd name="connsiteY50-9216" fmla="*/ 7801 h 9981"/>
              <a:gd name="connsiteX51-9217" fmla="*/ 8572 w 9864"/>
              <a:gd name="connsiteY51-9218" fmla="*/ 7583 h 9981"/>
              <a:gd name="connsiteX52-9219" fmla="*/ 8572 w 9864"/>
              <a:gd name="connsiteY52-9220" fmla="*/ 7389 h 9981"/>
              <a:gd name="connsiteX53-9221" fmla="*/ 8708 w 9864"/>
              <a:gd name="connsiteY53-9222" fmla="*/ 7170 h 9981"/>
              <a:gd name="connsiteX54-9223" fmla="*/ 8708 w 9864"/>
              <a:gd name="connsiteY54-9224" fmla="*/ 6857 h 9981"/>
              <a:gd name="connsiteX55-9225" fmla="*/ 8847 w 9864"/>
              <a:gd name="connsiteY55-9226" fmla="*/ 6660 h 9981"/>
              <a:gd name="connsiteX56-9227" fmla="*/ 8847 w 9864"/>
              <a:gd name="connsiteY56-9228" fmla="*/ 6542 h 9981"/>
              <a:gd name="connsiteX57-9229" fmla="*/ 9012 w 9864"/>
              <a:gd name="connsiteY57-9230" fmla="*/ 6344 h 9981"/>
              <a:gd name="connsiteX58-9231" fmla="*/ 9012 w 9864"/>
              <a:gd name="connsiteY58-9232" fmla="*/ 6227 h 9981"/>
              <a:gd name="connsiteX59-9233" fmla="*/ 9151 w 9864"/>
              <a:gd name="connsiteY59-9234" fmla="*/ 6130 h 9981"/>
              <a:gd name="connsiteX60-9235" fmla="*/ 9151 w 9864"/>
              <a:gd name="connsiteY60-9236" fmla="*/ 6130 h 9981"/>
              <a:gd name="connsiteX61-9237" fmla="*/ 9151 w 9864"/>
              <a:gd name="connsiteY61-9238" fmla="*/ 6130 h 9981"/>
              <a:gd name="connsiteX62-9239" fmla="*/ 9151 w 9864"/>
              <a:gd name="connsiteY62-9240" fmla="*/ 6130 h 9981"/>
              <a:gd name="connsiteX63-9241" fmla="*/ 9288 w 9864"/>
              <a:gd name="connsiteY63-9242" fmla="*/ 6130 h 9981"/>
              <a:gd name="connsiteX64-9243" fmla="*/ 9288 w 9864"/>
              <a:gd name="connsiteY64-9244" fmla="*/ 6227 h 9981"/>
              <a:gd name="connsiteX65-9245" fmla="*/ 9288 w 9864"/>
              <a:gd name="connsiteY65-9246" fmla="*/ 6344 h 9981"/>
              <a:gd name="connsiteX66-9247" fmla="*/ 9288 w 9864"/>
              <a:gd name="connsiteY66-9248" fmla="*/ 6542 h 9981"/>
              <a:gd name="connsiteX67-9249" fmla="*/ 9454 w 9864"/>
              <a:gd name="connsiteY67-9250" fmla="*/ 6660 h 9981"/>
              <a:gd name="connsiteX68-9251" fmla="*/ 9454 w 9864"/>
              <a:gd name="connsiteY68-9252" fmla="*/ 6857 h 9981"/>
              <a:gd name="connsiteX69-9253" fmla="*/ 9454 w 9864"/>
              <a:gd name="connsiteY69-9254" fmla="*/ 7170 h 9981"/>
              <a:gd name="connsiteX70-9255" fmla="*/ 9454 w 9864"/>
              <a:gd name="connsiteY70-9256" fmla="*/ 7583 h 9981"/>
              <a:gd name="connsiteX71-9257" fmla="*/ 9589 w 9864"/>
              <a:gd name="connsiteY71-9258" fmla="*/ 8116 h 9981"/>
              <a:gd name="connsiteX72-9259" fmla="*/ 9728 w 9864"/>
              <a:gd name="connsiteY72-9260" fmla="*/ 8527 h 9981"/>
              <a:gd name="connsiteX73-9261" fmla="*/ 9864 w 9864"/>
              <a:gd name="connsiteY73-9262" fmla="*/ 9037 h 9981"/>
              <a:gd name="connsiteX74-9263" fmla="*/ 9864 w 9864"/>
              <a:gd name="connsiteY74-9264" fmla="*/ 9155 h 9981"/>
              <a:gd name="connsiteX75-9265" fmla="*/ 9864 w 9864"/>
              <a:gd name="connsiteY75-9266" fmla="*/ 9350 h 9981"/>
              <a:gd name="connsiteX76-9267" fmla="*/ 9864 w 9864"/>
              <a:gd name="connsiteY76-9268" fmla="*/ 9570 h 9981"/>
              <a:gd name="connsiteX77-9269" fmla="*/ 9864 w 9864"/>
              <a:gd name="connsiteY77-9270" fmla="*/ 9668 h 9981"/>
              <a:gd name="connsiteX78-9271" fmla="*/ 9864 w 9864"/>
              <a:gd name="connsiteY78-9272" fmla="*/ 9767 h 9981"/>
              <a:gd name="connsiteX79-9273" fmla="*/ 9864 w 9864"/>
              <a:gd name="connsiteY79-9274" fmla="*/ 9881 h 9981"/>
              <a:gd name="connsiteX80-9275" fmla="*/ 9864 w 9864"/>
              <a:gd name="connsiteY80-9276" fmla="*/ 9881 h 9981"/>
              <a:gd name="connsiteX81-9277" fmla="*/ 9864 w 9864"/>
              <a:gd name="connsiteY81-9278" fmla="*/ 9981 h 9981"/>
              <a:gd name="connsiteX82-9279" fmla="*/ 9589 w 9864"/>
              <a:gd name="connsiteY82-9280" fmla="*/ 9881 h 9981"/>
              <a:gd name="connsiteX83-9281" fmla="*/ 9288 w 9864"/>
              <a:gd name="connsiteY83-9282" fmla="*/ 9881 h 9981"/>
              <a:gd name="connsiteX84-9283" fmla="*/ 8847 w 9864"/>
              <a:gd name="connsiteY84-9284" fmla="*/ 9767 h 9981"/>
              <a:gd name="connsiteX85-9285" fmla="*/ 8272 w 9864"/>
              <a:gd name="connsiteY85-9286" fmla="*/ 9570 h 9981"/>
              <a:gd name="connsiteX86-9287" fmla="*/ 8272 w 9864"/>
              <a:gd name="connsiteY86-9288" fmla="*/ 9570 h 9981"/>
              <a:gd name="connsiteX0-9289" fmla="*/ 8219 w 9833"/>
              <a:gd name="connsiteY0-9290" fmla="*/ 9588 h 10000"/>
              <a:gd name="connsiteX1-9291" fmla="*/ 7798 w 9833"/>
              <a:gd name="connsiteY1-9292" fmla="*/ 9368 h 10000"/>
              <a:gd name="connsiteX2-9293" fmla="*/ 7187 w 9833"/>
              <a:gd name="connsiteY2-9294" fmla="*/ 9172 h 10000"/>
              <a:gd name="connsiteX3-9295" fmla="*/ 6601 w 9833"/>
              <a:gd name="connsiteY3-9296" fmla="*/ 8860 h 10000"/>
              <a:gd name="connsiteX4-9297" fmla="*/ 6017 w 9833"/>
              <a:gd name="connsiteY4-9298" fmla="*/ 8543 h 10000"/>
              <a:gd name="connsiteX5-9299" fmla="*/ 5737 w 9833"/>
              <a:gd name="connsiteY5-9300" fmla="*/ 8328 h 10000"/>
              <a:gd name="connsiteX6-9301" fmla="*/ 5433 w 9833"/>
              <a:gd name="connsiteY6-9302" fmla="*/ 8131 h 10000"/>
              <a:gd name="connsiteX7-9303" fmla="*/ 5126 w 9833"/>
              <a:gd name="connsiteY7-9304" fmla="*/ 7914 h 10000"/>
              <a:gd name="connsiteX8-9305" fmla="*/ 4847 w 9833"/>
              <a:gd name="connsiteY8-9306" fmla="*/ 7718 h 10000"/>
              <a:gd name="connsiteX9-9307" fmla="*/ 4539 w 9833"/>
              <a:gd name="connsiteY9-9308" fmla="*/ 7403 h 10000"/>
              <a:gd name="connsiteX10-9309" fmla="*/ 4262 w 9833"/>
              <a:gd name="connsiteY10-9310" fmla="*/ 7087 h 10000"/>
              <a:gd name="connsiteX11-9311" fmla="*/ 3957 w 9833"/>
              <a:gd name="connsiteY11-9312" fmla="*/ 6772 h 10000"/>
              <a:gd name="connsiteX12-9313" fmla="*/ 3511 w 9833"/>
              <a:gd name="connsiteY12-9314" fmla="*/ 6453 h 10000"/>
              <a:gd name="connsiteX13-9315" fmla="*/ 2788 w 9833"/>
              <a:gd name="connsiteY13-9316" fmla="*/ 5728 h 10000"/>
              <a:gd name="connsiteX14-9317" fmla="*/ 2199 w 9833"/>
              <a:gd name="connsiteY14-9318" fmla="*/ 5101 h 10000"/>
              <a:gd name="connsiteX15-9319" fmla="*/ 1616 w 9833"/>
              <a:gd name="connsiteY15-9320" fmla="*/ 4369 h 10000"/>
              <a:gd name="connsiteX16-9321" fmla="*/ 1170 w 9833"/>
              <a:gd name="connsiteY16-9322" fmla="*/ 3543 h 10000"/>
              <a:gd name="connsiteX17-9323" fmla="*/ 726 w 9833"/>
              <a:gd name="connsiteY17-9324" fmla="*/ 2816 h 10000"/>
              <a:gd name="connsiteX18-9325" fmla="*/ 279 w 9833"/>
              <a:gd name="connsiteY18-9326" fmla="*/ 2087 h 10000"/>
              <a:gd name="connsiteX19-9327" fmla="*/ 0 w 9833"/>
              <a:gd name="connsiteY19-9328" fmla="*/ 1360 h 10000"/>
              <a:gd name="connsiteX20-9329" fmla="*/ 726 w 9833"/>
              <a:gd name="connsiteY20-9330" fmla="*/ 0 h 10000"/>
              <a:gd name="connsiteX21-9331" fmla="*/ 1032 w 9833"/>
              <a:gd name="connsiteY21-9332" fmla="*/ 730 h 10000"/>
              <a:gd name="connsiteX22-9333" fmla="*/ 1311 w 9833"/>
              <a:gd name="connsiteY22-9334" fmla="*/ 1458 h 10000"/>
              <a:gd name="connsiteX23-9335" fmla="*/ 1756 w 9833"/>
              <a:gd name="connsiteY23-9336" fmla="*/ 2284 h 10000"/>
              <a:gd name="connsiteX24-9337" fmla="*/ 2199 w 9833"/>
              <a:gd name="connsiteY24-9338" fmla="*/ 3227 h 10000"/>
              <a:gd name="connsiteX25-9339" fmla="*/ 2479 w 9833"/>
              <a:gd name="connsiteY25-9340" fmla="*/ 3643 h 10000"/>
              <a:gd name="connsiteX26-9341" fmla="*/ 2788 w 9833"/>
              <a:gd name="connsiteY26-9342" fmla="*/ 3959 h 10000"/>
              <a:gd name="connsiteX27-9343" fmla="*/ 3094 w 9833"/>
              <a:gd name="connsiteY27-9344" fmla="*/ 4369 h 10000"/>
              <a:gd name="connsiteX28-9345" fmla="*/ 3511 w 9833"/>
              <a:gd name="connsiteY28-9346" fmla="*/ 4781 h 10000"/>
              <a:gd name="connsiteX29-9347" fmla="*/ 3816 w 9833"/>
              <a:gd name="connsiteY29-9348" fmla="*/ 5197 h 10000"/>
              <a:gd name="connsiteX30-9349" fmla="*/ 4096 w 9833"/>
              <a:gd name="connsiteY30-9350" fmla="*/ 5630 h 10000"/>
              <a:gd name="connsiteX31-9351" fmla="*/ 4539 w 9833"/>
              <a:gd name="connsiteY31-9352" fmla="*/ 5944 h 10000"/>
              <a:gd name="connsiteX32-9353" fmla="*/ 4847 w 9833"/>
              <a:gd name="connsiteY32-9354" fmla="*/ 6239 h 10000"/>
              <a:gd name="connsiteX33-9355" fmla="*/ 5294 w 9833"/>
              <a:gd name="connsiteY33-9356" fmla="*/ 6554 h 10000"/>
              <a:gd name="connsiteX34-9357" fmla="*/ 5572 w 9833"/>
              <a:gd name="connsiteY34-9358" fmla="*/ 6870 h 10000"/>
              <a:gd name="connsiteX35-9359" fmla="*/ 6017 w 9833"/>
              <a:gd name="connsiteY35-9360" fmla="*/ 7087 h 10000"/>
              <a:gd name="connsiteX36-9361" fmla="*/ 6323 w 9833"/>
              <a:gd name="connsiteY36-9362" fmla="*/ 7284 h 10000"/>
              <a:gd name="connsiteX37-9363" fmla="*/ 6601 w 9833"/>
              <a:gd name="connsiteY37-9364" fmla="*/ 7498 h 10000"/>
              <a:gd name="connsiteX38-9365" fmla="*/ 6909 w 9833"/>
              <a:gd name="connsiteY38-9366" fmla="*/ 7718 h 10000"/>
              <a:gd name="connsiteX39-9367" fmla="*/ 7187 w 9833"/>
              <a:gd name="connsiteY39-9368" fmla="*/ 7816 h 10000"/>
              <a:gd name="connsiteX40-9369" fmla="*/ 7493 w 9833"/>
              <a:gd name="connsiteY40-9370" fmla="*/ 8014 h 10000"/>
              <a:gd name="connsiteX41-9371" fmla="*/ 7633 w 9833"/>
              <a:gd name="connsiteY41-9372" fmla="*/ 8131 h 10000"/>
              <a:gd name="connsiteX42-9373" fmla="*/ 7798 w 9833"/>
              <a:gd name="connsiteY42-9374" fmla="*/ 8131 h 10000"/>
              <a:gd name="connsiteX43-9375" fmla="*/ 7938 w 9833"/>
              <a:gd name="connsiteY43-9376" fmla="*/ 8228 h 10000"/>
              <a:gd name="connsiteX44-9377" fmla="*/ 8080 w 9833"/>
              <a:gd name="connsiteY44-9378" fmla="*/ 8228 h 10000"/>
              <a:gd name="connsiteX45-9379" fmla="*/ 8080 w 9833"/>
              <a:gd name="connsiteY45-9380" fmla="*/ 8228 h 10000"/>
              <a:gd name="connsiteX46-9381" fmla="*/ 8219 w 9833"/>
              <a:gd name="connsiteY46-9382" fmla="*/ 8131 h 10000"/>
              <a:gd name="connsiteX47-9383" fmla="*/ 8219 w 9833"/>
              <a:gd name="connsiteY47-9384" fmla="*/ 8014 h 10000"/>
              <a:gd name="connsiteX48-9385" fmla="*/ 8386 w 9833"/>
              <a:gd name="connsiteY48-9386" fmla="*/ 7914 h 10000"/>
              <a:gd name="connsiteX49-9387" fmla="*/ 8386 w 9833"/>
              <a:gd name="connsiteY49-9388" fmla="*/ 7816 h 10000"/>
              <a:gd name="connsiteX50-9389" fmla="*/ 8523 w 9833"/>
              <a:gd name="connsiteY50-9390" fmla="*/ 7597 h 10000"/>
              <a:gd name="connsiteX51-9391" fmla="*/ 8523 w 9833"/>
              <a:gd name="connsiteY51-9392" fmla="*/ 7403 h 10000"/>
              <a:gd name="connsiteX52-9393" fmla="*/ 8661 w 9833"/>
              <a:gd name="connsiteY52-9394" fmla="*/ 7184 h 10000"/>
              <a:gd name="connsiteX53-9395" fmla="*/ 8661 w 9833"/>
              <a:gd name="connsiteY53-9396" fmla="*/ 6870 h 10000"/>
              <a:gd name="connsiteX54-9397" fmla="*/ 8802 w 9833"/>
              <a:gd name="connsiteY54-9398" fmla="*/ 6673 h 10000"/>
              <a:gd name="connsiteX55-9399" fmla="*/ 8802 w 9833"/>
              <a:gd name="connsiteY55-9400" fmla="*/ 6554 h 10000"/>
              <a:gd name="connsiteX56-9401" fmla="*/ 8969 w 9833"/>
              <a:gd name="connsiteY56-9402" fmla="*/ 6356 h 10000"/>
              <a:gd name="connsiteX57-9403" fmla="*/ 8969 w 9833"/>
              <a:gd name="connsiteY57-9404" fmla="*/ 6239 h 10000"/>
              <a:gd name="connsiteX58-9405" fmla="*/ 9110 w 9833"/>
              <a:gd name="connsiteY58-9406" fmla="*/ 6142 h 10000"/>
              <a:gd name="connsiteX59-9407" fmla="*/ 9110 w 9833"/>
              <a:gd name="connsiteY59-9408" fmla="*/ 6142 h 10000"/>
              <a:gd name="connsiteX60-9409" fmla="*/ 9110 w 9833"/>
              <a:gd name="connsiteY60-9410" fmla="*/ 6142 h 10000"/>
              <a:gd name="connsiteX61-9411" fmla="*/ 9110 w 9833"/>
              <a:gd name="connsiteY61-9412" fmla="*/ 6142 h 10000"/>
              <a:gd name="connsiteX62-9413" fmla="*/ 9249 w 9833"/>
              <a:gd name="connsiteY62-9414" fmla="*/ 6142 h 10000"/>
              <a:gd name="connsiteX63-9415" fmla="*/ 9249 w 9833"/>
              <a:gd name="connsiteY63-9416" fmla="*/ 6239 h 10000"/>
              <a:gd name="connsiteX64-9417" fmla="*/ 9249 w 9833"/>
              <a:gd name="connsiteY64-9418" fmla="*/ 6356 h 10000"/>
              <a:gd name="connsiteX65-9419" fmla="*/ 9249 w 9833"/>
              <a:gd name="connsiteY65-9420" fmla="*/ 6554 h 10000"/>
              <a:gd name="connsiteX66-9421" fmla="*/ 9417 w 9833"/>
              <a:gd name="connsiteY66-9422" fmla="*/ 6673 h 10000"/>
              <a:gd name="connsiteX67-9423" fmla="*/ 9417 w 9833"/>
              <a:gd name="connsiteY67-9424" fmla="*/ 6870 h 10000"/>
              <a:gd name="connsiteX68-9425" fmla="*/ 9417 w 9833"/>
              <a:gd name="connsiteY68-9426" fmla="*/ 7184 h 10000"/>
              <a:gd name="connsiteX69-9427" fmla="*/ 9417 w 9833"/>
              <a:gd name="connsiteY69-9428" fmla="*/ 7597 h 10000"/>
              <a:gd name="connsiteX70-9429" fmla="*/ 9554 w 9833"/>
              <a:gd name="connsiteY70-9430" fmla="*/ 8131 h 10000"/>
              <a:gd name="connsiteX71-9431" fmla="*/ 9695 w 9833"/>
              <a:gd name="connsiteY71-9432" fmla="*/ 8543 h 10000"/>
              <a:gd name="connsiteX72-9433" fmla="*/ 9833 w 9833"/>
              <a:gd name="connsiteY72-9434" fmla="*/ 9054 h 10000"/>
              <a:gd name="connsiteX73-9435" fmla="*/ 9833 w 9833"/>
              <a:gd name="connsiteY73-9436" fmla="*/ 9172 h 10000"/>
              <a:gd name="connsiteX74-9437" fmla="*/ 9833 w 9833"/>
              <a:gd name="connsiteY74-9438" fmla="*/ 9368 h 10000"/>
              <a:gd name="connsiteX75-9439" fmla="*/ 9833 w 9833"/>
              <a:gd name="connsiteY75-9440" fmla="*/ 9588 h 10000"/>
              <a:gd name="connsiteX76-9441" fmla="*/ 9833 w 9833"/>
              <a:gd name="connsiteY76-9442" fmla="*/ 9686 h 10000"/>
              <a:gd name="connsiteX77-9443" fmla="*/ 9833 w 9833"/>
              <a:gd name="connsiteY77-9444" fmla="*/ 9786 h 10000"/>
              <a:gd name="connsiteX78-9445" fmla="*/ 9833 w 9833"/>
              <a:gd name="connsiteY78-9446" fmla="*/ 9900 h 10000"/>
              <a:gd name="connsiteX79-9447" fmla="*/ 9833 w 9833"/>
              <a:gd name="connsiteY79-9448" fmla="*/ 9900 h 10000"/>
              <a:gd name="connsiteX80-9449" fmla="*/ 9833 w 9833"/>
              <a:gd name="connsiteY80-9450" fmla="*/ 10000 h 10000"/>
              <a:gd name="connsiteX81-9451" fmla="*/ 9554 w 9833"/>
              <a:gd name="connsiteY81-9452" fmla="*/ 9900 h 10000"/>
              <a:gd name="connsiteX82-9453" fmla="*/ 9249 w 9833"/>
              <a:gd name="connsiteY82-9454" fmla="*/ 9900 h 10000"/>
              <a:gd name="connsiteX83-9455" fmla="*/ 8802 w 9833"/>
              <a:gd name="connsiteY83-9456" fmla="*/ 9786 h 10000"/>
              <a:gd name="connsiteX84-9457" fmla="*/ 8219 w 9833"/>
              <a:gd name="connsiteY84-9458" fmla="*/ 9588 h 10000"/>
              <a:gd name="connsiteX85-9459" fmla="*/ 8219 w 9833"/>
              <a:gd name="connsiteY85-9460" fmla="*/ 9588 h 10000"/>
              <a:gd name="connsiteX0-9461" fmla="*/ 8075 w 9716"/>
              <a:gd name="connsiteY0-9462" fmla="*/ 9588 h 10000"/>
              <a:gd name="connsiteX1-9463" fmla="*/ 7646 w 9716"/>
              <a:gd name="connsiteY1-9464" fmla="*/ 9368 h 10000"/>
              <a:gd name="connsiteX2-9465" fmla="*/ 7025 w 9716"/>
              <a:gd name="connsiteY2-9466" fmla="*/ 9172 h 10000"/>
              <a:gd name="connsiteX3-9467" fmla="*/ 6429 w 9716"/>
              <a:gd name="connsiteY3-9468" fmla="*/ 8860 h 10000"/>
              <a:gd name="connsiteX4-9469" fmla="*/ 5835 w 9716"/>
              <a:gd name="connsiteY4-9470" fmla="*/ 8543 h 10000"/>
              <a:gd name="connsiteX5-9471" fmla="*/ 5550 w 9716"/>
              <a:gd name="connsiteY5-9472" fmla="*/ 8328 h 10000"/>
              <a:gd name="connsiteX6-9473" fmla="*/ 5241 w 9716"/>
              <a:gd name="connsiteY6-9474" fmla="*/ 8131 h 10000"/>
              <a:gd name="connsiteX7-9475" fmla="*/ 4929 w 9716"/>
              <a:gd name="connsiteY7-9476" fmla="*/ 7914 h 10000"/>
              <a:gd name="connsiteX8-9477" fmla="*/ 4645 w 9716"/>
              <a:gd name="connsiteY8-9478" fmla="*/ 7718 h 10000"/>
              <a:gd name="connsiteX9-9479" fmla="*/ 4332 w 9716"/>
              <a:gd name="connsiteY9-9480" fmla="*/ 7403 h 10000"/>
              <a:gd name="connsiteX10-9481" fmla="*/ 4050 w 9716"/>
              <a:gd name="connsiteY10-9482" fmla="*/ 7087 h 10000"/>
              <a:gd name="connsiteX11-9483" fmla="*/ 3740 w 9716"/>
              <a:gd name="connsiteY11-9484" fmla="*/ 6772 h 10000"/>
              <a:gd name="connsiteX12-9485" fmla="*/ 3287 w 9716"/>
              <a:gd name="connsiteY12-9486" fmla="*/ 6453 h 10000"/>
              <a:gd name="connsiteX13-9487" fmla="*/ 2551 w 9716"/>
              <a:gd name="connsiteY13-9488" fmla="*/ 5728 h 10000"/>
              <a:gd name="connsiteX14-9489" fmla="*/ 1952 w 9716"/>
              <a:gd name="connsiteY14-9490" fmla="*/ 5101 h 10000"/>
              <a:gd name="connsiteX15-9491" fmla="*/ 1359 w 9716"/>
              <a:gd name="connsiteY15-9492" fmla="*/ 4369 h 10000"/>
              <a:gd name="connsiteX16-9493" fmla="*/ 906 w 9716"/>
              <a:gd name="connsiteY16-9494" fmla="*/ 3543 h 10000"/>
              <a:gd name="connsiteX17-9495" fmla="*/ 454 w 9716"/>
              <a:gd name="connsiteY17-9496" fmla="*/ 2816 h 10000"/>
              <a:gd name="connsiteX18-9497" fmla="*/ 0 w 9716"/>
              <a:gd name="connsiteY18-9498" fmla="*/ 2087 h 10000"/>
              <a:gd name="connsiteX19-9499" fmla="*/ 454 w 9716"/>
              <a:gd name="connsiteY19-9500" fmla="*/ 0 h 10000"/>
              <a:gd name="connsiteX20-9501" fmla="*/ 766 w 9716"/>
              <a:gd name="connsiteY20-9502" fmla="*/ 730 h 10000"/>
              <a:gd name="connsiteX21-9503" fmla="*/ 1049 w 9716"/>
              <a:gd name="connsiteY21-9504" fmla="*/ 1458 h 10000"/>
              <a:gd name="connsiteX22-9505" fmla="*/ 1502 w 9716"/>
              <a:gd name="connsiteY22-9506" fmla="*/ 2284 h 10000"/>
              <a:gd name="connsiteX23-9507" fmla="*/ 1952 w 9716"/>
              <a:gd name="connsiteY23-9508" fmla="*/ 3227 h 10000"/>
              <a:gd name="connsiteX24-9509" fmla="*/ 2237 w 9716"/>
              <a:gd name="connsiteY24-9510" fmla="*/ 3643 h 10000"/>
              <a:gd name="connsiteX25-9511" fmla="*/ 2551 w 9716"/>
              <a:gd name="connsiteY25-9512" fmla="*/ 3959 h 10000"/>
              <a:gd name="connsiteX26-9513" fmla="*/ 2863 w 9716"/>
              <a:gd name="connsiteY26-9514" fmla="*/ 4369 h 10000"/>
              <a:gd name="connsiteX27-9515" fmla="*/ 3287 w 9716"/>
              <a:gd name="connsiteY27-9516" fmla="*/ 4781 h 10000"/>
              <a:gd name="connsiteX28-9517" fmla="*/ 3597 w 9716"/>
              <a:gd name="connsiteY28-9518" fmla="*/ 5197 h 10000"/>
              <a:gd name="connsiteX29-9519" fmla="*/ 3882 w 9716"/>
              <a:gd name="connsiteY29-9520" fmla="*/ 5630 h 10000"/>
              <a:gd name="connsiteX30-9521" fmla="*/ 4332 w 9716"/>
              <a:gd name="connsiteY30-9522" fmla="*/ 5944 h 10000"/>
              <a:gd name="connsiteX31-9523" fmla="*/ 4645 w 9716"/>
              <a:gd name="connsiteY31-9524" fmla="*/ 6239 h 10000"/>
              <a:gd name="connsiteX32-9525" fmla="*/ 5100 w 9716"/>
              <a:gd name="connsiteY32-9526" fmla="*/ 6554 h 10000"/>
              <a:gd name="connsiteX33-9527" fmla="*/ 5383 w 9716"/>
              <a:gd name="connsiteY33-9528" fmla="*/ 6870 h 10000"/>
              <a:gd name="connsiteX34-9529" fmla="*/ 5835 w 9716"/>
              <a:gd name="connsiteY34-9530" fmla="*/ 7087 h 10000"/>
              <a:gd name="connsiteX35-9531" fmla="*/ 6146 w 9716"/>
              <a:gd name="connsiteY35-9532" fmla="*/ 7284 h 10000"/>
              <a:gd name="connsiteX36-9533" fmla="*/ 6429 w 9716"/>
              <a:gd name="connsiteY36-9534" fmla="*/ 7498 h 10000"/>
              <a:gd name="connsiteX37-9535" fmla="*/ 6742 w 9716"/>
              <a:gd name="connsiteY37-9536" fmla="*/ 7718 h 10000"/>
              <a:gd name="connsiteX38-9537" fmla="*/ 7025 w 9716"/>
              <a:gd name="connsiteY38-9538" fmla="*/ 7816 h 10000"/>
              <a:gd name="connsiteX39-9539" fmla="*/ 7336 w 9716"/>
              <a:gd name="connsiteY39-9540" fmla="*/ 8014 h 10000"/>
              <a:gd name="connsiteX40-9541" fmla="*/ 7479 w 9716"/>
              <a:gd name="connsiteY40-9542" fmla="*/ 8131 h 10000"/>
              <a:gd name="connsiteX41-9543" fmla="*/ 7646 w 9716"/>
              <a:gd name="connsiteY41-9544" fmla="*/ 8131 h 10000"/>
              <a:gd name="connsiteX42-9545" fmla="*/ 7789 w 9716"/>
              <a:gd name="connsiteY42-9546" fmla="*/ 8228 h 10000"/>
              <a:gd name="connsiteX43-9547" fmla="*/ 7933 w 9716"/>
              <a:gd name="connsiteY43-9548" fmla="*/ 8228 h 10000"/>
              <a:gd name="connsiteX44-9549" fmla="*/ 7933 w 9716"/>
              <a:gd name="connsiteY44-9550" fmla="*/ 8228 h 10000"/>
              <a:gd name="connsiteX45-9551" fmla="*/ 8075 w 9716"/>
              <a:gd name="connsiteY45-9552" fmla="*/ 8131 h 10000"/>
              <a:gd name="connsiteX46-9553" fmla="*/ 8075 w 9716"/>
              <a:gd name="connsiteY46-9554" fmla="*/ 8014 h 10000"/>
              <a:gd name="connsiteX47-9555" fmla="*/ 8244 w 9716"/>
              <a:gd name="connsiteY47-9556" fmla="*/ 7914 h 10000"/>
              <a:gd name="connsiteX48-9557" fmla="*/ 8244 w 9716"/>
              <a:gd name="connsiteY48-9558" fmla="*/ 7816 h 10000"/>
              <a:gd name="connsiteX49-9559" fmla="*/ 8384 w 9716"/>
              <a:gd name="connsiteY49-9560" fmla="*/ 7597 h 10000"/>
              <a:gd name="connsiteX50-9561" fmla="*/ 8384 w 9716"/>
              <a:gd name="connsiteY50-9562" fmla="*/ 7403 h 10000"/>
              <a:gd name="connsiteX51-9563" fmla="*/ 8524 w 9716"/>
              <a:gd name="connsiteY51-9564" fmla="*/ 7184 h 10000"/>
              <a:gd name="connsiteX52-9565" fmla="*/ 8524 w 9716"/>
              <a:gd name="connsiteY52-9566" fmla="*/ 6870 h 10000"/>
              <a:gd name="connsiteX53-9567" fmla="*/ 8667 w 9716"/>
              <a:gd name="connsiteY53-9568" fmla="*/ 6673 h 10000"/>
              <a:gd name="connsiteX54-9569" fmla="*/ 8667 w 9716"/>
              <a:gd name="connsiteY54-9570" fmla="*/ 6554 h 10000"/>
              <a:gd name="connsiteX55-9571" fmla="*/ 8837 w 9716"/>
              <a:gd name="connsiteY55-9572" fmla="*/ 6356 h 10000"/>
              <a:gd name="connsiteX56-9573" fmla="*/ 8837 w 9716"/>
              <a:gd name="connsiteY56-9574" fmla="*/ 6239 h 10000"/>
              <a:gd name="connsiteX57-9575" fmla="*/ 8981 w 9716"/>
              <a:gd name="connsiteY57-9576" fmla="*/ 6142 h 10000"/>
              <a:gd name="connsiteX58-9577" fmla="*/ 8981 w 9716"/>
              <a:gd name="connsiteY58-9578" fmla="*/ 6142 h 10000"/>
              <a:gd name="connsiteX59-9579" fmla="*/ 8981 w 9716"/>
              <a:gd name="connsiteY59-9580" fmla="*/ 6142 h 10000"/>
              <a:gd name="connsiteX60-9581" fmla="*/ 8981 w 9716"/>
              <a:gd name="connsiteY60-9582" fmla="*/ 6142 h 10000"/>
              <a:gd name="connsiteX61-9583" fmla="*/ 9122 w 9716"/>
              <a:gd name="connsiteY61-9584" fmla="*/ 6142 h 10000"/>
              <a:gd name="connsiteX62-9585" fmla="*/ 9122 w 9716"/>
              <a:gd name="connsiteY62-9586" fmla="*/ 6239 h 10000"/>
              <a:gd name="connsiteX63-9587" fmla="*/ 9122 w 9716"/>
              <a:gd name="connsiteY63-9588" fmla="*/ 6356 h 10000"/>
              <a:gd name="connsiteX64-9589" fmla="*/ 9122 w 9716"/>
              <a:gd name="connsiteY64-9590" fmla="*/ 6554 h 10000"/>
              <a:gd name="connsiteX65-9591" fmla="*/ 9293 w 9716"/>
              <a:gd name="connsiteY65-9592" fmla="*/ 6673 h 10000"/>
              <a:gd name="connsiteX66-9593" fmla="*/ 9293 w 9716"/>
              <a:gd name="connsiteY66-9594" fmla="*/ 6870 h 10000"/>
              <a:gd name="connsiteX67-9595" fmla="*/ 9293 w 9716"/>
              <a:gd name="connsiteY67-9596" fmla="*/ 7184 h 10000"/>
              <a:gd name="connsiteX68-9597" fmla="*/ 9293 w 9716"/>
              <a:gd name="connsiteY68-9598" fmla="*/ 7597 h 10000"/>
              <a:gd name="connsiteX69-9599" fmla="*/ 9432 w 9716"/>
              <a:gd name="connsiteY69-9600" fmla="*/ 8131 h 10000"/>
              <a:gd name="connsiteX70-9601" fmla="*/ 9576 w 9716"/>
              <a:gd name="connsiteY70-9602" fmla="*/ 8543 h 10000"/>
              <a:gd name="connsiteX71-9603" fmla="*/ 9716 w 9716"/>
              <a:gd name="connsiteY71-9604" fmla="*/ 9054 h 10000"/>
              <a:gd name="connsiteX72-9605" fmla="*/ 9716 w 9716"/>
              <a:gd name="connsiteY72-9606" fmla="*/ 9172 h 10000"/>
              <a:gd name="connsiteX73-9607" fmla="*/ 9716 w 9716"/>
              <a:gd name="connsiteY73-9608" fmla="*/ 9368 h 10000"/>
              <a:gd name="connsiteX74-9609" fmla="*/ 9716 w 9716"/>
              <a:gd name="connsiteY74-9610" fmla="*/ 9588 h 10000"/>
              <a:gd name="connsiteX75-9611" fmla="*/ 9716 w 9716"/>
              <a:gd name="connsiteY75-9612" fmla="*/ 9686 h 10000"/>
              <a:gd name="connsiteX76-9613" fmla="*/ 9716 w 9716"/>
              <a:gd name="connsiteY76-9614" fmla="*/ 9786 h 10000"/>
              <a:gd name="connsiteX77-9615" fmla="*/ 9716 w 9716"/>
              <a:gd name="connsiteY77-9616" fmla="*/ 9900 h 10000"/>
              <a:gd name="connsiteX78-9617" fmla="*/ 9716 w 9716"/>
              <a:gd name="connsiteY78-9618" fmla="*/ 9900 h 10000"/>
              <a:gd name="connsiteX79-9619" fmla="*/ 9716 w 9716"/>
              <a:gd name="connsiteY79-9620" fmla="*/ 10000 h 10000"/>
              <a:gd name="connsiteX80-9621" fmla="*/ 9432 w 9716"/>
              <a:gd name="connsiteY80-9622" fmla="*/ 9900 h 10000"/>
              <a:gd name="connsiteX81-9623" fmla="*/ 9122 w 9716"/>
              <a:gd name="connsiteY81-9624" fmla="*/ 9900 h 10000"/>
              <a:gd name="connsiteX82-9625" fmla="*/ 8667 w 9716"/>
              <a:gd name="connsiteY82-9626" fmla="*/ 9786 h 10000"/>
              <a:gd name="connsiteX83-9627" fmla="*/ 8075 w 9716"/>
              <a:gd name="connsiteY83-9628" fmla="*/ 9588 h 10000"/>
              <a:gd name="connsiteX84-9629" fmla="*/ 8075 w 9716"/>
              <a:gd name="connsiteY84-9630" fmla="*/ 9588 h 10000"/>
              <a:gd name="connsiteX0-9631" fmla="*/ 8311 w 10000"/>
              <a:gd name="connsiteY0-9632" fmla="*/ 9693 h 10105"/>
              <a:gd name="connsiteX1-9633" fmla="*/ 7869 w 10000"/>
              <a:gd name="connsiteY1-9634" fmla="*/ 9473 h 10105"/>
              <a:gd name="connsiteX2-9635" fmla="*/ 7230 w 10000"/>
              <a:gd name="connsiteY2-9636" fmla="*/ 9277 h 10105"/>
              <a:gd name="connsiteX3-9637" fmla="*/ 6617 w 10000"/>
              <a:gd name="connsiteY3-9638" fmla="*/ 8965 h 10105"/>
              <a:gd name="connsiteX4-9639" fmla="*/ 6006 w 10000"/>
              <a:gd name="connsiteY4-9640" fmla="*/ 8648 h 10105"/>
              <a:gd name="connsiteX5-9641" fmla="*/ 5712 w 10000"/>
              <a:gd name="connsiteY5-9642" fmla="*/ 8433 h 10105"/>
              <a:gd name="connsiteX6-9643" fmla="*/ 5394 w 10000"/>
              <a:gd name="connsiteY6-9644" fmla="*/ 8236 h 10105"/>
              <a:gd name="connsiteX7-9645" fmla="*/ 5073 w 10000"/>
              <a:gd name="connsiteY7-9646" fmla="*/ 8019 h 10105"/>
              <a:gd name="connsiteX8-9647" fmla="*/ 4781 w 10000"/>
              <a:gd name="connsiteY8-9648" fmla="*/ 7823 h 10105"/>
              <a:gd name="connsiteX9-9649" fmla="*/ 4459 w 10000"/>
              <a:gd name="connsiteY9-9650" fmla="*/ 7508 h 10105"/>
              <a:gd name="connsiteX10-9651" fmla="*/ 4168 w 10000"/>
              <a:gd name="connsiteY10-9652" fmla="*/ 7192 h 10105"/>
              <a:gd name="connsiteX11-9653" fmla="*/ 3849 w 10000"/>
              <a:gd name="connsiteY11-9654" fmla="*/ 6877 h 10105"/>
              <a:gd name="connsiteX12-9655" fmla="*/ 3383 w 10000"/>
              <a:gd name="connsiteY12-9656" fmla="*/ 6558 h 10105"/>
              <a:gd name="connsiteX13-9657" fmla="*/ 2626 w 10000"/>
              <a:gd name="connsiteY13-9658" fmla="*/ 5833 h 10105"/>
              <a:gd name="connsiteX14-9659" fmla="*/ 2009 w 10000"/>
              <a:gd name="connsiteY14-9660" fmla="*/ 5206 h 10105"/>
              <a:gd name="connsiteX15-9661" fmla="*/ 1399 w 10000"/>
              <a:gd name="connsiteY15-9662" fmla="*/ 4474 h 10105"/>
              <a:gd name="connsiteX16-9663" fmla="*/ 932 w 10000"/>
              <a:gd name="connsiteY16-9664" fmla="*/ 3648 h 10105"/>
              <a:gd name="connsiteX17-9665" fmla="*/ 467 w 10000"/>
              <a:gd name="connsiteY17-9666" fmla="*/ 2921 h 10105"/>
              <a:gd name="connsiteX18-9667" fmla="*/ 0 w 10000"/>
              <a:gd name="connsiteY18-9668" fmla="*/ 2192 h 10105"/>
              <a:gd name="connsiteX19-9669" fmla="*/ 467 w 10000"/>
              <a:gd name="connsiteY19-9670" fmla="*/ 105 h 10105"/>
              <a:gd name="connsiteX20-9671" fmla="*/ 1080 w 10000"/>
              <a:gd name="connsiteY20-9672" fmla="*/ 1563 h 10105"/>
              <a:gd name="connsiteX21-9673" fmla="*/ 1546 w 10000"/>
              <a:gd name="connsiteY21-9674" fmla="*/ 2389 h 10105"/>
              <a:gd name="connsiteX22-9675" fmla="*/ 2009 w 10000"/>
              <a:gd name="connsiteY22-9676" fmla="*/ 3332 h 10105"/>
              <a:gd name="connsiteX23-9677" fmla="*/ 2302 w 10000"/>
              <a:gd name="connsiteY23-9678" fmla="*/ 3748 h 10105"/>
              <a:gd name="connsiteX24-9679" fmla="*/ 2626 w 10000"/>
              <a:gd name="connsiteY24-9680" fmla="*/ 4064 h 10105"/>
              <a:gd name="connsiteX25-9681" fmla="*/ 2947 w 10000"/>
              <a:gd name="connsiteY25-9682" fmla="*/ 4474 h 10105"/>
              <a:gd name="connsiteX26-9683" fmla="*/ 3383 w 10000"/>
              <a:gd name="connsiteY26-9684" fmla="*/ 4886 h 10105"/>
              <a:gd name="connsiteX27-9685" fmla="*/ 3702 w 10000"/>
              <a:gd name="connsiteY27-9686" fmla="*/ 5302 h 10105"/>
              <a:gd name="connsiteX28-9687" fmla="*/ 3995 w 10000"/>
              <a:gd name="connsiteY28-9688" fmla="*/ 5735 h 10105"/>
              <a:gd name="connsiteX29-9689" fmla="*/ 4459 w 10000"/>
              <a:gd name="connsiteY29-9690" fmla="*/ 6049 h 10105"/>
              <a:gd name="connsiteX30-9691" fmla="*/ 4781 w 10000"/>
              <a:gd name="connsiteY30-9692" fmla="*/ 6344 h 10105"/>
              <a:gd name="connsiteX31-9693" fmla="*/ 5249 w 10000"/>
              <a:gd name="connsiteY31-9694" fmla="*/ 6659 h 10105"/>
              <a:gd name="connsiteX32-9695" fmla="*/ 5540 w 10000"/>
              <a:gd name="connsiteY32-9696" fmla="*/ 6975 h 10105"/>
              <a:gd name="connsiteX33-9697" fmla="*/ 6006 w 10000"/>
              <a:gd name="connsiteY33-9698" fmla="*/ 7192 h 10105"/>
              <a:gd name="connsiteX34-9699" fmla="*/ 6326 w 10000"/>
              <a:gd name="connsiteY34-9700" fmla="*/ 7389 h 10105"/>
              <a:gd name="connsiteX35-9701" fmla="*/ 6617 w 10000"/>
              <a:gd name="connsiteY35-9702" fmla="*/ 7603 h 10105"/>
              <a:gd name="connsiteX36-9703" fmla="*/ 6939 w 10000"/>
              <a:gd name="connsiteY36-9704" fmla="*/ 7823 h 10105"/>
              <a:gd name="connsiteX37-9705" fmla="*/ 7230 w 10000"/>
              <a:gd name="connsiteY37-9706" fmla="*/ 7921 h 10105"/>
              <a:gd name="connsiteX38-9707" fmla="*/ 7550 w 10000"/>
              <a:gd name="connsiteY38-9708" fmla="*/ 8119 h 10105"/>
              <a:gd name="connsiteX39-9709" fmla="*/ 7698 w 10000"/>
              <a:gd name="connsiteY39-9710" fmla="*/ 8236 h 10105"/>
              <a:gd name="connsiteX40-9711" fmla="*/ 7869 w 10000"/>
              <a:gd name="connsiteY40-9712" fmla="*/ 8236 h 10105"/>
              <a:gd name="connsiteX41-9713" fmla="*/ 8017 w 10000"/>
              <a:gd name="connsiteY41-9714" fmla="*/ 8333 h 10105"/>
              <a:gd name="connsiteX42-9715" fmla="*/ 8165 w 10000"/>
              <a:gd name="connsiteY42-9716" fmla="*/ 8333 h 10105"/>
              <a:gd name="connsiteX43-9717" fmla="*/ 8165 w 10000"/>
              <a:gd name="connsiteY43-9718" fmla="*/ 8333 h 10105"/>
              <a:gd name="connsiteX44-9719" fmla="*/ 8311 w 10000"/>
              <a:gd name="connsiteY44-9720" fmla="*/ 8236 h 10105"/>
              <a:gd name="connsiteX45-9721" fmla="*/ 8311 w 10000"/>
              <a:gd name="connsiteY45-9722" fmla="*/ 8119 h 10105"/>
              <a:gd name="connsiteX46-9723" fmla="*/ 8485 w 10000"/>
              <a:gd name="connsiteY46-9724" fmla="*/ 8019 h 10105"/>
              <a:gd name="connsiteX47-9725" fmla="*/ 8485 w 10000"/>
              <a:gd name="connsiteY47-9726" fmla="*/ 7921 h 10105"/>
              <a:gd name="connsiteX48-9727" fmla="*/ 8629 w 10000"/>
              <a:gd name="connsiteY48-9728" fmla="*/ 7702 h 10105"/>
              <a:gd name="connsiteX49-9729" fmla="*/ 8629 w 10000"/>
              <a:gd name="connsiteY49-9730" fmla="*/ 7508 h 10105"/>
              <a:gd name="connsiteX50-9731" fmla="*/ 8773 w 10000"/>
              <a:gd name="connsiteY50-9732" fmla="*/ 7289 h 10105"/>
              <a:gd name="connsiteX51-9733" fmla="*/ 8773 w 10000"/>
              <a:gd name="connsiteY51-9734" fmla="*/ 6975 h 10105"/>
              <a:gd name="connsiteX52-9735" fmla="*/ 8920 w 10000"/>
              <a:gd name="connsiteY52-9736" fmla="*/ 6778 h 10105"/>
              <a:gd name="connsiteX53-9737" fmla="*/ 8920 w 10000"/>
              <a:gd name="connsiteY53-9738" fmla="*/ 6659 h 10105"/>
              <a:gd name="connsiteX54-9739" fmla="*/ 9095 w 10000"/>
              <a:gd name="connsiteY54-9740" fmla="*/ 6461 h 10105"/>
              <a:gd name="connsiteX55-9741" fmla="*/ 9095 w 10000"/>
              <a:gd name="connsiteY55-9742" fmla="*/ 6344 h 10105"/>
              <a:gd name="connsiteX56-9743" fmla="*/ 9244 w 10000"/>
              <a:gd name="connsiteY56-9744" fmla="*/ 6247 h 10105"/>
              <a:gd name="connsiteX57-9745" fmla="*/ 9244 w 10000"/>
              <a:gd name="connsiteY57-9746" fmla="*/ 6247 h 10105"/>
              <a:gd name="connsiteX58-9747" fmla="*/ 9244 w 10000"/>
              <a:gd name="connsiteY58-9748" fmla="*/ 6247 h 10105"/>
              <a:gd name="connsiteX59-9749" fmla="*/ 9244 w 10000"/>
              <a:gd name="connsiteY59-9750" fmla="*/ 6247 h 10105"/>
              <a:gd name="connsiteX60-9751" fmla="*/ 9389 w 10000"/>
              <a:gd name="connsiteY60-9752" fmla="*/ 6247 h 10105"/>
              <a:gd name="connsiteX61-9753" fmla="*/ 9389 w 10000"/>
              <a:gd name="connsiteY61-9754" fmla="*/ 6344 h 10105"/>
              <a:gd name="connsiteX62-9755" fmla="*/ 9389 w 10000"/>
              <a:gd name="connsiteY62-9756" fmla="*/ 6461 h 10105"/>
              <a:gd name="connsiteX63-9757" fmla="*/ 9389 w 10000"/>
              <a:gd name="connsiteY63-9758" fmla="*/ 6659 h 10105"/>
              <a:gd name="connsiteX64-9759" fmla="*/ 9565 w 10000"/>
              <a:gd name="connsiteY64-9760" fmla="*/ 6778 h 10105"/>
              <a:gd name="connsiteX65-9761" fmla="*/ 9565 w 10000"/>
              <a:gd name="connsiteY65-9762" fmla="*/ 6975 h 10105"/>
              <a:gd name="connsiteX66-9763" fmla="*/ 9565 w 10000"/>
              <a:gd name="connsiteY66-9764" fmla="*/ 7289 h 10105"/>
              <a:gd name="connsiteX67-9765" fmla="*/ 9565 w 10000"/>
              <a:gd name="connsiteY67-9766" fmla="*/ 7702 h 10105"/>
              <a:gd name="connsiteX68-9767" fmla="*/ 9708 w 10000"/>
              <a:gd name="connsiteY68-9768" fmla="*/ 8236 h 10105"/>
              <a:gd name="connsiteX69-9769" fmla="*/ 9856 w 10000"/>
              <a:gd name="connsiteY69-9770" fmla="*/ 8648 h 10105"/>
              <a:gd name="connsiteX70-9771" fmla="*/ 10000 w 10000"/>
              <a:gd name="connsiteY70-9772" fmla="*/ 9159 h 10105"/>
              <a:gd name="connsiteX71-9773" fmla="*/ 10000 w 10000"/>
              <a:gd name="connsiteY71-9774" fmla="*/ 9277 h 10105"/>
              <a:gd name="connsiteX72-9775" fmla="*/ 10000 w 10000"/>
              <a:gd name="connsiteY72-9776" fmla="*/ 9473 h 10105"/>
              <a:gd name="connsiteX73-9777" fmla="*/ 10000 w 10000"/>
              <a:gd name="connsiteY73-9778" fmla="*/ 9693 h 10105"/>
              <a:gd name="connsiteX74-9779" fmla="*/ 10000 w 10000"/>
              <a:gd name="connsiteY74-9780" fmla="*/ 9791 h 10105"/>
              <a:gd name="connsiteX75-9781" fmla="*/ 10000 w 10000"/>
              <a:gd name="connsiteY75-9782" fmla="*/ 9891 h 10105"/>
              <a:gd name="connsiteX76-9783" fmla="*/ 10000 w 10000"/>
              <a:gd name="connsiteY76-9784" fmla="*/ 10005 h 10105"/>
              <a:gd name="connsiteX77-9785" fmla="*/ 10000 w 10000"/>
              <a:gd name="connsiteY77-9786" fmla="*/ 10005 h 10105"/>
              <a:gd name="connsiteX78-9787" fmla="*/ 10000 w 10000"/>
              <a:gd name="connsiteY78-9788" fmla="*/ 10105 h 10105"/>
              <a:gd name="connsiteX79-9789" fmla="*/ 9708 w 10000"/>
              <a:gd name="connsiteY79-9790" fmla="*/ 10005 h 10105"/>
              <a:gd name="connsiteX80-9791" fmla="*/ 9389 w 10000"/>
              <a:gd name="connsiteY80-9792" fmla="*/ 10005 h 10105"/>
              <a:gd name="connsiteX81-9793" fmla="*/ 8920 w 10000"/>
              <a:gd name="connsiteY81-9794" fmla="*/ 9891 h 10105"/>
              <a:gd name="connsiteX82-9795" fmla="*/ 8311 w 10000"/>
              <a:gd name="connsiteY82-9796" fmla="*/ 9693 h 10105"/>
              <a:gd name="connsiteX83-9797" fmla="*/ 8311 w 10000"/>
              <a:gd name="connsiteY83-9798" fmla="*/ 9693 h 10105"/>
              <a:gd name="connsiteX0-9799" fmla="*/ 8311 w 10000"/>
              <a:gd name="connsiteY0-9800" fmla="*/ 8163 h 8575"/>
              <a:gd name="connsiteX1-9801" fmla="*/ 7869 w 10000"/>
              <a:gd name="connsiteY1-9802" fmla="*/ 7943 h 8575"/>
              <a:gd name="connsiteX2-9803" fmla="*/ 7230 w 10000"/>
              <a:gd name="connsiteY2-9804" fmla="*/ 7747 h 8575"/>
              <a:gd name="connsiteX3-9805" fmla="*/ 6617 w 10000"/>
              <a:gd name="connsiteY3-9806" fmla="*/ 7435 h 8575"/>
              <a:gd name="connsiteX4-9807" fmla="*/ 6006 w 10000"/>
              <a:gd name="connsiteY4-9808" fmla="*/ 7118 h 8575"/>
              <a:gd name="connsiteX5-9809" fmla="*/ 5712 w 10000"/>
              <a:gd name="connsiteY5-9810" fmla="*/ 6903 h 8575"/>
              <a:gd name="connsiteX6-9811" fmla="*/ 5394 w 10000"/>
              <a:gd name="connsiteY6-9812" fmla="*/ 6706 h 8575"/>
              <a:gd name="connsiteX7-9813" fmla="*/ 5073 w 10000"/>
              <a:gd name="connsiteY7-9814" fmla="*/ 6489 h 8575"/>
              <a:gd name="connsiteX8-9815" fmla="*/ 4781 w 10000"/>
              <a:gd name="connsiteY8-9816" fmla="*/ 6293 h 8575"/>
              <a:gd name="connsiteX9-9817" fmla="*/ 4459 w 10000"/>
              <a:gd name="connsiteY9-9818" fmla="*/ 5978 h 8575"/>
              <a:gd name="connsiteX10-9819" fmla="*/ 4168 w 10000"/>
              <a:gd name="connsiteY10-9820" fmla="*/ 5662 h 8575"/>
              <a:gd name="connsiteX11-9821" fmla="*/ 3849 w 10000"/>
              <a:gd name="connsiteY11-9822" fmla="*/ 5347 h 8575"/>
              <a:gd name="connsiteX12-9823" fmla="*/ 3383 w 10000"/>
              <a:gd name="connsiteY12-9824" fmla="*/ 5028 h 8575"/>
              <a:gd name="connsiteX13-9825" fmla="*/ 2626 w 10000"/>
              <a:gd name="connsiteY13-9826" fmla="*/ 4303 h 8575"/>
              <a:gd name="connsiteX14-9827" fmla="*/ 2009 w 10000"/>
              <a:gd name="connsiteY14-9828" fmla="*/ 3676 h 8575"/>
              <a:gd name="connsiteX15-9829" fmla="*/ 1399 w 10000"/>
              <a:gd name="connsiteY15-9830" fmla="*/ 2944 h 8575"/>
              <a:gd name="connsiteX16-9831" fmla="*/ 932 w 10000"/>
              <a:gd name="connsiteY16-9832" fmla="*/ 2118 h 8575"/>
              <a:gd name="connsiteX17-9833" fmla="*/ 467 w 10000"/>
              <a:gd name="connsiteY17-9834" fmla="*/ 1391 h 8575"/>
              <a:gd name="connsiteX18-9835" fmla="*/ 0 w 10000"/>
              <a:gd name="connsiteY18-9836" fmla="*/ 662 h 8575"/>
              <a:gd name="connsiteX19-9837" fmla="*/ 1080 w 10000"/>
              <a:gd name="connsiteY19-9838" fmla="*/ 33 h 8575"/>
              <a:gd name="connsiteX20-9839" fmla="*/ 1546 w 10000"/>
              <a:gd name="connsiteY20-9840" fmla="*/ 859 h 8575"/>
              <a:gd name="connsiteX21-9841" fmla="*/ 2009 w 10000"/>
              <a:gd name="connsiteY21-9842" fmla="*/ 1802 h 8575"/>
              <a:gd name="connsiteX22-9843" fmla="*/ 2302 w 10000"/>
              <a:gd name="connsiteY22-9844" fmla="*/ 2218 h 8575"/>
              <a:gd name="connsiteX23-9845" fmla="*/ 2626 w 10000"/>
              <a:gd name="connsiteY23-9846" fmla="*/ 2534 h 8575"/>
              <a:gd name="connsiteX24-9847" fmla="*/ 2947 w 10000"/>
              <a:gd name="connsiteY24-9848" fmla="*/ 2944 h 8575"/>
              <a:gd name="connsiteX25-9849" fmla="*/ 3383 w 10000"/>
              <a:gd name="connsiteY25-9850" fmla="*/ 3356 h 8575"/>
              <a:gd name="connsiteX26-9851" fmla="*/ 3702 w 10000"/>
              <a:gd name="connsiteY26-9852" fmla="*/ 3772 h 8575"/>
              <a:gd name="connsiteX27-9853" fmla="*/ 3995 w 10000"/>
              <a:gd name="connsiteY27-9854" fmla="*/ 4205 h 8575"/>
              <a:gd name="connsiteX28-9855" fmla="*/ 4459 w 10000"/>
              <a:gd name="connsiteY28-9856" fmla="*/ 4519 h 8575"/>
              <a:gd name="connsiteX29-9857" fmla="*/ 4781 w 10000"/>
              <a:gd name="connsiteY29-9858" fmla="*/ 4814 h 8575"/>
              <a:gd name="connsiteX30-9859" fmla="*/ 5249 w 10000"/>
              <a:gd name="connsiteY30-9860" fmla="*/ 5129 h 8575"/>
              <a:gd name="connsiteX31-9861" fmla="*/ 5540 w 10000"/>
              <a:gd name="connsiteY31-9862" fmla="*/ 5445 h 8575"/>
              <a:gd name="connsiteX32-9863" fmla="*/ 6006 w 10000"/>
              <a:gd name="connsiteY32-9864" fmla="*/ 5662 h 8575"/>
              <a:gd name="connsiteX33-9865" fmla="*/ 6326 w 10000"/>
              <a:gd name="connsiteY33-9866" fmla="*/ 5859 h 8575"/>
              <a:gd name="connsiteX34-9867" fmla="*/ 6617 w 10000"/>
              <a:gd name="connsiteY34-9868" fmla="*/ 6073 h 8575"/>
              <a:gd name="connsiteX35-9869" fmla="*/ 6939 w 10000"/>
              <a:gd name="connsiteY35-9870" fmla="*/ 6293 h 8575"/>
              <a:gd name="connsiteX36-9871" fmla="*/ 7230 w 10000"/>
              <a:gd name="connsiteY36-9872" fmla="*/ 6391 h 8575"/>
              <a:gd name="connsiteX37-9873" fmla="*/ 7550 w 10000"/>
              <a:gd name="connsiteY37-9874" fmla="*/ 6589 h 8575"/>
              <a:gd name="connsiteX38-9875" fmla="*/ 7698 w 10000"/>
              <a:gd name="connsiteY38-9876" fmla="*/ 6706 h 8575"/>
              <a:gd name="connsiteX39-9877" fmla="*/ 7869 w 10000"/>
              <a:gd name="connsiteY39-9878" fmla="*/ 6706 h 8575"/>
              <a:gd name="connsiteX40-9879" fmla="*/ 8017 w 10000"/>
              <a:gd name="connsiteY40-9880" fmla="*/ 6803 h 8575"/>
              <a:gd name="connsiteX41-9881" fmla="*/ 8165 w 10000"/>
              <a:gd name="connsiteY41-9882" fmla="*/ 6803 h 8575"/>
              <a:gd name="connsiteX42-9883" fmla="*/ 8165 w 10000"/>
              <a:gd name="connsiteY42-9884" fmla="*/ 6803 h 8575"/>
              <a:gd name="connsiteX43-9885" fmla="*/ 8311 w 10000"/>
              <a:gd name="connsiteY43-9886" fmla="*/ 6706 h 8575"/>
              <a:gd name="connsiteX44-9887" fmla="*/ 8311 w 10000"/>
              <a:gd name="connsiteY44-9888" fmla="*/ 6589 h 8575"/>
              <a:gd name="connsiteX45-9889" fmla="*/ 8485 w 10000"/>
              <a:gd name="connsiteY45-9890" fmla="*/ 6489 h 8575"/>
              <a:gd name="connsiteX46-9891" fmla="*/ 8485 w 10000"/>
              <a:gd name="connsiteY46-9892" fmla="*/ 6391 h 8575"/>
              <a:gd name="connsiteX47-9893" fmla="*/ 8629 w 10000"/>
              <a:gd name="connsiteY47-9894" fmla="*/ 6172 h 8575"/>
              <a:gd name="connsiteX48-9895" fmla="*/ 8629 w 10000"/>
              <a:gd name="connsiteY48-9896" fmla="*/ 5978 h 8575"/>
              <a:gd name="connsiteX49-9897" fmla="*/ 8773 w 10000"/>
              <a:gd name="connsiteY49-9898" fmla="*/ 5759 h 8575"/>
              <a:gd name="connsiteX50-9899" fmla="*/ 8773 w 10000"/>
              <a:gd name="connsiteY50-9900" fmla="*/ 5445 h 8575"/>
              <a:gd name="connsiteX51-9901" fmla="*/ 8920 w 10000"/>
              <a:gd name="connsiteY51-9902" fmla="*/ 5248 h 8575"/>
              <a:gd name="connsiteX52-9903" fmla="*/ 8920 w 10000"/>
              <a:gd name="connsiteY52-9904" fmla="*/ 5129 h 8575"/>
              <a:gd name="connsiteX53-9905" fmla="*/ 9095 w 10000"/>
              <a:gd name="connsiteY53-9906" fmla="*/ 4931 h 8575"/>
              <a:gd name="connsiteX54-9907" fmla="*/ 9095 w 10000"/>
              <a:gd name="connsiteY54-9908" fmla="*/ 4814 h 8575"/>
              <a:gd name="connsiteX55-9909" fmla="*/ 9244 w 10000"/>
              <a:gd name="connsiteY55-9910" fmla="*/ 4717 h 8575"/>
              <a:gd name="connsiteX56-9911" fmla="*/ 9244 w 10000"/>
              <a:gd name="connsiteY56-9912" fmla="*/ 4717 h 8575"/>
              <a:gd name="connsiteX57-9913" fmla="*/ 9244 w 10000"/>
              <a:gd name="connsiteY57-9914" fmla="*/ 4717 h 8575"/>
              <a:gd name="connsiteX58-9915" fmla="*/ 9244 w 10000"/>
              <a:gd name="connsiteY58-9916" fmla="*/ 4717 h 8575"/>
              <a:gd name="connsiteX59-9917" fmla="*/ 9389 w 10000"/>
              <a:gd name="connsiteY59-9918" fmla="*/ 4717 h 8575"/>
              <a:gd name="connsiteX60-9919" fmla="*/ 9389 w 10000"/>
              <a:gd name="connsiteY60-9920" fmla="*/ 4814 h 8575"/>
              <a:gd name="connsiteX61-9921" fmla="*/ 9389 w 10000"/>
              <a:gd name="connsiteY61-9922" fmla="*/ 4931 h 8575"/>
              <a:gd name="connsiteX62-9923" fmla="*/ 9389 w 10000"/>
              <a:gd name="connsiteY62-9924" fmla="*/ 5129 h 8575"/>
              <a:gd name="connsiteX63-9925" fmla="*/ 9565 w 10000"/>
              <a:gd name="connsiteY63-9926" fmla="*/ 5248 h 8575"/>
              <a:gd name="connsiteX64-9927" fmla="*/ 9565 w 10000"/>
              <a:gd name="connsiteY64-9928" fmla="*/ 5445 h 8575"/>
              <a:gd name="connsiteX65-9929" fmla="*/ 9565 w 10000"/>
              <a:gd name="connsiteY65-9930" fmla="*/ 5759 h 8575"/>
              <a:gd name="connsiteX66-9931" fmla="*/ 9565 w 10000"/>
              <a:gd name="connsiteY66-9932" fmla="*/ 6172 h 8575"/>
              <a:gd name="connsiteX67-9933" fmla="*/ 9708 w 10000"/>
              <a:gd name="connsiteY67-9934" fmla="*/ 6706 h 8575"/>
              <a:gd name="connsiteX68-9935" fmla="*/ 9856 w 10000"/>
              <a:gd name="connsiteY68-9936" fmla="*/ 7118 h 8575"/>
              <a:gd name="connsiteX69-9937" fmla="*/ 10000 w 10000"/>
              <a:gd name="connsiteY69-9938" fmla="*/ 7629 h 8575"/>
              <a:gd name="connsiteX70-9939" fmla="*/ 10000 w 10000"/>
              <a:gd name="connsiteY70-9940" fmla="*/ 7747 h 8575"/>
              <a:gd name="connsiteX71-9941" fmla="*/ 10000 w 10000"/>
              <a:gd name="connsiteY71-9942" fmla="*/ 7943 h 8575"/>
              <a:gd name="connsiteX72-9943" fmla="*/ 10000 w 10000"/>
              <a:gd name="connsiteY72-9944" fmla="*/ 8163 h 8575"/>
              <a:gd name="connsiteX73-9945" fmla="*/ 10000 w 10000"/>
              <a:gd name="connsiteY73-9946" fmla="*/ 8261 h 8575"/>
              <a:gd name="connsiteX74-9947" fmla="*/ 10000 w 10000"/>
              <a:gd name="connsiteY74-9948" fmla="*/ 8361 h 8575"/>
              <a:gd name="connsiteX75-9949" fmla="*/ 10000 w 10000"/>
              <a:gd name="connsiteY75-9950" fmla="*/ 8475 h 8575"/>
              <a:gd name="connsiteX76-9951" fmla="*/ 10000 w 10000"/>
              <a:gd name="connsiteY76-9952" fmla="*/ 8475 h 8575"/>
              <a:gd name="connsiteX77-9953" fmla="*/ 10000 w 10000"/>
              <a:gd name="connsiteY77-9954" fmla="*/ 8575 h 8575"/>
              <a:gd name="connsiteX78-9955" fmla="*/ 9708 w 10000"/>
              <a:gd name="connsiteY78-9956" fmla="*/ 8475 h 8575"/>
              <a:gd name="connsiteX79-9957" fmla="*/ 9389 w 10000"/>
              <a:gd name="connsiteY79-9958" fmla="*/ 8475 h 8575"/>
              <a:gd name="connsiteX80-9959" fmla="*/ 8920 w 10000"/>
              <a:gd name="connsiteY80-9960" fmla="*/ 8361 h 8575"/>
              <a:gd name="connsiteX81-9961" fmla="*/ 8311 w 10000"/>
              <a:gd name="connsiteY81-9962" fmla="*/ 8163 h 8575"/>
              <a:gd name="connsiteX82-9963" fmla="*/ 8311 w 10000"/>
              <a:gd name="connsiteY82-9964" fmla="*/ 8163 h 8575"/>
              <a:gd name="connsiteX0-9965" fmla="*/ 8311 w 10000"/>
              <a:gd name="connsiteY0-9966" fmla="*/ 8851 h 9331"/>
              <a:gd name="connsiteX1-9967" fmla="*/ 7869 w 10000"/>
              <a:gd name="connsiteY1-9968" fmla="*/ 8594 h 9331"/>
              <a:gd name="connsiteX2-9969" fmla="*/ 7230 w 10000"/>
              <a:gd name="connsiteY2-9970" fmla="*/ 8365 h 9331"/>
              <a:gd name="connsiteX3-9971" fmla="*/ 6617 w 10000"/>
              <a:gd name="connsiteY3-9972" fmla="*/ 8002 h 9331"/>
              <a:gd name="connsiteX4-9973" fmla="*/ 6006 w 10000"/>
              <a:gd name="connsiteY4-9974" fmla="*/ 7632 h 9331"/>
              <a:gd name="connsiteX5-9975" fmla="*/ 5712 w 10000"/>
              <a:gd name="connsiteY5-9976" fmla="*/ 7381 h 9331"/>
              <a:gd name="connsiteX6-9977" fmla="*/ 5394 w 10000"/>
              <a:gd name="connsiteY6-9978" fmla="*/ 7151 h 9331"/>
              <a:gd name="connsiteX7-9979" fmla="*/ 5073 w 10000"/>
              <a:gd name="connsiteY7-9980" fmla="*/ 6898 h 9331"/>
              <a:gd name="connsiteX8-9981" fmla="*/ 4781 w 10000"/>
              <a:gd name="connsiteY8-9982" fmla="*/ 6670 h 9331"/>
              <a:gd name="connsiteX9-9983" fmla="*/ 4459 w 10000"/>
              <a:gd name="connsiteY9-9984" fmla="*/ 6302 h 9331"/>
              <a:gd name="connsiteX10-9985" fmla="*/ 4168 w 10000"/>
              <a:gd name="connsiteY10-9986" fmla="*/ 5934 h 9331"/>
              <a:gd name="connsiteX11-9987" fmla="*/ 3849 w 10000"/>
              <a:gd name="connsiteY11-9988" fmla="*/ 5567 h 9331"/>
              <a:gd name="connsiteX12-9989" fmla="*/ 3383 w 10000"/>
              <a:gd name="connsiteY12-9990" fmla="*/ 5195 h 9331"/>
              <a:gd name="connsiteX13-9991" fmla="*/ 2626 w 10000"/>
              <a:gd name="connsiteY13-9992" fmla="*/ 4349 h 9331"/>
              <a:gd name="connsiteX14-9993" fmla="*/ 2009 w 10000"/>
              <a:gd name="connsiteY14-9994" fmla="*/ 3618 h 9331"/>
              <a:gd name="connsiteX15-9995" fmla="*/ 1399 w 10000"/>
              <a:gd name="connsiteY15-9996" fmla="*/ 2764 h 9331"/>
              <a:gd name="connsiteX16-9997" fmla="*/ 932 w 10000"/>
              <a:gd name="connsiteY16-9998" fmla="*/ 1801 h 9331"/>
              <a:gd name="connsiteX17-9999" fmla="*/ 467 w 10000"/>
              <a:gd name="connsiteY17-10000" fmla="*/ 953 h 9331"/>
              <a:gd name="connsiteX18-10001" fmla="*/ 0 w 10000"/>
              <a:gd name="connsiteY18-10002" fmla="*/ 103 h 9331"/>
              <a:gd name="connsiteX19-10003" fmla="*/ 1546 w 10000"/>
              <a:gd name="connsiteY19-10004" fmla="*/ 333 h 9331"/>
              <a:gd name="connsiteX20-10005" fmla="*/ 2009 w 10000"/>
              <a:gd name="connsiteY20-10006" fmla="*/ 1432 h 9331"/>
              <a:gd name="connsiteX21-10007" fmla="*/ 2302 w 10000"/>
              <a:gd name="connsiteY21-10008" fmla="*/ 1918 h 9331"/>
              <a:gd name="connsiteX22-10009" fmla="*/ 2626 w 10000"/>
              <a:gd name="connsiteY22-10010" fmla="*/ 2286 h 9331"/>
              <a:gd name="connsiteX23-10011" fmla="*/ 2947 w 10000"/>
              <a:gd name="connsiteY23-10012" fmla="*/ 2764 h 9331"/>
              <a:gd name="connsiteX24-10013" fmla="*/ 3383 w 10000"/>
              <a:gd name="connsiteY24-10014" fmla="*/ 3245 h 9331"/>
              <a:gd name="connsiteX25-10015" fmla="*/ 3702 w 10000"/>
              <a:gd name="connsiteY25-10016" fmla="*/ 3730 h 9331"/>
              <a:gd name="connsiteX26-10017" fmla="*/ 3995 w 10000"/>
              <a:gd name="connsiteY26-10018" fmla="*/ 4235 h 9331"/>
              <a:gd name="connsiteX27-10019" fmla="*/ 4459 w 10000"/>
              <a:gd name="connsiteY27-10020" fmla="*/ 4601 h 9331"/>
              <a:gd name="connsiteX28-10021" fmla="*/ 4781 w 10000"/>
              <a:gd name="connsiteY28-10022" fmla="*/ 4945 h 9331"/>
              <a:gd name="connsiteX29-10023" fmla="*/ 5249 w 10000"/>
              <a:gd name="connsiteY29-10024" fmla="*/ 5312 h 9331"/>
              <a:gd name="connsiteX30-10025" fmla="*/ 5540 w 10000"/>
              <a:gd name="connsiteY30-10026" fmla="*/ 5681 h 9331"/>
              <a:gd name="connsiteX31-10027" fmla="*/ 6006 w 10000"/>
              <a:gd name="connsiteY31-10028" fmla="*/ 5934 h 9331"/>
              <a:gd name="connsiteX32-10029" fmla="*/ 6326 w 10000"/>
              <a:gd name="connsiteY32-10030" fmla="*/ 6164 h 9331"/>
              <a:gd name="connsiteX33-10031" fmla="*/ 6617 w 10000"/>
              <a:gd name="connsiteY33-10032" fmla="*/ 6413 h 9331"/>
              <a:gd name="connsiteX34-10033" fmla="*/ 6939 w 10000"/>
              <a:gd name="connsiteY34-10034" fmla="*/ 6670 h 9331"/>
              <a:gd name="connsiteX35-10035" fmla="*/ 7230 w 10000"/>
              <a:gd name="connsiteY35-10036" fmla="*/ 6784 h 9331"/>
              <a:gd name="connsiteX36-10037" fmla="*/ 7550 w 10000"/>
              <a:gd name="connsiteY36-10038" fmla="*/ 7015 h 9331"/>
              <a:gd name="connsiteX37-10039" fmla="*/ 7698 w 10000"/>
              <a:gd name="connsiteY37-10040" fmla="*/ 7151 h 9331"/>
              <a:gd name="connsiteX38-10041" fmla="*/ 7869 w 10000"/>
              <a:gd name="connsiteY38-10042" fmla="*/ 7151 h 9331"/>
              <a:gd name="connsiteX39-10043" fmla="*/ 8017 w 10000"/>
              <a:gd name="connsiteY39-10044" fmla="*/ 7265 h 9331"/>
              <a:gd name="connsiteX40-10045" fmla="*/ 8165 w 10000"/>
              <a:gd name="connsiteY40-10046" fmla="*/ 7265 h 9331"/>
              <a:gd name="connsiteX41-10047" fmla="*/ 8165 w 10000"/>
              <a:gd name="connsiteY41-10048" fmla="*/ 7265 h 9331"/>
              <a:gd name="connsiteX42-10049" fmla="*/ 8311 w 10000"/>
              <a:gd name="connsiteY42-10050" fmla="*/ 7151 h 9331"/>
              <a:gd name="connsiteX43-10051" fmla="*/ 8311 w 10000"/>
              <a:gd name="connsiteY43-10052" fmla="*/ 7015 h 9331"/>
              <a:gd name="connsiteX44-10053" fmla="*/ 8485 w 10000"/>
              <a:gd name="connsiteY44-10054" fmla="*/ 6898 h 9331"/>
              <a:gd name="connsiteX45-10055" fmla="*/ 8485 w 10000"/>
              <a:gd name="connsiteY45-10056" fmla="*/ 6784 h 9331"/>
              <a:gd name="connsiteX46-10057" fmla="*/ 8629 w 10000"/>
              <a:gd name="connsiteY46-10058" fmla="*/ 6529 h 9331"/>
              <a:gd name="connsiteX47-10059" fmla="*/ 8629 w 10000"/>
              <a:gd name="connsiteY47-10060" fmla="*/ 6302 h 9331"/>
              <a:gd name="connsiteX48-10061" fmla="*/ 8773 w 10000"/>
              <a:gd name="connsiteY48-10062" fmla="*/ 6047 h 9331"/>
              <a:gd name="connsiteX49-10063" fmla="*/ 8773 w 10000"/>
              <a:gd name="connsiteY49-10064" fmla="*/ 5681 h 9331"/>
              <a:gd name="connsiteX50-10065" fmla="*/ 8920 w 10000"/>
              <a:gd name="connsiteY50-10066" fmla="*/ 5451 h 9331"/>
              <a:gd name="connsiteX51-10067" fmla="*/ 8920 w 10000"/>
              <a:gd name="connsiteY51-10068" fmla="*/ 5312 h 9331"/>
              <a:gd name="connsiteX52-10069" fmla="*/ 9095 w 10000"/>
              <a:gd name="connsiteY52-10070" fmla="*/ 5081 h 9331"/>
              <a:gd name="connsiteX53-10071" fmla="*/ 9095 w 10000"/>
              <a:gd name="connsiteY53-10072" fmla="*/ 4945 h 9331"/>
              <a:gd name="connsiteX54-10073" fmla="*/ 9244 w 10000"/>
              <a:gd name="connsiteY54-10074" fmla="*/ 4832 h 9331"/>
              <a:gd name="connsiteX55-10075" fmla="*/ 9244 w 10000"/>
              <a:gd name="connsiteY55-10076" fmla="*/ 4832 h 9331"/>
              <a:gd name="connsiteX56-10077" fmla="*/ 9244 w 10000"/>
              <a:gd name="connsiteY56-10078" fmla="*/ 4832 h 9331"/>
              <a:gd name="connsiteX57-10079" fmla="*/ 9244 w 10000"/>
              <a:gd name="connsiteY57-10080" fmla="*/ 4832 h 9331"/>
              <a:gd name="connsiteX58-10081" fmla="*/ 9389 w 10000"/>
              <a:gd name="connsiteY58-10082" fmla="*/ 4832 h 9331"/>
              <a:gd name="connsiteX59-10083" fmla="*/ 9389 w 10000"/>
              <a:gd name="connsiteY59-10084" fmla="*/ 4945 h 9331"/>
              <a:gd name="connsiteX60-10085" fmla="*/ 9389 w 10000"/>
              <a:gd name="connsiteY60-10086" fmla="*/ 5081 h 9331"/>
              <a:gd name="connsiteX61-10087" fmla="*/ 9389 w 10000"/>
              <a:gd name="connsiteY61-10088" fmla="*/ 5312 h 9331"/>
              <a:gd name="connsiteX62-10089" fmla="*/ 9565 w 10000"/>
              <a:gd name="connsiteY62-10090" fmla="*/ 5451 h 9331"/>
              <a:gd name="connsiteX63-10091" fmla="*/ 9565 w 10000"/>
              <a:gd name="connsiteY63-10092" fmla="*/ 5681 h 9331"/>
              <a:gd name="connsiteX64-10093" fmla="*/ 9565 w 10000"/>
              <a:gd name="connsiteY64-10094" fmla="*/ 6047 h 9331"/>
              <a:gd name="connsiteX65-10095" fmla="*/ 9565 w 10000"/>
              <a:gd name="connsiteY65-10096" fmla="*/ 6529 h 9331"/>
              <a:gd name="connsiteX66-10097" fmla="*/ 9708 w 10000"/>
              <a:gd name="connsiteY66-10098" fmla="*/ 7151 h 9331"/>
              <a:gd name="connsiteX67-10099" fmla="*/ 9856 w 10000"/>
              <a:gd name="connsiteY67-10100" fmla="*/ 7632 h 9331"/>
              <a:gd name="connsiteX68-10101" fmla="*/ 10000 w 10000"/>
              <a:gd name="connsiteY68-10102" fmla="*/ 8228 h 9331"/>
              <a:gd name="connsiteX69-10103" fmla="*/ 10000 w 10000"/>
              <a:gd name="connsiteY69-10104" fmla="*/ 8365 h 9331"/>
              <a:gd name="connsiteX70-10105" fmla="*/ 10000 w 10000"/>
              <a:gd name="connsiteY70-10106" fmla="*/ 8594 h 9331"/>
              <a:gd name="connsiteX71-10107" fmla="*/ 10000 w 10000"/>
              <a:gd name="connsiteY71-10108" fmla="*/ 8851 h 9331"/>
              <a:gd name="connsiteX72-10109" fmla="*/ 10000 w 10000"/>
              <a:gd name="connsiteY72-10110" fmla="*/ 8965 h 9331"/>
              <a:gd name="connsiteX73-10111" fmla="*/ 10000 w 10000"/>
              <a:gd name="connsiteY73-10112" fmla="*/ 9081 h 9331"/>
              <a:gd name="connsiteX74-10113" fmla="*/ 10000 w 10000"/>
              <a:gd name="connsiteY74-10114" fmla="*/ 9214 h 9331"/>
              <a:gd name="connsiteX75-10115" fmla="*/ 10000 w 10000"/>
              <a:gd name="connsiteY75-10116" fmla="*/ 9214 h 9331"/>
              <a:gd name="connsiteX76-10117" fmla="*/ 10000 w 10000"/>
              <a:gd name="connsiteY76-10118" fmla="*/ 9331 h 9331"/>
              <a:gd name="connsiteX77-10119" fmla="*/ 9708 w 10000"/>
              <a:gd name="connsiteY77-10120" fmla="*/ 9214 h 9331"/>
              <a:gd name="connsiteX78-10121" fmla="*/ 9389 w 10000"/>
              <a:gd name="connsiteY78-10122" fmla="*/ 9214 h 9331"/>
              <a:gd name="connsiteX79-10123" fmla="*/ 8920 w 10000"/>
              <a:gd name="connsiteY79-10124" fmla="*/ 9081 h 9331"/>
              <a:gd name="connsiteX80-10125" fmla="*/ 8311 w 10000"/>
              <a:gd name="connsiteY80-10126" fmla="*/ 8851 h 9331"/>
              <a:gd name="connsiteX81-10127" fmla="*/ 8311 w 10000"/>
              <a:gd name="connsiteY81-10128" fmla="*/ 8851 h 9331"/>
              <a:gd name="connsiteX0-10129" fmla="*/ 7844 w 9533"/>
              <a:gd name="connsiteY0-10130" fmla="*/ 9129 h 9643"/>
              <a:gd name="connsiteX1-10131" fmla="*/ 7402 w 9533"/>
              <a:gd name="connsiteY1-10132" fmla="*/ 8853 h 9643"/>
              <a:gd name="connsiteX2-10133" fmla="*/ 6763 w 9533"/>
              <a:gd name="connsiteY2-10134" fmla="*/ 8608 h 9643"/>
              <a:gd name="connsiteX3-10135" fmla="*/ 6150 w 9533"/>
              <a:gd name="connsiteY3-10136" fmla="*/ 8219 h 9643"/>
              <a:gd name="connsiteX4-10137" fmla="*/ 5539 w 9533"/>
              <a:gd name="connsiteY4-10138" fmla="*/ 7822 h 9643"/>
              <a:gd name="connsiteX5-10139" fmla="*/ 5245 w 9533"/>
              <a:gd name="connsiteY5-10140" fmla="*/ 7553 h 9643"/>
              <a:gd name="connsiteX6-10141" fmla="*/ 4927 w 9533"/>
              <a:gd name="connsiteY6-10142" fmla="*/ 7307 h 9643"/>
              <a:gd name="connsiteX7-10143" fmla="*/ 4606 w 9533"/>
              <a:gd name="connsiteY7-10144" fmla="*/ 7036 h 9643"/>
              <a:gd name="connsiteX8-10145" fmla="*/ 4314 w 9533"/>
              <a:gd name="connsiteY8-10146" fmla="*/ 6791 h 9643"/>
              <a:gd name="connsiteX9-10147" fmla="*/ 3992 w 9533"/>
              <a:gd name="connsiteY9-10148" fmla="*/ 6397 h 9643"/>
              <a:gd name="connsiteX10-10149" fmla="*/ 3701 w 9533"/>
              <a:gd name="connsiteY10-10150" fmla="*/ 6002 h 9643"/>
              <a:gd name="connsiteX11-10151" fmla="*/ 3382 w 9533"/>
              <a:gd name="connsiteY11-10152" fmla="*/ 5609 h 9643"/>
              <a:gd name="connsiteX12-10153" fmla="*/ 2916 w 9533"/>
              <a:gd name="connsiteY12-10154" fmla="*/ 5210 h 9643"/>
              <a:gd name="connsiteX13-10155" fmla="*/ 2159 w 9533"/>
              <a:gd name="connsiteY13-10156" fmla="*/ 4304 h 9643"/>
              <a:gd name="connsiteX14-10157" fmla="*/ 1542 w 9533"/>
              <a:gd name="connsiteY14-10158" fmla="*/ 3520 h 9643"/>
              <a:gd name="connsiteX15-10159" fmla="*/ 932 w 9533"/>
              <a:gd name="connsiteY15-10160" fmla="*/ 2605 h 9643"/>
              <a:gd name="connsiteX16-10161" fmla="*/ 465 w 9533"/>
              <a:gd name="connsiteY16-10162" fmla="*/ 1573 h 9643"/>
              <a:gd name="connsiteX17-10163" fmla="*/ 0 w 9533"/>
              <a:gd name="connsiteY17-10164" fmla="*/ 664 h 9643"/>
              <a:gd name="connsiteX18-10165" fmla="*/ 1079 w 9533"/>
              <a:gd name="connsiteY18-10166" fmla="*/ 0 h 9643"/>
              <a:gd name="connsiteX19-10167" fmla="*/ 1542 w 9533"/>
              <a:gd name="connsiteY19-10168" fmla="*/ 1178 h 9643"/>
              <a:gd name="connsiteX20-10169" fmla="*/ 1835 w 9533"/>
              <a:gd name="connsiteY20-10170" fmla="*/ 1699 h 9643"/>
              <a:gd name="connsiteX21-10171" fmla="*/ 2159 w 9533"/>
              <a:gd name="connsiteY21-10172" fmla="*/ 2093 h 9643"/>
              <a:gd name="connsiteX22-10173" fmla="*/ 2480 w 9533"/>
              <a:gd name="connsiteY22-10174" fmla="*/ 2605 h 9643"/>
              <a:gd name="connsiteX23-10175" fmla="*/ 2916 w 9533"/>
              <a:gd name="connsiteY23-10176" fmla="*/ 3121 h 9643"/>
              <a:gd name="connsiteX24-10177" fmla="*/ 3235 w 9533"/>
              <a:gd name="connsiteY24-10178" fmla="*/ 3640 h 9643"/>
              <a:gd name="connsiteX25-10179" fmla="*/ 3528 w 9533"/>
              <a:gd name="connsiteY25-10180" fmla="*/ 4182 h 9643"/>
              <a:gd name="connsiteX26-10181" fmla="*/ 3992 w 9533"/>
              <a:gd name="connsiteY26-10182" fmla="*/ 4574 h 9643"/>
              <a:gd name="connsiteX27-10183" fmla="*/ 4314 w 9533"/>
              <a:gd name="connsiteY27-10184" fmla="*/ 4943 h 9643"/>
              <a:gd name="connsiteX28-10185" fmla="*/ 4782 w 9533"/>
              <a:gd name="connsiteY28-10186" fmla="*/ 5336 h 9643"/>
              <a:gd name="connsiteX29-10187" fmla="*/ 5073 w 9533"/>
              <a:gd name="connsiteY29-10188" fmla="*/ 5731 h 9643"/>
              <a:gd name="connsiteX30-10189" fmla="*/ 5539 w 9533"/>
              <a:gd name="connsiteY30-10190" fmla="*/ 6002 h 9643"/>
              <a:gd name="connsiteX31-10191" fmla="*/ 5859 w 9533"/>
              <a:gd name="connsiteY31-10192" fmla="*/ 6249 h 9643"/>
              <a:gd name="connsiteX32-10193" fmla="*/ 6150 w 9533"/>
              <a:gd name="connsiteY32-10194" fmla="*/ 6516 h 9643"/>
              <a:gd name="connsiteX33-10195" fmla="*/ 6472 w 9533"/>
              <a:gd name="connsiteY33-10196" fmla="*/ 6791 h 9643"/>
              <a:gd name="connsiteX34-10197" fmla="*/ 6763 w 9533"/>
              <a:gd name="connsiteY34-10198" fmla="*/ 6913 h 9643"/>
              <a:gd name="connsiteX35-10199" fmla="*/ 7083 w 9533"/>
              <a:gd name="connsiteY35-10200" fmla="*/ 7161 h 9643"/>
              <a:gd name="connsiteX36-10201" fmla="*/ 7231 w 9533"/>
              <a:gd name="connsiteY36-10202" fmla="*/ 7307 h 9643"/>
              <a:gd name="connsiteX37-10203" fmla="*/ 7402 w 9533"/>
              <a:gd name="connsiteY37-10204" fmla="*/ 7307 h 9643"/>
              <a:gd name="connsiteX38-10205" fmla="*/ 7550 w 9533"/>
              <a:gd name="connsiteY38-10206" fmla="*/ 7429 h 9643"/>
              <a:gd name="connsiteX39-10207" fmla="*/ 7698 w 9533"/>
              <a:gd name="connsiteY39-10208" fmla="*/ 7429 h 9643"/>
              <a:gd name="connsiteX40-10209" fmla="*/ 7698 w 9533"/>
              <a:gd name="connsiteY40-10210" fmla="*/ 7429 h 9643"/>
              <a:gd name="connsiteX41-10211" fmla="*/ 7844 w 9533"/>
              <a:gd name="connsiteY41-10212" fmla="*/ 7307 h 9643"/>
              <a:gd name="connsiteX42-10213" fmla="*/ 7844 w 9533"/>
              <a:gd name="connsiteY42-10214" fmla="*/ 7161 h 9643"/>
              <a:gd name="connsiteX43-10215" fmla="*/ 8018 w 9533"/>
              <a:gd name="connsiteY43-10216" fmla="*/ 7036 h 9643"/>
              <a:gd name="connsiteX44-10217" fmla="*/ 8018 w 9533"/>
              <a:gd name="connsiteY44-10218" fmla="*/ 6913 h 9643"/>
              <a:gd name="connsiteX45-10219" fmla="*/ 8162 w 9533"/>
              <a:gd name="connsiteY45-10220" fmla="*/ 6640 h 9643"/>
              <a:gd name="connsiteX46-10221" fmla="*/ 8162 w 9533"/>
              <a:gd name="connsiteY46-10222" fmla="*/ 6397 h 9643"/>
              <a:gd name="connsiteX47-10223" fmla="*/ 8306 w 9533"/>
              <a:gd name="connsiteY47-10224" fmla="*/ 6124 h 9643"/>
              <a:gd name="connsiteX48-10225" fmla="*/ 8306 w 9533"/>
              <a:gd name="connsiteY48-10226" fmla="*/ 5731 h 9643"/>
              <a:gd name="connsiteX49-10227" fmla="*/ 8453 w 9533"/>
              <a:gd name="connsiteY49-10228" fmla="*/ 5485 h 9643"/>
              <a:gd name="connsiteX50-10229" fmla="*/ 8453 w 9533"/>
              <a:gd name="connsiteY50-10230" fmla="*/ 5336 h 9643"/>
              <a:gd name="connsiteX51-10231" fmla="*/ 8628 w 9533"/>
              <a:gd name="connsiteY51-10232" fmla="*/ 5088 h 9643"/>
              <a:gd name="connsiteX52-10233" fmla="*/ 8628 w 9533"/>
              <a:gd name="connsiteY52-10234" fmla="*/ 4943 h 9643"/>
              <a:gd name="connsiteX53-10235" fmla="*/ 8777 w 9533"/>
              <a:gd name="connsiteY53-10236" fmla="*/ 4821 h 9643"/>
              <a:gd name="connsiteX54-10237" fmla="*/ 8777 w 9533"/>
              <a:gd name="connsiteY54-10238" fmla="*/ 4821 h 9643"/>
              <a:gd name="connsiteX55-10239" fmla="*/ 8777 w 9533"/>
              <a:gd name="connsiteY55-10240" fmla="*/ 4821 h 9643"/>
              <a:gd name="connsiteX56-10241" fmla="*/ 8777 w 9533"/>
              <a:gd name="connsiteY56-10242" fmla="*/ 4821 h 9643"/>
              <a:gd name="connsiteX57-10243" fmla="*/ 8922 w 9533"/>
              <a:gd name="connsiteY57-10244" fmla="*/ 4821 h 9643"/>
              <a:gd name="connsiteX58-10245" fmla="*/ 8922 w 9533"/>
              <a:gd name="connsiteY58-10246" fmla="*/ 4943 h 9643"/>
              <a:gd name="connsiteX59-10247" fmla="*/ 8922 w 9533"/>
              <a:gd name="connsiteY59-10248" fmla="*/ 5088 h 9643"/>
              <a:gd name="connsiteX60-10249" fmla="*/ 8922 w 9533"/>
              <a:gd name="connsiteY60-10250" fmla="*/ 5336 h 9643"/>
              <a:gd name="connsiteX61-10251" fmla="*/ 9098 w 9533"/>
              <a:gd name="connsiteY61-10252" fmla="*/ 5485 h 9643"/>
              <a:gd name="connsiteX62-10253" fmla="*/ 9098 w 9533"/>
              <a:gd name="connsiteY62-10254" fmla="*/ 5731 h 9643"/>
              <a:gd name="connsiteX63-10255" fmla="*/ 9098 w 9533"/>
              <a:gd name="connsiteY63-10256" fmla="*/ 6124 h 9643"/>
              <a:gd name="connsiteX64-10257" fmla="*/ 9098 w 9533"/>
              <a:gd name="connsiteY64-10258" fmla="*/ 6640 h 9643"/>
              <a:gd name="connsiteX65-10259" fmla="*/ 9241 w 9533"/>
              <a:gd name="connsiteY65-10260" fmla="*/ 7307 h 9643"/>
              <a:gd name="connsiteX66-10261" fmla="*/ 9389 w 9533"/>
              <a:gd name="connsiteY66-10262" fmla="*/ 7822 h 9643"/>
              <a:gd name="connsiteX67-10263" fmla="*/ 9533 w 9533"/>
              <a:gd name="connsiteY67-10264" fmla="*/ 8461 h 9643"/>
              <a:gd name="connsiteX68-10265" fmla="*/ 9533 w 9533"/>
              <a:gd name="connsiteY68-10266" fmla="*/ 8608 h 9643"/>
              <a:gd name="connsiteX69-10267" fmla="*/ 9533 w 9533"/>
              <a:gd name="connsiteY69-10268" fmla="*/ 8853 h 9643"/>
              <a:gd name="connsiteX70-10269" fmla="*/ 9533 w 9533"/>
              <a:gd name="connsiteY70-10270" fmla="*/ 9129 h 9643"/>
              <a:gd name="connsiteX71-10271" fmla="*/ 9533 w 9533"/>
              <a:gd name="connsiteY71-10272" fmla="*/ 9251 h 9643"/>
              <a:gd name="connsiteX72-10273" fmla="*/ 9533 w 9533"/>
              <a:gd name="connsiteY72-10274" fmla="*/ 9375 h 9643"/>
              <a:gd name="connsiteX73-10275" fmla="*/ 9533 w 9533"/>
              <a:gd name="connsiteY73-10276" fmla="*/ 9518 h 9643"/>
              <a:gd name="connsiteX74-10277" fmla="*/ 9533 w 9533"/>
              <a:gd name="connsiteY74-10278" fmla="*/ 9518 h 9643"/>
              <a:gd name="connsiteX75-10279" fmla="*/ 9533 w 9533"/>
              <a:gd name="connsiteY75-10280" fmla="*/ 9643 h 9643"/>
              <a:gd name="connsiteX76-10281" fmla="*/ 9241 w 9533"/>
              <a:gd name="connsiteY76-10282" fmla="*/ 9518 h 9643"/>
              <a:gd name="connsiteX77-10283" fmla="*/ 8922 w 9533"/>
              <a:gd name="connsiteY77-10284" fmla="*/ 9518 h 9643"/>
              <a:gd name="connsiteX78-10285" fmla="*/ 8453 w 9533"/>
              <a:gd name="connsiteY78-10286" fmla="*/ 9375 h 9643"/>
              <a:gd name="connsiteX79-10287" fmla="*/ 7844 w 9533"/>
              <a:gd name="connsiteY79-10288" fmla="*/ 9129 h 9643"/>
              <a:gd name="connsiteX80-10289" fmla="*/ 7844 w 9533"/>
              <a:gd name="connsiteY80-10290" fmla="*/ 9129 h 9643"/>
              <a:gd name="connsiteX0-10291" fmla="*/ 7740 w 9512"/>
              <a:gd name="connsiteY0-10292" fmla="*/ 9467 h 10000"/>
              <a:gd name="connsiteX1-10293" fmla="*/ 7277 w 9512"/>
              <a:gd name="connsiteY1-10294" fmla="*/ 9181 h 10000"/>
              <a:gd name="connsiteX2-10295" fmla="*/ 6606 w 9512"/>
              <a:gd name="connsiteY2-10296" fmla="*/ 8927 h 10000"/>
              <a:gd name="connsiteX3-10297" fmla="*/ 5963 w 9512"/>
              <a:gd name="connsiteY3-10298" fmla="*/ 8523 h 10000"/>
              <a:gd name="connsiteX4-10299" fmla="*/ 5322 w 9512"/>
              <a:gd name="connsiteY4-10300" fmla="*/ 8112 h 10000"/>
              <a:gd name="connsiteX5-10301" fmla="*/ 5014 w 9512"/>
              <a:gd name="connsiteY5-10302" fmla="*/ 7833 h 10000"/>
              <a:gd name="connsiteX6-10303" fmla="*/ 4680 w 9512"/>
              <a:gd name="connsiteY6-10304" fmla="*/ 7578 h 10000"/>
              <a:gd name="connsiteX7-10305" fmla="*/ 4344 w 9512"/>
              <a:gd name="connsiteY7-10306" fmla="*/ 7296 h 10000"/>
              <a:gd name="connsiteX8-10307" fmla="*/ 4037 w 9512"/>
              <a:gd name="connsiteY8-10308" fmla="*/ 7042 h 10000"/>
              <a:gd name="connsiteX9-10309" fmla="*/ 3700 w 9512"/>
              <a:gd name="connsiteY9-10310" fmla="*/ 6634 h 10000"/>
              <a:gd name="connsiteX10-10311" fmla="*/ 3394 w 9512"/>
              <a:gd name="connsiteY10-10312" fmla="*/ 6224 h 10000"/>
              <a:gd name="connsiteX11-10313" fmla="*/ 3060 w 9512"/>
              <a:gd name="connsiteY11-10314" fmla="*/ 5817 h 10000"/>
              <a:gd name="connsiteX12-10315" fmla="*/ 2571 w 9512"/>
              <a:gd name="connsiteY12-10316" fmla="*/ 5403 h 10000"/>
              <a:gd name="connsiteX13-10317" fmla="*/ 1777 w 9512"/>
              <a:gd name="connsiteY13-10318" fmla="*/ 4463 h 10000"/>
              <a:gd name="connsiteX14-10319" fmla="*/ 1130 w 9512"/>
              <a:gd name="connsiteY14-10320" fmla="*/ 3650 h 10000"/>
              <a:gd name="connsiteX15-10321" fmla="*/ 490 w 9512"/>
              <a:gd name="connsiteY15-10322" fmla="*/ 2701 h 10000"/>
              <a:gd name="connsiteX16-10323" fmla="*/ 0 w 9512"/>
              <a:gd name="connsiteY16-10324" fmla="*/ 1631 h 10000"/>
              <a:gd name="connsiteX17-10325" fmla="*/ 644 w 9512"/>
              <a:gd name="connsiteY17-10326" fmla="*/ 0 h 10000"/>
              <a:gd name="connsiteX18-10327" fmla="*/ 1130 w 9512"/>
              <a:gd name="connsiteY18-10328" fmla="*/ 1222 h 10000"/>
              <a:gd name="connsiteX19-10329" fmla="*/ 1437 w 9512"/>
              <a:gd name="connsiteY19-10330" fmla="*/ 1762 h 10000"/>
              <a:gd name="connsiteX20-10331" fmla="*/ 1777 w 9512"/>
              <a:gd name="connsiteY20-10332" fmla="*/ 2170 h 10000"/>
              <a:gd name="connsiteX21-10333" fmla="*/ 2113 w 9512"/>
              <a:gd name="connsiteY21-10334" fmla="*/ 2701 h 10000"/>
              <a:gd name="connsiteX22-10335" fmla="*/ 2571 w 9512"/>
              <a:gd name="connsiteY22-10336" fmla="*/ 3237 h 10000"/>
              <a:gd name="connsiteX23-10337" fmla="*/ 2905 w 9512"/>
              <a:gd name="connsiteY23-10338" fmla="*/ 3775 h 10000"/>
              <a:gd name="connsiteX24-10339" fmla="*/ 3213 w 9512"/>
              <a:gd name="connsiteY24-10340" fmla="*/ 4337 h 10000"/>
              <a:gd name="connsiteX25-10341" fmla="*/ 3700 w 9512"/>
              <a:gd name="connsiteY25-10342" fmla="*/ 4743 h 10000"/>
              <a:gd name="connsiteX26-10343" fmla="*/ 4037 w 9512"/>
              <a:gd name="connsiteY26-10344" fmla="*/ 5126 h 10000"/>
              <a:gd name="connsiteX27-10345" fmla="*/ 4528 w 9512"/>
              <a:gd name="connsiteY27-10346" fmla="*/ 5534 h 10000"/>
              <a:gd name="connsiteX28-10347" fmla="*/ 4834 w 9512"/>
              <a:gd name="connsiteY28-10348" fmla="*/ 5943 h 10000"/>
              <a:gd name="connsiteX29-10349" fmla="*/ 5322 w 9512"/>
              <a:gd name="connsiteY29-10350" fmla="*/ 6224 h 10000"/>
              <a:gd name="connsiteX30-10351" fmla="*/ 5658 w 9512"/>
              <a:gd name="connsiteY30-10352" fmla="*/ 6480 h 10000"/>
              <a:gd name="connsiteX31-10353" fmla="*/ 5963 w 9512"/>
              <a:gd name="connsiteY31-10354" fmla="*/ 6757 h 10000"/>
              <a:gd name="connsiteX32-10355" fmla="*/ 6301 w 9512"/>
              <a:gd name="connsiteY32-10356" fmla="*/ 7042 h 10000"/>
              <a:gd name="connsiteX33-10357" fmla="*/ 6606 w 9512"/>
              <a:gd name="connsiteY33-10358" fmla="*/ 7169 h 10000"/>
              <a:gd name="connsiteX34-10359" fmla="*/ 6942 w 9512"/>
              <a:gd name="connsiteY34-10360" fmla="*/ 7426 h 10000"/>
              <a:gd name="connsiteX35-10361" fmla="*/ 7097 w 9512"/>
              <a:gd name="connsiteY35-10362" fmla="*/ 7578 h 10000"/>
              <a:gd name="connsiteX36-10363" fmla="*/ 7277 w 9512"/>
              <a:gd name="connsiteY36-10364" fmla="*/ 7578 h 10000"/>
              <a:gd name="connsiteX37-10365" fmla="*/ 7432 w 9512"/>
              <a:gd name="connsiteY37-10366" fmla="*/ 7704 h 10000"/>
              <a:gd name="connsiteX38-10367" fmla="*/ 7587 w 9512"/>
              <a:gd name="connsiteY38-10368" fmla="*/ 7704 h 10000"/>
              <a:gd name="connsiteX39-10369" fmla="*/ 7587 w 9512"/>
              <a:gd name="connsiteY39-10370" fmla="*/ 7704 h 10000"/>
              <a:gd name="connsiteX40-10371" fmla="*/ 7740 w 9512"/>
              <a:gd name="connsiteY40-10372" fmla="*/ 7578 h 10000"/>
              <a:gd name="connsiteX41-10373" fmla="*/ 7740 w 9512"/>
              <a:gd name="connsiteY41-10374" fmla="*/ 7426 h 10000"/>
              <a:gd name="connsiteX42-10375" fmla="*/ 7923 w 9512"/>
              <a:gd name="connsiteY42-10376" fmla="*/ 7296 h 10000"/>
              <a:gd name="connsiteX43-10377" fmla="*/ 7923 w 9512"/>
              <a:gd name="connsiteY43-10378" fmla="*/ 7169 h 10000"/>
              <a:gd name="connsiteX44-10379" fmla="*/ 8074 w 9512"/>
              <a:gd name="connsiteY44-10380" fmla="*/ 6886 h 10000"/>
              <a:gd name="connsiteX45-10381" fmla="*/ 8074 w 9512"/>
              <a:gd name="connsiteY45-10382" fmla="*/ 6634 h 10000"/>
              <a:gd name="connsiteX46-10383" fmla="*/ 8225 w 9512"/>
              <a:gd name="connsiteY46-10384" fmla="*/ 6351 h 10000"/>
              <a:gd name="connsiteX47-10385" fmla="*/ 8225 w 9512"/>
              <a:gd name="connsiteY47-10386" fmla="*/ 5943 h 10000"/>
              <a:gd name="connsiteX48-10387" fmla="*/ 8379 w 9512"/>
              <a:gd name="connsiteY48-10388" fmla="*/ 5688 h 10000"/>
              <a:gd name="connsiteX49-10389" fmla="*/ 8379 w 9512"/>
              <a:gd name="connsiteY49-10390" fmla="*/ 5534 h 10000"/>
              <a:gd name="connsiteX50-10391" fmla="*/ 8563 w 9512"/>
              <a:gd name="connsiteY50-10392" fmla="*/ 5276 h 10000"/>
              <a:gd name="connsiteX51-10393" fmla="*/ 8563 w 9512"/>
              <a:gd name="connsiteY51-10394" fmla="*/ 5126 h 10000"/>
              <a:gd name="connsiteX52-10395" fmla="*/ 8719 w 9512"/>
              <a:gd name="connsiteY52-10396" fmla="*/ 4999 h 10000"/>
              <a:gd name="connsiteX53-10397" fmla="*/ 8719 w 9512"/>
              <a:gd name="connsiteY53-10398" fmla="*/ 4999 h 10000"/>
              <a:gd name="connsiteX54-10399" fmla="*/ 8719 w 9512"/>
              <a:gd name="connsiteY54-10400" fmla="*/ 4999 h 10000"/>
              <a:gd name="connsiteX55-10401" fmla="*/ 8719 w 9512"/>
              <a:gd name="connsiteY55-10402" fmla="*/ 4999 h 10000"/>
              <a:gd name="connsiteX56-10403" fmla="*/ 8871 w 9512"/>
              <a:gd name="connsiteY56-10404" fmla="*/ 4999 h 10000"/>
              <a:gd name="connsiteX57-10405" fmla="*/ 8871 w 9512"/>
              <a:gd name="connsiteY57-10406" fmla="*/ 5126 h 10000"/>
              <a:gd name="connsiteX58-10407" fmla="*/ 8871 w 9512"/>
              <a:gd name="connsiteY58-10408" fmla="*/ 5276 h 10000"/>
              <a:gd name="connsiteX59-10409" fmla="*/ 8871 w 9512"/>
              <a:gd name="connsiteY59-10410" fmla="*/ 5534 h 10000"/>
              <a:gd name="connsiteX60-10411" fmla="*/ 9056 w 9512"/>
              <a:gd name="connsiteY60-10412" fmla="*/ 5688 h 10000"/>
              <a:gd name="connsiteX61-10413" fmla="*/ 9056 w 9512"/>
              <a:gd name="connsiteY61-10414" fmla="*/ 5943 h 10000"/>
              <a:gd name="connsiteX62-10415" fmla="*/ 9056 w 9512"/>
              <a:gd name="connsiteY62-10416" fmla="*/ 6351 h 10000"/>
              <a:gd name="connsiteX63-10417" fmla="*/ 9056 w 9512"/>
              <a:gd name="connsiteY63-10418" fmla="*/ 6886 h 10000"/>
              <a:gd name="connsiteX64-10419" fmla="*/ 9206 w 9512"/>
              <a:gd name="connsiteY64-10420" fmla="*/ 7578 h 10000"/>
              <a:gd name="connsiteX65-10421" fmla="*/ 9361 w 9512"/>
              <a:gd name="connsiteY65-10422" fmla="*/ 8112 h 10000"/>
              <a:gd name="connsiteX66-10423" fmla="*/ 9512 w 9512"/>
              <a:gd name="connsiteY66-10424" fmla="*/ 8774 h 10000"/>
              <a:gd name="connsiteX67-10425" fmla="*/ 9512 w 9512"/>
              <a:gd name="connsiteY67-10426" fmla="*/ 8927 h 10000"/>
              <a:gd name="connsiteX68-10427" fmla="*/ 9512 w 9512"/>
              <a:gd name="connsiteY68-10428" fmla="*/ 9181 h 10000"/>
              <a:gd name="connsiteX69-10429" fmla="*/ 9512 w 9512"/>
              <a:gd name="connsiteY69-10430" fmla="*/ 9467 h 10000"/>
              <a:gd name="connsiteX70-10431" fmla="*/ 9512 w 9512"/>
              <a:gd name="connsiteY70-10432" fmla="*/ 9593 h 10000"/>
              <a:gd name="connsiteX71-10433" fmla="*/ 9512 w 9512"/>
              <a:gd name="connsiteY71-10434" fmla="*/ 9722 h 10000"/>
              <a:gd name="connsiteX72-10435" fmla="*/ 9512 w 9512"/>
              <a:gd name="connsiteY72-10436" fmla="*/ 9870 h 10000"/>
              <a:gd name="connsiteX73-10437" fmla="*/ 9512 w 9512"/>
              <a:gd name="connsiteY73-10438" fmla="*/ 9870 h 10000"/>
              <a:gd name="connsiteX74-10439" fmla="*/ 9512 w 9512"/>
              <a:gd name="connsiteY74-10440" fmla="*/ 10000 h 10000"/>
              <a:gd name="connsiteX75-10441" fmla="*/ 9206 w 9512"/>
              <a:gd name="connsiteY75-10442" fmla="*/ 9870 h 10000"/>
              <a:gd name="connsiteX76-10443" fmla="*/ 8871 w 9512"/>
              <a:gd name="connsiteY76-10444" fmla="*/ 9870 h 10000"/>
              <a:gd name="connsiteX77-10445" fmla="*/ 8379 w 9512"/>
              <a:gd name="connsiteY77-10446" fmla="*/ 9722 h 10000"/>
              <a:gd name="connsiteX78-10447" fmla="*/ 7740 w 9512"/>
              <a:gd name="connsiteY78-10448" fmla="*/ 9467 h 10000"/>
              <a:gd name="connsiteX79-10449" fmla="*/ 7740 w 9512"/>
              <a:gd name="connsiteY79-10450" fmla="*/ 9467 h 10000"/>
              <a:gd name="connsiteX0-10451" fmla="*/ 8137 w 10000"/>
              <a:gd name="connsiteY0-10452" fmla="*/ 8245 h 8778"/>
              <a:gd name="connsiteX1-10453" fmla="*/ 7650 w 10000"/>
              <a:gd name="connsiteY1-10454" fmla="*/ 7959 h 8778"/>
              <a:gd name="connsiteX2-10455" fmla="*/ 6945 w 10000"/>
              <a:gd name="connsiteY2-10456" fmla="*/ 7705 h 8778"/>
              <a:gd name="connsiteX3-10457" fmla="*/ 6269 w 10000"/>
              <a:gd name="connsiteY3-10458" fmla="*/ 7301 h 8778"/>
              <a:gd name="connsiteX4-10459" fmla="*/ 5595 w 10000"/>
              <a:gd name="connsiteY4-10460" fmla="*/ 6890 h 8778"/>
              <a:gd name="connsiteX5-10461" fmla="*/ 5271 w 10000"/>
              <a:gd name="connsiteY5-10462" fmla="*/ 6611 h 8778"/>
              <a:gd name="connsiteX6-10463" fmla="*/ 4920 w 10000"/>
              <a:gd name="connsiteY6-10464" fmla="*/ 6356 h 8778"/>
              <a:gd name="connsiteX7-10465" fmla="*/ 4567 w 10000"/>
              <a:gd name="connsiteY7-10466" fmla="*/ 6074 h 8778"/>
              <a:gd name="connsiteX8-10467" fmla="*/ 4244 w 10000"/>
              <a:gd name="connsiteY8-10468" fmla="*/ 5820 h 8778"/>
              <a:gd name="connsiteX9-10469" fmla="*/ 3890 w 10000"/>
              <a:gd name="connsiteY9-10470" fmla="*/ 5412 h 8778"/>
              <a:gd name="connsiteX10-10471" fmla="*/ 3568 w 10000"/>
              <a:gd name="connsiteY10-10472" fmla="*/ 5002 h 8778"/>
              <a:gd name="connsiteX11-10473" fmla="*/ 3217 w 10000"/>
              <a:gd name="connsiteY11-10474" fmla="*/ 4595 h 8778"/>
              <a:gd name="connsiteX12-10475" fmla="*/ 2703 w 10000"/>
              <a:gd name="connsiteY12-10476" fmla="*/ 4181 h 8778"/>
              <a:gd name="connsiteX13-10477" fmla="*/ 1868 w 10000"/>
              <a:gd name="connsiteY13-10478" fmla="*/ 3241 h 8778"/>
              <a:gd name="connsiteX14-10479" fmla="*/ 1188 w 10000"/>
              <a:gd name="connsiteY14-10480" fmla="*/ 2428 h 8778"/>
              <a:gd name="connsiteX15-10481" fmla="*/ 515 w 10000"/>
              <a:gd name="connsiteY15-10482" fmla="*/ 1479 h 8778"/>
              <a:gd name="connsiteX16-10483" fmla="*/ 0 w 10000"/>
              <a:gd name="connsiteY16-10484" fmla="*/ 409 h 8778"/>
              <a:gd name="connsiteX17-10485" fmla="*/ 1188 w 10000"/>
              <a:gd name="connsiteY17-10486" fmla="*/ 0 h 8778"/>
              <a:gd name="connsiteX18-10487" fmla="*/ 1511 w 10000"/>
              <a:gd name="connsiteY18-10488" fmla="*/ 540 h 8778"/>
              <a:gd name="connsiteX19-10489" fmla="*/ 1868 w 10000"/>
              <a:gd name="connsiteY19-10490" fmla="*/ 948 h 8778"/>
              <a:gd name="connsiteX20-10491" fmla="*/ 2221 w 10000"/>
              <a:gd name="connsiteY20-10492" fmla="*/ 1479 h 8778"/>
              <a:gd name="connsiteX21-10493" fmla="*/ 2703 w 10000"/>
              <a:gd name="connsiteY21-10494" fmla="*/ 2015 h 8778"/>
              <a:gd name="connsiteX22-10495" fmla="*/ 3054 w 10000"/>
              <a:gd name="connsiteY22-10496" fmla="*/ 2553 h 8778"/>
              <a:gd name="connsiteX23-10497" fmla="*/ 3378 w 10000"/>
              <a:gd name="connsiteY23-10498" fmla="*/ 3115 h 8778"/>
              <a:gd name="connsiteX24-10499" fmla="*/ 3890 w 10000"/>
              <a:gd name="connsiteY24-10500" fmla="*/ 3521 h 8778"/>
              <a:gd name="connsiteX25-10501" fmla="*/ 4244 w 10000"/>
              <a:gd name="connsiteY25-10502" fmla="*/ 3904 h 8778"/>
              <a:gd name="connsiteX26-10503" fmla="*/ 4760 w 10000"/>
              <a:gd name="connsiteY26-10504" fmla="*/ 4312 h 8778"/>
              <a:gd name="connsiteX27-10505" fmla="*/ 5082 w 10000"/>
              <a:gd name="connsiteY27-10506" fmla="*/ 4721 h 8778"/>
              <a:gd name="connsiteX28-10507" fmla="*/ 5595 w 10000"/>
              <a:gd name="connsiteY28-10508" fmla="*/ 5002 h 8778"/>
              <a:gd name="connsiteX29-10509" fmla="*/ 5948 w 10000"/>
              <a:gd name="connsiteY29-10510" fmla="*/ 5258 h 8778"/>
              <a:gd name="connsiteX30-10511" fmla="*/ 6269 w 10000"/>
              <a:gd name="connsiteY30-10512" fmla="*/ 5535 h 8778"/>
              <a:gd name="connsiteX31-10513" fmla="*/ 6624 w 10000"/>
              <a:gd name="connsiteY31-10514" fmla="*/ 5820 h 8778"/>
              <a:gd name="connsiteX32-10515" fmla="*/ 6945 w 10000"/>
              <a:gd name="connsiteY32-10516" fmla="*/ 5947 h 8778"/>
              <a:gd name="connsiteX33-10517" fmla="*/ 7298 w 10000"/>
              <a:gd name="connsiteY33-10518" fmla="*/ 6204 h 8778"/>
              <a:gd name="connsiteX34-10519" fmla="*/ 7461 w 10000"/>
              <a:gd name="connsiteY34-10520" fmla="*/ 6356 h 8778"/>
              <a:gd name="connsiteX35-10521" fmla="*/ 7650 w 10000"/>
              <a:gd name="connsiteY35-10522" fmla="*/ 6356 h 8778"/>
              <a:gd name="connsiteX36-10523" fmla="*/ 7813 w 10000"/>
              <a:gd name="connsiteY36-10524" fmla="*/ 6482 h 8778"/>
              <a:gd name="connsiteX37-10525" fmla="*/ 7976 w 10000"/>
              <a:gd name="connsiteY37-10526" fmla="*/ 6482 h 8778"/>
              <a:gd name="connsiteX38-10527" fmla="*/ 7976 w 10000"/>
              <a:gd name="connsiteY38-10528" fmla="*/ 6482 h 8778"/>
              <a:gd name="connsiteX39-10529" fmla="*/ 8137 w 10000"/>
              <a:gd name="connsiteY39-10530" fmla="*/ 6356 h 8778"/>
              <a:gd name="connsiteX40-10531" fmla="*/ 8137 w 10000"/>
              <a:gd name="connsiteY40-10532" fmla="*/ 6204 h 8778"/>
              <a:gd name="connsiteX41-10533" fmla="*/ 8329 w 10000"/>
              <a:gd name="connsiteY41-10534" fmla="*/ 6074 h 8778"/>
              <a:gd name="connsiteX42-10535" fmla="*/ 8329 w 10000"/>
              <a:gd name="connsiteY42-10536" fmla="*/ 5947 h 8778"/>
              <a:gd name="connsiteX43-10537" fmla="*/ 8488 w 10000"/>
              <a:gd name="connsiteY43-10538" fmla="*/ 5664 h 8778"/>
              <a:gd name="connsiteX44-10539" fmla="*/ 8488 w 10000"/>
              <a:gd name="connsiteY44-10540" fmla="*/ 5412 h 8778"/>
              <a:gd name="connsiteX45-10541" fmla="*/ 8647 w 10000"/>
              <a:gd name="connsiteY45-10542" fmla="*/ 5129 h 8778"/>
              <a:gd name="connsiteX46-10543" fmla="*/ 8647 w 10000"/>
              <a:gd name="connsiteY46-10544" fmla="*/ 4721 h 8778"/>
              <a:gd name="connsiteX47-10545" fmla="*/ 8809 w 10000"/>
              <a:gd name="connsiteY47-10546" fmla="*/ 4466 h 8778"/>
              <a:gd name="connsiteX48-10547" fmla="*/ 8809 w 10000"/>
              <a:gd name="connsiteY48-10548" fmla="*/ 4312 h 8778"/>
              <a:gd name="connsiteX49-10549" fmla="*/ 9002 w 10000"/>
              <a:gd name="connsiteY49-10550" fmla="*/ 4054 h 8778"/>
              <a:gd name="connsiteX50-10551" fmla="*/ 9002 w 10000"/>
              <a:gd name="connsiteY50-10552" fmla="*/ 3904 h 8778"/>
              <a:gd name="connsiteX51-10553" fmla="*/ 9166 w 10000"/>
              <a:gd name="connsiteY51-10554" fmla="*/ 3777 h 8778"/>
              <a:gd name="connsiteX52-10555" fmla="*/ 9166 w 10000"/>
              <a:gd name="connsiteY52-10556" fmla="*/ 3777 h 8778"/>
              <a:gd name="connsiteX53-10557" fmla="*/ 9166 w 10000"/>
              <a:gd name="connsiteY53-10558" fmla="*/ 3777 h 8778"/>
              <a:gd name="connsiteX54-10559" fmla="*/ 9166 w 10000"/>
              <a:gd name="connsiteY54-10560" fmla="*/ 3777 h 8778"/>
              <a:gd name="connsiteX55-10561" fmla="*/ 9326 w 10000"/>
              <a:gd name="connsiteY55-10562" fmla="*/ 3777 h 8778"/>
              <a:gd name="connsiteX56-10563" fmla="*/ 9326 w 10000"/>
              <a:gd name="connsiteY56-10564" fmla="*/ 3904 h 8778"/>
              <a:gd name="connsiteX57-10565" fmla="*/ 9326 w 10000"/>
              <a:gd name="connsiteY57-10566" fmla="*/ 4054 h 8778"/>
              <a:gd name="connsiteX58-10567" fmla="*/ 9326 w 10000"/>
              <a:gd name="connsiteY58-10568" fmla="*/ 4312 h 8778"/>
              <a:gd name="connsiteX59-10569" fmla="*/ 9521 w 10000"/>
              <a:gd name="connsiteY59-10570" fmla="*/ 4466 h 8778"/>
              <a:gd name="connsiteX60-10571" fmla="*/ 9521 w 10000"/>
              <a:gd name="connsiteY60-10572" fmla="*/ 4721 h 8778"/>
              <a:gd name="connsiteX61-10573" fmla="*/ 9521 w 10000"/>
              <a:gd name="connsiteY61-10574" fmla="*/ 5129 h 8778"/>
              <a:gd name="connsiteX62-10575" fmla="*/ 9521 w 10000"/>
              <a:gd name="connsiteY62-10576" fmla="*/ 5664 h 8778"/>
              <a:gd name="connsiteX63-10577" fmla="*/ 9678 w 10000"/>
              <a:gd name="connsiteY63-10578" fmla="*/ 6356 h 8778"/>
              <a:gd name="connsiteX64-10579" fmla="*/ 9841 w 10000"/>
              <a:gd name="connsiteY64-10580" fmla="*/ 6890 h 8778"/>
              <a:gd name="connsiteX65-10581" fmla="*/ 10000 w 10000"/>
              <a:gd name="connsiteY65-10582" fmla="*/ 7552 h 8778"/>
              <a:gd name="connsiteX66-10583" fmla="*/ 10000 w 10000"/>
              <a:gd name="connsiteY66-10584" fmla="*/ 7705 h 8778"/>
              <a:gd name="connsiteX67-10585" fmla="*/ 10000 w 10000"/>
              <a:gd name="connsiteY67-10586" fmla="*/ 7959 h 8778"/>
              <a:gd name="connsiteX68-10587" fmla="*/ 10000 w 10000"/>
              <a:gd name="connsiteY68-10588" fmla="*/ 8245 h 8778"/>
              <a:gd name="connsiteX69-10589" fmla="*/ 10000 w 10000"/>
              <a:gd name="connsiteY69-10590" fmla="*/ 8371 h 8778"/>
              <a:gd name="connsiteX70-10591" fmla="*/ 10000 w 10000"/>
              <a:gd name="connsiteY70-10592" fmla="*/ 8500 h 8778"/>
              <a:gd name="connsiteX71-10593" fmla="*/ 10000 w 10000"/>
              <a:gd name="connsiteY71-10594" fmla="*/ 8648 h 8778"/>
              <a:gd name="connsiteX72-10595" fmla="*/ 10000 w 10000"/>
              <a:gd name="connsiteY72-10596" fmla="*/ 8648 h 8778"/>
              <a:gd name="connsiteX73-10597" fmla="*/ 10000 w 10000"/>
              <a:gd name="connsiteY73-10598" fmla="*/ 8778 h 8778"/>
              <a:gd name="connsiteX74-10599" fmla="*/ 9678 w 10000"/>
              <a:gd name="connsiteY74-10600" fmla="*/ 8648 h 8778"/>
              <a:gd name="connsiteX75-10601" fmla="*/ 9326 w 10000"/>
              <a:gd name="connsiteY75-10602" fmla="*/ 8648 h 8778"/>
              <a:gd name="connsiteX76-10603" fmla="*/ 8809 w 10000"/>
              <a:gd name="connsiteY76-10604" fmla="*/ 8500 h 8778"/>
              <a:gd name="connsiteX77-10605" fmla="*/ 8137 w 10000"/>
              <a:gd name="connsiteY77-10606" fmla="*/ 8245 h 8778"/>
              <a:gd name="connsiteX78-10607" fmla="*/ 8137 w 10000"/>
              <a:gd name="connsiteY78-10608" fmla="*/ 8245 h 8778"/>
              <a:gd name="connsiteX0-10609" fmla="*/ 8137 w 10000"/>
              <a:gd name="connsiteY0-10610" fmla="*/ 8927 h 9534"/>
              <a:gd name="connsiteX1-10611" fmla="*/ 7650 w 10000"/>
              <a:gd name="connsiteY1-10612" fmla="*/ 8601 h 9534"/>
              <a:gd name="connsiteX2-10613" fmla="*/ 6945 w 10000"/>
              <a:gd name="connsiteY2-10614" fmla="*/ 8312 h 9534"/>
              <a:gd name="connsiteX3-10615" fmla="*/ 6269 w 10000"/>
              <a:gd name="connsiteY3-10616" fmla="*/ 7851 h 9534"/>
              <a:gd name="connsiteX4-10617" fmla="*/ 5595 w 10000"/>
              <a:gd name="connsiteY4-10618" fmla="*/ 7383 h 9534"/>
              <a:gd name="connsiteX5-10619" fmla="*/ 5271 w 10000"/>
              <a:gd name="connsiteY5-10620" fmla="*/ 7065 h 9534"/>
              <a:gd name="connsiteX6-10621" fmla="*/ 4920 w 10000"/>
              <a:gd name="connsiteY6-10622" fmla="*/ 6775 h 9534"/>
              <a:gd name="connsiteX7-10623" fmla="*/ 4567 w 10000"/>
              <a:gd name="connsiteY7-10624" fmla="*/ 6454 h 9534"/>
              <a:gd name="connsiteX8-10625" fmla="*/ 4244 w 10000"/>
              <a:gd name="connsiteY8-10626" fmla="*/ 6164 h 9534"/>
              <a:gd name="connsiteX9-10627" fmla="*/ 3890 w 10000"/>
              <a:gd name="connsiteY9-10628" fmla="*/ 5699 h 9534"/>
              <a:gd name="connsiteX10-10629" fmla="*/ 3568 w 10000"/>
              <a:gd name="connsiteY10-10630" fmla="*/ 5232 h 9534"/>
              <a:gd name="connsiteX11-10631" fmla="*/ 3217 w 10000"/>
              <a:gd name="connsiteY11-10632" fmla="*/ 4769 h 9534"/>
              <a:gd name="connsiteX12-10633" fmla="*/ 2703 w 10000"/>
              <a:gd name="connsiteY12-10634" fmla="*/ 4297 h 9534"/>
              <a:gd name="connsiteX13-10635" fmla="*/ 1868 w 10000"/>
              <a:gd name="connsiteY13-10636" fmla="*/ 3226 h 9534"/>
              <a:gd name="connsiteX14-10637" fmla="*/ 1188 w 10000"/>
              <a:gd name="connsiteY14-10638" fmla="*/ 2300 h 9534"/>
              <a:gd name="connsiteX15-10639" fmla="*/ 515 w 10000"/>
              <a:gd name="connsiteY15-10640" fmla="*/ 1219 h 9534"/>
              <a:gd name="connsiteX16-10641" fmla="*/ 0 w 10000"/>
              <a:gd name="connsiteY16-10642" fmla="*/ 0 h 9534"/>
              <a:gd name="connsiteX17-10643" fmla="*/ 1511 w 10000"/>
              <a:gd name="connsiteY17-10644" fmla="*/ 149 h 9534"/>
              <a:gd name="connsiteX18-10645" fmla="*/ 1868 w 10000"/>
              <a:gd name="connsiteY18-10646" fmla="*/ 614 h 9534"/>
              <a:gd name="connsiteX19-10647" fmla="*/ 2221 w 10000"/>
              <a:gd name="connsiteY19-10648" fmla="*/ 1219 h 9534"/>
              <a:gd name="connsiteX20-10649" fmla="*/ 2703 w 10000"/>
              <a:gd name="connsiteY20-10650" fmla="*/ 1830 h 9534"/>
              <a:gd name="connsiteX21-10651" fmla="*/ 3054 w 10000"/>
              <a:gd name="connsiteY21-10652" fmla="*/ 2442 h 9534"/>
              <a:gd name="connsiteX22-10653" fmla="*/ 3378 w 10000"/>
              <a:gd name="connsiteY22-10654" fmla="*/ 3083 h 9534"/>
              <a:gd name="connsiteX23-10655" fmla="*/ 3890 w 10000"/>
              <a:gd name="connsiteY23-10656" fmla="*/ 3545 h 9534"/>
              <a:gd name="connsiteX24-10657" fmla="*/ 4244 w 10000"/>
              <a:gd name="connsiteY24-10658" fmla="*/ 3981 h 9534"/>
              <a:gd name="connsiteX25-10659" fmla="*/ 4760 w 10000"/>
              <a:gd name="connsiteY25-10660" fmla="*/ 4446 h 9534"/>
              <a:gd name="connsiteX26-10661" fmla="*/ 5082 w 10000"/>
              <a:gd name="connsiteY26-10662" fmla="*/ 4912 h 9534"/>
              <a:gd name="connsiteX27-10663" fmla="*/ 5595 w 10000"/>
              <a:gd name="connsiteY27-10664" fmla="*/ 5232 h 9534"/>
              <a:gd name="connsiteX28-10665" fmla="*/ 5948 w 10000"/>
              <a:gd name="connsiteY28-10666" fmla="*/ 5524 h 9534"/>
              <a:gd name="connsiteX29-10667" fmla="*/ 6269 w 10000"/>
              <a:gd name="connsiteY29-10668" fmla="*/ 5840 h 9534"/>
              <a:gd name="connsiteX30-10669" fmla="*/ 6624 w 10000"/>
              <a:gd name="connsiteY30-10670" fmla="*/ 6164 h 9534"/>
              <a:gd name="connsiteX31-10671" fmla="*/ 6945 w 10000"/>
              <a:gd name="connsiteY31-10672" fmla="*/ 6309 h 9534"/>
              <a:gd name="connsiteX32-10673" fmla="*/ 7298 w 10000"/>
              <a:gd name="connsiteY32-10674" fmla="*/ 6602 h 9534"/>
              <a:gd name="connsiteX33-10675" fmla="*/ 7461 w 10000"/>
              <a:gd name="connsiteY33-10676" fmla="*/ 6775 h 9534"/>
              <a:gd name="connsiteX34-10677" fmla="*/ 7650 w 10000"/>
              <a:gd name="connsiteY34-10678" fmla="*/ 6775 h 9534"/>
              <a:gd name="connsiteX35-10679" fmla="*/ 7813 w 10000"/>
              <a:gd name="connsiteY35-10680" fmla="*/ 6918 h 9534"/>
              <a:gd name="connsiteX36-10681" fmla="*/ 7976 w 10000"/>
              <a:gd name="connsiteY36-10682" fmla="*/ 6918 h 9534"/>
              <a:gd name="connsiteX37-10683" fmla="*/ 7976 w 10000"/>
              <a:gd name="connsiteY37-10684" fmla="*/ 6918 h 9534"/>
              <a:gd name="connsiteX38-10685" fmla="*/ 8137 w 10000"/>
              <a:gd name="connsiteY38-10686" fmla="*/ 6775 h 9534"/>
              <a:gd name="connsiteX39-10687" fmla="*/ 8137 w 10000"/>
              <a:gd name="connsiteY39-10688" fmla="*/ 6602 h 9534"/>
              <a:gd name="connsiteX40-10689" fmla="*/ 8329 w 10000"/>
              <a:gd name="connsiteY40-10690" fmla="*/ 6454 h 9534"/>
              <a:gd name="connsiteX41-10691" fmla="*/ 8329 w 10000"/>
              <a:gd name="connsiteY41-10692" fmla="*/ 6309 h 9534"/>
              <a:gd name="connsiteX42-10693" fmla="*/ 8488 w 10000"/>
              <a:gd name="connsiteY42-10694" fmla="*/ 5986 h 9534"/>
              <a:gd name="connsiteX43-10695" fmla="*/ 8488 w 10000"/>
              <a:gd name="connsiteY43-10696" fmla="*/ 5699 h 9534"/>
              <a:gd name="connsiteX44-10697" fmla="*/ 8647 w 10000"/>
              <a:gd name="connsiteY44-10698" fmla="*/ 5377 h 9534"/>
              <a:gd name="connsiteX45-10699" fmla="*/ 8647 w 10000"/>
              <a:gd name="connsiteY45-10700" fmla="*/ 4912 h 9534"/>
              <a:gd name="connsiteX46-10701" fmla="*/ 8809 w 10000"/>
              <a:gd name="connsiteY46-10702" fmla="*/ 4622 h 9534"/>
              <a:gd name="connsiteX47-10703" fmla="*/ 8809 w 10000"/>
              <a:gd name="connsiteY47-10704" fmla="*/ 4446 h 9534"/>
              <a:gd name="connsiteX48-10705" fmla="*/ 9002 w 10000"/>
              <a:gd name="connsiteY48-10706" fmla="*/ 4152 h 9534"/>
              <a:gd name="connsiteX49-10707" fmla="*/ 9002 w 10000"/>
              <a:gd name="connsiteY49-10708" fmla="*/ 3981 h 9534"/>
              <a:gd name="connsiteX50-10709" fmla="*/ 9166 w 10000"/>
              <a:gd name="connsiteY50-10710" fmla="*/ 3837 h 9534"/>
              <a:gd name="connsiteX51-10711" fmla="*/ 9166 w 10000"/>
              <a:gd name="connsiteY51-10712" fmla="*/ 3837 h 9534"/>
              <a:gd name="connsiteX52-10713" fmla="*/ 9166 w 10000"/>
              <a:gd name="connsiteY52-10714" fmla="*/ 3837 h 9534"/>
              <a:gd name="connsiteX53-10715" fmla="*/ 9166 w 10000"/>
              <a:gd name="connsiteY53-10716" fmla="*/ 3837 h 9534"/>
              <a:gd name="connsiteX54-10717" fmla="*/ 9326 w 10000"/>
              <a:gd name="connsiteY54-10718" fmla="*/ 3837 h 9534"/>
              <a:gd name="connsiteX55-10719" fmla="*/ 9326 w 10000"/>
              <a:gd name="connsiteY55-10720" fmla="*/ 3981 h 9534"/>
              <a:gd name="connsiteX56-10721" fmla="*/ 9326 w 10000"/>
              <a:gd name="connsiteY56-10722" fmla="*/ 4152 h 9534"/>
              <a:gd name="connsiteX57-10723" fmla="*/ 9326 w 10000"/>
              <a:gd name="connsiteY57-10724" fmla="*/ 4446 h 9534"/>
              <a:gd name="connsiteX58-10725" fmla="*/ 9521 w 10000"/>
              <a:gd name="connsiteY58-10726" fmla="*/ 4622 h 9534"/>
              <a:gd name="connsiteX59-10727" fmla="*/ 9521 w 10000"/>
              <a:gd name="connsiteY59-10728" fmla="*/ 4912 h 9534"/>
              <a:gd name="connsiteX60-10729" fmla="*/ 9521 w 10000"/>
              <a:gd name="connsiteY60-10730" fmla="*/ 5377 h 9534"/>
              <a:gd name="connsiteX61-10731" fmla="*/ 9521 w 10000"/>
              <a:gd name="connsiteY61-10732" fmla="*/ 5986 h 9534"/>
              <a:gd name="connsiteX62-10733" fmla="*/ 9678 w 10000"/>
              <a:gd name="connsiteY62-10734" fmla="*/ 6775 h 9534"/>
              <a:gd name="connsiteX63-10735" fmla="*/ 9841 w 10000"/>
              <a:gd name="connsiteY63-10736" fmla="*/ 7383 h 9534"/>
              <a:gd name="connsiteX64-10737" fmla="*/ 10000 w 10000"/>
              <a:gd name="connsiteY64-10738" fmla="*/ 8137 h 9534"/>
              <a:gd name="connsiteX65-10739" fmla="*/ 10000 w 10000"/>
              <a:gd name="connsiteY65-10740" fmla="*/ 8312 h 9534"/>
              <a:gd name="connsiteX66-10741" fmla="*/ 10000 w 10000"/>
              <a:gd name="connsiteY66-10742" fmla="*/ 8601 h 9534"/>
              <a:gd name="connsiteX67-10743" fmla="*/ 10000 w 10000"/>
              <a:gd name="connsiteY67-10744" fmla="*/ 8927 h 9534"/>
              <a:gd name="connsiteX68-10745" fmla="*/ 10000 w 10000"/>
              <a:gd name="connsiteY68-10746" fmla="*/ 9070 h 9534"/>
              <a:gd name="connsiteX69-10747" fmla="*/ 10000 w 10000"/>
              <a:gd name="connsiteY69-10748" fmla="*/ 9217 h 9534"/>
              <a:gd name="connsiteX70-10749" fmla="*/ 10000 w 10000"/>
              <a:gd name="connsiteY70-10750" fmla="*/ 9386 h 9534"/>
              <a:gd name="connsiteX71-10751" fmla="*/ 10000 w 10000"/>
              <a:gd name="connsiteY71-10752" fmla="*/ 9386 h 9534"/>
              <a:gd name="connsiteX72-10753" fmla="*/ 10000 w 10000"/>
              <a:gd name="connsiteY72-10754" fmla="*/ 9534 h 9534"/>
              <a:gd name="connsiteX73-10755" fmla="*/ 9678 w 10000"/>
              <a:gd name="connsiteY73-10756" fmla="*/ 9386 h 9534"/>
              <a:gd name="connsiteX74-10757" fmla="*/ 9326 w 10000"/>
              <a:gd name="connsiteY74-10758" fmla="*/ 9386 h 9534"/>
              <a:gd name="connsiteX75-10759" fmla="*/ 8809 w 10000"/>
              <a:gd name="connsiteY75-10760" fmla="*/ 9217 h 9534"/>
              <a:gd name="connsiteX76-10761" fmla="*/ 8137 w 10000"/>
              <a:gd name="connsiteY76-10762" fmla="*/ 8927 h 9534"/>
              <a:gd name="connsiteX77-10763" fmla="*/ 8137 w 10000"/>
              <a:gd name="connsiteY77-10764" fmla="*/ 8927 h 9534"/>
              <a:gd name="connsiteX0-10765" fmla="*/ 7622 w 9485"/>
              <a:gd name="connsiteY0-10766" fmla="*/ 9207 h 9844"/>
              <a:gd name="connsiteX1-10767" fmla="*/ 7135 w 9485"/>
              <a:gd name="connsiteY1-10768" fmla="*/ 8865 h 9844"/>
              <a:gd name="connsiteX2-10769" fmla="*/ 6430 w 9485"/>
              <a:gd name="connsiteY2-10770" fmla="*/ 8562 h 9844"/>
              <a:gd name="connsiteX3-10771" fmla="*/ 5754 w 9485"/>
              <a:gd name="connsiteY3-10772" fmla="*/ 8079 h 9844"/>
              <a:gd name="connsiteX4-10773" fmla="*/ 5080 w 9485"/>
              <a:gd name="connsiteY4-10774" fmla="*/ 7588 h 9844"/>
              <a:gd name="connsiteX5-10775" fmla="*/ 4756 w 9485"/>
              <a:gd name="connsiteY5-10776" fmla="*/ 7254 h 9844"/>
              <a:gd name="connsiteX6-10777" fmla="*/ 4405 w 9485"/>
              <a:gd name="connsiteY6-10778" fmla="*/ 6950 h 9844"/>
              <a:gd name="connsiteX7-10779" fmla="*/ 4052 w 9485"/>
              <a:gd name="connsiteY7-10780" fmla="*/ 6613 h 9844"/>
              <a:gd name="connsiteX8-10781" fmla="*/ 3729 w 9485"/>
              <a:gd name="connsiteY8-10782" fmla="*/ 6309 h 9844"/>
              <a:gd name="connsiteX9-10783" fmla="*/ 3375 w 9485"/>
              <a:gd name="connsiteY9-10784" fmla="*/ 5822 h 9844"/>
              <a:gd name="connsiteX10-10785" fmla="*/ 3053 w 9485"/>
              <a:gd name="connsiteY10-10786" fmla="*/ 5332 h 9844"/>
              <a:gd name="connsiteX11-10787" fmla="*/ 2702 w 9485"/>
              <a:gd name="connsiteY11-10788" fmla="*/ 4846 h 9844"/>
              <a:gd name="connsiteX12-10789" fmla="*/ 2188 w 9485"/>
              <a:gd name="connsiteY12-10790" fmla="*/ 4351 h 9844"/>
              <a:gd name="connsiteX13-10791" fmla="*/ 1353 w 9485"/>
              <a:gd name="connsiteY13-10792" fmla="*/ 3228 h 9844"/>
              <a:gd name="connsiteX14-10793" fmla="*/ 673 w 9485"/>
              <a:gd name="connsiteY14-10794" fmla="*/ 2256 h 9844"/>
              <a:gd name="connsiteX15-10795" fmla="*/ 0 w 9485"/>
              <a:gd name="connsiteY15-10796" fmla="*/ 1123 h 9844"/>
              <a:gd name="connsiteX16-10797" fmla="*/ 996 w 9485"/>
              <a:gd name="connsiteY16-10798" fmla="*/ 0 h 9844"/>
              <a:gd name="connsiteX17-10799" fmla="*/ 1353 w 9485"/>
              <a:gd name="connsiteY17-10800" fmla="*/ 488 h 9844"/>
              <a:gd name="connsiteX18-10801" fmla="*/ 1706 w 9485"/>
              <a:gd name="connsiteY18-10802" fmla="*/ 1123 h 9844"/>
              <a:gd name="connsiteX19-10803" fmla="*/ 2188 w 9485"/>
              <a:gd name="connsiteY19-10804" fmla="*/ 1763 h 9844"/>
              <a:gd name="connsiteX20-10805" fmla="*/ 2539 w 9485"/>
              <a:gd name="connsiteY20-10806" fmla="*/ 2405 h 9844"/>
              <a:gd name="connsiteX21-10807" fmla="*/ 2863 w 9485"/>
              <a:gd name="connsiteY21-10808" fmla="*/ 3078 h 9844"/>
              <a:gd name="connsiteX22-10809" fmla="*/ 3375 w 9485"/>
              <a:gd name="connsiteY22-10810" fmla="*/ 3562 h 9844"/>
              <a:gd name="connsiteX23-10811" fmla="*/ 3729 w 9485"/>
              <a:gd name="connsiteY23-10812" fmla="*/ 4020 h 9844"/>
              <a:gd name="connsiteX24-10813" fmla="*/ 4245 w 9485"/>
              <a:gd name="connsiteY24-10814" fmla="*/ 4507 h 9844"/>
              <a:gd name="connsiteX25-10815" fmla="*/ 4567 w 9485"/>
              <a:gd name="connsiteY25-10816" fmla="*/ 4996 h 9844"/>
              <a:gd name="connsiteX26-10817" fmla="*/ 5080 w 9485"/>
              <a:gd name="connsiteY26-10818" fmla="*/ 5332 h 9844"/>
              <a:gd name="connsiteX27-10819" fmla="*/ 5433 w 9485"/>
              <a:gd name="connsiteY27-10820" fmla="*/ 5638 h 9844"/>
              <a:gd name="connsiteX28-10821" fmla="*/ 5754 w 9485"/>
              <a:gd name="connsiteY28-10822" fmla="*/ 5969 h 9844"/>
              <a:gd name="connsiteX29-10823" fmla="*/ 6109 w 9485"/>
              <a:gd name="connsiteY29-10824" fmla="*/ 6309 h 9844"/>
              <a:gd name="connsiteX30-10825" fmla="*/ 6430 w 9485"/>
              <a:gd name="connsiteY30-10826" fmla="*/ 6461 h 9844"/>
              <a:gd name="connsiteX31-10827" fmla="*/ 6783 w 9485"/>
              <a:gd name="connsiteY31-10828" fmla="*/ 6769 h 9844"/>
              <a:gd name="connsiteX32-10829" fmla="*/ 6946 w 9485"/>
              <a:gd name="connsiteY32-10830" fmla="*/ 6950 h 9844"/>
              <a:gd name="connsiteX33-10831" fmla="*/ 7135 w 9485"/>
              <a:gd name="connsiteY33-10832" fmla="*/ 6950 h 9844"/>
              <a:gd name="connsiteX34-10833" fmla="*/ 7298 w 9485"/>
              <a:gd name="connsiteY34-10834" fmla="*/ 7100 h 9844"/>
              <a:gd name="connsiteX35-10835" fmla="*/ 7461 w 9485"/>
              <a:gd name="connsiteY35-10836" fmla="*/ 7100 h 9844"/>
              <a:gd name="connsiteX36-10837" fmla="*/ 7461 w 9485"/>
              <a:gd name="connsiteY36-10838" fmla="*/ 7100 h 9844"/>
              <a:gd name="connsiteX37-10839" fmla="*/ 7622 w 9485"/>
              <a:gd name="connsiteY37-10840" fmla="*/ 6950 h 9844"/>
              <a:gd name="connsiteX38-10841" fmla="*/ 7622 w 9485"/>
              <a:gd name="connsiteY38-10842" fmla="*/ 6769 h 9844"/>
              <a:gd name="connsiteX39-10843" fmla="*/ 7814 w 9485"/>
              <a:gd name="connsiteY39-10844" fmla="*/ 6613 h 9844"/>
              <a:gd name="connsiteX40-10845" fmla="*/ 7814 w 9485"/>
              <a:gd name="connsiteY40-10846" fmla="*/ 6461 h 9844"/>
              <a:gd name="connsiteX41-10847" fmla="*/ 7973 w 9485"/>
              <a:gd name="connsiteY41-10848" fmla="*/ 6123 h 9844"/>
              <a:gd name="connsiteX42-10849" fmla="*/ 7973 w 9485"/>
              <a:gd name="connsiteY42-10850" fmla="*/ 5822 h 9844"/>
              <a:gd name="connsiteX43-10851" fmla="*/ 8132 w 9485"/>
              <a:gd name="connsiteY43-10852" fmla="*/ 5484 h 9844"/>
              <a:gd name="connsiteX44-10853" fmla="*/ 8132 w 9485"/>
              <a:gd name="connsiteY44-10854" fmla="*/ 4996 h 9844"/>
              <a:gd name="connsiteX45-10855" fmla="*/ 8294 w 9485"/>
              <a:gd name="connsiteY45-10856" fmla="*/ 4692 h 9844"/>
              <a:gd name="connsiteX46-10857" fmla="*/ 8294 w 9485"/>
              <a:gd name="connsiteY46-10858" fmla="*/ 4507 h 9844"/>
              <a:gd name="connsiteX47-10859" fmla="*/ 8487 w 9485"/>
              <a:gd name="connsiteY47-10860" fmla="*/ 4199 h 9844"/>
              <a:gd name="connsiteX48-10861" fmla="*/ 8487 w 9485"/>
              <a:gd name="connsiteY48-10862" fmla="*/ 4020 h 9844"/>
              <a:gd name="connsiteX49-10863" fmla="*/ 8651 w 9485"/>
              <a:gd name="connsiteY49-10864" fmla="*/ 3869 h 9844"/>
              <a:gd name="connsiteX50-10865" fmla="*/ 8651 w 9485"/>
              <a:gd name="connsiteY50-10866" fmla="*/ 3869 h 9844"/>
              <a:gd name="connsiteX51-10867" fmla="*/ 8651 w 9485"/>
              <a:gd name="connsiteY51-10868" fmla="*/ 3869 h 9844"/>
              <a:gd name="connsiteX52-10869" fmla="*/ 8651 w 9485"/>
              <a:gd name="connsiteY52-10870" fmla="*/ 3869 h 9844"/>
              <a:gd name="connsiteX53-10871" fmla="*/ 8811 w 9485"/>
              <a:gd name="connsiteY53-10872" fmla="*/ 3869 h 9844"/>
              <a:gd name="connsiteX54-10873" fmla="*/ 8811 w 9485"/>
              <a:gd name="connsiteY54-10874" fmla="*/ 4020 h 9844"/>
              <a:gd name="connsiteX55-10875" fmla="*/ 8811 w 9485"/>
              <a:gd name="connsiteY55-10876" fmla="*/ 4199 h 9844"/>
              <a:gd name="connsiteX56-10877" fmla="*/ 8811 w 9485"/>
              <a:gd name="connsiteY56-10878" fmla="*/ 4507 h 9844"/>
              <a:gd name="connsiteX57-10879" fmla="*/ 9006 w 9485"/>
              <a:gd name="connsiteY57-10880" fmla="*/ 4692 h 9844"/>
              <a:gd name="connsiteX58-10881" fmla="*/ 9006 w 9485"/>
              <a:gd name="connsiteY58-10882" fmla="*/ 4996 h 9844"/>
              <a:gd name="connsiteX59-10883" fmla="*/ 9006 w 9485"/>
              <a:gd name="connsiteY59-10884" fmla="*/ 5484 h 9844"/>
              <a:gd name="connsiteX60-10885" fmla="*/ 9006 w 9485"/>
              <a:gd name="connsiteY60-10886" fmla="*/ 6123 h 9844"/>
              <a:gd name="connsiteX61-10887" fmla="*/ 9163 w 9485"/>
              <a:gd name="connsiteY61-10888" fmla="*/ 6950 h 9844"/>
              <a:gd name="connsiteX62-10889" fmla="*/ 9326 w 9485"/>
              <a:gd name="connsiteY62-10890" fmla="*/ 7588 h 9844"/>
              <a:gd name="connsiteX63-10891" fmla="*/ 9485 w 9485"/>
              <a:gd name="connsiteY63-10892" fmla="*/ 8379 h 9844"/>
              <a:gd name="connsiteX64-10893" fmla="*/ 9485 w 9485"/>
              <a:gd name="connsiteY64-10894" fmla="*/ 8562 h 9844"/>
              <a:gd name="connsiteX65-10895" fmla="*/ 9485 w 9485"/>
              <a:gd name="connsiteY65-10896" fmla="*/ 8865 h 9844"/>
              <a:gd name="connsiteX66-10897" fmla="*/ 9485 w 9485"/>
              <a:gd name="connsiteY66-10898" fmla="*/ 9207 h 9844"/>
              <a:gd name="connsiteX67-10899" fmla="*/ 9485 w 9485"/>
              <a:gd name="connsiteY67-10900" fmla="*/ 9357 h 9844"/>
              <a:gd name="connsiteX68-10901" fmla="*/ 9485 w 9485"/>
              <a:gd name="connsiteY68-10902" fmla="*/ 9512 h 9844"/>
              <a:gd name="connsiteX69-10903" fmla="*/ 9485 w 9485"/>
              <a:gd name="connsiteY69-10904" fmla="*/ 9689 h 9844"/>
              <a:gd name="connsiteX70-10905" fmla="*/ 9485 w 9485"/>
              <a:gd name="connsiteY70-10906" fmla="*/ 9689 h 9844"/>
              <a:gd name="connsiteX71-10907" fmla="*/ 9485 w 9485"/>
              <a:gd name="connsiteY71-10908" fmla="*/ 9844 h 9844"/>
              <a:gd name="connsiteX72-10909" fmla="*/ 9163 w 9485"/>
              <a:gd name="connsiteY72-10910" fmla="*/ 9689 h 9844"/>
              <a:gd name="connsiteX73-10911" fmla="*/ 8811 w 9485"/>
              <a:gd name="connsiteY73-10912" fmla="*/ 9689 h 9844"/>
              <a:gd name="connsiteX74-10913" fmla="*/ 8294 w 9485"/>
              <a:gd name="connsiteY74-10914" fmla="*/ 9512 h 9844"/>
              <a:gd name="connsiteX75-10915" fmla="*/ 7622 w 9485"/>
              <a:gd name="connsiteY75-10916" fmla="*/ 9207 h 9844"/>
              <a:gd name="connsiteX76-10917" fmla="*/ 7622 w 9485"/>
              <a:gd name="connsiteY76-10918" fmla="*/ 9207 h 9844"/>
              <a:gd name="connsiteX0-10919" fmla="*/ 7326 w 9290"/>
              <a:gd name="connsiteY0-10920" fmla="*/ 9353 h 10000"/>
              <a:gd name="connsiteX1-10921" fmla="*/ 6812 w 9290"/>
              <a:gd name="connsiteY1-10922" fmla="*/ 9005 h 10000"/>
              <a:gd name="connsiteX2-10923" fmla="*/ 6069 w 9290"/>
              <a:gd name="connsiteY2-10924" fmla="*/ 8698 h 10000"/>
              <a:gd name="connsiteX3-10925" fmla="*/ 5356 w 9290"/>
              <a:gd name="connsiteY3-10926" fmla="*/ 8207 h 10000"/>
              <a:gd name="connsiteX4-10927" fmla="*/ 4646 w 9290"/>
              <a:gd name="connsiteY4-10928" fmla="*/ 7708 h 10000"/>
              <a:gd name="connsiteX5-10929" fmla="*/ 4304 w 9290"/>
              <a:gd name="connsiteY5-10930" fmla="*/ 7369 h 10000"/>
              <a:gd name="connsiteX6-10931" fmla="*/ 3934 w 9290"/>
              <a:gd name="connsiteY6-10932" fmla="*/ 7060 h 10000"/>
              <a:gd name="connsiteX7-10933" fmla="*/ 3562 w 9290"/>
              <a:gd name="connsiteY7-10934" fmla="*/ 6718 h 10000"/>
              <a:gd name="connsiteX8-10935" fmla="*/ 3221 w 9290"/>
              <a:gd name="connsiteY8-10936" fmla="*/ 6409 h 10000"/>
              <a:gd name="connsiteX9-10937" fmla="*/ 2848 w 9290"/>
              <a:gd name="connsiteY9-10938" fmla="*/ 5914 h 10000"/>
              <a:gd name="connsiteX10-10939" fmla="*/ 2509 w 9290"/>
              <a:gd name="connsiteY10-10940" fmla="*/ 5416 h 10000"/>
              <a:gd name="connsiteX11-10941" fmla="*/ 2139 w 9290"/>
              <a:gd name="connsiteY11-10942" fmla="*/ 4923 h 10000"/>
              <a:gd name="connsiteX12-10943" fmla="*/ 1597 w 9290"/>
              <a:gd name="connsiteY12-10944" fmla="*/ 4420 h 10000"/>
              <a:gd name="connsiteX13-10945" fmla="*/ 716 w 9290"/>
              <a:gd name="connsiteY13-10946" fmla="*/ 3279 h 10000"/>
              <a:gd name="connsiteX14-10947" fmla="*/ 0 w 9290"/>
              <a:gd name="connsiteY14-10948" fmla="*/ 2292 h 10000"/>
              <a:gd name="connsiteX15-10949" fmla="*/ 340 w 9290"/>
              <a:gd name="connsiteY15-10950" fmla="*/ 0 h 10000"/>
              <a:gd name="connsiteX16-10951" fmla="*/ 716 w 9290"/>
              <a:gd name="connsiteY16-10952" fmla="*/ 496 h 10000"/>
              <a:gd name="connsiteX17-10953" fmla="*/ 1089 w 9290"/>
              <a:gd name="connsiteY17-10954" fmla="*/ 1141 h 10000"/>
              <a:gd name="connsiteX18-10955" fmla="*/ 1597 w 9290"/>
              <a:gd name="connsiteY18-10956" fmla="*/ 1791 h 10000"/>
              <a:gd name="connsiteX19-10957" fmla="*/ 1967 w 9290"/>
              <a:gd name="connsiteY19-10958" fmla="*/ 2443 h 10000"/>
              <a:gd name="connsiteX20-10959" fmla="*/ 2308 w 9290"/>
              <a:gd name="connsiteY20-10960" fmla="*/ 3127 h 10000"/>
              <a:gd name="connsiteX21-10961" fmla="*/ 2848 w 9290"/>
              <a:gd name="connsiteY21-10962" fmla="*/ 3618 h 10000"/>
              <a:gd name="connsiteX22-10963" fmla="*/ 3221 w 9290"/>
              <a:gd name="connsiteY22-10964" fmla="*/ 4084 h 10000"/>
              <a:gd name="connsiteX23-10965" fmla="*/ 3765 w 9290"/>
              <a:gd name="connsiteY23-10966" fmla="*/ 4578 h 10000"/>
              <a:gd name="connsiteX24-10967" fmla="*/ 4105 w 9290"/>
              <a:gd name="connsiteY24-10968" fmla="*/ 5075 h 10000"/>
              <a:gd name="connsiteX25-10969" fmla="*/ 4646 w 9290"/>
              <a:gd name="connsiteY25-10970" fmla="*/ 5416 h 10000"/>
              <a:gd name="connsiteX26-10971" fmla="*/ 5018 w 9290"/>
              <a:gd name="connsiteY26-10972" fmla="*/ 5727 h 10000"/>
              <a:gd name="connsiteX27-10973" fmla="*/ 5356 w 9290"/>
              <a:gd name="connsiteY27-10974" fmla="*/ 6064 h 10000"/>
              <a:gd name="connsiteX28-10975" fmla="*/ 5731 w 9290"/>
              <a:gd name="connsiteY28-10976" fmla="*/ 6409 h 10000"/>
              <a:gd name="connsiteX29-10977" fmla="*/ 6069 w 9290"/>
              <a:gd name="connsiteY29-10978" fmla="*/ 6563 h 10000"/>
              <a:gd name="connsiteX30-10979" fmla="*/ 6441 w 9290"/>
              <a:gd name="connsiteY30-10980" fmla="*/ 6876 h 10000"/>
              <a:gd name="connsiteX31-10981" fmla="*/ 6613 w 9290"/>
              <a:gd name="connsiteY31-10982" fmla="*/ 7060 h 10000"/>
              <a:gd name="connsiteX32-10983" fmla="*/ 6812 w 9290"/>
              <a:gd name="connsiteY32-10984" fmla="*/ 7060 h 10000"/>
              <a:gd name="connsiteX33-10985" fmla="*/ 6984 w 9290"/>
              <a:gd name="connsiteY33-10986" fmla="*/ 7213 h 10000"/>
              <a:gd name="connsiteX34-10987" fmla="*/ 7156 w 9290"/>
              <a:gd name="connsiteY34-10988" fmla="*/ 7213 h 10000"/>
              <a:gd name="connsiteX35-10989" fmla="*/ 7156 w 9290"/>
              <a:gd name="connsiteY35-10990" fmla="*/ 7213 h 10000"/>
              <a:gd name="connsiteX36-10991" fmla="*/ 7326 w 9290"/>
              <a:gd name="connsiteY36-10992" fmla="*/ 7060 h 10000"/>
              <a:gd name="connsiteX37-10993" fmla="*/ 7326 w 9290"/>
              <a:gd name="connsiteY37-10994" fmla="*/ 6876 h 10000"/>
              <a:gd name="connsiteX38-10995" fmla="*/ 7528 w 9290"/>
              <a:gd name="connsiteY38-10996" fmla="*/ 6718 h 10000"/>
              <a:gd name="connsiteX39-10997" fmla="*/ 7528 w 9290"/>
              <a:gd name="connsiteY39-10998" fmla="*/ 6563 h 10000"/>
              <a:gd name="connsiteX40-10999" fmla="*/ 7696 w 9290"/>
              <a:gd name="connsiteY40-11000" fmla="*/ 6220 h 10000"/>
              <a:gd name="connsiteX41-11001" fmla="*/ 7696 w 9290"/>
              <a:gd name="connsiteY41-11002" fmla="*/ 5914 h 10000"/>
              <a:gd name="connsiteX42-11003" fmla="*/ 7864 w 9290"/>
              <a:gd name="connsiteY42-11004" fmla="*/ 5571 h 10000"/>
              <a:gd name="connsiteX43-11005" fmla="*/ 7864 w 9290"/>
              <a:gd name="connsiteY43-11006" fmla="*/ 5075 h 10000"/>
              <a:gd name="connsiteX44-11007" fmla="*/ 8034 w 9290"/>
              <a:gd name="connsiteY44-11008" fmla="*/ 4766 h 10000"/>
              <a:gd name="connsiteX45-11009" fmla="*/ 8034 w 9290"/>
              <a:gd name="connsiteY45-11010" fmla="*/ 4578 h 10000"/>
              <a:gd name="connsiteX46-11011" fmla="*/ 8238 w 9290"/>
              <a:gd name="connsiteY46-11012" fmla="*/ 4266 h 10000"/>
              <a:gd name="connsiteX47-11013" fmla="*/ 8238 w 9290"/>
              <a:gd name="connsiteY47-11014" fmla="*/ 4084 h 10000"/>
              <a:gd name="connsiteX48-11015" fmla="*/ 8411 w 9290"/>
              <a:gd name="connsiteY48-11016" fmla="*/ 3930 h 10000"/>
              <a:gd name="connsiteX49-11017" fmla="*/ 8411 w 9290"/>
              <a:gd name="connsiteY49-11018" fmla="*/ 3930 h 10000"/>
              <a:gd name="connsiteX50-11019" fmla="*/ 8411 w 9290"/>
              <a:gd name="connsiteY50-11020" fmla="*/ 3930 h 10000"/>
              <a:gd name="connsiteX51-11021" fmla="*/ 8411 w 9290"/>
              <a:gd name="connsiteY51-11022" fmla="*/ 3930 h 10000"/>
              <a:gd name="connsiteX52-11023" fmla="*/ 8579 w 9290"/>
              <a:gd name="connsiteY52-11024" fmla="*/ 3930 h 10000"/>
              <a:gd name="connsiteX53-11025" fmla="*/ 8579 w 9290"/>
              <a:gd name="connsiteY53-11026" fmla="*/ 4084 h 10000"/>
              <a:gd name="connsiteX54-11027" fmla="*/ 8579 w 9290"/>
              <a:gd name="connsiteY54-11028" fmla="*/ 4266 h 10000"/>
              <a:gd name="connsiteX55-11029" fmla="*/ 8579 w 9290"/>
              <a:gd name="connsiteY55-11030" fmla="*/ 4578 h 10000"/>
              <a:gd name="connsiteX56-11031" fmla="*/ 8785 w 9290"/>
              <a:gd name="connsiteY56-11032" fmla="*/ 4766 h 10000"/>
              <a:gd name="connsiteX57-11033" fmla="*/ 8785 w 9290"/>
              <a:gd name="connsiteY57-11034" fmla="*/ 5075 h 10000"/>
              <a:gd name="connsiteX58-11035" fmla="*/ 8785 w 9290"/>
              <a:gd name="connsiteY58-11036" fmla="*/ 5571 h 10000"/>
              <a:gd name="connsiteX59-11037" fmla="*/ 8785 w 9290"/>
              <a:gd name="connsiteY59-11038" fmla="*/ 6220 h 10000"/>
              <a:gd name="connsiteX60-11039" fmla="*/ 8951 w 9290"/>
              <a:gd name="connsiteY60-11040" fmla="*/ 7060 h 10000"/>
              <a:gd name="connsiteX61-11041" fmla="*/ 9122 w 9290"/>
              <a:gd name="connsiteY61-11042" fmla="*/ 7708 h 10000"/>
              <a:gd name="connsiteX62-11043" fmla="*/ 9290 w 9290"/>
              <a:gd name="connsiteY62-11044" fmla="*/ 8512 h 10000"/>
              <a:gd name="connsiteX63-11045" fmla="*/ 9290 w 9290"/>
              <a:gd name="connsiteY63-11046" fmla="*/ 8698 h 10000"/>
              <a:gd name="connsiteX64-11047" fmla="*/ 9290 w 9290"/>
              <a:gd name="connsiteY64-11048" fmla="*/ 9005 h 10000"/>
              <a:gd name="connsiteX65-11049" fmla="*/ 9290 w 9290"/>
              <a:gd name="connsiteY65-11050" fmla="*/ 9353 h 10000"/>
              <a:gd name="connsiteX66-11051" fmla="*/ 9290 w 9290"/>
              <a:gd name="connsiteY66-11052" fmla="*/ 9505 h 10000"/>
              <a:gd name="connsiteX67-11053" fmla="*/ 9290 w 9290"/>
              <a:gd name="connsiteY67-11054" fmla="*/ 9663 h 10000"/>
              <a:gd name="connsiteX68-11055" fmla="*/ 9290 w 9290"/>
              <a:gd name="connsiteY68-11056" fmla="*/ 9843 h 10000"/>
              <a:gd name="connsiteX69-11057" fmla="*/ 9290 w 9290"/>
              <a:gd name="connsiteY69-11058" fmla="*/ 9843 h 10000"/>
              <a:gd name="connsiteX70-11059" fmla="*/ 9290 w 9290"/>
              <a:gd name="connsiteY70-11060" fmla="*/ 10000 h 10000"/>
              <a:gd name="connsiteX71-11061" fmla="*/ 8951 w 9290"/>
              <a:gd name="connsiteY71-11062" fmla="*/ 9843 h 10000"/>
              <a:gd name="connsiteX72-11063" fmla="*/ 8579 w 9290"/>
              <a:gd name="connsiteY72-11064" fmla="*/ 9843 h 10000"/>
              <a:gd name="connsiteX73-11065" fmla="*/ 8034 w 9290"/>
              <a:gd name="connsiteY73-11066" fmla="*/ 9663 h 10000"/>
              <a:gd name="connsiteX74-11067" fmla="*/ 7326 w 9290"/>
              <a:gd name="connsiteY74-11068" fmla="*/ 9353 h 10000"/>
              <a:gd name="connsiteX75-11069" fmla="*/ 7326 w 9290"/>
              <a:gd name="connsiteY75-11070" fmla="*/ 9353 h 10000"/>
              <a:gd name="connsiteX0-11071" fmla="*/ 7886 w 10000"/>
              <a:gd name="connsiteY0-11072" fmla="*/ 8857 h 9504"/>
              <a:gd name="connsiteX1-11073" fmla="*/ 7333 w 10000"/>
              <a:gd name="connsiteY1-11074" fmla="*/ 8509 h 9504"/>
              <a:gd name="connsiteX2-11075" fmla="*/ 6533 w 10000"/>
              <a:gd name="connsiteY2-11076" fmla="*/ 8202 h 9504"/>
              <a:gd name="connsiteX3-11077" fmla="*/ 5765 w 10000"/>
              <a:gd name="connsiteY3-11078" fmla="*/ 7711 h 9504"/>
              <a:gd name="connsiteX4-11079" fmla="*/ 5001 w 10000"/>
              <a:gd name="connsiteY4-11080" fmla="*/ 7212 h 9504"/>
              <a:gd name="connsiteX5-11081" fmla="*/ 4633 w 10000"/>
              <a:gd name="connsiteY5-11082" fmla="*/ 6873 h 9504"/>
              <a:gd name="connsiteX6-11083" fmla="*/ 4235 w 10000"/>
              <a:gd name="connsiteY6-11084" fmla="*/ 6564 h 9504"/>
              <a:gd name="connsiteX7-11085" fmla="*/ 3834 w 10000"/>
              <a:gd name="connsiteY7-11086" fmla="*/ 6222 h 9504"/>
              <a:gd name="connsiteX8-11087" fmla="*/ 3467 w 10000"/>
              <a:gd name="connsiteY8-11088" fmla="*/ 5913 h 9504"/>
              <a:gd name="connsiteX9-11089" fmla="*/ 3066 w 10000"/>
              <a:gd name="connsiteY9-11090" fmla="*/ 5418 h 9504"/>
              <a:gd name="connsiteX10-11091" fmla="*/ 2701 w 10000"/>
              <a:gd name="connsiteY10-11092" fmla="*/ 4920 h 9504"/>
              <a:gd name="connsiteX11-11093" fmla="*/ 2302 w 10000"/>
              <a:gd name="connsiteY11-11094" fmla="*/ 4427 h 9504"/>
              <a:gd name="connsiteX12-11095" fmla="*/ 1719 w 10000"/>
              <a:gd name="connsiteY12-11096" fmla="*/ 3924 h 9504"/>
              <a:gd name="connsiteX13-11097" fmla="*/ 771 w 10000"/>
              <a:gd name="connsiteY13-11098" fmla="*/ 2783 h 9504"/>
              <a:gd name="connsiteX14-11099" fmla="*/ 0 w 10000"/>
              <a:gd name="connsiteY14-11100" fmla="*/ 1796 h 9504"/>
              <a:gd name="connsiteX15-11101" fmla="*/ 771 w 10000"/>
              <a:gd name="connsiteY15-11102" fmla="*/ 0 h 9504"/>
              <a:gd name="connsiteX16-11103" fmla="*/ 1172 w 10000"/>
              <a:gd name="connsiteY16-11104" fmla="*/ 645 h 9504"/>
              <a:gd name="connsiteX17-11105" fmla="*/ 1719 w 10000"/>
              <a:gd name="connsiteY17-11106" fmla="*/ 1295 h 9504"/>
              <a:gd name="connsiteX18-11107" fmla="*/ 2117 w 10000"/>
              <a:gd name="connsiteY18-11108" fmla="*/ 1947 h 9504"/>
              <a:gd name="connsiteX19-11109" fmla="*/ 2484 w 10000"/>
              <a:gd name="connsiteY19-11110" fmla="*/ 2631 h 9504"/>
              <a:gd name="connsiteX20-11111" fmla="*/ 3066 w 10000"/>
              <a:gd name="connsiteY20-11112" fmla="*/ 3122 h 9504"/>
              <a:gd name="connsiteX21-11113" fmla="*/ 3467 w 10000"/>
              <a:gd name="connsiteY21-11114" fmla="*/ 3588 h 9504"/>
              <a:gd name="connsiteX22-11115" fmla="*/ 4053 w 10000"/>
              <a:gd name="connsiteY22-11116" fmla="*/ 4082 h 9504"/>
              <a:gd name="connsiteX23-11117" fmla="*/ 4419 w 10000"/>
              <a:gd name="connsiteY23-11118" fmla="*/ 4579 h 9504"/>
              <a:gd name="connsiteX24-11119" fmla="*/ 5001 w 10000"/>
              <a:gd name="connsiteY24-11120" fmla="*/ 4920 h 9504"/>
              <a:gd name="connsiteX25-11121" fmla="*/ 5402 w 10000"/>
              <a:gd name="connsiteY25-11122" fmla="*/ 5231 h 9504"/>
              <a:gd name="connsiteX26-11123" fmla="*/ 5765 w 10000"/>
              <a:gd name="connsiteY26-11124" fmla="*/ 5568 h 9504"/>
              <a:gd name="connsiteX27-11125" fmla="*/ 6169 w 10000"/>
              <a:gd name="connsiteY27-11126" fmla="*/ 5913 h 9504"/>
              <a:gd name="connsiteX28-11127" fmla="*/ 6533 w 10000"/>
              <a:gd name="connsiteY28-11128" fmla="*/ 6067 h 9504"/>
              <a:gd name="connsiteX29-11129" fmla="*/ 6933 w 10000"/>
              <a:gd name="connsiteY29-11130" fmla="*/ 6380 h 9504"/>
              <a:gd name="connsiteX30-11131" fmla="*/ 7118 w 10000"/>
              <a:gd name="connsiteY30-11132" fmla="*/ 6564 h 9504"/>
              <a:gd name="connsiteX31-11133" fmla="*/ 7333 w 10000"/>
              <a:gd name="connsiteY31-11134" fmla="*/ 6564 h 9504"/>
              <a:gd name="connsiteX32-11135" fmla="*/ 7518 w 10000"/>
              <a:gd name="connsiteY32-11136" fmla="*/ 6717 h 9504"/>
              <a:gd name="connsiteX33-11137" fmla="*/ 7703 w 10000"/>
              <a:gd name="connsiteY33-11138" fmla="*/ 6717 h 9504"/>
              <a:gd name="connsiteX34-11139" fmla="*/ 7703 w 10000"/>
              <a:gd name="connsiteY34-11140" fmla="*/ 6717 h 9504"/>
              <a:gd name="connsiteX35-11141" fmla="*/ 7886 w 10000"/>
              <a:gd name="connsiteY35-11142" fmla="*/ 6564 h 9504"/>
              <a:gd name="connsiteX36-11143" fmla="*/ 7886 w 10000"/>
              <a:gd name="connsiteY36-11144" fmla="*/ 6380 h 9504"/>
              <a:gd name="connsiteX37-11145" fmla="*/ 8103 w 10000"/>
              <a:gd name="connsiteY37-11146" fmla="*/ 6222 h 9504"/>
              <a:gd name="connsiteX38-11147" fmla="*/ 8103 w 10000"/>
              <a:gd name="connsiteY38-11148" fmla="*/ 6067 h 9504"/>
              <a:gd name="connsiteX39-11149" fmla="*/ 8284 w 10000"/>
              <a:gd name="connsiteY39-11150" fmla="*/ 5724 h 9504"/>
              <a:gd name="connsiteX40-11151" fmla="*/ 8284 w 10000"/>
              <a:gd name="connsiteY40-11152" fmla="*/ 5418 h 9504"/>
              <a:gd name="connsiteX41-11153" fmla="*/ 8465 w 10000"/>
              <a:gd name="connsiteY41-11154" fmla="*/ 5075 h 9504"/>
              <a:gd name="connsiteX42-11155" fmla="*/ 8465 w 10000"/>
              <a:gd name="connsiteY42-11156" fmla="*/ 4579 h 9504"/>
              <a:gd name="connsiteX43-11157" fmla="*/ 8648 w 10000"/>
              <a:gd name="connsiteY43-11158" fmla="*/ 4270 h 9504"/>
              <a:gd name="connsiteX44-11159" fmla="*/ 8648 w 10000"/>
              <a:gd name="connsiteY44-11160" fmla="*/ 4082 h 9504"/>
              <a:gd name="connsiteX45-11161" fmla="*/ 8868 w 10000"/>
              <a:gd name="connsiteY45-11162" fmla="*/ 3770 h 9504"/>
              <a:gd name="connsiteX46-11163" fmla="*/ 8868 w 10000"/>
              <a:gd name="connsiteY46-11164" fmla="*/ 3588 h 9504"/>
              <a:gd name="connsiteX47-11165" fmla="*/ 9054 w 10000"/>
              <a:gd name="connsiteY47-11166" fmla="*/ 3434 h 9504"/>
              <a:gd name="connsiteX48-11167" fmla="*/ 9054 w 10000"/>
              <a:gd name="connsiteY48-11168" fmla="*/ 3434 h 9504"/>
              <a:gd name="connsiteX49-11169" fmla="*/ 9054 w 10000"/>
              <a:gd name="connsiteY49-11170" fmla="*/ 3434 h 9504"/>
              <a:gd name="connsiteX50-11171" fmla="*/ 9054 w 10000"/>
              <a:gd name="connsiteY50-11172" fmla="*/ 3434 h 9504"/>
              <a:gd name="connsiteX51-11173" fmla="*/ 9235 w 10000"/>
              <a:gd name="connsiteY51-11174" fmla="*/ 3434 h 9504"/>
              <a:gd name="connsiteX52-11175" fmla="*/ 9235 w 10000"/>
              <a:gd name="connsiteY52-11176" fmla="*/ 3588 h 9504"/>
              <a:gd name="connsiteX53-11177" fmla="*/ 9235 w 10000"/>
              <a:gd name="connsiteY53-11178" fmla="*/ 3770 h 9504"/>
              <a:gd name="connsiteX54-11179" fmla="*/ 9235 w 10000"/>
              <a:gd name="connsiteY54-11180" fmla="*/ 4082 h 9504"/>
              <a:gd name="connsiteX55-11181" fmla="*/ 9456 w 10000"/>
              <a:gd name="connsiteY55-11182" fmla="*/ 4270 h 9504"/>
              <a:gd name="connsiteX56-11183" fmla="*/ 9456 w 10000"/>
              <a:gd name="connsiteY56-11184" fmla="*/ 4579 h 9504"/>
              <a:gd name="connsiteX57-11185" fmla="*/ 9456 w 10000"/>
              <a:gd name="connsiteY57-11186" fmla="*/ 5075 h 9504"/>
              <a:gd name="connsiteX58-11187" fmla="*/ 9456 w 10000"/>
              <a:gd name="connsiteY58-11188" fmla="*/ 5724 h 9504"/>
              <a:gd name="connsiteX59-11189" fmla="*/ 9635 w 10000"/>
              <a:gd name="connsiteY59-11190" fmla="*/ 6564 h 9504"/>
              <a:gd name="connsiteX60-11191" fmla="*/ 9819 w 10000"/>
              <a:gd name="connsiteY60-11192" fmla="*/ 7212 h 9504"/>
              <a:gd name="connsiteX61-11193" fmla="*/ 10000 w 10000"/>
              <a:gd name="connsiteY61-11194" fmla="*/ 8016 h 9504"/>
              <a:gd name="connsiteX62-11195" fmla="*/ 10000 w 10000"/>
              <a:gd name="connsiteY62-11196" fmla="*/ 8202 h 9504"/>
              <a:gd name="connsiteX63-11197" fmla="*/ 10000 w 10000"/>
              <a:gd name="connsiteY63-11198" fmla="*/ 8509 h 9504"/>
              <a:gd name="connsiteX64-11199" fmla="*/ 10000 w 10000"/>
              <a:gd name="connsiteY64-11200" fmla="*/ 8857 h 9504"/>
              <a:gd name="connsiteX65-11201" fmla="*/ 10000 w 10000"/>
              <a:gd name="connsiteY65-11202" fmla="*/ 9009 h 9504"/>
              <a:gd name="connsiteX66-11203" fmla="*/ 10000 w 10000"/>
              <a:gd name="connsiteY66-11204" fmla="*/ 9167 h 9504"/>
              <a:gd name="connsiteX67-11205" fmla="*/ 10000 w 10000"/>
              <a:gd name="connsiteY67-11206" fmla="*/ 9347 h 9504"/>
              <a:gd name="connsiteX68-11207" fmla="*/ 10000 w 10000"/>
              <a:gd name="connsiteY68-11208" fmla="*/ 9347 h 9504"/>
              <a:gd name="connsiteX69-11209" fmla="*/ 10000 w 10000"/>
              <a:gd name="connsiteY69-11210" fmla="*/ 9504 h 9504"/>
              <a:gd name="connsiteX70-11211" fmla="*/ 9635 w 10000"/>
              <a:gd name="connsiteY70-11212" fmla="*/ 9347 h 9504"/>
              <a:gd name="connsiteX71-11213" fmla="*/ 9235 w 10000"/>
              <a:gd name="connsiteY71-11214" fmla="*/ 9347 h 9504"/>
              <a:gd name="connsiteX72-11215" fmla="*/ 8648 w 10000"/>
              <a:gd name="connsiteY72-11216" fmla="*/ 9167 h 9504"/>
              <a:gd name="connsiteX73-11217" fmla="*/ 7886 w 10000"/>
              <a:gd name="connsiteY73-11218" fmla="*/ 8857 h 9504"/>
              <a:gd name="connsiteX74-11219" fmla="*/ 7886 w 10000"/>
              <a:gd name="connsiteY74-11220" fmla="*/ 8857 h 9504"/>
              <a:gd name="connsiteX0-11221" fmla="*/ 7886 w 10000"/>
              <a:gd name="connsiteY0-11222" fmla="*/ 8640 h 9321"/>
              <a:gd name="connsiteX1-11223" fmla="*/ 7333 w 10000"/>
              <a:gd name="connsiteY1-11224" fmla="*/ 8274 h 9321"/>
              <a:gd name="connsiteX2-11225" fmla="*/ 6533 w 10000"/>
              <a:gd name="connsiteY2-11226" fmla="*/ 7951 h 9321"/>
              <a:gd name="connsiteX3-11227" fmla="*/ 5765 w 10000"/>
              <a:gd name="connsiteY3-11228" fmla="*/ 7434 h 9321"/>
              <a:gd name="connsiteX4-11229" fmla="*/ 5001 w 10000"/>
              <a:gd name="connsiteY4-11230" fmla="*/ 6909 h 9321"/>
              <a:gd name="connsiteX5-11231" fmla="*/ 4633 w 10000"/>
              <a:gd name="connsiteY5-11232" fmla="*/ 6553 h 9321"/>
              <a:gd name="connsiteX6-11233" fmla="*/ 4235 w 10000"/>
              <a:gd name="connsiteY6-11234" fmla="*/ 6228 h 9321"/>
              <a:gd name="connsiteX7-11235" fmla="*/ 3834 w 10000"/>
              <a:gd name="connsiteY7-11236" fmla="*/ 5868 h 9321"/>
              <a:gd name="connsiteX8-11237" fmla="*/ 3467 w 10000"/>
              <a:gd name="connsiteY8-11238" fmla="*/ 5543 h 9321"/>
              <a:gd name="connsiteX9-11239" fmla="*/ 3066 w 10000"/>
              <a:gd name="connsiteY9-11240" fmla="*/ 5022 h 9321"/>
              <a:gd name="connsiteX10-11241" fmla="*/ 2701 w 10000"/>
              <a:gd name="connsiteY10-11242" fmla="*/ 4498 h 9321"/>
              <a:gd name="connsiteX11-11243" fmla="*/ 2302 w 10000"/>
              <a:gd name="connsiteY11-11244" fmla="*/ 3979 h 9321"/>
              <a:gd name="connsiteX12-11245" fmla="*/ 1719 w 10000"/>
              <a:gd name="connsiteY12-11246" fmla="*/ 3450 h 9321"/>
              <a:gd name="connsiteX13-11247" fmla="*/ 771 w 10000"/>
              <a:gd name="connsiteY13-11248" fmla="*/ 2249 h 9321"/>
              <a:gd name="connsiteX14-11249" fmla="*/ 0 w 10000"/>
              <a:gd name="connsiteY14-11250" fmla="*/ 1211 h 9321"/>
              <a:gd name="connsiteX15-11251" fmla="*/ 1172 w 10000"/>
              <a:gd name="connsiteY15-11252" fmla="*/ 0 h 9321"/>
              <a:gd name="connsiteX16-11253" fmla="*/ 1719 w 10000"/>
              <a:gd name="connsiteY16-11254" fmla="*/ 684 h 9321"/>
              <a:gd name="connsiteX17-11255" fmla="*/ 2117 w 10000"/>
              <a:gd name="connsiteY17-11256" fmla="*/ 1370 h 9321"/>
              <a:gd name="connsiteX18-11257" fmla="*/ 2484 w 10000"/>
              <a:gd name="connsiteY18-11258" fmla="*/ 2089 h 9321"/>
              <a:gd name="connsiteX19-11259" fmla="*/ 3066 w 10000"/>
              <a:gd name="connsiteY19-11260" fmla="*/ 2606 h 9321"/>
              <a:gd name="connsiteX20-11261" fmla="*/ 3467 w 10000"/>
              <a:gd name="connsiteY20-11262" fmla="*/ 3096 h 9321"/>
              <a:gd name="connsiteX21-11263" fmla="*/ 4053 w 10000"/>
              <a:gd name="connsiteY21-11264" fmla="*/ 3616 h 9321"/>
              <a:gd name="connsiteX22-11265" fmla="*/ 4419 w 10000"/>
              <a:gd name="connsiteY22-11266" fmla="*/ 4139 h 9321"/>
              <a:gd name="connsiteX23-11267" fmla="*/ 5001 w 10000"/>
              <a:gd name="connsiteY23-11268" fmla="*/ 4498 h 9321"/>
              <a:gd name="connsiteX24-11269" fmla="*/ 5402 w 10000"/>
              <a:gd name="connsiteY24-11270" fmla="*/ 4825 h 9321"/>
              <a:gd name="connsiteX25-11271" fmla="*/ 5765 w 10000"/>
              <a:gd name="connsiteY25-11272" fmla="*/ 5180 h 9321"/>
              <a:gd name="connsiteX26-11273" fmla="*/ 6169 w 10000"/>
              <a:gd name="connsiteY26-11274" fmla="*/ 5543 h 9321"/>
              <a:gd name="connsiteX27-11275" fmla="*/ 6533 w 10000"/>
              <a:gd name="connsiteY27-11276" fmla="*/ 5705 h 9321"/>
              <a:gd name="connsiteX28-11277" fmla="*/ 6933 w 10000"/>
              <a:gd name="connsiteY28-11278" fmla="*/ 6034 h 9321"/>
              <a:gd name="connsiteX29-11279" fmla="*/ 7118 w 10000"/>
              <a:gd name="connsiteY29-11280" fmla="*/ 6228 h 9321"/>
              <a:gd name="connsiteX30-11281" fmla="*/ 7333 w 10000"/>
              <a:gd name="connsiteY30-11282" fmla="*/ 6228 h 9321"/>
              <a:gd name="connsiteX31-11283" fmla="*/ 7518 w 10000"/>
              <a:gd name="connsiteY31-11284" fmla="*/ 6389 h 9321"/>
              <a:gd name="connsiteX32-11285" fmla="*/ 7703 w 10000"/>
              <a:gd name="connsiteY32-11286" fmla="*/ 6389 h 9321"/>
              <a:gd name="connsiteX33-11287" fmla="*/ 7703 w 10000"/>
              <a:gd name="connsiteY33-11288" fmla="*/ 6389 h 9321"/>
              <a:gd name="connsiteX34-11289" fmla="*/ 7886 w 10000"/>
              <a:gd name="connsiteY34-11290" fmla="*/ 6228 h 9321"/>
              <a:gd name="connsiteX35-11291" fmla="*/ 7886 w 10000"/>
              <a:gd name="connsiteY35-11292" fmla="*/ 6034 h 9321"/>
              <a:gd name="connsiteX36-11293" fmla="*/ 8103 w 10000"/>
              <a:gd name="connsiteY36-11294" fmla="*/ 5868 h 9321"/>
              <a:gd name="connsiteX37-11295" fmla="*/ 8103 w 10000"/>
              <a:gd name="connsiteY37-11296" fmla="*/ 5705 h 9321"/>
              <a:gd name="connsiteX38-11297" fmla="*/ 8284 w 10000"/>
              <a:gd name="connsiteY38-11298" fmla="*/ 5344 h 9321"/>
              <a:gd name="connsiteX39-11299" fmla="*/ 8284 w 10000"/>
              <a:gd name="connsiteY39-11300" fmla="*/ 5022 h 9321"/>
              <a:gd name="connsiteX40-11301" fmla="*/ 8465 w 10000"/>
              <a:gd name="connsiteY40-11302" fmla="*/ 4661 h 9321"/>
              <a:gd name="connsiteX41-11303" fmla="*/ 8465 w 10000"/>
              <a:gd name="connsiteY41-11304" fmla="*/ 4139 h 9321"/>
              <a:gd name="connsiteX42-11305" fmla="*/ 8648 w 10000"/>
              <a:gd name="connsiteY42-11306" fmla="*/ 3814 h 9321"/>
              <a:gd name="connsiteX43-11307" fmla="*/ 8648 w 10000"/>
              <a:gd name="connsiteY43-11308" fmla="*/ 3616 h 9321"/>
              <a:gd name="connsiteX44-11309" fmla="*/ 8868 w 10000"/>
              <a:gd name="connsiteY44-11310" fmla="*/ 3288 h 9321"/>
              <a:gd name="connsiteX45-11311" fmla="*/ 8868 w 10000"/>
              <a:gd name="connsiteY45-11312" fmla="*/ 3096 h 9321"/>
              <a:gd name="connsiteX46-11313" fmla="*/ 9054 w 10000"/>
              <a:gd name="connsiteY46-11314" fmla="*/ 2934 h 9321"/>
              <a:gd name="connsiteX47-11315" fmla="*/ 9054 w 10000"/>
              <a:gd name="connsiteY47-11316" fmla="*/ 2934 h 9321"/>
              <a:gd name="connsiteX48-11317" fmla="*/ 9054 w 10000"/>
              <a:gd name="connsiteY48-11318" fmla="*/ 2934 h 9321"/>
              <a:gd name="connsiteX49-11319" fmla="*/ 9054 w 10000"/>
              <a:gd name="connsiteY49-11320" fmla="*/ 2934 h 9321"/>
              <a:gd name="connsiteX50-11321" fmla="*/ 9235 w 10000"/>
              <a:gd name="connsiteY50-11322" fmla="*/ 2934 h 9321"/>
              <a:gd name="connsiteX51-11323" fmla="*/ 9235 w 10000"/>
              <a:gd name="connsiteY51-11324" fmla="*/ 3096 h 9321"/>
              <a:gd name="connsiteX52-11325" fmla="*/ 9235 w 10000"/>
              <a:gd name="connsiteY52-11326" fmla="*/ 3288 h 9321"/>
              <a:gd name="connsiteX53-11327" fmla="*/ 9235 w 10000"/>
              <a:gd name="connsiteY53-11328" fmla="*/ 3616 h 9321"/>
              <a:gd name="connsiteX54-11329" fmla="*/ 9456 w 10000"/>
              <a:gd name="connsiteY54-11330" fmla="*/ 3814 h 9321"/>
              <a:gd name="connsiteX55-11331" fmla="*/ 9456 w 10000"/>
              <a:gd name="connsiteY55-11332" fmla="*/ 4139 h 9321"/>
              <a:gd name="connsiteX56-11333" fmla="*/ 9456 w 10000"/>
              <a:gd name="connsiteY56-11334" fmla="*/ 4661 h 9321"/>
              <a:gd name="connsiteX57-11335" fmla="*/ 9456 w 10000"/>
              <a:gd name="connsiteY57-11336" fmla="*/ 5344 h 9321"/>
              <a:gd name="connsiteX58-11337" fmla="*/ 9635 w 10000"/>
              <a:gd name="connsiteY58-11338" fmla="*/ 6228 h 9321"/>
              <a:gd name="connsiteX59-11339" fmla="*/ 9819 w 10000"/>
              <a:gd name="connsiteY59-11340" fmla="*/ 6909 h 9321"/>
              <a:gd name="connsiteX60-11341" fmla="*/ 10000 w 10000"/>
              <a:gd name="connsiteY60-11342" fmla="*/ 7755 h 9321"/>
              <a:gd name="connsiteX61-11343" fmla="*/ 10000 w 10000"/>
              <a:gd name="connsiteY61-11344" fmla="*/ 7951 h 9321"/>
              <a:gd name="connsiteX62-11345" fmla="*/ 10000 w 10000"/>
              <a:gd name="connsiteY62-11346" fmla="*/ 8274 h 9321"/>
              <a:gd name="connsiteX63-11347" fmla="*/ 10000 w 10000"/>
              <a:gd name="connsiteY63-11348" fmla="*/ 8640 h 9321"/>
              <a:gd name="connsiteX64-11349" fmla="*/ 10000 w 10000"/>
              <a:gd name="connsiteY64-11350" fmla="*/ 8800 h 9321"/>
              <a:gd name="connsiteX65-11351" fmla="*/ 10000 w 10000"/>
              <a:gd name="connsiteY65-11352" fmla="*/ 8966 h 9321"/>
              <a:gd name="connsiteX66-11353" fmla="*/ 10000 w 10000"/>
              <a:gd name="connsiteY66-11354" fmla="*/ 9156 h 9321"/>
              <a:gd name="connsiteX67-11355" fmla="*/ 10000 w 10000"/>
              <a:gd name="connsiteY67-11356" fmla="*/ 9156 h 9321"/>
              <a:gd name="connsiteX68-11357" fmla="*/ 10000 w 10000"/>
              <a:gd name="connsiteY68-11358" fmla="*/ 9321 h 9321"/>
              <a:gd name="connsiteX69-11359" fmla="*/ 9635 w 10000"/>
              <a:gd name="connsiteY69-11360" fmla="*/ 9156 h 9321"/>
              <a:gd name="connsiteX70-11361" fmla="*/ 9235 w 10000"/>
              <a:gd name="connsiteY70-11362" fmla="*/ 9156 h 9321"/>
              <a:gd name="connsiteX71-11363" fmla="*/ 8648 w 10000"/>
              <a:gd name="connsiteY71-11364" fmla="*/ 8966 h 9321"/>
              <a:gd name="connsiteX72-11365" fmla="*/ 7886 w 10000"/>
              <a:gd name="connsiteY72-11366" fmla="*/ 8640 h 9321"/>
              <a:gd name="connsiteX73-11367" fmla="*/ 7886 w 10000"/>
              <a:gd name="connsiteY73-11368" fmla="*/ 8640 h 9321"/>
              <a:gd name="connsiteX0-11369" fmla="*/ 7115 w 9229"/>
              <a:gd name="connsiteY0-11370" fmla="*/ 9269 h 10000"/>
              <a:gd name="connsiteX1-11371" fmla="*/ 6562 w 9229"/>
              <a:gd name="connsiteY1-11372" fmla="*/ 8877 h 10000"/>
              <a:gd name="connsiteX2-11373" fmla="*/ 5762 w 9229"/>
              <a:gd name="connsiteY2-11374" fmla="*/ 8530 h 10000"/>
              <a:gd name="connsiteX3-11375" fmla="*/ 4994 w 9229"/>
              <a:gd name="connsiteY3-11376" fmla="*/ 7976 h 10000"/>
              <a:gd name="connsiteX4-11377" fmla="*/ 4230 w 9229"/>
              <a:gd name="connsiteY4-11378" fmla="*/ 7412 h 10000"/>
              <a:gd name="connsiteX5-11379" fmla="*/ 3862 w 9229"/>
              <a:gd name="connsiteY5-11380" fmla="*/ 7030 h 10000"/>
              <a:gd name="connsiteX6-11381" fmla="*/ 3464 w 9229"/>
              <a:gd name="connsiteY6-11382" fmla="*/ 6682 h 10000"/>
              <a:gd name="connsiteX7-11383" fmla="*/ 3063 w 9229"/>
              <a:gd name="connsiteY7-11384" fmla="*/ 6295 h 10000"/>
              <a:gd name="connsiteX8-11385" fmla="*/ 2696 w 9229"/>
              <a:gd name="connsiteY8-11386" fmla="*/ 5947 h 10000"/>
              <a:gd name="connsiteX9-11387" fmla="*/ 2295 w 9229"/>
              <a:gd name="connsiteY9-11388" fmla="*/ 5388 h 10000"/>
              <a:gd name="connsiteX10-11389" fmla="*/ 1930 w 9229"/>
              <a:gd name="connsiteY10-11390" fmla="*/ 4826 h 10000"/>
              <a:gd name="connsiteX11-11391" fmla="*/ 1531 w 9229"/>
              <a:gd name="connsiteY11-11392" fmla="*/ 4269 h 10000"/>
              <a:gd name="connsiteX12-11393" fmla="*/ 948 w 9229"/>
              <a:gd name="connsiteY12-11394" fmla="*/ 3701 h 10000"/>
              <a:gd name="connsiteX13-11395" fmla="*/ 0 w 9229"/>
              <a:gd name="connsiteY13-11396" fmla="*/ 2413 h 10000"/>
              <a:gd name="connsiteX14-11397" fmla="*/ 401 w 9229"/>
              <a:gd name="connsiteY14-11398" fmla="*/ 0 h 10000"/>
              <a:gd name="connsiteX15-11399" fmla="*/ 948 w 9229"/>
              <a:gd name="connsiteY15-11400" fmla="*/ 734 h 10000"/>
              <a:gd name="connsiteX16-11401" fmla="*/ 1346 w 9229"/>
              <a:gd name="connsiteY16-11402" fmla="*/ 1470 h 10000"/>
              <a:gd name="connsiteX17-11403" fmla="*/ 1713 w 9229"/>
              <a:gd name="connsiteY17-11404" fmla="*/ 2241 h 10000"/>
              <a:gd name="connsiteX18-11405" fmla="*/ 2295 w 9229"/>
              <a:gd name="connsiteY18-11406" fmla="*/ 2796 h 10000"/>
              <a:gd name="connsiteX19-11407" fmla="*/ 2696 w 9229"/>
              <a:gd name="connsiteY19-11408" fmla="*/ 3322 h 10000"/>
              <a:gd name="connsiteX20-11409" fmla="*/ 3282 w 9229"/>
              <a:gd name="connsiteY20-11410" fmla="*/ 3879 h 10000"/>
              <a:gd name="connsiteX21-11411" fmla="*/ 3648 w 9229"/>
              <a:gd name="connsiteY21-11412" fmla="*/ 4441 h 10000"/>
              <a:gd name="connsiteX22-11413" fmla="*/ 4230 w 9229"/>
              <a:gd name="connsiteY22-11414" fmla="*/ 4826 h 10000"/>
              <a:gd name="connsiteX23-11415" fmla="*/ 4631 w 9229"/>
              <a:gd name="connsiteY23-11416" fmla="*/ 5176 h 10000"/>
              <a:gd name="connsiteX24-11417" fmla="*/ 4994 w 9229"/>
              <a:gd name="connsiteY24-11418" fmla="*/ 5557 h 10000"/>
              <a:gd name="connsiteX25-11419" fmla="*/ 5398 w 9229"/>
              <a:gd name="connsiteY25-11420" fmla="*/ 5947 h 10000"/>
              <a:gd name="connsiteX26-11421" fmla="*/ 5762 w 9229"/>
              <a:gd name="connsiteY26-11422" fmla="*/ 6121 h 10000"/>
              <a:gd name="connsiteX27-11423" fmla="*/ 6162 w 9229"/>
              <a:gd name="connsiteY27-11424" fmla="*/ 6474 h 10000"/>
              <a:gd name="connsiteX28-11425" fmla="*/ 6347 w 9229"/>
              <a:gd name="connsiteY28-11426" fmla="*/ 6682 h 10000"/>
              <a:gd name="connsiteX29-11427" fmla="*/ 6562 w 9229"/>
              <a:gd name="connsiteY29-11428" fmla="*/ 6682 h 10000"/>
              <a:gd name="connsiteX30-11429" fmla="*/ 6747 w 9229"/>
              <a:gd name="connsiteY30-11430" fmla="*/ 6854 h 10000"/>
              <a:gd name="connsiteX31-11431" fmla="*/ 6932 w 9229"/>
              <a:gd name="connsiteY31-11432" fmla="*/ 6854 h 10000"/>
              <a:gd name="connsiteX32-11433" fmla="*/ 6932 w 9229"/>
              <a:gd name="connsiteY32-11434" fmla="*/ 6854 h 10000"/>
              <a:gd name="connsiteX33-11435" fmla="*/ 7115 w 9229"/>
              <a:gd name="connsiteY33-11436" fmla="*/ 6682 h 10000"/>
              <a:gd name="connsiteX34-11437" fmla="*/ 7115 w 9229"/>
              <a:gd name="connsiteY34-11438" fmla="*/ 6474 h 10000"/>
              <a:gd name="connsiteX35-11439" fmla="*/ 7332 w 9229"/>
              <a:gd name="connsiteY35-11440" fmla="*/ 6295 h 10000"/>
              <a:gd name="connsiteX36-11441" fmla="*/ 7332 w 9229"/>
              <a:gd name="connsiteY36-11442" fmla="*/ 6121 h 10000"/>
              <a:gd name="connsiteX37-11443" fmla="*/ 7513 w 9229"/>
              <a:gd name="connsiteY37-11444" fmla="*/ 5733 h 10000"/>
              <a:gd name="connsiteX38-11445" fmla="*/ 7513 w 9229"/>
              <a:gd name="connsiteY38-11446" fmla="*/ 5388 h 10000"/>
              <a:gd name="connsiteX39-11447" fmla="*/ 7694 w 9229"/>
              <a:gd name="connsiteY39-11448" fmla="*/ 5001 h 10000"/>
              <a:gd name="connsiteX40-11449" fmla="*/ 7694 w 9229"/>
              <a:gd name="connsiteY40-11450" fmla="*/ 4441 h 10000"/>
              <a:gd name="connsiteX41-11451" fmla="*/ 7877 w 9229"/>
              <a:gd name="connsiteY41-11452" fmla="*/ 4092 h 10000"/>
              <a:gd name="connsiteX42-11453" fmla="*/ 7877 w 9229"/>
              <a:gd name="connsiteY42-11454" fmla="*/ 3879 h 10000"/>
              <a:gd name="connsiteX43-11455" fmla="*/ 8097 w 9229"/>
              <a:gd name="connsiteY43-11456" fmla="*/ 3528 h 10000"/>
              <a:gd name="connsiteX44-11457" fmla="*/ 8097 w 9229"/>
              <a:gd name="connsiteY44-11458" fmla="*/ 3322 h 10000"/>
              <a:gd name="connsiteX45-11459" fmla="*/ 8283 w 9229"/>
              <a:gd name="connsiteY45-11460" fmla="*/ 3148 h 10000"/>
              <a:gd name="connsiteX46-11461" fmla="*/ 8283 w 9229"/>
              <a:gd name="connsiteY46-11462" fmla="*/ 3148 h 10000"/>
              <a:gd name="connsiteX47-11463" fmla="*/ 8283 w 9229"/>
              <a:gd name="connsiteY47-11464" fmla="*/ 3148 h 10000"/>
              <a:gd name="connsiteX48-11465" fmla="*/ 8283 w 9229"/>
              <a:gd name="connsiteY48-11466" fmla="*/ 3148 h 10000"/>
              <a:gd name="connsiteX49-11467" fmla="*/ 8464 w 9229"/>
              <a:gd name="connsiteY49-11468" fmla="*/ 3148 h 10000"/>
              <a:gd name="connsiteX50-11469" fmla="*/ 8464 w 9229"/>
              <a:gd name="connsiteY50-11470" fmla="*/ 3322 h 10000"/>
              <a:gd name="connsiteX51-11471" fmla="*/ 8464 w 9229"/>
              <a:gd name="connsiteY51-11472" fmla="*/ 3528 h 10000"/>
              <a:gd name="connsiteX52-11473" fmla="*/ 8464 w 9229"/>
              <a:gd name="connsiteY52-11474" fmla="*/ 3879 h 10000"/>
              <a:gd name="connsiteX53-11475" fmla="*/ 8685 w 9229"/>
              <a:gd name="connsiteY53-11476" fmla="*/ 4092 h 10000"/>
              <a:gd name="connsiteX54-11477" fmla="*/ 8685 w 9229"/>
              <a:gd name="connsiteY54-11478" fmla="*/ 4441 h 10000"/>
              <a:gd name="connsiteX55-11479" fmla="*/ 8685 w 9229"/>
              <a:gd name="connsiteY55-11480" fmla="*/ 5001 h 10000"/>
              <a:gd name="connsiteX56-11481" fmla="*/ 8685 w 9229"/>
              <a:gd name="connsiteY56-11482" fmla="*/ 5733 h 10000"/>
              <a:gd name="connsiteX57-11483" fmla="*/ 8864 w 9229"/>
              <a:gd name="connsiteY57-11484" fmla="*/ 6682 h 10000"/>
              <a:gd name="connsiteX58-11485" fmla="*/ 9048 w 9229"/>
              <a:gd name="connsiteY58-11486" fmla="*/ 7412 h 10000"/>
              <a:gd name="connsiteX59-11487" fmla="*/ 9229 w 9229"/>
              <a:gd name="connsiteY59-11488" fmla="*/ 8320 h 10000"/>
              <a:gd name="connsiteX60-11489" fmla="*/ 9229 w 9229"/>
              <a:gd name="connsiteY60-11490" fmla="*/ 8530 h 10000"/>
              <a:gd name="connsiteX61-11491" fmla="*/ 9229 w 9229"/>
              <a:gd name="connsiteY61-11492" fmla="*/ 8877 h 10000"/>
              <a:gd name="connsiteX62-11493" fmla="*/ 9229 w 9229"/>
              <a:gd name="connsiteY62-11494" fmla="*/ 9269 h 10000"/>
              <a:gd name="connsiteX63-11495" fmla="*/ 9229 w 9229"/>
              <a:gd name="connsiteY63-11496" fmla="*/ 9441 h 10000"/>
              <a:gd name="connsiteX64-11497" fmla="*/ 9229 w 9229"/>
              <a:gd name="connsiteY64-11498" fmla="*/ 9619 h 10000"/>
              <a:gd name="connsiteX65-11499" fmla="*/ 9229 w 9229"/>
              <a:gd name="connsiteY65-11500" fmla="*/ 9823 h 10000"/>
              <a:gd name="connsiteX66-11501" fmla="*/ 9229 w 9229"/>
              <a:gd name="connsiteY66-11502" fmla="*/ 9823 h 10000"/>
              <a:gd name="connsiteX67-11503" fmla="*/ 9229 w 9229"/>
              <a:gd name="connsiteY67-11504" fmla="*/ 10000 h 10000"/>
              <a:gd name="connsiteX68-11505" fmla="*/ 8864 w 9229"/>
              <a:gd name="connsiteY68-11506" fmla="*/ 9823 h 10000"/>
              <a:gd name="connsiteX69-11507" fmla="*/ 8464 w 9229"/>
              <a:gd name="connsiteY69-11508" fmla="*/ 9823 h 10000"/>
              <a:gd name="connsiteX70-11509" fmla="*/ 7877 w 9229"/>
              <a:gd name="connsiteY70-11510" fmla="*/ 9619 h 10000"/>
              <a:gd name="connsiteX71-11511" fmla="*/ 7115 w 9229"/>
              <a:gd name="connsiteY71-11512" fmla="*/ 9269 h 10000"/>
              <a:gd name="connsiteX72-11513" fmla="*/ 7115 w 9229"/>
              <a:gd name="connsiteY72-11514" fmla="*/ 9269 h 10000"/>
              <a:gd name="connsiteX0-11515" fmla="*/ 7709 w 10000"/>
              <a:gd name="connsiteY0-11516" fmla="*/ 8535 h 9266"/>
              <a:gd name="connsiteX1-11517" fmla="*/ 7110 w 10000"/>
              <a:gd name="connsiteY1-11518" fmla="*/ 8143 h 9266"/>
              <a:gd name="connsiteX2-11519" fmla="*/ 6243 w 10000"/>
              <a:gd name="connsiteY2-11520" fmla="*/ 7796 h 9266"/>
              <a:gd name="connsiteX3-11521" fmla="*/ 5411 w 10000"/>
              <a:gd name="connsiteY3-11522" fmla="*/ 7242 h 9266"/>
              <a:gd name="connsiteX4-11523" fmla="*/ 4583 w 10000"/>
              <a:gd name="connsiteY4-11524" fmla="*/ 6678 h 9266"/>
              <a:gd name="connsiteX5-11525" fmla="*/ 4185 w 10000"/>
              <a:gd name="connsiteY5-11526" fmla="*/ 6296 h 9266"/>
              <a:gd name="connsiteX6-11527" fmla="*/ 3753 w 10000"/>
              <a:gd name="connsiteY6-11528" fmla="*/ 5948 h 9266"/>
              <a:gd name="connsiteX7-11529" fmla="*/ 3319 w 10000"/>
              <a:gd name="connsiteY7-11530" fmla="*/ 5561 h 9266"/>
              <a:gd name="connsiteX8-11531" fmla="*/ 2921 w 10000"/>
              <a:gd name="connsiteY8-11532" fmla="*/ 5213 h 9266"/>
              <a:gd name="connsiteX9-11533" fmla="*/ 2487 w 10000"/>
              <a:gd name="connsiteY9-11534" fmla="*/ 4654 h 9266"/>
              <a:gd name="connsiteX10-11535" fmla="*/ 2091 w 10000"/>
              <a:gd name="connsiteY10-11536" fmla="*/ 4092 h 9266"/>
              <a:gd name="connsiteX11-11537" fmla="*/ 1659 w 10000"/>
              <a:gd name="connsiteY11-11538" fmla="*/ 3535 h 9266"/>
              <a:gd name="connsiteX12-11539" fmla="*/ 1027 w 10000"/>
              <a:gd name="connsiteY12-11540" fmla="*/ 2967 h 9266"/>
              <a:gd name="connsiteX13-11541" fmla="*/ 0 w 10000"/>
              <a:gd name="connsiteY13-11542" fmla="*/ 1679 h 9266"/>
              <a:gd name="connsiteX14-11543" fmla="*/ 1027 w 10000"/>
              <a:gd name="connsiteY14-11544" fmla="*/ 0 h 9266"/>
              <a:gd name="connsiteX15-11545" fmla="*/ 1458 w 10000"/>
              <a:gd name="connsiteY15-11546" fmla="*/ 736 h 9266"/>
              <a:gd name="connsiteX16-11547" fmla="*/ 1856 w 10000"/>
              <a:gd name="connsiteY16-11548" fmla="*/ 1507 h 9266"/>
              <a:gd name="connsiteX17-11549" fmla="*/ 2487 w 10000"/>
              <a:gd name="connsiteY17-11550" fmla="*/ 2062 h 9266"/>
              <a:gd name="connsiteX18-11551" fmla="*/ 2921 w 10000"/>
              <a:gd name="connsiteY18-11552" fmla="*/ 2588 h 9266"/>
              <a:gd name="connsiteX19-11553" fmla="*/ 3556 w 10000"/>
              <a:gd name="connsiteY19-11554" fmla="*/ 3145 h 9266"/>
              <a:gd name="connsiteX20-11555" fmla="*/ 3953 w 10000"/>
              <a:gd name="connsiteY20-11556" fmla="*/ 3707 h 9266"/>
              <a:gd name="connsiteX21-11557" fmla="*/ 4583 w 10000"/>
              <a:gd name="connsiteY21-11558" fmla="*/ 4092 h 9266"/>
              <a:gd name="connsiteX22-11559" fmla="*/ 5018 w 10000"/>
              <a:gd name="connsiteY22-11560" fmla="*/ 4442 h 9266"/>
              <a:gd name="connsiteX23-11561" fmla="*/ 5411 w 10000"/>
              <a:gd name="connsiteY23-11562" fmla="*/ 4823 h 9266"/>
              <a:gd name="connsiteX24-11563" fmla="*/ 5849 w 10000"/>
              <a:gd name="connsiteY24-11564" fmla="*/ 5213 h 9266"/>
              <a:gd name="connsiteX25-11565" fmla="*/ 6243 w 10000"/>
              <a:gd name="connsiteY25-11566" fmla="*/ 5387 h 9266"/>
              <a:gd name="connsiteX26-11567" fmla="*/ 6677 w 10000"/>
              <a:gd name="connsiteY26-11568" fmla="*/ 5740 h 9266"/>
              <a:gd name="connsiteX27-11569" fmla="*/ 6877 w 10000"/>
              <a:gd name="connsiteY27-11570" fmla="*/ 5948 h 9266"/>
              <a:gd name="connsiteX28-11571" fmla="*/ 7110 w 10000"/>
              <a:gd name="connsiteY28-11572" fmla="*/ 5948 h 9266"/>
              <a:gd name="connsiteX29-11573" fmla="*/ 7311 w 10000"/>
              <a:gd name="connsiteY29-11574" fmla="*/ 6120 h 9266"/>
              <a:gd name="connsiteX30-11575" fmla="*/ 7511 w 10000"/>
              <a:gd name="connsiteY30-11576" fmla="*/ 6120 h 9266"/>
              <a:gd name="connsiteX31-11577" fmla="*/ 7511 w 10000"/>
              <a:gd name="connsiteY31-11578" fmla="*/ 6120 h 9266"/>
              <a:gd name="connsiteX32-11579" fmla="*/ 7709 w 10000"/>
              <a:gd name="connsiteY32-11580" fmla="*/ 5948 h 9266"/>
              <a:gd name="connsiteX33-11581" fmla="*/ 7709 w 10000"/>
              <a:gd name="connsiteY33-11582" fmla="*/ 5740 h 9266"/>
              <a:gd name="connsiteX34-11583" fmla="*/ 7945 w 10000"/>
              <a:gd name="connsiteY34-11584" fmla="*/ 5561 h 9266"/>
              <a:gd name="connsiteX35-11585" fmla="*/ 7945 w 10000"/>
              <a:gd name="connsiteY35-11586" fmla="*/ 5387 h 9266"/>
              <a:gd name="connsiteX36-11587" fmla="*/ 8141 w 10000"/>
              <a:gd name="connsiteY36-11588" fmla="*/ 4999 h 9266"/>
              <a:gd name="connsiteX37-11589" fmla="*/ 8141 w 10000"/>
              <a:gd name="connsiteY37-11590" fmla="*/ 4654 h 9266"/>
              <a:gd name="connsiteX38-11591" fmla="*/ 8337 w 10000"/>
              <a:gd name="connsiteY38-11592" fmla="*/ 4267 h 9266"/>
              <a:gd name="connsiteX39-11593" fmla="*/ 8337 w 10000"/>
              <a:gd name="connsiteY39-11594" fmla="*/ 3707 h 9266"/>
              <a:gd name="connsiteX40-11595" fmla="*/ 8535 w 10000"/>
              <a:gd name="connsiteY40-11596" fmla="*/ 3358 h 9266"/>
              <a:gd name="connsiteX41-11597" fmla="*/ 8535 w 10000"/>
              <a:gd name="connsiteY41-11598" fmla="*/ 3145 h 9266"/>
              <a:gd name="connsiteX42-11599" fmla="*/ 8773 w 10000"/>
              <a:gd name="connsiteY42-11600" fmla="*/ 2794 h 9266"/>
              <a:gd name="connsiteX43-11601" fmla="*/ 8773 w 10000"/>
              <a:gd name="connsiteY43-11602" fmla="*/ 2588 h 9266"/>
              <a:gd name="connsiteX44-11603" fmla="*/ 8975 w 10000"/>
              <a:gd name="connsiteY44-11604" fmla="*/ 2414 h 9266"/>
              <a:gd name="connsiteX45-11605" fmla="*/ 8975 w 10000"/>
              <a:gd name="connsiteY45-11606" fmla="*/ 2414 h 9266"/>
              <a:gd name="connsiteX46-11607" fmla="*/ 8975 w 10000"/>
              <a:gd name="connsiteY46-11608" fmla="*/ 2414 h 9266"/>
              <a:gd name="connsiteX47-11609" fmla="*/ 8975 w 10000"/>
              <a:gd name="connsiteY47-11610" fmla="*/ 2414 h 9266"/>
              <a:gd name="connsiteX48-11611" fmla="*/ 9171 w 10000"/>
              <a:gd name="connsiteY48-11612" fmla="*/ 2414 h 9266"/>
              <a:gd name="connsiteX49-11613" fmla="*/ 9171 w 10000"/>
              <a:gd name="connsiteY49-11614" fmla="*/ 2588 h 9266"/>
              <a:gd name="connsiteX50-11615" fmla="*/ 9171 w 10000"/>
              <a:gd name="connsiteY50-11616" fmla="*/ 2794 h 9266"/>
              <a:gd name="connsiteX51-11617" fmla="*/ 9171 w 10000"/>
              <a:gd name="connsiteY51-11618" fmla="*/ 3145 h 9266"/>
              <a:gd name="connsiteX52-11619" fmla="*/ 9411 w 10000"/>
              <a:gd name="connsiteY52-11620" fmla="*/ 3358 h 9266"/>
              <a:gd name="connsiteX53-11621" fmla="*/ 9411 w 10000"/>
              <a:gd name="connsiteY53-11622" fmla="*/ 3707 h 9266"/>
              <a:gd name="connsiteX54-11623" fmla="*/ 9411 w 10000"/>
              <a:gd name="connsiteY54-11624" fmla="*/ 4267 h 9266"/>
              <a:gd name="connsiteX55-11625" fmla="*/ 9411 w 10000"/>
              <a:gd name="connsiteY55-11626" fmla="*/ 4999 h 9266"/>
              <a:gd name="connsiteX56-11627" fmla="*/ 9605 w 10000"/>
              <a:gd name="connsiteY56-11628" fmla="*/ 5948 h 9266"/>
              <a:gd name="connsiteX57-11629" fmla="*/ 9804 w 10000"/>
              <a:gd name="connsiteY57-11630" fmla="*/ 6678 h 9266"/>
              <a:gd name="connsiteX58-11631" fmla="*/ 10000 w 10000"/>
              <a:gd name="connsiteY58-11632" fmla="*/ 7586 h 9266"/>
              <a:gd name="connsiteX59-11633" fmla="*/ 10000 w 10000"/>
              <a:gd name="connsiteY59-11634" fmla="*/ 7796 h 9266"/>
              <a:gd name="connsiteX60-11635" fmla="*/ 10000 w 10000"/>
              <a:gd name="connsiteY60-11636" fmla="*/ 8143 h 9266"/>
              <a:gd name="connsiteX61-11637" fmla="*/ 10000 w 10000"/>
              <a:gd name="connsiteY61-11638" fmla="*/ 8535 h 9266"/>
              <a:gd name="connsiteX62-11639" fmla="*/ 10000 w 10000"/>
              <a:gd name="connsiteY62-11640" fmla="*/ 8707 h 9266"/>
              <a:gd name="connsiteX63-11641" fmla="*/ 10000 w 10000"/>
              <a:gd name="connsiteY63-11642" fmla="*/ 8885 h 9266"/>
              <a:gd name="connsiteX64-11643" fmla="*/ 10000 w 10000"/>
              <a:gd name="connsiteY64-11644" fmla="*/ 9089 h 9266"/>
              <a:gd name="connsiteX65-11645" fmla="*/ 10000 w 10000"/>
              <a:gd name="connsiteY65-11646" fmla="*/ 9089 h 9266"/>
              <a:gd name="connsiteX66-11647" fmla="*/ 10000 w 10000"/>
              <a:gd name="connsiteY66-11648" fmla="*/ 9266 h 9266"/>
              <a:gd name="connsiteX67-11649" fmla="*/ 9605 w 10000"/>
              <a:gd name="connsiteY67-11650" fmla="*/ 9089 h 9266"/>
              <a:gd name="connsiteX68-11651" fmla="*/ 9171 w 10000"/>
              <a:gd name="connsiteY68-11652" fmla="*/ 9089 h 9266"/>
              <a:gd name="connsiteX69-11653" fmla="*/ 8535 w 10000"/>
              <a:gd name="connsiteY69-11654" fmla="*/ 8885 h 9266"/>
              <a:gd name="connsiteX70-11655" fmla="*/ 7709 w 10000"/>
              <a:gd name="connsiteY70-11656" fmla="*/ 8535 h 9266"/>
              <a:gd name="connsiteX71-11657" fmla="*/ 7709 w 10000"/>
              <a:gd name="connsiteY71-11658" fmla="*/ 8535 h 9266"/>
              <a:gd name="connsiteX0-11659" fmla="*/ 7709 w 10000"/>
              <a:gd name="connsiteY0-11660" fmla="*/ 8417 h 9206"/>
              <a:gd name="connsiteX1-11661" fmla="*/ 7110 w 10000"/>
              <a:gd name="connsiteY1-11662" fmla="*/ 7994 h 9206"/>
              <a:gd name="connsiteX2-11663" fmla="*/ 6243 w 10000"/>
              <a:gd name="connsiteY2-11664" fmla="*/ 7620 h 9206"/>
              <a:gd name="connsiteX3-11665" fmla="*/ 5411 w 10000"/>
              <a:gd name="connsiteY3-11666" fmla="*/ 7022 h 9206"/>
              <a:gd name="connsiteX4-11667" fmla="*/ 4583 w 10000"/>
              <a:gd name="connsiteY4-11668" fmla="*/ 6413 h 9206"/>
              <a:gd name="connsiteX5-11669" fmla="*/ 4185 w 10000"/>
              <a:gd name="connsiteY5-11670" fmla="*/ 6001 h 9206"/>
              <a:gd name="connsiteX6-11671" fmla="*/ 3753 w 10000"/>
              <a:gd name="connsiteY6-11672" fmla="*/ 5625 h 9206"/>
              <a:gd name="connsiteX7-11673" fmla="*/ 3319 w 10000"/>
              <a:gd name="connsiteY7-11674" fmla="*/ 5208 h 9206"/>
              <a:gd name="connsiteX8-11675" fmla="*/ 2921 w 10000"/>
              <a:gd name="connsiteY8-11676" fmla="*/ 4832 h 9206"/>
              <a:gd name="connsiteX9-11677" fmla="*/ 2487 w 10000"/>
              <a:gd name="connsiteY9-11678" fmla="*/ 4229 h 9206"/>
              <a:gd name="connsiteX10-11679" fmla="*/ 2091 w 10000"/>
              <a:gd name="connsiteY10-11680" fmla="*/ 3622 h 9206"/>
              <a:gd name="connsiteX11-11681" fmla="*/ 1659 w 10000"/>
              <a:gd name="connsiteY11-11682" fmla="*/ 3021 h 9206"/>
              <a:gd name="connsiteX12-11683" fmla="*/ 1027 w 10000"/>
              <a:gd name="connsiteY12-11684" fmla="*/ 2408 h 9206"/>
              <a:gd name="connsiteX13-11685" fmla="*/ 0 w 10000"/>
              <a:gd name="connsiteY13-11686" fmla="*/ 1018 h 9206"/>
              <a:gd name="connsiteX14-11687" fmla="*/ 1458 w 10000"/>
              <a:gd name="connsiteY14-11688" fmla="*/ 0 h 9206"/>
              <a:gd name="connsiteX15-11689" fmla="*/ 1856 w 10000"/>
              <a:gd name="connsiteY15-11690" fmla="*/ 832 h 9206"/>
              <a:gd name="connsiteX16-11691" fmla="*/ 2487 w 10000"/>
              <a:gd name="connsiteY16-11692" fmla="*/ 1431 h 9206"/>
              <a:gd name="connsiteX17-11693" fmla="*/ 2921 w 10000"/>
              <a:gd name="connsiteY17-11694" fmla="*/ 1999 h 9206"/>
              <a:gd name="connsiteX18-11695" fmla="*/ 3556 w 10000"/>
              <a:gd name="connsiteY18-11696" fmla="*/ 2600 h 9206"/>
              <a:gd name="connsiteX19-11697" fmla="*/ 3953 w 10000"/>
              <a:gd name="connsiteY19-11698" fmla="*/ 3207 h 9206"/>
              <a:gd name="connsiteX20-11699" fmla="*/ 4583 w 10000"/>
              <a:gd name="connsiteY20-11700" fmla="*/ 3622 h 9206"/>
              <a:gd name="connsiteX21-11701" fmla="*/ 5018 w 10000"/>
              <a:gd name="connsiteY21-11702" fmla="*/ 4000 h 9206"/>
              <a:gd name="connsiteX22-11703" fmla="*/ 5411 w 10000"/>
              <a:gd name="connsiteY22-11704" fmla="*/ 4411 h 9206"/>
              <a:gd name="connsiteX23-11705" fmla="*/ 5849 w 10000"/>
              <a:gd name="connsiteY23-11706" fmla="*/ 4832 h 9206"/>
              <a:gd name="connsiteX24-11707" fmla="*/ 6243 w 10000"/>
              <a:gd name="connsiteY24-11708" fmla="*/ 5020 h 9206"/>
              <a:gd name="connsiteX25-11709" fmla="*/ 6677 w 10000"/>
              <a:gd name="connsiteY25-11710" fmla="*/ 5401 h 9206"/>
              <a:gd name="connsiteX26-11711" fmla="*/ 6877 w 10000"/>
              <a:gd name="connsiteY26-11712" fmla="*/ 5625 h 9206"/>
              <a:gd name="connsiteX27-11713" fmla="*/ 7110 w 10000"/>
              <a:gd name="connsiteY27-11714" fmla="*/ 5625 h 9206"/>
              <a:gd name="connsiteX28-11715" fmla="*/ 7311 w 10000"/>
              <a:gd name="connsiteY28-11716" fmla="*/ 5811 h 9206"/>
              <a:gd name="connsiteX29-11717" fmla="*/ 7511 w 10000"/>
              <a:gd name="connsiteY29-11718" fmla="*/ 5811 h 9206"/>
              <a:gd name="connsiteX30-11719" fmla="*/ 7511 w 10000"/>
              <a:gd name="connsiteY30-11720" fmla="*/ 5811 h 9206"/>
              <a:gd name="connsiteX31-11721" fmla="*/ 7709 w 10000"/>
              <a:gd name="connsiteY31-11722" fmla="*/ 5625 h 9206"/>
              <a:gd name="connsiteX32-11723" fmla="*/ 7709 w 10000"/>
              <a:gd name="connsiteY32-11724" fmla="*/ 5401 h 9206"/>
              <a:gd name="connsiteX33-11725" fmla="*/ 7945 w 10000"/>
              <a:gd name="connsiteY33-11726" fmla="*/ 5208 h 9206"/>
              <a:gd name="connsiteX34-11727" fmla="*/ 7945 w 10000"/>
              <a:gd name="connsiteY34-11728" fmla="*/ 5020 h 9206"/>
              <a:gd name="connsiteX35-11729" fmla="*/ 8141 w 10000"/>
              <a:gd name="connsiteY35-11730" fmla="*/ 4601 h 9206"/>
              <a:gd name="connsiteX36-11731" fmla="*/ 8141 w 10000"/>
              <a:gd name="connsiteY36-11732" fmla="*/ 4229 h 9206"/>
              <a:gd name="connsiteX37-11733" fmla="*/ 8337 w 10000"/>
              <a:gd name="connsiteY37-11734" fmla="*/ 3811 h 9206"/>
              <a:gd name="connsiteX38-11735" fmla="*/ 8337 w 10000"/>
              <a:gd name="connsiteY38-11736" fmla="*/ 3207 h 9206"/>
              <a:gd name="connsiteX39-11737" fmla="*/ 8535 w 10000"/>
              <a:gd name="connsiteY39-11738" fmla="*/ 2830 h 9206"/>
              <a:gd name="connsiteX40-11739" fmla="*/ 8535 w 10000"/>
              <a:gd name="connsiteY40-11740" fmla="*/ 2600 h 9206"/>
              <a:gd name="connsiteX41-11741" fmla="*/ 8773 w 10000"/>
              <a:gd name="connsiteY41-11742" fmla="*/ 2221 h 9206"/>
              <a:gd name="connsiteX42-11743" fmla="*/ 8773 w 10000"/>
              <a:gd name="connsiteY42-11744" fmla="*/ 1999 h 9206"/>
              <a:gd name="connsiteX43-11745" fmla="*/ 8975 w 10000"/>
              <a:gd name="connsiteY43-11746" fmla="*/ 1811 h 9206"/>
              <a:gd name="connsiteX44-11747" fmla="*/ 8975 w 10000"/>
              <a:gd name="connsiteY44-11748" fmla="*/ 1811 h 9206"/>
              <a:gd name="connsiteX45-11749" fmla="*/ 8975 w 10000"/>
              <a:gd name="connsiteY45-11750" fmla="*/ 1811 h 9206"/>
              <a:gd name="connsiteX46-11751" fmla="*/ 8975 w 10000"/>
              <a:gd name="connsiteY46-11752" fmla="*/ 1811 h 9206"/>
              <a:gd name="connsiteX47-11753" fmla="*/ 9171 w 10000"/>
              <a:gd name="connsiteY47-11754" fmla="*/ 1811 h 9206"/>
              <a:gd name="connsiteX48-11755" fmla="*/ 9171 w 10000"/>
              <a:gd name="connsiteY48-11756" fmla="*/ 1999 h 9206"/>
              <a:gd name="connsiteX49-11757" fmla="*/ 9171 w 10000"/>
              <a:gd name="connsiteY49-11758" fmla="*/ 2221 h 9206"/>
              <a:gd name="connsiteX50-11759" fmla="*/ 9171 w 10000"/>
              <a:gd name="connsiteY50-11760" fmla="*/ 2600 h 9206"/>
              <a:gd name="connsiteX51-11761" fmla="*/ 9411 w 10000"/>
              <a:gd name="connsiteY51-11762" fmla="*/ 2830 h 9206"/>
              <a:gd name="connsiteX52-11763" fmla="*/ 9411 w 10000"/>
              <a:gd name="connsiteY52-11764" fmla="*/ 3207 h 9206"/>
              <a:gd name="connsiteX53-11765" fmla="*/ 9411 w 10000"/>
              <a:gd name="connsiteY53-11766" fmla="*/ 3811 h 9206"/>
              <a:gd name="connsiteX54-11767" fmla="*/ 9411 w 10000"/>
              <a:gd name="connsiteY54-11768" fmla="*/ 4601 h 9206"/>
              <a:gd name="connsiteX55-11769" fmla="*/ 9605 w 10000"/>
              <a:gd name="connsiteY55-11770" fmla="*/ 5625 h 9206"/>
              <a:gd name="connsiteX56-11771" fmla="*/ 9804 w 10000"/>
              <a:gd name="connsiteY56-11772" fmla="*/ 6413 h 9206"/>
              <a:gd name="connsiteX57-11773" fmla="*/ 10000 w 10000"/>
              <a:gd name="connsiteY57-11774" fmla="*/ 7393 h 9206"/>
              <a:gd name="connsiteX58-11775" fmla="*/ 10000 w 10000"/>
              <a:gd name="connsiteY58-11776" fmla="*/ 7620 h 9206"/>
              <a:gd name="connsiteX59-11777" fmla="*/ 10000 w 10000"/>
              <a:gd name="connsiteY59-11778" fmla="*/ 7994 h 9206"/>
              <a:gd name="connsiteX60-11779" fmla="*/ 10000 w 10000"/>
              <a:gd name="connsiteY60-11780" fmla="*/ 8417 h 9206"/>
              <a:gd name="connsiteX61-11781" fmla="*/ 10000 w 10000"/>
              <a:gd name="connsiteY61-11782" fmla="*/ 8603 h 9206"/>
              <a:gd name="connsiteX62-11783" fmla="*/ 10000 w 10000"/>
              <a:gd name="connsiteY62-11784" fmla="*/ 8795 h 9206"/>
              <a:gd name="connsiteX63-11785" fmla="*/ 10000 w 10000"/>
              <a:gd name="connsiteY63-11786" fmla="*/ 9015 h 9206"/>
              <a:gd name="connsiteX64-11787" fmla="*/ 10000 w 10000"/>
              <a:gd name="connsiteY64-11788" fmla="*/ 9015 h 9206"/>
              <a:gd name="connsiteX65-11789" fmla="*/ 10000 w 10000"/>
              <a:gd name="connsiteY65-11790" fmla="*/ 9206 h 9206"/>
              <a:gd name="connsiteX66-11791" fmla="*/ 9605 w 10000"/>
              <a:gd name="connsiteY66-11792" fmla="*/ 9015 h 9206"/>
              <a:gd name="connsiteX67-11793" fmla="*/ 9171 w 10000"/>
              <a:gd name="connsiteY67-11794" fmla="*/ 9015 h 9206"/>
              <a:gd name="connsiteX68-11795" fmla="*/ 8535 w 10000"/>
              <a:gd name="connsiteY68-11796" fmla="*/ 8795 h 9206"/>
              <a:gd name="connsiteX69-11797" fmla="*/ 7709 w 10000"/>
              <a:gd name="connsiteY69-11798" fmla="*/ 8417 h 9206"/>
              <a:gd name="connsiteX70-11799" fmla="*/ 7709 w 10000"/>
              <a:gd name="connsiteY70-11800" fmla="*/ 8417 h 9206"/>
              <a:gd name="connsiteX0-11801" fmla="*/ 7709 w 10000"/>
              <a:gd name="connsiteY0-11802" fmla="*/ 8322 h 9179"/>
              <a:gd name="connsiteX1-11803" fmla="*/ 7110 w 10000"/>
              <a:gd name="connsiteY1-11804" fmla="*/ 7862 h 9179"/>
              <a:gd name="connsiteX2-11805" fmla="*/ 6243 w 10000"/>
              <a:gd name="connsiteY2-11806" fmla="*/ 7456 h 9179"/>
              <a:gd name="connsiteX3-11807" fmla="*/ 5411 w 10000"/>
              <a:gd name="connsiteY3-11808" fmla="*/ 6807 h 9179"/>
              <a:gd name="connsiteX4-11809" fmla="*/ 4583 w 10000"/>
              <a:gd name="connsiteY4-11810" fmla="*/ 6145 h 9179"/>
              <a:gd name="connsiteX5-11811" fmla="*/ 4185 w 10000"/>
              <a:gd name="connsiteY5-11812" fmla="*/ 5698 h 9179"/>
              <a:gd name="connsiteX6-11813" fmla="*/ 3753 w 10000"/>
              <a:gd name="connsiteY6-11814" fmla="*/ 5289 h 9179"/>
              <a:gd name="connsiteX7-11815" fmla="*/ 3319 w 10000"/>
              <a:gd name="connsiteY7-11816" fmla="*/ 4836 h 9179"/>
              <a:gd name="connsiteX8-11817" fmla="*/ 2921 w 10000"/>
              <a:gd name="connsiteY8-11818" fmla="*/ 4428 h 9179"/>
              <a:gd name="connsiteX9-11819" fmla="*/ 2487 w 10000"/>
              <a:gd name="connsiteY9-11820" fmla="*/ 3773 h 9179"/>
              <a:gd name="connsiteX10-11821" fmla="*/ 2091 w 10000"/>
              <a:gd name="connsiteY10-11822" fmla="*/ 3113 h 9179"/>
              <a:gd name="connsiteX11-11823" fmla="*/ 1659 w 10000"/>
              <a:gd name="connsiteY11-11824" fmla="*/ 2461 h 9179"/>
              <a:gd name="connsiteX12-11825" fmla="*/ 1027 w 10000"/>
              <a:gd name="connsiteY12-11826" fmla="*/ 1795 h 9179"/>
              <a:gd name="connsiteX13-11827" fmla="*/ 0 w 10000"/>
              <a:gd name="connsiteY13-11828" fmla="*/ 285 h 9179"/>
              <a:gd name="connsiteX14-11829" fmla="*/ 1856 w 10000"/>
              <a:gd name="connsiteY14-11830" fmla="*/ 83 h 9179"/>
              <a:gd name="connsiteX15-11831" fmla="*/ 2487 w 10000"/>
              <a:gd name="connsiteY15-11832" fmla="*/ 733 h 9179"/>
              <a:gd name="connsiteX16-11833" fmla="*/ 2921 w 10000"/>
              <a:gd name="connsiteY16-11834" fmla="*/ 1350 h 9179"/>
              <a:gd name="connsiteX17-11835" fmla="*/ 3556 w 10000"/>
              <a:gd name="connsiteY17-11836" fmla="*/ 2003 h 9179"/>
              <a:gd name="connsiteX18-11837" fmla="*/ 3953 w 10000"/>
              <a:gd name="connsiteY18-11838" fmla="*/ 2663 h 9179"/>
              <a:gd name="connsiteX19-11839" fmla="*/ 4583 w 10000"/>
              <a:gd name="connsiteY19-11840" fmla="*/ 3113 h 9179"/>
              <a:gd name="connsiteX20-11841" fmla="*/ 5018 w 10000"/>
              <a:gd name="connsiteY20-11842" fmla="*/ 3524 h 9179"/>
              <a:gd name="connsiteX21-11843" fmla="*/ 5411 w 10000"/>
              <a:gd name="connsiteY21-11844" fmla="*/ 3970 h 9179"/>
              <a:gd name="connsiteX22-11845" fmla="*/ 5849 w 10000"/>
              <a:gd name="connsiteY22-11846" fmla="*/ 4428 h 9179"/>
              <a:gd name="connsiteX23-11847" fmla="*/ 6243 w 10000"/>
              <a:gd name="connsiteY23-11848" fmla="*/ 4632 h 9179"/>
              <a:gd name="connsiteX24-11849" fmla="*/ 6677 w 10000"/>
              <a:gd name="connsiteY24-11850" fmla="*/ 5046 h 9179"/>
              <a:gd name="connsiteX25-11851" fmla="*/ 6877 w 10000"/>
              <a:gd name="connsiteY25-11852" fmla="*/ 5289 h 9179"/>
              <a:gd name="connsiteX26-11853" fmla="*/ 7110 w 10000"/>
              <a:gd name="connsiteY26-11854" fmla="*/ 5289 h 9179"/>
              <a:gd name="connsiteX27-11855" fmla="*/ 7311 w 10000"/>
              <a:gd name="connsiteY27-11856" fmla="*/ 5491 h 9179"/>
              <a:gd name="connsiteX28-11857" fmla="*/ 7511 w 10000"/>
              <a:gd name="connsiteY28-11858" fmla="*/ 5491 h 9179"/>
              <a:gd name="connsiteX29-11859" fmla="*/ 7511 w 10000"/>
              <a:gd name="connsiteY29-11860" fmla="*/ 5491 h 9179"/>
              <a:gd name="connsiteX30-11861" fmla="*/ 7709 w 10000"/>
              <a:gd name="connsiteY30-11862" fmla="*/ 5289 h 9179"/>
              <a:gd name="connsiteX31-11863" fmla="*/ 7709 w 10000"/>
              <a:gd name="connsiteY31-11864" fmla="*/ 5046 h 9179"/>
              <a:gd name="connsiteX32-11865" fmla="*/ 7945 w 10000"/>
              <a:gd name="connsiteY32-11866" fmla="*/ 4836 h 9179"/>
              <a:gd name="connsiteX33-11867" fmla="*/ 7945 w 10000"/>
              <a:gd name="connsiteY33-11868" fmla="*/ 4632 h 9179"/>
              <a:gd name="connsiteX34-11869" fmla="*/ 8141 w 10000"/>
              <a:gd name="connsiteY34-11870" fmla="*/ 4177 h 9179"/>
              <a:gd name="connsiteX35-11871" fmla="*/ 8141 w 10000"/>
              <a:gd name="connsiteY35-11872" fmla="*/ 3773 h 9179"/>
              <a:gd name="connsiteX36-11873" fmla="*/ 8337 w 10000"/>
              <a:gd name="connsiteY36-11874" fmla="*/ 3319 h 9179"/>
              <a:gd name="connsiteX37-11875" fmla="*/ 8337 w 10000"/>
              <a:gd name="connsiteY37-11876" fmla="*/ 2663 h 9179"/>
              <a:gd name="connsiteX38-11877" fmla="*/ 8535 w 10000"/>
              <a:gd name="connsiteY38-11878" fmla="*/ 2253 h 9179"/>
              <a:gd name="connsiteX39-11879" fmla="*/ 8535 w 10000"/>
              <a:gd name="connsiteY39-11880" fmla="*/ 2003 h 9179"/>
              <a:gd name="connsiteX40-11881" fmla="*/ 8773 w 10000"/>
              <a:gd name="connsiteY40-11882" fmla="*/ 1592 h 9179"/>
              <a:gd name="connsiteX41-11883" fmla="*/ 8773 w 10000"/>
              <a:gd name="connsiteY41-11884" fmla="*/ 1350 h 9179"/>
              <a:gd name="connsiteX42-11885" fmla="*/ 8975 w 10000"/>
              <a:gd name="connsiteY42-11886" fmla="*/ 1146 h 9179"/>
              <a:gd name="connsiteX43-11887" fmla="*/ 8975 w 10000"/>
              <a:gd name="connsiteY43-11888" fmla="*/ 1146 h 9179"/>
              <a:gd name="connsiteX44-11889" fmla="*/ 8975 w 10000"/>
              <a:gd name="connsiteY44-11890" fmla="*/ 1146 h 9179"/>
              <a:gd name="connsiteX45-11891" fmla="*/ 8975 w 10000"/>
              <a:gd name="connsiteY45-11892" fmla="*/ 1146 h 9179"/>
              <a:gd name="connsiteX46-11893" fmla="*/ 9171 w 10000"/>
              <a:gd name="connsiteY46-11894" fmla="*/ 1146 h 9179"/>
              <a:gd name="connsiteX47-11895" fmla="*/ 9171 w 10000"/>
              <a:gd name="connsiteY47-11896" fmla="*/ 1350 h 9179"/>
              <a:gd name="connsiteX48-11897" fmla="*/ 9171 w 10000"/>
              <a:gd name="connsiteY48-11898" fmla="*/ 1592 h 9179"/>
              <a:gd name="connsiteX49-11899" fmla="*/ 9171 w 10000"/>
              <a:gd name="connsiteY49-11900" fmla="*/ 2003 h 9179"/>
              <a:gd name="connsiteX50-11901" fmla="*/ 9411 w 10000"/>
              <a:gd name="connsiteY50-11902" fmla="*/ 2253 h 9179"/>
              <a:gd name="connsiteX51-11903" fmla="*/ 9411 w 10000"/>
              <a:gd name="connsiteY51-11904" fmla="*/ 2663 h 9179"/>
              <a:gd name="connsiteX52-11905" fmla="*/ 9411 w 10000"/>
              <a:gd name="connsiteY52-11906" fmla="*/ 3319 h 9179"/>
              <a:gd name="connsiteX53-11907" fmla="*/ 9411 w 10000"/>
              <a:gd name="connsiteY53-11908" fmla="*/ 4177 h 9179"/>
              <a:gd name="connsiteX54-11909" fmla="*/ 9605 w 10000"/>
              <a:gd name="connsiteY54-11910" fmla="*/ 5289 h 9179"/>
              <a:gd name="connsiteX55-11911" fmla="*/ 9804 w 10000"/>
              <a:gd name="connsiteY55-11912" fmla="*/ 6145 h 9179"/>
              <a:gd name="connsiteX56-11913" fmla="*/ 10000 w 10000"/>
              <a:gd name="connsiteY56-11914" fmla="*/ 7210 h 9179"/>
              <a:gd name="connsiteX57-11915" fmla="*/ 10000 w 10000"/>
              <a:gd name="connsiteY57-11916" fmla="*/ 7456 h 9179"/>
              <a:gd name="connsiteX58-11917" fmla="*/ 10000 w 10000"/>
              <a:gd name="connsiteY58-11918" fmla="*/ 7862 h 9179"/>
              <a:gd name="connsiteX59-11919" fmla="*/ 10000 w 10000"/>
              <a:gd name="connsiteY59-11920" fmla="*/ 8322 h 9179"/>
              <a:gd name="connsiteX60-11921" fmla="*/ 10000 w 10000"/>
              <a:gd name="connsiteY60-11922" fmla="*/ 8524 h 9179"/>
              <a:gd name="connsiteX61-11923" fmla="*/ 10000 w 10000"/>
              <a:gd name="connsiteY61-11924" fmla="*/ 8733 h 9179"/>
              <a:gd name="connsiteX62-11925" fmla="*/ 10000 w 10000"/>
              <a:gd name="connsiteY62-11926" fmla="*/ 8972 h 9179"/>
              <a:gd name="connsiteX63-11927" fmla="*/ 10000 w 10000"/>
              <a:gd name="connsiteY63-11928" fmla="*/ 8972 h 9179"/>
              <a:gd name="connsiteX64-11929" fmla="*/ 10000 w 10000"/>
              <a:gd name="connsiteY64-11930" fmla="*/ 9179 h 9179"/>
              <a:gd name="connsiteX65-11931" fmla="*/ 9605 w 10000"/>
              <a:gd name="connsiteY65-11932" fmla="*/ 8972 h 9179"/>
              <a:gd name="connsiteX66-11933" fmla="*/ 9171 w 10000"/>
              <a:gd name="connsiteY66-11934" fmla="*/ 8972 h 9179"/>
              <a:gd name="connsiteX67-11935" fmla="*/ 8535 w 10000"/>
              <a:gd name="connsiteY67-11936" fmla="*/ 8733 h 9179"/>
              <a:gd name="connsiteX68-11937" fmla="*/ 7709 w 10000"/>
              <a:gd name="connsiteY68-11938" fmla="*/ 8322 h 9179"/>
              <a:gd name="connsiteX69-11939" fmla="*/ 7709 w 10000"/>
              <a:gd name="connsiteY69-11940" fmla="*/ 8322 h 9179"/>
              <a:gd name="connsiteX0-11941" fmla="*/ 7709 w 10000"/>
              <a:gd name="connsiteY0-11942" fmla="*/ 8949 h 9883"/>
              <a:gd name="connsiteX1-11943" fmla="*/ 7110 w 10000"/>
              <a:gd name="connsiteY1-11944" fmla="*/ 8448 h 9883"/>
              <a:gd name="connsiteX2-11945" fmla="*/ 6243 w 10000"/>
              <a:gd name="connsiteY2-11946" fmla="*/ 8006 h 9883"/>
              <a:gd name="connsiteX3-11947" fmla="*/ 5411 w 10000"/>
              <a:gd name="connsiteY3-11948" fmla="*/ 7299 h 9883"/>
              <a:gd name="connsiteX4-11949" fmla="*/ 4583 w 10000"/>
              <a:gd name="connsiteY4-11950" fmla="*/ 6578 h 9883"/>
              <a:gd name="connsiteX5-11951" fmla="*/ 4185 w 10000"/>
              <a:gd name="connsiteY5-11952" fmla="*/ 6091 h 9883"/>
              <a:gd name="connsiteX6-11953" fmla="*/ 3753 w 10000"/>
              <a:gd name="connsiteY6-11954" fmla="*/ 5645 h 9883"/>
              <a:gd name="connsiteX7-11955" fmla="*/ 3319 w 10000"/>
              <a:gd name="connsiteY7-11956" fmla="*/ 5152 h 9883"/>
              <a:gd name="connsiteX8-11957" fmla="*/ 2921 w 10000"/>
              <a:gd name="connsiteY8-11958" fmla="*/ 4707 h 9883"/>
              <a:gd name="connsiteX9-11959" fmla="*/ 2487 w 10000"/>
              <a:gd name="connsiteY9-11960" fmla="*/ 3993 h 9883"/>
              <a:gd name="connsiteX10-11961" fmla="*/ 2091 w 10000"/>
              <a:gd name="connsiteY10-11962" fmla="*/ 3274 h 9883"/>
              <a:gd name="connsiteX11-11963" fmla="*/ 1659 w 10000"/>
              <a:gd name="connsiteY11-11964" fmla="*/ 2564 h 9883"/>
              <a:gd name="connsiteX12-11965" fmla="*/ 1027 w 10000"/>
              <a:gd name="connsiteY12-11966" fmla="*/ 1839 h 9883"/>
              <a:gd name="connsiteX13-11967" fmla="*/ 0 w 10000"/>
              <a:gd name="connsiteY13-11968" fmla="*/ 193 h 9883"/>
              <a:gd name="connsiteX14-11969" fmla="*/ 2487 w 10000"/>
              <a:gd name="connsiteY14-11970" fmla="*/ 682 h 9883"/>
              <a:gd name="connsiteX15-11971" fmla="*/ 2921 w 10000"/>
              <a:gd name="connsiteY15-11972" fmla="*/ 1354 h 9883"/>
              <a:gd name="connsiteX16-11973" fmla="*/ 3556 w 10000"/>
              <a:gd name="connsiteY16-11974" fmla="*/ 2065 h 9883"/>
              <a:gd name="connsiteX17-11975" fmla="*/ 3953 w 10000"/>
              <a:gd name="connsiteY17-11976" fmla="*/ 2784 h 9883"/>
              <a:gd name="connsiteX18-11977" fmla="*/ 4583 w 10000"/>
              <a:gd name="connsiteY18-11978" fmla="*/ 3274 h 9883"/>
              <a:gd name="connsiteX19-11979" fmla="*/ 5018 w 10000"/>
              <a:gd name="connsiteY19-11980" fmla="*/ 3722 h 9883"/>
              <a:gd name="connsiteX20-11981" fmla="*/ 5411 w 10000"/>
              <a:gd name="connsiteY20-11982" fmla="*/ 4208 h 9883"/>
              <a:gd name="connsiteX21-11983" fmla="*/ 5849 w 10000"/>
              <a:gd name="connsiteY21-11984" fmla="*/ 4707 h 9883"/>
              <a:gd name="connsiteX22-11985" fmla="*/ 6243 w 10000"/>
              <a:gd name="connsiteY22-11986" fmla="*/ 4929 h 9883"/>
              <a:gd name="connsiteX23-11987" fmla="*/ 6677 w 10000"/>
              <a:gd name="connsiteY23-11988" fmla="*/ 5380 h 9883"/>
              <a:gd name="connsiteX24-11989" fmla="*/ 6877 w 10000"/>
              <a:gd name="connsiteY24-11990" fmla="*/ 5645 h 9883"/>
              <a:gd name="connsiteX25-11991" fmla="*/ 7110 w 10000"/>
              <a:gd name="connsiteY25-11992" fmla="*/ 5645 h 9883"/>
              <a:gd name="connsiteX26-11993" fmla="*/ 7311 w 10000"/>
              <a:gd name="connsiteY26-11994" fmla="*/ 5865 h 9883"/>
              <a:gd name="connsiteX27-11995" fmla="*/ 7511 w 10000"/>
              <a:gd name="connsiteY27-11996" fmla="*/ 5865 h 9883"/>
              <a:gd name="connsiteX28-11997" fmla="*/ 7511 w 10000"/>
              <a:gd name="connsiteY28-11998" fmla="*/ 5865 h 9883"/>
              <a:gd name="connsiteX29-11999" fmla="*/ 7709 w 10000"/>
              <a:gd name="connsiteY29-12000" fmla="*/ 5645 h 9883"/>
              <a:gd name="connsiteX30-12001" fmla="*/ 7709 w 10000"/>
              <a:gd name="connsiteY30-12002" fmla="*/ 5380 h 9883"/>
              <a:gd name="connsiteX31-12003" fmla="*/ 7945 w 10000"/>
              <a:gd name="connsiteY31-12004" fmla="*/ 5152 h 9883"/>
              <a:gd name="connsiteX32-12005" fmla="*/ 7945 w 10000"/>
              <a:gd name="connsiteY32-12006" fmla="*/ 4929 h 9883"/>
              <a:gd name="connsiteX33-12007" fmla="*/ 8141 w 10000"/>
              <a:gd name="connsiteY33-12008" fmla="*/ 4434 h 9883"/>
              <a:gd name="connsiteX34-12009" fmla="*/ 8141 w 10000"/>
              <a:gd name="connsiteY34-12010" fmla="*/ 3993 h 9883"/>
              <a:gd name="connsiteX35-12011" fmla="*/ 8337 w 10000"/>
              <a:gd name="connsiteY35-12012" fmla="*/ 3499 h 9883"/>
              <a:gd name="connsiteX36-12013" fmla="*/ 8337 w 10000"/>
              <a:gd name="connsiteY36-12014" fmla="*/ 2784 h 9883"/>
              <a:gd name="connsiteX37-12015" fmla="*/ 8535 w 10000"/>
              <a:gd name="connsiteY37-12016" fmla="*/ 2338 h 9883"/>
              <a:gd name="connsiteX38-12017" fmla="*/ 8535 w 10000"/>
              <a:gd name="connsiteY38-12018" fmla="*/ 2065 h 9883"/>
              <a:gd name="connsiteX39-12019" fmla="*/ 8773 w 10000"/>
              <a:gd name="connsiteY39-12020" fmla="*/ 1617 h 9883"/>
              <a:gd name="connsiteX40-12021" fmla="*/ 8773 w 10000"/>
              <a:gd name="connsiteY40-12022" fmla="*/ 1354 h 9883"/>
              <a:gd name="connsiteX41-12023" fmla="*/ 8975 w 10000"/>
              <a:gd name="connsiteY41-12024" fmla="*/ 1132 h 9883"/>
              <a:gd name="connsiteX42-12025" fmla="*/ 8975 w 10000"/>
              <a:gd name="connsiteY42-12026" fmla="*/ 1132 h 9883"/>
              <a:gd name="connsiteX43-12027" fmla="*/ 8975 w 10000"/>
              <a:gd name="connsiteY43-12028" fmla="*/ 1132 h 9883"/>
              <a:gd name="connsiteX44-12029" fmla="*/ 8975 w 10000"/>
              <a:gd name="connsiteY44-12030" fmla="*/ 1132 h 9883"/>
              <a:gd name="connsiteX45-12031" fmla="*/ 9171 w 10000"/>
              <a:gd name="connsiteY45-12032" fmla="*/ 1132 h 9883"/>
              <a:gd name="connsiteX46-12033" fmla="*/ 9171 w 10000"/>
              <a:gd name="connsiteY46-12034" fmla="*/ 1354 h 9883"/>
              <a:gd name="connsiteX47-12035" fmla="*/ 9171 w 10000"/>
              <a:gd name="connsiteY47-12036" fmla="*/ 1617 h 9883"/>
              <a:gd name="connsiteX48-12037" fmla="*/ 9171 w 10000"/>
              <a:gd name="connsiteY48-12038" fmla="*/ 2065 h 9883"/>
              <a:gd name="connsiteX49-12039" fmla="*/ 9411 w 10000"/>
              <a:gd name="connsiteY49-12040" fmla="*/ 2338 h 9883"/>
              <a:gd name="connsiteX50-12041" fmla="*/ 9411 w 10000"/>
              <a:gd name="connsiteY50-12042" fmla="*/ 2784 h 9883"/>
              <a:gd name="connsiteX51-12043" fmla="*/ 9411 w 10000"/>
              <a:gd name="connsiteY51-12044" fmla="*/ 3499 h 9883"/>
              <a:gd name="connsiteX52-12045" fmla="*/ 9411 w 10000"/>
              <a:gd name="connsiteY52-12046" fmla="*/ 4434 h 9883"/>
              <a:gd name="connsiteX53-12047" fmla="*/ 9605 w 10000"/>
              <a:gd name="connsiteY53-12048" fmla="*/ 5645 h 9883"/>
              <a:gd name="connsiteX54-12049" fmla="*/ 9804 w 10000"/>
              <a:gd name="connsiteY54-12050" fmla="*/ 6578 h 9883"/>
              <a:gd name="connsiteX55-12051" fmla="*/ 10000 w 10000"/>
              <a:gd name="connsiteY55-12052" fmla="*/ 7738 h 9883"/>
              <a:gd name="connsiteX56-12053" fmla="*/ 10000 w 10000"/>
              <a:gd name="connsiteY56-12054" fmla="*/ 8006 h 9883"/>
              <a:gd name="connsiteX57-12055" fmla="*/ 10000 w 10000"/>
              <a:gd name="connsiteY57-12056" fmla="*/ 8448 h 9883"/>
              <a:gd name="connsiteX58-12057" fmla="*/ 10000 w 10000"/>
              <a:gd name="connsiteY58-12058" fmla="*/ 8949 h 9883"/>
              <a:gd name="connsiteX59-12059" fmla="*/ 10000 w 10000"/>
              <a:gd name="connsiteY59-12060" fmla="*/ 9169 h 9883"/>
              <a:gd name="connsiteX60-12061" fmla="*/ 10000 w 10000"/>
              <a:gd name="connsiteY60-12062" fmla="*/ 9397 h 9883"/>
              <a:gd name="connsiteX61-12063" fmla="*/ 10000 w 10000"/>
              <a:gd name="connsiteY61-12064" fmla="*/ 9657 h 9883"/>
              <a:gd name="connsiteX62-12065" fmla="*/ 10000 w 10000"/>
              <a:gd name="connsiteY62-12066" fmla="*/ 9657 h 9883"/>
              <a:gd name="connsiteX63-12067" fmla="*/ 10000 w 10000"/>
              <a:gd name="connsiteY63-12068" fmla="*/ 9883 h 9883"/>
              <a:gd name="connsiteX64-12069" fmla="*/ 9605 w 10000"/>
              <a:gd name="connsiteY64-12070" fmla="*/ 9657 h 9883"/>
              <a:gd name="connsiteX65-12071" fmla="*/ 9171 w 10000"/>
              <a:gd name="connsiteY65-12072" fmla="*/ 9657 h 9883"/>
              <a:gd name="connsiteX66-12073" fmla="*/ 8535 w 10000"/>
              <a:gd name="connsiteY66-12074" fmla="*/ 9397 h 9883"/>
              <a:gd name="connsiteX67-12075" fmla="*/ 7709 w 10000"/>
              <a:gd name="connsiteY67-12076" fmla="*/ 8949 h 9883"/>
              <a:gd name="connsiteX68-12077" fmla="*/ 7709 w 10000"/>
              <a:gd name="connsiteY68-12078" fmla="*/ 8949 h 9883"/>
              <a:gd name="connsiteX0-12079" fmla="*/ 6682 w 8973"/>
              <a:gd name="connsiteY0-12080" fmla="*/ 8365 h 9310"/>
              <a:gd name="connsiteX1-12081" fmla="*/ 6083 w 8973"/>
              <a:gd name="connsiteY1-12082" fmla="*/ 7858 h 9310"/>
              <a:gd name="connsiteX2-12083" fmla="*/ 5216 w 8973"/>
              <a:gd name="connsiteY2-12084" fmla="*/ 7411 h 9310"/>
              <a:gd name="connsiteX3-12085" fmla="*/ 4384 w 8973"/>
              <a:gd name="connsiteY3-12086" fmla="*/ 6695 h 9310"/>
              <a:gd name="connsiteX4-12087" fmla="*/ 3556 w 8973"/>
              <a:gd name="connsiteY4-12088" fmla="*/ 5966 h 9310"/>
              <a:gd name="connsiteX5-12089" fmla="*/ 3158 w 8973"/>
              <a:gd name="connsiteY5-12090" fmla="*/ 5473 h 9310"/>
              <a:gd name="connsiteX6-12091" fmla="*/ 2726 w 8973"/>
              <a:gd name="connsiteY6-12092" fmla="*/ 5022 h 9310"/>
              <a:gd name="connsiteX7-12093" fmla="*/ 2292 w 8973"/>
              <a:gd name="connsiteY7-12094" fmla="*/ 4523 h 9310"/>
              <a:gd name="connsiteX8-12095" fmla="*/ 1894 w 8973"/>
              <a:gd name="connsiteY8-12096" fmla="*/ 4073 h 9310"/>
              <a:gd name="connsiteX9-12097" fmla="*/ 1460 w 8973"/>
              <a:gd name="connsiteY9-12098" fmla="*/ 3350 h 9310"/>
              <a:gd name="connsiteX10-12099" fmla="*/ 1064 w 8973"/>
              <a:gd name="connsiteY10-12100" fmla="*/ 2623 h 9310"/>
              <a:gd name="connsiteX11-12101" fmla="*/ 632 w 8973"/>
              <a:gd name="connsiteY11-12102" fmla="*/ 1904 h 9310"/>
              <a:gd name="connsiteX12-12103" fmla="*/ 0 w 8973"/>
              <a:gd name="connsiteY12-12104" fmla="*/ 1171 h 9310"/>
              <a:gd name="connsiteX13-12105" fmla="*/ 1460 w 8973"/>
              <a:gd name="connsiteY13-12106" fmla="*/ 0 h 9310"/>
              <a:gd name="connsiteX14-12107" fmla="*/ 1894 w 8973"/>
              <a:gd name="connsiteY14-12108" fmla="*/ 680 h 9310"/>
              <a:gd name="connsiteX15-12109" fmla="*/ 2529 w 8973"/>
              <a:gd name="connsiteY15-12110" fmla="*/ 1399 h 9310"/>
              <a:gd name="connsiteX16-12111" fmla="*/ 2926 w 8973"/>
              <a:gd name="connsiteY16-12112" fmla="*/ 2127 h 9310"/>
              <a:gd name="connsiteX17-12113" fmla="*/ 3556 w 8973"/>
              <a:gd name="connsiteY17-12114" fmla="*/ 2623 h 9310"/>
              <a:gd name="connsiteX18-12115" fmla="*/ 3991 w 8973"/>
              <a:gd name="connsiteY18-12116" fmla="*/ 3076 h 9310"/>
              <a:gd name="connsiteX19-12117" fmla="*/ 4384 w 8973"/>
              <a:gd name="connsiteY19-12118" fmla="*/ 3568 h 9310"/>
              <a:gd name="connsiteX20-12119" fmla="*/ 4822 w 8973"/>
              <a:gd name="connsiteY20-12120" fmla="*/ 4073 h 9310"/>
              <a:gd name="connsiteX21-12121" fmla="*/ 5216 w 8973"/>
              <a:gd name="connsiteY21-12122" fmla="*/ 4297 h 9310"/>
              <a:gd name="connsiteX22-12123" fmla="*/ 5650 w 8973"/>
              <a:gd name="connsiteY22-12124" fmla="*/ 4754 h 9310"/>
              <a:gd name="connsiteX23-12125" fmla="*/ 5850 w 8973"/>
              <a:gd name="connsiteY23-12126" fmla="*/ 5022 h 9310"/>
              <a:gd name="connsiteX24-12127" fmla="*/ 6083 w 8973"/>
              <a:gd name="connsiteY24-12128" fmla="*/ 5022 h 9310"/>
              <a:gd name="connsiteX25-12129" fmla="*/ 6284 w 8973"/>
              <a:gd name="connsiteY25-12130" fmla="*/ 5244 h 9310"/>
              <a:gd name="connsiteX26-12131" fmla="*/ 6484 w 8973"/>
              <a:gd name="connsiteY26-12132" fmla="*/ 5244 h 9310"/>
              <a:gd name="connsiteX27-12133" fmla="*/ 6484 w 8973"/>
              <a:gd name="connsiteY27-12134" fmla="*/ 5244 h 9310"/>
              <a:gd name="connsiteX28-12135" fmla="*/ 6682 w 8973"/>
              <a:gd name="connsiteY28-12136" fmla="*/ 5022 h 9310"/>
              <a:gd name="connsiteX29-12137" fmla="*/ 6682 w 8973"/>
              <a:gd name="connsiteY29-12138" fmla="*/ 4754 h 9310"/>
              <a:gd name="connsiteX30-12139" fmla="*/ 6918 w 8973"/>
              <a:gd name="connsiteY30-12140" fmla="*/ 4523 h 9310"/>
              <a:gd name="connsiteX31-12141" fmla="*/ 6918 w 8973"/>
              <a:gd name="connsiteY31-12142" fmla="*/ 4297 h 9310"/>
              <a:gd name="connsiteX32-12143" fmla="*/ 7114 w 8973"/>
              <a:gd name="connsiteY32-12144" fmla="*/ 3796 h 9310"/>
              <a:gd name="connsiteX33-12145" fmla="*/ 7114 w 8973"/>
              <a:gd name="connsiteY33-12146" fmla="*/ 3350 h 9310"/>
              <a:gd name="connsiteX34-12147" fmla="*/ 7310 w 8973"/>
              <a:gd name="connsiteY34-12148" fmla="*/ 2850 h 9310"/>
              <a:gd name="connsiteX35-12149" fmla="*/ 7310 w 8973"/>
              <a:gd name="connsiteY35-12150" fmla="*/ 2127 h 9310"/>
              <a:gd name="connsiteX36-12151" fmla="*/ 7508 w 8973"/>
              <a:gd name="connsiteY36-12152" fmla="*/ 1676 h 9310"/>
              <a:gd name="connsiteX37-12153" fmla="*/ 7508 w 8973"/>
              <a:gd name="connsiteY37-12154" fmla="*/ 1399 h 9310"/>
              <a:gd name="connsiteX38-12155" fmla="*/ 7746 w 8973"/>
              <a:gd name="connsiteY38-12156" fmla="*/ 946 h 9310"/>
              <a:gd name="connsiteX39-12157" fmla="*/ 7746 w 8973"/>
              <a:gd name="connsiteY39-12158" fmla="*/ 680 h 9310"/>
              <a:gd name="connsiteX40-12159" fmla="*/ 7948 w 8973"/>
              <a:gd name="connsiteY40-12160" fmla="*/ 455 h 9310"/>
              <a:gd name="connsiteX41-12161" fmla="*/ 7948 w 8973"/>
              <a:gd name="connsiteY41-12162" fmla="*/ 455 h 9310"/>
              <a:gd name="connsiteX42-12163" fmla="*/ 7948 w 8973"/>
              <a:gd name="connsiteY42-12164" fmla="*/ 455 h 9310"/>
              <a:gd name="connsiteX43-12165" fmla="*/ 7948 w 8973"/>
              <a:gd name="connsiteY43-12166" fmla="*/ 455 h 9310"/>
              <a:gd name="connsiteX44-12167" fmla="*/ 8144 w 8973"/>
              <a:gd name="connsiteY44-12168" fmla="*/ 455 h 9310"/>
              <a:gd name="connsiteX45-12169" fmla="*/ 8144 w 8973"/>
              <a:gd name="connsiteY45-12170" fmla="*/ 680 h 9310"/>
              <a:gd name="connsiteX46-12171" fmla="*/ 8144 w 8973"/>
              <a:gd name="connsiteY46-12172" fmla="*/ 946 h 9310"/>
              <a:gd name="connsiteX47-12173" fmla="*/ 8144 w 8973"/>
              <a:gd name="connsiteY47-12174" fmla="*/ 1399 h 9310"/>
              <a:gd name="connsiteX48-12175" fmla="*/ 8384 w 8973"/>
              <a:gd name="connsiteY48-12176" fmla="*/ 1676 h 9310"/>
              <a:gd name="connsiteX49-12177" fmla="*/ 8384 w 8973"/>
              <a:gd name="connsiteY49-12178" fmla="*/ 2127 h 9310"/>
              <a:gd name="connsiteX50-12179" fmla="*/ 8384 w 8973"/>
              <a:gd name="connsiteY50-12180" fmla="*/ 2850 h 9310"/>
              <a:gd name="connsiteX51-12181" fmla="*/ 8384 w 8973"/>
              <a:gd name="connsiteY51-12182" fmla="*/ 3796 h 9310"/>
              <a:gd name="connsiteX52-12183" fmla="*/ 8578 w 8973"/>
              <a:gd name="connsiteY52-12184" fmla="*/ 5022 h 9310"/>
              <a:gd name="connsiteX53-12185" fmla="*/ 8777 w 8973"/>
              <a:gd name="connsiteY53-12186" fmla="*/ 5966 h 9310"/>
              <a:gd name="connsiteX54-12187" fmla="*/ 8973 w 8973"/>
              <a:gd name="connsiteY54-12188" fmla="*/ 7140 h 9310"/>
              <a:gd name="connsiteX55-12189" fmla="*/ 8973 w 8973"/>
              <a:gd name="connsiteY55-12190" fmla="*/ 7411 h 9310"/>
              <a:gd name="connsiteX56-12191" fmla="*/ 8973 w 8973"/>
              <a:gd name="connsiteY56-12192" fmla="*/ 7858 h 9310"/>
              <a:gd name="connsiteX57-12193" fmla="*/ 8973 w 8973"/>
              <a:gd name="connsiteY57-12194" fmla="*/ 8365 h 9310"/>
              <a:gd name="connsiteX58-12195" fmla="*/ 8973 w 8973"/>
              <a:gd name="connsiteY58-12196" fmla="*/ 8588 h 9310"/>
              <a:gd name="connsiteX59-12197" fmla="*/ 8973 w 8973"/>
              <a:gd name="connsiteY59-12198" fmla="*/ 8818 h 9310"/>
              <a:gd name="connsiteX60-12199" fmla="*/ 8973 w 8973"/>
              <a:gd name="connsiteY60-12200" fmla="*/ 9081 h 9310"/>
              <a:gd name="connsiteX61-12201" fmla="*/ 8973 w 8973"/>
              <a:gd name="connsiteY61-12202" fmla="*/ 9081 h 9310"/>
              <a:gd name="connsiteX62-12203" fmla="*/ 8973 w 8973"/>
              <a:gd name="connsiteY62-12204" fmla="*/ 9310 h 9310"/>
              <a:gd name="connsiteX63-12205" fmla="*/ 8578 w 8973"/>
              <a:gd name="connsiteY63-12206" fmla="*/ 9081 h 9310"/>
              <a:gd name="connsiteX64-12207" fmla="*/ 8144 w 8973"/>
              <a:gd name="connsiteY64-12208" fmla="*/ 9081 h 9310"/>
              <a:gd name="connsiteX65-12209" fmla="*/ 7508 w 8973"/>
              <a:gd name="connsiteY65-12210" fmla="*/ 8818 h 9310"/>
              <a:gd name="connsiteX66-12211" fmla="*/ 6682 w 8973"/>
              <a:gd name="connsiteY66-12212" fmla="*/ 8365 h 9310"/>
              <a:gd name="connsiteX67-12213" fmla="*/ 6682 w 8973"/>
              <a:gd name="connsiteY67-12214" fmla="*/ 8365 h 9310"/>
              <a:gd name="connsiteX0-12215" fmla="*/ 6743 w 9296"/>
              <a:gd name="connsiteY0-12216" fmla="*/ 8985 h 10000"/>
              <a:gd name="connsiteX1-12217" fmla="*/ 6075 w 9296"/>
              <a:gd name="connsiteY1-12218" fmla="*/ 8440 h 10000"/>
              <a:gd name="connsiteX2-12219" fmla="*/ 5109 w 9296"/>
              <a:gd name="connsiteY2-12220" fmla="*/ 7960 h 10000"/>
              <a:gd name="connsiteX3-12221" fmla="*/ 4182 w 9296"/>
              <a:gd name="connsiteY3-12222" fmla="*/ 7191 h 10000"/>
              <a:gd name="connsiteX4-12223" fmla="*/ 3259 w 9296"/>
              <a:gd name="connsiteY4-12224" fmla="*/ 6408 h 10000"/>
              <a:gd name="connsiteX5-12225" fmla="*/ 2815 w 9296"/>
              <a:gd name="connsiteY5-12226" fmla="*/ 5879 h 10000"/>
              <a:gd name="connsiteX6-12227" fmla="*/ 2334 w 9296"/>
              <a:gd name="connsiteY6-12228" fmla="*/ 5394 h 10000"/>
              <a:gd name="connsiteX7-12229" fmla="*/ 1850 w 9296"/>
              <a:gd name="connsiteY7-12230" fmla="*/ 4858 h 10000"/>
              <a:gd name="connsiteX8-12231" fmla="*/ 1407 w 9296"/>
              <a:gd name="connsiteY8-12232" fmla="*/ 4375 h 10000"/>
              <a:gd name="connsiteX9-12233" fmla="*/ 923 w 9296"/>
              <a:gd name="connsiteY9-12234" fmla="*/ 3598 h 10000"/>
              <a:gd name="connsiteX10-12235" fmla="*/ 482 w 9296"/>
              <a:gd name="connsiteY10-12236" fmla="*/ 2817 h 10000"/>
              <a:gd name="connsiteX11-12237" fmla="*/ 0 w 9296"/>
              <a:gd name="connsiteY11-12238" fmla="*/ 2045 h 10000"/>
              <a:gd name="connsiteX12-12239" fmla="*/ 923 w 9296"/>
              <a:gd name="connsiteY12-12240" fmla="*/ 0 h 10000"/>
              <a:gd name="connsiteX13-12241" fmla="*/ 1407 w 9296"/>
              <a:gd name="connsiteY13-12242" fmla="*/ 730 h 10000"/>
              <a:gd name="connsiteX14-12243" fmla="*/ 2114 w 9296"/>
              <a:gd name="connsiteY14-12244" fmla="*/ 1503 h 10000"/>
              <a:gd name="connsiteX15-12245" fmla="*/ 2557 w 9296"/>
              <a:gd name="connsiteY15-12246" fmla="*/ 2285 h 10000"/>
              <a:gd name="connsiteX16-12247" fmla="*/ 3259 w 9296"/>
              <a:gd name="connsiteY16-12248" fmla="*/ 2817 h 10000"/>
              <a:gd name="connsiteX17-12249" fmla="*/ 3744 w 9296"/>
              <a:gd name="connsiteY17-12250" fmla="*/ 3304 h 10000"/>
              <a:gd name="connsiteX18-12251" fmla="*/ 4182 w 9296"/>
              <a:gd name="connsiteY18-12252" fmla="*/ 3832 h 10000"/>
              <a:gd name="connsiteX19-12253" fmla="*/ 4670 w 9296"/>
              <a:gd name="connsiteY19-12254" fmla="*/ 4375 h 10000"/>
              <a:gd name="connsiteX20-12255" fmla="*/ 5109 w 9296"/>
              <a:gd name="connsiteY20-12256" fmla="*/ 4615 h 10000"/>
              <a:gd name="connsiteX21-12257" fmla="*/ 5593 w 9296"/>
              <a:gd name="connsiteY21-12258" fmla="*/ 5106 h 10000"/>
              <a:gd name="connsiteX22-12259" fmla="*/ 5816 w 9296"/>
              <a:gd name="connsiteY22-12260" fmla="*/ 5394 h 10000"/>
              <a:gd name="connsiteX23-12261" fmla="*/ 6075 w 9296"/>
              <a:gd name="connsiteY23-12262" fmla="*/ 5394 h 10000"/>
              <a:gd name="connsiteX24-12263" fmla="*/ 6299 w 9296"/>
              <a:gd name="connsiteY24-12264" fmla="*/ 5633 h 10000"/>
              <a:gd name="connsiteX25-12265" fmla="*/ 6522 w 9296"/>
              <a:gd name="connsiteY25-12266" fmla="*/ 5633 h 10000"/>
              <a:gd name="connsiteX26-12267" fmla="*/ 6522 w 9296"/>
              <a:gd name="connsiteY26-12268" fmla="*/ 5633 h 10000"/>
              <a:gd name="connsiteX27-12269" fmla="*/ 6743 w 9296"/>
              <a:gd name="connsiteY27-12270" fmla="*/ 5394 h 10000"/>
              <a:gd name="connsiteX28-12271" fmla="*/ 6743 w 9296"/>
              <a:gd name="connsiteY28-12272" fmla="*/ 5106 h 10000"/>
              <a:gd name="connsiteX29-12273" fmla="*/ 7006 w 9296"/>
              <a:gd name="connsiteY29-12274" fmla="*/ 4858 h 10000"/>
              <a:gd name="connsiteX30-12275" fmla="*/ 7006 w 9296"/>
              <a:gd name="connsiteY30-12276" fmla="*/ 4615 h 10000"/>
              <a:gd name="connsiteX31-12277" fmla="*/ 7224 w 9296"/>
              <a:gd name="connsiteY31-12278" fmla="*/ 4077 h 10000"/>
              <a:gd name="connsiteX32-12279" fmla="*/ 7224 w 9296"/>
              <a:gd name="connsiteY32-12280" fmla="*/ 3598 h 10000"/>
              <a:gd name="connsiteX33-12281" fmla="*/ 7443 w 9296"/>
              <a:gd name="connsiteY33-12282" fmla="*/ 3061 h 10000"/>
              <a:gd name="connsiteX34-12283" fmla="*/ 7443 w 9296"/>
              <a:gd name="connsiteY34-12284" fmla="*/ 2285 h 10000"/>
              <a:gd name="connsiteX35-12285" fmla="*/ 7663 w 9296"/>
              <a:gd name="connsiteY35-12286" fmla="*/ 1800 h 10000"/>
              <a:gd name="connsiteX36-12287" fmla="*/ 7663 w 9296"/>
              <a:gd name="connsiteY36-12288" fmla="*/ 1503 h 10000"/>
              <a:gd name="connsiteX37-12289" fmla="*/ 7929 w 9296"/>
              <a:gd name="connsiteY37-12290" fmla="*/ 1016 h 10000"/>
              <a:gd name="connsiteX38-12291" fmla="*/ 7929 w 9296"/>
              <a:gd name="connsiteY38-12292" fmla="*/ 730 h 10000"/>
              <a:gd name="connsiteX39-12293" fmla="*/ 8154 w 9296"/>
              <a:gd name="connsiteY39-12294" fmla="*/ 489 h 10000"/>
              <a:gd name="connsiteX40-12295" fmla="*/ 8154 w 9296"/>
              <a:gd name="connsiteY40-12296" fmla="*/ 489 h 10000"/>
              <a:gd name="connsiteX41-12297" fmla="*/ 8154 w 9296"/>
              <a:gd name="connsiteY41-12298" fmla="*/ 489 h 10000"/>
              <a:gd name="connsiteX42-12299" fmla="*/ 8154 w 9296"/>
              <a:gd name="connsiteY42-12300" fmla="*/ 489 h 10000"/>
              <a:gd name="connsiteX43-12301" fmla="*/ 8372 w 9296"/>
              <a:gd name="connsiteY43-12302" fmla="*/ 489 h 10000"/>
              <a:gd name="connsiteX44-12303" fmla="*/ 8372 w 9296"/>
              <a:gd name="connsiteY44-12304" fmla="*/ 730 h 10000"/>
              <a:gd name="connsiteX45-12305" fmla="*/ 8372 w 9296"/>
              <a:gd name="connsiteY45-12306" fmla="*/ 1016 h 10000"/>
              <a:gd name="connsiteX46-12307" fmla="*/ 8372 w 9296"/>
              <a:gd name="connsiteY46-12308" fmla="*/ 1503 h 10000"/>
              <a:gd name="connsiteX47-12309" fmla="*/ 8640 w 9296"/>
              <a:gd name="connsiteY47-12310" fmla="*/ 1800 h 10000"/>
              <a:gd name="connsiteX48-12311" fmla="*/ 8640 w 9296"/>
              <a:gd name="connsiteY48-12312" fmla="*/ 2285 h 10000"/>
              <a:gd name="connsiteX49-12313" fmla="*/ 8640 w 9296"/>
              <a:gd name="connsiteY49-12314" fmla="*/ 3061 h 10000"/>
              <a:gd name="connsiteX50-12315" fmla="*/ 8640 w 9296"/>
              <a:gd name="connsiteY50-12316" fmla="*/ 4077 h 10000"/>
              <a:gd name="connsiteX51-12317" fmla="*/ 8856 w 9296"/>
              <a:gd name="connsiteY51-12318" fmla="*/ 5394 h 10000"/>
              <a:gd name="connsiteX52-12319" fmla="*/ 9078 w 9296"/>
              <a:gd name="connsiteY52-12320" fmla="*/ 6408 h 10000"/>
              <a:gd name="connsiteX53-12321" fmla="*/ 9296 w 9296"/>
              <a:gd name="connsiteY53-12322" fmla="*/ 7669 h 10000"/>
              <a:gd name="connsiteX54-12323" fmla="*/ 9296 w 9296"/>
              <a:gd name="connsiteY54-12324" fmla="*/ 7960 h 10000"/>
              <a:gd name="connsiteX55-12325" fmla="*/ 9296 w 9296"/>
              <a:gd name="connsiteY55-12326" fmla="*/ 8440 h 10000"/>
              <a:gd name="connsiteX56-12327" fmla="*/ 9296 w 9296"/>
              <a:gd name="connsiteY56-12328" fmla="*/ 8985 h 10000"/>
              <a:gd name="connsiteX57-12329" fmla="*/ 9296 w 9296"/>
              <a:gd name="connsiteY57-12330" fmla="*/ 9224 h 10000"/>
              <a:gd name="connsiteX58-12331" fmla="*/ 9296 w 9296"/>
              <a:gd name="connsiteY58-12332" fmla="*/ 9472 h 10000"/>
              <a:gd name="connsiteX59-12333" fmla="*/ 9296 w 9296"/>
              <a:gd name="connsiteY59-12334" fmla="*/ 9754 h 10000"/>
              <a:gd name="connsiteX60-12335" fmla="*/ 9296 w 9296"/>
              <a:gd name="connsiteY60-12336" fmla="*/ 9754 h 10000"/>
              <a:gd name="connsiteX61-12337" fmla="*/ 9296 w 9296"/>
              <a:gd name="connsiteY61-12338" fmla="*/ 10000 h 10000"/>
              <a:gd name="connsiteX62-12339" fmla="*/ 8856 w 9296"/>
              <a:gd name="connsiteY62-12340" fmla="*/ 9754 h 10000"/>
              <a:gd name="connsiteX63-12341" fmla="*/ 8372 w 9296"/>
              <a:gd name="connsiteY63-12342" fmla="*/ 9754 h 10000"/>
              <a:gd name="connsiteX64-12343" fmla="*/ 7663 w 9296"/>
              <a:gd name="connsiteY64-12344" fmla="*/ 9472 h 10000"/>
              <a:gd name="connsiteX65-12345" fmla="*/ 6743 w 9296"/>
              <a:gd name="connsiteY65-12346" fmla="*/ 8985 h 10000"/>
              <a:gd name="connsiteX66-12347" fmla="*/ 6743 w 9296"/>
              <a:gd name="connsiteY66-12348" fmla="*/ 8985 h 10000"/>
              <a:gd name="connsiteX0-12349" fmla="*/ 6735 w 9481"/>
              <a:gd name="connsiteY0-12350" fmla="*/ 8985 h 10000"/>
              <a:gd name="connsiteX1-12351" fmla="*/ 6016 w 9481"/>
              <a:gd name="connsiteY1-12352" fmla="*/ 8440 h 10000"/>
              <a:gd name="connsiteX2-12353" fmla="*/ 4977 w 9481"/>
              <a:gd name="connsiteY2-12354" fmla="*/ 7960 h 10000"/>
              <a:gd name="connsiteX3-12355" fmla="*/ 3980 w 9481"/>
              <a:gd name="connsiteY3-12356" fmla="*/ 7191 h 10000"/>
              <a:gd name="connsiteX4-12357" fmla="*/ 2987 w 9481"/>
              <a:gd name="connsiteY4-12358" fmla="*/ 6408 h 10000"/>
              <a:gd name="connsiteX5-12359" fmla="*/ 2509 w 9481"/>
              <a:gd name="connsiteY5-12360" fmla="*/ 5879 h 10000"/>
              <a:gd name="connsiteX6-12361" fmla="*/ 1992 w 9481"/>
              <a:gd name="connsiteY6-12362" fmla="*/ 5394 h 10000"/>
              <a:gd name="connsiteX7-12363" fmla="*/ 1471 w 9481"/>
              <a:gd name="connsiteY7-12364" fmla="*/ 4858 h 10000"/>
              <a:gd name="connsiteX8-12365" fmla="*/ 995 w 9481"/>
              <a:gd name="connsiteY8-12366" fmla="*/ 4375 h 10000"/>
              <a:gd name="connsiteX9-12367" fmla="*/ 474 w 9481"/>
              <a:gd name="connsiteY9-12368" fmla="*/ 3598 h 10000"/>
              <a:gd name="connsiteX10-12369" fmla="*/ 0 w 9481"/>
              <a:gd name="connsiteY10-12370" fmla="*/ 2817 h 10000"/>
              <a:gd name="connsiteX11-12371" fmla="*/ 474 w 9481"/>
              <a:gd name="connsiteY11-12372" fmla="*/ 0 h 10000"/>
              <a:gd name="connsiteX12-12373" fmla="*/ 995 w 9481"/>
              <a:gd name="connsiteY12-12374" fmla="*/ 730 h 10000"/>
              <a:gd name="connsiteX13-12375" fmla="*/ 1755 w 9481"/>
              <a:gd name="connsiteY13-12376" fmla="*/ 1503 h 10000"/>
              <a:gd name="connsiteX14-12377" fmla="*/ 2232 w 9481"/>
              <a:gd name="connsiteY14-12378" fmla="*/ 2285 h 10000"/>
              <a:gd name="connsiteX15-12379" fmla="*/ 2987 w 9481"/>
              <a:gd name="connsiteY15-12380" fmla="*/ 2817 h 10000"/>
              <a:gd name="connsiteX16-12381" fmla="*/ 3509 w 9481"/>
              <a:gd name="connsiteY16-12382" fmla="*/ 3304 h 10000"/>
              <a:gd name="connsiteX17-12383" fmla="*/ 3980 w 9481"/>
              <a:gd name="connsiteY17-12384" fmla="*/ 3832 h 10000"/>
              <a:gd name="connsiteX18-12385" fmla="*/ 4505 w 9481"/>
              <a:gd name="connsiteY18-12386" fmla="*/ 4375 h 10000"/>
              <a:gd name="connsiteX19-12387" fmla="*/ 4977 w 9481"/>
              <a:gd name="connsiteY19-12388" fmla="*/ 4615 h 10000"/>
              <a:gd name="connsiteX20-12389" fmla="*/ 5498 w 9481"/>
              <a:gd name="connsiteY20-12390" fmla="*/ 5106 h 10000"/>
              <a:gd name="connsiteX21-12391" fmla="*/ 5737 w 9481"/>
              <a:gd name="connsiteY21-12392" fmla="*/ 5394 h 10000"/>
              <a:gd name="connsiteX22-12393" fmla="*/ 6016 w 9481"/>
              <a:gd name="connsiteY22-12394" fmla="*/ 5394 h 10000"/>
              <a:gd name="connsiteX23-12395" fmla="*/ 6257 w 9481"/>
              <a:gd name="connsiteY23-12396" fmla="*/ 5633 h 10000"/>
              <a:gd name="connsiteX24-12397" fmla="*/ 6497 w 9481"/>
              <a:gd name="connsiteY24-12398" fmla="*/ 5633 h 10000"/>
              <a:gd name="connsiteX25-12399" fmla="*/ 6497 w 9481"/>
              <a:gd name="connsiteY25-12400" fmla="*/ 5633 h 10000"/>
              <a:gd name="connsiteX26-12401" fmla="*/ 6735 w 9481"/>
              <a:gd name="connsiteY26-12402" fmla="*/ 5394 h 10000"/>
              <a:gd name="connsiteX27-12403" fmla="*/ 6735 w 9481"/>
              <a:gd name="connsiteY27-12404" fmla="*/ 5106 h 10000"/>
              <a:gd name="connsiteX28-12405" fmla="*/ 7018 w 9481"/>
              <a:gd name="connsiteY28-12406" fmla="*/ 4858 h 10000"/>
              <a:gd name="connsiteX29-12407" fmla="*/ 7018 w 9481"/>
              <a:gd name="connsiteY29-12408" fmla="*/ 4615 h 10000"/>
              <a:gd name="connsiteX30-12409" fmla="*/ 7252 w 9481"/>
              <a:gd name="connsiteY30-12410" fmla="*/ 4077 h 10000"/>
              <a:gd name="connsiteX31-12411" fmla="*/ 7252 w 9481"/>
              <a:gd name="connsiteY31-12412" fmla="*/ 3598 h 10000"/>
              <a:gd name="connsiteX32-12413" fmla="*/ 7488 w 9481"/>
              <a:gd name="connsiteY32-12414" fmla="*/ 3061 h 10000"/>
              <a:gd name="connsiteX33-12415" fmla="*/ 7488 w 9481"/>
              <a:gd name="connsiteY33-12416" fmla="*/ 2285 h 10000"/>
              <a:gd name="connsiteX34-12417" fmla="*/ 7724 w 9481"/>
              <a:gd name="connsiteY34-12418" fmla="*/ 1800 h 10000"/>
              <a:gd name="connsiteX35-12419" fmla="*/ 7724 w 9481"/>
              <a:gd name="connsiteY35-12420" fmla="*/ 1503 h 10000"/>
              <a:gd name="connsiteX36-12421" fmla="*/ 8010 w 9481"/>
              <a:gd name="connsiteY36-12422" fmla="*/ 1016 h 10000"/>
              <a:gd name="connsiteX37-12423" fmla="*/ 8010 w 9481"/>
              <a:gd name="connsiteY37-12424" fmla="*/ 730 h 10000"/>
              <a:gd name="connsiteX38-12425" fmla="*/ 8253 w 9481"/>
              <a:gd name="connsiteY38-12426" fmla="*/ 489 h 10000"/>
              <a:gd name="connsiteX39-12427" fmla="*/ 8253 w 9481"/>
              <a:gd name="connsiteY39-12428" fmla="*/ 489 h 10000"/>
              <a:gd name="connsiteX40-12429" fmla="*/ 8253 w 9481"/>
              <a:gd name="connsiteY40-12430" fmla="*/ 489 h 10000"/>
              <a:gd name="connsiteX41-12431" fmla="*/ 8253 w 9481"/>
              <a:gd name="connsiteY41-12432" fmla="*/ 489 h 10000"/>
              <a:gd name="connsiteX42-12433" fmla="*/ 8487 w 9481"/>
              <a:gd name="connsiteY42-12434" fmla="*/ 489 h 10000"/>
              <a:gd name="connsiteX43-12435" fmla="*/ 8487 w 9481"/>
              <a:gd name="connsiteY43-12436" fmla="*/ 730 h 10000"/>
              <a:gd name="connsiteX44-12437" fmla="*/ 8487 w 9481"/>
              <a:gd name="connsiteY44-12438" fmla="*/ 1016 h 10000"/>
              <a:gd name="connsiteX45-12439" fmla="*/ 8487 w 9481"/>
              <a:gd name="connsiteY45-12440" fmla="*/ 1503 h 10000"/>
              <a:gd name="connsiteX46-12441" fmla="*/ 8775 w 9481"/>
              <a:gd name="connsiteY46-12442" fmla="*/ 1800 h 10000"/>
              <a:gd name="connsiteX47-12443" fmla="*/ 8775 w 9481"/>
              <a:gd name="connsiteY47-12444" fmla="*/ 2285 h 10000"/>
              <a:gd name="connsiteX48-12445" fmla="*/ 8775 w 9481"/>
              <a:gd name="connsiteY48-12446" fmla="*/ 3061 h 10000"/>
              <a:gd name="connsiteX49-12447" fmla="*/ 8775 w 9481"/>
              <a:gd name="connsiteY49-12448" fmla="*/ 4077 h 10000"/>
              <a:gd name="connsiteX50-12449" fmla="*/ 9008 w 9481"/>
              <a:gd name="connsiteY50-12450" fmla="*/ 5394 h 10000"/>
              <a:gd name="connsiteX51-12451" fmla="*/ 9246 w 9481"/>
              <a:gd name="connsiteY51-12452" fmla="*/ 6408 h 10000"/>
              <a:gd name="connsiteX52-12453" fmla="*/ 9481 w 9481"/>
              <a:gd name="connsiteY52-12454" fmla="*/ 7669 h 10000"/>
              <a:gd name="connsiteX53-12455" fmla="*/ 9481 w 9481"/>
              <a:gd name="connsiteY53-12456" fmla="*/ 7960 h 10000"/>
              <a:gd name="connsiteX54-12457" fmla="*/ 9481 w 9481"/>
              <a:gd name="connsiteY54-12458" fmla="*/ 8440 h 10000"/>
              <a:gd name="connsiteX55-12459" fmla="*/ 9481 w 9481"/>
              <a:gd name="connsiteY55-12460" fmla="*/ 8985 h 10000"/>
              <a:gd name="connsiteX56-12461" fmla="*/ 9481 w 9481"/>
              <a:gd name="connsiteY56-12462" fmla="*/ 9224 h 10000"/>
              <a:gd name="connsiteX57-12463" fmla="*/ 9481 w 9481"/>
              <a:gd name="connsiteY57-12464" fmla="*/ 9472 h 10000"/>
              <a:gd name="connsiteX58-12465" fmla="*/ 9481 w 9481"/>
              <a:gd name="connsiteY58-12466" fmla="*/ 9754 h 10000"/>
              <a:gd name="connsiteX59-12467" fmla="*/ 9481 w 9481"/>
              <a:gd name="connsiteY59-12468" fmla="*/ 9754 h 10000"/>
              <a:gd name="connsiteX60-12469" fmla="*/ 9481 w 9481"/>
              <a:gd name="connsiteY60-12470" fmla="*/ 10000 h 10000"/>
              <a:gd name="connsiteX61-12471" fmla="*/ 9008 w 9481"/>
              <a:gd name="connsiteY61-12472" fmla="*/ 9754 h 10000"/>
              <a:gd name="connsiteX62-12473" fmla="*/ 8487 w 9481"/>
              <a:gd name="connsiteY62-12474" fmla="*/ 9754 h 10000"/>
              <a:gd name="connsiteX63-12475" fmla="*/ 7724 w 9481"/>
              <a:gd name="connsiteY63-12476" fmla="*/ 9472 h 10000"/>
              <a:gd name="connsiteX64-12477" fmla="*/ 6735 w 9481"/>
              <a:gd name="connsiteY64-12478" fmla="*/ 8985 h 10000"/>
              <a:gd name="connsiteX65-12479" fmla="*/ 6735 w 9481"/>
              <a:gd name="connsiteY65-12480" fmla="*/ 8985 h 10000"/>
              <a:gd name="connsiteX0-12481" fmla="*/ 6604 w 9500"/>
              <a:gd name="connsiteY0-12482" fmla="*/ 8985 h 10000"/>
              <a:gd name="connsiteX1-12483" fmla="*/ 5845 w 9500"/>
              <a:gd name="connsiteY1-12484" fmla="*/ 8440 h 10000"/>
              <a:gd name="connsiteX2-12485" fmla="*/ 4749 w 9500"/>
              <a:gd name="connsiteY2-12486" fmla="*/ 7960 h 10000"/>
              <a:gd name="connsiteX3-12487" fmla="*/ 3698 w 9500"/>
              <a:gd name="connsiteY3-12488" fmla="*/ 7191 h 10000"/>
              <a:gd name="connsiteX4-12489" fmla="*/ 2651 w 9500"/>
              <a:gd name="connsiteY4-12490" fmla="*/ 6408 h 10000"/>
              <a:gd name="connsiteX5-12491" fmla="*/ 2146 w 9500"/>
              <a:gd name="connsiteY5-12492" fmla="*/ 5879 h 10000"/>
              <a:gd name="connsiteX6-12493" fmla="*/ 1601 w 9500"/>
              <a:gd name="connsiteY6-12494" fmla="*/ 5394 h 10000"/>
              <a:gd name="connsiteX7-12495" fmla="*/ 1052 w 9500"/>
              <a:gd name="connsiteY7-12496" fmla="*/ 4858 h 10000"/>
              <a:gd name="connsiteX8-12497" fmla="*/ 549 w 9500"/>
              <a:gd name="connsiteY8-12498" fmla="*/ 4375 h 10000"/>
              <a:gd name="connsiteX9-12499" fmla="*/ 0 w 9500"/>
              <a:gd name="connsiteY9-12500" fmla="*/ 3598 h 10000"/>
              <a:gd name="connsiteX10-12501" fmla="*/ 0 w 9500"/>
              <a:gd name="connsiteY10-12502" fmla="*/ 0 h 10000"/>
              <a:gd name="connsiteX11-12503" fmla="*/ 549 w 9500"/>
              <a:gd name="connsiteY11-12504" fmla="*/ 730 h 10000"/>
              <a:gd name="connsiteX12-12505" fmla="*/ 1351 w 9500"/>
              <a:gd name="connsiteY12-12506" fmla="*/ 1503 h 10000"/>
              <a:gd name="connsiteX13-12507" fmla="*/ 1854 w 9500"/>
              <a:gd name="connsiteY13-12508" fmla="*/ 2285 h 10000"/>
              <a:gd name="connsiteX14-12509" fmla="*/ 2651 w 9500"/>
              <a:gd name="connsiteY14-12510" fmla="*/ 2817 h 10000"/>
              <a:gd name="connsiteX15-12511" fmla="*/ 3201 w 9500"/>
              <a:gd name="connsiteY15-12512" fmla="*/ 3304 h 10000"/>
              <a:gd name="connsiteX16-12513" fmla="*/ 3698 w 9500"/>
              <a:gd name="connsiteY16-12514" fmla="*/ 3832 h 10000"/>
              <a:gd name="connsiteX17-12515" fmla="*/ 4252 w 9500"/>
              <a:gd name="connsiteY17-12516" fmla="*/ 4375 h 10000"/>
              <a:gd name="connsiteX18-12517" fmla="*/ 4749 w 9500"/>
              <a:gd name="connsiteY18-12518" fmla="*/ 4615 h 10000"/>
              <a:gd name="connsiteX19-12519" fmla="*/ 5299 w 9500"/>
              <a:gd name="connsiteY19-12520" fmla="*/ 5106 h 10000"/>
              <a:gd name="connsiteX20-12521" fmla="*/ 5551 w 9500"/>
              <a:gd name="connsiteY20-12522" fmla="*/ 5394 h 10000"/>
              <a:gd name="connsiteX21-12523" fmla="*/ 5845 w 9500"/>
              <a:gd name="connsiteY21-12524" fmla="*/ 5394 h 10000"/>
              <a:gd name="connsiteX22-12525" fmla="*/ 6100 w 9500"/>
              <a:gd name="connsiteY22-12526" fmla="*/ 5633 h 10000"/>
              <a:gd name="connsiteX23-12527" fmla="*/ 6353 w 9500"/>
              <a:gd name="connsiteY23-12528" fmla="*/ 5633 h 10000"/>
              <a:gd name="connsiteX24-12529" fmla="*/ 6353 w 9500"/>
              <a:gd name="connsiteY24-12530" fmla="*/ 5633 h 10000"/>
              <a:gd name="connsiteX25-12531" fmla="*/ 6604 w 9500"/>
              <a:gd name="connsiteY25-12532" fmla="*/ 5394 h 10000"/>
              <a:gd name="connsiteX26-12533" fmla="*/ 6604 w 9500"/>
              <a:gd name="connsiteY26-12534" fmla="*/ 5106 h 10000"/>
              <a:gd name="connsiteX27-12535" fmla="*/ 6902 w 9500"/>
              <a:gd name="connsiteY27-12536" fmla="*/ 4858 h 10000"/>
              <a:gd name="connsiteX28-12537" fmla="*/ 6902 w 9500"/>
              <a:gd name="connsiteY28-12538" fmla="*/ 4615 h 10000"/>
              <a:gd name="connsiteX29-12539" fmla="*/ 7149 w 9500"/>
              <a:gd name="connsiteY29-12540" fmla="*/ 4077 h 10000"/>
              <a:gd name="connsiteX30-12541" fmla="*/ 7149 w 9500"/>
              <a:gd name="connsiteY30-12542" fmla="*/ 3598 h 10000"/>
              <a:gd name="connsiteX31-12543" fmla="*/ 7398 w 9500"/>
              <a:gd name="connsiteY31-12544" fmla="*/ 3061 h 10000"/>
              <a:gd name="connsiteX32-12545" fmla="*/ 7398 w 9500"/>
              <a:gd name="connsiteY32-12546" fmla="*/ 2285 h 10000"/>
              <a:gd name="connsiteX33-12547" fmla="*/ 7647 w 9500"/>
              <a:gd name="connsiteY33-12548" fmla="*/ 1800 h 10000"/>
              <a:gd name="connsiteX34-12549" fmla="*/ 7647 w 9500"/>
              <a:gd name="connsiteY34-12550" fmla="*/ 1503 h 10000"/>
              <a:gd name="connsiteX35-12551" fmla="*/ 7948 w 9500"/>
              <a:gd name="connsiteY35-12552" fmla="*/ 1016 h 10000"/>
              <a:gd name="connsiteX36-12553" fmla="*/ 7948 w 9500"/>
              <a:gd name="connsiteY36-12554" fmla="*/ 730 h 10000"/>
              <a:gd name="connsiteX37-12555" fmla="*/ 8205 w 9500"/>
              <a:gd name="connsiteY37-12556" fmla="*/ 489 h 10000"/>
              <a:gd name="connsiteX38-12557" fmla="*/ 8205 w 9500"/>
              <a:gd name="connsiteY38-12558" fmla="*/ 489 h 10000"/>
              <a:gd name="connsiteX39-12559" fmla="*/ 8205 w 9500"/>
              <a:gd name="connsiteY39-12560" fmla="*/ 489 h 10000"/>
              <a:gd name="connsiteX40-12561" fmla="*/ 8205 w 9500"/>
              <a:gd name="connsiteY40-12562" fmla="*/ 489 h 10000"/>
              <a:gd name="connsiteX41-12563" fmla="*/ 8452 w 9500"/>
              <a:gd name="connsiteY41-12564" fmla="*/ 489 h 10000"/>
              <a:gd name="connsiteX42-12565" fmla="*/ 8452 w 9500"/>
              <a:gd name="connsiteY42-12566" fmla="*/ 730 h 10000"/>
              <a:gd name="connsiteX43-12567" fmla="*/ 8452 w 9500"/>
              <a:gd name="connsiteY43-12568" fmla="*/ 1016 h 10000"/>
              <a:gd name="connsiteX44-12569" fmla="*/ 8452 w 9500"/>
              <a:gd name="connsiteY44-12570" fmla="*/ 1503 h 10000"/>
              <a:gd name="connsiteX45-12571" fmla="*/ 8755 w 9500"/>
              <a:gd name="connsiteY45-12572" fmla="*/ 1800 h 10000"/>
              <a:gd name="connsiteX46-12573" fmla="*/ 8755 w 9500"/>
              <a:gd name="connsiteY46-12574" fmla="*/ 2285 h 10000"/>
              <a:gd name="connsiteX47-12575" fmla="*/ 8755 w 9500"/>
              <a:gd name="connsiteY47-12576" fmla="*/ 3061 h 10000"/>
              <a:gd name="connsiteX48-12577" fmla="*/ 8755 w 9500"/>
              <a:gd name="connsiteY48-12578" fmla="*/ 4077 h 10000"/>
              <a:gd name="connsiteX49-12579" fmla="*/ 9001 w 9500"/>
              <a:gd name="connsiteY49-12580" fmla="*/ 5394 h 10000"/>
              <a:gd name="connsiteX50-12581" fmla="*/ 9252 w 9500"/>
              <a:gd name="connsiteY50-12582" fmla="*/ 6408 h 10000"/>
              <a:gd name="connsiteX51-12583" fmla="*/ 9500 w 9500"/>
              <a:gd name="connsiteY51-12584" fmla="*/ 7669 h 10000"/>
              <a:gd name="connsiteX52-12585" fmla="*/ 9500 w 9500"/>
              <a:gd name="connsiteY52-12586" fmla="*/ 7960 h 10000"/>
              <a:gd name="connsiteX53-12587" fmla="*/ 9500 w 9500"/>
              <a:gd name="connsiteY53-12588" fmla="*/ 8440 h 10000"/>
              <a:gd name="connsiteX54-12589" fmla="*/ 9500 w 9500"/>
              <a:gd name="connsiteY54-12590" fmla="*/ 8985 h 10000"/>
              <a:gd name="connsiteX55-12591" fmla="*/ 9500 w 9500"/>
              <a:gd name="connsiteY55-12592" fmla="*/ 9224 h 10000"/>
              <a:gd name="connsiteX56-12593" fmla="*/ 9500 w 9500"/>
              <a:gd name="connsiteY56-12594" fmla="*/ 9472 h 10000"/>
              <a:gd name="connsiteX57-12595" fmla="*/ 9500 w 9500"/>
              <a:gd name="connsiteY57-12596" fmla="*/ 9754 h 10000"/>
              <a:gd name="connsiteX58-12597" fmla="*/ 9500 w 9500"/>
              <a:gd name="connsiteY58-12598" fmla="*/ 9754 h 10000"/>
              <a:gd name="connsiteX59-12599" fmla="*/ 9500 w 9500"/>
              <a:gd name="connsiteY59-12600" fmla="*/ 10000 h 10000"/>
              <a:gd name="connsiteX60-12601" fmla="*/ 9001 w 9500"/>
              <a:gd name="connsiteY60-12602" fmla="*/ 9754 h 10000"/>
              <a:gd name="connsiteX61-12603" fmla="*/ 8452 w 9500"/>
              <a:gd name="connsiteY61-12604" fmla="*/ 9754 h 10000"/>
              <a:gd name="connsiteX62-12605" fmla="*/ 7647 w 9500"/>
              <a:gd name="connsiteY62-12606" fmla="*/ 9472 h 10000"/>
              <a:gd name="connsiteX63-12607" fmla="*/ 6604 w 9500"/>
              <a:gd name="connsiteY63-12608" fmla="*/ 8985 h 10000"/>
              <a:gd name="connsiteX64-12609" fmla="*/ 6604 w 9500"/>
              <a:gd name="connsiteY64-12610" fmla="*/ 8985 h 10000"/>
              <a:gd name="connsiteX0-12611" fmla="*/ 6952 w 10000"/>
              <a:gd name="connsiteY0-12612" fmla="*/ 8985 h 10000"/>
              <a:gd name="connsiteX1-12613" fmla="*/ 6153 w 10000"/>
              <a:gd name="connsiteY1-12614" fmla="*/ 8440 h 10000"/>
              <a:gd name="connsiteX2-12615" fmla="*/ 4999 w 10000"/>
              <a:gd name="connsiteY2-12616" fmla="*/ 7960 h 10000"/>
              <a:gd name="connsiteX3-12617" fmla="*/ 3893 w 10000"/>
              <a:gd name="connsiteY3-12618" fmla="*/ 7191 h 10000"/>
              <a:gd name="connsiteX4-12619" fmla="*/ 2791 w 10000"/>
              <a:gd name="connsiteY4-12620" fmla="*/ 6408 h 10000"/>
              <a:gd name="connsiteX5-12621" fmla="*/ 2259 w 10000"/>
              <a:gd name="connsiteY5-12622" fmla="*/ 5879 h 10000"/>
              <a:gd name="connsiteX6-12623" fmla="*/ 1685 w 10000"/>
              <a:gd name="connsiteY6-12624" fmla="*/ 5394 h 10000"/>
              <a:gd name="connsiteX7-12625" fmla="*/ 1107 w 10000"/>
              <a:gd name="connsiteY7-12626" fmla="*/ 4858 h 10000"/>
              <a:gd name="connsiteX8-12627" fmla="*/ 578 w 10000"/>
              <a:gd name="connsiteY8-12628" fmla="*/ 4375 h 10000"/>
              <a:gd name="connsiteX9-12629" fmla="*/ 0 w 10000"/>
              <a:gd name="connsiteY9-12630" fmla="*/ 3598 h 10000"/>
              <a:gd name="connsiteX10-12631" fmla="*/ 0 w 10000"/>
              <a:gd name="connsiteY10-12632" fmla="*/ 0 h 10000"/>
              <a:gd name="connsiteX11-12633" fmla="*/ 1422 w 10000"/>
              <a:gd name="connsiteY11-12634" fmla="*/ 1503 h 10000"/>
              <a:gd name="connsiteX12-12635" fmla="*/ 1952 w 10000"/>
              <a:gd name="connsiteY12-12636" fmla="*/ 2285 h 10000"/>
              <a:gd name="connsiteX13-12637" fmla="*/ 2791 w 10000"/>
              <a:gd name="connsiteY13-12638" fmla="*/ 2817 h 10000"/>
              <a:gd name="connsiteX14-12639" fmla="*/ 3369 w 10000"/>
              <a:gd name="connsiteY14-12640" fmla="*/ 3304 h 10000"/>
              <a:gd name="connsiteX15-12641" fmla="*/ 3893 w 10000"/>
              <a:gd name="connsiteY15-12642" fmla="*/ 3832 h 10000"/>
              <a:gd name="connsiteX16-12643" fmla="*/ 4476 w 10000"/>
              <a:gd name="connsiteY16-12644" fmla="*/ 4375 h 10000"/>
              <a:gd name="connsiteX17-12645" fmla="*/ 4999 w 10000"/>
              <a:gd name="connsiteY17-12646" fmla="*/ 4615 h 10000"/>
              <a:gd name="connsiteX18-12647" fmla="*/ 5578 w 10000"/>
              <a:gd name="connsiteY18-12648" fmla="*/ 5106 h 10000"/>
              <a:gd name="connsiteX19-12649" fmla="*/ 5843 w 10000"/>
              <a:gd name="connsiteY19-12650" fmla="*/ 5394 h 10000"/>
              <a:gd name="connsiteX20-12651" fmla="*/ 6153 w 10000"/>
              <a:gd name="connsiteY20-12652" fmla="*/ 5394 h 10000"/>
              <a:gd name="connsiteX21-12653" fmla="*/ 6421 w 10000"/>
              <a:gd name="connsiteY21-12654" fmla="*/ 5633 h 10000"/>
              <a:gd name="connsiteX22-12655" fmla="*/ 6687 w 10000"/>
              <a:gd name="connsiteY22-12656" fmla="*/ 5633 h 10000"/>
              <a:gd name="connsiteX23-12657" fmla="*/ 6687 w 10000"/>
              <a:gd name="connsiteY23-12658" fmla="*/ 5633 h 10000"/>
              <a:gd name="connsiteX24-12659" fmla="*/ 6952 w 10000"/>
              <a:gd name="connsiteY24-12660" fmla="*/ 5394 h 10000"/>
              <a:gd name="connsiteX25-12661" fmla="*/ 6952 w 10000"/>
              <a:gd name="connsiteY25-12662" fmla="*/ 5106 h 10000"/>
              <a:gd name="connsiteX26-12663" fmla="*/ 7265 w 10000"/>
              <a:gd name="connsiteY26-12664" fmla="*/ 4858 h 10000"/>
              <a:gd name="connsiteX27-12665" fmla="*/ 7265 w 10000"/>
              <a:gd name="connsiteY27-12666" fmla="*/ 4615 h 10000"/>
              <a:gd name="connsiteX28-12667" fmla="*/ 7525 w 10000"/>
              <a:gd name="connsiteY28-12668" fmla="*/ 4077 h 10000"/>
              <a:gd name="connsiteX29-12669" fmla="*/ 7525 w 10000"/>
              <a:gd name="connsiteY29-12670" fmla="*/ 3598 h 10000"/>
              <a:gd name="connsiteX30-12671" fmla="*/ 7787 w 10000"/>
              <a:gd name="connsiteY30-12672" fmla="*/ 3061 h 10000"/>
              <a:gd name="connsiteX31-12673" fmla="*/ 7787 w 10000"/>
              <a:gd name="connsiteY31-12674" fmla="*/ 2285 h 10000"/>
              <a:gd name="connsiteX32-12675" fmla="*/ 8049 w 10000"/>
              <a:gd name="connsiteY32-12676" fmla="*/ 1800 h 10000"/>
              <a:gd name="connsiteX33-12677" fmla="*/ 8049 w 10000"/>
              <a:gd name="connsiteY33-12678" fmla="*/ 1503 h 10000"/>
              <a:gd name="connsiteX34-12679" fmla="*/ 8366 w 10000"/>
              <a:gd name="connsiteY34-12680" fmla="*/ 1016 h 10000"/>
              <a:gd name="connsiteX35-12681" fmla="*/ 8366 w 10000"/>
              <a:gd name="connsiteY35-12682" fmla="*/ 730 h 10000"/>
              <a:gd name="connsiteX36-12683" fmla="*/ 8637 w 10000"/>
              <a:gd name="connsiteY36-12684" fmla="*/ 489 h 10000"/>
              <a:gd name="connsiteX37-12685" fmla="*/ 8637 w 10000"/>
              <a:gd name="connsiteY37-12686" fmla="*/ 489 h 10000"/>
              <a:gd name="connsiteX38-12687" fmla="*/ 8637 w 10000"/>
              <a:gd name="connsiteY38-12688" fmla="*/ 489 h 10000"/>
              <a:gd name="connsiteX39-12689" fmla="*/ 8637 w 10000"/>
              <a:gd name="connsiteY39-12690" fmla="*/ 489 h 10000"/>
              <a:gd name="connsiteX40-12691" fmla="*/ 8897 w 10000"/>
              <a:gd name="connsiteY40-12692" fmla="*/ 489 h 10000"/>
              <a:gd name="connsiteX41-12693" fmla="*/ 8897 w 10000"/>
              <a:gd name="connsiteY41-12694" fmla="*/ 730 h 10000"/>
              <a:gd name="connsiteX42-12695" fmla="*/ 8897 w 10000"/>
              <a:gd name="connsiteY42-12696" fmla="*/ 1016 h 10000"/>
              <a:gd name="connsiteX43-12697" fmla="*/ 8897 w 10000"/>
              <a:gd name="connsiteY43-12698" fmla="*/ 1503 h 10000"/>
              <a:gd name="connsiteX44-12699" fmla="*/ 9216 w 10000"/>
              <a:gd name="connsiteY44-12700" fmla="*/ 1800 h 10000"/>
              <a:gd name="connsiteX45-12701" fmla="*/ 9216 w 10000"/>
              <a:gd name="connsiteY45-12702" fmla="*/ 2285 h 10000"/>
              <a:gd name="connsiteX46-12703" fmla="*/ 9216 w 10000"/>
              <a:gd name="connsiteY46-12704" fmla="*/ 3061 h 10000"/>
              <a:gd name="connsiteX47-12705" fmla="*/ 9216 w 10000"/>
              <a:gd name="connsiteY47-12706" fmla="*/ 4077 h 10000"/>
              <a:gd name="connsiteX48-12707" fmla="*/ 9475 w 10000"/>
              <a:gd name="connsiteY48-12708" fmla="*/ 5394 h 10000"/>
              <a:gd name="connsiteX49-12709" fmla="*/ 9739 w 10000"/>
              <a:gd name="connsiteY49-12710" fmla="*/ 6408 h 10000"/>
              <a:gd name="connsiteX50-12711" fmla="*/ 10000 w 10000"/>
              <a:gd name="connsiteY50-12712" fmla="*/ 7669 h 10000"/>
              <a:gd name="connsiteX51-12713" fmla="*/ 10000 w 10000"/>
              <a:gd name="connsiteY51-12714" fmla="*/ 7960 h 10000"/>
              <a:gd name="connsiteX52-12715" fmla="*/ 10000 w 10000"/>
              <a:gd name="connsiteY52-12716" fmla="*/ 8440 h 10000"/>
              <a:gd name="connsiteX53-12717" fmla="*/ 10000 w 10000"/>
              <a:gd name="connsiteY53-12718" fmla="*/ 8985 h 10000"/>
              <a:gd name="connsiteX54-12719" fmla="*/ 10000 w 10000"/>
              <a:gd name="connsiteY54-12720" fmla="*/ 9224 h 10000"/>
              <a:gd name="connsiteX55-12721" fmla="*/ 10000 w 10000"/>
              <a:gd name="connsiteY55-12722" fmla="*/ 9472 h 10000"/>
              <a:gd name="connsiteX56-12723" fmla="*/ 10000 w 10000"/>
              <a:gd name="connsiteY56-12724" fmla="*/ 9754 h 10000"/>
              <a:gd name="connsiteX57-12725" fmla="*/ 10000 w 10000"/>
              <a:gd name="connsiteY57-12726" fmla="*/ 9754 h 10000"/>
              <a:gd name="connsiteX58-12727" fmla="*/ 10000 w 10000"/>
              <a:gd name="connsiteY58-12728" fmla="*/ 10000 h 10000"/>
              <a:gd name="connsiteX59-12729" fmla="*/ 9475 w 10000"/>
              <a:gd name="connsiteY59-12730" fmla="*/ 9754 h 10000"/>
              <a:gd name="connsiteX60-12731" fmla="*/ 8897 w 10000"/>
              <a:gd name="connsiteY60-12732" fmla="*/ 9754 h 10000"/>
              <a:gd name="connsiteX61-12733" fmla="*/ 8049 w 10000"/>
              <a:gd name="connsiteY61-12734" fmla="*/ 9472 h 10000"/>
              <a:gd name="connsiteX62-12735" fmla="*/ 6952 w 10000"/>
              <a:gd name="connsiteY62-12736" fmla="*/ 8985 h 10000"/>
              <a:gd name="connsiteX63-12737" fmla="*/ 6952 w 10000"/>
              <a:gd name="connsiteY63-12738" fmla="*/ 8985 h 10000"/>
              <a:gd name="connsiteX0-12739" fmla="*/ 6952 w 10000"/>
              <a:gd name="connsiteY0-12740" fmla="*/ 8496 h 9511"/>
              <a:gd name="connsiteX1-12741" fmla="*/ 6153 w 10000"/>
              <a:gd name="connsiteY1-12742" fmla="*/ 7951 h 9511"/>
              <a:gd name="connsiteX2-12743" fmla="*/ 4999 w 10000"/>
              <a:gd name="connsiteY2-12744" fmla="*/ 7471 h 9511"/>
              <a:gd name="connsiteX3-12745" fmla="*/ 3893 w 10000"/>
              <a:gd name="connsiteY3-12746" fmla="*/ 6702 h 9511"/>
              <a:gd name="connsiteX4-12747" fmla="*/ 2791 w 10000"/>
              <a:gd name="connsiteY4-12748" fmla="*/ 5919 h 9511"/>
              <a:gd name="connsiteX5-12749" fmla="*/ 2259 w 10000"/>
              <a:gd name="connsiteY5-12750" fmla="*/ 5390 h 9511"/>
              <a:gd name="connsiteX6-12751" fmla="*/ 1685 w 10000"/>
              <a:gd name="connsiteY6-12752" fmla="*/ 4905 h 9511"/>
              <a:gd name="connsiteX7-12753" fmla="*/ 1107 w 10000"/>
              <a:gd name="connsiteY7-12754" fmla="*/ 4369 h 9511"/>
              <a:gd name="connsiteX8-12755" fmla="*/ 578 w 10000"/>
              <a:gd name="connsiteY8-12756" fmla="*/ 3886 h 9511"/>
              <a:gd name="connsiteX9-12757" fmla="*/ 0 w 10000"/>
              <a:gd name="connsiteY9-12758" fmla="*/ 3109 h 9511"/>
              <a:gd name="connsiteX10-12759" fmla="*/ 1422 w 10000"/>
              <a:gd name="connsiteY10-12760" fmla="*/ 1014 h 9511"/>
              <a:gd name="connsiteX11-12761" fmla="*/ 1952 w 10000"/>
              <a:gd name="connsiteY11-12762" fmla="*/ 1796 h 9511"/>
              <a:gd name="connsiteX12-12763" fmla="*/ 2791 w 10000"/>
              <a:gd name="connsiteY12-12764" fmla="*/ 2328 h 9511"/>
              <a:gd name="connsiteX13-12765" fmla="*/ 3369 w 10000"/>
              <a:gd name="connsiteY13-12766" fmla="*/ 2815 h 9511"/>
              <a:gd name="connsiteX14-12767" fmla="*/ 3893 w 10000"/>
              <a:gd name="connsiteY14-12768" fmla="*/ 3343 h 9511"/>
              <a:gd name="connsiteX15-12769" fmla="*/ 4476 w 10000"/>
              <a:gd name="connsiteY15-12770" fmla="*/ 3886 h 9511"/>
              <a:gd name="connsiteX16-12771" fmla="*/ 4999 w 10000"/>
              <a:gd name="connsiteY16-12772" fmla="*/ 4126 h 9511"/>
              <a:gd name="connsiteX17-12773" fmla="*/ 5578 w 10000"/>
              <a:gd name="connsiteY17-12774" fmla="*/ 4617 h 9511"/>
              <a:gd name="connsiteX18-12775" fmla="*/ 5843 w 10000"/>
              <a:gd name="connsiteY18-12776" fmla="*/ 4905 h 9511"/>
              <a:gd name="connsiteX19-12777" fmla="*/ 6153 w 10000"/>
              <a:gd name="connsiteY19-12778" fmla="*/ 4905 h 9511"/>
              <a:gd name="connsiteX20-12779" fmla="*/ 6421 w 10000"/>
              <a:gd name="connsiteY20-12780" fmla="*/ 5144 h 9511"/>
              <a:gd name="connsiteX21-12781" fmla="*/ 6687 w 10000"/>
              <a:gd name="connsiteY21-12782" fmla="*/ 5144 h 9511"/>
              <a:gd name="connsiteX22-12783" fmla="*/ 6687 w 10000"/>
              <a:gd name="connsiteY22-12784" fmla="*/ 5144 h 9511"/>
              <a:gd name="connsiteX23-12785" fmla="*/ 6952 w 10000"/>
              <a:gd name="connsiteY23-12786" fmla="*/ 4905 h 9511"/>
              <a:gd name="connsiteX24-12787" fmla="*/ 6952 w 10000"/>
              <a:gd name="connsiteY24-12788" fmla="*/ 4617 h 9511"/>
              <a:gd name="connsiteX25-12789" fmla="*/ 7265 w 10000"/>
              <a:gd name="connsiteY25-12790" fmla="*/ 4369 h 9511"/>
              <a:gd name="connsiteX26-12791" fmla="*/ 7265 w 10000"/>
              <a:gd name="connsiteY26-12792" fmla="*/ 4126 h 9511"/>
              <a:gd name="connsiteX27-12793" fmla="*/ 7525 w 10000"/>
              <a:gd name="connsiteY27-12794" fmla="*/ 3588 h 9511"/>
              <a:gd name="connsiteX28-12795" fmla="*/ 7525 w 10000"/>
              <a:gd name="connsiteY28-12796" fmla="*/ 3109 h 9511"/>
              <a:gd name="connsiteX29-12797" fmla="*/ 7787 w 10000"/>
              <a:gd name="connsiteY29-12798" fmla="*/ 2572 h 9511"/>
              <a:gd name="connsiteX30-12799" fmla="*/ 7787 w 10000"/>
              <a:gd name="connsiteY30-12800" fmla="*/ 1796 h 9511"/>
              <a:gd name="connsiteX31-12801" fmla="*/ 8049 w 10000"/>
              <a:gd name="connsiteY31-12802" fmla="*/ 1311 h 9511"/>
              <a:gd name="connsiteX32-12803" fmla="*/ 8049 w 10000"/>
              <a:gd name="connsiteY32-12804" fmla="*/ 1014 h 9511"/>
              <a:gd name="connsiteX33-12805" fmla="*/ 8366 w 10000"/>
              <a:gd name="connsiteY33-12806" fmla="*/ 527 h 9511"/>
              <a:gd name="connsiteX34-12807" fmla="*/ 8366 w 10000"/>
              <a:gd name="connsiteY34-12808" fmla="*/ 241 h 9511"/>
              <a:gd name="connsiteX35-12809" fmla="*/ 8637 w 10000"/>
              <a:gd name="connsiteY35-12810" fmla="*/ 0 h 9511"/>
              <a:gd name="connsiteX36-12811" fmla="*/ 8637 w 10000"/>
              <a:gd name="connsiteY36-12812" fmla="*/ 0 h 9511"/>
              <a:gd name="connsiteX37-12813" fmla="*/ 8637 w 10000"/>
              <a:gd name="connsiteY37-12814" fmla="*/ 0 h 9511"/>
              <a:gd name="connsiteX38-12815" fmla="*/ 8637 w 10000"/>
              <a:gd name="connsiteY38-12816" fmla="*/ 0 h 9511"/>
              <a:gd name="connsiteX39-12817" fmla="*/ 8897 w 10000"/>
              <a:gd name="connsiteY39-12818" fmla="*/ 0 h 9511"/>
              <a:gd name="connsiteX40-12819" fmla="*/ 8897 w 10000"/>
              <a:gd name="connsiteY40-12820" fmla="*/ 241 h 9511"/>
              <a:gd name="connsiteX41-12821" fmla="*/ 8897 w 10000"/>
              <a:gd name="connsiteY41-12822" fmla="*/ 527 h 9511"/>
              <a:gd name="connsiteX42-12823" fmla="*/ 8897 w 10000"/>
              <a:gd name="connsiteY42-12824" fmla="*/ 1014 h 9511"/>
              <a:gd name="connsiteX43-12825" fmla="*/ 9216 w 10000"/>
              <a:gd name="connsiteY43-12826" fmla="*/ 1311 h 9511"/>
              <a:gd name="connsiteX44-12827" fmla="*/ 9216 w 10000"/>
              <a:gd name="connsiteY44-12828" fmla="*/ 1796 h 9511"/>
              <a:gd name="connsiteX45-12829" fmla="*/ 9216 w 10000"/>
              <a:gd name="connsiteY45-12830" fmla="*/ 2572 h 9511"/>
              <a:gd name="connsiteX46-12831" fmla="*/ 9216 w 10000"/>
              <a:gd name="connsiteY46-12832" fmla="*/ 3588 h 9511"/>
              <a:gd name="connsiteX47-12833" fmla="*/ 9475 w 10000"/>
              <a:gd name="connsiteY47-12834" fmla="*/ 4905 h 9511"/>
              <a:gd name="connsiteX48-12835" fmla="*/ 9739 w 10000"/>
              <a:gd name="connsiteY48-12836" fmla="*/ 5919 h 9511"/>
              <a:gd name="connsiteX49-12837" fmla="*/ 10000 w 10000"/>
              <a:gd name="connsiteY49-12838" fmla="*/ 7180 h 9511"/>
              <a:gd name="connsiteX50-12839" fmla="*/ 10000 w 10000"/>
              <a:gd name="connsiteY50-12840" fmla="*/ 7471 h 9511"/>
              <a:gd name="connsiteX51-12841" fmla="*/ 10000 w 10000"/>
              <a:gd name="connsiteY51-12842" fmla="*/ 7951 h 9511"/>
              <a:gd name="connsiteX52-12843" fmla="*/ 10000 w 10000"/>
              <a:gd name="connsiteY52-12844" fmla="*/ 8496 h 9511"/>
              <a:gd name="connsiteX53-12845" fmla="*/ 10000 w 10000"/>
              <a:gd name="connsiteY53-12846" fmla="*/ 8735 h 9511"/>
              <a:gd name="connsiteX54-12847" fmla="*/ 10000 w 10000"/>
              <a:gd name="connsiteY54-12848" fmla="*/ 8983 h 9511"/>
              <a:gd name="connsiteX55-12849" fmla="*/ 10000 w 10000"/>
              <a:gd name="connsiteY55-12850" fmla="*/ 9265 h 9511"/>
              <a:gd name="connsiteX56-12851" fmla="*/ 10000 w 10000"/>
              <a:gd name="connsiteY56-12852" fmla="*/ 9265 h 9511"/>
              <a:gd name="connsiteX57-12853" fmla="*/ 10000 w 10000"/>
              <a:gd name="connsiteY57-12854" fmla="*/ 9511 h 9511"/>
              <a:gd name="connsiteX58-12855" fmla="*/ 9475 w 10000"/>
              <a:gd name="connsiteY58-12856" fmla="*/ 9265 h 9511"/>
              <a:gd name="connsiteX59-12857" fmla="*/ 8897 w 10000"/>
              <a:gd name="connsiteY59-12858" fmla="*/ 9265 h 9511"/>
              <a:gd name="connsiteX60-12859" fmla="*/ 8049 w 10000"/>
              <a:gd name="connsiteY60-12860" fmla="*/ 8983 h 9511"/>
              <a:gd name="connsiteX61-12861" fmla="*/ 6952 w 10000"/>
              <a:gd name="connsiteY61-12862" fmla="*/ 8496 h 9511"/>
              <a:gd name="connsiteX62-12863" fmla="*/ 6952 w 10000"/>
              <a:gd name="connsiteY62-12864" fmla="*/ 8496 h 9511"/>
              <a:gd name="connsiteX0-12865" fmla="*/ 6952 w 10000"/>
              <a:gd name="connsiteY0-12866" fmla="*/ 8933 h 10000"/>
              <a:gd name="connsiteX1-12867" fmla="*/ 6153 w 10000"/>
              <a:gd name="connsiteY1-12868" fmla="*/ 8360 h 10000"/>
              <a:gd name="connsiteX2-12869" fmla="*/ 4999 w 10000"/>
              <a:gd name="connsiteY2-12870" fmla="*/ 7855 h 10000"/>
              <a:gd name="connsiteX3-12871" fmla="*/ 3893 w 10000"/>
              <a:gd name="connsiteY3-12872" fmla="*/ 7047 h 10000"/>
              <a:gd name="connsiteX4-12873" fmla="*/ 2791 w 10000"/>
              <a:gd name="connsiteY4-12874" fmla="*/ 6223 h 10000"/>
              <a:gd name="connsiteX5-12875" fmla="*/ 2259 w 10000"/>
              <a:gd name="connsiteY5-12876" fmla="*/ 5667 h 10000"/>
              <a:gd name="connsiteX6-12877" fmla="*/ 1685 w 10000"/>
              <a:gd name="connsiteY6-12878" fmla="*/ 5157 h 10000"/>
              <a:gd name="connsiteX7-12879" fmla="*/ 1107 w 10000"/>
              <a:gd name="connsiteY7-12880" fmla="*/ 4594 h 10000"/>
              <a:gd name="connsiteX8-12881" fmla="*/ 578 w 10000"/>
              <a:gd name="connsiteY8-12882" fmla="*/ 4086 h 10000"/>
              <a:gd name="connsiteX9-12883" fmla="*/ 0 w 10000"/>
              <a:gd name="connsiteY9-12884" fmla="*/ 3269 h 10000"/>
              <a:gd name="connsiteX10-12885" fmla="*/ 1952 w 10000"/>
              <a:gd name="connsiteY10-12886" fmla="*/ 1888 h 10000"/>
              <a:gd name="connsiteX11-12887" fmla="*/ 2791 w 10000"/>
              <a:gd name="connsiteY11-12888" fmla="*/ 2448 h 10000"/>
              <a:gd name="connsiteX12-12889" fmla="*/ 3369 w 10000"/>
              <a:gd name="connsiteY12-12890" fmla="*/ 2960 h 10000"/>
              <a:gd name="connsiteX13-12891" fmla="*/ 3893 w 10000"/>
              <a:gd name="connsiteY13-12892" fmla="*/ 3515 h 10000"/>
              <a:gd name="connsiteX14-12893" fmla="*/ 4476 w 10000"/>
              <a:gd name="connsiteY14-12894" fmla="*/ 4086 h 10000"/>
              <a:gd name="connsiteX15-12895" fmla="*/ 4999 w 10000"/>
              <a:gd name="connsiteY15-12896" fmla="*/ 4338 h 10000"/>
              <a:gd name="connsiteX16-12897" fmla="*/ 5578 w 10000"/>
              <a:gd name="connsiteY16-12898" fmla="*/ 4854 h 10000"/>
              <a:gd name="connsiteX17-12899" fmla="*/ 5843 w 10000"/>
              <a:gd name="connsiteY17-12900" fmla="*/ 5157 h 10000"/>
              <a:gd name="connsiteX18-12901" fmla="*/ 6153 w 10000"/>
              <a:gd name="connsiteY18-12902" fmla="*/ 5157 h 10000"/>
              <a:gd name="connsiteX19-12903" fmla="*/ 6421 w 10000"/>
              <a:gd name="connsiteY19-12904" fmla="*/ 5408 h 10000"/>
              <a:gd name="connsiteX20-12905" fmla="*/ 6687 w 10000"/>
              <a:gd name="connsiteY20-12906" fmla="*/ 5408 h 10000"/>
              <a:gd name="connsiteX21-12907" fmla="*/ 6687 w 10000"/>
              <a:gd name="connsiteY21-12908" fmla="*/ 5408 h 10000"/>
              <a:gd name="connsiteX22-12909" fmla="*/ 6952 w 10000"/>
              <a:gd name="connsiteY22-12910" fmla="*/ 5157 h 10000"/>
              <a:gd name="connsiteX23-12911" fmla="*/ 6952 w 10000"/>
              <a:gd name="connsiteY23-12912" fmla="*/ 4854 h 10000"/>
              <a:gd name="connsiteX24-12913" fmla="*/ 7265 w 10000"/>
              <a:gd name="connsiteY24-12914" fmla="*/ 4594 h 10000"/>
              <a:gd name="connsiteX25-12915" fmla="*/ 7265 w 10000"/>
              <a:gd name="connsiteY25-12916" fmla="*/ 4338 h 10000"/>
              <a:gd name="connsiteX26-12917" fmla="*/ 7525 w 10000"/>
              <a:gd name="connsiteY26-12918" fmla="*/ 3772 h 10000"/>
              <a:gd name="connsiteX27-12919" fmla="*/ 7525 w 10000"/>
              <a:gd name="connsiteY27-12920" fmla="*/ 3269 h 10000"/>
              <a:gd name="connsiteX28-12921" fmla="*/ 7787 w 10000"/>
              <a:gd name="connsiteY28-12922" fmla="*/ 2704 h 10000"/>
              <a:gd name="connsiteX29-12923" fmla="*/ 7787 w 10000"/>
              <a:gd name="connsiteY29-12924" fmla="*/ 1888 h 10000"/>
              <a:gd name="connsiteX30-12925" fmla="*/ 8049 w 10000"/>
              <a:gd name="connsiteY30-12926" fmla="*/ 1378 h 10000"/>
              <a:gd name="connsiteX31-12927" fmla="*/ 8049 w 10000"/>
              <a:gd name="connsiteY31-12928" fmla="*/ 1066 h 10000"/>
              <a:gd name="connsiteX32-12929" fmla="*/ 8366 w 10000"/>
              <a:gd name="connsiteY32-12930" fmla="*/ 554 h 10000"/>
              <a:gd name="connsiteX33-12931" fmla="*/ 8366 w 10000"/>
              <a:gd name="connsiteY33-12932" fmla="*/ 253 h 10000"/>
              <a:gd name="connsiteX34-12933" fmla="*/ 8637 w 10000"/>
              <a:gd name="connsiteY34-12934" fmla="*/ 0 h 10000"/>
              <a:gd name="connsiteX35-12935" fmla="*/ 8637 w 10000"/>
              <a:gd name="connsiteY35-12936" fmla="*/ 0 h 10000"/>
              <a:gd name="connsiteX36-12937" fmla="*/ 8637 w 10000"/>
              <a:gd name="connsiteY36-12938" fmla="*/ 0 h 10000"/>
              <a:gd name="connsiteX37-12939" fmla="*/ 8637 w 10000"/>
              <a:gd name="connsiteY37-12940" fmla="*/ 0 h 10000"/>
              <a:gd name="connsiteX38-12941" fmla="*/ 8897 w 10000"/>
              <a:gd name="connsiteY38-12942" fmla="*/ 0 h 10000"/>
              <a:gd name="connsiteX39-12943" fmla="*/ 8897 w 10000"/>
              <a:gd name="connsiteY39-12944" fmla="*/ 253 h 10000"/>
              <a:gd name="connsiteX40-12945" fmla="*/ 8897 w 10000"/>
              <a:gd name="connsiteY40-12946" fmla="*/ 554 h 10000"/>
              <a:gd name="connsiteX41-12947" fmla="*/ 8897 w 10000"/>
              <a:gd name="connsiteY41-12948" fmla="*/ 1066 h 10000"/>
              <a:gd name="connsiteX42-12949" fmla="*/ 9216 w 10000"/>
              <a:gd name="connsiteY42-12950" fmla="*/ 1378 h 10000"/>
              <a:gd name="connsiteX43-12951" fmla="*/ 9216 w 10000"/>
              <a:gd name="connsiteY43-12952" fmla="*/ 1888 h 10000"/>
              <a:gd name="connsiteX44-12953" fmla="*/ 9216 w 10000"/>
              <a:gd name="connsiteY44-12954" fmla="*/ 2704 h 10000"/>
              <a:gd name="connsiteX45-12955" fmla="*/ 9216 w 10000"/>
              <a:gd name="connsiteY45-12956" fmla="*/ 3772 h 10000"/>
              <a:gd name="connsiteX46-12957" fmla="*/ 9475 w 10000"/>
              <a:gd name="connsiteY46-12958" fmla="*/ 5157 h 10000"/>
              <a:gd name="connsiteX47-12959" fmla="*/ 9739 w 10000"/>
              <a:gd name="connsiteY47-12960" fmla="*/ 6223 h 10000"/>
              <a:gd name="connsiteX48-12961" fmla="*/ 10000 w 10000"/>
              <a:gd name="connsiteY48-12962" fmla="*/ 7549 h 10000"/>
              <a:gd name="connsiteX49-12963" fmla="*/ 10000 w 10000"/>
              <a:gd name="connsiteY49-12964" fmla="*/ 7855 h 10000"/>
              <a:gd name="connsiteX50-12965" fmla="*/ 10000 w 10000"/>
              <a:gd name="connsiteY50-12966" fmla="*/ 8360 h 10000"/>
              <a:gd name="connsiteX51-12967" fmla="*/ 10000 w 10000"/>
              <a:gd name="connsiteY51-12968" fmla="*/ 8933 h 10000"/>
              <a:gd name="connsiteX52-12969" fmla="*/ 10000 w 10000"/>
              <a:gd name="connsiteY52-12970" fmla="*/ 9184 h 10000"/>
              <a:gd name="connsiteX53-12971" fmla="*/ 10000 w 10000"/>
              <a:gd name="connsiteY53-12972" fmla="*/ 9445 h 10000"/>
              <a:gd name="connsiteX54-12973" fmla="*/ 10000 w 10000"/>
              <a:gd name="connsiteY54-12974" fmla="*/ 9741 h 10000"/>
              <a:gd name="connsiteX55-12975" fmla="*/ 10000 w 10000"/>
              <a:gd name="connsiteY55-12976" fmla="*/ 9741 h 10000"/>
              <a:gd name="connsiteX56-12977" fmla="*/ 10000 w 10000"/>
              <a:gd name="connsiteY56-12978" fmla="*/ 10000 h 10000"/>
              <a:gd name="connsiteX57-12979" fmla="*/ 9475 w 10000"/>
              <a:gd name="connsiteY57-12980" fmla="*/ 9741 h 10000"/>
              <a:gd name="connsiteX58-12981" fmla="*/ 8897 w 10000"/>
              <a:gd name="connsiteY58-12982" fmla="*/ 9741 h 10000"/>
              <a:gd name="connsiteX59-12983" fmla="*/ 8049 w 10000"/>
              <a:gd name="connsiteY59-12984" fmla="*/ 9445 h 10000"/>
              <a:gd name="connsiteX60-12985" fmla="*/ 6952 w 10000"/>
              <a:gd name="connsiteY60-12986" fmla="*/ 8933 h 10000"/>
              <a:gd name="connsiteX61-12987" fmla="*/ 6952 w 10000"/>
              <a:gd name="connsiteY61-12988" fmla="*/ 8933 h 10000"/>
              <a:gd name="connsiteX0-12989" fmla="*/ 6952 w 10000"/>
              <a:gd name="connsiteY0-12990" fmla="*/ 8933 h 10000"/>
              <a:gd name="connsiteX1-12991" fmla="*/ 6153 w 10000"/>
              <a:gd name="connsiteY1-12992" fmla="*/ 8360 h 10000"/>
              <a:gd name="connsiteX2-12993" fmla="*/ 4999 w 10000"/>
              <a:gd name="connsiteY2-12994" fmla="*/ 7855 h 10000"/>
              <a:gd name="connsiteX3-12995" fmla="*/ 3893 w 10000"/>
              <a:gd name="connsiteY3-12996" fmla="*/ 7047 h 10000"/>
              <a:gd name="connsiteX4-12997" fmla="*/ 2791 w 10000"/>
              <a:gd name="connsiteY4-12998" fmla="*/ 6223 h 10000"/>
              <a:gd name="connsiteX5-12999" fmla="*/ 2259 w 10000"/>
              <a:gd name="connsiteY5-13000" fmla="*/ 5667 h 10000"/>
              <a:gd name="connsiteX6-13001" fmla="*/ 1685 w 10000"/>
              <a:gd name="connsiteY6-13002" fmla="*/ 5157 h 10000"/>
              <a:gd name="connsiteX7-13003" fmla="*/ 1107 w 10000"/>
              <a:gd name="connsiteY7-13004" fmla="*/ 4594 h 10000"/>
              <a:gd name="connsiteX8-13005" fmla="*/ 578 w 10000"/>
              <a:gd name="connsiteY8-13006" fmla="*/ 4086 h 10000"/>
              <a:gd name="connsiteX9-13007" fmla="*/ 0 w 10000"/>
              <a:gd name="connsiteY9-13008" fmla="*/ 3269 h 10000"/>
              <a:gd name="connsiteX10-13009" fmla="*/ 2791 w 10000"/>
              <a:gd name="connsiteY10-13010" fmla="*/ 2448 h 10000"/>
              <a:gd name="connsiteX11-13011" fmla="*/ 3369 w 10000"/>
              <a:gd name="connsiteY11-13012" fmla="*/ 2960 h 10000"/>
              <a:gd name="connsiteX12-13013" fmla="*/ 3893 w 10000"/>
              <a:gd name="connsiteY12-13014" fmla="*/ 3515 h 10000"/>
              <a:gd name="connsiteX13-13015" fmla="*/ 4476 w 10000"/>
              <a:gd name="connsiteY13-13016" fmla="*/ 4086 h 10000"/>
              <a:gd name="connsiteX14-13017" fmla="*/ 4999 w 10000"/>
              <a:gd name="connsiteY14-13018" fmla="*/ 4338 h 10000"/>
              <a:gd name="connsiteX15-13019" fmla="*/ 5578 w 10000"/>
              <a:gd name="connsiteY15-13020" fmla="*/ 4854 h 10000"/>
              <a:gd name="connsiteX16-13021" fmla="*/ 5843 w 10000"/>
              <a:gd name="connsiteY16-13022" fmla="*/ 5157 h 10000"/>
              <a:gd name="connsiteX17-13023" fmla="*/ 6153 w 10000"/>
              <a:gd name="connsiteY17-13024" fmla="*/ 5157 h 10000"/>
              <a:gd name="connsiteX18-13025" fmla="*/ 6421 w 10000"/>
              <a:gd name="connsiteY18-13026" fmla="*/ 5408 h 10000"/>
              <a:gd name="connsiteX19-13027" fmla="*/ 6687 w 10000"/>
              <a:gd name="connsiteY19-13028" fmla="*/ 5408 h 10000"/>
              <a:gd name="connsiteX20-13029" fmla="*/ 6687 w 10000"/>
              <a:gd name="connsiteY20-13030" fmla="*/ 5408 h 10000"/>
              <a:gd name="connsiteX21-13031" fmla="*/ 6952 w 10000"/>
              <a:gd name="connsiteY21-13032" fmla="*/ 5157 h 10000"/>
              <a:gd name="connsiteX22-13033" fmla="*/ 6952 w 10000"/>
              <a:gd name="connsiteY22-13034" fmla="*/ 4854 h 10000"/>
              <a:gd name="connsiteX23-13035" fmla="*/ 7265 w 10000"/>
              <a:gd name="connsiteY23-13036" fmla="*/ 4594 h 10000"/>
              <a:gd name="connsiteX24-13037" fmla="*/ 7265 w 10000"/>
              <a:gd name="connsiteY24-13038" fmla="*/ 4338 h 10000"/>
              <a:gd name="connsiteX25-13039" fmla="*/ 7525 w 10000"/>
              <a:gd name="connsiteY25-13040" fmla="*/ 3772 h 10000"/>
              <a:gd name="connsiteX26-13041" fmla="*/ 7525 w 10000"/>
              <a:gd name="connsiteY26-13042" fmla="*/ 3269 h 10000"/>
              <a:gd name="connsiteX27-13043" fmla="*/ 7787 w 10000"/>
              <a:gd name="connsiteY27-13044" fmla="*/ 2704 h 10000"/>
              <a:gd name="connsiteX28-13045" fmla="*/ 7787 w 10000"/>
              <a:gd name="connsiteY28-13046" fmla="*/ 1888 h 10000"/>
              <a:gd name="connsiteX29-13047" fmla="*/ 8049 w 10000"/>
              <a:gd name="connsiteY29-13048" fmla="*/ 1378 h 10000"/>
              <a:gd name="connsiteX30-13049" fmla="*/ 8049 w 10000"/>
              <a:gd name="connsiteY30-13050" fmla="*/ 1066 h 10000"/>
              <a:gd name="connsiteX31-13051" fmla="*/ 8366 w 10000"/>
              <a:gd name="connsiteY31-13052" fmla="*/ 554 h 10000"/>
              <a:gd name="connsiteX32-13053" fmla="*/ 8366 w 10000"/>
              <a:gd name="connsiteY32-13054" fmla="*/ 253 h 10000"/>
              <a:gd name="connsiteX33-13055" fmla="*/ 8637 w 10000"/>
              <a:gd name="connsiteY33-13056" fmla="*/ 0 h 10000"/>
              <a:gd name="connsiteX34-13057" fmla="*/ 8637 w 10000"/>
              <a:gd name="connsiteY34-13058" fmla="*/ 0 h 10000"/>
              <a:gd name="connsiteX35-13059" fmla="*/ 8637 w 10000"/>
              <a:gd name="connsiteY35-13060" fmla="*/ 0 h 10000"/>
              <a:gd name="connsiteX36-13061" fmla="*/ 8637 w 10000"/>
              <a:gd name="connsiteY36-13062" fmla="*/ 0 h 10000"/>
              <a:gd name="connsiteX37-13063" fmla="*/ 8897 w 10000"/>
              <a:gd name="connsiteY37-13064" fmla="*/ 0 h 10000"/>
              <a:gd name="connsiteX38-13065" fmla="*/ 8897 w 10000"/>
              <a:gd name="connsiteY38-13066" fmla="*/ 253 h 10000"/>
              <a:gd name="connsiteX39-13067" fmla="*/ 8897 w 10000"/>
              <a:gd name="connsiteY39-13068" fmla="*/ 554 h 10000"/>
              <a:gd name="connsiteX40-13069" fmla="*/ 8897 w 10000"/>
              <a:gd name="connsiteY40-13070" fmla="*/ 1066 h 10000"/>
              <a:gd name="connsiteX41-13071" fmla="*/ 9216 w 10000"/>
              <a:gd name="connsiteY41-13072" fmla="*/ 1378 h 10000"/>
              <a:gd name="connsiteX42-13073" fmla="*/ 9216 w 10000"/>
              <a:gd name="connsiteY42-13074" fmla="*/ 1888 h 10000"/>
              <a:gd name="connsiteX43-13075" fmla="*/ 9216 w 10000"/>
              <a:gd name="connsiteY43-13076" fmla="*/ 2704 h 10000"/>
              <a:gd name="connsiteX44-13077" fmla="*/ 9216 w 10000"/>
              <a:gd name="connsiteY44-13078" fmla="*/ 3772 h 10000"/>
              <a:gd name="connsiteX45-13079" fmla="*/ 9475 w 10000"/>
              <a:gd name="connsiteY45-13080" fmla="*/ 5157 h 10000"/>
              <a:gd name="connsiteX46-13081" fmla="*/ 9739 w 10000"/>
              <a:gd name="connsiteY46-13082" fmla="*/ 6223 h 10000"/>
              <a:gd name="connsiteX47-13083" fmla="*/ 10000 w 10000"/>
              <a:gd name="connsiteY47-13084" fmla="*/ 7549 h 10000"/>
              <a:gd name="connsiteX48-13085" fmla="*/ 10000 w 10000"/>
              <a:gd name="connsiteY48-13086" fmla="*/ 7855 h 10000"/>
              <a:gd name="connsiteX49-13087" fmla="*/ 10000 w 10000"/>
              <a:gd name="connsiteY49-13088" fmla="*/ 8360 h 10000"/>
              <a:gd name="connsiteX50-13089" fmla="*/ 10000 w 10000"/>
              <a:gd name="connsiteY50-13090" fmla="*/ 8933 h 10000"/>
              <a:gd name="connsiteX51-13091" fmla="*/ 10000 w 10000"/>
              <a:gd name="connsiteY51-13092" fmla="*/ 9184 h 10000"/>
              <a:gd name="connsiteX52-13093" fmla="*/ 10000 w 10000"/>
              <a:gd name="connsiteY52-13094" fmla="*/ 9445 h 10000"/>
              <a:gd name="connsiteX53-13095" fmla="*/ 10000 w 10000"/>
              <a:gd name="connsiteY53-13096" fmla="*/ 9741 h 10000"/>
              <a:gd name="connsiteX54-13097" fmla="*/ 10000 w 10000"/>
              <a:gd name="connsiteY54-13098" fmla="*/ 9741 h 10000"/>
              <a:gd name="connsiteX55-13099" fmla="*/ 10000 w 10000"/>
              <a:gd name="connsiteY55-13100" fmla="*/ 10000 h 10000"/>
              <a:gd name="connsiteX56-13101" fmla="*/ 9475 w 10000"/>
              <a:gd name="connsiteY56-13102" fmla="*/ 9741 h 10000"/>
              <a:gd name="connsiteX57-13103" fmla="*/ 8897 w 10000"/>
              <a:gd name="connsiteY57-13104" fmla="*/ 9741 h 10000"/>
              <a:gd name="connsiteX58-13105" fmla="*/ 8049 w 10000"/>
              <a:gd name="connsiteY58-13106" fmla="*/ 9445 h 10000"/>
              <a:gd name="connsiteX59-13107" fmla="*/ 6952 w 10000"/>
              <a:gd name="connsiteY59-13108" fmla="*/ 8933 h 10000"/>
              <a:gd name="connsiteX60-13109" fmla="*/ 6952 w 10000"/>
              <a:gd name="connsiteY60-13110" fmla="*/ 8933 h 10000"/>
              <a:gd name="connsiteX0-13111" fmla="*/ 6952 w 10000"/>
              <a:gd name="connsiteY0-13112" fmla="*/ 8933 h 10000"/>
              <a:gd name="connsiteX1-13113" fmla="*/ 6153 w 10000"/>
              <a:gd name="connsiteY1-13114" fmla="*/ 8360 h 10000"/>
              <a:gd name="connsiteX2-13115" fmla="*/ 4999 w 10000"/>
              <a:gd name="connsiteY2-13116" fmla="*/ 7855 h 10000"/>
              <a:gd name="connsiteX3-13117" fmla="*/ 3893 w 10000"/>
              <a:gd name="connsiteY3-13118" fmla="*/ 7047 h 10000"/>
              <a:gd name="connsiteX4-13119" fmla="*/ 2791 w 10000"/>
              <a:gd name="connsiteY4-13120" fmla="*/ 6223 h 10000"/>
              <a:gd name="connsiteX5-13121" fmla="*/ 2259 w 10000"/>
              <a:gd name="connsiteY5-13122" fmla="*/ 5667 h 10000"/>
              <a:gd name="connsiteX6-13123" fmla="*/ 1685 w 10000"/>
              <a:gd name="connsiteY6-13124" fmla="*/ 5157 h 10000"/>
              <a:gd name="connsiteX7-13125" fmla="*/ 1107 w 10000"/>
              <a:gd name="connsiteY7-13126" fmla="*/ 4594 h 10000"/>
              <a:gd name="connsiteX8-13127" fmla="*/ 578 w 10000"/>
              <a:gd name="connsiteY8-13128" fmla="*/ 4086 h 10000"/>
              <a:gd name="connsiteX9-13129" fmla="*/ 0 w 10000"/>
              <a:gd name="connsiteY9-13130" fmla="*/ 3269 h 10000"/>
              <a:gd name="connsiteX10-13131" fmla="*/ 3369 w 10000"/>
              <a:gd name="connsiteY10-13132" fmla="*/ 2960 h 10000"/>
              <a:gd name="connsiteX11-13133" fmla="*/ 3893 w 10000"/>
              <a:gd name="connsiteY11-13134" fmla="*/ 3515 h 10000"/>
              <a:gd name="connsiteX12-13135" fmla="*/ 4476 w 10000"/>
              <a:gd name="connsiteY12-13136" fmla="*/ 4086 h 10000"/>
              <a:gd name="connsiteX13-13137" fmla="*/ 4999 w 10000"/>
              <a:gd name="connsiteY13-13138" fmla="*/ 4338 h 10000"/>
              <a:gd name="connsiteX14-13139" fmla="*/ 5578 w 10000"/>
              <a:gd name="connsiteY14-13140" fmla="*/ 4854 h 10000"/>
              <a:gd name="connsiteX15-13141" fmla="*/ 5843 w 10000"/>
              <a:gd name="connsiteY15-13142" fmla="*/ 5157 h 10000"/>
              <a:gd name="connsiteX16-13143" fmla="*/ 6153 w 10000"/>
              <a:gd name="connsiteY16-13144" fmla="*/ 5157 h 10000"/>
              <a:gd name="connsiteX17-13145" fmla="*/ 6421 w 10000"/>
              <a:gd name="connsiteY17-13146" fmla="*/ 5408 h 10000"/>
              <a:gd name="connsiteX18-13147" fmla="*/ 6687 w 10000"/>
              <a:gd name="connsiteY18-13148" fmla="*/ 5408 h 10000"/>
              <a:gd name="connsiteX19-13149" fmla="*/ 6687 w 10000"/>
              <a:gd name="connsiteY19-13150" fmla="*/ 5408 h 10000"/>
              <a:gd name="connsiteX20-13151" fmla="*/ 6952 w 10000"/>
              <a:gd name="connsiteY20-13152" fmla="*/ 5157 h 10000"/>
              <a:gd name="connsiteX21-13153" fmla="*/ 6952 w 10000"/>
              <a:gd name="connsiteY21-13154" fmla="*/ 4854 h 10000"/>
              <a:gd name="connsiteX22-13155" fmla="*/ 7265 w 10000"/>
              <a:gd name="connsiteY22-13156" fmla="*/ 4594 h 10000"/>
              <a:gd name="connsiteX23-13157" fmla="*/ 7265 w 10000"/>
              <a:gd name="connsiteY23-13158" fmla="*/ 4338 h 10000"/>
              <a:gd name="connsiteX24-13159" fmla="*/ 7525 w 10000"/>
              <a:gd name="connsiteY24-13160" fmla="*/ 3772 h 10000"/>
              <a:gd name="connsiteX25-13161" fmla="*/ 7525 w 10000"/>
              <a:gd name="connsiteY25-13162" fmla="*/ 3269 h 10000"/>
              <a:gd name="connsiteX26-13163" fmla="*/ 7787 w 10000"/>
              <a:gd name="connsiteY26-13164" fmla="*/ 2704 h 10000"/>
              <a:gd name="connsiteX27-13165" fmla="*/ 7787 w 10000"/>
              <a:gd name="connsiteY27-13166" fmla="*/ 1888 h 10000"/>
              <a:gd name="connsiteX28-13167" fmla="*/ 8049 w 10000"/>
              <a:gd name="connsiteY28-13168" fmla="*/ 1378 h 10000"/>
              <a:gd name="connsiteX29-13169" fmla="*/ 8049 w 10000"/>
              <a:gd name="connsiteY29-13170" fmla="*/ 1066 h 10000"/>
              <a:gd name="connsiteX30-13171" fmla="*/ 8366 w 10000"/>
              <a:gd name="connsiteY30-13172" fmla="*/ 554 h 10000"/>
              <a:gd name="connsiteX31-13173" fmla="*/ 8366 w 10000"/>
              <a:gd name="connsiteY31-13174" fmla="*/ 253 h 10000"/>
              <a:gd name="connsiteX32-13175" fmla="*/ 8637 w 10000"/>
              <a:gd name="connsiteY32-13176" fmla="*/ 0 h 10000"/>
              <a:gd name="connsiteX33-13177" fmla="*/ 8637 w 10000"/>
              <a:gd name="connsiteY33-13178" fmla="*/ 0 h 10000"/>
              <a:gd name="connsiteX34-13179" fmla="*/ 8637 w 10000"/>
              <a:gd name="connsiteY34-13180" fmla="*/ 0 h 10000"/>
              <a:gd name="connsiteX35-13181" fmla="*/ 8637 w 10000"/>
              <a:gd name="connsiteY35-13182" fmla="*/ 0 h 10000"/>
              <a:gd name="connsiteX36-13183" fmla="*/ 8897 w 10000"/>
              <a:gd name="connsiteY36-13184" fmla="*/ 0 h 10000"/>
              <a:gd name="connsiteX37-13185" fmla="*/ 8897 w 10000"/>
              <a:gd name="connsiteY37-13186" fmla="*/ 253 h 10000"/>
              <a:gd name="connsiteX38-13187" fmla="*/ 8897 w 10000"/>
              <a:gd name="connsiteY38-13188" fmla="*/ 554 h 10000"/>
              <a:gd name="connsiteX39-13189" fmla="*/ 8897 w 10000"/>
              <a:gd name="connsiteY39-13190" fmla="*/ 1066 h 10000"/>
              <a:gd name="connsiteX40-13191" fmla="*/ 9216 w 10000"/>
              <a:gd name="connsiteY40-13192" fmla="*/ 1378 h 10000"/>
              <a:gd name="connsiteX41-13193" fmla="*/ 9216 w 10000"/>
              <a:gd name="connsiteY41-13194" fmla="*/ 1888 h 10000"/>
              <a:gd name="connsiteX42-13195" fmla="*/ 9216 w 10000"/>
              <a:gd name="connsiteY42-13196" fmla="*/ 2704 h 10000"/>
              <a:gd name="connsiteX43-13197" fmla="*/ 9216 w 10000"/>
              <a:gd name="connsiteY43-13198" fmla="*/ 3772 h 10000"/>
              <a:gd name="connsiteX44-13199" fmla="*/ 9475 w 10000"/>
              <a:gd name="connsiteY44-13200" fmla="*/ 5157 h 10000"/>
              <a:gd name="connsiteX45-13201" fmla="*/ 9739 w 10000"/>
              <a:gd name="connsiteY45-13202" fmla="*/ 6223 h 10000"/>
              <a:gd name="connsiteX46-13203" fmla="*/ 10000 w 10000"/>
              <a:gd name="connsiteY46-13204" fmla="*/ 7549 h 10000"/>
              <a:gd name="connsiteX47-13205" fmla="*/ 10000 w 10000"/>
              <a:gd name="connsiteY47-13206" fmla="*/ 7855 h 10000"/>
              <a:gd name="connsiteX48-13207" fmla="*/ 10000 w 10000"/>
              <a:gd name="connsiteY48-13208" fmla="*/ 8360 h 10000"/>
              <a:gd name="connsiteX49-13209" fmla="*/ 10000 w 10000"/>
              <a:gd name="connsiteY49-13210" fmla="*/ 8933 h 10000"/>
              <a:gd name="connsiteX50-13211" fmla="*/ 10000 w 10000"/>
              <a:gd name="connsiteY50-13212" fmla="*/ 9184 h 10000"/>
              <a:gd name="connsiteX51-13213" fmla="*/ 10000 w 10000"/>
              <a:gd name="connsiteY51-13214" fmla="*/ 9445 h 10000"/>
              <a:gd name="connsiteX52-13215" fmla="*/ 10000 w 10000"/>
              <a:gd name="connsiteY52-13216" fmla="*/ 9741 h 10000"/>
              <a:gd name="connsiteX53-13217" fmla="*/ 10000 w 10000"/>
              <a:gd name="connsiteY53-13218" fmla="*/ 9741 h 10000"/>
              <a:gd name="connsiteX54-13219" fmla="*/ 10000 w 10000"/>
              <a:gd name="connsiteY54-13220" fmla="*/ 10000 h 10000"/>
              <a:gd name="connsiteX55-13221" fmla="*/ 9475 w 10000"/>
              <a:gd name="connsiteY55-13222" fmla="*/ 9741 h 10000"/>
              <a:gd name="connsiteX56-13223" fmla="*/ 8897 w 10000"/>
              <a:gd name="connsiteY56-13224" fmla="*/ 9741 h 10000"/>
              <a:gd name="connsiteX57-13225" fmla="*/ 8049 w 10000"/>
              <a:gd name="connsiteY57-13226" fmla="*/ 9445 h 10000"/>
              <a:gd name="connsiteX58-13227" fmla="*/ 6952 w 10000"/>
              <a:gd name="connsiteY58-13228" fmla="*/ 8933 h 10000"/>
              <a:gd name="connsiteX59-13229" fmla="*/ 6952 w 10000"/>
              <a:gd name="connsiteY59-13230" fmla="*/ 8933 h 10000"/>
              <a:gd name="connsiteX0-13231" fmla="*/ 6952 w 10000"/>
              <a:gd name="connsiteY0-13232" fmla="*/ 8933 h 10000"/>
              <a:gd name="connsiteX1-13233" fmla="*/ 6153 w 10000"/>
              <a:gd name="connsiteY1-13234" fmla="*/ 8360 h 10000"/>
              <a:gd name="connsiteX2-13235" fmla="*/ 4999 w 10000"/>
              <a:gd name="connsiteY2-13236" fmla="*/ 7855 h 10000"/>
              <a:gd name="connsiteX3-13237" fmla="*/ 3893 w 10000"/>
              <a:gd name="connsiteY3-13238" fmla="*/ 7047 h 10000"/>
              <a:gd name="connsiteX4-13239" fmla="*/ 2791 w 10000"/>
              <a:gd name="connsiteY4-13240" fmla="*/ 6223 h 10000"/>
              <a:gd name="connsiteX5-13241" fmla="*/ 2259 w 10000"/>
              <a:gd name="connsiteY5-13242" fmla="*/ 5667 h 10000"/>
              <a:gd name="connsiteX6-13243" fmla="*/ 1685 w 10000"/>
              <a:gd name="connsiteY6-13244" fmla="*/ 5157 h 10000"/>
              <a:gd name="connsiteX7-13245" fmla="*/ 1107 w 10000"/>
              <a:gd name="connsiteY7-13246" fmla="*/ 4594 h 10000"/>
              <a:gd name="connsiteX8-13247" fmla="*/ 578 w 10000"/>
              <a:gd name="connsiteY8-13248" fmla="*/ 4086 h 10000"/>
              <a:gd name="connsiteX9-13249" fmla="*/ 0 w 10000"/>
              <a:gd name="connsiteY9-13250" fmla="*/ 3269 h 10000"/>
              <a:gd name="connsiteX10-13251" fmla="*/ 3893 w 10000"/>
              <a:gd name="connsiteY10-13252" fmla="*/ 3515 h 10000"/>
              <a:gd name="connsiteX11-13253" fmla="*/ 4476 w 10000"/>
              <a:gd name="connsiteY11-13254" fmla="*/ 4086 h 10000"/>
              <a:gd name="connsiteX12-13255" fmla="*/ 4999 w 10000"/>
              <a:gd name="connsiteY12-13256" fmla="*/ 4338 h 10000"/>
              <a:gd name="connsiteX13-13257" fmla="*/ 5578 w 10000"/>
              <a:gd name="connsiteY13-13258" fmla="*/ 4854 h 10000"/>
              <a:gd name="connsiteX14-13259" fmla="*/ 5843 w 10000"/>
              <a:gd name="connsiteY14-13260" fmla="*/ 5157 h 10000"/>
              <a:gd name="connsiteX15-13261" fmla="*/ 6153 w 10000"/>
              <a:gd name="connsiteY15-13262" fmla="*/ 5157 h 10000"/>
              <a:gd name="connsiteX16-13263" fmla="*/ 6421 w 10000"/>
              <a:gd name="connsiteY16-13264" fmla="*/ 5408 h 10000"/>
              <a:gd name="connsiteX17-13265" fmla="*/ 6687 w 10000"/>
              <a:gd name="connsiteY17-13266" fmla="*/ 5408 h 10000"/>
              <a:gd name="connsiteX18-13267" fmla="*/ 6687 w 10000"/>
              <a:gd name="connsiteY18-13268" fmla="*/ 5408 h 10000"/>
              <a:gd name="connsiteX19-13269" fmla="*/ 6952 w 10000"/>
              <a:gd name="connsiteY19-13270" fmla="*/ 5157 h 10000"/>
              <a:gd name="connsiteX20-13271" fmla="*/ 6952 w 10000"/>
              <a:gd name="connsiteY20-13272" fmla="*/ 4854 h 10000"/>
              <a:gd name="connsiteX21-13273" fmla="*/ 7265 w 10000"/>
              <a:gd name="connsiteY21-13274" fmla="*/ 4594 h 10000"/>
              <a:gd name="connsiteX22-13275" fmla="*/ 7265 w 10000"/>
              <a:gd name="connsiteY22-13276" fmla="*/ 4338 h 10000"/>
              <a:gd name="connsiteX23-13277" fmla="*/ 7525 w 10000"/>
              <a:gd name="connsiteY23-13278" fmla="*/ 3772 h 10000"/>
              <a:gd name="connsiteX24-13279" fmla="*/ 7525 w 10000"/>
              <a:gd name="connsiteY24-13280" fmla="*/ 3269 h 10000"/>
              <a:gd name="connsiteX25-13281" fmla="*/ 7787 w 10000"/>
              <a:gd name="connsiteY25-13282" fmla="*/ 2704 h 10000"/>
              <a:gd name="connsiteX26-13283" fmla="*/ 7787 w 10000"/>
              <a:gd name="connsiteY26-13284" fmla="*/ 1888 h 10000"/>
              <a:gd name="connsiteX27-13285" fmla="*/ 8049 w 10000"/>
              <a:gd name="connsiteY27-13286" fmla="*/ 1378 h 10000"/>
              <a:gd name="connsiteX28-13287" fmla="*/ 8049 w 10000"/>
              <a:gd name="connsiteY28-13288" fmla="*/ 1066 h 10000"/>
              <a:gd name="connsiteX29-13289" fmla="*/ 8366 w 10000"/>
              <a:gd name="connsiteY29-13290" fmla="*/ 554 h 10000"/>
              <a:gd name="connsiteX30-13291" fmla="*/ 8366 w 10000"/>
              <a:gd name="connsiteY30-13292" fmla="*/ 253 h 10000"/>
              <a:gd name="connsiteX31-13293" fmla="*/ 8637 w 10000"/>
              <a:gd name="connsiteY31-13294" fmla="*/ 0 h 10000"/>
              <a:gd name="connsiteX32-13295" fmla="*/ 8637 w 10000"/>
              <a:gd name="connsiteY32-13296" fmla="*/ 0 h 10000"/>
              <a:gd name="connsiteX33-13297" fmla="*/ 8637 w 10000"/>
              <a:gd name="connsiteY33-13298" fmla="*/ 0 h 10000"/>
              <a:gd name="connsiteX34-13299" fmla="*/ 8637 w 10000"/>
              <a:gd name="connsiteY34-13300" fmla="*/ 0 h 10000"/>
              <a:gd name="connsiteX35-13301" fmla="*/ 8897 w 10000"/>
              <a:gd name="connsiteY35-13302" fmla="*/ 0 h 10000"/>
              <a:gd name="connsiteX36-13303" fmla="*/ 8897 w 10000"/>
              <a:gd name="connsiteY36-13304" fmla="*/ 253 h 10000"/>
              <a:gd name="connsiteX37-13305" fmla="*/ 8897 w 10000"/>
              <a:gd name="connsiteY37-13306" fmla="*/ 554 h 10000"/>
              <a:gd name="connsiteX38-13307" fmla="*/ 8897 w 10000"/>
              <a:gd name="connsiteY38-13308" fmla="*/ 1066 h 10000"/>
              <a:gd name="connsiteX39-13309" fmla="*/ 9216 w 10000"/>
              <a:gd name="connsiteY39-13310" fmla="*/ 1378 h 10000"/>
              <a:gd name="connsiteX40-13311" fmla="*/ 9216 w 10000"/>
              <a:gd name="connsiteY40-13312" fmla="*/ 1888 h 10000"/>
              <a:gd name="connsiteX41-13313" fmla="*/ 9216 w 10000"/>
              <a:gd name="connsiteY41-13314" fmla="*/ 2704 h 10000"/>
              <a:gd name="connsiteX42-13315" fmla="*/ 9216 w 10000"/>
              <a:gd name="connsiteY42-13316" fmla="*/ 3772 h 10000"/>
              <a:gd name="connsiteX43-13317" fmla="*/ 9475 w 10000"/>
              <a:gd name="connsiteY43-13318" fmla="*/ 5157 h 10000"/>
              <a:gd name="connsiteX44-13319" fmla="*/ 9739 w 10000"/>
              <a:gd name="connsiteY44-13320" fmla="*/ 6223 h 10000"/>
              <a:gd name="connsiteX45-13321" fmla="*/ 10000 w 10000"/>
              <a:gd name="connsiteY45-13322" fmla="*/ 7549 h 10000"/>
              <a:gd name="connsiteX46-13323" fmla="*/ 10000 w 10000"/>
              <a:gd name="connsiteY46-13324" fmla="*/ 7855 h 10000"/>
              <a:gd name="connsiteX47-13325" fmla="*/ 10000 w 10000"/>
              <a:gd name="connsiteY47-13326" fmla="*/ 8360 h 10000"/>
              <a:gd name="connsiteX48-13327" fmla="*/ 10000 w 10000"/>
              <a:gd name="connsiteY48-13328" fmla="*/ 8933 h 10000"/>
              <a:gd name="connsiteX49-13329" fmla="*/ 10000 w 10000"/>
              <a:gd name="connsiteY49-13330" fmla="*/ 9184 h 10000"/>
              <a:gd name="connsiteX50-13331" fmla="*/ 10000 w 10000"/>
              <a:gd name="connsiteY50-13332" fmla="*/ 9445 h 10000"/>
              <a:gd name="connsiteX51-13333" fmla="*/ 10000 w 10000"/>
              <a:gd name="connsiteY51-13334" fmla="*/ 9741 h 10000"/>
              <a:gd name="connsiteX52-13335" fmla="*/ 10000 w 10000"/>
              <a:gd name="connsiteY52-13336" fmla="*/ 9741 h 10000"/>
              <a:gd name="connsiteX53-13337" fmla="*/ 10000 w 10000"/>
              <a:gd name="connsiteY53-13338" fmla="*/ 10000 h 10000"/>
              <a:gd name="connsiteX54-13339" fmla="*/ 9475 w 10000"/>
              <a:gd name="connsiteY54-13340" fmla="*/ 9741 h 10000"/>
              <a:gd name="connsiteX55-13341" fmla="*/ 8897 w 10000"/>
              <a:gd name="connsiteY55-13342" fmla="*/ 9741 h 10000"/>
              <a:gd name="connsiteX56-13343" fmla="*/ 8049 w 10000"/>
              <a:gd name="connsiteY56-13344" fmla="*/ 9445 h 10000"/>
              <a:gd name="connsiteX57-13345" fmla="*/ 6952 w 10000"/>
              <a:gd name="connsiteY57-13346" fmla="*/ 8933 h 10000"/>
              <a:gd name="connsiteX58-13347" fmla="*/ 6952 w 10000"/>
              <a:gd name="connsiteY58-13348" fmla="*/ 8933 h 10000"/>
              <a:gd name="connsiteX0-13349" fmla="*/ 6374 w 9422"/>
              <a:gd name="connsiteY0-13350" fmla="*/ 8933 h 10000"/>
              <a:gd name="connsiteX1-13351" fmla="*/ 5575 w 9422"/>
              <a:gd name="connsiteY1-13352" fmla="*/ 8360 h 10000"/>
              <a:gd name="connsiteX2-13353" fmla="*/ 4421 w 9422"/>
              <a:gd name="connsiteY2-13354" fmla="*/ 7855 h 10000"/>
              <a:gd name="connsiteX3-13355" fmla="*/ 3315 w 9422"/>
              <a:gd name="connsiteY3-13356" fmla="*/ 7047 h 10000"/>
              <a:gd name="connsiteX4-13357" fmla="*/ 2213 w 9422"/>
              <a:gd name="connsiteY4-13358" fmla="*/ 6223 h 10000"/>
              <a:gd name="connsiteX5-13359" fmla="*/ 1681 w 9422"/>
              <a:gd name="connsiteY5-13360" fmla="*/ 5667 h 10000"/>
              <a:gd name="connsiteX6-13361" fmla="*/ 1107 w 9422"/>
              <a:gd name="connsiteY6-13362" fmla="*/ 5157 h 10000"/>
              <a:gd name="connsiteX7-13363" fmla="*/ 529 w 9422"/>
              <a:gd name="connsiteY7-13364" fmla="*/ 4594 h 10000"/>
              <a:gd name="connsiteX8-13365" fmla="*/ 0 w 9422"/>
              <a:gd name="connsiteY8-13366" fmla="*/ 4086 h 10000"/>
              <a:gd name="connsiteX9-13367" fmla="*/ 3315 w 9422"/>
              <a:gd name="connsiteY9-13368" fmla="*/ 3515 h 10000"/>
              <a:gd name="connsiteX10-13369" fmla="*/ 3898 w 9422"/>
              <a:gd name="connsiteY10-13370" fmla="*/ 4086 h 10000"/>
              <a:gd name="connsiteX11-13371" fmla="*/ 4421 w 9422"/>
              <a:gd name="connsiteY11-13372" fmla="*/ 4338 h 10000"/>
              <a:gd name="connsiteX12-13373" fmla="*/ 5000 w 9422"/>
              <a:gd name="connsiteY12-13374" fmla="*/ 4854 h 10000"/>
              <a:gd name="connsiteX13-13375" fmla="*/ 5265 w 9422"/>
              <a:gd name="connsiteY13-13376" fmla="*/ 5157 h 10000"/>
              <a:gd name="connsiteX14-13377" fmla="*/ 5575 w 9422"/>
              <a:gd name="connsiteY14-13378" fmla="*/ 5157 h 10000"/>
              <a:gd name="connsiteX15-13379" fmla="*/ 5843 w 9422"/>
              <a:gd name="connsiteY15-13380" fmla="*/ 5408 h 10000"/>
              <a:gd name="connsiteX16-13381" fmla="*/ 6109 w 9422"/>
              <a:gd name="connsiteY16-13382" fmla="*/ 5408 h 10000"/>
              <a:gd name="connsiteX17-13383" fmla="*/ 6109 w 9422"/>
              <a:gd name="connsiteY17-13384" fmla="*/ 5408 h 10000"/>
              <a:gd name="connsiteX18-13385" fmla="*/ 6374 w 9422"/>
              <a:gd name="connsiteY18-13386" fmla="*/ 5157 h 10000"/>
              <a:gd name="connsiteX19-13387" fmla="*/ 6374 w 9422"/>
              <a:gd name="connsiteY19-13388" fmla="*/ 4854 h 10000"/>
              <a:gd name="connsiteX20-13389" fmla="*/ 6687 w 9422"/>
              <a:gd name="connsiteY20-13390" fmla="*/ 4594 h 10000"/>
              <a:gd name="connsiteX21-13391" fmla="*/ 6687 w 9422"/>
              <a:gd name="connsiteY21-13392" fmla="*/ 4338 h 10000"/>
              <a:gd name="connsiteX22-13393" fmla="*/ 6947 w 9422"/>
              <a:gd name="connsiteY22-13394" fmla="*/ 3772 h 10000"/>
              <a:gd name="connsiteX23-13395" fmla="*/ 6947 w 9422"/>
              <a:gd name="connsiteY23-13396" fmla="*/ 3269 h 10000"/>
              <a:gd name="connsiteX24-13397" fmla="*/ 7209 w 9422"/>
              <a:gd name="connsiteY24-13398" fmla="*/ 2704 h 10000"/>
              <a:gd name="connsiteX25-13399" fmla="*/ 7209 w 9422"/>
              <a:gd name="connsiteY25-13400" fmla="*/ 1888 h 10000"/>
              <a:gd name="connsiteX26-13401" fmla="*/ 7471 w 9422"/>
              <a:gd name="connsiteY26-13402" fmla="*/ 1378 h 10000"/>
              <a:gd name="connsiteX27-13403" fmla="*/ 7471 w 9422"/>
              <a:gd name="connsiteY27-13404" fmla="*/ 1066 h 10000"/>
              <a:gd name="connsiteX28-13405" fmla="*/ 7788 w 9422"/>
              <a:gd name="connsiteY28-13406" fmla="*/ 554 h 10000"/>
              <a:gd name="connsiteX29-13407" fmla="*/ 7788 w 9422"/>
              <a:gd name="connsiteY29-13408" fmla="*/ 253 h 10000"/>
              <a:gd name="connsiteX30-13409" fmla="*/ 8059 w 9422"/>
              <a:gd name="connsiteY30-13410" fmla="*/ 0 h 10000"/>
              <a:gd name="connsiteX31-13411" fmla="*/ 8059 w 9422"/>
              <a:gd name="connsiteY31-13412" fmla="*/ 0 h 10000"/>
              <a:gd name="connsiteX32-13413" fmla="*/ 8059 w 9422"/>
              <a:gd name="connsiteY32-13414" fmla="*/ 0 h 10000"/>
              <a:gd name="connsiteX33-13415" fmla="*/ 8059 w 9422"/>
              <a:gd name="connsiteY33-13416" fmla="*/ 0 h 10000"/>
              <a:gd name="connsiteX34-13417" fmla="*/ 8319 w 9422"/>
              <a:gd name="connsiteY34-13418" fmla="*/ 0 h 10000"/>
              <a:gd name="connsiteX35-13419" fmla="*/ 8319 w 9422"/>
              <a:gd name="connsiteY35-13420" fmla="*/ 253 h 10000"/>
              <a:gd name="connsiteX36-13421" fmla="*/ 8319 w 9422"/>
              <a:gd name="connsiteY36-13422" fmla="*/ 554 h 10000"/>
              <a:gd name="connsiteX37-13423" fmla="*/ 8319 w 9422"/>
              <a:gd name="connsiteY37-13424" fmla="*/ 1066 h 10000"/>
              <a:gd name="connsiteX38-13425" fmla="*/ 8638 w 9422"/>
              <a:gd name="connsiteY38-13426" fmla="*/ 1378 h 10000"/>
              <a:gd name="connsiteX39-13427" fmla="*/ 8638 w 9422"/>
              <a:gd name="connsiteY39-13428" fmla="*/ 1888 h 10000"/>
              <a:gd name="connsiteX40-13429" fmla="*/ 8638 w 9422"/>
              <a:gd name="connsiteY40-13430" fmla="*/ 2704 h 10000"/>
              <a:gd name="connsiteX41-13431" fmla="*/ 8638 w 9422"/>
              <a:gd name="connsiteY41-13432" fmla="*/ 3772 h 10000"/>
              <a:gd name="connsiteX42-13433" fmla="*/ 8897 w 9422"/>
              <a:gd name="connsiteY42-13434" fmla="*/ 5157 h 10000"/>
              <a:gd name="connsiteX43-13435" fmla="*/ 9161 w 9422"/>
              <a:gd name="connsiteY43-13436" fmla="*/ 6223 h 10000"/>
              <a:gd name="connsiteX44-13437" fmla="*/ 9422 w 9422"/>
              <a:gd name="connsiteY44-13438" fmla="*/ 7549 h 10000"/>
              <a:gd name="connsiteX45-13439" fmla="*/ 9422 w 9422"/>
              <a:gd name="connsiteY45-13440" fmla="*/ 7855 h 10000"/>
              <a:gd name="connsiteX46-13441" fmla="*/ 9422 w 9422"/>
              <a:gd name="connsiteY46-13442" fmla="*/ 8360 h 10000"/>
              <a:gd name="connsiteX47-13443" fmla="*/ 9422 w 9422"/>
              <a:gd name="connsiteY47-13444" fmla="*/ 8933 h 10000"/>
              <a:gd name="connsiteX48-13445" fmla="*/ 9422 w 9422"/>
              <a:gd name="connsiteY48-13446" fmla="*/ 9184 h 10000"/>
              <a:gd name="connsiteX49-13447" fmla="*/ 9422 w 9422"/>
              <a:gd name="connsiteY49-13448" fmla="*/ 9445 h 10000"/>
              <a:gd name="connsiteX50-13449" fmla="*/ 9422 w 9422"/>
              <a:gd name="connsiteY50-13450" fmla="*/ 9741 h 10000"/>
              <a:gd name="connsiteX51-13451" fmla="*/ 9422 w 9422"/>
              <a:gd name="connsiteY51-13452" fmla="*/ 9741 h 10000"/>
              <a:gd name="connsiteX52-13453" fmla="*/ 9422 w 9422"/>
              <a:gd name="connsiteY52-13454" fmla="*/ 10000 h 10000"/>
              <a:gd name="connsiteX53-13455" fmla="*/ 8897 w 9422"/>
              <a:gd name="connsiteY53-13456" fmla="*/ 9741 h 10000"/>
              <a:gd name="connsiteX54-13457" fmla="*/ 8319 w 9422"/>
              <a:gd name="connsiteY54-13458" fmla="*/ 9741 h 10000"/>
              <a:gd name="connsiteX55-13459" fmla="*/ 7471 w 9422"/>
              <a:gd name="connsiteY55-13460" fmla="*/ 9445 h 10000"/>
              <a:gd name="connsiteX56-13461" fmla="*/ 6374 w 9422"/>
              <a:gd name="connsiteY56-13462" fmla="*/ 8933 h 10000"/>
              <a:gd name="connsiteX57-13463" fmla="*/ 6374 w 9422"/>
              <a:gd name="connsiteY57-13464" fmla="*/ 8933 h 10000"/>
              <a:gd name="connsiteX0-13465" fmla="*/ 6204 w 9439"/>
              <a:gd name="connsiteY0-13466" fmla="*/ 8933 h 10000"/>
              <a:gd name="connsiteX1-13467" fmla="*/ 5356 w 9439"/>
              <a:gd name="connsiteY1-13468" fmla="*/ 8360 h 10000"/>
              <a:gd name="connsiteX2-13469" fmla="*/ 4131 w 9439"/>
              <a:gd name="connsiteY2-13470" fmla="*/ 7855 h 10000"/>
              <a:gd name="connsiteX3-13471" fmla="*/ 2957 w 9439"/>
              <a:gd name="connsiteY3-13472" fmla="*/ 7047 h 10000"/>
              <a:gd name="connsiteX4-13473" fmla="*/ 1788 w 9439"/>
              <a:gd name="connsiteY4-13474" fmla="*/ 6223 h 10000"/>
              <a:gd name="connsiteX5-13475" fmla="*/ 1223 w 9439"/>
              <a:gd name="connsiteY5-13476" fmla="*/ 5667 h 10000"/>
              <a:gd name="connsiteX6-13477" fmla="*/ 614 w 9439"/>
              <a:gd name="connsiteY6-13478" fmla="*/ 5157 h 10000"/>
              <a:gd name="connsiteX7-13479" fmla="*/ 0 w 9439"/>
              <a:gd name="connsiteY7-13480" fmla="*/ 4594 h 10000"/>
              <a:gd name="connsiteX8-13481" fmla="*/ 2957 w 9439"/>
              <a:gd name="connsiteY8-13482" fmla="*/ 3515 h 10000"/>
              <a:gd name="connsiteX9-13483" fmla="*/ 3576 w 9439"/>
              <a:gd name="connsiteY9-13484" fmla="*/ 4086 h 10000"/>
              <a:gd name="connsiteX10-13485" fmla="*/ 4131 w 9439"/>
              <a:gd name="connsiteY10-13486" fmla="*/ 4338 h 10000"/>
              <a:gd name="connsiteX11-13487" fmla="*/ 4746 w 9439"/>
              <a:gd name="connsiteY11-13488" fmla="*/ 4854 h 10000"/>
              <a:gd name="connsiteX12-13489" fmla="*/ 5027 w 9439"/>
              <a:gd name="connsiteY12-13490" fmla="*/ 5157 h 10000"/>
              <a:gd name="connsiteX13-13491" fmla="*/ 5356 w 9439"/>
              <a:gd name="connsiteY13-13492" fmla="*/ 5157 h 10000"/>
              <a:gd name="connsiteX14-13493" fmla="*/ 5640 w 9439"/>
              <a:gd name="connsiteY14-13494" fmla="*/ 5408 h 10000"/>
              <a:gd name="connsiteX15-13495" fmla="*/ 5923 w 9439"/>
              <a:gd name="connsiteY15-13496" fmla="*/ 5408 h 10000"/>
              <a:gd name="connsiteX16-13497" fmla="*/ 5923 w 9439"/>
              <a:gd name="connsiteY16-13498" fmla="*/ 5408 h 10000"/>
              <a:gd name="connsiteX17-13499" fmla="*/ 6204 w 9439"/>
              <a:gd name="connsiteY17-13500" fmla="*/ 5157 h 10000"/>
              <a:gd name="connsiteX18-13501" fmla="*/ 6204 w 9439"/>
              <a:gd name="connsiteY18-13502" fmla="*/ 4854 h 10000"/>
              <a:gd name="connsiteX19-13503" fmla="*/ 6536 w 9439"/>
              <a:gd name="connsiteY19-13504" fmla="*/ 4594 h 10000"/>
              <a:gd name="connsiteX20-13505" fmla="*/ 6536 w 9439"/>
              <a:gd name="connsiteY20-13506" fmla="*/ 4338 h 10000"/>
              <a:gd name="connsiteX21-13507" fmla="*/ 6812 w 9439"/>
              <a:gd name="connsiteY21-13508" fmla="*/ 3772 h 10000"/>
              <a:gd name="connsiteX22-13509" fmla="*/ 6812 w 9439"/>
              <a:gd name="connsiteY22-13510" fmla="*/ 3269 h 10000"/>
              <a:gd name="connsiteX23-13511" fmla="*/ 7090 w 9439"/>
              <a:gd name="connsiteY23-13512" fmla="*/ 2704 h 10000"/>
              <a:gd name="connsiteX24-13513" fmla="*/ 7090 w 9439"/>
              <a:gd name="connsiteY24-13514" fmla="*/ 1888 h 10000"/>
              <a:gd name="connsiteX25-13515" fmla="*/ 7368 w 9439"/>
              <a:gd name="connsiteY25-13516" fmla="*/ 1378 h 10000"/>
              <a:gd name="connsiteX26-13517" fmla="*/ 7368 w 9439"/>
              <a:gd name="connsiteY26-13518" fmla="*/ 1066 h 10000"/>
              <a:gd name="connsiteX27-13519" fmla="*/ 7705 w 9439"/>
              <a:gd name="connsiteY27-13520" fmla="*/ 554 h 10000"/>
              <a:gd name="connsiteX28-13521" fmla="*/ 7705 w 9439"/>
              <a:gd name="connsiteY28-13522" fmla="*/ 253 h 10000"/>
              <a:gd name="connsiteX29-13523" fmla="*/ 7992 w 9439"/>
              <a:gd name="connsiteY29-13524" fmla="*/ 0 h 10000"/>
              <a:gd name="connsiteX30-13525" fmla="*/ 7992 w 9439"/>
              <a:gd name="connsiteY30-13526" fmla="*/ 0 h 10000"/>
              <a:gd name="connsiteX31-13527" fmla="*/ 7992 w 9439"/>
              <a:gd name="connsiteY31-13528" fmla="*/ 0 h 10000"/>
              <a:gd name="connsiteX32-13529" fmla="*/ 7992 w 9439"/>
              <a:gd name="connsiteY32-13530" fmla="*/ 0 h 10000"/>
              <a:gd name="connsiteX33-13531" fmla="*/ 8268 w 9439"/>
              <a:gd name="connsiteY33-13532" fmla="*/ 0 h 10000"/>
              <a:gd name="connsiteX34-13533" fmla="*/ 8268 w 9439"/>
              <a:gd name="connsiteY34-13534" fmla="*/ 253 h 10000"/>
              <a:gd name="connsiteX35-13535" fmla="*/ 8268 w 9439"/>
              <a:gd name="connsiteY35-13536" fmla="*/ 554 h 10000"/>
              <a:gd name="connsiteX36-13537" fmla="*/ 8268 w 9439"/>
              <a:gd name="connsiteY36-13538" fmla="*/ 1066 h 10000"/>
              <a:gd name="connsiteX37-13539" fmla="*/ 8607 w 9439"/>
              <a:gd name="connsiteY37-13540" fmla="*/ 1378 h 10000"/>
              <a:gd name="connsiteX38-13541" fmla="*/ 8607 w 9439"/>
              <a:gd name="connsiteY38-13542" fmla="*/ 1888 h 10000"/>
              <a:gd name="connsiteX39-13543" fmla="*/ 8607 w 9439"/>
              <a:gd name="connsiteY39-13544" fmla="*/ 2704 h 10000"/>
              <a:gd name="connsiteX40-13545" fmla="*/ 8607 w 9439"/>
              <a:gd name="connsiteY40-13546" fmla="*/ 3772 h 10000"/>
              <a:gd name="connsiteX41-13547" fmla="*/ 8882 w 9439"/>
              <a:gd name="connsiteY41-13548" fmla="*/ 5157 h 10000"/>
              <a:gd name="connsiteX42-13549" fmla="*/ 9162 w 9439"/>
              <a:gd name="connsiteY42-13550" fmla="*/ 6223 h 10000"/>
              <a:gd name="connsiteX43-13551" fmla="*/ 9439 w 9439"/>
              <a:gd name="connsiteY43-13552" fmla="*/ 7549 h 10000"/>
              <a:gd name="connsiteX44-13553" fmla="*/ 9439 w 9439"/>
              <a:gd name="connsiteY44-13554" fmla="*/ 7855 h 10000"/>
              <a:gd name="connsiteX45-13555" fmla="*/ 9439 w 9439"/>
              <a:gd name="connsiteY45-13556" fmla="*/ 8360 h 10000"/>
              <a:gd name="connsiteX46-13557" fmla="*/ 9439 w 9439"/>
              <a:gd name="connsiteY46-13558" fmla="*/ 8933 h 10000"/>
              <a:gd name="connsiteX47-13559" fmla="*/ 9439 w 9439"/>
              <a:gd name="connsiteY47-13560" fmla="*/ 9184 h 10000"/>
              <a:gd name="connsiteX48-13561" fmla="*/ 9439 w 9439"/>
              <a:gd name="connsiteY48-13562" fmla="*/ 9445 h 10000"/>
              <a:gd name="connsiteX49-13563" fmla="*/ 9439 w 9439"/>
              <a:gd name="connsiteY49-13564" fmla="*/ 9741 h 10000"/>
              <a:gd name="connsiteX50-13565" fmla="*/ 9439 w 9439"/>
              <a:gd name="connsiteY50-13566" fmla="*/ 9741 h 10000"/>
              <a:gd name="connsiteX51-13567" fmla="*/ 9439 w 9439"/>
              <a:gd name="connsiteY51-13568" fmla="*/ 10000 h 10000"/>
              <a:gd name="connsiteX52-13569" fmla="*/ 8882 w 9439"/>
              <a:gd name="connsiteY52-13570" fmla="*/ 9741 h 10000"/>
              <a:gd name="connsiteX53-13571" fmla="*/ 8268 w 9439"/>
              <a:gd name="connsiteY53-13572" fmla="*/ 9741 h 10000"/>
              <a:gd name="connsiteX54-13573" fmla="*/ 7368 w 9439"/>
              <a:gd name="connsiteY54-13574" fmla="*/ 9445 h 10000"/>
              <a:gd name="connsiteX55-13575" fmla="*/ 6204 w 9439"/>
              <a:gd name="connsiteY55-13576" fmla="*/ 8933 h 10000"/>
              <a:gd name="connsiteX56-13577" fmla="*/ 6204 w 9439"/>
              <a:gd name="connsiteY56-13578" fmla="*/ 8933 h 10000"/>
              <a:gd name="connsiteX0-13579" fmla="*/ 5923 w 9350"/>
              <a:gd name="connsiteY0-13580" fmla="*/ 8933 h 10000"/>
              <a:gd name="connsiteX1-13581" fmla="*/ 5024 w 9350"/>
              <a:gd name="connsiteY1-13582" fmla="*/ 8360 h 10000"/>
              <a:gd name="connsiteX2-13583" fmla="*/ 3727 w 9350"/>
              <a:gd name="connsiteY2-13584" fmla="*/ 7855 h 10000"/>
              <a:gd name="connsiteX3-13585" fmla="*/ 2483 w 9350"/>
              <a:gd name="connsiteY3-13586" fmla="*/ 7047 h 10000"/>
              <a:gd name="connsiteX4-13587" fmla="*/ 1244 w 9350"/>
              <a:gd name="connsiteY4-13588" fmla="*/ 6223 h 10000"/>
              <a:gd name="connsiteX5-13589" fmla="*/ 646 w 9350"/>
              <a:gd name="connsiteY5-13590" fmla="*/ 5667 h 10000"/>
              <a:gd name="connsiteX6-13591" fmla="*/ 0 w 9350"/>
              <a:gd name="connsiteY6-13592" fmla="*/ 5157 h 10000"/>
              <a:gd name="connsiteX7-13593" fmla="*/ 2483 w 9350"/>
              <a:gd name="connsiteY7-13594" fmla="*/ 3515 h 10000"/>
              <a:gd name="connsiteX8-13595" fmla="*/ 3139 w 9350"/>
              <a:gd name="connsiteY8-13596" fmla="*/ 4086 h 10000"/>
              <a:gd name="connsiteX9-13597" fmla="*/ 3727 w 9350"/>
              <a:gd name="connsiteY9-13598" fmla="*/ 4338 h 10000"/>
              <a:gd name="connsiteX10-13599" fmla="*/ 4378 w 9350"/>
              <a:gd name="connsiteY10-13600" fmla="*/ 4854 h 10000"/>
              <a:gd name="connsiteX11-13601" fmla="*/ 4676 w 9350"/>
              <a:gd name="connsiteY11-13602" fmla="*/ 5157 h 10000"/>
              <a:gd name="connsiteX12-13603" fmla="*/ 5024 w 9350"/>
              <a:gd name="connsiteY12-13604" fmla="*/ 5157 h 10000"/>
              <a:gd name="connsiteX13-13605" fmla="*/ 5325 w 9350"/>
              <a:gd name="connsiteY13-13606" fmla="*/ 5408 h 10000"/>
              <a:gd name="connsiteX14-13607" fmla="*/ 5625 w 9350"/>
              <a:gd name="connsiteY14-13608" fmla="*/ 5408 h 10000"/>
              <a:gd name="connsiteX15-13609" fmla="*/ 5625 w 9350"/>
              <a:gd name="connsiteY15-13610" fmla="*/ 5408 h 10000"/>
              <a:gd name="connsiteX16-13611" fmla="*/ 5923 w 9350"/>
              <a:gd name="connsiteY16-13612" fmla="*/ 5157 h 10000"/>
              <a:gd name="connsiteX17-13613" fmla="*/ 5923 w 9350"/>
              <a:gd name="connsiteY17-13614" fmla="*/ 4854 h 10000"/>
              <a:gd name="connsiteX18-13615" fmla="*/ 6274 w 9350"/>
              <a:gd name="connsiteY18-13616" fmla="*/ 4594 h 10000"/>
              <a:gd name="connsiteX19-13617" fmla="*/ 6274 w 9350"/>
              <a:gd name="connsiteY19-13618" fmla="*/ 4338 h 10000"/>
              <a:gd name="connsiteX20-13619" fmla="*/ 6567 w 9350"/>
              <a:gd name="connsiteY20-13620" fmla="*/ 3772 h 10000"/>
              <a:gd name="connsiteX21-13621" fmla="*/ 6567 w 9350"/>
              <a:gd name="connsiteY21-13622" fmla="*/ 3269 h 10000"/>
              <a:gd name="connsiteX22-13623" fmla="*/ 6861 w 9350"/>
              <a:gd name="connsiteY22-13624" fmla="*/ 2704 h 10000"/>
              <a:gd name="connsiteX23-13625" fmla="*/ 6861 w 9350"/>
              <a:gd name="connsiteY23-13626" fmla="*/ 1888 h 10000"/>
              <a:gd name="connsiteX24-13627" fmla="*/ 7156 w 9350"/>
              <a:gd name="connsiteY24-13628" fmla="*/ 1378 h 10000"/>
              <a:gd name="connsiteX25-13629" fmla="*/ 7156 w 9350"/>
              <a:gd name="connsiteY25-13630" fmla="*/ 1066 h 10000"/>
              <a:gd name="connsiteX26-13631" fmla="*/ 7513 w 9350"/>
              <a:gd name="connsiteY26-13632" fmla="*/ 554 h 10000"/>
              <a:gd name="connsiteX27-13633" fmla="*/ 7513 w 9350"/>
              <a:gd name="connsiteY27-13634" fmla="*/ 253 h 10000"/>
              <a:gd name="connsiteX28-13635" fmla="*/ 7817 w 9350"/>
              <a:gd name="connsiteY28-13636" fmla="*/ 0 h 10000"/>
              <a:gd name="connsiteX29-13637" fmla="*/ 7817 w 9350"/>
              <a:gd name="connsiteY29-13638" fmla="*/ 0 h 10000"/>
              <a:gd name="connsiteX30-13639" fmla="*/ 7817 w 9350"/>
              <a:gd name="connsiteY30-13640" fmla="*/ 0 h 10000"/>
              <a:gd name="connsiteX31-13641" fmla="*/ 7817 w 9350"/>
              <a:gd name="connsiteY31-13642" fmla="*/ 0 h 10000"/>
              <a:gd name="connsiteX32-13643" fmla="*/ 8109 w 9350"/>
              <a:gd name="connsiteY32-13644" fmla="*/ 0 h 10000"/>
              <a:gd name="connsiteX33-13645" fmla="*/ 8109 w 9350"/>
              <a:gd name="connsiteY33-13646" fmla="*/ 253 h 10000"/>
              <a:gd name="connsiteX34-13647" fmla="*/ 8109 w 9350"/>
              <a:gd name="connsiteY34-13648" fmla="*/ 554 h 10000"/>
              <a:gd name="connsiteX35-13649" fmla="*/ 8109 w 9350"/>
              <a:gd name="connsiteY35-13650" fmla="*/ 1066 h 10000"/>
              <a:gd name="connsiteX36-13651" fmla="*/ 8469 w 9350"/>
              <a:gd name="connsiteY36-13652" fmla="*/ 1378 h 10000"/>
              <a:gd name="connsiteX37-13653" fmla="*/ 8469 w 9350"/>
              <a:gd name="connsiteY37-13654" fmla="*/ 1888 h 10000"/>
              <a:gd name="connsiteX38-13655" fmla="*/ 8469 w 9350"/>
              <a:gd name="connsiteY38-13656" fmla="*/ 2704 h 10000"/>
              <a:gd name="connsiteX39-13657" fmla="*/ 8469 w 9350"/>
              <a:gd name="connsiteY39-13658" fmla="*/ 3772 h 10000"/>
              <a:gd name="connsiteX40-13659" fmla="*/ 8760 w 9350"/>
              <a:gd name="connsiteY40-13660" fmla="*/ 5157 h 10000"/>
              <a:gd name="connsiteX41-13661" fmla="*/ 9057 w 9350"/>
              <a:gd name="connsiteY41-13662" fmla="*/ 6223 h 10000"/>
              <a:gd name="connsiteX42-13663" fmla="*/ 9350 w 9350"/>
              <a:gd name="connsiteY42-13664" fmla="*/ 7549 h 10000"/>
              <a:gd name="connsiteX43-13665" fmla="*/ 9350 w 9350"/>
              <a:gd name="connsiteY43-13666" fmla="*/ 7855 h 10000"/>
              <a:gd name="connsiteX44-13667" fmla="*/ 9350 w 9350"/>
              <a:gd name="connsiteY44-13668" fmla="*/ 8360 h 10000"/>
              <a:gd name="connsiteX45-13669" fmla="*/ 9350 w 9350"/>
              <a:gd name="connsiteY45-13670" fmla="*/ 8933 h 10000"/>
              <a:gd name="connsiteX46-13671" fmla="*/ 9350 w 9350"/>
              <a:gd name="connsiteY46-13672" fmla="*/ 9184 h 10000"/>
              <a:gd name="connsiteX47-13673" fmla="*/ 9350 w 9350"/>
              <a:gd name="connsiteY47-13674" fmla="*/ 9445 h 10000"/>
              <a:gd name="connsiteX48-13675" fmla="*/ 9350 w 9350"/>
              <a:gd name="connsiteY48-13676" fmla="*/ 9741 h 10000"/>
              <a:gd name="connsiteX49-13677" fmla="*/ 9350 w 9350"/>
              <a:gd name="connsiteY49-13678" fmla="*/ 9741 h 10000"/>
              <a:gd name="connsiteX50-13679" fmla="*/ 9350 w 9350"/>
              <a:gd name="connsiteY50-13680" fmla="*/ 10000 h 10000"/>
              <a:gd name="connsiteX51-13681" fmla="*/ 8760 w 9350"/>
              <a:gd name="connsiteY51-13682" fmla="*/ 9741 h 10000"/>
              <a:gd name="connsiteX52-13683" fmla="*/ 8109 w 9350"/>
              <a:gd name="connsiteY52-13684" fmla="*/ 9741 h 10000"/>
              <a:gd name="connsiteX53-13685" fmla="*/ 7156 w 9350"/>
              <a:gd name="connsiteY53-13686" fmla="*/ 9445 h 10000"/>
              <a:gd name="connsiteX54-13687" fmla="*/ 5923 w 9350"/>
              <a:gd name="connsiteY54-13688" fmla="*/ 8933 h 10000"/>
              <a:gd name="connsiteX55-13689" fmla="*/ 5923 w 9350"/>
              <a:gd name="connsiteY55-13690" fmla="*/ 8933 h 10000"/>
              <a:gd name="connsiteX0-13691" fmla="*/ 5644 w 9309"/>
              <a:gd name="connsiteY0-13692" fmla="*/ 8933 h 10000"/>
              <a:gd name="connsiteX1-13693" fmla="*/ 4682 w 9309"/>
              <a:gd name="connsiteY1-13694" fmla="*/ 8360 h 10000"/>
              <a:gd name="connsiteX2-13695" fmla="*/ 3295 w 9309"/>
              <a:gd name="connsiteY2-13696" fmla="*/ 7855 h 10000"/>
              <a:gd name="connsiteX3-13697" fmla="*/ 1965 w 9309"/>
              <a:gd name="connsiteY3-13698" fmla="*/ 7047 h 10000"/>
              <a:gd name="connsiteX4-13699" fmla="*/ 639 w 9309"/>
              <a:gd name="connsiteY4-13700" fmla="*/ 6223 h 10000"/>
              <a:gd name="connsiteX5-13701" fmla="*/ 0 w 9309"/>
              <a:gd name="connsiteY5-13702" fmla="*/ 5667 h 10000"/>
              <a:gd name="connsiteX6-13703" fmla="*/ 1965 w 9309"/>
              <a:gd name="connsiteY6-13704" fmla="*/ 3515 h 10000"/>
              <a:gd name="connsiteX7-13705" fmla="*/ 2666 w 9309"/>
              <a:gd name="connsiteY7-13706" fmla="*/ 4086 h 10000"/>
              <a:gd name="connsiteX8-13707" fmla="*/ 3295 w 9309"/>
              <a:gd name="connsiteY8-13708" fmla="*/ 4338 h 10000"/>
              <a:gd name="connsiteX9-13709" fmla="*/ 3991 w 9309"/>
              <a:gd name="connsiteY9-13710" fmla="*/ 4854 h 10000"/>
              <a:gd name="connsiteX10-13711" fmla="*/ 4310 w 9309"/>
              <a:gd name="connsiteY10-13712" fmla="*/ 5157 h 10000"/>
              <a:gd name="connsiteX11-13713" fmla="*/ 4682 w 9309"/>
              <a:gd name="connsiteY11-13714" fmla="*/ 5157 h 10000"/>
              <a:gd name="connsiteX12-13715" fmla="*/ 5004 w 9309"/>
              <a:gd name="connsiteY12-13716" fmla="*/ 5408 h 10000"/>
              <a:gd name="connsiteX13-13717" fmla="*/ 5325 w 9309"/>
              <a:gd name="connsiteY13-13718" fmla="*/ 5408 h 10000"/>
              <a:gd name="connsiteX14-13719" fmla="*/ 5325 w 9309"/>
              <a:gd name="connsiteY14-13720" fmla="*/ 5408 h 10000"/>
              <a:gd name="connsiteX15-13721" fmla="*/ 5644 w 9309"/>
              <a:gd name="connsiteY15-13722" fmla="*/ 5157 h 10000"/>
              <a:gd name="connsiteX16-13723" fmla="*/ 5644 w 9309"/>
              <a:gd name="connsiteY16-13724" fmla="*/ 4854 h 10000"/>
              <a:gd name="connsiteX17-13725" fmla="*/ 6019 w 9309"/>
              <a:gd name="connsiteY17-13726" fmla="*/ 4594 h 10000"/>
              <a:gd name="connsiteX18-13727" fmla="*/ 6019 w 9309"/>
              <a:gd name="connsiteY18-13728" fmla="*/ 4338 h 10000"/>
              <a:gd name="connsiteX19-13729" fmla="*/ 6333 w 9309"/>
              <a:gd name="connsiteY19-13730" fmla="*/ 3772 h 10000"/>
              <a:gd name="connsiteX20-13731" fmla="*/ 6333 w 9309"/>
              <a:gd name="connsiteY20-13732" fmla="*/ 3269 h 10000"/>
              <a:gd name="connsiteX21-13733" fmla="*/ 6647 w 9309"/>
              <a:gd name="connsiteY21-13734" fmla="*/ 2704 h 10000"/>
              <a:gd name="connsiteX22-13735" fmla="*/ 6647 w 9309"/>
              <a:gd name="connsiteY22-13736" fmla="*/ 1888 h 10000"/>
              <a:gd name="connsiteX23-13737" fmla="*/ 6962 w 9309"/>
              <a:gd name="connsiteY23-13738" fmla="*/ 1378 h 10000"/>
              <a:gd name="connsiteX24-13739" fmla="*/ 6962 w 9309"/>
              <a:gd name="connsiteY24-13740" fmla="*/ 1066 h 10000"/>
              <a:gd name="connsiteX25-13741" fmla="*/ 7344 w 9309"/>
              <a:gd name="connsiteY25-13742" fmla="*/ 554 h 10000"/>
              <a:gd name="connsiteX26-13743" fmla="*/ 7344 w 9309"/>
              <a:gd name="connsiteY26-13744" fmla="*/ 253 h 10000"/>
              <a:gd name="connsiteX27-13745" fmla="*/ 7669 w 9309"/>
              <a:gd name="connsiteY27-13746" fmla="*/ 0 h 10000"/>
              <a:gd name="connsiteX28-13747" fmla="*/ 7669 w 9309"/>
              <a:gd name="connsiteY28-13748" fmla="*/ 0 h 10000"/>
              <a:gd name="connsiteX29-13749" fmla="*/ 7669 w 9309"/>
              <a:gd name="connsiteY29-13750" fmla="*/ 0 h 10000"/>
              <a:gd name="connsiteX30-13751" fmla="*/ 7669 w 9309"/>
              <a:gd name="connsiteY30-13752" fmla="*/ 0 h 10000"/>
              <a:gd name="connsiteX31-13753" fmla="*/ 7982 w 9309"/>
              <a:gd name="connsiteY31-13754" fmla="*/ 0 h 10000"/>
              <a:gd name="connsiteX32-13755" fmla="*/ 7982 w 9309"/>
              <a:gd name="connsiteY32-13756" fmla="*/ 253 h 10000"/>
              <a:gd name="connsiteX33-13757" fmla="*/ 7982 w 9309"/>
              <a:gd name="connsiteY33-13758" fmla="*/ 554 h 10000"/>
              <a:gd name="connsiteX34-13759" fmla="*/ 7982 w 9309"/>
              <a:gd name="connsiteY34-13760" fmla="*/ 1066 h 10000"/>
              <a:gd name="connsiteX35-13761" fmla="*/ 8367 w 9309"/>
              <a:gd name="connsiteY35-13762" fmla="*/ 1378 h 10000"/>
              <a:gd name="connsiteX36-13763" fmla="*/ 8367 w 9309"/>
              <a:gd name="connsiteY36-13764" fmla="*/ 1888 h 10000"/>
              <a:gd name="connsiteX37-13765" fmla="*/ 8367 w 9309"/>
              <a:gd name="connsiteY37-13766" fmla="*/ 2704 h 10000"/>
              <a:gd name="connsiteX38-13767" fmla="*/ 8367 w 9309"/>
              <a:gd name="connsiteY38-13768" fmla="*/ 3772 h 10000"/>
              <a:gd name="connsiteX39-13769" fmla="*/ 8678 w 9309"/>
              <a:gd name="connsiteY39-13770" fmla="*/ 5157 h 10000"/>
              <a:gd name="connsiteX40-13771" fmla="*/ 8996 w 9309"/>
              <a:gd name="connsiteY40-13772" fmla="*/ 6223 h 10000"/>
              <a:gd name="connsiteX41-13773" fmla="*/ 9309 w 9309"/>
              <a:gd name="connsiteY41-13774" fmla="*/ 7549 h 10000"/>
              <a:gd name="connsiteX42-13775" fmla="*/ 9309 w 9309"/>
              <a:gd name="connsiteY42-13776" fmla="*/ 7855 h 10000"/>
              <a:gd name="connsiteX43-13777" fmla="*/ 9309 w 9309"/>
              <a:gd name="connsiteY43-13778" fmla="*/ 8360 h 10000"/>
              <a:gd name="connsiteX44-13779" fmla="*/ 9309 w 9309"/>
              <a:gd name="connsiteY44-13780" fmla="*/ 8933 h 10000"/>
              <a:gd name="connsiteX45-13781" fmla="*/ 9309 w 9309"/>
              <a:gd name="connsiteY45-13782" fmla="*/ 9184 h 10000"/>
              <a:gd name="connsiteX46-13783" fmla="*/ 9309 w 9309"/>
              <a:gd name="connsiteY46-13784" fmla="*/ 9445 h 10000"/>
              <a:gd name="connsiteX47-13785" fmla="*/ 9309 w 9309"/>
              <a:gd name="connsiteY47-13786" fmla="*/ 9741 h 10000"/>
              <a:gd name="connsiteX48-13787" fmla="*/ 9309 w 9309"/>
              <a:gd name="connsiteY48-13788" fmla="*/ 9741 h 10000"/>
              <a:gd name="connsiteX49-13789" fmla="*/ 9309 w 9309"/>
              <a:gd name="connsiteY49-13790" fmla="*/ 10000 h 10000"/>
              <a:gd name="connsiteX50-13791" fmla="*/ 8678 w 9309"/>
              <a:gd name="connsiteY50-13792" fmla="*/ 9741 h 10000"/>
              <a:gd name="connsiteX51-13793" fmla="*/ 7982 w 9309"/>
              <a:gd name="connsiteY51-13794" fmla="*/ 9741 h 10000"/>
              <a:gd name="connsiteX52-13795" fmla="*/ 6962 w 9309"/>
              <a:gd name="connsiteY52-13796" fmla="*/ 9445 h 10000"/>
              <a:gd name="connsiteX53-13797" fmla="*/ 5644 w 9309"/>
              <a:gd name="connsiteY53-13798" fmla="*/ 8933 h 10000"/>
              <a:gd name="connsiteX54-13799" fmla="*/ 5644 w 9309"/>
              <a:gd name="connsiteY54-13800" fmla="*/ 8933 h 10000"/>
              <a:gd name="connsiteX0-13801" fmla="*/ 5377 w 9314"/>
              <a:gd name="connsiteY0-13802" fmla="*/ 8933 h 10000"/>
              <a:gd name="connsiteX1-13803" fmla="*/ 4344 w 9314"/>
              <a:gd name="connsiteY1-13804" fmla="*/ 8360 h 10000"/>
              <a:gd name="connsiteX2-13805" fmla="*/ 2854 w 9314"/>
              <a:gd name="connsiteY2-13806" fmla="*/ 7855 h 10000"/>
              <a:gd name="connsiteX3-13807" fmla="*/ 1425 w 9314"/>
              <a:gd name="connsiteY3-13808" fmla="*/ 7047 h 10000"/>
              <a:gd name="connsiteX4-13809" fmla="*/ 0 w 9314"/>
              <a:gd name="connsiteY4-13810" fmla="*/ 6223 h 10000"/>
              <a:gd name="connsiteX5-13811" fmla="*/ 1425 w 9314"/>
              <a:gd name="connsiteY5-13812" fmla="*/ 3515 h 10000"/>
              <a:gd name="connsiteX6-13813" fmla="*/ 2178 w 9314"/>
              <a:gd name="connsiteY6-13814" fmla="*/ 4086 h 10000"/>
              <a:gd name="connsiteX7-13815" fmla="*/ 2854 w 9314"/>
              <a:gd name="connsiteY7-13816" fmla="*/ 4338 h 10000"/>
              <a:gd name="connsiteX8-13817" fmla="*/ 3601 w 9314"/>
              <a:gd name="connsiteY8-13818" fmla="*/ 4854 h 10000"/>
              <a:gd name="connsiteX9-13819" fmla="*/ 3944 w 9314"/>
              <a:gd name="connsiteY9-13820" fmla="*/ 5157 h 10000"/>
              <a:gd name="connsiteX10-13821" fmla="*/ 4344 w 9314"/>
              <a:gd name="connsiteY10-13822" fmla="*/ 5157 h 10000"/>
              <a:gd name="connsiteX11-13823" fmla="*/ 4689 w 9314"/>
              <a:gd name="connsiteY11-13824" fmla="*/ 5408 h 10000"/>
              <a:gd name="connsiteX12-13825" fmla="*/ 5034 w 9314"/>
              <a:gd name="connsiteY12-13826" fmla="*/ 5408 h 10000"/>
              <a:gd name="connsiteX13-13827" fmla="*/ 5034 w 9314"/>
              <a:gd name="connsiteY13-13828" fmla="*/ 5408 h 10000"/>
              <a:gd name="connsiteX14-13829" fmla="*/ 5377 w 9314"/>
              <a:gd name="connsiteY14-13830" fmla="*/ 5157 h 10000"/>
              <a:gd name="connsiteX15-13831" fmla="*/ 5377 w 9314"/>
              <a:gd name="connsiteY15-13832" fmla="*/ 4854 h 10000"/>
              <a:gd name="connsiteX16-13833" fmla="*/ 5780 w 9314"/>
              <a:gd name="connsiteY16-13834" fmla="*/ 4594 h 10000"/>
              <a:gd name="connsiteX17-13835" fmla="*/ 5780 w 9314"/>
              <a:gd name="connsiteY17-13836" fmla="*/ 4338 h 10000"/>
              <a:gd name="connsiteX18-13837" fmla="*/ 6117 w 9314"/>
              <a:gd name="connsiteY18-13838" fmla="*/ 3772 h 10000"/>
              <a:gd name="connsiteX19-13839" fmla="*/ 6117 w 9314"/>
              <a:gd name="connsiteY19-13840" fmla="*/ 3269 h 10000"/>
              <a:gd name="connsiteX20-13841" fmla="*/ 6454 w 9314"/>
              <a:gd name="connsiteY20-13842" fmla="*/ 2704 h 10000"/>
              <a:gd name="connsiteX21-13843" fmla="*/ 6454 w 9314"/>
              <a:gd name="connsiteY21-13844" fmla="*/ 1888 h 10000"/>
              <a:gd name="connsiteX22-13845" fmla="*/ 6793 w 9314"/>
              <a:gd name="connsiteY22-13846" fmla="*/ 1378 h 10000"/>
              <a:gd name="connsiteX23-13847" fmla="*/ 6793 w 9314"/>
              <a:gd name="connsiteY23-13848" fmla="*/ 1066 h 10000"/>
              <a:gd name="connsiteX24-13849" fmla="*/ 7203 w 9314"/>
              <a:gd name="connsiteY24-13850" fmla="*/ 554 h 10000"/>
              <a:gd name="connsiteX25-13851" fmla="*/ 7203 w 9314"/>
              <a:gd name="connsiteY25-13852" fmla="*/ 253 h 10000"/>
              <a:gd name="connsiteX26-13853" fmla="*/ 7552 w 9314"/>
              <a:gd name="connsiteY26-13854" fmla="*/ 0 h 10000"/>
              <a:gd name="connsiteX27-13855" fmla="*/ 7552 w 9314"/>
              <a:gd name="connsiteY27-13856" fmla="*/ 0 h 10000"/>
              <a:gd name="connsiteX28-13857" fmla="*/ 7552 w 9314"/>
              <a:gd name="connsiteY28-13858" fmla="*/ 0 h 10000"/>
              <a:gd name="connsiteX29-13859" fmla="*/ 7552 w 9314"/>
              <a:gd name="connsiteY29-13860" fmla="*/ 0 h 10000"/>
              <a:gd name="connsiteX30-13861" fmla="*/ 7888 w 9314"/>
              <a:gd name="connsiteY30-13862" fmla="*/ 0 h 10000"/>
              <a:gd name="connsiteX31-13863" fmla="*/ 7888 w 9314"/>
              <a:gd name="connsiteY31-13864" fmla="*/ 253 h 10000"/>
              <a:gd name="connsiteX32-13865" fmla="*/ 7888 w 9314"/>
              <a:gd name="connsiteY32-13866" fmla="*/ 554 h 10000"/>
              <a:gd name="connsiteX33-13867" fmla="*/ 7888 w 9314"/>
              <a:gd name="connsiteY33-13868" fmla="*/ 1066 h 10000"/>
              <a:gd name="connsiteX34-13869" fmla="*/ 8302 w 9314"/>
              <a:gd name="connsiteY34-13870" fmla="*/ 1378 h 10000"/>
              <a:gd name="connsiteX35-13871" fmla="*/ 8302 w 9314"/>
              <a:gd name="connsiteY35-13872" fmla="*/ 1888 h 10000"/>
              <a:gd name="connsiteX36-13873" fmla="*/ 8302 w 9314"/>
              <a:gd name="connsiteY36-13874" fmla="*/ 2704 h 10000"/>
              <a:gd name="connsiteX37-13875" fmla="*/ 8302 w 9314"/>
              <a:gd name="connsiteY37-13876" fmla="*/ 3772 h 10000"/>
              <a:gd name="connsiteX38-13877" fmla="*/ 8636 w 9314"/>
              <a:gd name="connsiteY38-13878" fmla="*/ 5157 h 10000"/>
              <a:gd name="connsiteX39-13879" fmla="*/ 8978 w 9314"/>
              <a:gd name="connsiteY39-13880" fmla="*/ 6223 h 10000"/>
              <a:gd name="connsiteX40-13881" fmla="*/ 9314 w 9314"/>
              <a:gd name="connsiteY40-13882" fmla="*/ 7549 h 10000"/>
              <a:gd name="connsiteX41-13883" fmla="*/ 9314 w 9314"/>
              <a:gd name="connsiteY41-13884" fmla="*/ 7855 h 10000"/>
              <a:gd name="connsiteX42-13885" fmla="*/ 9314 w 9314"/>
              <a:gd name="connsiteY42-13886" fmla="*/ 8360 h 10000"/>
              <a:gd name="connsiteX43-13887" fmla="*/ 9314 w 9314"/>
              <a:gd name="connsiteY43-13888" fmla="*/ 8933 h 10000"/>
              <a:gd name="connsiteX44-13889" fmla="*/ 9314 w 9314"/>
              <a:gd name="connsiteY44-13890" fmla="*/ 9184 h 10000"/>
              <a:gd name="connsiteX45-13891" fmla="*/ 9314 w 9314"/>
              <a:gd name="connsiteY45-13892" fmla="*/ 9445 h 10000"/>
              <a:gd name="connsiteX46-13893" fmla="*/ 9314 w 9314"/>
              <a:gd name="connsiteY46-13894" fmla="*/ 9741 h 10000"/>
              <a:gd name="connsiteX47-13895" fmla="*/ 9314 w 9314"/>
              <a:gd name="connsiteY47-13896" fmla="*/ 9741 h 10000"/>
              <a:gd name="connsiteX48-13897" fmla="*/ 9314 w 9314"/>
              <a:gd name="connsiteY48-13898" fmla="*/ 10000 h 10000"/>
              <a:gd name="connsiteX49-13899" fmla="*/ 8636 w 9314"/>
              <a:gd name="connsiteY49-13900" fmla="*/ 9741 h 10000"/>
              <a:gd name="connsiteX50-13901" fmla="*/ 7888 w 9314"/>
              <a:gd name="connsiteY50-13902" fmla="*/ 9741 h 10000"/>
              <a:gd name="connsiteX51-13903" fmla="*/ 6793 w 9314"/>
              <a:gd name="connsiteY51-13904" fmla="*/ 9445 h 10000"/>
              <a:gd name="connsiteX52-13905" fmla="*/ 5377 w 9314"/>
              <a:gd name="connsiteY52-13906" fmla="*/ 8933 h 10000"/>
              <a:gd name="connsiteX53-13907" fmla="*/ 5377 w 9314"/>
              <a:gd name="connsiteY53-13908" fmla="*/ 8933 h 10000"/>
              <a:gd name="connsiteX0-13909" fmla="*/ 4243 w 8470"/>
              <a:gd name="connsiteY0-13910" fmla="*/ 8933 h 10000"/>
              <a:gd name="connsiteX1-13911" fmla="*/ 3134 w 8470"/>
              <a:gd name="connsiteY1-13912" fmla="*/ 8360 h 10000"/>
              <a:gd name="connsiteX2-13913" fmla="*/ 1534 w 8470"/>
              <a:gd name="connsiteY2-13914" fmla="*/ 7855 h 10000"/>
              <a:gd name="connsiteX3-13915" fmla="*/ 0 w 8470"/>
              <a:gd name="connsiteY3-13916" fmla="*/ 7047 h 10000"/>
              <a:gd name="connsiteX4-13917" fmla="*/ 0 w 8470"/>
              <a:gd name="connsiteY4-13918" fmla="*/ 3515 h 10000"/>
              <a:gd name="connsiteX5-13919" fmla="*/ 808 w 8470"/>
              <a:gd name="connsiteY5-13920" fmla="*/ 4086 h 10000"/>
              <a:gd name="connsiteX6-13921" fmla="*/ 1534 w 8470"/>
              <a:gd name="connsiteY6-13922" fmla="*/ 4338 h 10000"/>
              <a:gd name="connsiteX7-13923" fmla="*/ 2336 w 8470"/>
              <a:gd name="connsiteY7-13924" fmla="*/ 4854 h 10000"/>
              <a:gd name="connsiteX8-13925" fmla="*/ 2704 w 8470"/>
              <a:gd name="connsiteY8-13926" fmla="*/ 5157 h 10000"/>
              <a:gd name="connsiteX9-13927" fmla="*/ 3134 w 8470"/>
              <a:gd name="connsiteY9-13928" fmla="*/ 5157 h 10000"/>
              <a:gd name="connsiteX10-13929" fmla="*/ 3504 w 8470"/>
              <a:gd name="connsiteY10-13930" fmla="*/ 5408 h 10000"/>
              <a:gd name="connsiteX11-13931" fmla="*/ 3875 w 8470"/>
              <a:gd name="connsiteY11-13932" fmla="*/ 5408 h 10000"/>
              <a:gd name="connsiteX12-13933" fmla="*/ 3875 w 8470"/>
              <a:gd name="connsiteY12-13934" fmla="*/ 5408 h 10000"/>
              <a:gd name="connsiteX13-13935" fmla="*/ 4243 w 8470"/>
              <a:gd name="connsiteY13-13936" fmla="*/ 5157 h 10000"/>
              <a:gd name="connsiteX14-13937" fmla="*/ 4243 w 8470"/>
              <a:gd name="connsiteY14-13938" fmla="*/ 4854 h 10000"/>
              <a:gd name="connsiteX15-13939" fmla="*/ 4676 w 8470"/>
              <a:gd name="connsiteY15-13940" fmla="*/ 4594 h 10000"/>
              <a:gd name="connsiteX16-13941" fmla="*/ 4676 w 8470"/>
              <a:gd name="connsiteY16-13942" fmla="*/ 4338 h 10000"/>
              <a:gd name="connsiteX17-13943" fmla="*/ 5038 w 8470"/>
              <a:gd name="connsiteY17-13944" fmla="*/ 3772 h 10000"/>
              <a:gd name="connsiteX18-13945" fmla="*/ 5038 w 8470"/>
              <a:gd name="connsiteY18-13946" fmla="*/ 3269 h 10000"/>
              <a:gd name="connsiteX19-13947" fmla="*/ 5399 w 8470"/>
              <a:gd name="connsiteY19-13948" fmla="*/ 2704 h 10000"/>
              <a:gd name="connsiteX20-13949" fmla="*/ 5399 w 8470"/>
              <a:gd name="connsiteY20-13950" fmla="*/ 1888 h 10000"/>
              <a:gd name="connsiteX21-13951" fmla="*/ 5763 w 8470"/>
              <a:gd name="connsiteY21-13952" fmla="*/ 1378 h 10000"/>
              <a:gd name="connsiteX22-13953" fmla="*/ 5763 w 8470"/>
              <a:gd name="connsiteY22-13954" fmla="*/ 1066 h 10000"/>
              <a:gd name="connsiteX23-13955" fmla="*/ 6204 w 8470"/>
              <a:gd name="connsiteY23-13956" fmla="*/ 554 h 10000"/>
              <a:gd name="connsiteX24-13957" fmla="*/ 6204 w 8470"/>
              <a:gd name="connsiteY24-13958" fmla="*/ 253 h 10000"/>
              <a:gd name="connsiteX25-13959" fmla="*/ 6578 w 8470"/>
              <a:gd name="connsiteY25-13960" fmla="*/ 0 h 10000"/>
              <a:gd name="connsiteX26-13961" fmla="*/ 6578 w 8470"/>
              <a:gd name="connsiteY26-13962" fmla="*/ 0 h 10000"/>
              <a:gd name="connsiteX27-13963" fmla="*/ 6578 w 8470"/>
              <a:gd name="connsiteY27-13964" fmla="*/ 0 h 10000"/>
              <a:gd name="connsiteX28-13965" fmla="*/ 6578 w 8470"/>
              <a:gd name="connsiteY28-13966" fmla="*/ 0 h 10000"/>
              <a:gd name="connsiteX29-13967" fmla="*/ 6939 w 8470"/>
              <a:gd name="connsiteY29-13968" fmla="*/ 0 h 10000"/>
              <a:gd name="connsiteX30-13969" fmla="*/ 6939 w 8470"/>
              <a:gd name="connsiteY30-13970" fmla="*/ 253 h 10000"/>
              <a:gd name="connsiteX31-13971" fmla="*/ 6939 w 8470"/>
              <a:gd name="connsiteY31-13972" fmla="*/ 554 h 10000"/>
              <a:gd name="connsiteX32-13973" fmla="*/ 6939 w 8470"/>
              <a:gd name="connsiteY32-13974" fmla="*/ 1066 h 10000"/>
              <a:gd name="connsiteX33-13975" fmla="*/ 7383 w 8470"/>
              <a:gd name="connsiteY33-13976" fmla="*/ 1378 h 10000"/>
              <a:gd name="connsiteX34-13977" fmla="*/ 7383 w 8470"/>
              <a:gd name="connsiteY34-13978" fmla="*/ 1888 h 10000"/>
              <a:gd name="connsiteX35-13979" fmla="*/ 7383 w 8470"/>
              <a:gd name="connsiteY35-13980" fmla="*/ 2704 h 10000"/>
              <a:gd name="connsiteX36-13981" fmla="*/ 7383 w 8470"/>
              <a:gd name="connsiteY36-13982" fmla="*/ 3772 h 10000"/>
              <a:gd name="connsiteX37-13983" fmla="*/ 7742 w 8470"/>
              <a:gd name="connsiteY37-13984" fmla="*/ 5157 h 10000"/>
              <a:gd name="connsiteX38-13985" fmla="*/ 8109 w 8470"/>
              <a:gd name="connsiteY38-13986" fmla="*/ 6223 h 10000"/>
              <a:gd name="connsiteX39-13987" fmla="*/ 8470 w 8470"/>
              <a:gd name="connsiteY39-13988" fmla="*/ 7549 h 10000"/>
              <a:gd name="connsiteX40-13989" fmla="*/ 8470 w 8470"/>
              <a:gd name="connsiteY40-13990" fmla="*/ 7855 h 10000"/>
              <a:gd name="connsiteX41-13991" fmla="*/ 8470 w 8470"/>
              <a:gd name="connsiteY41-13992" fmla="*/ 8360 h 10000"/>
              <a:gd name="connsiteX42-13993" fmla="*/ 8470 w 8470"/>
              <a:gd name="connsiteY42-13994" fmla="*/ 8933 h 10000"/>
              <a:gd name="connsiteX43-13995" fmla="*/ 8470 w 8470"/>
              <a:gd name="connsiteY43-13996" fmla="*/ 9184 h 10000"/>
              <a:gd name="connsiteX44-13997" fmla="*/ 8470 w 8470"/>
              <a:gd name="connsiteY44-13998" fmla="*/ 9445 h 10000"/>
              <a:gd name="connsiteX45-13999" fmla="*/ 8470 w 8470"/>
              <a:gd name="connsiteY45-14000" fmla="*/ 9741 h 10000"/>
              <a:gd name="connsiteX46-14001" fmla="*/ 8470 w 8470"/>
              <a:gd name="connsiteY46-14002" fmla="*/ 9741 h 10000"/>
              <a:gd name="connsiteX47-14003" fmla="*/ 8470 w 8470"/>
              <a:gd name="connsiteY47-14004" fmla="*/ 10000 h 10000"/>
              <a:gd name="connsiteX48-14005" fmla="*/ 7742 w 8470"/>
              <a:gd name="connsiteY48-14006" fmla="*/ 9741 h 10000"/>
              <a:gd name="connsiteX49-14007" fmla="*/ 6939 w 8470"/>
              <a:gd name="connsiteY49-14008" fmla="*/ 9741 h 10000"/>
              <a:gd name="connsiteX50-14009" fmla="*/ 5763 w 8470"/>
              <a:gd name="connsiteY50-14010" fmla="*/ 9445 h 10000"/>
              <a:gd name="connsiteX51-14011" fmla="*/ 4243 w 8470"/>
              <a:gd name="connsiteY51-14012" fmla="*/ 8933 h 10000"/>
              <a:gd name="connsiteX52-14013" fmla="*/ 4243 w 8470"/>
              <a:gd name="connsiteY52-14014" fmla="*/ 8933 h 10000"/>
              <a:gd name="connsiteX0-14015" fmla="*/ 5009 w 10000"/>
              <a:gd name="connsiteY0-14016" fmla="*/ 8933 h 10000"/>
              <a:gd name="connsiteX1-14017" fmla="*/ 3700 w 10000"/>
              <a:gd name="connsiteY1-14018" fmla="*/ 8360 h 10000"/>
              <a:gd name="connsiteX2-14019" fmla="*/ 1811 w 10000"/>
              <a:gd name="connsiteY2-14020" fmla="*/ 7855 h 10000"/>
              <a:gd name="connsiteX3-14021" fmla="*/ 0 w 10000"/>
              <a:gd name="connsiteY3-14022" fmla="*/ 7047 h 10000"/>
              <a:gd name="connsiteX4-14023" fmla="*/ 954 w 10000"/>
              <a:gd name="connsiteY4-14024" fmla="*/ 4086 h 10000"/>
              <a:gd name="connsiteX5-14025" fmla="*/ 1811 w 10000"/>
              <a:gd name="connsiteY5-14026" fmla="*/ 4338 h 10000"/>
              <a:gd name="connsiteX6-14027" fmla="*/ 2758 w 10000"/>
              <a:gd name="connsiteY6-14028" fmla="*/ 4854 h 10000"/>
              <a:gd name="connsiteX7-14029" fmla="*/ 3192 w 10000"/>
              <a:gd name="connsiteY7-14030" fmla="*/ 5157 h 10000"/>
              <a:gd name="connsiteX8-14031" fmla="*/ 3700 w 10000"/>
              <a:gd name="connsiteY8-14032" fmla="*/ 5157 h 10000"/>
              <a:gd name="connsiteX9-14033" fmla="*/ 4137 w 10000"/>
              <a:gd name="connsiteY9-14034" fmla="*/ 5408 h 10000"/>
              <a:gd name="connsiteX10-14035" fmla="*/ 4575 w 10000"/>
              <a:gd name="connsiteY10-14036" fmla="*/ 5408 h 10000"/>
              <a:gd name="connsiteX11-14037" fmla="*/ 4575 w 10000"/>
              <a:gd name="connsiteY11-14038" fmla="*/ 5408 h 10000"/>
              <a:gd name="connsiteX12-14039" fmla="*/ 5009 w 10000"/>
              <a:gd name="connsiteY12-14040" fmla="*/ 5157 h 10000"/>
              <a:gd name="connsiteX13-14041" fmla="*/ 5009 w 10000"/>
              <a:gd name="connsiteY13-14042" fmla="*/ 4854 h 10000"/>
              <a:gd name="connsiteX14-14043" fmla="*/ 5521 w 10000"/>
              <a:gd name="connsiteY14-14044" fmla="*/ 4594 h 10000"/>
              <a:gd name="connsiteX15-14045" fmla="*/ 5521 w 10000"/>
              <a:gd name="connsiteY15-14046" fmla="*/ 4338 h 10000"/>
              <a:gd name="connsiteX16-14047" fmla="*/ 5948 w 10000"/>
              <a:gd name="connsiteY16-14048" fmla="*/ 3772 h 10000"/>
              <a:gd name="connsiteX17-14049" fmla="*/ 5948 w 10000"/>
              <a:gd name="connsiteY17-14050" fmla="*/ 3269 h 10000"/>
              <a:gd name="connsiteX18-14051" fmla="*/ 6374 w 10000"/>
              <a:gd name="connsiteY18-14052" fmla="*/ 2704 h 10000"/>
              <a:gd name="connsiteX19-14053" fmla="*/ 6374 w 10000"/>
              <a:gd name="connsiteY19-14054" fmla="*/ 1888 h 10000"/>
              <a:gd name="connsiteX20-14055" fmla="*/ 6804 w 10000"/>
              <a:gd name="connsiteY20-14056" fmla="*/ 1378 h 10000"/>
              <a:gd name="connsiteX21-14057" fmla="*/ 6804 w 10000"/>
              <a:gd name="connsiteY21-14058" fmla="*/ 1066 h 10000"/>
              <a:gd name="connsiteX22-14059" fmla="*/ 7325 w 10000"/>
              <a:gd name="connsiteY22-14060" fmla="*/ 554 h 10000"/>
              <a:gd name="connsiteX23-14061" fmla="*/ 7325 w 10000"/>
              <a:gd name="connsiteY23-14062" fmla="*/ 253 h 10000"/>
              <a:gd name="connsiteX24-14063" fmla="*/ 7766 w 10000"/>
              <a:gd name="connsiteY24-14064" fmla="*/ 0 h 10000"/>
              <a:gd name="connsiteX25-14065" fmla="*/ 7766 w 10000"/>
              <a:gd name="connsiteY25-14066" fmla="*/ 0 h 10000"/>
              <a:gd name="connsiteX26-14067" fmla="*/ 7766 w 10000"/>
              <a:gd name="connsiteY26-14068" fmla="*/ 0 h 10000"/>
              <a:gd name="connsiteX27-14069" fmla="*/ 7766 w 10000"/>
              <a:gd name="connsiteY27-14070" fmla="*/ 0 h 10000"/>
              <a:gd name="connsiteX28-14071" fmla="*/ 8192 w 10000"/>
              <a:gd name="connsiteY28-14072" fmla="*/ 0 h 10000"/>
              <a:gd name="connsiteX29-14073" fmla="*/ 8192 w 10000"/>
              <a:gd name="connsiteY29-14074" fmla="*/ 253 h 10000"/>
              <a:gd name="connsiteX30-14075" fmla="*/ 8192 w 10000"/>
              <a:gd name="connsiteY30-14076" fmla="*/ 554 h 10000"/>
              <a:gd name="connsiteX31-14077" fmla="*/ 8192 w 10000"/>
              <a:gd name="connsiteY31-14078" fmla="*/ 1066 h 10000"/>
              <a:gd name="connsiteX32-14079" fmla="*/ 8717 w 10000"/>
              <a:gd name="connsiteY32-14080" fmla="*/ 1378 h 10000"/>
              <a:gd name="connsiteX33-14081" fmla="*/ 8717 w 10000"/>
              <a:gd name="connsiteY33-14082" fmla="*/ 1888 h 10000"/>
              <a:gd name="connsiteX34-14083" fmla="*/ 8717 w 10000"/>
              <a:gd name="connsiteY34-14084" fmla="*/ 2704 h 10000"/>
              <a:gd name="connsiteX35-14085" fmla="*/ 8717 w 10000"/>
              <a:gd name="connsiteY35-14086" fmla="*/ 3772 h 10000"/>
              <a:gd name="connsiteX36-14087" fmla="*/ 9140 w 10000"/>
              <a:gd name="connsiteY36-14088" fmla="*/ 5157 h 10000"/>
              <a:gd name="connsiteX37-14089" fmla="*/ 9574 w 10000"/>
              <a:gd name="connsiteY37-14090" fmla="*/ 6223 h 10000"/>
              <a:gd name="connsiteX38-14091" fmla="*/ 10000 w 10000"/>
              <a:gd name="connsiteY38-14092" fmla="*/ 7549 h 10000"/>
              <a:gd name="connsiteX39-14093" fmla="*/ 10000 w 10000"/>
              <a:gd name="connsiteY39-14094" fmla="*/ 7855 h 10000"/>
              <a:gd name="connsiteX40-14095" fmla="*/ 10000 w 10000"/>
              <a:gd name="connsiteY40-14096" fmla="*/ 8360 h 10000"/>
              <a:gd name="connsiteX41-14097" fmla="*/ 10000 w 10000"/>
              <a:gd name="connsiteY41-14098" fmla="*/ 8933 h 10000"/>
              <a:gd name="connsiteX42-14099" fmla="*/ 10000 w 10000"/>
              <a:gd name="connsiteY42-14100" fmla="*/ 9184 h 10000"/>
              <a:gd name="connsiteX43-14101" fmla="*/ 10000 w 10000"/>
              <a:gd name="connsiteY43-14102" fmla="*/ 9445 h 10000"/>
              <a:gd name="connsiteX44-14103" fmla="*/ 10000 w 10000"/>
              <a:gd name="connsiteY44-14104" fmla="*/ 9741 h 10000"/>
              <a:gd name="connsiteX45-14105" fmla="*/ 10000 w 10000"/>
              <a:gd name="connsiteY45-14106" fmla="*/ 9741 h 10000"/>
              <a:gd name="connsiteX46-14107" fmla="*/ 10000 w 10000"/>
              <a:gd name="connsiteY46-14108" fmla="*/ 10000 h 10000"/>
              <a:gd name="connsiteX47-14109" fmla="*/ 9140 w 10000"/>
              <a:gd name="connsiteY47-14110" fmla="*/ 9741 h 10000"/>
              <a:gd name="connsiteX48-14111" fmla="*/ 8192 w 10000"/>
              <a:gd name="connsiteY48-14112" fmla="*/ 9741 h 10000"/>
              <a:gd name="connsiteX49-14113" fmla="*/ 6804 w 10000"/>
              <a:gd name="connsiteY49-14114" fmla="*/ 9445 h 10000"/>
              <a:gd name="connsiteX50-14115" fmla="*/ 5009 w 10000"/>
              <a:gd name="connsiteY50-14116" fmla="*/ 8933 h 10000"/>
              <a:gd name="connsiteX51-14117" fmla="*/ 5009 w 10000"/>
              <a:gd name="connsiteY51-14118" fmla="*/ 8933 h 10000"/>
              <a:gd name="connsiteX0-14119" fmla="*/ 5009 w 10000"/>
              <a:gd name="connsiteY0-14120" fmla="*/ 8933 h 10000"/>
              <a:gd name="connsiteX1-14121" fmla="*/ 3700 w 10000"/>
              <a:gd name="connsiteY1-14122" fmla="*/ 8360 h 10000"/>
              <a:gd name="connsiteX2-14123" fmla="*/ 1811 w 10000"/>
              <a:gd name="connsiteY2-14124" fmla="*/ 7855 h 10000"/>
              <a:gd name="connsiteX3-14125" fmla="*/ 0 w 10000"/>
              <a:gd name="connsiteY3-14126" fmla="*/ 7047 h 10000"/>
              <a:gd name="connsiteX4-14127" fmla="*/ 1811 w 10000"/>
              <a:gd name="connsiteY4-14128" fmla="*/ 4338 h 10000"/>
              <a:gd name="connsiteX5-14129" fmla="*/ 2758 w 10000"/>
              <a:gd name="connsiteY5-14130" fmla="*/ 4854 h 10000"/>
              <a:gd name="connsiteX6-14131" fmla="*/ 3192 w 10000"/>
              <a:gd name="connsiteY6-14132" fmla="*/ 5157 h 10000"/>
              <a:gd name="connsiteX7-14133" fmla="*/ 3700 w 10000"/>
              <a:gd name="connsiteY7-14134" fmla="*/ 5157 h 10000"/>
              <a:gd name="connsiteX8-14135" fmla="*/ 4137 w 10000"/>
              <a:gd name="connsiteY8-14136" fmla="*/ 5408 h 10000"/>
              <a:gd name="connsiteX9-14137" fmla="*/ 4575 w 10000"/>
              <a:gd name="connsiteY9-14138" fmla="*/ 5408 h 10000"/>
              <a:gd name="connsiteX10-14139" fmla="*/ 4575 w 10000"/>
              <a:gd name="connsiteY10-14140" fmla="*/ 5408 h 10000"/>
              <a:gd name="connsiteX11-14141" fmla="*/ 5009 w 10000"/>
              <a:gd name="connsiteY11-14142" fmla="*/ 5157 h 10000"/>
              <a:gd name="connsiteX12-14143" fmla="*/ 5009 w 10000"/>
              <a:gd name="connsiteY12-14144" fmla="*/ 4854 h 10000"/>
              <a:gd name="connsiteX13-14145" fmla="*/ 5521 w 10000"/>
              <a:gd name="connsiteY13-14146" fmla="*/ 4594 h 10000"/>
              <a:gd name="connsiteX14-14147" fmla="*/ 5521 w 10000"/>
              <a:gd name="connsiteY14-14148" fmla="*/ 4338 h 10000"/>
              <a:gd name="connsiteX15-14149" fmla="*/ 5948 w 10000"/>
              <a:gd name="connsiteY15-14150" fmla="*/ 3772 h 10000"/>
              <a:gd name="connsiteX16-14151" fmla="*/ 5948 w 10000"/>
              <a:gd name="connsiteY16-14152" fmla="*/ 3269 h 10000"/>
              <a:gd name="connsiteX17-14153" fmla="*/ 6374 w 10000"/>
              <a:gd name="connsiteY17-14154" fmla="*/ 2704 h 10000"/>
              <a:gd name="connsiteX18-14155" fmla="*/ 6374 w 10000"/>
              <a:gd name="connsiteY18-14156" fmla="*/ 1888 h 10000"/>
              <a:gd name="connsiteX19-14157" fmla="*/ 6804 w 10000"/>
              <a:gd name="connsiteY19-14158" fmla="*/ 1378 h 10000"/>
              <a:gd name="connsiteX20-14159" fmla="*/ 6804 w 10000"/>
              <a:gd name="connsiteY20-14160" fmla="*/ 1066 h 10000"/>
              <a:gd name="connsiteX21-14161" fmla="*/ 7325 w 10000"/>
              <a:gd name="connsiteY21-14162" fmla="*/ 554 h 10000"/>
              <a:gd name="connsiteX22-14163" fmla="*/ 7325 w 10000"/>
              <a:gd name="connsiteY22-14164" fmla="*/ 253 h 10000"/>
              <a:gd name="connsiteX23-14165" fmla="*/ 7766 w 10000"/>
              <a:gd name="connsiteY23-14166" fmla="*/ 0 h 10000"/>
              <a:gd name="connsiteX24-14167" fmla="*/ 7766 w 10000"/>
              <a:gd name="connsiteY24-14168" fmla="*/ 0 h 10000"/>
              <a:gd name="connsiteX25-14169" fmla="*/ 7766 w 10000"/>
              <a:gd name="connsiteY25-14170" fmla="*/ 0 h 10000"/>
              <a:gd name="connsiteX26-14171" fmla="*/ 7766 w 10000"/>
              <a:gd name="connsiteY26-14172" fmla="*/ 0 h 10000"/>
              <a:gd name="connsiteX27-14173" fmla="*/ 8192 w 10000"/>
              <a:gd name="connsiteY27-14174" fmla="*/ 0 h 10000"/>
              <a:gd name="connsiteX28-14175" fmla="*/ 8192 w 10000"/>
              <a:gd name="connsiteY28-14176" fmla="*/ 253 h 10000"/>
              <a:gd name="connsiteX29-14177" fmla="*/ 8192 w 10000"/>
              <a:gd name="connsiteY29-14178" fmla="*/ 554 h 10000"/>
              <a:gd name="connsiteX30-14179" fmla="*/ 8192 w 10000"/>
              <a:gd name="connsiteY30-14180" fmla="*/ 1066 h 10000"/>
              <a:gd name="connsiteX31-14181" fmla="*/ 8717 w 10000"/>
              <a:gd name="connsiteY31-14182" fmla="*/ 1378 h 10000"/>
              <a:gd name="connsiteX32-14183" fmla="*/ 8717 w 10000"/>
              <a:gd name="connsiteY32-14184" fmla="*/ 1888 h 10000"/>
              <a:gd name="connsiteX33-14185" fmla="*/ 8717 w 10000"/>
              <a:gd name="connsiteY33-14186" fmla="*/ 2704 h 10000"/>
              <a:gd name="connsiteX34-14187" fmla="*/ 8717 w 10000"/>
              <a:gd name="connsiteY34-14188" fmla="*/ 3772 h 10000"/>
              <a:gd name="connsiteX35-14189" fmla="*/ 9140 w 10000"/>
              <a:gd name="connsiteY35-14190" fmla="*/ 5157 h 10000"/>
              <a:gd name="connsiteX36-14191" fmla="*/ 9574 w 10000"/>
              <a:gd name="connsiteY36-14192" fmla="*/ 6223 h 10000"/>
              <a:gd name="connsiteX37-14193" fmla="*/ 10000 w 10000"/>
              <a:gd name="connsiteY37-14194" fmla="*/ 7549 h 10000"/>
              <a:gd name="connsiteX38-14195" fmla="*/ 10000 w 10000"/>
              <a:gd name="connsiteY38-14196" fmla="*/ 7855 h 10000"/>
              <a:gd name="connsiteX39-14197" fmla="*/ 10000 w 10000"/>
              <a:gd name="connsiteY39-14198" fmla="*/ 8360 h 10000"/>
              <a:gd name="connsiteX40-14199" fmla="*/ 10000 w 10000"/>
              <a:gd name="connsiteY40-14200" fmla="*/ 8933 h 10000"/>
              <a:gd name="connsiteX41-14201" fmla="*/ 10000 w 10000"/>
              <a:gd name="connsiteY41-14202" fmla="*/ 9184 h 10000"/>
              <a:gd name="connsiteX42-14203" fmla="*/ 10000 w 10000"/>
              <a:gd name="connsiteY42-14204" fmla="*/ 9445 h 10000"/>
              <a:gd name="connsiteX43-14205" fmla="*/ 10000 w 10000"/>
              <a:gd name="connsiteY43-14206" fmla="*/ 9741 h 10000"/>
              <a:gd name="connsiteX44-14207" fmla="*/ 10000 w 10000"/>
              <a:gd name="connsiteY44-14208" fmla="*/ 9741 h 10000"/>
              <a:gd name="connsiteX45-14209" fmla="*/ 10000 w 10000"/>
              <a:gd name="connsiteY45-14210" fmla="*/ 10000 h 10000"/>
              <a:gd name="connsiteX46-14211" fmla="*/ 9140 w 10000"/>
              <a:gd name="connsiteY46-14212" fmla="*/ 9741 h 10000"/>
              <a:gd name="connsiteX47-14213" fmla="*/ 8192 w 10000"/>
              <a:gd name="connsiteY47-14214" fmla="*/ 9741 h 10000"/>
              <a:gd name="connsiteX48-14215" fmla="*/ 6804 w 10000"/>
              <a:gd name="connsiteY48-14216" fmla="*/ 9445 h 10000"/>
              <a:gd name="connsiteX49-14217" fmla="*/ 5009 w 10000"/>
              <a:gd name="connsiteY49-14218" fmla="*/ 8933 h 10000"/>
              <a:gd name="connsiteX50-14219" fmla="*/ 5009 w 10000"/>
              <a:gd name="connsiteY50-14220" fmla="*/ 8933 h 10000"/>
              <a:gd name="connsiteX0-14221" fmla="*/ 5009 w 10000"/>
              <a:gd name="connsiteY0-14222" fmla="*/ 8933 h 10000"/>
              <a:gd name="connsiteX1-14223" fmla="*/ 3700 w 10000"/>
              <a:gd name="connsiteY1-14224" fmla="*/ 8360 h 10000"/>
              <a:gd name="connsiteX2-14225" fmla="*/ 1811 w 10000"/>
              <a:gd name="connsiteY2-14226" fmla="*/ 7855 h 10000"/>
              <a:gd name="connsiteX3-14227" fmla="*/ 0 w 10000"/>
              <a:gd name="connsiteY3-14228" fmla="*/ 7047 h 10000"/>
              <a:gd name="connsiteX4-14229" fmla="*/ 2758 w 10000"/>
              <a:gd name="connsiteY4-14230" fmla="*/ 4854 h 10000"/>
              <a:gd name="connsiteX5-14231" fmla="*/ 3192 w 10000"/>
              <a:gd name="connsiteY5-14232" fmla="*/ 5157 h 10000"/>
              <a:gd name="connsiteX6-14233" fmla="*/ 3700 w 10000"/>
              <a:gd name="connsiteY6-14234" fmla="*/ 5157 h 10000"/>
              <a:gd name="connsiteX7-14235" fmla="*/ 4137 w 10000"/>
              <a:gd name="connsiteY7-14236" fmla="*/ 5408 h 10000"/>
              <a:gd name="connsiteX8-14237" fmla="*/ 4575 w 10000"/>
              <a:gd name="connsiteY8-14238" fmla="*/ 5408 h 10000"/>
              <a:gd name="connsiteX9-14239" fmla="*/ 4575 w 10000"/>
              <a:gd name="connsiteY9-14240" fmla="*/ 5408 h 10000"/>
              <a:gd name="connsiteX10-14241" fmla="*/ 5009 w 10000"/>
              <a:gd name="connsiteY10-14242" fmla="*/ 5157 h 10000"/>
              <a:gd name="connsiteX11-14243" fmla="*/ 5009 w 10000"/>
              <a:gd name="connsiteY11-14244" fmla="*/ 4854 h 10000"/>
              <a:gd name="connsiteX12-14245" fmla="*/ 5521 w 10000"/>
              <a:gd name="connsiteY12-14246" fmla="*/ 4594 h 10000"/>
              <a:gd name="connsiteX13-14247" fmla="*/ 5521 w 10000"/>
              <a:gd name="connsiteY13-14248" fmla="*/ 4338 h 10000"/>
              <a:gd name="connsiteX14-14249" fmla="*/ 5948 w 10000"/>
              <a:gd name="connsiteY14-14250" fmla="*/ 3772 h 10000"/>
              <a:gd name="connsiteX15-14251" fmla="*/ 5948 w 10000"/>
              <a:gd name="connsiteY15-14252" fmla="*/ 3269 h 10000"/>
              <a:gd name="connsiteX16-14253" fmla="*/ 6374 w 10000"/>
              <a:gd name="connsiteY16-14254" fmla="*/ 2704 h 10000"/>
              <a:gd name="connsiteX17-14255" fmla="*/ 6374 w 10000"/>
              <a:gd name="connsiteY17-14256" fmla="*/ 1888 h 10000"/>
              <a:gd name="connsiteX18-14257" fmla="*/ 6804 w 10000"/>
              <a:gd name="connsiteY18-14258" fmla="*/ 1378 h 10000"/>
              <a:gd name="connsiteX19-14259" fmla="*/ 6804 w 10000"/>
              <a:gd name="connsiteY19-14260" fmla="*/ 1066 h 10000"/>
              <a:gd name="connsiteX20-14261" fmla="*/ 7325 w 10000"/>
              <a:gd name="connsiteY20-14262" fmla="*/ 554 h 10000"/>
              <a:gd name="connsiteX21-14263" fmla="*/ 7325 w 10000"/>
              <a:gd name="connsiteY21-14264" fmla="*/ 253 h 10000"/>
              <a:gd name="connsiteX22-14265" fmla="*/ 7766 w 10000"/>
              <a:gd name="connsiteY22-14266" fmla="*/ 0 h 10000"/>
              <a:gd name="connsiteX23-14267" fmla="*/ 7766 w 10000"/>
              <a:gd name="connsiteY23-14268" fmla="*/ 0 h 10000"/>
              <a:gd name="connsiteX24-14269" fmla="*/ 7766 w 10000"/>
              <a:gd name="connsiteY24-14270" fmla="*/ 0 h 10000"/>
              <a:gd name="connsiteX25-14271" fmla="*/ 7766 w 10000"/>
              <a:gd name="connsiteY25-14272" fmla="*/ 0 h 10000"/>
              <a:gd name="connsiteX26-14273" fmla="*/ 8192 w 10000"/>
              <a:gd name="connsiteY26-14274" fmla="*/ 0 h 10000"/>
              <a:gd name="connsiteX27-14275" fmla="*/ 8192 w 10000"/>
              <a:gd name="connsiteY27-14276" fmla="*/ 253 h 10000"/>
              <a:gd name="connsiteX28-14277" fmla="*/ 8192 w 10000"/>
              <a:gd name="connsiteY28-14278" fmla="*/ 554 h 10000"/>
              <a:gd name="connsiteX29-14279" fmla="*/ 8192 w 10000"/>
              <a:gd name="connsiteY29-14280" fmla="*/ 1066 h 10000"/>
              <a:gd name="connsiteX30-14281" fmla="*/ 8717 w 10000"/>
              <a:gd name="connsiteY30-14282" fmla="*/ 1378 h 10000"/>
              <a:gd name="connsiteX31-14283" fmla="*/ 8717 w 10000"/>
              <a:gd name="connsiteY31-14284" fmla="*/ 1888 h 10000"/>
              <a:gd name="connsiteX32-14285" fmla="*/ 8717 w 10000"/>
              <a:gd name="connsiteY32-14286" fmla="*/ 2704 h 10000"/>
              <a:gd name="connsiteX33-14287" fmla="*/ 8717 w 10000"/>
              <a:gd name="connsiteY33-14288" fmla="*/ 3772 h 10000"/>
              <a:gd name="connsiteX34-14289" fmla="*/ 9140 w 10000"/>
              <a:gd name="connsiteY34-14290" fmla="*/ 5157 h 10000"/>
              <a:gd name="connsiteX35-14291" fmla="*/ 9574 w 10000"/>
              <a:gd name="connsiteY35-14292" fmla="*/ 6223 h 10000"/>
              <a:gd name="connsiteX36-14293" fmla="*/ 10000 w 10000"/>
              <a:gd name="connsiteY36-14294" fmla="*/ 7549 h 10000"/>
              <a:gd name="connsiteX37-14295" fmla="*/ 10000 w 10000"/>
              <a:gd name="connsiteY37-14296" fmla="*/ 7855 h 10000"/>
              <a:gd name="connsiteX38-14297" fmla="*/ 10000 w 10000"/>
              <a:gd name="connsiteY38-14298" fmla="*/ 8360 h 10000"/>
              <a:gd name="connsiteX39-14299" fmla="*/ 10000 w 10000"/>
              <a:gd name="connsiteY39-14300" fmla="*/ 8933 h 10000"/>
              <a:gd name="connsiteX40-14301" fmla="*/ 10000 w 10000"/>
              <a:gd name="connsiteY40-14302" fmla="*/ 9184 h 10000"/>
              <a:gd name="connsiteX41-14303" fmla="*/ 10000 w 10000"/>
              <a:gd name="connsiteY41-14304" fmla="*/ 9445 h 10000"/>
              <a:gd name="connsiteX42-14305" fmla="*/ 10000 w 10000"/>
              <a:gd name="connsiteY42-14306" fmla="*/ 9741 h 10000"/>
              <a:gd name="connsiteX43-14307" fmla="*/ 10000 w 10000"/>
              <a:gd name="connsiteY43-14308" fmla="*/ 9741 h 10000"/>
              <a:gd name="connsiteX44-14309" fmla="*/ 10000 w 10000"/>
              <a:gd name="connsiteY44-14310" fmla="*/ 10000 h 10000"/>
              <a:gd name="connsiteX45-14311" fmla="*/ 9140 w 10000"/>
              <a:gd name="connsiteY45-14312" fmla="*/ 9741 h 10000"/>
              <a:gd name="connsiteX46-14313" fmla="*/ 8192 w 10000"/>
              <a:gd name="connsiteY46-14314" fmla="*/ 9741 h 10000"/>
              <a:gd name="connsiteX47-14315" fmla="*/ 6804 w 10000"/>
              <a:gd name="connsiteY47-14316" fmla="*/ 9445 h 10000"/>
              <a:gd name="connsiteX48-14317" fmla="*/ 5009 w 10000"/>
              <a:gd name="connsiteY48-14318" fmla="*/ 8933 h 10000"/>
              <a:gd name="connsiteX49-14319" fmla="*/ 5009 w 10000"/>
              <a:gd name="connsiteY49-14320" fmla="*/ 8933 h 10000"/>
              <a:gd name="connsiteX0-14321" fmla="*/ 5009 w 10000"/>
              <a:gd name="connsiteY0-14322" fmla="*/ 8933 h 10000"/>
              <a:gd name="connsiteX1-14323" fmla="*/ 3700 w 10000"/>
              <a:gd name="connsiteY1-14324" fmla="*/ 8360 h 10000"/>
              <a:gd name="connsiteX2-14325" fmla="*/ 1811 w 10000"/>
              <a:gd name="connsiteY2-14326" fmla="*/ 7855 h 10000"/>
              <a:gd name="connsiteX3-14327" fmla="*/ 0 w 10000"/>
              <a:gd name="connsiteY3-14328" fmla="*/ 7047 h 10000"/>
              <a:gd name="connsiteX4-14329" fmla="*/ 3192 w 10000"/>
              <a:gd name="connsiteY4-14330" fmla="*/ 5157 h 10000"/>
              <a:gd name="connsiteX5-14331" fmla="*/ 3700 w 10000"/>
              <a:gd name="connsiteY5-14332" fmla="*/ 5157 h 10000"/>
              <a:gd name="connsiteX6-14333" fmla="*/ 4137 w 10000"/>
              <a:gd name="connsiteY6-14334" fmla="*/ 5408 h 10000"/>
              <a:gd name="connsiteX7-14335" fmla="*/ 4575 w 10000"/>
              <a:gd name="connsiteY7-14336" fmla="*/ 5408 h 10000"/>
              <a:gd name="connsiteX8-14337" fmla="*/ 4575 w 10000"/>
              <a:gd name="connsiteY8-14338" fmla="*/ 5408 h 10000"/>
              <a:gd name="connsiteX9-14339" fmla="*/ 5009 w 10000"/>
              <a:gd name="connsiteY9-14340" fmla="*/ 5157 h 10000"/>
              <a:gd name="connsiteX10-14341" fmla="*/ 5009 w 10000"/>
              <a:gd name="connsiteY10-14342" fmla="*/ 4854 h 10000"/>
              <a:gd name="connsiteX11-14343" fmla="*/ 5521 w 10000"/>
              <a:gd name="connsiteY11-14344" fmla="*/ 4594 h 10000"/>
              <a:gd name="connsiteX12-14345" fmla="*/ 5521 w 10000"/>
              <a:gd name="connsiteY12-14346" fmla="*/ 4338 h 10000"/>
              <a:gd name="connsiteX13-14347" fmla="*/ 5948 w 10000"/>
              <a:gd name="connsiteY13-14348" fmla="*/ 3772 h 10000"/>
              <a:gd name="connsiteX14-14349" fmla="*/ 5948 w 10000"/>
              <a:gd name="connsiteY14-14350" fmla="*/ 3269 h 10000"/>
              <a:gd name="connsiteX15-14351" fmla="*/ 6374 w 10000"/>
              <a:gd name="connsiteY15-14352" fmla="*/ 2704 h 10000"/>
              <a:gd name="connsiteX16-14353" fmla="*/ 6374 w 10000"/>
              <a:gd name="connsiteY16-14354" fmla="*/ 1888 h 10000"/>
              <a:gd name="connsiteX17-14355" fmla="*/ 6804 w 10000"/>
              <a:gd name="connsiteY17-14356" fmla="*/ 1378 h 10000"/>
              <a:gd name="connsiteX18-14357" fmla="*/ 6804 w 10000"/>
              <a:gd name="connsiteY18-14358" fmla="*/ 1066 h 10000"/>
              <a:gd name="connsiteX19-14359" fmla="*/ 7325 w 10000"/>
              <a:gd name="connsiteY19-14360" fmla="*/ 554 h 10000"/>
              <a:gd name="connsiteX20-14361" fmla="*/ 7325 w 10000"/>
              <a:gd name="connsiteY20-14362" fmla="*/ 253 h 10000"/>
              <a:gd name="connsiteX21-14363" fmla="*/ 7766 w 10000"/>
              <a:gd name="connsiteY21-14364" fmla="*/ 0 h 10000"/>
              <a:gd name="connsiteX22-14365" fmla="*/ 7766 w 10000"/>
              <a:gd name="connsiteY22-14366" fmla="*/ 0 h 10000"/>
              <a:gd name="connsiteX23-14367" fmla="*/ 7766 w 10000"/>
              <a:gd name="connsiteY23-14368" fmla="*/ 0 h 10000"/>
              <a:gd name="connsiteX24-14369" fmla="*/ 7766 w 10000"/>
              <a:gd name="connsiteY24-14370" fmla="*/ 0 h 10000"/>
              <a:gd name="connsiteX25-14371" fmla="*/ 8192 w 10000"/>
              <a:gd name="connsiteY25-14372" fmla="*/ 0 h 10000"/>
              <a:gd name="connsiteX26-14373" fmla="*/ 8192 w 10000"/>
              <a:gd name="connsiteY26-14374" fmla="*/ 253 h 10000"/>
              <a:gd name="connsiteX27-14375" fmla="*/ 8192 w 10000"/>
              <a:gd name="connsiteY27-14376" fmla="*/ 554 h 10000"/>
              <a:gd name="connsiteX28-14377" fmla="*/ 8192 w 10000"/>
              <a:gd name="connsiteY28-14378" fmla="*/ 1066 h 10000"/>
              <a:gd name="connsiteX29-14379" fmla="*/ 8717 w 10000"/>
              <a:gd name="connsiteY29-14380" fmla="*/ 1378 h 10000"/>
              <a:gd name="connsiteX30-14381" fmla="*/ 8717 w 10000"/>
              <a:gd name="connsiteY30-14382" fmla="*/ 1888 h 10000"/>
              <a:gd name="connsiteX31-14383" fmla="*/ 8717 w 10000"/>
              <a:gd name="connsiteY31-14384" fmla="*/ 2704 h 10000"/>
              <a:gd name="connsiteX32-14385" fmla="*/ 8717 w 10000"/>
              <a:gd name="connsiteY32-14386" fmla="*/ 3772 h 10000"/>
              <a:gd name="connsiteX33-14387" fmla="*/ 9140 w 10000"/>
              <a:gd name="connsiteY33-14388" fmla="*/ 5157 h 10000"/>
              <a:gd name="connsiteX34-14389" fmla="*/ 9574 w 10000"/>
              <a:gd name="connsiteY34-14390" fmla="*/ 6223 h 10000"/>
              <a:gd name="connsiteX35-14391" fmla="*/ 10000 w 10000"/>
              <a:gd name="connsiteY35-14392" fmla="*/ 7549 h 10000"/>
              <a:gd name="connsiteX36-14393" fmla="*/ 10000 w 10000"/>
              <a:gd name="connsiteY36-14394" fmla="*/ 7855 h 10000"/>
              <a:gd name="connsiteX37-14395" fmla="*/ 10000 w 10000"/>
              <a:gd name="connsiteY37-14396" fmla="*/ 8360 h 10000"/>
              <a:gd name="connsiteX38-14397" fmla="*/ 10000 w 10000"/>
              <a:gd name="connsiteY38-14398" fmla="*/ 8933 h 10000"/>
              <a:gd name="connsiteX39-14399" fmla="*/ 10000 w 10000"/>
              <a:gd name="connsiteY39-14400" fmla="*/ 9184 h 10000"/>
              <a:gd name="connsiteX40-14401" fmla="*/ 10000 w 10000"/>
              <a:gd name="connsiteY40-14402" fmla="*/ 9445 h 10000"/>
              <a:gd name="connsiteX41-14403" fmla="*/ 10000 w 10000"/>
              <a:gd name="connsiteY41-14404" fmla="*/ 9741 h 10000"/>
              <a:gd name="connsiteX42-14405" fmla="*/ 10000 w 10000"/>
              <a:gd name="connsiteY42-14406" fmla="*/ 9741 h 10000"/>
              <a:gd name="connsiteX43-14407" fmla="*/ 10000 w 10000"/>
              <a:gd name="connsiteY43-14408" fmla="*/ 10000 h 10000"/>
              <a:gd name="connsiteX44-14409" fmla="*/ 9140 w 10000"/>
              <a:gd name="connsiteY44-14410" fmla="*/ 9741 h 10000"/>
              <a:gd name="connsiteX45-14411" fmla="*/ 8192 w 10000"/>
              <a:gd name="connsiteY45-14412" fmla="*/ 9741 h 10000"/>
              <a:gd name="connsiteX46-14413" fmla="*/ 6804 w 10000"/>
              <a:gd name="connsiteY46-14414" fmla="*/ 9445 h 10000"/>
              <a:gd name="connsiteX47-14415" fmla="*/ 5009 w 10000"/>
              <a:gd name="connsiteY47-14416" fmla="*/ 8933 h 10000"/>
              <a:gd name="connsiteX48-14417" fmla="*/ 5009 w 10000"/>
              <a:gd name="connsiteY48-14418" fmla="*/ 8933 h 10000"/>
              <a:gd name="connsiteX0-14419" fmla="*/ 5009 w 10000"/>
              <a:gd name="connsiteY0-14420" fmla="*/ 8933 h 10000"/>
              <a:gd name="connsiteX1-14421" fmla="*/ 3700 w 10000"/>
              <a:gd name="connsiteY1-14422" fmla="*/ 8360 h 10000"/>
              <a:gd name="connsiteX2-14423" fmla="*/ 1811 w 10000"/>
              <a:gd name="connsiteY2-14424" fmla="*/ 7855 h 10000"/>
              <a:gd name="connsiteX3-14425" fmla="*/ 0 w 10000"/>
              <a:gd name="connsiteY3-14426" fmla="*/ 7047 h 10000"/>
              <a:gd name="connsiteX4-14427" fmla="*/ 3192 w 10000"/>
              <a:gd name="connsiteY4-14428" fmla="*/ 5157 h 10000"/>
              <a:gd name="connsiteX5-14429" fmla="*/ 4137 w 10000"/>
              <a:gd name="connsiteY5-14430" fmla="*/ 5408 h 10000"/>
              <a:gd name="connsiteX6-14431" fmla="*/ 4575 w 10000"/>
              <a:gd name="connsiteY6-14432" fmla="*/ 5408 h 10000"/>
              <a:gd name="connsiteX7-14433" fmla="*/ 4575 w 10000"/>
              <a:gd name="connsiteY7-14434" fmla="*/ 5408 h 10000"/>
              <a:gd name="connsiteX8-14435" fmla="*/ 5009 w 10000"/>
              <a:gd name="connsiteY8-14436" fmla="*/ 5157 h 10000"/>
              <a:gd name="connsiteX9-14437" fmla="*/ 5009 w 10000"/>
              <a:gd name="connsiteY9-14438" fmla="*/ 4854 h 10000"/>
              <a:gd name="connsiteX10-14439" fmla="*/ 5521 w 10000"/>
              <a:gd name="connsiteY10-14440" fmla="*/ 4594 h 10000"/>
              <a:gd name="connsiteX11-14441" fmla="*/ 5521 w 10000"/>
              <a:gd name="connsiteY11-14442" fmla="*/ 4338 h 10000"/>
              <a:gd name="connsiteX12-14443" fmla="*/ 5948 w 10000"/>
              <a:gd name="connsiteY12-14444" fmla="*/ 3772 h 10000"/>
              <a:gd name="connsiteX13-14445" fmla="*/ 5948 w 10000"/>
              <a:gd name="connsiteY13-14446" fmla="*/ 3269 h 10000"/>
              <a:gd name="connsiteX14-14447" fmla="*/ 6374 w 10000"/>
              <a:gd name="connsiteY14-14448" fmla="*/ 2704 h 10000"/>
              <a:gd name="connsiteX15-14449" fmla="*/ 6374 w 10000"/>
              <a:gd name="connsiteY15-14450" fmla="*/ 1888 h 10000"/>
              <a:gd name="connsiteX16-14451" fmla="*/ 6804 w 10000"/>
              <a:gd name="connsiteY16-14452" fmla="*/ 1378 h 10000"/>
              <a:gd name="connsiteX17-14453" fmla="*/ 6804 w 10000"/>
              <a:gd name="connsiteY17-14454" fmla="*/ 1066 h 10000"/>
              <a:gd name="connsiteX18-14455" fmla="*/ 7325 w 10000"/>
              <a:gd name="connsiteY18-14456" fmla="*/ 554 h 10000"/>
              <a:gd name="connsiteX19-14457" fmla="*/ 7325 w 10000"/>
              <a:gd name="connsiteY19-14458" fmla="*/ 253 h 10000"/>
              <a:gd name="connsiteX20-14459" fmla="*/ 7766 w 10000"/>
              <a:gd name="connsiteY20-14460" fmla="*/ 0 h 10000"/>
              <a:gd name="connsiteX21-14461" fmla="*/ 7766 w 10000"/>
              <a:gd name="connsiteY21-14462" fmla="*/ 0 h 10000"/>
              <a:gd name="connsiteX22-14463" fmla="*/ 7766 w 10000"/>
              <a:gd name="connsiteY22-14464" fmla="*/ 0 h 10000"/>
              <a:gd name="connsiteX23-14465" fmla="*/ 7766 w 10000"/>
              <a:gd name="connsiteY23-14466" fmla="*/ 0 h 10000"/>
              <a:gd name="connsiteX24-14467" fmla="*/ 8192 w 10000"/>
              <a:gd name="connsiteY24-14468" fmla="*/ 0 h 10000"/>
              <a:gd name="connsiteX25-14469" fmla="*/ 8192 w 10000"/>
              <a:gd name="connsiteY25-14470" fmla="*/ 253 h 10000"/>
              <a:gd name="connsiteX26-14471" fmla="*/ 8192 w 10000"/>
              <a:gd name="connsiteY26-14472" fmla="*/ 554 h 10000"/>
              <a:gd name="connsiteX27-14473" fmla="*/ 8192 w 10000"/>
              <a:gd name="connsiteY27-14474" fmla="*/ 1066 h 10000"/>
              <a:gd name="connsiteX28-14475" fmla="*/ 8717 w 10000"/>
              <a:gd name="connsiteY28-14476" fmla="*/ 1378 h 10000"/>
              <a:gd name="connsiteX29-14477" fmla="*/ 8717 w 10000"/>
              <a:gd name="connsiteY29-14478" fmla="*/ 1888 h 10000"/>
              <a:gd name="connsiteX30-14479" fmla="*/ 8717 w 10000"/>
              <a:gd name="connsiteY30-14480" fmla="*/ 2704 h 10000"/>
              <a:gd name="connsiteX31-14481" fmla="*/ 8717 w 10000"/>
              <a:gd name="connsiteY31-14482" fmla="*/ 3772 h 10000"/>
              <a:gd name="connsiteX32-14483" fmla="*/ 9140 w 10000"/>
              <a:gd name="connsiteY32-14484" fmla="*/ 5157 h 10000"/>
              <a:gd name="connsiteX33-14485" fmla="*/ 9574 w 10000"/>
              <a:gd name="connsiteY33-14486" fmla="*/ 6223 h 10000"/>
              <a:gd name="connsiteX34-14487" fmla="*/ 10000 w 10000"/>
              <a:gd name="connsiteY34-14488" fmla="*/ 7549 h 10000"/>
              <a:gd name="connsiteX35-14489" fmla="*/ 10000 w 10000"/>
              <a:gd name="connsiteY35-14490" fmla="*/ 7855 h 10000"/>
              <a:gd name="connsiteX36-14491" fmla="*/ 10000 w 10000"/>
              <a:gd name="connsiteY36-14492" fmla="*/ 8360 h 10000"/>
              <a:gd name="connsiteX37-14493" fmla="*/ 10000 w 10000"/>
              <a:gd name="connsiteY37-14494" fmla="*/ 8933 h 10000"/>
              <a:gd name="connsiteX38-14495" fmla="*/ 10000 w 10000"/>
              <a:gd name="connsiteY38-14496" fmla="*/ 9184 h 10000"/>
              <a:gd name="connsiteX39-14497" fmla="*/ 10000 w 10000"/>
              <a:gd name="connsiteY39-14498" fmla="*/ 9445 h 10000"/>
              <a:gd name="connsiteX40-14499" fmla="*/ 10000 w 10000"/>
              <a:gd name="connsiteY40-14500" fmla="*/ 9741 h 10000"/>
              <a:gd name="connsiteX41-14501" fmla="*/ 10000 w 10000"/>
              <a:gd name="connsiteY41-14502" fmla="*/ 9741 h 10000"/>
              <a:gd name="connsiteX42-14503" fmla="*/ 10000 w 10000"/>
              <a:gd name="connsiteY42-14504" fmla="*/ 10000 h 10000"/>
              <a:gd name="connsiteX43-14505" fmla="*/ 9140 w 10000"/>
              <a:gd name="connsiteY43-14506" fmla="*/ 9741 h 10000"/>
              <a:gd name="connsiteX44-14507" fmla="*/ 8192 w 10000"/>
              <a:gd name="connsiteY44-14508" fmla="*/ 9741 h 10000"/>
              <a:gd name="connsiteX45-14509" fmla="*/ 6804 w 10000"/>
              <a:gd name="connsiteY45-14510" fmla="*/ 9445 h 10000"/>
              <a:gd name="connsiteX46-14511" fmla="*/ 5009 w 10000"/>
              <a:gd name="connsiteY46-14512" fmla="*/ 8933 h 10000"/>
              <a:gd name="connsiteX47-14513" fmla="*/ 5009 w 10000"/>
              <a:gd name="connsiteY47-14514" fmla="*/ 8933 h 10000"/>
              <a:gd name="connsiteX0-14515" fmla="*/ 5009 w 10000"/>
              <a:gd name="connsiteY0-14516" fmla="*/ 8933 h 10000"/>
              <a:gd name="connsiteX1-14517" fmla="*/ 3700 w 10000"/>
              <a:gd name="connsiteY1-14518" fmla="*/ 8360 h 10000"/>
              <a:gd name="connsiteX2-14519" fmla="*/ 1811 w 10000"/>
              <a:gd name="connsiteY2-14520" fmla="*/ 7855 h 10000"/>
              <a:gd name="connsiteX3-14521" fmla="*/ 0 w 10000"/>
              <a:gd name="connsiteY3-14522" fmla="*/ 7047 h 10000"/>
              <a:gd name="connsiteX4-14523" fmla="*/ 4137 w 10000"/>
              <a:gd name="connsiteY4-14524" fmla="*/ 5408 h 10000"/>
              <a:gd name="connsiteX5-14525" fmla="*/ 4575 w 10000"/>
              <a:gd name="connsiteY5-14526" fmla="*/ 5408 h 10000"/>
              <a:gd name="connsiteX6-14527" fmla="*/ 4575 w 10000"/>
              <a:gd name="connsiteY6-14528" fmla="*/ 5408 h 10000"/>
              <a:gd name="connsiteX7-14529" fmla="*/ 5009 w 10000"/>
              <a:gd name="connsiteY7-14530" fmla="*/ 5157 h 10000"/>
              <a:gd name="connsiteX8-14531" fmla="*/ 5009 w 10000"/>
              <a:gd name="connsiteY8-14532" fmla="*/ 4854 h 10000"/>
              <a:gd name="connsiteX9-14533" fmla="*/ 5521 w 10000"/>
              <a:gd name="connsiteY9-14534" fmla="*/ 4594 h 10000"/>
              <a:gd name="connsiteX10-14535" fmla="*/ 5521 w 10000"/>
              <a:gd name="connsiteY10-14536" fmla="*/ 4338 h 10000"/>
              <a:gd name="connsiteX11-14537" fmla="*/ 5948 w 10000"/>
              <a:gd name="connsiteY11-14538" fmla="*/ 3772 h 10000"/>
              <a:gd name="connsiteX12-14539" fmla="*/ 5948 w 10000"/>
              <a:gd name="connsiteY12-14540" fmla="*/ 3269 h 10000"/>
              <a:gd name="connsiteX13-14541" fmla="*/ 6374 w 10000"/>
              <a:gd name="connsiteY13-14542" fmla="*/ 2704 h 10000"/>
              <a:gd name="connsiteX14-14543" fmla="*/ 6374 w 10000"/>
              <a:gd name="connsiteY14-14544" fmla="*/ 1888 h 10000"/>
              <a:gd name="connsiteX15-14545" fmla="*/ 6804 w 10000"/>
              <a:gd name="connsiteY15-14546" fmla="*/ 1378 h 10000"/>
              <a:gd name="connsiteX16-14547" fmla="*/ 6804 w 10000"/>
              <a:gd name="connsiteY16-14548" fmla="*/ 1066 h 10000"/>
              <a:gd name="connsiteX17-14549" fmla="*/ 7325 w 10000"/>
              <a:gd name="connsiteY17-14550" fmla="*/ 554 h 10000"/>
              <a:gd name="connsiteX18-14551" fmla="*/ 7325 w 10000"/>
              <a:gd name="connsiteY18-14552" fmla="*/ 253 h 10000"/>
              <a:gd name="connsiteX19-14553" fmla="*/ 7766 w 10000"/>
              <a:gd name="connsiteY19-14554" fmla="*/ 0 h 10000"/>
              <a:gd name="connsiteX20-14555" fmla="*/ 7766 w 10000"/>
              <a:gd name="connsiteY20-14556" fmla="*/ 0 h 10000"/>
              <a:gd name="connsiteX21-14557" fmla="*/ 7766 w 10000"/>
              <a:gd name="connsiteY21-14558" fmla="*/ 0 h 10000"/>
              <a:gd name="connsiteX22-14559" fmla="*/ 7766 w 10000"/>
              <a:gd name="connsiteY22-14560" fmla="*/ 0 h 10000"/>
              <a:gd name="connsiteX23-14561" fmla="*/ 8192 w 10000"/>
              <a:gd name="connsiteY23-14562" fmla="*/ 0 h 10000"/>
              <a:gd name="connsiteX24-14563" fmla="*/ 8192 w 10000"/>
              <a:gd name="connsiteY24-14564" fmla="*/ 253 h 10000"/>
              <a:gd name="connsiteX25-14565" fmla="*/ 8192 w 10000"/>
              <a:gd name="connsiteY25-14566" fmla="*/ 554 h 10000"/>
              <a:gd name="connsiteX26-14567" fmla="*/ 8192 w 10000"/>
              <a:gd name="connsiteY26-14568" fmla="*/ 1066 h 10000"/>
              <a:gd name="connsiteX27-14569" fmla="*/ 8717 w 10000"/>
              <a:gd name="connsiteY27-14570" fmla="*/ 1378 h 10000"/>
              <a:gd name="connsiteX28-14571" fmla="*/ 8717 w 10000"/>
              <a:gd name="connsiteY28-14572" fmla="*/ 1888 h 10000"/>
              <a:gd name="connsiteX29-14573" fmla="*/ 8717 w 10000"/>
              <a:gd name="connsiteY29-14574" fmla="*/ 2704 h 10000"/>
              <a:gd name="connsiteX30-14575" fmla="*/ 8717 w 10000"/>
              <a:gd name="connsiteY30-14576" fmla="*/ 3772 h 10000"/>
              <a:gd name="connsiteX31-14577" fmla="*/ 9140 w 10000"/>
              <a:gd name="connsiteY31-14578" fmla="*/ 5157 h 10000"/>
              <a:gd name="connsiteX32-14579" fmla="*/ 9574 w 10000"/>
              <a:gd name="connsiteY32-14580" fmla="*/ 6223 h 10000"/>
              <a:gd name="connsiteX33-14581" fmla="*/ 10000 w 10000"/>
              <a:gd name="connsiteY33-14582" fmla="*/ 7549 h 10000"/>
              <a:gd name="connsiteX34-14583" fmla="*/ 10000 w 10000"/>
              <a:gd name="connsiteY34-14584" fmla="*/ 7855 h 10000"/>
              <a:gd name="connsiteX35-14585" fmla="*/ 10000 w 10000"/>
              <a:gd name="connsiteY35-14586" fmla="*/ 8360 h 10000"/>
              <a:gd name="connsiteX36-14587" fmla="*/ 10000 w 10000"/>
              <a:gd name="connsiteY36-14588" fmla="*/ 8933 h 10000"/>
              <a:gd name="connsiteX37-14589" fmla="*/ 10000 w 10000"/>
              <a:gd name="connsiteY37-14590" fmla="*/ 9184 h 10000"/>
              <a:gd name="connsiteX38-14591" fmla="*/ 10000 w 10000"/>
              <a:gd name="connsiteY38-14592" fmla="*/ 9445 h 10000"/>
              <a:gd name="connsiteX39-14593" fmla="*/ 10000 w 10000"/>
              <a:gd name="connsiteY39-14594" fmla="*/ 9741 h 10000"/>
              <a:gd name="connsiteX40-14595" fmla="*/ 10000 w 10000"/>
              <a:gd name="connsiteY40-14596" fmla="*/ 9741 h 10000"/>
              <a:gd name="connsiteX41-14597" fmla="*/ 10000 w 10000"/>
              <a:gd name="connsiteY41-14598" fmla="*/ 10000 h 10000"/>
              <a:gd name="connsiteX42-14599" fmla="*/ 9140 w 10000"/>
              <a:gd name="connsiteY42-14600" fmla="*/ 9741 h 10000"/>
              <a:gd name="connsiteX43-14601" fmla="*/ 8192 w 10000"/>
              <a:gd name="connsiteY43-14602" fmla="*/ 9741 h 10000"/>
              <a:gd name="connsiteX44-14603" fmla="*/ 6804 w 10000"/>
              <a:gd name="connsiteY44-14604" fmla="*/ 9445 h 10000"/>
              <a:gd name="connsiteX45-14605" fmla="*/ 5009 w 10000"/>
              <a:gd name="connsiteY45-14606" fmla="*/ 8933 h 10000"/>
              <a:gd name="connsiteX46-14607" fmla="*/ 5009 w 10000"/>
              <a:gd name="connsiteY46-14608" fmla="*/ 8933 h 10000"/>
              <a:gd name="connsiteX0-14609" fmla="*/ 3198 w 8189"/>
              <a:gd name="connsiteY0-14610" fmla="*/ 8933 h 10000"/>
              <a:gd name="connsiteX1-14611" fmla="*/ 1889 w 8189"/>
              <a:gd name="connsiteY1-14612" fmla="*/ 8360 h 10000"/>
              <a:gd name="connsiteX2-14613" fmla="*/ 0 w 8189"/>
              <a:gd name="connsiteY2-14614" fmla="*/ 7855 h 10000"/>
              <a:gd name="connsiteX3-14615" fmla="*/ 2326 w 8189"/>
              <a:gd name="connsiteY3-14616" fmla="*/ 5408 h 10000"/>
              <a:gd name="connsiteX4-14617" fmla="*/ 2764 w 8189"/>
              <a:gd name="connsiteY4-14618" fmla="*/ 5408 h 10000"/>
              <a:gd name="connsiteX5-14619" fmla="*/ 2764 w 8189"/>
              <a:gd name="connsiteY5-14620" fmla="*/ 5408 h 10000"/>
              <a:gd name="connsiteX6-14621" fmla="*/ 3198 w 8189"/>
              <a:gd name="connsiteY6-14622" fmla="*/ 5157 h 10000"/>
              <a:gd name="connsiteX7-14623" fmla="*/ 3198 w 8189"/>
              <a:gd name="connsiteY7-14624" fmla="*/ 4854 h 10000"/>
              <a:gd name="connsiteX8-14625" fmla="*/ 3710 w 8189"/>
              <a:gd name="connsiteY8-14626" fmla="*/ 4594 h 10000"/>
              <a:gd name="connsiteX9-14627" fmla="*/ 3710 w 8189"/>
              <a:gd name="connsiteY9-14628" fmla="*/ 4338 h 10000"/>
              <a:gd name="connsiteX10-14629" fmla="*/ 4137 w 8189"/>
              <a:gd name="connsiteY10-14630" fmla="*/ 3772 h 10000"/>
              <a:gd name="connsiteX11-14631" fmla="*/ 4137 w 8189"/>
              <a:gd name="connsiteY11-14632" fmla="*/ 3269 h 10000"/>
              <a:gd name="connsiteX12-14633" fmla="*/ 4563 w 8189"/>
              <a:gd name="connsiteY12-14634" fmla="*/ 2704 h 10000"/>
              <a:gd name="connsiteX13-14635" fmla="*/ 4563 w 8189"/>
              <a:gd name="connsiteY13-14636" fmla="*/ 1888 h 10000"/>
              <a:gd name="connsiteX14-14637" fmla="*/ 4993 w 8189"/>
              <a:gd name="connsiteY14-14638" fmla="*/ 1378 h 10000"/>
              <a:gd name="connsiteX15-14639" fmla="*/ 4993 w 8189"/>
              <a:gd name="connsiteY15-14640" fmla="*/ 1066 h 10000"/>
              <a:gd name="connsiteX16-14641" fmla="*/ 5514 w 8189"/>
              <a:gd name="connsiteY16-14642" fmla="*/ 554 h 10000"/>
              <a:gd name="connsiteX17-14643" fmla="*/ 5514 w 8189"/>
              <a:gd name="connsiteY17-14644" fmla="*/ 253 h 10000"/>
              <a:gd name="connsiteX18-14645" fmla="*/ 5955 w 8189"/>
              <a:gd name="connsiteY18-14646" fmla="*/ 0 h 10000"/>
              <a:gd name="connsiteX19-14647" fmla="*/ 5955 w 8189"/>
              <a:gd name="connsiteY19-14648" fmla="*/ 0 h 10000"/>
              <a:gd name="connsiteX20-14649" fmla="*/ 5955 w 8189"/>
              <a:gd name="connsiteY20-14650" fmla="*/ 0 h 10000"/>
              <a:gd name="connsiteX21-14651" fmla="*/ 5955 w 8189"/>
              <a:gd name="connsiteY21-14652" fmla="*/ 0 h 10000"/>
              <a:gd name="connsiteX22-14653" fmla="*/ 6381 w 8189"/>
              <a:gd name="connsiteY22-14654" fmla="*/ 0 h 10000"/>
              <a:gd name="connsiteX23-14655" fmla="*/ 6381 w 8189"/>
              <a:gd name="connsiteY23-14656" fmla="*/ 253 h 10000"/>
              <a:gd name="connsiteX24-14657" fmla="*/ 6381 w 8189"/>
              <a:gd name="connsiteY24-14658" fmla="*/ 554 h 10000"/>
              <a:gd name="connsiteX25-14659" fmla="*/ 6381 w 8189"/>
              <a:gd name="connsiteY25-14660" fmla="*/ 1066 h 10000"/>
              <a:gd name="connsiteX26-14661" fmla="*/ 6906 w 8189"/>
              <a:gd name="connsiteY26-14662" fmla="*/ 1378 h 10000"/>
              <a:gd name="connsiteX27-14663" fmla="*/ 6906 w 8189"/>
              <a:gd name="connsiteY27-14664" fmla="*/ 1888 h 10000"/>
              <a:gd name="connsiteX28-14665" fmla="*/ 6906 w 8189"/>
              <a:gd name="connsiteY28-14666" fmla="*/ 2704 h 10000"/>
              <a:gd name="connsiteX29-14667" fmla="*/ 6906 w 8189"/>
              <a:gd name="connsiteY29-14668" fmla="*/ 3772 h 10000"/>
              <a:gd name="connsiteX30-14669" fmla="*/ 7329 w 8189"/>
              <a:gd name="connsiteY30-14670" fmla="*/ 5157 h 10000"/>
              <a:gd name="connsiteX31-14671" fmla="*/ 7763 w 8189"/>
              <a:gd name="connsiteY31-14672" fmla="*/ 6223 h 10000"/>
              <a:gd name="connsiteX32-14673" fmla="*/ 8189 w 8189"/>
              <a:gd name="connsiteY32-14674" fmla="*/ 7549 h 10000"/>
              <a:gd name="connsiteX33-14675" fmla="*/ 8189 w 8189"/>
              <a:gd name="connsiteY33-14676" fmla="*/ 7855 h 10000"/>
              <a:gd name="connsiteX34-14677" fmla="*/ 8189 w 8189"/>
              <a:gd name="connsiteY34-14678" fmla="*/ 8360 h 10000"/>
              <a:gd name="connsiteX35-14679" fmla="*/ 8189 w 8189"/>
              <a:gd name="connsiteY35-14680" fmla="*/ 8933 h 10000"/>
              <a:gd name="connsiteX36-14681" fmla="*/ 8189 w 8189"/>
              <a:gd name="connsiteY36-14682" fmla="*/ 9184 h 10000"/>
              <a:gd name="connsiteX37-14683" fmla="*/ 8189 w 8189"/>
              <a:gd name="connsiteY37-14684" fmla="*/ 9445 h 10000"/>
              <a:gd name="connsiteX38-14685" fmla="*/ 8189 w 8189"/>
              <a:gd name="connsiteY38-14686" fmla="*/ 9741 h 10000"/>
              <a:gd name="connsiteX39-14687" fmla="*/ 8189 w 8189"/>
              <a:gd name="connsiteY39-14688" fmla="*/ 9741 h 10000"/>
              <a:gd name="connsiteX40-14689" fmla="*/ 8189 w 8189"/>
              <a:gd name="connsiteY40-14690" fmla="*/ 10000 h 10000"/>
              <a:gd name="connsiteX41-14691" fmla="*/ 7329 w 8189"/>
              <a:gd name="connsiteY41-14692" fmla="*/ 9741 h 10000"/>
              <a:gd name="connsiteX42-14693" fmla="*/ 6381 w 8189"/>
              <a:gd name="connsiteY42-14694" fmla="*/ 9741 h 10000"/>
              <a:gd name="connsiteX43-14695" fmla="*/ 4993 w 8189"/>
              <a:gd name="connsiteY43-14696" fmla="*/ 9445 h 10000"/>
              <a:gd name="connsiteX44-14697" fmla="*/ 3198 w 8189"/>
              <a:gd name="connsiteY44-14698" fmla="*/ 8933 h 10000"/>
              <a:gd name="connsiteX45-14699" fmla="*/ 3198 w 8189"/>
              <a:gd name="connsiteY45-14700" fmla="*/ 8933 h 10000"/>
              <a:gd name="connsiteX0-14701" fmla="*/ 1598 w 7693"/>
              <a:gd name="connsiteY0-14702" fmla="*/ 8933 h 10000"/>
              <a:gd name="connsiteX1-14703" fmla="*/ 0 w 7693"/>
              <a:gd name="connsiteY1-14704" fmla="*/ 8360 h 10000"/>
              <a:gd name="connsiteX2-14705" fmla="*/ 533 w 7693"/>
              <a:gd name="connsiteY2-14706" fmla="*/ 5408 h 10000"/>
              <a:gd name="connsiteX3-14707" fmla="*/ 1068 w 7693"/>
              <a:gd name="connsiteY3-14708" fmla="*/ 5408 h 10000"/>
              <a:gd name="connsiteX4-14709" fmla="*/ 1068 w 7693"/>
              <a:gd name="connsiteY4-14710" fmla="*/ 5408 h 10000"/>
              <a:gd name="connsiteX5-14711" fmla="*/ 1598 w 7693"/>
              <a:gd name="connsiteY5-14712" fmla="*/ 5157 h 10000"/>
              <a:gd name="connsiteX6-14713" fmla="*/ 1598 w 7693"/>
              <a:gd name="connsiteY6-14714" fmla="*/ 4854 h 10000"/>
              <a:gd name="connsiteX7-14715" fmla="*/ 2223 w 7693"/>
              <a:gd name="connsiteY7-14716" fmla="*/ 4594 h 10000"/>
              <a:gd name="connsiteX8-14717" fmla="*/ 2223 w 7693"/>
              <a:gd name="connsiteY8-14718" fmla="*/ 4338 h 10000"/>
              <a:gd name="connsiteX9-14719" fmla="*/ 2745 w 7693"/>
              <a:gd name="connsiteY9-14720" fmla="*/ 3772 h 10000"/>
              <a:gd name="connsiteX10-14721" fmla="*/ 2745 w 7693"/>
              <a:gd name="connsiteY10-14722" fmla="*/ 3269 h 10000"/>
              <a:gd name="connsiteX11-14723" fmla="*/ 3265 w 7693"/>
              <a:gd name="connsiteY11-14724" fmla="*/ 2704 h 10000"/>
              <a:gd name="connsiteX12-14725" fmla="*/ 3265 w 7693"/>
              <a:gd name="connsiteY12-14726" fmla="*/ 1888 h 10000"/>
              <a:gd name="connsiteX13-14727" fmla="*/ 3790 w 7693"/>
              <a:gd name="connsiteY13-14728" fmla="*/ 1378 h 10000"/>
              <a:gd name="connsiteX14-14729" fmla="*/ 3790 w 7693"/>
              <a:gd name="connsiteY14-14730" fmla="*/ 1066 h 10000"/>
              <a:gd name="connsiteX15-14731" fmla="*/ 4426 w 7693"/>
              <a:gd name="connsiteY15-14732" fmla="*/ 554 h 10000"/>
              <a:gd name="connsiteX16-14733" fmla="*/ 4426 w 7693"/>
              <a:gd name="connsiteY16-14734" fmla="*/ 253 h 10000"/>
              <a:gd name="connsiteX17-14735" fmla="*/ 4965 w 7693"/>
              <a:gd name="connsiteY17-14736" fmla="*/ 0 h 10000"/>
              <a:gd name="connsiteX18-14737" fmla="*/ 4965 w 7693"/>
              <a:gd name="connsiteY18-14738" fmla="*/ 0 h 10000"/>
              <a:gd name="connsiteX19-14739" fmla="*/ 4965 w 7693"/>
              <a:gd name="connsiteY19-14740" fmla="*/ 0 h 10000"/>
              <a:gd name="connsiteX20-14741" fmla="*/ 4965 w 7693"/>
              <a:gd name="connsiteY20-14742" fmla="*/ 0 h 10000"/>
              <a:gd name="connsiteX21-14743" fmla="*/ 5485 w 7693"/>
              <a:gd name="connsiteY21-14744" fmla="*/ 0 h 10000"/>
              <a:gd name="connsiteX22-14745" fmla="*/ 5485 w 7693"/>
              <a:gd name="connsiteY22-14746" fmla="*/ 253 h 10000"/>
              <a:gd name="connsiteX23-14747" fmla="*/ 5485 w 7693"/>
              <a:gd name="connsiteY23-14748" fmla="*/ 554 h 10000"/>
              <a:gd name="connsiteX24-14749" fmla="*/ 5485 w 7693"/>
              <a:gd name="connsiteY24-14750" fmla="*/ 1066 h 10000"/>
              <a:gd name="connsiteX25-14751" fmla="*/ 6126 w 7693"/>
              <a:gd name="connsiteY25-14752" fmla="*/ 1378 h 10000"/>
              <a:gd name="connsiteX26-14753" fmla="*/ 6126 w 7693"/>
              <a:gd name="connsiteY26-14754" fmla="*/ 1888 h 10000"/>
              <a:gd name="connsiteX27-14755" fmla="*/ 6126 w 7693"/>
              <a:gd name="connsiteY27-14756" fmla="*/ 2704 h 10000"/>
              <a:gd name="connsiteX28-14757" fmla="*/ 6126 w 7693"/>
              <a:gd name="connsiteY28-14758" fmla="*/ 3772 h 10000"/>
              <a:gd name="connsiteX29-14759" fmla="*/ 6643 w 7693"/>
              <a:gd name="connsiteY29-14760" fmla="*/ 5157 h 10000"/>
              <a:gd name="connsiteX30-14761" fmla="*/ 7173 w 7693"/>
              <a:gd name="connsiteY30-14762" fmla="*/ 6223 h 10000"/>
              <a:gd name="connsiteX31-14763" fmla="*/ 7693 w 7693"/>
              <a:gd name="connsiteY31-14764" fmla="*/ 7549 h 10000"/>
              <a:gd name="connsiteX32-14765" fmla="*/ 7693 w 7693"/>
              <a:gd name="connsiteY32-14766" fmla="*/ 7855 h 10000"/>
              <a:gd name="connsiteX33-14767" fmla="*/ 7693 w 7693"/>
              <a:gd name="connsiteY33-14768" fmla="*/ 8360 h 10000"/>
              <a:gd name="connsiteX34-14769" fmla="*/ 7693 w 7693"/>
              <a:gd name="connsiteY34-14770" fmla="*/ 8933 h 10000"/>
              <a:gd name="connsiteX35-14771" fmla="*/ 7693 w 7693"/>
              <a:gd name="connsiteY35-14772" fmla="*/ 9184 h 10000"/>
              <a:gd name="connsiteX36-14773" fmla="*/ 7693 w 7693"/>
              <a:gd name="connsiteY36-14774" fmla="*/ 9445 h 10000"/>
              <a:gd name="connsiteX37-14775" fmla="*/ 7693 w 7693"/>
              <a:gd name="connsiteY37-14776" fmla="*/ 9741 h 10000"/>
              <a:gd name="connsiteX38-14777" fmla="*/ 7693 w 7693"/>
              <a:gd name="connsiteY38-14778" fmla="*/ 9741 h 10000"/>
              <a:gd name="connsiteX39-14779" fmla="*/ 7693 w 7693"/>
              <a:gd name="connsiteY39-14780" fmla="*/ 10000 h 10000"/>
              <a:gd name="connsiteX40-14781" fmla="*/ 6643 w 7693"/>
              <a:gd name="connsiteY40-14782" fmla="*/ 9741 h 10000"/>
              <a:gd name="connsiteX41-14783" fmla="*/ 5485 w 7693"/>
              <a:gd name="connsiteY41-14784" fmla="*/ 9741 h 10000"/>
              <a:gd name="connsiteX42-14785" fmla="*/ 3790 w 7693"/>
              <a:gd name="connsiteY42-14786" fmla="*/ 9445 h 10000"/>
              <a:gd name="connsiteX43-14787" fmla="*/ 1598 w 7693"/>
              <a:gd name="connsiteY43-14788" fmla="*/ 8933 h 10000"/>
              <a:gd name="connsiteX44-14789" fmla="*/ 1598 w 7693"/>
              <a:gd name="connsiteY44-14790" fmla="*/ 8933 h 10000"/>
              <a:gd name="connsiteX0-14791" fmla="*/ 1384 w 9307"/>
              <a:gd name="connsiteY0-14792" fmla="*/ 8933 h 10000"/>
              <a:gd name="connsiteX1-14793" fmla="*/ 0 w 9307"/>
              <a:gd name="connsiteY1-14794" fmla="*/ 5408 h 10000"/>
              <a:gd name="connsiteX2-14795" fmla="*/ 695 w 9307"/>
              <a:gd name="connsiteY2-14796" fmla="*/ 5408 h 10000"/>
              <a:gd name="connsiteX3-14797" fmla="*/ 695 w 9307"/>
              <a:gd name="connsiteY3-14798" fmla="*/ 5408 h 10000"/>
              <a:gd name="connsiteX4-14799" fmla="*/ 1384 w 9307"/>
              <a:gd name="connsiteY4-14800" fmla="*/ 5157 h 10000"/>
              <a:gd name="connsiteX5-14801" fmla="*/ 1384 w 9307"/>
              <a:gd name="connsiteY5-14802" fmla="*/ 4854 h 10000"/>
              <a:gd name="connsiteX6-14803" fmla="*/ 2197 w 9307"/>
              <a:gd name="connsiteY6-14804" fmla="*/ 4594 h 10000"/>
              <a:gd name="connsiteX7-14805" fmla="*/ 2197 w 9307"/>
              <a:gd name="connsiteY7-14806" fmla="*/ 4338 h 10000"/>
              <a:gd name="connsiteX8-14807" fmla="*/ 2875 w 9307"/>
              <a:gd name="connsiteY8-14808" fmla="*/ 3772 h 10000"/>
              <a:gd name="connsiteX9-14809" fmla="*/ 2875 w 9307"/>
              <a:gd name="connsiteY9-14810" fmla="*/ 3269 h 10000"/>
              <a:gd name="connsiteX10-14811" fmla="*/ 3551 w 9307"/>
              <a:gd name="connsiteY10-14812" fmla="*/ 2704 h 10000"/>
              <a:gd name="connsiteX11-14813" fmla="*/ 3551 w 9307"/>
              <a:gd name="connsiteY11-14814" fmla="*/ 1888 h 10000"/>
              <a:gd name="connsiteX12-14815" fmla="*/ 4234 w 9307"/>
              <a:gd name="connsiteY12-14816" fmla="*/ 1378 h 10000"/>
              <a:gd name="connsiteX13-14817" fmla="*/ 4234 w 9307"/>
              <a:gd name="connsiteY13-14818" fmla="*/ 1066 h 10000"/>
              <a:gd name="connsiteX14-14819" fmla="*/ 5060 w 9307"/>
              <a:gd name="connsiteY14-14820" fmla="*/ 554 h 10000"/>
              <a:gd name="connsiteX15-14821" fmla="*/ 5060 w 9307"/>
              <a:gd name="connsiteY15-14822" fmla="*/ 253 h 10000"/>
              <a:gd name="connsiteX16-14823" fmla="*/ 5761 w 9307"/>
              <a:gd name="connsiteY16-14824" fmla="*/ 0 h 10000"/>
              <a:gd name="connsiteX17-14825" fmla="*/ 5761 w 9307"/>
              <a:gd name="connsiteY17-14826" fmla="*/ 0 h 10000"/>
              <a:gd name="connsiteX18-14827" fmla="*/ 5761 w 9307"/>
              <a:gd name="connsiteY18-14828" fmla="*/ 0 h 10000"/>
              <a:gd name="connsiteX19-14829" fmla="*/ 5761 w 9307"/>
              <a:gd name="connsiteY19-14830" fmla="*/ 0 h 10000"/>
              <a:gd name="connsiteX20-14831" fmla="*/ 6437 w 9307"/>
              <a:gd name="connsiteY20-14832" fmla="*/ 0 h 10000"/>
              <a:gd name="connsiteX21-14833" fmla="*/ 6437 w 9307"/>
              <a:gd name="connsiteY21-14834" fmla="*/ 253 h 10000"/>
              <a:gd name="connsiteX22-14835" fmla="*/ 6437 w 9307"/>
              <a:gd name="connsiteY22-14836" fmla="*/ 554 h 10000"/>
              <a:gd name="connsiteX23-14837" fmla="*/ 6437 w 9307"/>
              <a:gd name="connsiteY23-14838" fmla="*/ 1066 h 10000"/>
              <a:gd name="connsiteX24-14839" fmla="*/ 7270 w 9307"/>
              <a:gd name="connsiteY24-14840" fmla="*/ 1378 h 10000"/>
              <a:gd name="connsiteX25-14841" fmla="*/ 7270 w 9307"/>
              <a:gd name="connsiteY25-14842" fmla="*/ 1888 h 10000"/>
              <a:gd name="connsiteX26-14843" fmla="*/ 7270 w 9307"/>
              <a:gd name="connsiteY26-14844" fmla="*/ 2704 h 10000"/>
              <a:gd name="connsiteX27-14845" fmla="*/ 7270 w 9307"/>
              <a:gd name="connsiteY27-14846" fmla="*/ 3772 h 10000"/>
              <a:gd name="connsiteX28-14847" fmla="*/ 7942 w 9307"/>
              <a:gd name="connsiteY28-14848" fmla="*/ 5157 h 10000"/>
              <a:gd name="connsiteX29-14849" fmla="*/ 8631 w 9307"/>
              <a:gd name="connsiteY29-14850" fmla="*/ 6223 h 10000"/>
              <a:gd name="connsiteX30-14851" fmla="*/ 9307 w 9307"/>
              <a:gd name="connsiteY30-14852" fmla="*/ 7549 h 10000"/>
              <a:gd name="connsiteX31-14853" fmla="*/ 9307 w 9307"/>
              <a:gd name="connsiteY31-14854" fmla="*/ 7855 h 10000"/>
              <a:gd name="connsiteX32-14855" fmla="*/ 9307 w 9307"/>
              <a:gd name="connsiteY32-14856" fmla="*/ 8360 h 10000"/>
              <a:gd name="connsiteX33-14857" fmla="*/ 9307 w 9307"/>
              <a:gd name="connsiteY33-14858" fmla="*/ 8933 h 10000"/>
              <a:gd name="connsiteX34-14859" fmla="*/ 9307 w 9307"/>
              <a:gd name="connsiteY34-14860" fmla="*/ 9184 h 10000"/>
              <a:gd name="connsiteX35-14861" fmla="*/ 9307 w 9307"/>
              <a:gd name="connsiteY35-14862" fmla="*/ 9445 h 10000"/>
              <a:gd name="connsiteX36-14863" fmla="*/ 9307 w 9307"/>
              <a:gd name="connsiteY36-14864" fmla="*/ 9741 h 10000"/>
              <a:gd name="connsiteX37-14865" fmla="*/ 9307 w 9307"/>
              <a:gd name="connsiteY37-14866" fmla="*/ 9741 h 10000"/>
              <a:gd name="connsiteX38-14867" fmla="*/ 9307 w 9307"/>
              <a:gd name="connsiteY38-14868" fmla="*/ 10000 h 10000"/>
              <a:gd name="connsiteX39-14869" fmla="*/ 7942 w 9307"/>
              <a:gd name="connsiteY39-14870" fmla="*/ 9741 h 10000"/>
              <a:gd name="connsiteX40-14871" fmla="*/ 6437 w 9307"/>
              <a:gd name="connsiteY40-14872" fmla="*/ 9741 h 10000"/>
              <a:gd name="connsiteX41-14873" fmla="*/ 4234 w 9307"/>
              <a:gd name="connsiteY41-14874" fmla="*/ 9445 h 10000"/>
              <a:gd name="connsiteX42-14875" fmla="*/ 1384 w 9307"/>
              <a:gd name="connsiteY42-14876" fmla="*/ 8933 h 10000"/>
              <a:gd name="connsiteX43-14877" fmla="*/ 1384 w 9307"/>
              <a:gd name="connsiteY43-14878" fmla="*/ 8933 h 10000"/>
              <a:gd name="connsiteX0-14879" fmla="*/ 1487 w 10000"/>
              <a:gd name="connsiteY0-14880" fmla="*/ 8933 h 10000"/>
              <a:gd name="connsiteX1-14881" fmla="*/ 0 w 10000"/>
              <a:gd name="connsiteY1-14882" fmla="*/ 5408 h 10000"/>
              <a:gd name="connsiteX2-14883" fmla="*/ 747 w 10000"/>
              <a:gd name="connsiteY2-14884" fmla="*/ 5408 h 10000"/>
              <a:gd name="connsiteX3-14885" fmla="*/ 747 w 10000"/>
              <a:gd name="connsiteY3-14886" fmla="*/ 5408 h 10000"/>
              <a:gd name="connsiteX4-14887" fmla="*/ 1487 w 10000"/>
              <a:gd name="connsiteY4-14888" fmla="*/ 5157 h 10000"/>
              <a:gd name="connsiteX5-14889" fmla="*/ 1487 w 10000"/>
              <a:gd name="connsiteY5-14890" fmla="*/ 4854 h 10000"/>
              <a:gd name="connsiteX6-14891" fmla="*/ 2361 w 10000"/>
              <a:gd name="connsiteY6-14892" fmla="*/ 4594 h 10000"/>
              <a:gd name="connsiteX7-14893" fmla="*/ 2361 w 10000"/>
              <a:gd name="connsiteY7-14894" fmla="*/ 4338 h 10000"/>
              <a:gd name="connsiteX8-14895" fmla="*/ 3089 w 10000"/>
              <a:gd name="connsiteY8-14896" fmla="*/ 3772 h 10000"/>
              <a:gd name="connsiteX9-14897" fmla="*/ 3089 w 10000"/>
              <a:gd name="connsiteY9-14898" fmla="*/ 3269 h 10000"/>
              <a:gd name="connsiteX10-14899" fmla="*/ 3815 w 10000"/>
              <a:gd name="connsiteY10-14900" fmla="*/ 2704 h 10000"/>
              <a:gd name="connsiteX11-14901" fmla="*/ 3815 w 10000"/>
              <a:gd name="connsiteY11-14902" fmla="*/ 1888 h 10000"/>
              <a:gd name="connsiteX12-14903" fmla="*/ 4549 w 10000"/>
              <a:gd name="connsiteY12-14904" fmla="*/ 1378 h 10000"/>
              <a:gd name="connsiteX13-14905" fmla="*/ 4549 w 10000"/>
              <a:gd name="connsiteY13-14906" fmla="*/ 1066 h 10000"/>
              <a:gd name="connsiteX14-14907" fmla="*/ 5437 w 10000"/>
              <a:gd name="connsiteY14-14908" fmla="*/ 554 h 10000"/>
              <a:gd name="connsiteX15-14909" fmla="*/ 5437 w 10000"/>
              <a:gd name="connsiteY15-14910" fmla="*/ 253 h 10000"/>
              <a:gd name="connsiteX16-14911" fmla="*/ 6190 w 10000"/>
              <a:gd name="connsiteY16-14912" fmla="*/ 0 h 10000"/>
              <a:gd name="connsiteX17-14913" fmla="*/ 6190 w 10000"/>
              <a:gd name="connsiteY17-14914" fmla="*/ 0 h 10000"/>
              <a:gd name="connsiteX18-14915" fmla="*/ 6190 w 10000"/>
              <a:gd name="connsiteY18-14916" fmla="*/ 0 h 10000"/>
              <a:gd name="connsiteX19-14917" fmla="*/ 6190 w 10000"/>
              <a:gd name="connsiteY19-14918" fmla="*/ 0 h 10000"/>
              <a:gd name="connsiteX20-14919" fmla="*/ 6916 w 10000"/>
              <a:gd name="connsiteY20-14920" fmla="*/ 0 h 10000"/>
              <a:gd name="connsiteX21-14921" fmla="*/ 6916 w 10000"/>
              <a:gd name="connsiteY21-14922" fmla="*/ 253 h 10000"/>
              <a:gd name="connsiteX22-14923" fmla="*/ 6916 w 10000"/>
              <a:gd name="connsiteY22-14924" fmla="*/ 554 h 10000"/>
              <a:gd name="connsiteX23-14925" fmla="*/ 6916 w 10000"/>
              <a:gd name="connsiteY23-14926" fmla="*/ 1066 h 10000"/>
              <a:gd name="connsiteX24-14927" fmla="*/ 7811 w 10000"/>
              <a:gd name="connsiteY24-14928" fmla="*/ 1378 h 10000"/>
              <a:gd name="connsiteX25-14929" fmla="*/ 7811 w 10000"/>
              <a:gd name="connsiteY25-14930" fmla="*/ 1888 h 10000"/>
              <a:gd name="connsiteX26-14931" fmla="*/ 7811 w 10000"/>
              <a:gd name="connsiteY26-14932" fmla="*/ 2704 h 10000"/>
              <a:gd name="connsiteX27-14933" fmla="*/ 7811 w 10000"/>
              <a:gd name="connsiteY27-14934" fmla="*/ 3772 h 10000"/>
              <a:gd name="connsiteX28-14935" fmla="*/ 8533 w 10000"/>
              <a:gd name="connsiteY28-14936" fmla="*/ 5157 h 10000"/>
              <a:gd name="connsiteX29-14937" fmla="*/ 9274 w 10000"/>
              <a:gd name="connsiteY29-14938" fmla="*/ 6223 h 10000"/>
              <a:gd name="connsiteX30-14939" fmla="*/ 10000 w 10000"/>
              <a:gd name="connsiteY30-14940" fmla="*/ 7549 h 10000"/>
              <a:gd name="connsiteX31-14941" fmla="*/ 10000 w 10000"/>
              <a:gd name="connsiteY31-14942" fmla="*/ 7855 h 10000"/>
              <a:gd name="connsiteX32-14943" fmla="*/ 10000 w 10000"/>
              <a:gd name="connsiteY32-14944" fmla="*/ 8360 h 10000"/>
              <a:gd name="connsiteX33-14945" fmla="*/ 10000 w 10000"/>
              <a:gd name="connsiteY33-14946" fmla="*/ 8933 h 10000"/>
              <a:gd name="connsiteX34-14947" fmla="*/ 10000 w 10000"/>
              <a:gd name="connsiteY34-14948" fmla="*/ 9184 h 10000"/>
              <a:gd name="connsiteX35-14949" fmla="*/ 10000 w 10000"/>
              <a:gd name="connsiteY35-14950" fmla="*/ 9445 h 10000"/>
              <a:gd name="connsiteX36-14951" fmla="*/ 10000 w 10000"/>
              <a:gd name="connsiteY36-14952" fmla="*/ 9741 h 10000"/>
              <a:gd name="connsiteX37-14953" fmla="*/ 10000 w 10000"/>
              <a:gd name="connsiteY37-14954" fmla="*/ 9741 h 10000"/>
              <a:gd name="connsiteX38-14955" fmla="*/ 10000 w 10000"/>
              <a:gd name="connsiteY38-14956" fmla="*/ 10000 h 10000"/>
              <a:gd name="connsiteX39-14957" fmla="*/ 8533 w 10000"/>
              <a:gd name="connsiteY39-14958" fmla="*/ 9741 h 10000"/>
              <a:gd name="connsiteX40-14959" fmla="*/ 6916 w 10000"/>
              <a:gd name="connsiteY40-14960" fmla="*/ 9741 h 10000"/>
              <a:gd name="connsiteX41-14961" fmla="*/ 4549 w 10000"/>
              <a:gd name="connsiteY41-14962" fmla="*/ 9445 h 10000"/>
              <a:gd name="connsiteX42-14963" fmla="*/ 1487 w 10000"/>
              <a:gd name="connsiteY42-14964" fmla="*/ 8933 h 10000"/>
              <a:gd name="connsiteX0-14965" fmla="*/ 1487 w 10000"/>
              <a:gd name="connsiteY0-14966" fmla="*/ 8933 h 10000"/>
              <a:gd name="connsiteX1-14967" fmla="*/ 0 w 10000"/>
              <a:gd name="connsiteY1-14968" fmla="*/ 5408 h 10000"/>
              <a:gd name="connsiteX2-14969" fmla="*/ 747 w 10000"/>
              <a:gd name="connsiteY2-14970" fmla="*/ 5408 h 10000"/>
              <a:gd name="connsiteX3-14971" fmla="*/ 747 w 10000"/>
              <a:gd name="connsiteY3-14972" fmla="*/ 5408 h 10000"/>
              <a:gd name="connsiteX4-14973" fmla="*/ 1487 w 10000"/>
              <a:gd name="connsiteY4-14974" fmla="*/ 5157 h 10000"/>
              <a:gd name="connsiteX5-14975" fmla="*/ 1487 w 10000"/>
              <a:gd name="connsiteY5-14976" fmla="*/ 4854 h 10000"/>
              <a:gd name="connsiteX6-14977" fmla="*/ 2361 w 10000"/>
              <a:gd name="connsiteY6-14978" fmla="*/ 4594 h 10000"/>
              <a:gd name="connsiteX7-14979" fmla="*/ 2361 w 10000"/>
              <a:gd name="connsiteY7-14980" fmla="*/ 4338 h 10000"/>
              <a:gd name="connsiteX8-14981" fmla="*/ 3089 w 10000"/>
              <a:gd name="connsiteY8-14982" fmla="*/ 3772 h 10000"/>
              <a:gd name="connsiteX9-14983" fmla="*/ 3089 w 10000"/>
              <a:gd name="connsiteY9-14984" fmla="*/ 3269 h 10000"/>
              <a:gd name="connsiteX10-14985" fmla="*/ 3815 w 10000"/>
              <a:gd name="connsiteY10-14986" fmla="*/ 2704 h 10000"/>
              <a:gd name="connsiteX11-14987" fmla="*/ 3815 w 10000"/>
              <a:gd name="connsiteY11-14988" fmla="*/ 1888 h 10000"/>
              <a:gd name="connsiteX12-14989" fmla="*/ 4549 w 10000"/>
              <a:gd name="connsiteY12-14990" fmla="*/ 1378 h 10000"/>
              <a:gd name="connsiteX13-14991" fmla="*/ 4549 w 10000"/>
              <a:gd name="connsiteY13-14992" fmla="*/ 1066 h 10000"/>
              <a:gd name="connsiteX14-14993" fmla="*/ 5437 w 10000"/>
              <a:gd name="connsiteY14-14994" fmla="*/ 554 h 10000"/>
              <a:gd name="connsiteX15-14995" fmla="*/ 5437 w 10000"/>
              <a:gd name="connsiteY15-14996" fmla="*/ 253 h 10000"/>
              <a:gd name="connsiteX16-14997" fmla="*/ 6190 w 10000"/>
              <a:gd name="connsiteY16-14998" fmla="*/ 0 h 10000"/>
              <a:gd name="connsiteX17-14999" fmla="*/ 6190 w 10000"/>
              <a:gd name="connsiteY17-15000" fmla="*/ 0 h 10000"/>
              <a:gd name="connsiteX18-15001" fmla="*/ 6190 w 10000"/>
              <a:gd name="connsiteY18-15002" fmla="*/ 0 h 10000"/>
              <a:gd name="connsiteX19-15003" fmla="*/ 6190 w 10000"/>
              <a:gd name="connsiteY19-15004" fmla="*/ 0 h 10000"/>
              <a:gd name="connsiteX20-15005" fmla="*/ 6916 w 10000"/>
              <a:gd name="connsiteY20-15006" fmla="*/ 0 h 10000"/>
              <a:gd name="connsiteX21-15007" fmla="*/ 6916 w 10000"/>
              <a:gd name="connsiteY21-15008" fmla="*/ 253 h 10000"/>
              <a:gd name="connsiteX22-15009" fmla="*/ 6916 w 10000"/>
              <a:gd name="connsiteY22-15010" fmla="*/ 554 h 10000"/>
              <a:gd name="connsiteX23-15011" fmla="*/ 6916 w 10000"/>
              <a:gd name="connsiteY23-15012" fmla="*/ 1066 h 10000"/>
              <a:gd name="connsiteX24-15013" fmla="*/ 7811 w 10000"/>
              <a:gd name="connsiteY24-15014" fmla="*/ 1378 h 10000"/>
              <a:gd name="connsiteX25-15015" fmla="*/ 7811 w 10000"/>
              <a:gd name="connsiteY25-15016" fmla="*/ 1888 h 10000"/>
              <a:gd name="connsiteX26-15017" fmla="*/ 7811 w 10000"/>
              <a:gd name="connsiteY26-15018" fmla="*/ 2704 h 10000"/>
              <a:gd name="connsiteX27-15019" fmla="*/ 7811 w 10000"/>
              <a:gd name="connsiteY27-15020" fmla="*/ 3772 h 10000"/>
              <a:gd name="connsiteX28-15021" fmla="*/ 8533 w 10000"/>
              <a:gd name="connsiteY28-15022" fmla="*/ 5157 h 10000"/>
              <a:gd name="connsiteX29-15023" fmla="*/ 9274 w 10000"/>
              <a:gd name="connsiteY29-15024" fmla="*/ 6223 h 10000"/>
              <a:gd name="connsiteX30-15025" fmla="*/ 10000 w 10000"/>
              <a:gd name="connsiteY30-15026" fmla="*/ 7549 h 10000"/>
              <a:gd name="connsiteX31-15027" fmla="*/ 10000 w 10000"/>
              <a:gd name="connsiteY31-15028" fmla="*/ 7855 h 10000"/>
              <a:gd name="connsiteX32-15029" fmla="*/ 10000 w 10000"/>
              <a:gd name="connsiteY32-15030" fmla="*/ 8360 h 10000"/>
              <a:gd name="connsiteX33-15031" fmla="*/ 10000 w 10000"/>
              <a:gd name="connsiteY33-15032" fmla="*/ 8933 h 10000"/>
              <a:gd name="connsiteX34-15033" fmla="*/ 10000 w 10000"/>
              <a:gd name="connsiteY34-15034" fmla="*/ 9184 h 10000"/>
              <a:gd name="connsiteX35-15035" fmla="*/ 10000 w 10000"/>
              <a:gd name="connsiteY35-15036" fmla="*/ 9445 h 10000"/>
              <a:gd name="connsiteX36-15037" fmla="*/ 10000 w 10000"/>
              <a:gd name="connsiteY36-15038" fmla="*/ 9741 h 10000"/>
              <a:gd name="connsiteX37-15039" fmla="*/ 10000 w 10000"/>
              <a:gd name="connsiteY37-15040" fmla="*/ 9741 h 10000"/>
              <a:gd name="connsiteX38-15041" fmla="*/ 10000 w 10000"/>
              <a:gd name="connsiteY38-15042" fmla="*/ 10000 h 10000"/>
              <a:gd name="connsiteX39-15043" fmla="*/ 8533 w 10000"/>
              <a:gd name="connsiteY39-15044" fmla="*/ 9741 h 10000"/>
              <a:gd name="connsiteX40-15045" fmla="*/ 6916 w 10000"/>
              <a:gd name="connsiteY40-15046" fmla="*/ 9741 h 10000"/>
              <a:gd name="connsiteX41-15047" fmla="*/ 4549 w 10000"/>
              <a:gd name="connsiteY41-15048" fmla="*/ 9445 h 10000"/>
              <a:gd name="connsiteX0-15049" fmla="*/ 0 w 10000"/>
              <a:gd name="connsiteY0-15050" fmla="*/ 5408 h 10000"/>
              <a:gd name="connsiteX1-15051" fmla="*/ 747 w 10000"/>
              <a:gd name="connsiteY1-15052" fmla="*/ 5408 h 10000"/>
              <a:gd name="connsiteX2-15053" fmla="*/ 747 w 10000"/>
              <a:gd name="connsiteY2-15054" fmla="*/ 5408 h 10000"/>
              <a:gd name="connsiteX3-15055" fmla="*/ 1487 w 10000"/>
              <a:gd name="connsiteY3-15056" fmla="*/ 5157 h 10000"/>
              <a:gd name="connsiteX4-15057" fmla="*/ 1487 w 10000"/>
              <a:gd name="connsiteY4-15058" fmla="*/ 4854 h 10000"/>
              <a:gd name="connsiteX5-15059" fmla="*/ 2361 w 10000"/>
              <a:gd name="connsiteY5-15060" fmla="*/ 4594 h 10000"/>
              <a:gd name="connsiteX6-15061" fmla="*/ 2361 w 10000"/>
              <a:gd name="connsiteY6-15062" fmla="*/ 4338 h 10000"/>
              <a:gd name="connsiteX7-15063" fmla="*/ 3089 w 10000"/>
              <a:gd name="connsiteY7-15064" fmla="*/ 3772 h 10000"/>
              <a:gd name="connsiteX8-15065" fmla="*/ 3089 w 10000"/>
              <a:gd name="connsiteY8-15066" fmla="*/ 3269 h 10000"/>
              <a:gd name="connsiteX9-15067" fmla="*/ 3815 w 10000"/>
              <a:gd name="connsiteY9-15068" fmla="*/ 2704 h 10000"/>
              <a:gd name="connsiteX10-15069" fmla="*/ 3815 w 10000"/>
              <a:gd name="connsiteY10-15070" fmla="*/ 1888 h 10000"/>
              <a:gd name="connsiteX11-15071" fmla="*/ 4549 w 10000"/>
              <a:gd name="connsiteY11-15072" fmla="*/ 1378 h 10000"/>
              <a:gd name="connsiteX12-15073" fmla="*/ 4549 w 10000"/>
              <a:gd name="connsiteY12-15074" fmla="*/ 1066 h 10000"/>
              <a:gd name="connsiteX13-15075" fmla="*/ 5437 w 10000"/>
              <a:gd name="connsiteY13-15076" fmla="*/ 554 h 10000"/>
              <a:gd name="connsiteX14-15077" fmla="*/ 5437 w 10000"/>
              <a:gd name="connsiteY14-15078" fmla="*/ 253 h 10000"/>
              <a:gd name="connsiteX15-15079" fmla="*/ 6190 w 10000"/>
              <a:gd name="connsiteY15-15080" fmla="*/ 0 h 10000"/>
              <a:gd name="connsiteX16-15081" fmla="*/ 6190 w 10000"/>
              <a:gd name="connsiteY16-15082" fmla="*/ 0 h 10000"/>
              <a:gd name="connsiteX17-15083" fmla="*/ 6190 w 10000"/>
              <a:gd name="connsiteY17-15084" fmla="*/ 0 h 10000"/>
              <a:gd name="connsiteX18-15085" fmla="*/ 6190 w 10000"/>
              <a:gd name="connsiteY18-15086" fmla="*/ 0 h 10000"/>
              <a:gd name="connsiteX19-15087" fmla="*/ 6916 w 10000"/>
              <a:gd name="connsiteY19-15088" fmla="*/ 0 h 10000"/>
              <a:gd name="connsiteX20-15089" fmla="*/ 6916 w 10000"/>
              <a:gd name="connsiteY20-15090" fmla="*/ 253 h 10000"/>
              <a:gd name="connsiteX21-15091" fmla="*/ 6916 w 10000"/>
              <a:gd name="connsiteY21-15092" fmla="*/ 554 h 10000"/>
              <a:gd name="connsiteX22-15093" fmla="*/ 6916 w 10000"/>
              <a:gd name="connsiteY22-15094" fmla="*/ 1066 h 10000"/>
              <a:gd name="connsiteX23-15095" fmla="*/ 7811 w 10000"/>
              <a:gd name="connsiteY23-15096" fmla="*/ 1378 h 10000"/>
              <a:gd name="connsiteX24-15097" fmla="*/ 7811 w 10000"/>
              <a:gd name="connsiteY24-15098" fmla="*/ 1888 h 10000"/>
              <a:gd name="connsiteX25-15099" fmla="*/ 7811 w 10000"/>
              <a:gd name="connsiteY25-15100" fmla="*/ 2704 h 10000"/>
              <a:gd name="connsiteX26-15101" fmla="*/ 7811 w 10000"/>
              <a:gd name="connsiteY26-15102" fmla="*/ 3772 h 10000"/>
              <a:gd name="connsiteX27-15103" fmla="*/ 8533 w 10000"/>
              <a:gd name="connsiteY27-15104" fmla="*/ 5157 h 10000"/>
              <a:gd name="connsiteX28-15105" fmla="*/ 9274 w 10000"/>
              <a:gd name="connsiteY28-15106" fmla="*/ 6223 h 10000"/>
              <a:gd name="connsiteX29-15107" fmla="*/ 10000 w 10000"/>
              <a:gd name="connsiteY29-15108" fmla="*/ 7549 h 10000"/>
              <a:gd name="connsiteX30-15109" fmla="*/ 10000 w 10000"/>
              <a:gd name="connsiteY30-15110" fmla="*/ 7855 h 10000"/>
              <a:gd name="connsiteX31-15111" fmla="*/ 10000 w 10000"/>
              <a:gd name="connsiteY31-15112" fmla="*/ 8360 h 10000"/>
              <a:gd name="connsiteX32-15113" fmla="*/ 10000 w 10000"/>
              <a:gd name="connsiteY32-15114" fmla="*/ 8933 h 10000"/>
              <a:gd name="connsiteX33-15115" fmla="*/ 10000 w 10000"/>
              <a:gd name="connsiteY33-15116" fmla="*/ 9184 h 10000"/>
              <a:gd name="connsiteX34-15117" fmla="*/ 10000 w 10000"/>
              <a:gd name="connsiteY34-15118" fmla="*/ 9445 h 10000"/>
              <a:gd name="connsiteX35-15119" fmla="*/ 10000 w 10000"/>
              <a:gd name="connsiteY35-15120" fmla="*/ 9741 h 10000"/>
              <a:gd name="connsiteX36-15121" fmla="*/ 10000 w 10000"/>
              <a:gd name="connsiteY36-15122" fmla="*/ 9741 h 10000"/>
              <a:gd name="connsiteX37-15123" fmla="*/ 10000 w 10000"/>
              <a:gd name="connsiteY37-15124" fmla="*/ 10000 h 10000"/>
              <a:gd name="connsiteX38-15125" fmla="*/ 8533 w 10000"/>
              <a:gd name="connsiteY38-15126" fmla="*/ 9741 h 10000"/>
              <a:gd name="connsiteX39-15127" fmla="*/ 6916 w 10000"/>
              <a:gd name="connsiteY39-15128" fmla="*/ 9741 h 10000"/>
              <a:gd name="connsiteX40-15129" fmla="*/ 4549 w 10000"/>
              <a:gd name="connsiteY40-15130" fmla="*/ 9445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</a:cxnLst>
            <a:rect l="l" t="t" r="r" b="b"/>
            <a:pathLst>
              <a:path w="10000" h="10000">
                <a:moveTo>
                  <a:pt x="0" y="5408"/>
                </a:moveTo>
                <a:lnTo>
                  <a:pt x="747" y="5408"/>
                </a:lnTo>
                <a:lnTo>
                  <a:pt x="747" y="5408"/>
                </a:lnTo>
                <a:lnTo>
                  <a:pt x="1487" y="5157"/>
                </a:lnTo>
                <a:lnTo>
                  <a:pt x="1487" y="4854"/>
                </a:lnTo>
                <a:cubicBezTo>
                  <a:pt x="1762" y="4757"/>
                  <a:pt x="2065" y="4683"/>
                  <a:pt x="2361" y="4594"/>
                </a:cubicBezTo>
                <a:lnTo>
                  <a:pt x="2361" y="4338"/>
                </a:lnTo>
                <a:cubicBezTo>
                  <a:pt x="2606" y="4151"/>
                  <a:pt x="2857" y="3960"/>
                  <a:pt x="3089" y="3772"/>
                </a:cubicBezTo>
                <a:lnTo>
                  <a:pt x="3089" y="3269"/>
                </a:lnTo>
                <a:cubicBezTo>
                  <a:pt x="3334" y="3076"/>
                  <a:pt x="3592" y="2892"/>
                  <a:pt x="3815" y="2704"/>
                </a:cubicBezTo>
                <a:lnTo>
                  <a:pt x="3815" y="1888"/>
                </a:lnTo>
                <a:cubicBezTo>
                  <a:pt x="4077" y="1724"/>
                  <a:pt x="4317" y="1546"/>
                  <a:pt x="4549" y="1378"/>
                </a:cubicBezTo>
                <a:lnTo>
                  <a:pt x="4549" y="1066"/>
                </a:lnTo>
                <a:cubicBezTo>
                  <a:pt x="4850" y="907"/>
                  <a:pt x="5138" y="733"/>
                  <a:pt x="5437" y="554"/>
                </a:cubicBezTo>
                <a:lnTo>
                  <a:pt x="5437" y="253"/>
                </a:lnTo>
                <a:cubicBezTo>
                  <a:pt x="5688" y="172"/>
                  <a:pt x="5939" y="85"/>
                  <a:pt x="6190" y="0"/>
                </a:cubicBezTo>
                <a:lnTo>
                  <a:pt x="6190" y="0"/>
                </a:lnTo>
                <a:lnTo>
                  <a:pt x="6190" y="0"/>
                </a:lnTo>
                <a:lnTo>
                  <a:pt x="6190" y="0"/>
                </a:lnTo>
                <a:lnTo>
                  <a:pt x="6916" y="0"/>
                </a:lnTo>
                <a:lnTo>
                  <a:pt x="6916" y="253"/>
                </a:lnTo>
                <a:lnTo>
                  <a:pt x="6916" y="554"/>
                </a:lnTo>
                <a:lnTo>
                  <a:pt x="6916" y="1066"/>
                </a:lnTo>
                <a:lnTo>
                  <a:pt x="7811" y="1378"/>
                </a:lnTo>
                <a:lnTo>
                  <a:pt x="7811" y="1888"/>
                </a:lnTo>
                <a:lnTo>
                  <a:pt x="7811" y="2704"/>
                </a:lnTo>
                <a:lnTo>
                  <a:pt x="7811" y="3772"/>
                </a:lnTo>
                <a:cubicBezTo>
                  <a:pt x="8036" y="4233"/>
                  <a:pt x="8285" y="4696"/>
                  <a:pt x="8533" y="5157"/>
                </a:cubicBezTo>
                <a:cubicBezTo>
                  <a:pt x="8789" y="5508"/>
                  <a:pt x="9016" y="5865"/>
                  <a:pt x="9274" y="6223"/>
                </a:cubicBezTo>
                <a:cubicBezTo>
                  <a:pt x="9508" y="6664"/>
                  <a:pt x="9763" y="7105"/>
                  <a:pt x="10000" y="7549"/>
                </a:cubicBezTo>
                <a:lnTo>
                  <a:pt x="10000" y="7855"/>
                </a:lnTo>
                <a:lnTo>
                  <a:pt x="10000" y="8360"/>
                </a:lnTo>
                <a:lnTo>
                  <a:pt x="10000" y="8933"/>
                </a:lnTo>
                <a:lnTo>
                  <a:pt x="10000" y="9184"/>
                </a:lnTo>
                <a:lnTo>
                  <a:pt x="10000" y="9445"/>
                </a:lnTo>
                <a:lnTo>
                  <a:pt x="10000" y="9741"/>
                </a:lnTo>
                <a:lnTo>
                  <a:pt x="10000" y="9741"/>
                </a:lnTo>
                <a:lnTo>
                  <a:pt x="10000" y="10000"/>
                </a:lnTo>
                <a:lnTo>
                  <a:pt x="8533" y="9741"/>
                </a:lnTo>
                <a:lnTo>
                  <a:pt x="6916" y="9741"/>
                </a:lnTo>
                <a:lnTo>
                  <a:pt x="4549" y="9445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Freeform 43"/>
          <p:cNvSpPr/>
          <p:nvPr/>
        </p:nvSpPr>
        <p:spPr bwMode="auto">
          <a:xfrm>
            <a:off x="9623425" y="3719513"/>
            <a:ext cx="258763" cy="74613"/>
          </a:xfrm>
          <a:custGeom>
            <a:avLst/>
            <a:gdLst>
              <a:gd name="connsiteX0" fmla="*/ 2283 w 10000"/>
              <a:gd name="connsiteY0" fmla="*/ 8129 h 9744"/>
              <a:gd name="connsiteX1" fmla="*/ 2554 w 10000"/>
              <a:gd name="connsiteY1" fmla="*/ 8257 h 9744"/>
              <a:gd name="connsiteX2" fmla="*/ 2826 w 10000"/>
              <a:gd name="connsiteY2" fmla="*/ 8411 h 9744"/>
              <a:gd name="connsiteX3" fmla="*/ 3152 w 10000"/>
              <a:gd name="connsiteY3" fmla="*/ 8539 h 9744"/>
              <a:gd name="connsiteX4" fmla="*/ 3424 w 10000"/>
              <a:gd name="connsiteY4" fmla="*/ 8539 h 9744"/>
              <a:gd name="connsiteX5" fmla="*/ 3967 w 10000"/>
              <a:gd name="connsiteY5" fmla="*/ 8667 h 9744"/>
              <a:gd name="connsiteX6" fmla="*/ 4565 w 10000"/>
              <a:gd name="connsiteY6" fmla="*/ 8667 h 9744"/>
              <a:gd name="connsiteX7" fmla="*/ 5163 w 10000"/>
              <a:gd name="connsiteY7" fmla="*/ 8667 h 9744"/>
              <a:gd name="connsiteX8" fmla="*/ 5707 w 10000"/>
              <a:gd name="connsiteY8" fmla="*/ 8667 h 9744"/>
              <a:gd name="connsiteX9" fmla="*/ 6304 w 10000"/>
              <a:gd name="connsiteY9" fmla="*/ 8667 h 9744"/>
              <a:gd name="connsiteX10" fmla="*/ 6848 w 10000"/>
              <a:gd name="connsiteY10" fmla="*/ 8667 h 9744"/>
              <a:gd name="connsiteX11" fmla="*/ 7446 w 10000"/>
              <a:gd name="connsiteY11" fmla="*/ 8667 h 9744"/>
              <a:gd name="connsiteX12" fmla="*/ 7989 w 10000"/>
              <a:gd name="connsiteY12" fmla="*/ 8667 h 9744"/>
              <a:gd name="connsiteX13" fmla="*/ 8315 w 10000"/>
              <a:gd name="connsiteY13" fmla="*/ 8667 h 9744"/>
              <a:gd name="connsiteX14" fmla="*/ 8587 w 10000"/>
              <a:gd name="connsiteY14" fmla="*/ 8795 h 9744"/>
              <a:gd name="connsiteX15" fmla="*/ 9130 w 10000"/>
              <a:gd name="connsiteY15" fmla="*/ 8949 h 9744"/>
              <a:gd name="connsiteX16" fmla="*/ 9457 w 10000"/>
              <a:gd name="connsiteY16" fmla="*/ 9077 h 9744"/>
              <a:gd name="connsiteX17" fmla="*/ 9728 w 10000"/>
              <a:gd name="connsiteY17" fmla="*/ 9206 h 9744"/>
              <a:gd name="connsiteX18" fmla="*/ 10000 w 10000"/>
              <a:gd name="connsiteY18" fmla="*/ 9359 h 9744"/>
              <a:gd name="connsiteX19" fmla="*/ 10000 w 10000"/>
              <a:gd name="connsiteY19" fmla="*/ 9488 h 9744"/>
              <a:gd name="connsiteX20" fmla="*/ 10000 w 10000"/>
              <a:gd name="connsiteY20" fmla="*/ 9488 h 9744"/>
              <a:gd name="connsiteX21" fmla="*/ 10000 w 10000"/>
              <a:gd name="connsiteY21" fmla="*/ 9488 h 9744"/>
              <a:gd name="connsiteX22" fmla="*/ 10000 w 10000"/>
              <a:gd name="connsiteY22" fmla="*/ 9616 h 9744"/>
              <a:gd name="connsiteX23" fmla="*/ 9728 w 10000"/>
              <a:gd name="connsiteY23" fmla="*/ 9616 h 9744"/>
              <a:gd name="connsiteX24" fmla="*/ 9728 w 10000"/>
              <a:gd name="connsiteY24" fmla="*/ 9616 h 9744"/>
              <a:gd name="connsiteX25" fmla="*/ 9457 w 10000"/>
              <a:gd name="connsiteY25" fmla="*/ 9744 h 9744"/>
              <a:gd name="connsiteX26" fmla="*/ 9130 w 10000"/>
              <a:gd name="connsiteY26" fmla="*/ 9744 h 9744"/>
              <a:gd name="connsiteX27" fmla="*/ 8587 w 10000"/>
              <a:gd name="connsiteY27" fmla="*/ 9744 h 9744"/>
              <a:gd name="connsiteX28" fmla="*/ 8315 w 10000"/>
              <a:gd name="connsiteY28" fmla="*/ 9744 h 9744"/>
              <a:gd name="connsiteX29" fmla="*/ 7717 w 10000"/>
              <a:gd name="connsiteY29" fmla="*/ 9744 h 9744"/>
              <a:gd name="connsiteX30" fmla="*/ 6848 w 10000"/>
              <a:gd name="connsiteY30" fmla="*/ 9744 h 9744"/>
              <a:gd name="connsiteX31" fmla="*/ 6304 w 10000"/>
              <a:gd name="connsiteY31" fmla="*/ 9744 h 9744"/>
              <a:gd name="connsiteX32" fmla="*/ 5435 w 10000"/>
              <a:gd name="connsiteY32" fmla="*/ 9744 h 9744"/>
              <a:gd name="connsiteX33" fmla="*/ 4565 w 10000"/>
              <a:gd name="connsiteY33" fmla="*/ 9744 h 9744"/>
              <a:gd name="connsiteX34" fmla="*/ 3967 w 10000"/>
              <a:gd name="connsiteY34" fmla="*/ 9744 h 9744"/>
              <a:gd name="connsiteX35" fmla="*/ 3424 w 10000"/>
              <a:gd name="connsiteY35" fmla="*/ 9744 h 9744"/>
              <a:gd name="connsiteX36" fmla="*/ 2826 w 10000"/>
              <a:gd name="connsiteY36" fmla="*/ 9744 h 9744"/>
              <a:gd name="connsiteX37" fmla="*/ 2554 w 10000"/>
              <a:gd name="connsiteY37" fmla="*/ 9616 h 9744"/>
              <a:gd name="connsiteX38" fmla="*/ 2283 w 10000"/>
              <a:gd name="connsiteY38" fmla="*/ 9616 h 9744"/>
              <a:gd name="connsiteX39" fmla="*/ 1957 w 10000"/>
              <a:gd name="connsiteY39" fmla="*/ 9488 h 9744"/>
              <a:gd name="connsiteX40" fmla="*/ 1685 w 10000"/>
              <a:gd name="connsiteY40" fmla="*/ 9488 h 9744"/>
              <a:gd name="connsiteX41" fmla="*/ 1413 w 10000"/>
              <a:gd name="connsiteY41" fmla="*/ 9359 h 9744"/>
              <a:gd name="connsiteX42" fmla="*/ 1141 w 10000"/>
              <a:gd name="connsiteY42" fmla="*/ 9359 h 9744"/>
              <a:gd name="connsiteX43" fmla="*/ 815 w 10000"/>
              <a:gd name="connsiteY43" fmla="*/ 9206 h 9744"/>
              <a:gd name="connsiteX44" fmla="*/ 815 w 10000"/>
              <a:gd name="connsiteY44" fmla="*/ 8949 h 9744"/>
              <a:gd name="connsiteX45" fmla="*/ 543 w 10000"/>
              <a:gd name="connsiteY45" fmla="*/ 8795 h 9744"/>
              <a:gd name="connsiteX46" fmla="*/ 543 w 10000"/>
              <a:gd name="connsiteY46" fmla="*/ 8667 h 9744"/>
              <a:gd name="connsiteX47" fmla="*/ 272 w 10000"/>
              <a:gd name="connsiteY47" fmla="*/ 8411 h 9744"/>
              <a:gd name="connsiteX48" fmla="*/ 272 w 10000"/>
              <a:gd name="connsiteY48" fmla="*/ 8129 h 9744"/>
              <a:gd name="connsiteX49" fmla="*/ 272 w 10000"/>
              <a:gd name="connsiteY49" fmla="*/ 7872 h 9744"/>
              <a:gd name="connsiteX50" fmla="*/ 0 w 10000"/>
              <a:gd name="connsiteY50" fmla="*/ 7462 h 9744"/>
              <a:gd name="connsiteX51" fmla="*/ 0 w 10000"/>
              <a:gd name="connsiteY51" fmla="*/ 7052 h 9744"/>
              <a:gd name="connsiteX52" fmla="*/ 0 w 10000"/>
              <a:gd name="connsiteY52" fmla="*/ 6641 h 9744"/>
              <a:gd name="connsiteX53" fmla="*/ 272 w 10000"/>
              <a:gd name="connsiteY53" fmla="*/ 6103 h 9744"/>
              <a:gd name="connsiteX54" fmla="*/ 272 w 10000"/>
              <a:gd name="connsiteY54" fmla="*/ 5565 h 9744"/>
              <a:gd name="connsiteX55" fmla="*/ 272 w 10000"/>
              <a:gd name="connsiteY55" fmla="*/ 5026 h 9744"/>
              <a:gd name="connsiteX56" fmla="*/ 543 w 10000"/>
              <a:gd name="connsiteY56" fmla="*/ 3795 h 9744"/>
              <a:gd name="connsiteX57" fmla="*/ 543 w 10000"/>
              <a:gd name="connsiteY57" fmla="*/ 2436 h 9744"/>
              <a:gd name="connsiteX58" fmla="*/ 543 w 10000"/>
              <a:gd name="connsiteY58" fmla="*/ 1077 h 9744"/>
              <a:gd name="connsiteX59" fmla="*/ 1141 w 10000"/>
              <a:gd name="connsiteY59" fmla="*/ 0 h 9744"/>
              <a:gd name="connsiteX60" fmla="*/ 1685 w 10000"/>
              <a:gd name="connsiteY60" fmla="*/ 282 h 9744"/>
              <a:gd name="connsiteX61" fmla="*/ 1957 w 10000"/>
              <a:gd name="connsiteY61" fmla="*/ 411 h 9744"/>
              <a:gd name="connsiteX62" fmla="*/ 2554 w 10000"/>
              <a:gd name="connsiteY62" fmla="*/ 693 h 9744"/>
              <a:gd name="connsiteX63" fmla="*/ 2826 w 10000"/>
              <a:gd name="connsiteY63" fmla="*/ 821 h 9744"/>
              <a:gd name="connsiteX64" fmla="*/ 3152 w 10000"/>
              <a:gd name="connsiteY64" fmla="*/ 949 h 9744"/>
              <a:gd name="connsiteX65" fmla="*/ 3152 w 10000"/>
              <a:gd name="connsiteY65" fmla="*/ 1077 h 9744"/>
              <a:gd name="connsiteX66" fmla="*/ 3424 w 10000"/>
              <a:gd name="connsiteY66" fmla="*/ 1231 h 9744"/>
              <a:gd name="connsiteX67" fmla="*/ 3424 w 10000"/>
              <a:gd name="connsiteY67" fmla="*/ 1359 h 9744"/>
              <a:gd name="connsiteX68" fmla="*/ 3424 w 10000"/>
              <a:gd name="connsiteY68" fmla="*/ 1641 h 9744"/>
              <a:gd name="connsiteX69" fmla="*/ 3424 w 10000"/>
              <a:gd name="connsiteY69" fmla="*/ 1770 h 9744"/>
              <a:gd name="connsiteX70" fmla="*/ 3696 w 10000"/>
              <a:gd name="connsiteY70" fmla="*/ 1770 h 9744"/>
              <a:gd name="connsiteX71" fmla="*/ 3424 w 10000"/>
              <a:gd name="connsiteY71" fmla="*/ 1898 h 9744"/>
              <a:gd name="connsiteX72" fmla="*/ 3424 w 10000"/>
              <a:gd name="connsiteY72" fmla="*/ 1898 h 9744"/>
              <a:gd name="connsiteX73" fmla="*/ 3424 w 10000"/>
              <a:gd name="connsiteY73" fmla="*/ 2026 h 9744"/>
              <a:gd name="connsiteX74" fmla="*/ 3424 w 10000"/>
              <a:gd name="connsiteY74" fmla="*/ 2308 h 9744"/>
              <a:gd name="connsiteX75" fmla="*/ 3424 w 10000"/>
              <a:gd name="connsiteY75" fmla="*/ 2436 h 9744"/>
              <a:gd name="connsiteX76" fmla="*/ 3152 w 10000"/>
              <a:gd name="connsiteY76" fmla="*/ 2718 h 9744"/>
              <a:gd name="connsiteX77" fmla="*/ 3152 w 10000"/>
              <a:gd name="connsiteY77" fmla="*/ 2975 h 9744"/>
              <a:gd name="connsiteX78" fmla="*/ 2826 w 10000"/>
              <a:gd name="connsiteY78" fmla="*/ 3385 h 9744"/>
              <a:gd name="connsiteX79" fmla="*/ 2826 w 10000"/>
              <a:gd name="connsiteY79" fmla="*/ 4077 h 9744"/>
              <a:gd name="connsiteX80" fmla="*/ 2554 w 10000"/>
              <a:gd name="connsiteY80" fmla="*/ 4744 h 9744"/>
              <a:gd name="connsiteX81" fmla="*/ 2283 w 10000"/>
              <a:gd name="connsiteY81" fmla="*/ 5411 h 9744"/>
              <a:gd name="connsiteX82" fmla="*/ 2283 w 10000"/>
              <a:gd name="connsiteY82" fmla="*/ 6103 h 9744"/>
              <a:gd name="connsiteX83" fmla="*/ 1957 w 10000"/>
              <a:gd name="connsiteY83" fmla="*/ 6359 h 9744"/>
              <a:gd name="connsiteX84" fmla="*/ 1957 w 10000"/>
              <a:gd name="connsiteY84" fmla="*/ 6770 h 9744"/>
              <a:gd name="connsiteX85" fmla="*/ 1957 w 10000"/>
              <a:gd name="connsiteY85" fmla="*/ 7052 h 9744"/>
              <a:gd name="connsiteX86" fmla="*/ 1957 w 10000"/>
              <a:gd name="connsiteY86" fmla="*/ 7308 h 9744"/>
              <a:gd name="connsiteX87" fmla="*/ 2283 w 10000"/>
              <a:gd name="connsiteY87" fmla="*/ 7718 h 9744"/>
              <a:gd name="connsiteX88" fmla="*/ 2283 w 10000"/>
              <a:gd name="connsiteY88" fmla="*/ 8129 h 9744"/>
              <a:gd name="connsiteX89" fmla="*/ 2283 w 10000"/>
              <a:gd name="connsiteY89" fmla="*/ 8129 h 9744"/>
              <a:gd name="connsiteX0-1" fmla="*/ 2283 w 10000"/>
              <a:gd name="connsiteY0-2" fmla="*/ 8343 h 10000"/>
              <a:gd name="connsiteX1-3" fmla="*/ 2554 w 10000"/>
              <a:gd name="connsiteY1-4" fmla="*/ 8474 h 10000"/>
              <a:gd name="connsiteX2-5" fmla="*/ 2826 w 10000"/>
              <a:gd name="connsiteY2-6" fmla="*/ 8632 h 10000"/>
              <a:gd name="connsiteX3-7" fmla="*/ 3152 w 10000"/>
              <a:gd name="connsiteY3-8" fmla="*/ 8763 h 10000"/>
              <a:gd name="connsiteX4-9" fmla="*/ 3424 w 10000"/>
              <a:gd name="connsiteY4-10" fmla="*/ 8763 h 10000"/>
              <a:gd name="connsiteX5-11" fmla="*/ 3967 w 10000"/>
              <a:gd name="connsiteY5-12" fmla="*/ 8895 h 10000"/>
              <a:gd name="connsiteX6-13" fmla="*/ 4565 w 10000"/>
              <a:gd name="connsiteY6-14" fmla="*/ 8895 h 10000"/>
              <a:gd name="connsiteX7-15" fmla="*/ 5163 w 10000"/>
              <a:gd name="connsiteY7-16" fmla="*/ 8895 h 10000"/>
              <a:gd name="connsiteX8-17" fmla="*/ 5707 w 10000"/>
              <a:gd name="connsiteY8-18" fmla="*/ 8895 h 10000"/>
              <a:gd name="connsiteX9-19" fmla="*/ 6304 w 10000"/>
              <a:gd name="connsiteY9-20" fmla="*/ 8895 h 10000"/>
              <a:gd name="connsiteX10-21" fmla="*/ 6848 w 10000"/>
              <a:gd name="connsiteY10-22" fmla="*/ 8895 h 10000"/>
              <a:gd name="connsiteX11-23" fmla="*/ 7446 w 10000"/>
              <a:gd name="connsiteY11-24" fmla="*/ 8895 h 10000"/>
              <a:gd name="connsiteX12-25" fmla="*/ 7989 w 10000"/>
              <a:gd name="connsiteY12-26" fmla="*/ 8895 h 10000"/>
              <a:gd name="connsiteX13-27" fmla="*/ 8315 w 10000"/>
              <a:gd name="connsiteY13-28" fmla="*/ 8895 h 10000"/>
              <a:gd name="connsiteX14-29" fmla="*/ 8587 w 10000"/>
              <a:gd name="connsiteY14-30" fmla="*/ 9026 h 10000"/>
              <a:gd name="connsiteX15-31" fmla="*/ 9130 w 10000"/>
              <a:gd name="connsiteY15-32" fmla="*/ 9184 h 10000"/>
              <a:gd name="connsiteX16-33" fmla="*/ 9457 w 10000"/>
              <a:gd name="connsiteY16-34" fmla="*/ 9315 h 10000"/>
              <a:gd name="connsiteX17-35" fmla="*/ 9728 w 10000"/>
              <a:gd name="connsiteY17-36" fmla="*/ 9448 h 10000"/>
              <a:gd name="connsiteX18-37" fmla="*/ 10000 w 10000"/>
              <a:gd name="connsiteY18-38" fmla="*/ 9605 h 10000"/>
              <a:gd name="connsiteX19-39" fmla="*/ 10000 w 10000"/>
              <a:gd name="connsiteY19-40" fmla="*/ 9737 h 10000"/>
              <a:gd name="connsiteX20-41" fmla="*/ 10000 w 10000"/>
              <a:gd name="connsiteY20-42" fmla="*/ 9737 h 10000"/>
              <a:gd name="connsiteX21-43" fmla="*/ 10000 w 10000"/>
              <a:gd name="connsiteY21-44" fmla="*/ 9737 h 10000"/>
              <a:gd name="connsiteX22-45" fmla="*/ 10000 w 10000"/>
              <a:gd name="connsiteY22-46" fmla="*/ 9869 h 10000"/>
              <a:gd name="connsiteX23-47" fmla="*/ 9728 w 10000"/>
              <a:gd name="connsiteY23-48" fmla="*/ 9869 h 10000"/>
              <a:gd name="connsiteX24-49" fmla="*/ 9728 w 10000"/>
              <a:gd name="connsiteY24-50" fmla="*/ 9869 h 10000"/>
              <a:gd name="connsiteX25-51" fmla="*/ 9457 w 10000"/>
              <a:gd name="connsiteY25-52" fmla="*/ 10000 h 10000"/>
              <a:gd name="connsiteX26-53" fmla="*/ 9130 w 10000"/>
              <a:gd name="connsiteY26-54" fmla="*/ 10000 h 10000"/>
              <a:gd name="connsiteX27-55" fmla="*/ 8587 w 10000"/>
              <a:gd name="connsiteY27-56" fmla="*/ 10000 h 10000"/>
              <a:gd name="connsiteX28-57" fmla="*/ 8315 w 10000"/>
              <a:gd name="connsiteY28-58" fmla="*/ 10000 h 10000"/>
              <a:gd name="connsiteX29-59" fmla="*/ 7717 w 10000"/>
              <a:gd name="connsiteY29-60" fmla="*/ 10000 h 10000"/>
              <a:gd name="connsiteX30-61" fmla="*/ 6848 w 10000"/>
              <a:gd name="connsiteY30-62" fmla="*/ 10000 h 10000"/>
              <a:gd name="connsiteX31-63" fmla="*/ 6304 w 10000"/>
              <a:gd name="connsiteY31-64" fmla="*/ 10000 h 10000"/>
              <a:gd name="connsiteX32-65" fmla="*/ 5435 w 10000"/>
              <a:gd name="connsiteY32-66" fmla="*/ 10000 h 10000"/>
              <a:gd name="connsiteX33-67" fmla="*/ 4565 w 10000"/>
              <a:gd name="connsiteY33-68" fmla="*/ 10000 h 10000"/>
              <a:gd name="connsiteX34-69" fmla="*/ 3967 w 10000"/>
              <a:gd name="connsiteY34-70" fmla="*/ 10000 h 10000"/>
              <a:gd name="connsiteX35-71" fmla="*/ 3424 w 10000"/>
              <a:gd name="connsiteY35-72" fmla="*/ 10000 h 10000"/>
              <a:gd name="connsiteX36-73" fmla="*/ 2826 w 10000"/>
              <a:gd name="connsiteY36-74" fmla="*/ 10000 h 10000"/>
              <a:gd name="connsiteX37-75" fmla="*/ 2554 w 10000"/>
              <a:gd name="connsiteY37-76" fmla="*/ 9869 h 10000"/>
              <a:gd name="connsiteX38-77" fmla="*/ 2283 w 10000"/>
              <a:gd name="connsiteY38-78" fmla="*/ 9869 h 10000"/>
              <a:gd name="connsiteX39-79" fmla="*/ 1957 w 10000"/>
              <a:gd name="connsiteY39-80" fmla="*/ 9737 h 10000"/>
              <a:gd name="connsiteX40-81" fmla="*/ 1685 w 10000"/>
              <a:gd name="connsiteY40-82" fmla="*/ 9737 h 10000"/>
              <a:gd name="connsiteX41-83" fmla="*/ 1413 w 10000"/>
              <a:gd name="connsiteY41-84" fmla="*/ 9605 h 10000"/>
              <a:gd name="connsiteX42-85" fmla="*/ 1141 w 10000"/>
              <a:gd name="connsiteY42-86" fmla="*/ 9605 h 10000"/>
              <a:gd name="connsiteX43-87" fmla="*/ 815 w 10000"/>
              <a:gd name="connsiteY43-88" fmla="*/ 9448 h 10000"/>
              <a:gd name="connsiteX44-89" fmla="*/ 815 w 10000"/>
              <a:gd name="connsiteY44-90" fmla="*/ 9184 h 10000"/>
              <a:gd name="connsiteX45-91" fmla="*/ 543 w 10000"/>
              <a:gd name="connsiteY45-92" fmla="*/ 9026 h 10000"/>
              <a:gd name="connsiteX46-93" fmla="*/ 543 w 10000"/>
              <a:gd name="connsiteY46-94" fmla="*/ 8895 h 10000"/>
              <a:gd name="connsiteX47-95" fmla="*/ 272 w 10000"/>
              <a:gd name="connsiteY47-96" fmla="*/ 8632 h 10000"/>
              <a:gd name="connsiteX48-97" fmla="*/ 272 w 10000"/>
              <a:gd name="connsiteY48-98" fmla="*/ 8343 h 10000"/>
              <a:gd name="connsiteX49-99" fmla="*/ 272 w 10000"/>
              <a:gd name="connsiteY49-100" fmla="*/ 8079 h 10000"/>
              <a:gd name="connsiteX50-101" fmla="*/ 0 w 10000"/>
              <a:gd name="connsiteY50-102" fmla="*/ 7658 h 10000"/>
              <a:gd name="connsiteX51-103" fmla="*/ 0 w 10000"/>
              <a:gd name="connsiteY51-104" fmla="*/ 7237 h 10000"/>
              <a:gd name="connsiteX52-105" fmla="*/ 0 w 10000"/>
              <a:gd name="connsiteY52-106" fmla="*/ 6815 h 10000"/>
              <a:gd name="connsiteX53-107" fmla="*/ 272 w 10000"/>
              <a:gd name="connsiteY53-108" fmla="*/ 6263 h 10000"/>
              <a:gd name="connsiteX54-109" fmla="*/ 272 w 10000"/>
              <a:gd name="connsiteY54-110" fmla="*/ 5711 h 10000"/>
              <a:gd name="connsiteX55-111" fmla="*/ 272 w 10000"/>
              <a:gd name="connsiteY55-112" fmla="*/ 5158 h 10000"/>
              <a:gd name="connsiteX56-113" fmla="*/ 543 w 10000"/>
              <a:gd name="connsiteY56-114" fmla="*/ 3895 h 10000"/>
              <a:gd name="connsiteX57-115" fmla="*/ 543 w 10000"/>
              <a:gd name="connsiteY57-116" fmla="*/ 2500 h 10000"/>
              <a:gd name="connsiteX58-117" fmla="*/ 1141 w 10000"/>
              <a:gd name="connsiteY58-118" fmla="*/ 0 h 10000"/>
              <a:gd name="connsiteX59-119" fmla="*/ 1685 w 10000"/>
              <a:gd name="connsiteY59-120" fmla="*/ 289 h 10000"/>
              <a:gd name="connsiteX60-121" fmla="*/ 1957 w 10000"/>
              <a:gd name="connsiteY60-122" fmla="*/ 422 h 10000"/>
              <a:gd name="connsiteX61-123" fmla="*/ 2554 w 10000"/>
              <a:gd name="connsiteY61-124" fmla="*/ 711 h 10000"/>
              <a:gd name="connsiteX62-125" fmla="*/ 2826 w 10000"/>
              <a:gd name="connsiteY62-126" fmla="*/ 843 h 10000"/>
              <a:gd name="connsiteX63-127" fmla="*/ 3152 w 10000"/>
              <a:gd name="connsiteY63-128" fmla="*/ 974 h 10000"/>
              <a:gd name="connsiteX64-129" fmla="*/ 3152 w 10000"/>
              <a:gd name="connsiteY64-130" fmla="*/ 1105 h 10000"/>
              <a:gd name="connsiteX65-131" fmla="*/ 3424 w 10000"/>
              <a:gd name="connsiteY65-132" fmla="*/ 1263 h 10000"/>
              <a:gd name="connsiteX66-133" fmla="*/ 3424 w 10000"/>
              <a:gd name="connsiteY66-134" fmla="*/ 1395 h 10000"/>
              <a:gd name="connsiteX67-135" fmla="*/ 3424 w 10000"/>
              <a:gd name="connsiteY67-136" fmla="*/ 1684 h 10000"/>
              <a:gd name="connsiteX68-137" fmla="*/ 3424 w 10000"/>
              <a:gd name="connsiteY68-138" fmla="*/ 1817 h 10000"/>
              <a:gd name="connsiteX69-139" fmla="*/ 3696 w 10000"/>
              <a:gd name="connsiteY69-140" fmla="*/ 1817 h 10000"/>
              <a:gd name="connsiteX70-141" fmla="*/ 3424 w 10000"/>
              <a:gd name="connsiteY70-142" fmla="*/ 1948 h 10000"/>
              <a:gd name="connsiteX71-143" fmla="*/ 3424 w 10000"/>
              <a:gd name="connsiteY71-144" fmla="*/ 1948 h 10000"/>
              <a:gd name="connsiteX72-145" fmla="*/ 3424 w 10000"/>
              <a:gd name="connsiteY72-146" fmla="*/ 2079 h 10000"/>
              <a:gd name="connsiteX73-147" fmla="*/ 3424 w 10000"/>
              <a:gd name="connsiteY73-148" fmla="*/ 2369 h 10000"/>
              <a:gd name="connsiteX74-149" fmla="*/ 3424 w 10000"/>
              <a:gd name="connsiteY74-150" fmla="*/ 2500 h 10000"/>
              <a:gd name="connsiteX75-151" fmla="*/ 3152 w 10000"/>
              <a:gd name="connsiteY75-152" fmla="*/ 2789 h 10000"/>
              <a:gd name="connsiteX76-153" fmla="*/ 3152 w 10000"/>
              <a:gd name="connsiteY76-154" fmla="*/ 3053 h 10000"/>
              <a:gd name="connsiteX77-155" fmla="*/ 2826 w 10000"/>
              <a:gd name="connsiteY77-156" fmla="*/ 3474 h 10000"/>
              <a:gd name="connsiteX78-157" fmla="*/ 2826 w 10000"/>
              <a:gd name="connsiteY78-158" fmla="*/ 4184 h 10000"/>
              <a:gd name="connsiteX79-159" fmla="*/ 2554 w 10000"/>
              <a:gd name="connsiteY79-160" fmla="*/ 4869 h 10000"/>
              <a:gd name="connsiteX80-161" fmla="*/ 2283 w 10000"/>
              <a:gd name="connsiteY80-162" fmla="*/ 5553 h 10000"/>
              <a:gd name="connsiteX81-163" fmla="*/ 2283 w 10000"/>
              <a:gd name="connsiteY81-164" fmla="*/ 6263 h 10000"/>
              <a:gd name="connsiteX82-165" fmla="*/ 1957 w 10000"/>
              <a:gd name="connsiteY82-166" fmla="*/ 6526 h 10000"/>
              <a:gd name="connsiteX83-167" fmla="*/ 1957 w 10000"/>
              <a:gd name="connsiteY83-168" fmla="*/ 6948 h 10000"/>
              <a:gd name="connsiteX84-169" fmla="*/ 1957 w 10000"/>
              <a:gd name="connsiteY84-170" fmla="*/ 7237 h 10000"/>
              <a:gd name="connsiteX85-171" fmla="*/ 1957 w 10000"/>
              <a:gd name="connsiteY85-172" fmla="*/ 7500 h 10000"/>
              <a:gd name="connsiteX86-173" fmla="*/ 2283 w 10000"/>
              <a:gd name="connsiteY86-174" fmla="*/ 7921 h 10000"/>
              <a:gd name="connsiteX87-175" fmla="*/ 2283 w 10000"/>
              <a:gd name="connsiteY87-176" fmla="*/ 8343 h 10000"/>
              <a:gd name="connsiteX88-177" fmla="*/ 2283 w 10000"/>
              <a:gd name="connsiteY88-178" fmla="*/ 8343 h 10000"/>
              <a:gd name="connsiteX0-179" fmla="*/ 2283 w 10000"/>
              <a:gd name="connsiteY0-180" fmla="*/ 8343 h 10000"/>
              <a:gd name="connsiteX1-181" fmla="*/ 2554 w 10000"/>
              <a:gd name="connsiteY1-182" fmla="*/ 8474 h 10000"/>
              <a:gd name="connsiteX2-183" fmla="*/ 2826 w 10000"/>
              <a:gd name="connsiteY2-184" fmla="*/ 8632 h 10000"/>
              <a:gd name="connsiteX3-185" fmla="*/ 3152 w 10000"/>
              <a:gd name="connsiteY3-186" fmla="*/ 8763 h 10000"/>
              <a:gd name="connsiteX4-187" fmla="*/ 3424 w 10000"/>
              <a:gd name="connsiteY4-188" fmla="*/ 8763 h 10000"/>
              <a:gd name="connsiteX5-189" fmla="*/ 3967 w 10000"/>
              <a:gd name="connsiteY5-190" fmla="*/ 8895 h 10000"/>
              <a:gd name="connsiteX6-191" fmla="*/ 4565 w 10000"/>
              <a:gd name="connsiteY6-192" fmla="*/ 8895 h 10000"/>
              <a:gd name="connsiteX7-193" fmla="*/ 5163 w 10000"/>
              <a:gd name="connsiteY7-194" fmla="*/ 8895 h 10000"/>
              <a:gd name="connsiteX8-195" fmla="*/ 5707 w 10000"/>
              <a:gd name="connsiteY8-196" fmla="*/ 8895 h 10000"/>
              <a:gd name="connsiteX9-197" fmla="*/ 6304 w 10000"/>
              <a:gd name="connsiteY9-198" fmla="*/ 8895 h 10000"/>
              <a:gd name="connsiteX10-199" fmla="*/ 6848 w 10000"/>
              <a:gd name="connsiteY10-200" fmla="*/ 8895 h 10000"/>
              <a:gd name="connsiteX11-201" fmla="*/ 7446 w 10000"/>
              <a:gd name="connsiteY11-202" fmla="*/ 8895 h 10000"/>
              <a:gd name="connsiteX12-203" fmla="*/ 7989 w 10000"/>
              <a:gd name="connsiteY12-204" fmla="*/ 8895 h 10000"/>
              <a:gd name="connsiteX13-205" fmla="*/ 8315 w 10000"/>
              <a:gd name="connsiteY13-206" fmla="*/ 8895 h 10000"/>
              <a:gd name="connsiteX14-207" fmla="*/ 8587 w 10000"/>
              <a:gd name="connsiteY14-208" fmla="*/ 9026 h 10000"/>
              <a:gd name="connsiteX15-209" fmla="*/ 9130 w 10000"/>
              <a:gd name="connsiteY15-210" fmla="*/ 9184 h 10000"/>
              <a:gd name="connsiteX16-211" fmla="*/ 9457 w 10000"/>
              <a:gd name="connsiteY16-212" fmla="*/ 9315 h 10000"/>
              <a:gd name="connsiteX17-213" fmla="*/ 9728 w 10000"/>
              <a:gd name="connsiteY17-214" fmla="*/ 9448 h 10000"/>
              <a:gd name="connsiteX18-215" fmla="*/ 10000 w 10000"/>
              <a:gd name="connsiteY18-216" fmla="*/ 9605 h 10000"/>
              <a:gd name="connsiteX19-217" fmla="*/ 10000 w 10000"/>
              <a:gd name="connsiteY19-218" fmla="*/ 9737 h 10000"/>
              <a:gd name="connsiteX20-219" fmla="*/ 10000 w 10000"/>
              <a:gd name="connsiteY20-220" fmla="*/ 9737 h 10000"/>
              <a:gd name="connsiteX21-221" fmla="*/ 10000 w 10000"/>
              <a:gd name="connsiteY21-222" fmla="*/ 9737 h 10000"/>
              <a:gd name="connsiteX22-223" fmla="*/ 10000 w 10000"/>
              <a:gd name="connsiteY22-224" fmla="*/ 9869 h 10000"/>
              <a:gd name="connsiteX23-225" fmla="*/ 9728 w 10000"/>
              <a:gd name="connsiteY23-226" fmla="*/ 9869 h 10000"/>
              <a:gd name="connsiteX24-227" fmla="*/ 9728 w 10000"/>
              <a:gd name="connsiteY24-228" fmla="*/ 9869 h 10000"/>
              <a:gd name="connsiteX25-229" fmla="*/ 9457 w 10000"/>
              <a:gd name="connsiteY25-230" fmla="*/ 10000 h 10000"/>
              <a:gd name="connsiteX26-231" fmla="*/ 9130 w 10000"/>
              <a:gd name="connsiteY26-232" fmla="*/ 10000 h 10000"/>
              <a:gd name="connsiteX27-233" fmla="*/ 8587 w 10000"/>
              <a:gd name="connsiteY27-234" fmla="*/ 10000 h 10000"/>
              <a:gd name="connsiteX28-235" fmla="*/ 8315 w 10000"/>
              <a:gd name="connsiteY28-236" fmla="*/ 10000 h 10000"/>
              <a:gd name="connsiteX29-237" fmla="*/ 7717 w 10000"/>
              <a:gd name="connsiteY29-238" fmla="*/ 10000 h 10000"/>
              <a:gd name="connsiteX30-239" fmla="*/ 6848 w 10000"/>
              <a:gd name="connsiteY30-240" fmla="*/ 10000 h 10000"/>
              <a:gd name="connsiteX31-241" fmla="*/ 6304 w 10000"/>
              <a:gd name="connsiteY31-242" fmla="*/ 10000 h 10000"/>
              <a:gd name="connsiteX32-243" fmla="*/ 5435 w 10000"/>
              <a:gd name="connsiteY32-244" fmla="*/ 10000 h 10000"/>
              <a:gd name="connsiteX33-245" fmla="*/ 4565 w 10000"/>
              <a:gd name="connsiteY33-246" fmla="*/ 10000 h 10000"/>
              <a:gd name="connsiteX34-247" fmla="*/ 3967 w 10000"/>
              <a:gd name="connsiteY34-248" fmla="*/ 10000 h 10000"/>
              <a:gd name="connsiteX35-249" fmla="*/ 3424 w 10000"/>
              <a:gd name="connsiteY35-250" fmla="*/ 10000 h 10000"/>
              <a:gd name="connsiteX36-251" fmla="*/ 2826 w 10000"/>
              <a:gd name="connsiteY36-252" fmla="*/ 10000 h 10000"/>
              <a:gd name="connsiteX37-253" fmla="*/ 2554 w 10000"/>
              <a:gd name="connsiteY37-254" fmla="*/ 9869 h 10000"/>
              <a:gd name="connsiteX38-255" fmla="*/ 2283 w 10000"/>
              <a:gd name="connsiteY38-256" fmla="*/ 9869 h 10000"/>
              <a:gd name="connsiteX39-257" fmla="*/ 1957 w 10000"/>
              <a:gd name="connsiteY39-258" fmla="*/ 9737 h 10000"/>
              <a:gd name="connsiteX40-259" fmla="*/ 1685 w 10000"/>
              <a:gd name="connsiteY40-260" fmla="*/ 9737 h 10000"/>
              <a:gd name="connsiteX41-261" fmla="*/ 1413 w 10000"/>
              <a:gd name="connsiteY41-262" fmla="*/ 9605 h 10000"/>
              <a:gd name="connsiteX42-263" fmla="*/ 1141 w 10000"/>
              <a:gd name="connsiteY42-264" fmla="*/ 9605 h 10000"/>
              <a:gd name="connsiteX43-265" fmla="*/ 815 w 10000"/>
              <a:gd name="connsiteY43-266" fmla="*/ 9448 h 10000"/>
              <a:gd name="connsiteX44-267" fmla="*/ 815 w 10000"/>
              <a:gd name="connsiteY44-268" fmla="*/ 9184 h 10000"/>
              <a:gd name="connsiteX45-269" fmla="*/ 543 w 10000"/>
              <a:gd name="connsiteY45-270" fmla="*/ 9026 h 10000"/>
              <a:gd name="connsiteX46-271" fmla="*/ 543 w 10000"/>
              <a:gd name="connsiteY46-272" fmla="*/ 8895 h 10000"/>
              <a:gd name="connsiteX47-273" fmla="*/ 272 w 10000"/>
              <a:gd name="connsiteY47-274" fmla="*/ 8632 h 10000"/>
              <a:gd name="connsiteX48-275" fmla="*/ 272 w 10000"/>
              <a:gd name="connsiteY48-276" fmla="*/ 8343 h 10000"/>
              <a:gd name="connsiteX49-277" fmla="*/ 272 w 10000"/>
              <a:gd name="connsiteY49-278" fmla="*/ 8079 h 10000"/>
              <a:gd name="connsiteX50-279" fmla="*/ 0 w 10000"/>
              <a:gd name="connsiteY50-280" fmla="*/ 7658 h 10000"/>
              <a:gd name="connsiteX51-281" fmla="*/ 0 w 10000"/>
              <a:gd name="connsiteY51-282" fmla="*/ 7237 h 10000"/>
              <a:gd name="connsiteX52-283" fmla="*/ 0 w 10000"/>
              <a:gd name="connsiteY52-284" fmla="*/ 6815 h 10000"/>
              <a:gd name="connsiteX53-285" fmla="*/ 272 w 10000"/>
              <a:gd name="connsiteY53-286" fmla="*/ 6263 h 10000"/>
              <a:gd name="connsiteX54-287" fmla="*/ 272 w 10000"/>
              <a:gd name="connsiteY54-288" fmla="*/ 5711 h 10000"/>
              <a:gd name="connsiteX55-289" fmla="*/ 272 w 10000"/>
              <a:gd name="connsiteY55-290" fmla="*/ 5158 h 10000"/>
              <a:gd name="connsiteX56-291" fmla="*/ 543 w 10000"/>
              <a:gd name="connsiteY56-292" fmla="*/ 3895 h 10000"/>
              <a:gd name="connsiteX57-293" fmla="*/ 1141 w 10000"/>
              <a:gd name="connsiteY57-294" fmla="*/ 0 h 10000"/>
              <a:gd name="connsiteX58-295" fmla="*/ 1685 w 10000"/>
              <a:gd name="connsiteY58-296" fmla="*/ 289 h 10000"/>
              <a:gd name="connsiteX59-297" fmla="*/ 1957 w 10000"/>
              <a:gd name="connsiteY59-298" fmla="*/ 422 h 10000"/>
              <a:gd name="connsiteX60-299" fmla="*/ 2554 w 10000"/>
              <a:gd name="connsiteY60-300" fmla="*/ 711 h 10000"/>
              <a:gd name="connsiteX61-301" fmla="*/ 2826 w 10000"/>
              <a:gd name="connsiteY61-302" fmla="*/ 843 h 10000"/>
              <a:gd name="connsiteX62-303" fmla="*/ 3152 w 10000"/>
              <a:gd name="connsiteY62-304" fmla="*/ 974 h 10000"/>
              <a:gd name="connsiteX63-305" fmla="*/ 3152 w 10000"/>
              <a:gd name="connsiteY63-306" fmla="*/ 1105 h 10000"/>
              <a:gd name="connsiteX64-307" fmla="*/ 3424 w 10000"/>
              <a:gd name="connsiteY64-308" fmla="*/ 1263 h 10000"/>
              <a:gd name="connsiteX65-309" fmla="*/ 3424 w 10000"/>
              <a:gd name="connsiteY65-310" fmla="*/ 1395 h 10000"/>
              <a:gd name="connsiteX66-311" fmla="*/ 3424 w 10000"/>
              <a:gd name="connsiteY66-312" fmla="*/ 1684 h 10000"/>
              <a:gd name="connsiteX67-313" fmla="*/ 3424 w 10000"/>
              <a:gd name="connsiteY67-314" fmla="*/ 1817 h 10000"/>
              <a:gd name="connsiteX68-315" fmla="*/ 3696 w 10000"/>
              <a:gd name="connsiteY68-316" fmla="*/ 1817 h 10000"/>
              <a:gd name="connsiteX69-317" fmla="*/ 3424 w 10000"/>
              <a:gd name="connsiteY69-318" fmla="*/ 1948 h 10000"/>
              <a:gd name="connsiteX70-319" fmla="*/ 3424 w 10000"/>
              <a:gd name="connsiteY70-320" fmla="*/ 1948 h 10000"/>
              <a:gd name="connsiteX71-321" fmla="*/ 3424 w 10000"/>
              <a:gd name="connsiteY71-322" fmla="*/ 2079 h 10000"/>
              <a:gd name="connsiteX72-323" fmla="*/ 3424 w 10000"/>
              <a:gd name="connsiteY72-324" fmla="*/ 2369 h 10000"/>
              <a:gd name="connsiteX73-325" fmla="*/ 3424 w 10000"/>
              <a:gd name="connsiteY73-326" fmla="*/ 2500 h 10000"/>
              <a:gd name="connsiteX74-327" fmla="*/ 3152 w 10000"/>
              <a:gd name="connsiteY74-328" fmla="*/ 2789 h 10000"/>
              <a:gd name="connsiteX75-329" fmla="*/ 3152 w 10000"/>
              <a:gd name="connsiteY75-330" fmla="*/ 3053 h 10000"/>
              <a:gd name="connsiteX76-331" fmla="*/ 2826 w 10000"/>
              <a:gd name="connsiteY76-332" fmla="*/ 3474 h 10000"/>
              <a:gd name="connsiteX77-333" fmla="*/ 2826 w 10000"/>
              <a:gd name="connsiteY77-334" fmla="*/ 4184 h 10000"/>
              <a:gd name="connsiteX78-335" fmla="*/ 2554 w 10000"/>
              <a:gd name="connsiteY78-336" fmla="*/ 4869 h 10000"/>
              <a:gd name="connsiteX79-337" fmla="*/ 2283 w 10000"/>
              <a:gd name="connsiteY79-338" fmla="*/ 5553 h 10000"/>
              <a:gd name="connsiteX80-339" fmla="*/ 2283 w 10000"/>
              <a:gd name="connsiteY80-340" fmla="*/ 6263 h 10000"/>
              <a:gd name="connsiteX81-341" fmla="*/ 1957 w 10000"/>
              <a:gd name="connsiteY81-342" fmla="*/ 6526 h 10000"/>
              <a:gd name="connsiteX82-343" fmla="*/ 1957 w 10000"/>
              <a:gd name="connsiteY82-344" fmla="*/ 6948 h 10000"/>
              <a:gd name="connsiteX83-345" fmla="*/ 1957 w 10000"/>
              <a:gd name="connsiteY83-346" fmla="*/ 7237 h 10000"/>
              <a:gd name="connsiteX84-347" fmla="*/ 1957 w 10000"/>
              <a:gd name="connsiteY84-348" fmla="*/ 7500 h 10000"/>
              <a:gd name="connsiteX85-349" fmla="*/ 2283 w 10000"/>
              <a:gd name="connsiteY85-350" fmla="*/ 7921 h 10000"/>
              <a:gd name="connsiteX86-351" fmla="*/ 2283 w 10000"/>
              <a:gd name="connsiteY86-352" fmla="*/ 8343 h 10000"/>
              <a:gd name="connsiteX87-353" fmla="*/ 2283 w 10000"/>
              <a:gd name="connsiteY87-354" fmla="*/ 8343 h 10000"/>
              <a:gd name="connsiteX0-355" fmla="*/ 2283 w 10000"/>
              <a:gd name="connsiteY0-356" fmla="*/ 8343 h 10000"/>
              <a:gd name="connsiteX1-357" fmla="*/ 2554 w 10000"/>
              <a:gd name="connsiteY1-358" fmla="*/ 8474 h 10000"/>
              <a:gd name="connsiteX2-359" fmla="*/ 2826 w 10000"/>
              <a:gd name="connsiteY2-360" fmla="*/ 8632 h 10000"/>
              <a:gd name="connsiteX3-361" fmla="*/ 3152 w 10000"/>
              <a:gd name="connsiteY3-362" fmla="*/ 8763 h 10000"/>
              <a:gd name="connsiteX4-363" fmla="*/ 3424 w 10000"/>
              <a:gd name="connsiteY4-364" fmla="*/ 8763 h 10000"/>
              <a:gd name="connsiteX5-365" fmla="*/ 3967 w 10000"/>
              <a:gd name="connsiteY5-366" fmla="*/ 8895 h 10000"/>
              <a:gd name="connsiteX6-367" fmla="*/ 4565 w 10000"/>
              <a:gd name="connsiteY6-368" fmla="*/ 8895 h 10000"/>
              <a:gd name="connsiteX7-369" fmla="*/ 5163 w 10000"/>
              <a:gd name="connsiteY7-370" fmla="*/ 8895 h 10000"/>
              <a:gd name="connsiteX8-371" fmla="*/ 5707 w 10000"/>
              <a:gd name="connsiteY8-372" fmla="*/ 8895 h 10000"/>
              <a:gd name="connsiteX9-373" fmla="*/ 6304 w 10000"/>
              <a:gd name="connsiteY9-374" fmla="*/ 8895 h 10000"/>
              <a:gd name="connsiteX10-375" fmla="*/ 6848 w 10000"/>
              <a:gd name="connsiteY10-376" fmla="*/ 8895 h 10000"/>
              <a:gd name="connsiteX11-377" fmla="*/ 7446 w 10000"/>
              <a:gd name="connsiteY11-378" fmla="*/ 8895 h 10000"/>
              <a:gd name="connsiteX12-379" fmla="*/ 7989 w 10000"/>
              <a:gd name="connsiteY12-380" fmla="*/ 8895 h 10000"/>
              <a:gd name="connsiteX13-381" fmla="*/ 8315 w 10000"/>
              <a:gd name="connsiteY13-382" fmla="*/ 8895 h 10000"/>
              <a:gd name="connsiteX14-383" fmla="*/ 8587 w 10000"/>
              <a:gd name="connsiteY14-384" fmla="*/ 9026 h 10000"/>
              <a:gd name="connsiteX15-385" fmla="*/ 9130 w 10000"/>
              <a:gd name="connsiteY15-386" fmla="*/ 9184 h 10000"/>
              <a:gd name="connsiteX16-387" fmla="*/ 9457 w 10000"/>
              <a:gd name="connsiteY16-388" fmla="*/ 9315 h 10000"/>
              <a:gd name="connsiteX17-389" fmla="*/ 9728 w 10000"/>
              <a:gd name="connsiteY17-390" fmla="*/ 9448 h 10000"/>
              <a:gd name="connsiteX18-391" fmla="*/ 10000 w 10000"/>
              <a:gd name="connsiteY18-392" fmla="*/ 9605 h 10000"/>
              <a:gd name="connsiteX19-393" fmla="*/ 10000 w 10000"/>
              <a:gd name="connsiteY19-394" fmla="*/ 9737 h 10000"/>
              <a:gd name="connsiteX20-395" fmla="*/ 10000 w 10000"/>
              <a:gd name="connsiteY20-396" fmla="*/ 9737 h 10000"/>
              <a:gd name="connsiteX21-397" fmla="*/ 10000 w 10000"/>
              <a:gd name="connsiteY21-398" fmla="*/ 9737 h 10000"/>
              <a:gd name="connsiteX22-399" fmla="*/ 10000 w 10000"/>
              <a:gd name="connsiteY22-400" fmla="*/ 9869 h 10000"/>
              <a:gd name="connsiteX23-401" fmla="*/ 9728 w 10000"/>
              <a:gd name="connsiteY23-402" fmla="*/ 9869 h 10000"/>
              <a:gd name="connsiteX24-403" fmla="*/ 9728 w 10000"/>
              <a:gd name="connsiteY24-404" fmla="*/ 9869 h 10000"/>
              <a:gd name="connsiteX25-405" fmla="*/ 9457 w 10000"/>
              <a:gd name="connsiteY25-406" fmla="*/ 10000 h 10000"/>
              <a:gd name="connsiteX26-407" fmla="*/ 9130 w 10000"/>
              <a:gd name="connsiteY26-408" fmla="*/ 10000 h 10000"/>
              <a:gd name="connsiteX27-409" fmla="*/ 8587 w 10000"/>
              <a:gd name="connsiteY27-410" fmla="*/ 10000 h 10000"/>
              <a:gd name="connsiteX28-411" fmla="*/ 8315 w 10000"/>
              <a:gd name="connsiteY28-412" fmla="*/ 10000 h 10000"/>
              <a:gd name="connsiteX29-413" fmla="*/ 7717 w 10000"/>
              <a:gd name="connsiteY29-414" fmla="*/ 10000 h 10000"/>
              <a:gd name="connsiteX30-415" fmla="*/ 6848 w 10000"/>
              <a:gd name="connsiteY30-416" fmla="*/ 10000 h 10000"/>
              <a:gd name="connsiteX31-417" fmla="*/ 6304 w 10000"/>
              <a:gd name="connsiteY31-418" fmla="*/ 10000 h 10000"/>
              <a:gd name="connsiteX32-419" fmla="*/ 5435 w 10000"/>
              <a:gd name="connsiteY32-420" fmla="*/ 10000 h 10000"/>
              <a:gd name="connsiteX33-421" fmla="*/ 4565 w 10000"/>
              <a:gd name="connsiteY33-422" fmla="*/ 10000 h 10000"/>
              <a:gd name="connsiteX34-423" fmla="*/ 3967 w 10000"/>
              <a:gd name="connsiteY34-424" fmla="*/ 10000 h 10000"/>
              <a:gd name="connsiteX35-425" fmla="*/ 3424 w 10000"/>
              <a:gd name="connsiteY35-426" fmla="*/ 10000 h 10000"/>
              <a:gd name="connsiteX36-427" fmla="*/ 2826 w 10000"/>
              <a:gd name="connsiteY36-428" fmla="*/ 10000 h 10000"/>
              <a:gd name="connsiteX37-429" fmla="*/ 2554 w 10000"/>
              <a:gd name="connsiteY37-430" fmla="*/ 9869 h 10000"/>
              <a:gd name="connsiteX38-431" fmla="*/ 2283 w 10000"/>
              <a:gd name="connsiteY38-432" fmla="*/ 9869 h 10000"/>
              <a:gd name="connsiteX39-433" fmla="*/ 1957 w 10000"/>
              <a:gd name="connsiteY39-434" fmla="*/ 9737 h 10000"/>
              <a:gd name="connsiteX40-435" fmla="*/ 1685 w 10000"/>
              <a:gd name="connsiteY40-436" fmla="*/ 9737 h 10000"/>
              <a:gd name="connsiteX41-437" fmla="*/ 1413 w 10000"/>
              <a:gd name="connsiteY41-438" fmla="*/ 9605 h 10000"/>
              <a:gd name="connsiteX42-439" fmla="*/ 1141 w 10000"/>
              <a:gd name="connsiteY42-440" fmla="*/ 9605 h 10000"/>
              <a:gd name="connsiteX43-441" fmla="*/ 815 w 10000"/>
              <a:gd name="connsiteY43-442" fmla="*/ 9448 h 10000"/>
              <a:gd name="connsiteX44-443" fmla="*/ 815 w 10000"/>
              <a:gd name="connsiteY44-444" fmla="*/ 9184 h 10000"/>
              <a:gd name="connsiteX45-445" fmla="*/ 543 w 10000"/>
              <a:gd name="connsiteY45-446" fmla="*/ 9026 h 10000"/>
              <a:gd name="connsiteX46-447" fmla="*/ 543 w 10000"/>
              <a:gd name="connsiteY46-448" fmla="*/ 8895 h 10000"/>
              <a:gd name="connsiteX47-449" fmla="*/ 272 w 10000"/>
              <a:gd name="connsiteY47-450" fmla="*/ 8632 h 10000"/>
              <a:gd name="connsiteX48-451" fmla="*/ 272 w 10000"/>
              <a:gd name="connsiteY48-452" fmla="*/ 8343 h 10000"/>
              <a:gd name="connsiteX49-453" fmla="*/ 272 w 10000"/>
              <a:gd name="connsiteY49-454" fmla="*/ 8079 h 10000"/>
              <a:gd name="connsiteX50-455" fmla="*/ 0 w 10000"/>
              <a:gd name="connsiteY50-456" fmla="*/ 7658 h 10000"/>
              <a:gd name="connsiteX51-457" fmla="*/ 0 w 10000"/>
              <a:gd name="connsiteY51-458" fmla="*/ 7237 h 10000"/>
              <a:gd name="connsiteX52-459" fmla="*/ 0 w 10000"/>
              <a:gd name="connsiteY52-460" fmla="*/ 6815 h 10000"/>
              <a:gd name="connsiteX53-461" fmla="*/ 272 w 10000"/>
              <a:gd name="connsiteY53-462" fmla="*/ 6263 h 10000"/>
              <a:gd name="connsiteX54-463" fmla="*/ 272 w 10000"/>
              <a:gd name="connsiteY54-464" fmla="*/ 5711 h 10000"/>
              <a:gd name="connsiteX55-465" fmla="*/ 272 w 10000"/>
              <a:gd name="connsiteY55-466" fmla="*/ 5158 h 10000"/>
              <a:gd name="connsiteX56-467" fmla="*/ 543 w 10000"/>
              <a:gd name="connsiteY56-468" fmla="*/ 3895 h 10000"/>
              <a:gd name="connsiteX57-469" fmla="*/ 1141 w 10000"/>
              <a:gd name="connsiteY57-470" fmla="*/ 0 h 10000"/>
              <a:gd name="connsiteX58-471" fmla="*/ 1957 w 10000"/>
              <a:gd name="connsiteY58-472" fmla="*/ 422 h 10000"/>
              <a:gd name="connsiteX59-473" fmla="*/ 2554 w 10000"/>
              <a:gd name="connsiteY59-474" fmla="*/ 711 h 10000"/>
              <a:gd name="connsiteX60-475" fmla="*/ 2826 w 10000"/>
              <a:gd name="connsiteY60-476" fmla="*/ 843 h 10000"/>
              <a:gd name="connsiteX61-477" fmla="*/ 3152 w 10000"/>
              <a:gd name="connsiteY61-478" fmla="*/ 974 h 10000"/>
              <a:gd name="connsiteX62-479" fmla="*/ 3152 w 10000"/>
              <a:gd name="connsiteY62-480" fmla="*/ 1105 h 10000"/>
              <a:gd name="connsiteX63-481" fmla="*/ 3424 w 10000"/>
              <a:gd name="connsiteY63-482" fmla="*/ 1263 h 10000"/>
              <a:gd name="connsiteX64-483" fmla="*/ 3424 w 10000"/>
              <a:gd name="connsiteY64-484" fmla="*/ 1395 h 10000"/>
              <a:gd name="connsiteX65-485" fmla="*/ 3424 w 10000"/>
              <a:gd name="connsiteY65-486" fmla="*/ 1684 h 10000"/>
              <a:gd name="connsiteX66-487" fmla="*/ 3424 w 10000"/>
              <a:gd name="connsiteY66-488" fmla="*/ 1817 h 10000"/>
              <a:gd name="connsiteX67-489" fmla="*/ 3696 w 10000"/>
              <a:gd name="connsiteY67-490" fmla="*/ 1817 h 10000"/>
              <a:gd name="connsiteX68-491" fmla="*/ 3424 w 10000"/>
              <a:gd name="connsiteY68-492" fmla="*/ 1948 h 10000"/>
              <a:gd name="connsiteX69-493" fmla="*/ 3424 w 10000"/>
              <a:gd name="connsiteY69-494" fmla="*/ 1948 h 10000"/>
              <a:gd name="connsiteX70-495" fmla="*/ 3424 w 10000"/>
              <a:gd name="connsiteY70-496" fmla="*/ 2079 h 10000"/>
              <a:gd name="connsiteX71-497" fmla="*/ 3424 w 10000"/>
              <a:gd name="connsiteY71-498" fmla="*/ 2369 h 10000"/>
              <a:gd name="connsiteX72-499" fmla="*/ 3424 w 10000"/>
              <a:gd name="connsiteY72-500" fmla="*/ 2500 h 10000"/>
              <a:gd name="connsiteX73-501" fmla="*/ 3152 w 10000"/>
              <a:gd name="connsiteY73-502" fmla="*/ 2789 h 10000"/>
              <a:gd name="connsiteX74-503" fmla="*/ 3152 w 10000"/>
              <a:gd name="connsiteY74-504" fmla="*/ 3053 h 10000"/>
              <a:gd name="connsiteX75-505" fmla="*/ 2826 w 10000"/>
              <a:gd name="connsiteY75-506" fmla="*/ 3474 h 10000"/>
              <a:gd name="connsiteX76-507" fmla="*/ 2826 w 10000"/>
              <a:gd name="connsiteY76-508" fmla="*/ 4184 h 10000"/>
              <a:gd name="connsiteX77-509" fmla="*/ 2554 w 10000"/>
              <a:gd name="connsiteY77-510" fmla="*/ 4869 h 10000"/>
              <a:gd name="connsiteX78-511" fmla="*/ 2283 w 10000"/>
              <a:gd name="connsiteY78-512" fmla="*/ 5553 h 10000"/>
              <a:gd name="connsiteX79-513" fmla="*/ 2283 w 10000"/>
              <a:gd name="connsiteY79-514" fmla="*/ 6263 h 10000"/>
              <a:gd name="connsiteX80-515" fmla="*/ 1957 w 10000"/>
              <a:gd name="connsiteY80-516" fmla="*/ 6526 h 10000"/>
              <a:gd name="connsiteX81-517" fmla="*/ 1957 w 10000"/>
              <a:gd name="connsiteY81-518" fmla="*/ 6948 h 10000"/>
              <a:gd name="connsiteX82-519" fmla="*/ 1957 w 10000"/>
              <a:gd name="connsiteY82-520" fmla="*/ 7237 h 10000"/>
              <a:gd name="connsiteX83-521" fmla="*/ 1957 w 10000"/>
              <a:gd name="connsiteY83-522" fmla="*/ 7500 h 10000"/>
              <a:gd name="connsiteX84-523" fmla="*/ 2283 w 10000"/>
              <a:gd name="connsiteY84-524" fmla="*/ 7921 h 10000"/>
              <a:gd name="connsiteX85-525" fmla="*/ 2283 w 10000"/>
              <a:gd name="connsiteY85-526" fmla="*/ 8343 h 10000"/>
              <a:gd name="connsiteX86-527" fmla="*/ 2283 w 10000"/>
              <a:gd name="connsiteY86-528" fmla="*/ 8343 h 10000"/>
              <a:gd name="connsiteX0-529" fmla="*/ 2283 w 10000"/>
              <a:gd name="connsiteY0-530" fmla="*/ 8343 h 10000"/>
              <a:gd name="connsiteX1-531" fmla="*/ 2554 w 10000"/>
              <a:gd name="connsiteY1-532" fmla="*/ 8474 h 10000"/>
              <a:gd name="connsiteX2-533" fmla="*/ 2826 w 10000"/>
              <a:gd name="connsiteY2-534" fmla="*/ 8632 h 10000"/>
              <a:gd name="connsiteX3-535" fmla="*/ 3152 w 10000"/>
              <a:gd name="connsiteY3-536" fmla="*/ 8763 h 10000"/>
              <a:gd name="connsiteX4-537" fmla="*/ 3424 w 10000"/>
              <a:gd name="connsiteY4-538" fmla="*/ 8763 h 10000"/>
              <a:gd name="connsiteX5-539" fmla="*/ 3967 w 10000"/>
              <a:gd name="connsiteY5-540" fmla="*/ 8895 h 10000"/>
              <a:gd name="connsiteX6-541" fmla="*/ 4565 w 10000"/>
              <a:gd name="connsiteY6-542" fmla="*/ 8895 h 10000"/>
              <a:gd name="connsiteX7-543" fmla="*/ 5163 w 10000"/>
              <a:gd name="connsiteY7-544" fmla="*/ 8895 h 10000"/>
              <a:gd name="connsiteX8-545" fmla="*/ 5707 w 10000"/>
              <a:gd name="connsiteY8-546" fmla="*/ 8895 h 10000"/>
              <a:gd name="connsiteX9-547" fmla="*/ 6304 w 10000"/>
              <a:gd name="connsiteY9-548" fmla="*/ 8895 h 10000"/>
              <a:gd name="connsiteX10-549" fmla="*/ 6848 w 10000"/>
              <a:gd name="connsiteY10-550" fmla="*/ 8895 h 10000"/>
              <a:gd name="connsiteX11-551" fmla="*/ 7446 w 10000"/>
              <a:gd name="connsiteY11-552" fmla="*/ 8895 h 10000"/>
              <a:gd name="connsiteX12-553" fmla="*/ 7989 w 10000"/>
              <a:gd name="connsiteY12-554" fmla="*/ 8895 h 10000"/>
              <a:gd name="connsiteX13-555" fmla="*/ 8315 w 10000"/>
              <a:gd name="connsiteY13-556" fmla="*/ 8895 h 10000"/>
              <a:gd name="connsiteX14-557" fmla="*/ 8587 w 10000"/>
              <a:gd name="connsiteY14-558" fmla="*/ 9026 h 10000"/>
              <a:gd name="connsiteX15-559" fmla="*/ 9130 w 10000"/>
              <a:gd name="connsiteY15-560" fmla="*/ 9184 h 10000"/>
              <a:gd name="connsiteX16-561" fmla="*/ 9457 w 10000"/>
              <a:gd name="connsiteY16-562" fmla="*/ 9315 h 10000"/>
              <a:gd name="connsiteX17-563" fmla="*/ 9728 w 10000"/>
              <a:gd name="connsiteY17-564" fmla="*/ 9448 h 10000"/>
              <a:gd name="connsiteX18-565" fmla="*/ 10000 w 10000"/>
              <a:gd name="connsiteY18-566" fmla="*/ 9605 h 10000"/>
              <a:gd name="connsiteX19-567" fmla="*/ 10000 w 10000"/>
              <a:gd name="connsiteY19-568" fmla="*/ 9737 h 10000"/>
              <a:gd name="connsiteX20-569" fmla="*/ 10000 w 10000"/>
              <a:gd name="connsiteY20-570" fmla="*/ 9737 h 10000"/>
              <a:gd name="connsiteX21-571" fmla="*/ 10000 w 10000"/>
              <a:gd name="connsiteY21-572" fmla="*/ 9737 h 10000"/>
              <a:gd name="connsiteX22-573" fmla="*/ 10000 w 10000"/>
              <a:gd name="connsiteY22-574" fmla="*/ 9869 h 10000"/>
              <a:gd name="connsiteX23-575" fmla="*/ 9728 w 10000"/>
              <a:gd name="connsiteY23-576" fmla="*/ 9869 h 10000"/>
              <a:gd name="connsiteX24-577" fmla="*/ 9728 w 10000"/>
              <a:gd name="connsiteY24-578" fmla="*/ 9869 h 10000"/>
              <a:gd name="connsiteX25-579" fmla="*/ 9457 w 10000"/>
              <a:gd name="connsiteY25-580" fmla="*/ 10000 h 10000"/>
              <a:gd name="connsiteX26-581" fmla="*/ 9130 w 10000"/>
              <a:gd name="connsiteY26-582" fmla="*/ 10000 h 10000"/>
              <a:gd name="connsiteX27-583" fmla="*/ 8587 w 10000"/>
              <a:gd name="connsiteY27-584" fmla="*/ 10000 h 10000"/>
              <a:gd name="connsiteX28-585" fmla="*/ 8315 w 10000"/>
              <a:gd name="connsiteY28-586" fmla="*/ 10000 h 10000"/>
              <a:gd name="connsiteX29-587" fmla="*/ 7717 w 10000"/>
              <a:gd name="connsiteY29-588" fmla="*/ 10000 h 10000"/>
              <a:gd name="connsiteX30-589" fmla="*/ 6848 w 10000"/>
              <a:gd name="connsiteY30-590" fmla="*/ 10000 h 10000"/>
              <a:gd name="connsiteX31-591" fmla="*/ 6304 w 10000"/>
              <a:gd name="connsiteY31-592" fmla="*/ 10000 h 10000"/>
              <a:gd name="connsiteX32-593" fmla="*/ 5435 w 10000"/>
              <a:gd name="connsiteY32-594" fmla="*/ 10000 h 10000"/>
              <a:gd name="connsiteX33-595" fmla="*/ 4565 w 10000"/>
              <a:gd name="connsiteY33-596" fmla="*/ 10000 h 10000"/>
              <a:gd name="connsiteX34-597" fmla="*/ 3967 w 10000"/>
              <a:gd name="connsiteY34-598" fmla="*/ 10000 h 10000"/>
              <a:gd name="connsiteX35-599" fmla="*/ 3424 w 10000"/>
              <a:gd name="connsiteY35-600" fmla="*/ 10000 h 10000"/>
              <a:gd name="connsiteX36-601" fmla="*/ 2826 w 10000"/>
              <a:gd name="connsiteY36-602" fmla="*/ 10000 h 10000"/>
              <a:gd name="connsiteX37-603" fmla="*/ 2554 w 10000"/>
              <a:gd name="connsiteY37-604" fmla="*/ 9869 h 10000"/>
              <a:gd name="connsiteX38-605" fmla="*/ 2283 w 10000"/>
              <a:gd name="connsiteY38-606" fmla="*/ 9869 h 10000"/>
              <a:gd name="connsiteX39-607" fmla="*/ 1957 w 10000"/>
              <a:gd name="connsiteY39-608" fmla="*/ 9737 h 10000"/>
              <a:gd name="connsiteX40-609" fmla="*/ 1685 w 10000"/>
              <a:gd name="connsiteY40-610" fmla="*/ 9737 h 10000"/>
              <a:gd name="connsiteX41-611" fmla="*/ 1413 w 10000"/>
              <a:gd name="connsiteY41-612" fmla="*/ 9605 h 10000"/>
              <a:gd name="connsiteX42-613" fmla="*/ 1141 w 10000"/>
              <a:gd name="connsiteY42-614" fmla="*/ 9605 h 10000"/>
              <a:gd name="connsiteX43-615" fmla="*/ 815 w 10000"/>
              <a:gd name="connsiteY43-616" fmla="*/ 9448 h 10000"/>
              <a:gd name="connsiteX44-617" fmla="*/ 815 w 10000"/>
              <a:gd name="connsiteY44-618" fmla="*/ 9184 h 10000"/>
              <a:gd name="connsiteX45-619" fmla="*/ 543 w 10000"/>
              <a:gd name="connsiteY45-620" fmla="*/ 9026 h 10000"/>
              <a:gd name="connsiteX46-621" fmla="*/ 543 w 10000"/>
              <a:gd name="connsiteY46-622" fmla="*/ 8895 h 10000"/>
              <a:gd name="connsiteX47-623" fmla="*/ 272 w 10000"/>
              <a:gd name="connsiteY47-624" fmla="*/ 8632 h 10000"/>
              <a:gd name="connsiteX48-625" fmla="*/ 272 w 10000"/>
              <a:gd name="connsiteY48-626" fmla="*/ 8343 h 10000"/>
              <a:gd name="connsiteX49-627" fmla="*/ 272 w 10000"/>
              <a:gd name="connsiteY49-628" fmla="*/ 8079 h 10000"/>
              <a:gd name="connsiteX50-629" fmla="*/ 0 w 10000"/>
              <a:gd name="connsiteY50-630" fmla="*/ 7658 h 10000"/>
              <a:gd name="connsiteX51-631" fmla="*/ 0 w 10000"/>
              <a:gd name="connsiteY51-632" fmla="*/ 7237 h 10000"/>
              <a:gd name="connsiteX52-633" fmla="*/ 0 w 10000"/>
              <a:gd name="connsiteY52-634" fmla="*/ 6815 h 10000"/>
              <a:gd name="connsiteX53-635" fmla="*/ 272 w 10000"/>
              <a:gd name="connsiteY53-636" fmla="*/ 6263 h 10000"/>
              <a:gd name="connsiteX54-637" fmla="*/ 272 w 10000"/>
              <a:gd name="connsiteY54-638" fmla="*/ 5711 h 10000"/>
              <a:gd name="connsiteX55-639" fmla="*/ 272 w 10000"/>
              <a:gd name="connsiteY55-640" fmla="*/ 5158 h 10000"/>
              <a:gd name="connsiteX56-641" fmla="*/ 543 w 10000"/>
              <a:gd name="connsiteY56-642" fmla="*/ 3895 h 10000"/>
              <a:gd name="connsiteX57-643" fmla="*/ 1141 w 10000"/>
              <a:gd name="connsiteY57-644" fmla="*/ 0 h 10000"/>
              <a:gd name="connsiteX58-645" fmla="*/ 2554 w 10000"/>
              <a:gd name="connsiteY58-646" fmla="*/ 711 h 10000"/>
              <a:gd name="connsiteX59-647" fmla="*/ 2826 w 10000"/>
              <a:gd name="connsiteY59-648" fmla="*/ 843 h 10000"/>
              <a:gd name="connsiteX60-649" fmla="*/ 3152 w 10000"/>
              <a:gd name="connsiteY60-650" fmla="*/ 974 h 10000"/>
              <a:gd name="connsiteX61-651" fmla="*/ 3152 w 10000"/>
              <a:gd name="connsiteY61-652" fmla="*/ 1105 h 10000"/>
              <a:gd name="connsiteX62-653" fmla="*/ 3424 w 10000"/>
              <a:gd name="connsiteY62-654" fmla="*/ 1263 h 10000"/>
              <a:gd name="connsiteX63-655" fmla="*/ 3424 w 10000"/>
              <a:gd name="connsiteY63-656" fmla="*/ 1395 h 10000"/>
              <a:gd name="connsiteX64-657" fmla="*/ 3424 w 10000"/>
              <a:gd name="connsiteY64-658" fmla="*/ 1684 h 10000"/>
              <a:gd name="connsiteX65-659" fmla="*/ 3424 w 10000"/>
              <a:gd name="connsiteY65-660" fmla="*/ 1817 h 10000"/>
              <a:gd name="connsiteX66-661" fmla="*/ 3696 w 10000"/>
              <a:gd name="connsiteY66-662" fmla="*/ 1817 h 10000"/>
              <a:gd name="connsiteX67-663" fmla="*/ 3424 w 10000"/>
              <a:gd name="connsiteY67-664" fmla="*/ 1948 h 10000"/>
              <a:gd name="connsiteX68-665" fmla="*/ 3424 w 10000"/>
              <a:gd name="connsiteY68-666" fmla="*/ 1948 h 10000"/>
              <a:gd name="connsiteX69-667" fmla="*/ 3424 w 10000"/>
              <a:gd name="connsiteY69-668" fmla="*/ 2079 h 10000"/>
              <a:gd name="connsiteX70-669" fmla="*/ 3424 w 10000"/>
              <a:gd name="connsiteY70-670" fmla="*/ 2369 h 10000"/>
              <a:gd name="connsiteX71-671" fmla="*/ 3424 w 10000"/>
              <a:gd name="connsiteY71-672" fmla="*/ 2500 h 10000"/>
              <a:gd name="connsiteX72-673" fmla="*/ 3152 w 10000"/>
              <a:gd name="connsiteY72-674" fmla="*/ 2789 h 10000"/>
              <a:gd name="connsiteX73-675" fmla="*/ 3152 w 10000"/>
              <a:gd name="connsiteY73-676" fmla="*/ 3053 h 10000"/>
              <a:gd name="connsiteX74-677" fmla="*/ 2826 w 10000"/>
              <a:gd name="connsiteY74-678" fmla="*/ 3474 h 10000"/>
              <a:gd name="connsiteX75-679" fmla="*/ 2826 w 10000"/>
              <a:gd name="connsiteY75-680" fmla="*/ 4184 h 10000"/>
              <a:gd name="connsiteX76-681" fmla="*/ 2554 w 10000"/>
              <a:gd name="connsiteY76-682" fmla="*/ 4869 h 10000"/>
              <a:gd name="connsiteX77-683" fmla="*/ 2283 w 10000"/>
              <a:gd name="connsiteY77-684" fmla="*/ 5553 h 10000"/>
              <a:gd name="connsiteX78-685" fmla="*/ 2283 w 10000"/>
              <a:gd name="connsiteY78-686" fmla="*/ 6263 h 10000"/>
              <a:gd name="connsiteX79-687" fmla="*/ 1957 w 10000"/>
              <a:gd name="connsiteY79-688" fmla="*/ 6526 h 10000"/>
              <a:gd name="connsiteX80-689" fmla="*/ 1957 w 10000"/>
              <a:gd name="connsiteY80-690" fmla="*/ 6948 h 10000"/>
              <a:gd name="connsiteX81-691" fmla="*/ 1957 w 10000"/>
              <a:gd name="connsiteY81-692" fmla="*/ 7237 h 10000"/>
              <a:gd name="connsiteX82-693" fmla="*/ 1957 w 10000"/>
              <a:gd name="connsiteY82-694" fmla="*/ 7500 h 10000"/>
              <a:gd name="connsiteX83-695" fmla="*/ 2283 w 10000"/>
              <a:gd name="connsiteY83-696" fmla="*/ 7921 h 10000"/>
              <a:gd name="connsiteX84-697" fmla="*/ 2283 w 10000"/>
              <a:gd name="connsiteY84-698" fmla="*/ 8343 h 10000"/>
              <a:gd name="connsiteX85-699" fmla="*/ 2283 w 10000"/>
              <a:gd name="connsiteY85-700" fmla="*/ 8343 h 10000"/>
              <a:gd name="connsiteX0-701" fmla="*/ 2283 w 10000"/>
              <a:gd name="connsiteY0-702" fmla="*/ 7632 h 9289"/>
              <a:gd name="connsiteX1-703" fmla="*/ 2554 w 10000"/>
              <a:gd name="connsiteY1-704" fmla="*/ 7763 h 9289"/>
              <a:gd name="connsiteX2-705" fmla="*/ 2826 w 10000"/>
              <a:gd name="connsiteY2-706" fmla="*/ 7921 h 9289"/>
              <a:gd name="connsiteX3-707" fmla="*/ 3152 w 10000"/>
              <a:gd name="connsiteY3-708" fmla="*/ 8052 h 9289"/>
              <a:gd name="connsiteX4-709" fmla="*/ 3424 w 10000"/>
              <a:gd name="connsiteY4-710" fmla="*/ 8052 h 9289"/>
              <a:gd name="connsiteX5-711" fmla="*/ 3967 w 10000"/>
              <a:gd name="connsiteY5-712" fmla="*/ 8184 h 9289"/>
              <a:gd name="connsiteX6-713" fmla="*/ 4565 w 10000"/>
              <a:gd name="connsiteY6-714" fmla="*/ 8184 h 9289"/>
              <a:gd name="connsiteX7-715" fmla="*/ 5163 w 10000"/>
              <a:gd name="connsiteY7-716" fmla="*/ 8184 h 9289"/>
              <a:gd name="connsiteX8-717" fmla="*/ 5707 w 10000"/>
              <a:gd name="connsiteY8-718" fmla="*/ 8184 h 9289"/>
              <a:gd name="connsiteX9-719" fmla="*/ 6304 w 10000"/>
              <a:gd name="connsiteY9-720" fmla="*/ 8184 h 9289"/>
              <a:gd name="connsiteX10-721" fmla="*/ 6848 w 10000"/>
              <a:gd name="connsiteY10-722" fmla="*/ 8184 h 9289"/>
              <a:gd name="connsiteX11-723" fmla="*/ 7446 w 10000"/>
              <a:gd name="connsiteY11-724" fmla="*/ 8184 h 9289"/>
              <a:gd name="connsiteX12-725" fmla="*/ 7989 w 10000"/>
              <a:gd name="connsiteY12-726" fmla="*/ 8184 h 9289"/>
              <a:gd name="connsiteX13-727" fmla="*/ 8315 w 10000"/>
              <a:gd name="connsiteY13-728" fmla="*/ 8184 h 9289"/>
              <a:gd name="connsiteX14-729" fmla="*/ 8587 w 10000"/>
              <a:gd name="connsiteY14-730" fmla="*/ 8315 h 9289"/>
              <a:gd name="connsiteX15-731" fmla="*/ 9130 w 10000"/>
              <a:gd name="connsiteY15-732" fmla="*/ 8473 h 9289"/>
              <a:gd name="connsiteX16-733" fmla="*/ 9457 w 10000"/>
              <a:gd name="connsiteY16-734" fmla="*/ 8604 h 9289"/>
              <a:gd name="connsiteX17-735" fmla="*/ 9728 w 10000"/>
              <a:gd name="connsiteY17-736" fmla="*/ 8737 h 9289"/>
              <a:gd name="connsiteX18-737" fmla="*/ 10000 w 10000"/>
              <a:gd name="connsiteY18-738" fmla="*/ 8894 h 9289"/>
              <a:gd name="connsiteX19-739" fmla="*/ 10000 w 10000"/>
              <a:gd name="connsiteY19-740" fmla="*/ 9026 h 9289"/>
              <a:gd name="connsiteX20-741" fmla="*/ 10000 w 10000"/>
              <a:gd name="connsiteY20-742" fmla="*/ 9026 h 9289"/>
              <a:gd name="connsiteX21-743" fmla="*/ 10000 w 10000"/>
              <a:gd name="connsiteY21-744" fmla="*/ 9026 h 9289"/>
              <a:gd name="connsiteX22-745" fmla="*/ 10000 w 10000"/>
              <a:gd name="connsiteY22-746" fmla="*/ 9158 h 9289"/>
              <a:gd name="connsiteX23-747" fmla="*/ 9728 w 10000"/>
              <a:gd name="connsiteY23-748" fmla="*/ 9158 h 9289"/>
              <a:gd name="connsiteX24-749" fmla="*/ 9728 w 10000"/>
              <a:gd name="connsiteY24-750" fmla="*/ 9158 h 9289"/>
              <a:gd name="connsiteX25-751" fmla="*/ 9457 w 10000"/>
              <a:gd name="connsiteY25-752" fmla="*/ 9289 h 9289"/>
              <a:gd name="connsiteX26-753" fmla="*/ 9130 w 10000"/>
              <a:gd name="connsiteY26-754" fmla="*/ 9289 h 9289"/>
              <a:gd name="connsiteX27-755" fmla="*/ 8587 w 10000"/>
              <a:gd name="connsiteY27-756" fmla="*/ 9289 h 9289"/>
              <a:gd name="connsiteX28-757" fmla="*/ 8315 w 10000"/>
              <a:gd name="connsiteY28-758" fmla="*/ 9289 h 9289"/>
              <a:gd name="connsiteX29-759" fmla="*/ 7717 w 10000"/>
              <a:gd name="connsiteY29-760" fmla="*/ 9289 h 9289"/>
              <a:gd name="connsiteX30-761" fmla="*/ 6848 w 10000"/>
              <a:gd name="connsiteY30-762" fmla="*/ 9289 h 9289"/>
              <a:gd name="connsiteX31-763" fmla="*/ 6304 w 10000"/>
              <a:gd name="connsiteY31-764" fmla="*/ 9289 h 9289"/>
              <a:gd name="connsiteX32-765" fmla="*/ 5435 w 10000"/>
              <a:gd name="connsiteY32-766" fmla="*/ 9289 h 9289"/>
              <a:gd name="connsiteX33-767" fmla="*/ 4565 w 10000"/>
              <a:gd name="connsiteY33-768" fmla="*/ 9289 h 9289"/>
              <a:gd name="connsiteX34-769" fmla="*/ 3967 w 10000"/>
              <a:gd name="connsiteY34-770" fmla="*/ 9289 h 9289"/>
              <a:gd name="connsiteX35-771" fmla="*/ 3424 w 10000"/>
              <a:gd name="connsiteY35-772" fmla="*/ 9289 h 9289"/>
              <a:gd name="connsiteX36-773" fmla="*/ 2826 w 10000"/>
              <a:gd name="connsiteY36-774" fmla="*/ 9289 h 9289"/>
              <a:gd name="connsiteX37-775" fmla="*/ 2554 w 10000"/>
              <a:gd name="connsiteY37-776" fmla="*/ 9158 h 9289"/>
              <a:gd name="connsiteX38-777" fmla="*/ 2283 w 10000"/>
              <a:gd name="connsiteY38-778" fmla="*/ 9158 h 9289"/>
              <a:gd name="connsiteX39-779" fmla="*/ 1957 w 10000"/>
              <a:gd name="connsiteY39-780" fmla="*/ 9026 h 9289"/>
              <a:gd name="connsiteX40-781" fmla="*/ 1685 w 10000"/>
              <a:gd name="connsiteY40-782" fmla="*/ 9026 h 9289"/>
              <a:gd name="connsiteX41-783" fmla="*/ 1413 w 10000"/>
              <a:gd name="connsiteY41-784" fmla="*/ 8894 h 9289"/>
              <a:gd name="connsiteX42-785" fmla="*/ 1141 w 10000"/>
              <a:gd name="connsiteY42-786" fmla="*/ 8894 h 9289"/>
              <a:gd name="connsiteX43-787" fmla="*/ 815 w 10000"/>
              <a:gd name="connsiteY43-788" fmla="*/ 8737 h 9289"/>
              <a:gd name="connsiteX44-789" fmla="*/ 815 w 10000"/>
              <a:gd name="connsiteY44-790" fmla="*/ 8473 h 9289"/>
              <a:gd name="connsiteX45-791" fmla="*/ 543 w 10000"/>
              <a:gd name="connsiteY45-792" fmla="*/ 8315 h 9289"/>
              <a:gd name="connsiteX46-793" fmla="*/ 543 w 10000"/>
              <a:gd name="connsiteY46-794" fmla="*/ 8184 h 9289"/>
              <a:gd name="connsiteX47-795" fmla="*/ 272 w 10000"/>
              <a:gd name="connsiteY47-796" fmla="*/ 7921 h 9289"/>
              <a:gd name="connsiteX48-797" fmla="*/ 272 w 10000"/>
              <a:gd name="connsiteY48-798" fmla="*/ 7632 h 9289"/>
              <a:gd name="connsiteX49-799" fmla="*/ 272 w 10000"/>
              <a:gd name="connsiteY49-800" fmla="*/ 7368 h 9289"/>
              <a:gd name="connsiteX50-801" fmla="*/ 0 w 10000"/>
              <a:gd name="connsiteY50-802" fmla="*/ 6947 h 9289"/>
              <a:gd name="connsiteX51-803" fmla="*/ 0 w 10000"/>
              <a:gd name="connsiteY51-804" fmla="*/ 6526 h 9289"/>
              <a:gd name="connsiteX52-805" fmla="*/ 0 w 10000"/>
              <a:gd name="connsiteY52-806" fmla="*/ 6104 h 9289"/>
              <a:gd name="connsiteX53-807" fmla="*/ 272 w 10000"/>
              <a:gd name="connsiteY53-808" fmla="*/ 5552 h 9289"/>
              <a:gd name="connsiteX54-809" fmla="*/ 272 w 10000"/>
              <a:gd name="connsiteY54-810" fmla="*/ 5000 h 9289"/>
              <a:gd name="connsiteX55-811" fmla="*/ 272 w 10000"/>
              <a:gd name="connsiteY55-812" fmla="*/ 4447 h 9289"/>
              <a:gd name="connsiteX56-813" fmla="*/ 543 w 10000"/>
              <a:gd name="connsiteY56-814" fmla="*/ 3184 h 9289"/>
              <a:gd name="connsiteX57-815" fmla="*/ 2554 w 10000"/>
              <a:gd name="connsiteY57-816" fmla="*/ 0 h 9289"/>
              <a:gd name="connsiteX58-817" fmla="*/ 2826 w 10000"/>
              <a:gd name="connsiteY58-818" fmla="*/ 132 h 9289"/>
              <a:gd name="connsiteX59-819" fmla="*/ 3152 w 10000"/>
              <a:gd name="connsiteY59-820" fmla="*/ 263 h 9289"/>
              <a:gd name="connsiteX60-821" fmla="*/ 3152 w 10000"/>
              <a:gd name="connsiteY60-822" fmla="*/ 394 h 9289"/>
              <a:gd name="connsiteX61-823" fmla="*/ 3424 w 10000"/>
              <a:gd name="connsiteY61-824" fmla="*/ 552 h 9289"/>
              <a:gd name="connsiteX62-825" fmla="*/ 3424 w 10000"/>
              <a:gd name="connsiteY62-826" fmla="*/ 684 h 9289"/>
              <a:gd name="connsiteX63-827" fmla="*/ 3424 w 10000"/>
              <a:gd name="connsiteY63-828" fmla="*/ 973 h 9289"/>
              <a:gd name="connsiteX64-829" fmla="*/ 3424 w 10000"/>
              <a:gd name="connsiteY64-830" fmla="*/ 1106 h 9289"/>
              <a:gd name="connsiteX65-831" fmla="*/ 3696 w 10000"/>
              <a:gd name="connsiteY65-832" fmla="*/ 1106 h 9289"/>
              <a:gd name="connsiteX66-833" fmla="*/ 3424 w 10000"/>
              <a:gd name="connsiteY66-834" fmla="*/ 1237 h 9289"/>
              <a:gd name="connsiteX67-835" fmla="*/ 3424 w 10000"/>
              <a:gd name="connsiteY67-836" fmla="*/ 1237 h 9289"/>
              <a:gd name="connsiteX68-837" fmla="*/ 3424 w 10000"/>
              <a:gd name="connsiteY68-838" fmla="*/ 1368 h 9289"/>
              <a:gd name="connsiteX69-839" fmla="*/ 3424 w 10000"/>
              <a:gd name="connsiteY69-840" fmla="*/ 1658 h 9289"/>
              <a:gd name="connsiteX70-841" fmla="*/ 3424 w 10000"/>
              <a:gd name="connsiteY70-842" fmla="*/ 1789 h 9289"/>
              <a:gd name="connsiteX71-843" fmla="*/ 3152 w 10000"/>
              <a:gd name="connsiteY71-844" fmla="*/ 2078 h 9289"/>
              <a:gd name="connsiteX72-845" fmla="*/ 3152 w 10000"/>
              <a:gd name="connsiteY72-846" fmla="*/ 2342 h 9289"/>
              <a:gd name="connsiteX73-847" fmla="*/ 2826 w 10000"/>
              <a:gd name="connsiteY73-848" fmla="*/ 2763 h 9289"/>
              <a:gd name="connsiteX74-849" fmla="*/ 2826 w 10000"/>
              <a:gd name="connsiteY74-850" fmla="*/ 3473 h 9289"/>
              <a:gd name="connsiteX75-851" fmla="*/ 2554 w 10000"/>
              <a:gd name="connsiteY75-852" fmla="*/ 4158 h 9289"/>
              <a:gd name="connsiteX76-853" fmla="*/ 2283 w 10000"/>
              <a:gd name="connsiteY76-854" fmla="*/ 4842 h 9289"/>
              <a:gd name="connsiteX77-855" fmla="*/ 2283 w 10000"/>
              <a:gd name="connsiteY77-856" fmla="*/ 5552 h 9289"/>
              <a:gd name="connsiteX78-857" fmla="*/ 1957 w 10000"/>
              <a:gd name="connsiteY78-858" fmla="*/ 5815 h 9289"/>
              <a:gd name="connsiteX79-859" fmla="*/ 1957 w 10000"/>
              <a:gd name="connsiteY79-860" fmla="*/ 6237 h 9289"/>
              <a:gd name="connsiteX80-861" fmla="*/ 1957 w 10000"/>
              <a:gd name="connsiteY80-862" fmla="*/ 6526 h 9289"/>
              <a:gd name="connsiteX81-863" fmla="*/ 1957 w 10000"/>
              <a:gd name="connsiteY81-864" fmla="*/ 6789 h 9289"/>
              <a:gd name="connsiteX82-865" fmla="*/ 2283 w 10000"/>
              <a:gd name="connsiteY82-866" fmla="*/ 7210 h 9289"/>
              <a:gd name="connsiteX83-867" fmla="*/ 2283 w 10000"/>
              <a:gd name="connsiteY83-868" fmla="*/ 7632 h 9289"/>
              <a:gd name="connsiteX84-869" fmla="*/ 2283 w 10000"/>
              <a:gd name="connsiteY84-870" fmla="*/ 7632 h 9289"/>
              <a:gd name="connsiteX0-871" fmla="*/ 2283 w 10000"/>
              <a:gd name="connsiteY0-872" fmla="*/ 8216 h 10000"/>
              <a:gd name="connsiteX1-873" fmla="*/ 2554 w 10000"/>
              <a:gd name="connsiteY1-874" fmla="*/ 8357 h 10000"/>
              <a:gd name="connsiteX2-875" fmla="*/ 2826 w 10000"/>
              <a:gd name="connsiteY2-876" fmla="*/ 8527 h 10000"/>
              <a:gd name="connsiteX3-877" fmla="*/ 3152 w 10000"/>
              <a:gd name="connsiteY3-878" fmla="*/ 8668 h 10000"/>
              <a:gd name="connsiteX4-879" fmla="*/ 3424 w 10000"/>
              <a:gd name="connsiteY4-880" fmla="*/ 8668 h 10000"/>
              <a:gd name="connsiteX5-881" fmla="*/ 3967 w 10000"/>
              <a:gd name="connsiteY5-882" fmla="*/ 8810 h 10000"/>
              <a:gd name="connsiteX6-883" fmla="*/ 4565 w 10000"/>
              <a:gd name="connsiteY6-884" fmla="*/ 8810 h 10000"/>
              <a:gd name="connsiteX7-885" fmla="*/ 5163 w 10000"/>
              <a:gd name="connsiteY7-886" fmla="*/ 8810 h 10000"/>
              <a:gd name="connsiteX8-887" fmla="*/ 5707 w 10000"/>
              <a:gd name="connsiteY8-888" fmla="*/ 8810 h 10000"/>
              <a:gd name="connsiteX9-889" fmla="*/ 6304 w 10000"/>
              <a:gd name="connsiteY9-890" fmla="*/ 8810 h 10000"/>
              <a:gd name="connsiteX10-891" fmla="*/ 6848 w 10000"/>
              <a:gd name="connsiteY10-892" fmla="*/ 8810 h 10000"/>
              <a:gd name="connsiteX11-893" fmla="*/ 7446 w 10000"/>
              <a:gd name="connsiteY11-894" fmla="*/ 8810 h 10000"/>
              <a:gd name="connsiteX12-895" fmla="*/ 7989 w 10000"/>
              <a:gd name="connsiteY12-896" fmla="*/ 8810 h 10000"/>
              <a:gd name="connsiteX13-897" fmla="*/ 8315 w 10000"/>
              <a:gd name="connsiteY13-898" fmla="*/ 8810 h 10000"/>
              <a:gd name="connsiteX14-899" fmla="*/ 8587 w 10000"/>
              <a:gd name="connsiteY14-900" fmla="*/ 8951 h 10000"/>
              <a:gd name="connsiteX15-901" fmla="*/ 9130 w 10000"/>
              <a:gd name="connsiteY15-902" fmla="*/ 9122 h 10000"/>
              <a:gd name="connsiteX16-903" fmla="*/ 9457 w 10000"/>
              <a:gd name="connsiteY16-904" fmla="*/ 9263 h 10000"/>
              <a:gd name="connsiteX17-905" fmla="*/ 9728 w 10000"/>
              <a:gd name="connsiteY17-906" fmla="*/ 9406 h 10000"/>
              <a:gd name="connsiteX18-907" fmla="*/ 10000 w 10000"/>
              <a:gd name="connsiteY18-908" fmla="*/ 9575 h 10000"/>
              <a:gd name="connsiteX19-909" fmla="*/ 10000 w 10000"/>
              <a:gd name="connsiteY19-910" fmla="*/ 9717 h 10000"/>
              <a:gd name="connsiteX20-911" fmla="*/ 10000 w 10000"/>
              <a:gd name="connsiteY20-912" fmla="*/ 9717 h 10000"/>
              <a:gd name="connsiteX21-913" fmla="*/ 10000 w 10000"/>
              <a:gd name="connsiteY21-914" fmla="*/ 9717 h 10000"/>
              <a:gd name="connsiteX22-915" fmla="*/ 10000 w 10000"/>
              <a:gd name="connsiteY22-916" fmla="*/ 9859 h 10000"/>
              <a:gd name="connsiteX23-917" fmla="*/ 9728 w 10000"/>
              <a:gd name="connsiteY23-918" fmla="*/ 9859 h 10000"/>
              <a:gd name="connsiteX24-919" fmla="*/ 9728 w 10000"/>
              <a:gd name="connsiteY24-920" fmla="*/ 9859 h 10000"/>
              <a:gd name="connsiteX25-921" fmla="*/ 9457 w 10000"/>
              <a:gd name="connsiteY25-922" fmla="*/ 10000 h 10000"/>
              <a:gd name="connsiteX26-923" fmla="*/ 9130 w 10000"/>
              <a:gd name="connsiteY26-924" fmla="*/ 10000 h 10000"/>
              <a:gd name="connsiteX27-925" fmla="*/ 8587 w 10000"/>
              <a:gd name="connsiteY27-926" fmla="*/ 10000 h 10000"/>
              <a:gd name="connsiteX28-927" fmla="*/ 8315 w 10000"/>
              <a:gd name="connsiteY28-928" fmla="*/ 10000 h 10000"/>
              <a:gd name="connsiteX29-929" fmla="*/ 7717 w 10000"/>
              <a:gd name="connsiteY29-930" fmla="*/ 10000 h 10000"/>
              <a:gd name="connsiteX30-931" fmla="*/ 6848 w 10000"/>
              <a:gd name="connsiteY30-932" fmla="*/ 10000 h 10000"/>
              <a:gd name="connsiteX31-933" fmla="*/ 6304 w 10000"/>
              <a:gd name="connsiteY31-934" fmla="*/ 10000 h 10000"/>
              <a:gd name="connsiteX32-935" fmla="*/ 5435 w 10000"/>
              <a:gd name="connsiteY32-936" fmla="*/ 10000 h 10000"/>
              <a:gd name="connsiteX33-937" fmla="*/ 4565 w 10000"/>
              <a:gd name="connsiteY33-938" fmla="*/ 10000 h 10000"/>
              <a:gd name="connsiteX34-939" fmla="*/ 3967 w 10000"/>
              <a:gd name="connsiteY34-940" fmla="*/ 10000 h 10000"/>
              <a:gd name="connsiteX35-941" fmla="*/ 3424 w 10000"/>
              <a:gd name="connsiteY35-942" fmla="*/ 10000 h 10000"/>
              <a:gd name="connsiteX36-943" fmla="*/ 2826 w 10000"/>
              <a:gd name="connsiteY36-944" fmla="*/ 10000 h 10000"/>
              <a:gd name="connsiteX37-945" fmla="*/ 2554 w 10000"/>
              <a:gd name="connsiteY37-946" fmla="*/ 9859 h 10000"/>
              <a:gd name="connsiteX38-947" fmla="*/ 2283 w 10000"/>
              <a:gd name="connsiteY38-948" fmla="*/ 9859 h 10000"/>
              <a:gd name="connsiteX39-949" fmla="*/ 1957 w 10000"/>
              <a:gd name="connsiteY39-950" fmla="*/ 9717 h 10000"/>
              <a:gd name="connsiteX40-951" fmla="*/ 1685 w 10000"/>
              <a:gd name="connsiteY40-952" fmla="*/ 9717 h 10000"/>
              <a:gd name="connsiteX41-953" fmla="*/ 1413 w 10000"/>
              <a:gd name="connsiteY41-954" fmla="*/ 9575 h 10000"/>
              <a:gd name="connsiteX42-955" fmla="*/ 1141 w 10000"/>
              <a:gd name="connsiteY42-956" fmla="*/ 9575 h 10000"/>
              <a:gd name="connsiteX43-957" fmla="*/ 815 w 10000"/>
              <a:gd name="connsiteY43-958" fmla="*/ 9406 h 10000"/>
              <a:gd name="connsiteX44-959" fmla="*/ 815 w 10000"/>
              <a:gd name="connsiteY44-960" fmla="*/ 9122 h 10000"/>
              <a:gd name="connsiteX45-961" fmla="*/ 543 w 10000"/>
              <a:gd name="connsiteY45-962" fmla="*/ 8951 h 10000"/>
              <a:gd name="connsiteX46-963" fmla="*/ 543 w 10000"/>
              <a:gd name="connsiteY46-964" fmla="*/ 8810 h 10000"/>
              <a:gd name="connsiteX47-965" fmla="*/ 272 w 10000"/>
              <a:gd name="connsiteY47-966" fmla="*/ 8527 h 10000"/>
              <a:gd name="connsiteX48-967" fmla="*/ 272 w 10000"/>
              <a:gd name="connsiteY48-968" fmla="*/ 8216 h 10000"/>
              <a:gd name="connsiteX49-969" fmla="*/ 272 w 10000"/>
              <a:gd name="connsiteY49-970" fmla="*/ 7932 h 10000"/>
              <a:gd name="connsiteX50-971" fmla="*/ 0 w 10000"/>
              <a:gd name="connsiteY50-972" fmla="*/ 7479 h 10000"/>
              <a:gd name="connsiteX51-973" fmla="*/ 0 w 10000"/>
              <a:gd name="connsiteY51-974" fmla="*/ 7026 h 10000"/>
              <a:gd name="connsiteX52-975" fmla="*/ 0 w 10000"/>
              <a:gd name="connsiteY52-976" fmla="*/ 6571 h 10000"/>
              <a:gd name="connsiteX53-977" fmla="*/ 272 w 10000"/>
              <a:gd name="connsiteY53-978" fmla="*/ 5977 h 10000"/>
              <a:gd name="connsiteX54-979" fmla="*/ 272 w 10000"/>
              <a:gd name="connsiteY54-980" fmla="*/ 5383 h 10000"/>
              <a:gd name="connsiteX55-981" fmla="*/ 272 w 10000"/>
              <a:gd name="connsiteY55-982" fmla="*/ 4787 h 10000"/>
              <a:gd name="connsiteX56-983" fmla="*/ 543 w 10000"/>
              <a:gd name="connsiteY56-984" fmla="*/ 3428 h 10000"/>
              <a:gd name="connsiteX57-985" fmla="*/ 2554 w 10000"/>
              <a:gd name="connsiteY57-986" fmla="*/ 0 h 10000"/>
              <a:gd name="connsiteX58-987" fmla="*/ 3152 w 10000"/>
              <a:gd name="connsiteY58-988" fmla="*/ 283 h 10000"/>
              <a:gd name="connsiteX59-989" fmla="*/ 3152 w 10000"/>
              <a:gd name="connsiteY59-990" fmla="*/ 424 h 10000"/>
              <a:gd name="connsiteX60-991" fmla="*/ 3424 w 10000"/>
              <a:gd name="connsiteY60-992" fmla="*/ 594 h 10000"/>
              <a:gd name="connsiteX61-993" fmla="*/ 3424 w 10000"/>
              <a:gd name="connsiteY61-994" fmla="*/ 736 h 10000"/>
              <a:gd name="connsiteX62-995" fmla="*/ 3424 w 10000"/>
              <a:gd name="connsiteY62-996" fmla="*/ 1047 h 10000"/>
              <a:gd name="connsiteX63-997" fmla="*/ 3424 w 10000"/>
              <a:gd name="connsiteY63-998" fmla="*/ 1191 h 10000"/>
              <a:gd name="connsiteX64-999" fmla="*/ 3696 w 10000"/>
              <a:gd name="connsiteY64-1000" fmla="*/ 1191 h 10000"/>
              <a:gd name="connsiteX65-1001" fmla="*/ 3424 w 10000"/>
              <a:gd name="connsiteY65-1002" fmla="*/ 1332 h 10000"/>
              <a:gd name="connsiteX66-1003" fmla="*/ 3424 w 10000"/>
              <a:gd name="connsiteY66-1004" fmla="*/ 1332 h 10000"/>
              <a:gd name="connsiteX67-1005" fmla="*/ 3424 w 10000"/>
              <a:gd name="connsiteY67-1006" fmla="*/ 1473 h 10000"/>
              <a:gd name="connsiteX68-1007" fmla="*/ 3424 w 10000"/>
              <a:gd name="connsiteY68-1008" fmla="*/ 1785 h 10000"/>
              <a:gd name="connsiteX69-1009" fmla="*/ 3424 w 10000"/>
              <a:gd name="connsiteY69-1010" fmla="*/ 1926 h 10000"/>
              <a:gd name="connsiteX70-1011" fmla="*/ 3152 w 10000"/>
              <a:gd name="connsiteY70-1012" fmla="*/ 2237 h 10000"/>
              <a:gd name="connsiteX71-1013" fmla="*/ 3152 w 10000"/>
              <a:gd name="connsiteY71-1014" fmla="*/ 2521 h 10000"/>
              <a:gd name="connsiteX72-1015" fmla="*/ 2826 w 10000"/>
              <a:gd name="connsiteY72-1016" fmla="*/ 2974 h 10000"/>
              <a:gd name="connsiteX73-1017" fmla="*/ 2826 w 10000"/>
              <a:gd name="connsiteY73-1018" fmla="*/ 3739 h 10000"/>
              <a:gd name="connsiteX74-1019" fmla="*/ 2554 w 10000"/>
              <a:gd name="connsiteY74-1020" fmla="*/ 4476 h 10000"/>
              <a:gd name="connsiteX75-1021" fmla="*/ 2283 w 10000"/>
              <a:gd name="connsiteY75-1022" fmla="*/ 5213 h 10000"/>
              <a:gd name="connsiteX76-1023" fmla="*/ 2283 w 10000"/>
              <a:gd name="connsiteY76-1024" fmla="*/ 5977 h 10000"/>
              <a:gd name="connsiteX77-1025" fmla="*/ 1957 w 10000"/>
              <a:gd name="connsiteY77-1026" fmla="*/ 6260 h 10000"/>
              <a:gd name="connsiteX78-1027" fmla="*/ 1957 w 10000"/>
              <a:gd name="connsiteY78-1028" fmla="*/ 6714 h 10000"/>
              <a:gd name="connsiteX79-1029" fmla="*/ 1957 w 10000"/>
              <a:gd name="connsiteY79-1030" fmla="*/ 7026 h 10000"/>
              <a:gd name="connsiteX80-1031" fmla="*/ 1957 w 10000"/>
              <a:gd name="connsiteY80-1032" fmla="*/ 7309 h 10000"/>
              <a:gd name="connsiteX81-1033" fmla="*/ 2283 w 10000"/>
              <a:gd name="connsiteY81-1034" fmla="*/ 7762 h 10000"/>
              <a:gd name="connsiteX82-1035" fmla="*/ 2283 w 10000"/>
              <a:gd name="connsiteY82-1036" fmla="*/ 8216 h 10000"/>
              <a:gd name="connsiteX83-1037" fmla="*/ 2283 w 10000"/>
              <a:gd name="connsiteY83-1038" fmla="*/ 8216 h 10000"/>
              <a:gd name="connsiteX0-1039" fmla="*/ 2283 w 10000"/>
              <a:gd name="connsiteY0-1040" fmla="*/ 7933 h 9717"/>
              <a:gd name="connsiteX1-1041" fmla="*/ 2554 w 10000"/>
              <a:gd name="connsiteY1-1042" fmla="*/ 8074 h 9717"/>
              <a:gd name="connsiteX2-1043" fmla="*/ 2826 w 10000"/>
              <a:gd name="connsiteY2-1044" fmla="*/ 8244 h 9717"/>
              <a:gd name="connsiteX3-1045" fmla="*/ 3152 w 10000"/>
              <a:gd name="connsiteY3-1046" fmla="*/ 8385 h 9717"/>
              <a:gd name="connsiteX4-1047" fmla="*/ 3424 w 10000"/>
              <a:gd name="connsiteY4-1048" fmla="*/ 8385 h 9717"/>
              <a:gd name="connsiteX5-1049" fmla="*/ 3967 w 10000"/>
              <a:gd name="connsiteY5-1050" fmla="*/ 8527 h 9717"/>
              <a:gd name="connsiteX6-1051" fmla="*/ 4565 w 10000"/>
              <a:gd name="connsiteY6-1052" fmla="*/ 8527 h 9717"/>
              <a:gd name="connsiteX7-1053" fmla="*/ 5163 w 10000"/>
              <a:gd name="connsiteY7-1054" fmla="*/ 8527 h 9717"/>
              <a:gd name="connsiteX8-1055" fmla="*/ 5707 w 10000"/>
              <a:gd name="connsiteY8-1056" fmla="*/ 8527 h 9717"/>
              <a:gd name="connsiteX9-1057" fmla="*/ 6304 w 10000"/>
              <a:gd name="connsiteY9-1058" fmla="*/ 8527 h 9717"/>
              <a:gd name="connsiteX10-1059" fmla="*/ 6848 w 10000"/>
              <a:gd name="connsiteY10-1060" fmla="*/ 8527 h 9717"/>
              <a:gd name="connsiteX11-1061" fmla="*/ 7446 w 10000"/>
              <a:gd name="connsiteY11-1062" fmla="*/ 8527 h 9717"/>
              <a:gd name="connsiteX12-1063" fmla="*/ 7989 w 10000"/>
              <a:gd name="connsiteY12-1064" fmla="*/ 8527 h 9717"/>
              <a:gd name="connsiteX13-1065" fmla="*/ 8315 w 10000"/>
              <a:gd name="connsiteY13-1066" fmla="*/ 8527 h 9717"/>
              <a:gd name="connsiteX14-1067" fmla="*/ 8587 w 10000"/>
              <a:gd name="connsiteY14-1068" fmla="*/ 8668 h 9717"/>
              <a:gd name="connsiteX15-1069" fmla="*/ 9130 w 10000"/>
              <a:gd name="connsiteY15-1070" fmla="*/ 8839 h 9717"/>
              <a:gd name="connsiteX16-1071" fmla="*/ 9457 w 10000"/>
              <a:gd name="connsiteY16-1072" fmla="*/ 8980 h 9717"/>
              <a:gd name="connsiteX17-1073" fmla="*/ 9728 w 10000"/>
              <a:gd name="connsiteY17-1074" fmla="*/ 9123 h 9717"/>
              <a:gd name="connsiteX18-1075" fmla="*/ 10000 w 10000"/>
              <a:gd name="connsiteY18-1076" fmla="*/ 9292 h 9717"/>
              <a:gd name="connsiteX19-1077" fmla="*/ 10000 w 10000"/>
              <a:gd name="connsiteY19-1078" fmla="*/ 9434 h 9717"/>
              <a:gd name="connsiteX20-1079" fmla="*/ 10000 w 10000"/>
              <a:gd name="connsiteY20-1080" fmla="*/ 9434 h 9717"/>
              <a:gd name="connsiteX21-1081" fmla="*/ 10000 w 10000"/>
              <a:gd name="connsiteY21-1082" fmla="*/ 9434 h 9717"/>
              <a:gd name="connsiteX22-1083" fmla="*/ 10000 w 10000"/>
              <a:gd name="connsiteY22-1084" fmla="*/ 9576 h 9717"/>
              <a:gd name="connsiteX23-1085" fmla="*/ 9728 w 10000"/>
              <a:gd name="connsiteY23-1086" fmla="*/ 9576 h 9717"/>
              <a:gd name="connsiteX24-1087" fmla="*/ 9728 w 10000"/>
              <a:gd name="connsiteY24-1088" fmla="*/ 9576 h 9717"/>
              <a:gd name="connsiteX25-1089" fmla="*/ 9457 w 10000"/>
              <a:gd name="connsiteY25-1090" fmla="*/ 9717 h 9717"/>
              <a:gd name="connsiteX26-1091" fmla="*/ 9130 w 10000"/>
              <a:gd name="connsiteY26-1092" fmla="*/ 9717 h 9717"/>
              <a:gd name="connsiteX27-1093" fmla="*/ 8587 w 10000"/>
              <a:gd name="connsiteY27-1094" fmla="*/ 9717 h 9717"/>
              <a:gd name="connsiteX28-1095" fmla="*/ 8315 w 10000"/>
              <a:gd name="connsiteY28-1096" fmla="*/ 9717 h 9717"/>
              <a:gd name="connsiteX29-1097" fmla="*/ 7717 w 10000"/>
              <a:gd name="connsiteY29-1098" fmla="*/ 9717 h 9717"/>
              <a:gd name="connsiteX30-1099" fmla="*/ 6848 w 10000"/>
              <a:gd name="connsiteY30-1100" fmla="*/ 9717 h 9717"/>
              <a:gd name="connsiteX31-1101" fmla="*/ 6304 w 10000"/>
              <a:gd name="connsiteY31-1102" fmla="*/ 9717 h 9717"/>
              <a:gd name="connsiteX32-1103" fmla="*/ 5435 w 10000"/>
              <a:gd name="connsiteY32-1104" fmla="*/ 9717 h 9717"/>
              <a:gd name="connsiteX33-1105" fmla="*/ 4565 w 10000"/>
              <a:gd name="connsiteY33-1106" fmla="*/ 9717 h 9717"/>
              <a:gd name="connsiteX34-1107" fmla="*/ 3967 w 10000"/>
              <a:gd name="connsiteY34-1108" fmla="*/ 9717 h 9717"/>
              <a:gd name="connsiteX35-1109" fmla="*/ 3424 w 10000"/>
              <a:gd name="connsiteY35-1110" fmla="*/ 9717 h 9717"/>
              <a:gd name="connsiteX36-1111" fmla="*/ 2826 w 10000"/>
              <a:gd name="connsiteY36-1112" fmla="*/ 9717 h 9717"/>
              <a:gd name="connsiteX37-1113" fmla="*/ 2554 w 10000"/>
              <a:gd name="connsiteY37-1114" fmla="*/ 9576 h 9717"/>
              <a:gd name="connsiteX38-1115" fmla="*/ 2283 w 10000"/>
              <a:gd name="connsiteY38-1116" fmla="*/ 9576 h 9717"/>
              <a:gd name="connsiteX39-1117" fmla="*/ 1957 w 10000"/>
              <a:gd name="connsiteY39-1118" fmla="*/ 9434 h 9717"/>
              <a:gd name="connsiteX40-1119" fmla="*/ 1685 w 10000"/>
              <a:gd name="connsiteY40-1120" fmla="*/ 9434 h 9717"/>
              <a:gd name="connsiteX41-1121" fmla="*/ 1413 w 10000"/>
              <a:gd name="connsiteY41-1122" fmla="*/ 9292 h 9717"/>
              <a:gd name="connsiteX42-1123" fmla="*/ 1141 w 10000"/>
              <a:gd name="connsiteY42-1124" fmla="*/ 9292 h 9717"/>
              <a:gd name="connsiteX43-1125" fmla="*/ 815 w 10000"/>
              <a:gd name="connsiteY43-1126" fmla="*/ 9123 h 9717"/>
              <a:gd name="connsiteX44-1127" fmla="*/ 815 w 10000"/>
              <a:gd name="connsiteY44-1128" fmla="*/ 8839 h 9717"/>
              <a:gd name="connsiteX45-1129" fmla="*/ 543 w 10000"/>
              <a:gd name="connsiteY45-1130" fmla="*/ 8668 h 9717"/>
              <a:gd name="connsiteX46-1131" fmla="*/ 543 w 10000"/>
              <a:gd name="connsiteY46-1132" fmla="*/ 8527 h 9717"/>
              <a:gd name="connsiteX47-1133" fmla="*/ 272 w 10000"/>
              <a:gd name="connsiteY47-1134" fmla="*/ 8244 h 9717"/>
              <a:gd name="connsiteX48-1135" fmla="*/ 272 w 10000"/>
              <a:gd name="connsiteY48-1136" fmla="*/ 7933 h 9717"/>
              <a:gd name="connsiteX49-1137" fmla="*/ 272 w 10000"/>
              <a:gd name="connsiteY49-1138" fmla="*/ 7649 h 9717"/>
              <a:gd name="connsiteX50-1139" fmla="*/ 0 w 10000"/>
              <a:gd name="connsiteY50-1140" fmla="*/ 7196 h 9717"/>
              <a:gd name="connsiteX51-1141" fmla="*/ 0 w 10000"/>
              <a:gd name="connsiteY51-1142" fmla="*/ 6743 h 9717"/>
              <a:gd name="connsiteX52-1143" fmla="*/ 0 w 10000"/>
              <a:gd name="connsiteY52-1144" fmla="*/ 6288 h 9717"/>
              <a:gd name="connsiteX53-1145" fmla="*/ 272 w 10000"/>
              <a:gd name="connsiteY53-1146" fmla="*/ 5694 h 9717"/>
              <a:gd name="connsiteX54-1147" fmla="*/ 272 w 10000"/>
              <a:gd name="connsiteY54-1148" fmla="*/ 5100 h 9717"/>
              <a:gd name="connsiteX55-1149" fmla="*/ 272 w 10000"/>
              <a:gd name="connsiteY55-1150" fmla="*/ 4504 h 9717"/>
              <a:gd name="connsiteX56-1151" fmla="*/ 543 w 10000"/>
              <a:gd name="connsiteY56-1152" fmla="*/ 3145 h 9717"/>
              <a:gd name="connsiteX57-1153" fmla="*/ 3152 w 10000"/>
              <a:gd name="connsiteY57-1154" fmla="*/ 0 h 9717"/>
              <a:gd name="connsiteX58-1155" fmla="*/ 3152 w 10000"/>
              <a:gd name="connsiteY58-1156" fmla="*/ 141 h 9717"/>
              <a:gd name="connsiteX59-1157" fmla="*/ 3424 w 10000"/>
              <a:gd name="connsiteY59-1158" fmla="*/ 311 h 9717"/>
              <a:gd name="connsiteX60-1159" fmla="*/ 3424 w 10000"/>
              <a:gd name="connsiteY60-1160" fmla="*/ 453 h 9717"/>
              <a:gd name="connsiteX61-1161" fmla="*/ 3424 w 10000"/>
              <a:gd name="connsiteY61-1162" fmla="*/ 764 h 9717"/>
              <a:gd name="connsiteX62-1163" fmla="*/ 3424 w 10000"/>
              <a:gd name="connsiteY62-1164" fmla="*/ 908 h 9717"/>
              <a:gd name="connsiteX63-1165" fmla="*/ 3696 w 10000"/>
              <a:gd name="connsiteY63-1166" fmla="*/ 908 h 9717"/>
              <a:gd name="connsiteX64-1167" fmla="*/ 3424 w 10000"/>
              <a:gd name="connsiteY64-1168" fmla="*/ 1049 h 9717"/>
              <a:gd name="connsiteX65-1169" fmla="*/ 3424 w 10000"/>
              <a:gd name="connsiteY65-1170" fmla="*/ 1049 h 9717"/>
              <a:gd name="connsiteX66-1171" fmla="*/ 3424 w 10000"/>
              <a:gd name="connsiteY66-1172" fmla="*/ 1190 h 9717"/>
              <a:gd name="connsiteX67-1173" fmla="*/ 3424 w 10000"/>
              <a:gd name="connsiteY67-1174" fmla="*/ 1502 h 9717"/>
              <a:gd name="connsiteX68-1175" fmla="*/ 3424 w 10000"/>
              <a:gd name="connsiteY68-1176" fmla="*/ 1643 h 9717"/>
              <a:gd name="connsiteX69-1177" fmla="*/ 3152 w 10000"/>
              <a:gd name="connsiteY69-1178" fmla="*/ 1954 h 9717"/>
              <a:gd name="connsiteX70-1179" fmla="*/ 3152 w 10000"/>
              <a:gd name="connsiteY70-1180" fmla="*/ 2238 h 9717"/>
              <a:gd name="connsiteX71-1181" fmla="*/ 2826 w 10000"/>
              <a:gd name="connsiteY71-1182" fmla="*/ 2691 h 9717"/>
              <a:gd name="connsiteX72-1183" fmla="*/ 2826 w 10000"/>
              <a:gd name="connsiteY72-1184" fmla="*/ 3456 h 9717"/>
              <a:gd name="connsiteX73-1185" fmla="*/ 2554 w 10000"/>
              <a:gd name="connsiteY73-1186" fmla="*/ 4193 h 9717"/>
              <a:gd name="connsiteX74-1187" fmla="*/ 2283 w 10000"/>
              <a:gd name="connsiteY74-1188" fmla="*/ 4930 h 9717"/>
              <a:gd name="connsiteX75-1189" fmla="*/ 2283 w 10000"/>
              <a:gd name="connsiteY75-1190" fmla="*/ 5694 h 9717"/>
              <a:gd name="connsiteX76-1191" fmla="*/ 1957 w 10000"/>
              <a:gd name="connsiteY76-1192" fmla="*/ 5977 h 9717"/>
              <a:gd name="connsiteX77-1193" fmla="*/ 1957 w 10000"/>
              <a:gd name="connsiteY77-1194" fmla="*/ 6431 h 9717"/>
              <a:gd name="connsiteX78-1195" fmla="*/ 1957 w 10000"/>
              <a:gd name="connsiteY78-1196" fmla="*/ 6743 h 9717"/>
              <a:gd name="connsiteX79-1197" fmla="*/ 1957 w 10000"/>
              <a:gd name="connsiteY79-1198" fmla="*/ 7026 h 9717"/>
              <a:gd name="connsiteX80-1199" fmla="*/ 2283 w 10000"/>
              <a:gd name="connsiteY80-1200" fmla="*/ 7479 h 9717"/>
              <a:gd name="connsiteX81-1201" fmla="*/ 2283 w 10000"/>
              <a:gd name="connsiteY81-1202" fmla="*/ 7933 h 9717"/>
              <a:gd name="connsiteX82-1203" fmla="*/ 2283 w 10000"/>
              <a:gd name="connsiteY82-1204" fmla="*/ 7933 h 9717"/>
              <a:gd name="connsiteX0-1205" fmla="*/ 2283 w 10000"/>
              <a:gd name="connsiteY0-1206" fmla="*/ 8164 h 10000"/>
              <a:gd name="connsiteX1-1207" fmla="*/ 2554 w 10000"/>
              <a:gd name="connsiteY1-1208" fmla="*/ 8309 h 10000"/>
              <a:gd name="connsiteX2-1209" fmla="*/ 2826 w 10000"/>
              <a:gd name="connsiteY2-1210" fmla="*/ 8484 h 10000"/>
              <a:gd name="connsiteX3-1211" fmla="*/ 3152 w 10000"/>
              <a:gd name="connsiteY3-1212" fmla="*/ 8629 h 10000"/>
              <a:gd name="connsiteX4-1213" fmla="*/ 3424 w 10000"/>
              <a:gd name="connsiteY4-1214" fmla="*/ 8629 h 10000"/>
              <a:gd name="connsiteX5-1215" fmla="*/ 3967 w 10000"/>
              <a:gd name="connsiteY5-1216" fmla="*/ 8775 h 10000"/>
              <a:gd name="connsiteX6-1217" fmla="*/ 4565 w 10000"/>
              <a:gd name="connsiteY6-1218" fmla="*/ 8775 h 10000"/>
              <a:gd name="connsiteX7-1219" fmla="*/ 5163 w 10000"/>
              <a:gd name="connsiteY7-1220" fmla="*/ 8775 h 10000"/>
              <a:gd name="connsiteX8-1221" fmla="*/ 5707 w 10000"/>
              <a:gd name="connsiteY8-1222" fmla="*/ 8775 h 10000"/>
              <a:gd name="connsiteX9-1223" fmla="*/ 6304 w 10000"/>
              <a:gd name="connsiteY9-1224" fmla="*/ 8775 h 10000"/>
              <a:gd name="connsiteX10-1225" fmla="*/ 6848 w 10000"/>
              <a:gd name="connsiteY10-1226" fmla="*/ 8775 h 10000"/>
              <a:gd name="connsiteX11-1227" fmla="*/ 7446 w 10000"/>
              <a:gd name="connsiteY11-1228" fmla="*/ 8775 h 10000"/>
              <a:gd name="connsiteX12-1229" fmla="*/ 7989 w 10000"/>
              <a:gd name="connsiteY12-1230" fmla="*/ 8775 h 10000"/>
              <a:gd name="connsiteX13-1231" fmla="*/ 8315 w 10000"/>
              <a:gd name="connsiteY13-1232" fmla="*/ 8775 h 10000"/>
              <a:gd name="connsiteX14-1233" fmla="*/ 8587 w 10000"/>
              <a:gd name="connsiteY14-1234" fmla="*/ 8920 h 10000"/>
              <a:gd name="connsiteX15-1235" fmla="*/ 9130 w 10000"/>
              <a:gd name="connsiteY15-1236" fmla="*/ 9096 h 10000"/>
              <a:gd name="connsiteX16-1237" fmla="*/ 9457 w 10000"/>
              <a:gd name="connsiteY16-1238" fmla="*/ 9242 h 10000"/>
              <a:gd name="connsiteX17-1239" fmla="*/ 9728 w 10000"/>
              <a:gd name="connsiteY17-1240" fmla="*/ 9389 h 10000"/>
              <a:gd name="connsiteX18-1241" fmla="*/ 10000 w 10000"/>
              <a:gd name="connsiteY18-1242" fmla="*/ 9563 h 10000"/>
              <a:gd name="connsiteX19-1243" fmla="*/ 10000 w 10000"/>
              <a:gd name="connsiteY19-1244" fmla="*/ 9709 h 10000"/>
              <a:gd name="connsiteX20-1245" fmla="*/ 10000 w 10000"/>
              <a:gd name="connsiteY20-1246" fmla="*/ 9709 h 10000"/>
              <a:gd name="connsiteX21-1247" fmla="*/ 10000 w 10000"/>
              <a:gd name="connsiteY21-1248" fmla="*/ 9709 h 10000"/>
              <a:gd name="connsiteX22-1249" fmla="*/ 10000 w 10000"/>
              <a:gd name="connsiteY22-1250" fmla="*/ 9855 h 10000"/>
              <a:gd name="connsiteX23-1251" fmla="*/ 9728 w 10000"/>
              <a:gd name="connsiteY23-1252" fmla="*/ 9855 h 10000"/>
              <a:gd name="connsiteX24-1253" fmla="*/ 9728 w 10000"/>
              <a:gd name="connsiteY24-1254" fmla="*/ 9855 h 10000"/>
              <a:gd name="connsiteX25-1255" fmla="*/ 9457 w 10000"/>
              <a:gd name="connsiteY25-1256" fmla="*/ 10000 h 10000"/>
              <a:gd name="connsiteX26-1257" fmla="*/ 9130 w 10000"/>
              <a:gd name="connsiteY26-1258" fmla="*/ 10000 h 10000"/>
              <a:gd name="connsiteX27-1259" fmla="*/ 8587 w 10000"/>
              <a:gd name="connsiteY27-1260" fmla="*/ 10000 h 10000"/>
              <a:gd name="connsiteX28-1261" fmla="*/ 8315 w 10000"/>
              <a:gd name="connsiteY28-1262" fmla="*/ 10000 h 10000"/>
              <a:gd name="connsiteX29-1263" fmla="*/ 7717 w 10000"/>
              <a:gd name="connsiteY29-1264" fmla="*/ 10000 h 10000"/>
              <a:gd name="connsiteX30-1265" fmla="*/ 6848 w 10000"/>
              <a:gd name="connsiteY30-1266" fmla="*/ 10000 h 10000"/>
              <a:gd name="connsiteX31-1267" fmla="*/ 6304 w 10000"/>
              <a:gd name="connsiteY31-1268" fmla="*/ 10000 h 10000"/>
              <a:gd name="connsiteX32-1269" fmla="*/ 5435 w 10000"/>
              <a:gd name="connsiteY32-1270" fmla="*/ 10000 h 10000"/>
              <a:gd name="connsiteX33-1271" fmla="*/ 4565 w 10000"/>
              <a:gd name="connsiteY33-1272" fmla="*/ 10000 h 10000"/>
              <a:gd name="connsiteX34-1273" fmla="*/ 3967 w 10000"/>
              <a:gd name="connsiteY34-1274" fmla="*/ 10000 h 10000"/>
              <a:gd name="connsiteX35-1275" fmla="*/ 3424 w 10000"/>
              <a:gd name="connsiteY35-1276" fmla="*/ 10000 h 10000"/>
              <a:gd name="connsiteX36-1277" fmla="*/ 2826 w 10000"/>
              <a:gd name="connsiteY36-1278" fmla="*/ 10000 h 10000"/>
              <a:gd name="connsiteX37-1279" fmla="*/ 2554 w 10000"/>
              <a:gd name="connsiteY37-1280" fmla="*/ 9855 h 10000"/>
              <a:gd name="connsiteX38-1281" fmla="*/ 2283 w 10000"/>
              <a:gd name="connsiteY38-1282" fmla="*/ 9855 h 10000"/>
              <a:gd name="connsiteX39-1283" fmla="*/ 1957 w 10000"/>
              <a:gd name="connsiteY39-1284" fmla="*/ 9709 h 10000"/>
              <a:gd name="connsiteX40-1285" fmla="*/ 1685 w 10000"/>
              <a:gd name="connsiteY40-1286" fmla="*/ 9709 h 10000"/>
              <a:gd name="connsiteX41-1287" fmla="*/ 1413 w 10000"/>
              <a:gd name="connsiteY41-1288" fmla="*/ 9563 h 10000"/>
              <a:gd name="connsiteX42-1289" fmla="*/ 1141 w 10000"/>
              <a:gd name="connsiteY42-1290" fmla="*/ 9563 h 10000"/>
              <a:gd name="connsiteX43-1291" fmla="*/ 815 w 10000"/>
              <a:gd name="connsiteY43-1292" fmla="*/ 9389 h 10000"/>
              <a:gd name="connsiteX44-1293" fmla="*/ 815 w 10000"/>
              <a:gd name="connsiteY44-1294" fmla="*/ 9096 h 10000"/>
              <a:gd name="connsiteX45-1295" fmla="*/ 543 w 10000"/>
              <a:gd name="connsiteY45-1296" fmla="*/ 8920 h 10000"/>
              <a:gd name="connsiteX46-1297" fmla="*/ 543 w 10000"/>
              <a:gd name="connsiteY46-1298" fmla="*/ 8775 h 10000"/>
              <a:gd name="connsiteX47-1299" fmla="*/ 272 w 10000"/>
              <a:gd name="connsiteY47-1300" fmla="*/ 8484 h 10000"/>
              <a:gd name="connsiteX48-1301" fmla="*/ 272 w 10000"/>
              <a:gd name="connsiteY48-1302" fmla="*/ 8164 h 10000"/>
              <a:gd name="connsiteX49-1303" fmla="*/ 272 w 10000"/>
              <a:gd name="connsiteY49-1304" fmla="*/ 7872 h 10000"/>
              <a:gd name="connsiteX50-1305" fmla="*/ 0 w 10000"/>
              <a:gd name="connsiteY50-1306" fmla="*/ 7406 h 10000"/>
              <a:gd name="connsiteX51-1307" fmla="*/ 0 w 10000"/>
              <a:gd name="connsiteY51-1308" fmla="*/ 6939 h 10000"/>
              <a:gd name="connsiteX52-1309" fmla="*/ 0 w 10000"/>
              <a:gd name="connsiteY52-1310" fmla="*/ 6471 h 10000"/>
              <a:gd name="connsiteX53-1311" fmla="*/ 272 w 10000"/>
              <a:gd name="connsiteY53-1312" fmla="*/ 5860 h 10000"/>
              <a:gd name="connsiteX54-1313" fmla="*/ 272 w 10000"/>
              <a:gd name="connsiteY54-1314" fmla="*/ 5249 h 10000"/>
              <a:gd name="connsiteX55-1315" fmla="*/ 272 w 10000"/>
              <a:gd name="connsiteY55-1316" fmla="*/ 4635 h 10000"/>
              <a:gd name="connsiteX56-1317" fmla="*/ 543 w 10000"/>
              <a:gd name="connsiteY56-1318" fmla="*/ 3237 h 10000"/>
              <a:gd name="connsiteX57-1319" fmla="*/ 3152 w 10000"/>
              <a:gd name="connsiteY57-1320" fmla="*/ 0 h 10000"/>
              <a:gd name="connsiteX58-1321" fmla="*/ 3424 w 10000"/>
              <a:gd name="connsiteY58-1322" fmla="*/ 320 h 10000"/>
              <a:gd name="connsiteX59-1323" fmla="*/ 3424 w 10000"/>
              <a:gd name="connsiteY59-1324" fmla="*/ 466 h 10000"/>
              <a:gd name="connsiteX60-1325" fmla="*/ 3424 w 10000"/>
              <a:gd name="connsiteY60-1326" fmla="*/ 786 h 10000"/>
              <a:gd name="connsiteX61-1327" fmla="*/ 3424 w 10000"/>
              <a:gd name="connsiteY61-1328" fmla="*/ 934 h 10000"/>
              <a:gd name="connsiteX62-1329" fmla="*/ 3696 w 10000"/>
              <a:gd name="connsiteY62-1330" fmla="*/ 934 h 10000"/>
              <a:gd name="connsiteX63-1331" fmla="*/ 3424 w 10000"/>
              <a:gd name="connsiteY63-1332" fmla="*/ 1080 h 10000"/>
              <a:gd name="connsiteX64-1333" fmla="*/ 3424 w 10000"/>
              <a:gd name="connsiteY64-1334" fmla="*/ 1080 h 10000"/>
              <a:gd name="connsiteX65-1335" fmla="*/ 3424 w 10000"/>
              <a:gd name="connsiteY65-1336" fmla="*/ 1225 h 10000"/>
              <a:gd name="connsiteX66-1337" fmla="*/ 3424 w 10000"/>
              <a:gd name="connsiteY66-1338" fmla="*/ 1546 h 10000"/>
              <a:gd name="connsiteX67-1339" fmla="*/ 3424 w 10000"/>
              <a:gd name="connsiteY67-1340" fmla="*/ 1691 h 10000"/>
              <a:gd name="connsiteX68-1341" fmla="*/ 3152 w 10000"/>
              <a:gd name="connsiteY68-1342" fmla="*/ 2011 h 10000"/>
              <a:gd name="connsiteX69-1343" fmla="*/ 3152 w 10000"/>
              <a:gd name="connsiteY69-1344" fmla="*/ 2303 h 10000"/>
              <a:gd name="connsiteX70-1345" fmla="*/ 2826 w 10000"/>
              <a:gd name="connsiteY70-1346" fmla="*/ 2769 h 10000"/>
              <a:gd name="connsiteX71-1347" fmla="*/ 2826 w 10000"/>
              <a:gd name="connsiteY71-1348" fmla="*/ 3557 h 10000"/>
              <a:gd name="connsiteX72-1349" fmla="*/ 2554 w 10000"/>
              <a:gd name="connsiteY72-1350" fmla="*/ 4315 h 10000"/>
              <a:gd name="connsiteX73-1351" fmla="*/ 2283 w 10000"/>
              <a:gd name="connsiteY73-1352" fmla="*/ 5074 h 10000"/>
              <a:gd name="connsiteX74-1353" fmla="*/ 2283 w 10000"/>
              <a:gd name="connsiteY74-1354" fmla="*/ 5860 h 10000"/>
              <a:gd name="connsiteX75-1355" fmla="*/ 1957 w 10000"/>
              <a:gd name="connsiteY75-1356" fmla="*/ 6151 h 10000"/>
              <a:gd name="connsiteX76-1357" fmla="*/ 1957 w 10000"/>
              <a:gd name="connsiteY76-1358" fmla="*/ 6618 h 10000"/>
              <a:gd name="connsiteX77-1359" fmla="*/ 1957 w 10000"/>
              <a:gd name="connsiteY77-1360" fmla="*/ 6939 h 10000"/>
              <a:gd name="connsiteX78-1361" fmla="*/ 1957 w 10000"/>
              <a:gd name="connsiteY78-1362" fmla="*/ 7231 h 10000"/>
              <a:gd name="connsiteX79-1363" fmla="*/ 2283 w 10000"/>
              <a:gd name="connsiteY79-1364" fmla="*/ 7697 h 10000"/>
              <a:gd name="connsiteX80-1365" fmla="*/ 2283 w 10000"/>
              <a:gd name="connsiteY80-1366" fmla="*/ 8164 h 10000"/>
              <a:gd name="connsiteX81-1367" fmla="*/ 2283 w 10000"/>
              <a:gd name="connsiteY81-1368" fmla="*/ 8164 h 10000"/>
              <a:gd name="connsiteX0-1369" fmla="*/ 2283 w 10000"/>
              <a:gd name="connsiteY0-1370" fmla="*/ 8164 h 10000"/>
              <a:gd name="connsiteX1-1371" fmla="*/ 2554 w 10000"/>
              <a:gd name="connsiteY1-1372" fmla="*/ 8309 h 10000"/>
              <a:gd name="connsiteX2-1373" fmla="*/ 2826 w 10000"/>
              <a:gd name="connsiteY2-1374" fmla="*/ 8484 h 10000"/>
              <a:gd name="connsiteX3-1375" fmla="*/ 3152 w 10000"/>
              <a:gd name="connsiteY3-1376" fmla="*/ 8629 h 10000"/>
              <a:gd name="connsiteX4-1377" fmla="*/ 3424 w 10000"/>
              <a:gd name="connsiteY4-1378" fmla="*/ 8629 h 10000"/>
              <a:gd name="connsiteX5-1379" fmla="*/ 3967 w 10000"/>
              <a:gd name="connsiteY5-1380" fmla="*/ 8775 h 10000"/>
              <a:gd name="connsiteX6-1381" fmla="*/ 4565 w 10000"/>
              <a:gd name="connsiteY6-1382" fmla="*/ 8775 h 10000"/>
              <a:gd name="connsiteX7-1383" fmla="*/ 5163 w 10000"/>
              <a:gd name="connsiteY7-1384" fmla="*/ 8775 h 10000"/>
              <a:gd name="connsiteX8-1385" fmla="*/ 5707 w 10000"/>
              <a:gd name="connsiteY8-1386" fmla="*/ 8775 h 10000"/>
              <a:gd name="connsiteX9-1387" fmla="*/ 6304 w 10000"/>
              <a:gd name="connsiteY9-1388" fmla="*/ 8775 h 10000"/>
              <a:gd name="connsiteX10-1389" fmla="*/ 6848 w 10000"/>
              <a:gd name="connsiteY10-1390" fmla="*/ 8775 h 10000"/>
              <a:gd name="connsiteX11-1391" fmla="*/ 7446 w 10000"/>
              <a:gd name="connsiteY11-1392" fmla="*/ 8775 h 10000"/>
              <a:gd name="connsiteX12-1393" fmla="*/ 7989 w 10000"/>
              <a:gd name="connsiteY12-1394" fmla="*/ 8775 h 10000"/>
              <a:gd name="connsiteX13-1395" fmla="*/ 8315 w 10000"/>
              <a:gd name="connsiteY13-1396" fmla="*/ 8775 h 10000"/>
              <a:gd name="connsiteX14-1397" fmla="*/ 8587 w 10000"/>
              <a:gd name="connsiteY14-1398" fmla="*/ 8920 h 10000"/>
              <a:gd name="connsiteX15-1399" fmla="*/ 9130 w 10000"/>
              <a:gd name="connsiteY15-1400" fmla="*/ 9096 h 10000"/>
              <a:gd name="connsiteX16-1401" fmla="*/ 9457 w 10000"/>
              <a:gd name="connsiteY16-1402" fmla="*/ 9242 h 10000"/>
              <a:gd name="connsiteX17-1403" fmla="*/ 9728 w 10000"/>
              <a:gd name="connsiteY17-1404" fmla="*/ 9389 h 10000"/>
              <a:gd name="connsiteX18-1405" fmla="*/ 10000 w 10000"/>
              <a:gd name="connsiteY18-1406" fmla="*/ 9563 h 10000"/>
              <a:gd name="connsiteX19-1407" fmla="*/ 10000 w 10000"/>
              <a:gd name="connsiteY19-1408" fmla="*/ 9709 h 10000"/>
              <a:gd name="connsiteX20-1409" fmla="*/ 10000 w 10000"/>
              <a:gd name="connsiteY20-1410" fmla="*/ 9709 h 10000"/>
              <a:gd name="connsiteX21-1411" fmla="*/ 10000 w 10000"/>
              <a:gd name="connsiteY21-1412" fmla="*/ 9709 h 10000"/>
              <a:gd name="connsiteX22-1413" fmla="*/ 10000 w 10000"/>
              <a:gd name="connsiteY22-1414" fmla="*/ 9855 h 10000"/>
              <a:gd name="connsiteX23-1415" fmla="*/ 9728 w 10000"/>
              <a:gd name="connsiteY23-1416" fmla="*/ 9855 h 10000"/>
              <a:gd name="connsiteX24-1417" fmla="*/ 9728 w 10000"/>
              <a:gd name="connsiteY24-1418" fmla="*/ 9855 h 10000"/>
              <a:gd name="connsiteX25-1419" fmla="*/ 9457 w 10000"/>
              <a:gd name="connsiteY25-1420" fmla="*/ 10000 h 10000"/>
              <a:gd name="connsiteX26-1421" fmla="*/ 9130 w 10000"/>
              <a:gd name="connsiteY26-1422" fmla="*/ 10000 h 10000"/>
              <a:gd name="connsiteX27-1423" fmla="*/ 8587 w 10000"/>
              <a:gd name="connsiteY27-1424" fmla="*/ 10000 h 10000"/>
              <a:gd name="connsiteX28-1425" fmla="*/ 8315 w 10000"/>
              <a:gd name="connsiteY28-1426" fmla="*/ 10000 h 10000"/>
              <a:gd name="connsiteX29-1427" fmla="*/ 7717 w 10000"/>
              <a:gd name="connsiteY29-1428" fmla="*/ 10000 h 10000"/>
              <a:gd name="connsiteX30-1429" fmla="*/ 6848 w 10000"/>
              <a:gd name="connsiteY30-1430" fmla="*/ 10000 h 10000"/>
              <a:gd name="connsiteX31-1431" fmla="*/ 6304 w 10000"/>
              <a:gd name="connsiteY31-1432" fmla="*/ 10000 h 10000"/>
              <a:gd name="connsiteX32-1433" fmla="*/ 5435 w 10000"/>
              <a:gd name="connsiteY32-1434" fmla="*/ 10000 h 10000"/>
              <a:gd name="connsiteX33-1435" fmla="*/ 4565 w 10000"/>
              <a:gd name="connsiteY33-1436" fmla="*/ 10000 h 10000"/>
              <a:gd name="connsiteX34-1437" fmla="*/ 3967 w 10000"/>
              <a:gd name="connsiteY34-1438" fmla="*/ 10000 h 10000"/>
              <a:gd name="connsiteX35-1439" fmla="*/ 3424 w 10000"/>
              <a:gd name="connsiteY35-1440" fmla="*/ 10000 h 10000"/>
              <a:gd name="connsiteX36-1441" fmla="*/ 2826 w 10000"/>
              <a:gd name="connsiteY36-1442" fmla="*/ 10000 h 10000"/>
              <a:gd name="connsiteX37-1443" fmla="*/ 2554 w 10000"/>
              <a:gd name="connsiteY37-1444" fmla="*/ 9855 h 10000"/>
              <a:gd name="connsiteX38-1445" fmla="*/ 2283 w 10000"/>
              <a:gd name="connsiteY38-1446" fmla="*/ 9855 h 10000"/>
              <a:gd name="connsiteX39-1447" fmla="*/ 1957 w 10000"/>
              <a:gd name="connsiteY39-1448" fmla="*/ 9709 h 10000"/>
              <a:gd name="connsiteX40-1449" fmla="*/ 1685 w 10000"/>
              <a:gd name="connsiteY40-1450" fmla="*/ 9709 h 10000"/>
              <a:gd name="connsiteX41-1451" fmla="*/ 1413 w 10000"/>
              <a:gd name="connsiteY41-1452" fmla="*/ 9563 h 10000"/>
              <a:gd name="connsiteX42-1453" fmla="*/ 1141 w 10000"/>
              <a:gd name="connsiteY42-1454" fmla="*/ 9563 h 10000"/>
              <a:gd name="connsiteX43-1455" fmla="*/ 815 w 10000"/>
              <a:gd name="connsiteY43-1456" fmla="*/ 9389 h 10000"/>
              <a:gd name="connsiteX44-1457" fmla="*/ 815 w 10000"/>
              <a:gd name="connsiteY44-1458" fmla="*/ 9096 h 10000"/>
              <a:gd name="connsiteX45-1459" fmla="*/ 543 w 10000"/>
              <a:gd name="connsiteY45-1460" fmla="*/ 8920 h 10000"/>
              <a:gd name="connsiteX46-1461" fmla="*/ 543 w 10000"/>
              <a:gd name="connsiteY46-1462" fmla="*/ 8775 h 10000"/>
              <a:gd name="connsiteX47-1463" fmla="*/ 272 w 10000"/>
              <a:gd name="connsiteY47-1464" fmla="*/ 8484 h 10000"/>
              <a:gd name="connsiteX48-1465" fmla="*/ 272 w 10000"/>
              <a:gd name="connsiteY48-1466" fmla="*/ 8164 h 10000"/>
              <a:gd name="connsiteX49-1467" fmla="*/ 272 w 10000"/>
              <a:gd name="connsiteY49-1468" fmla="*/ 7872 h 10000"/>
              <a:gd name="connsiteX50-1469" fmla="*/ 0 w 10000"/>
              <a:gd name="connsiteY50-1470" fmla="*/ 7406 h 10000"/>
              <a:gd name="connsiteX51-1471" fmla="*/ 0 w 10000"/>
              <a:gd name="connsiteY51-1472" fmla="*/ 6939 h 10000"/>
              <a:gd name="connsiteX52-1473" fmla="*/ 0 w 10000"/>
              <a:gd name="connsiteY52-1474" fmla="*/ 6471 h 10000"/>
              <a:gd name="connsiteX53-1475" fmla="*/ 272 w 10000"/>
              <a:gd name="connsiteY53-1476" fmla="*/ 5860 h 10000"/>
              <a:gd name="connsiteX54-1477" fmla="*/ 272 w 10000"/>
              <a:gd name="connsiteY54-1478" fmla="*/ 5249 h 10000"/>
              <a:gd name="connsiteX55-1479" fmla="*/ 272 w 10000"/>
              <a:gd name="connsiteY55-1480" fmla="*/ 4635 h 10000"/>
              <a:gd name="connsiteX56-1481" fmla="*/ 543 w 10000"/>
              <a:gd name="connsiteY56-1482" fmla="*/ 3237 h 10000"/>
              <a:gd name="connsiteX57-1483" fmla="*/ 3152 w 10000"/>
              <a:gd name="connsiteY57-1484" fmla="*/ 0 h 10000"/>
              <a:gd name="connsiteX58-1485" fmla="*/ 3424 w 10000"/>
              <a:gd name="connsiteY58-1486" fmla="*/ 320 h 10000"/>
              <a:gd name="connsiteX59-1487" fmla="*/ 3424 w 10000"/>
              <a:gd name="connsiteY59-1488" fmla="*/ 466 h 10000"/>
              <a:gd name="connsiteX60-1489" fmla="*/ 3424 w 10000"/>
              <a:gd name="connsiteY60-1490" fmla="*/ 934 h 10000"/>
              <a:gd name="connsiteX61-1491" fmla="*/ 3696 w 10000"/>
              <a:gd name="connsiteY61-1492" fmla="*/ 934 h 10000"/>
              <a:gd name="connsiteX62-1493" fmla="*/ 3424 w 10000"/>
              <a:gd name="connsiteY62-1494" fmla="*/ 1080 h 10000"/>
              <a:gd name="connsiteX63-1495" fmla="*/ 3424 w 10000"/>
              <a:gd name="connsiteY63-1496" fmla="*/ 1080 h 10000"/>
              <a:gd name="connsiteX64-1497" fmla="*/ 3424 w 10000"/>
              <a:gd name="connsiteY64-1498" fmla="*/ 1225 h 10000"/>
              <a:gd name="connsiteX65-1499" fmla="*/ 3424 w 10000"/>
              <a:gd name="connsiteY65-1500" fmla="*/ 1546 h 10000"/>
              <a:gd name="connsiteX66-1501" fmla="*/ 3424 w 10000"/>
              <a:gd name="connsiteY66-1502" fmla="*/ 1691 h 10000"/>
              <a:gd name="connsiteX67-1503" fmla="*/ 3152 w 10000"/>
              <a:gd name="connsiteY67-1504" fmla="*/ 2011 h 10000"/>
              <a:gd name="connsiteX68-1505" fmla="*/ 3152 w 10000"/>
              <a:gd name="connsiteY68-1506" fmla="*/ 2303 h 10000"/>
              <a:gd name="connsiteX69-1507" fmla="*/ 2826 w 10000"/>
              <a:gd name="connsiteY69-1508" fmla="*/ 2769 h 10000"/>
              <a:gd name="connsiteX70-1509" fmla="*/ 2826 w 10000"/>
              <a:gd name="connsiteY70-1510" fmla="*/ 3557 h 10000"/>
              <a:gd name="connsiteX71-1511" fmla="*/ 2554 w 10000"/>
              <a:gd name="connsiteY71-1512" fmla="*/ 4315 h 10000"/>
              <a:gd name="connsiteX72-1513" fmla="*/ 2283 w 10000"/>
              <a:gd name="connsiteY72-1514" fmla="*/ 5074 h 10000"/>
              <a:gd name="connsiteX73-1515" fmla="*/ 2283 w 10000"/>
              <a:gd name="connsiteY73-1516" fmla="*/ 5860 h 10000"/>
              <a:gd name="connsiteX74-1517" fmla="*/ 1957 w 10000"/>
              <a:gd name="connsiteY74-1518" fmla="*/ 6151 h 10000"/>
              <a:gd name="connsiteX75-1519" fmla="*/ 1957 w 10000"/>
              <a:gd name="connsiteY75-1520" fmla="*/ 6618 h 10000"/>
              <a:gd name="connsiteX76-1521" fmla="*/ 1957 w 10000"/>
              <a:gd name="connsiteY76-1522" fmla="*/ 6939 h 10000"/>
              <a:gd name="connsiteX77-1523" fmla="*/ 1957 w 10000"/>
              <a:gd name="connsiteY77-1524" fmla="*/ 7231 h 10000"/>
              <a:gd name="connsiteX78-1525" fmla="*/ 2283 w 10000"/>
              <a:gd name="connsiteY78-1526" fmla="*/ 7697 h 10000"/>
              <a:gd name="connsiteX79-1527" fmla="*/ 2283 w 10000"/>
              <a:gd name="connsiteY79-1528" fmla="*/ 8164 h 10000"/>
              <a:gd name="connsiteX80-1529" fmla="*/ 2283 w 10000"/>
              <a:gd name="connsiteY80-1530" fmla="*/ 8164 h 10000"/>
              <a:gd name="connsiteX0-1531" fmla="*/ 2283 w 10000"/>
              <a:gd name="connsiteY0-1532" fmla="*/ 8164 h 10000"/>
              <a:gd name="connsiteX1-1533" fmla="*/ 2554 w 10000"/>
              <a:gd name="connsiteY1-1534" fmla="*/ 8309 h 10000"/>
              <a:gd name="connsiteX2-1535" fmla="*/ 2826 w 10000"/>
              <a:gd name="connsiteY2-1536" fmla="*/ 8484 h 10000"/>
              <a:gd name="connsiteX3-1537" fmla="*/ 3152 w 10000"/>
              <a:gd name="connsiteY3-1538" fmla="*/ 8629 h 10000"/>
              <a:gd name="connsiteX4-1539" fmla="*/ 3424 w 10000"/>
              <a:gd name="connsiteY4-1540" fmla="*/ 8629 h 10000"/>
              <a:gd name="connsiteX5-1541" fmla="*/ 3967 w 10000"/>
              <a:gd name="connsiteY5-1542" fmla="*/ 8775 h 10000"/>
              <a:gd name="connsiteX6-1543" fmla="*/ 4565 w 10000"/>
              <a:gd name="connsiteY6-1544" fmla="*/ 8775 h 10000"/>
              <a:gd name="connsiteX7-1545" fmla="*/ 5163 w 10000"/>
              <a:gd name="connsiteY7-1546" fmla="*/ 8775 h 10000"/>
              <a:gd name="connsiteX8-1547" fmla="*/ 5707 w 10000"/>
              <a:gd name="connsiteY8-1548" fmla="*/ 8775 h 10000"/>
              <a:gd name="connsiteX9-1549" fmla="*/ 6304 w 10000"/>
              <a:gd name="connsiteY9-1550" fmla="*/ 8775 h 10000"/>
              <a:gd name="connsiteX10-1551" fmla="*/ 6848 w 10000"/>
              <a:gd name="connsiteY10-1552" fmla="*/ 8775 h 10000"/>
              <a:gd name="connsiteX11-1553" fmla="*/ 7446 w 10000"/>
              <a:gd name="connsiteY11-1554" fmla="*/ 8775 h 10000"/>
              <a:gd name="connsiteX12-1555" fmla="*/ 7989 w 10000"/>
              <a:gd name="connsiteY12-1556" fmla="*/ 8775 h 10000"/>
              <a:gd name="connsiteX13-1557" fmla="*/ 8315 w 10000"/>
              <a:gd name="connsiteY13-1558" fmla="*/ 8775 h 10000"/>
              <a:gd name="connsiteX14-1559" fmla="*/ 8587 w 10000"/>
              <a:gd name="connsiteY14-1560" fmla="*/ 8920 h 10000"/>
              <a:gd name="connsiteX15-1561" fmla="*/ 9130 w 10000"/>
              <a:gd name="connsiteY15-1562" fmla="*/ 9096 h 10000"/>
              <a:gd name="connsiteX16-1563" fmla="*/ 9457 w 10000"/>
              <a:gd name="connsiteY16-1564" fmla="*/ 9242 h 10000"/>
              <a:gd name="connsiteX17-1565" fmla="*/ 9728 w 10000"/>
              <a:gd name="connsiteY17-1566" fmla="*/ 9389 h 10000"/>
              <a:gd name="connsiteX18-1567" fmla="*/ 10000 w 10000"/>
              <a:gd name="connsiteY18-1568" fmla="*/ 9563 h 10000"/>
              <a:gd name="connsiteX19-1569" fmla="*/ 10000 w 10000"/>
              <a:gd name="connsiteY19-1570" fmla="*/ 9709 h 10000"/>
              <a:gd name="connsiteX20-1571" fmla="*/ 10000 w 10000"/>
              <a:gd name="connsiteY20-1572" fmla="*/ 9709 h 10000"/>
              <a:gd name="connsiteX21-1573" fmla="*/ 10000 w 10000"/>
              <a:gd name="connsiteY21-1574" fmla="*/ 9709 h 10000"/>
              <a:gd name="connsiteX22-1575" fmla="*/ 10000 w 10000"/>
              <a:gd name="connsiteY22-1576" fmla="*/ 9855 h 10000"/>
              <a:gd name="connsiteX23-1577" fmla="*/ 9728 w 10000"/>
              <a:gd name="connsiteY23-1578" fmla="*/ 9855 h 10000"/>
              <a:gd name="connsiteX24-1579" fmla="*/ 9728 w 10000"/>
              <a:gd name="connsiteY24-1580" fmla="*/ 9855 h 10000"/>
              <a:gd name="connsiteX25-1581" fmla="*/ 9457 w 10000"/>
              <a:gd name="connsiteY25-1582" fmla="*/ 10000 h 10000"/>
              <a:gd name="connsiteX26-1583" fmla="*/ 9130 w 10000"/>
              <a:gd name="connsiteY26-1584" fmla="*/ 10000 h 10000"/>
              <a:gd name="connsiteX27-1585" fmla="*/ 8587 w 10000"/>
              <a:gd name="connsiteY27-1586" fmla="*/ 10000 h 10000"/>
              <a:gd name="connsiteX28-1587" fmla="*/ 8315 w 10000"/>
              <a:gd name="connsiteY28-1588" fmla="*/ 10000 h 10000"/>
              <a:gd name="connsiteX29-1589" fmla="*/ 7717 w 10000"/>
              <a:gd name="connsiteY29-1590" fmla="*/ 10000 h 10000"/>
              <a:gd name="connsiteX30-1591" fmla="*/ 6848 w 10000"/>
              <a:gd name="connsiteY30-1592" fmla="*/ 10000 h 10000"/>
              <a:gd name="connsiteX31-1593" fmla="*/ 6304 w 10000"/>
              <a:gd name="connsiteY31-1594" fmla="*/ 10000 h 10000"/>
              <a:gd name="connsiteX32-1595" fmla="*/ 5435 w 10000"/>
              <a:gd name="connsiteY32-1596" fmla="*/ 10000 h 10000"/>
              <a:gd name="connsiteX33-1597" fmla="*/ 4565 w 10000"/>
              <a:gd name="connsiteY33-1598" fmla="*/ 10000 h 10000"/>
              <a:gd name="connsiteX34-1599" fmla="*/ 3967 w 10000"/>
              <a:gd name="connsiteY34-1600" fmla="*/ 10000 h 10000"/>
              <a:gd name="connsiteX35-1601" fmla="*/ 3424 w 10000"/>
              <a:gd name="connsiteY35-1602" fmla="*/ 10000 h 10000"/>
              <a:gd name="connsiteX36-1603" fmla="*/ 2826 w 10000"/>
              <a:gd name="connsiteY36-1604" fmla="*/ 10000 h 10000"/>
              <a:gd name="connsiteX37-1605" fmla="*/ 2554 w 10000"/>
              <a:gd name="connsiteY37-1606" fmla="*/ 9855 h 10000"/>
              <a:gd name="connsiteX38-1607" fmla="*/ 2283 w 10000"/>
              <a:gd name="connsiteY38-1608" fmla="*/ 9855 h 10000"/>
              <a:gd name="connsiteX39-1609" fmla="*/ 1957 w 10000"/>
              <a:gd name="connsiteY39-1610" fmla="*/ 9709 h 10000"/>
              <a:gd name="connsiteX40-1611" fmla="*/ 1685 w 10000"/>
              <a:gd name="connsiteY40-1612" fmla="*/ 9709 h 10000"/>
              <a:gd name="connsiteX41-1613" fmla="*/ 1413 w 10000"/>
              <a:gd name="connsiteY41-1614" fmla="*/ 9563 h 10000"/>
              <a:gd name="connsiteX42-1615" fmla="*/ 1141 w 10000"/>
              <a:gd name="connsiteY42-1616" fmla="*/ 9563 h 10000"/>
              <a:gd name="connsiteX43-1617" fmla="*/ 815 w 10000"/>
              <a:gd name="connsiteY43-1618" fmla="*/ 9389 h 10000"/>
              <a:gd name="connsiteX44-1619" fmla="*/ 815 w 10000"/>
              <a:gd name="connsiteY44-1620" fmla="*/ 9096 h 10000"/>
              <a:gd name="connsiteX45-1621" fmla="*/ 543 w 10000"/>
              <a:gd name="connsiteY45-1622" fmla="*/ 8920 h 10000"/>
              <a:gd name="connsiteX46-1623" fmla="*/ 543 w 10000"/>
              <a:gd name="connsiteY46-1624" fmla="*/ 8775 h 10000"/>
              <a:gd name="connsiteX47-1625" fmla="*/ 272 w 10000"/>
              <a:gd name="connsiteY47-1626" fmla="*/ 8484 h 10000"/>
              <a:gd name="connsiteX48-1627" fmla="*/ 272 w 10000"/>
              <a:gd name="connsiteY48-1628" fmla="*/ 8164 h 10000"/>
              <a:gd name="connsiteX49-1629" fmla="*/ 272 w 10000"/>
              <a:gd name="connsiteY49-1630" fmla="*/ 7872 h 10000"/>
              <a:gd name="connsiteX50-1631" fmla="*/ 0 w 10000"/>
              <a:gd name="connsiteY50-1632" fmla="*/ 7406 h 10000"/>
              <a:gd name="connsiteX51-1633" fmla="*/ 0 w 10000"/>
              <a:gd name="connsiteY51-1634" fmla="*/ 6939 h 10000"/>
              <a:gd name="connsiteX52-1635" fmla="*/ 0 w 10000"/>
              <a:gd name="connsiteY52-1636" fmla="*/ 6471 h 10000"/>
              <a:gd name="connsiteX53-1637" fmla="*/ 272 w 10000"/>
              <a:gd name="connsiteY53-1638" fmla="*/ 5860 h 10000"/>
              <a:gd name="connsiteX54-1639" fmla="*/ 272 w 10000"/>
              <a:gd name="connsiteY54-1640" fmla="*/ 5249 h 10000"/>
              <a:gd name="connsiteX55-1641" fmla="*/ 272 w 10000"/>
              <a:gd name="connsiteY55-1642" fmla="*/ 4635 h 10000"/>
              <a:gd name="connsiteX56-1643" fmla="*/ 543 w 10000"/>
              <a:gd name="connsiteY56-1644" fmla="*/ 3237 h 10000"/>
              <a:gd name="connsiteX57-1645" fmla="*/ 3152 w 10000"/>
              <a:gd name="connsiteY57-1646" fmla="*/ 0 h 10000"/>
              <a:gd name="connsiteX58-1647" fmla="*/ 3424 w 10000"/>
              <a:gd name="connsiteY58-1648" fmla="*/ 320 h 10000"/>
              <a:gd name="connsiteX59-1649" fmla="*/ 3424 w 10000"/>
              <a:gd name="connsiteY59-1650" fmla="*/ 934 h 10000"/>
              <a:gd name="connsiteX60-1651" fmla="*/ 3696 w 10000"/>
              <a:gd name="connsiteY60-1652" fmla="*/ 934 h 10000"/>
              <a:gd name="connsiteX61-1653" fmla="*/ 3424 w 10000"/>
              <a:gd name="connsiteY61-1654" fmla="*/ 1080 h 10000"/>
              <a:gd name="connsiteX62-1655" fmla="*/ 3424 w 10000"/>
              <a:gd name="connsiteY62-1656" fmla="*/ 1080 h 10000"/>
              <a:gd name="connsiteX63-1657" fmla="*/ 3424 w 10000"/>
              <a:gd name="connsiteY63-1658" fmla="*/ 1225 h 10000"/>
              <a:gd name="connsiteX64-1659" fmla="*/ 3424 w 10000"/>
              <a:gd name="connsiteY64-1660" fmla="*/ 1546 h 10000"/>
              <a:gd name="connsiteX65-1661" fmla="*/ 3424 w 10000"/>
              <a:gd name="connsiteY65-1662" fmla="*/ 1691 h 10000"/>
              <a:gd name="connsiteX66-1663" fmla="*/ 3152 w 10000"/>
              <a:gd name="connsiteY66-1664" fmla="*/ 2011 h 10000"/>
              <a:gd name="connsiteX67-1665" fmla="*/ 3152 w 10000"/>
              <a:gd name="connsiteY67-1666" fmla="*/ 2303 h 10000"/>
              <a:gd name="connsiteX68-1667" fmla="*/ 2826 w 10000"/>
              <a:gd name="connsiteY68-1668" fmla="*/ 2769 h 10000"/>
              <a:gd name="connsiteX69-1669" fmla="*/ 2826 w 10000"/>
              <a:gd name="connsiteY69-1670" fmla="*/ 3557 h 10000"/>
              <a:gd name="connsiteX70-1671" fmla="*/ 2554 w 10000"/>
              <a:gd name="connsiteY70-1672" fmla="*/ 4315 h 10000"/>
              <a:gd name="connsiteX71-1673" fmla="*/ 2283 w 10000"/>
              <a:gd name="connsiteY71-1674" fmla="*/ 5074 h 10000"/>
              <a:gd name="connsiteX72-1675" fmla="*/ 2283 w 10000"/>
              <a:gd name="connsiteY72-1676" fmla="*/ 5860 h 10000"/>
              <a:gd name="connsiteX73-1677" fmla="*/ 1957 w 10000"/>
              <a:gd name="connsiteY73-1678" fmla="*/ 6151 h 10000"/>
              <a:gd name="connsiteX74-1679" fmla="*/ 1957 w 10000"/>
              <a:gd name="connsiteY74-1680" fmla="*/ 6618 h 10000"/>
              <a:gd name="connsiteX75-1681" fmla="*/ 1957 w 10000"/>
              <a:gd name="connsiteY75-1682" fmla="*/ 6939 h 10000"/>
              <a:gd name="connsiteX76-1683" fmla="*/ 1957 w 10000"/>
              <a:gd name="connsiteY76-1684" fmla="*/ 7231 h 10000"/>
              <a:gd name="connsiteX77-1685" fmla="*/ 2283 w 10000"/>
              <a:gd name="connsiteY77-1686" fmla="*/ 7697 h 10000"/>
              <a:gd name="connsiteX78-1687" fmla="*/ 2283 w 10000"/>
              <a:gd name="connsiteY78-1688" fmla="*/ 8164 h 10000"/>
              <a:gd name="connsiteX79-1689" fmla="*/ 2283 w 10000"/>
              <a:gd name="connsiteY79-1690" fmla="*/ 8164 h 10000"/>
              <a:gd name="connsiteX0-1691" fmla="*/ 2283 w 10000"/>
              <a:gd name="connsiteY0-1692" fmla="*/ 7844 h 9680"/>
              <a:gd name="connsiteX1-1693" fmla="*/ 2554 w 10000"/>
              <a:gd name="connsiteY1-1694" fmla="*/ 7989 h 9680"/>
              <a:gd name="connsiteX2-1695" fmla="*/ 2826 w 10000"/>
              <a:gd name="connsiteY2-1696" fmla="*/ 8164 h 9680"/>
              <a:gd name="connsiteX3-1697" fmla="*/ 3152 w 10000"/>
              <a:gd name="connsiteY3-1698" fmla="*/ 8309 h 9680"/>
              <a:gd name="connsiteX4-1699" fmla="*/ 3424 w 10000"/>
              <a:gd name="connsiteY4-1700" fmla="*/ 8309 h 9680"/>
              <a:gd name="connsiteX5-1701" fmla="*/ 3967 w 10000"/>
              <a:gd name="connsiteY5-1702" fmla="*/ 8455 h 9680"/>
              <a:gd name="connsiteX6-1703" fmla="*/ 4565 w 10000"/>
              <a:gd name="connsiteY6-1704" fmla="*/ 8455 h 9680"/>
              <a:gd name="connsiteX7-1705" fmla="*/ 5163 w 10000"/>
              <a:gd name="connsiteY7-1706" fmla="*/ 8455 h 9680"/>
              <a:gd name="connsiteX8-1707" fmla="*/ 5707 w 10000"/>
              <a:gd name="connsiteY8-1708" fmla="*/ 8455 h 9680"/>
              <a:gd name="connsiteX9-1709" fmla="*/ 6304 w 10000"/>
              <a:gd name="connsiteY9-1710" fmla="*/ 8455 h 9680"/>
              <a:gd name="connsiteX10-1711" fmla="*/ 6848 w 10000"/>
              <a:gd name="connsiteY10-1712" fmla="*/ 8455 h 9680"/>
              <a:gd name="connsiteX11-1713" fmla="*/ 7446 w 10000"/>
              <a:gd name="connsiteY11-1714" fmla="*/ 8455 h 9680"/>
              <a:gd name="connsiteX12-1715" fmla="*/ 7989 w 10000"/>
              <a:gd name="connsiteY12-1716" fmla="*/ 8455 h 9680"/>
              <a:gd name="connsiteX13-1717" fmla="*/ 8315 w 10000"/>
              <a:gd name="connsiteY13-1718" fmla="*/ 8455 h 9680"/>
              <a:gd name="connsiteX14-1719" fmla="*/ 8587 w 10000"/>
              <a:gd name="connsiteY14-1720" fmla="*/ 8600 h 9680"/>
              <a:gd name="connsiteX15-1721" fmla="*/ 9130 w 10000"/>
              <a:gd name="connsiteY15-1722" fmla="*/ 8776 h 9680"/>
              <a:gd name="connsiteX16-1723" fmla="*/ 9457 w 10000"/>
              <a:gd name="connsiteY16-1724" fmla="*/ 8922 h 9680"/>
              <a:gd name="connsiteX17-1725" fmla="*/ 9728 w 10000"/>
              <a:gd name="connsiteY17-1726" fmla="*/ 9069 h 9680"/>
              <a:gd name="connsiteX18-1727" fmla="*/ 10000 w 10000"/>
              <a:gd name="connsiteY18-1728" fmla="*/ 9243 h 9680"/>
              <a:gd name="connsiteX19-1729" fmla="*/ 10000 w 10000"/>
              <a:gd name="connsiteY19-1730" fmla="*/ 9389 h 9680"/>
              <a:gd name="connsiteX20-1731" fmla="*/ 10000 w 10000"/>
              <a:gd name="connsiteY20-1732" fmla="*/ 9389 h 9680"/>
              <a:gd name="connsiteX21-1733" fmla="*/ 10000 w 10000"/>
              <a:gd name="connsiteY21-1734" fmla="*/ 9389 h 9680"/>
              <a:gd name="connsiteX22-1735" fmla="*/ 10000 w 10000"/>
              <a:gd name="connsiteY22-1736" fmla="*/ 9535 h 9680"/>
              <a:gd name="connsiteX23-1737" fmla="*/ 9728 w 10000"/>
              <a:gd name="connsiteY23-1738" fmla="*/ 9535 h 9680"/>
              <a:gd name="connsiteX24-1739" fmla="*/ 9728 w 10000"/>
              <a:gd name="connsiteY24-1740" fmla="*/ 9535 h 9680"/>
              <a:gd name="connsiteX25-1741" fmla="*/ 9457 w 10000"/>
              <a:gd name="connsiteY25-1742" fmla="*/ 9680 h 9680"/>
              <a:gd name="connsiteX26-1743" fmla="*/ 9130 w 10000"/>
              <a:gd name="connsiteY26-1744" fmla="*/ 9680 h 9680"/>
              <a:gd name="connsiteX27-1745" fmla="*/ 8587 w 10000"/>
              <a:gd name="connsiteY27-1746" fmla="*/ 9680 h 9680"/>
              <a:gd name="connsiteX28-1747" fmla="*/ 8315 w 10000"/>
              <a:gd name="connsiteY28-1748" fmla="*/ 9680 h 9680"/>
              <a:gd name="connsiteX29-1749" fmla="*/ 7717 w 10000"/>
              <a:gd name="connsiteY29-1750" fmla="*/ 9680 h 9680"/>
              <a:gd name="connsiteX30-1751" fmla="*/ 6848 w 10000"/>
              <a:gd name="connsiteY30-1752" fmla="*/ 9680 h 9680"/>
              <a:gd name="connsiteX31-1753" fmla="*/ 6304 w 10000"/>
              <a:gd name="connsiteY31-1754" fmla="*/ 9680 h 9680"/>
              <a:gd name="connsiteX32-1755" fmla="*/ 5435 w 10000"/>
              <a:gd name="connsiteY32-1756" fmla="*/ 9680 h 9680"/>
              <a:gd name="connsiteX33-1757" fmla="*/ 4565 w 10000"/>
              <a:gd name="connsiteY33-1758" fmla="*/ 9680 h 9680"/>
              <a:gd name="connsiteX34-1759" fmla="*/ 3967 w 10000"/>
              <a:gd name="connsiteY34-1760" fmla="*/ 9680 h 9680"/>
              <a:gd name="connsiteX35-1761" fmla="*/ 3424 w 10000"/>
              <a:gd name="connsiteY35-1762" fmla="*/ 9680 h 9680"/>
              <a:gd name="connsiteX36-1763" fmla="*/ 2826 w 10000"/>
              <a:gd name="connsiteY36-1764" fmla="*/ 9680 h 9680"/>
              <a:gd name="connsiteX37-1765" fmla="*/ 2554 w 10000"/>
              <a:gd name="connsiteY37-1766" fmla="*/ 9535 h 9680"/>
              <a:gd name="connsiteX38-1767" fmla="*/ 2283 w 10000"/>
              <a:gd name="connsiteY38-1768" fmla="*/ 9535 h 9680"/>
              <a:gd name="connsiteX39-1769" fmla="*/ 1957 w 10000"/>
              <a:gd name="connsiteY39-1770" fmla="*/ 9389 h 9680"/>
              <a:gd name="connsiteX40-1771" fmla="*/ 1685 w 10000"/>
              <a:gd name="connsiteY40-1772" fmla="*/ 9389 h 9680"/>
              <a:gd name="connsiteX41-1773" fmla="*/ 1413 w 10000"/>
              <a:gd name="connsiteY41-1774" fmla="*/ 9243 h 9680"/>
              <a:gd name="connsiteX42-1775" fmla="*/ 1141 w 10000"/>
              <a:gd name="connsiteY42-1776" fmla="*/ 9243 h 9680"/>
              <a:gd name="connsiteX43-1777" fmla="*/ 815 w 10000"/>
              <a:gd name="connsiteY43-1778" fmla="*/ 9069 h 9680"/>
              <a:gd name="connsiteX44-1779" fmla="*/ 815 w 10000"/>
              <a:gd name="connsiteY44-1780" fmla="*/ 8776 h 9680"/>
              <a:gd name="connsiteX45-1781" fmla="*/ 543 w 10000"/>
              <a:gd name="connsiteY45-1782" fmla="*/ 8600 h 9680"/>
              <a:gd name="connsiteX46-1783" fmla="*/ 543 w 10000"/>
              <a:gd name="connsiteY46-1784" fmla="*/ 8455 h 9680"/>
              <a:gd name="connsiteX47-1785" fmla="*/ 272 w 10000"/>
              <a:gd name="connsiteY47-1786" fmla="*/ 8164 h 9680"/>
              <a:gd name="connsiteX48-1787" fmla="*/ 272 w 10000"/>
              <a:gd name="connsiteY48-1788" fmla="*/ 7844 h 9680"/>
              <a:gd name="connsiteX49-1789" fmla="*/ 272 w 10000"/>
              <a:gd name="connsiteY49-1790" fmla="*/ 7552 h 9680"/>
              <a:gd name="connsiteX50-1791" fmla="*/ 0 w 10000"/>
              <a:gd name="connsiteY50-1792" fmla="*/ 7086 h 9680"/>
              <a:gd name="connsiteX51-1793" fmla="*/ 0 w 10000"/>
              <a:gd name="connsiteY51-1794" fmla="*/ 6619 h 9680"/>
              <a:gd name="connsiteX52-1795" fmla="*/ 0 w 10000"/>
              <a:gd name="connsiteY52-1796" fmla="*/ 6151 h 9680"/>
              <a:gd name="connsiteX53-1797" fmla="*/ 272 w 10000"/>
              <a:gd name="connsiteY53-1798" fmla="*/ 5540 h 9680"/>
              <a:gd name="connsiteX54-1799" fmla="*/ 272 w 10000"/>
              <a:gd name="connsiteY54-1800" fmla="*/ 4929 h 9680"/>
              <a:gd name="connsiteX55-1801" fmla="*/ 272 w 10000"/>
              <a:gd name="connsiteY55-1802" fmla="*/ 4315 h 9680"/>
              <a:gd name="connsiteX56-1803" fmla="*/ 543 w 10000"/>
              <a:gd name="connsiteY56-1804" fmla="*/ 2917 h 9680"/>
              <a:gd name="connsiteX57-1805" fmla="*/ 3424 w 10000"/>
              <a:gd name="connsiteY57-1806" fmla="*/ 0 h 9680"/>
              <a:gd name="connsiteX58-1807" fmla="*/ 3424 w 10000"/>
              <a:gd name="connsiteY58-1808" fmla="*/ 614 h 9680"/>
              <a:gd name="connsiteX59-1809" fmla="*/ 3696 w 10000"/>
              <a:gd name="connsiteY59-1810" fmla="*/ 614 h 9680"/>
              <a:gd name="connsiteX60-1811" fmla="*/ 3424 w 10000"/>
              <a:gd name="connsiteY60-1812" fmla="*/ 760 h 9680"/>
              <a:gd name="connsiteX61-1813" fmla="*/ 3424 w 10000"/>
              <a:gd name="connsiteY61-1814" fmla="*/ 760 h 9680"/>
              <a:gd name="connsiteX62-1815" fmla="*/ 3424 w 10000"/>
              <a:gd name="connsiteY62-1816" fmla="*/ 905 h 9680"/>
              <a:gd name="connsiteX63-1817" fmla="*/ 3424 w 10000"/>
              <a:gd name="connsiteY63-1818" fmla="*/ 1226 h 9680"/>
              <a:gd name="connsiteX64-1819" fmla="*/ 3424 w 10000"/>
              <a:gd name="connsiteY64-1820" fmla="*/ 1371 h 9680"/>
              <a:gd name="connsiteX65-1821" fmla="*/ 3152 w 10000"/>
              <a:gd name="connsiteY65-1822" fmla="*/ 1691 h 9680"/>
              <a:gd name="connsiteX66-1823" fmla="*/ 3152 w 10000"/>
              <a:gd name="connsiteY66-1824" fmla="*/ 1983 h 9680"/>
              <a:gd name="connsiteX67-1825" fmla="*/ 2826 w 10000"/>
              <a:gd name="connsiteY67-1826" fmla="*/ 2449 h 9680"/>
              <a:gd name="connsiteX68-1827" fmla="*/ 2826 w 10000"/>
              <a:gd name="connsiteY68-1828" fmla="*/ 3237 h 9680"/>
              <a:gd name="connsiteX69-1829" fmla="*/ 2554 w 10000"/>
              <a:gd name="connsiteY69-1830" fmla="*/ 3995 h 9680"/>
              <a:gd name="connsiteX70-1831" fmla="*/ 2283 w 10000"/>
              <a:gd name="connsiteY70-1832" fmla="*/ 4754 h 9680"/>
              <a:gd name="connsiteX71-1833" fmla="*/ 2283 w 10000"/>
              <a:gd name="connsiteY71-1834" fmla="*/ 5540 h 9680"/>
              <a:gd name="connsiteX72-1835" fmla="*/ 1957 w 10000"/>
              <a:gd name="connsiteY72-1836" fmla="*/ 5831 h 9680"/>
              <a:gd name="connsiteX73-1837" fmla="*/ 1957 w 10000"/>
              <a:gd name="connsiteY73-1838" fmla="*/ 6298 h 9680"/>
              <a:gd name="connsiteX74-1839" fmla="*/ 1957 w 10000"/>
              <a:gd name="connsiteY74-1840" fmla="*/ 6619 h 9680"/>
              <a:gd name="connsiteX75-1841" fmla="*/ 1957 w 10000"/>
              <a:gd name="connsiteY75-1842" fmla="*/ 6911 h 9680"/>
              <a:gd name="connsiteX76-1843" fmla="*/ 2283 w 10000"/>
              <a:gd name="connsiteY76-1844" fmla="*/ 7377 h 9680"/>
              <a:gd name="connsiteX77-1845" fmla="*/ 2283 w 10000"/>
              <a:gd name="connsiteY77-1846" fmla="*/ 7844 h 9680"/>
              <a:gd name="connsiteX78-1847" fmla="*/ 2283 w 10000"/>
              <a:gd name="connsiteY78-1848" fmla="*/ 7844 h 9680"/>
              <a:gd name="connsiteX0-1849" fmla="*/ 2283 w 10000"/>
              <a:gd name="connsiteY0-1850" fmla="*/ 7469 h 9366"/>
              <a:gd name="connsiteX1-1851" fmla="*/ 2554 w 10000"/>
              <a:gd name="connsiteY1-1852" fmla="*/ 7619 h 9366"/>
              <a:gd name="connsiteX2-1853" fmla="*/ 2826 w 10000"/>
              <a:gd name="connsiteY2-1854" fmla="*/ 7800 h 9366"/>
              <a:gd name="connsiteX3-1855" fmla="*/ 3152 w 10000"/>
              <a:gd name="connsiteY3-1856" fmla="*/ 7950 h 9366"/>
              <a:gd name="connsiteX4-1857" fmla="*/ 3424 w 10000"/>
              <a:gd name="connsiteY4-1858" fmla="*/ 7950 h 9366"/>
              <a:gd name="connsiteX5-1859" fmla="*/ 3967 w 10000"/>
              <a:gd name="connsiteY5-1860" fmla="*/ 8101 h 9366"/>
              <a:gd name="connsiteX6-1861" fmla="*/ 4565 w 10000"/>
              <a:gd name="connsiteY6-1862" fmla="*/ 8101 h 9366"/>
              <a:gd name="connsiteX7-1863" fmla="*/ 5163 w 10000"/>
              <a:gd name="connsiteY7-1864" fmla="*/ 8101 h 9366"/>
              <a:gd name="connsiteX8-1865" fmla="*/ 5707 w 10000"/>
              <a:gd name="connsiteY8-1866" fmla="*/ 8101 h 9366"/>
              <a:gd name="connsiteX9-1867" fmla="*/ 6304 w 10000"/>
              <a:gd name="connsiteY9-1868" fmla="*/ 8101 h 9366"/>
              <a:gd name="connsiteX10-1869" fmla="*/ 6848 w 10000"/>
              <a:gd name="connsiteY10-1870" fmla="*/ 8101 h 9366"/>
              <a:gd name="connsiteX11-1871" fmla="*/ 7446 w 10000"/>
              <a:gd name="connsiteY11-1872" fmla="*/ 8101 h 9366"/>
              <a:gd name="connsiteX12-1873" fmla="*/ 7989 w 10000"/>
              <a:gd name="connsiteY12-1874" fmla="*/ 8101 h 9366"/>
              <a:gd name="connsiteX13-1875" fmla="*/ 8315 w 10000"/>
              <a:gd name="connsiteY13-1876" fmla="*/ 8101 h 9366"/>
              <a:gd name="connsiteX14-1877" fmla="*/ 8587 w 10000"/>
              <a:gd name="connsiteY14-1878" fmla="*/ 8250 h 9366"/>
              <a:gd name="connsiteX15-1879" fmla="*/ 9130 w 10000"/>
              <a:gd name="connsiteY15-1880" fmla="*/ 8432 h 9366"/>
              <a:gd name="connsiteX16-1881" fmla="*/ 9457 w 10000"/>
              <a:gd name="connsiteY16-1882" fmla="*/ 8583 h 9366"/>
              <a:gd name="connsiteX17-1883" fmla="*/ 9728 w 10000"/>
              <a:gd name="connsiteY17-1884" fmla="*/ 8735 h 9366"/>
              <a:gd name="connsiteX18-1885" fmla="*/ 10000 w 10000"/>
              <a:gd name="connsiteY18-1886" fmla="*/ 8915 h 9366"/>
              <a:gd name="connsiteX19-1887" fmla="*/ 10000 w 10000"/>
              <a:gd name="connsiteY19-1888" fmla="*/ 9065 h 9366"/>
              <a:gd name="connsiteX20-1889" fmla="*/ 10000 w 10000"/>
              <a:gd name="connsiteY20-1890" fmla="*/ 9065 h 9366"/>
              <a:gd name="connsiteX21-1891" fmla="*/ 10000 w 10000"/>
              <a:gd name="connsiteY21-1892" fmla="*/ 9065 h 9366"/>
              <a:gd name="connsiteX22-1893" fmla="*/ 10000 w 10000"/>
              <a:gd name="connsiteY22-1894" fmla="*/ 9216 h 9366"/>
              <a:gd name="connsiteX23-1895" fmla="*/ 9728 w 10000"/>
              <a:gd name="connsiteY23-1896" fmla="*/ 9216 h 9366"/>
              <a:gd name="connsiteX24-1897" fmla="*/ 9728 w 10000"/>
              <a:gd name="connsiteY24-1898" fmla="*/ 9216 h 9366"/>
              <a:gd name="connsiteX25-1899" fmla="*/ 9457 w 10000"/>
              <a:gd name="connsiteY25-1900" fmla="*/ 9366 h 9366"/>
              <a:gd name="connsiteX26-1901" fmla="*/ 9130 w 10000"/>
              <a:gd name="connsiteY26-1902" fmla="*/ 9366 h 9366"/>
              <a:gd name="connsiteX27-1903" fmla="*/ 8587 w 10000"/>
              <a:gd name="connsiteY27-1904" fmla="*/ 9366 h 9366"/>
              <a:gd name="connsiteX28-1905" fmla="*/ 8315 w 10000"/>
              <a:gd name="connsiteY28-1906" fmla="*/ 9366 h 9366"/>
              <a:gd name="connsiteX29-1907" fmla="*/ 7717 w 10000"/>
              <a:gd name="connsiteY29-1908" fmla="*/ 9366 h 9366"/>
              <a:gd name="connsiteX30-1909" fmla="*/ 6848 w 10000"/>
              <a:gd name="connsiteY30-1910" fmla="*/ 9366 h 9366"/>
              <a:gd name="connsiteX31-1911" fmla="*/ 6304 w 10000"/>
              <a:gd name="connsiteY31-1912" fmla="*/ 9366 h 9366"/>
              <a:gd name="connsiteX32-1913" fmla="*/ 5435 w 10000"/>
              <a:gd name="connsiteY32-1914" fmla="*/ 9366 h 9366"/>
              <a:gd name="connsiteX33-1915" fmla="*/ 4565 w 10000"/>
              <a:gd name="connsiteY33-1916" fmla="*/ 9366 h 9366"/>
              <a:gd name="connsiteX34-1917" fmla="*/ 3967 w 10000"/>
              <a:gd name="connsiteY34-1918" fmla="*/ 9366 h 9366"/>
              <a:gd name="connsiteX35-1919" fmla="*/ 3424 w 10000"/>
              <a:gd name="connsiteY35-1920" fmla="*/ 9366 h 9366"/>
              <a:gd name="connsiteX36-1921" fmla="*/ 2826 w 10000"/>
              <a:gd name="connsiteY36-1922" fmla="*/ 9366 h 9366"/>
              <a:gd name="connsiteX37-1923" fmla="*/ 2554 w 10000"/>
              <a:gd name="connsiteY37-1924" fmla="*/ 9216 h 9366"/>
              <a:gd name="connsiteX38-1925" fmla="*/ 2283 w 10000"/>
              <a:gd name="connsiteY38-1926" fmla="*/ 9216 h 9366"/>
              <a:gd name="connsiteX39-1927" fmla="*/ 1957 w 10000"/>
              <a:gd name="connsiteY39-1928" fmla="*/ 9065 h 9366"/>
              <a:gd name="connsiteX40-1929" fmla="*/ 1685 w 10000"/>
              <a:gd name="connsiteY40-1930" fmla="*/ 9065 h 9366"/>
              <a:gd name="connsiteX41-1931" fmla="*/ 1413 w 10000"/>
              <a:gd name="connsiteY41-1932" fmla="*/ 8915 h 9366"/>
              <a:gd name="connsiteX42-1933" fmla="*/ 1141 w 10000"/>
              <a:gd name="connsiteY42-1934" fmla="*/ 8915 h 9366"/>
              <a:gd name="connsiteX43-1935" fmla="*/ 815 w 10000"/>
              <a:gd name="connsiteY43-1936" fmla="*/ 8735 h 9366"/>
              <a:gd name="connsiteX44-1937" fmla="*/ 815 w 10000"/>
              <a:gd name="connsiteY44-1938" fmla="*/ 8432 h 9366"/>
              <a:gd name="connsiteX45-1939" fmla="*/ 543 w 10000"/>
              <a:gd name="connsiteY45-1940" fmla="*/ 8250 h 9366"/>
              <a:gd name="connsiteX46-1941" fmla="*/ 543 w 10000"/>
              <a:gd name="connsiteY46-1942" fmla="*/ 8101 h 9366"/>
              <a:gd name="connsiteX47-1943" fmla="*/ 272 w 10000"/>
              <a:gd name="connsiteY47-1944" fmla="*/ 7800 h 9366"/>
              <a:gd name="connsiteX48-1945" fmla="*/ 272 w 10000"/>
              <a:gd name="connsiteY48-1946" fmla="*/ 7469 h 9366"/>
              <a:gd name="connsiteX49-1947" fmla="*/ 272 w 10000"/>
              <a:gd name="connsiteY49-1948" fmla="*/ 7168 h 9366"/>
              <a:gd name="connsiteX50-1949" fmla="*/ 0 w 10000"/>
              <a:gd name="connsiteY50-1950" fmla="*/ 6686 h 9366"/>
              <a:gd name="connsiteX51-1951" fmla="*/ 0 w 10000"/>
              <a:gd name="connsiteY51-1952" fmla="*/ 6204 h 9366"/>
              <a:gd name="connsiteX52-1953" fmla="*/ 0 w 10000"/>
              <a:gd name="connsiteY52-1954" fmla="*/ 5720 h 9366"/>
              <a:gd name="connsiteX53-1955" fmla="*/ 272 w 10000"/>
              <a:gd name="connsiteY53-1956" fmla="*/ 5089 h 9366"/>
              <a:gd name="connsiteX54-1957" fmla="*/ 272 w 10000"/>
              <a:gd name="connsiteY54-1958" fmla="*/ 4458 h 9366"/>
              <a:gd name="connsiteX55-1959" fmla="*/ 272 w 10000"/>
              <a:gd name="connsiteY55-1960" fmla="*/ 3824 h 9366"/>
              <a:gd name="connsiteX56-1961" fmla="*/ 543 w 10000"/>
              <a:gd name="connsiteY56-1962" fmla="*/ 2379 h 9366"/>
              <a:gd name="connsiteX57-1963" fmla="*/ 3424 w 10000"/>
              <a:gd name="connsiteY57-1964" fmla="*/ 0 h 9366"/>
              <a:gd name="connsiteX58-1965" fmla="*/ 3696 w 10000"/>
              <a:gd name="connsiteY58-1966" fmla="*/ 0 h 9366"/>
              <a:gd name="connsiteX59-1967" fmla="*/ 3424 w 10000"/>
              <a:gd name="connsiteY59-1968" fmla="*/ 151 h 9366"/>
              <a:gd name="connsiteX60-1969" fmla="*/ 3424 w 10000"/>
              <a:gd name="connsiteY60-1970" fmla="*/ 151 h 9366"/>
              <a:gd name="connsiteX61-1971" fmla="*/ 3424 w 10000"/>
              <a:gd name="connsiteY61-1972" fmla="*/ 301 h 9366"/>
              <a:gd name="connsiteX62-1973" fmla="*/ 3424 w 10000"/>
              <a:gd name="connsiteY62-1974" fmla="*/ 633 h 9366"/>
              <a:gd name="connsiteX63-1975" fmla="*/ 3424 w 10000"/>
              <a:gd name="connsiteY63-1976" fmla="*/ 782 h 9366"/>
              <a:gd name="connsiteX64-1977" fmla="*/ 3152 w 10000"/>
              <a:gd name="connsiteY64-1978" fmla="*/ 1113 h 9366"/>
              <a:gd name="connsiteX65-1979" fmla="*/ 3152 w 10000"/>
              <a:gd name="connsiteY65-1980" fmla="*/ 1415 h 9366"/>
              <a:gd name="connsiteX66-1981" fmla="*/ 2826 w 10000"/>
              <a:gd name="connsiteY66-1982" fmla="*/ 1896 h 9366"/>
              <a:gd name="connsiteX67-1983" fmla="*/ 2826 w 10000"/>
              <a:gd name="connsiteY67-1984" fmla="*/ 2710 h 9366"/>
              <a:gd name="connsiteX68-1985" fmla="*/ 2554 w 10000"/>
              <a:gd name="connsiteY68-1986" fmla="*/ 3493 h 9366"/>
              <a:gd name="connsiteX69-1987" fmla="*/ 2283 w 10000"/>
              <a:gd name="connsiteY69-1988" fmla="*/ 4277 h 9366"/>
              <a:gd name="connsiteX70-1989" fmla="*/ 2283 w 10000"/>
              <a:gd name="connsiteY70-1990" fmla="*/ 5089 h 9366"/>
              <a:gd name="connsiteX71-1991" fmla="*/ 1957 w 10000"/>
              <a:gd name="connsiteY71-1992" fmla="*/ 5390 h 9366"/>
              <a:gd name="connsiteX72-1993" fmla="*/ 1957 w 10000"/>
              <a:gd name="connsiteY72-1994" fmla="*/ 5872 h 9366"/>
              <a:gd name="connsiteX73-1995" fmla="*/ 1957 w 10000"/>
              <a:gd name="connsiteY73-1996" fmla="*/ 6204 h 9366"/>
              <a:gd name="connsiteX74-1997" fmla="*/ 1957 w 10000"/>
              <a:gd name="connsiteY74-1998" fmla="*/ 6505 h 9366"/>
              <a:gd name="connsiteX75-1999" fmla="*/ 2283 w 10000"/>
              <a:gd name="connsiteY75-2000" fmla="*/ 6987 h 9366"/>
              <a:gd name="connsiteX76-2001" fmla="*/ 2283 w 10000"/>
              <a:gd name="connsiteY76-2002" fmla="*/ 7469 h 9366"/>
              <a:gd name="connsiteX77-2003" fmla="*/ 2283 w 10000"/>
              <a:gd name="connsiteY77-2004" fmla="*/ 7469 h 9366"/>
              <a:gd name="connsiteX0-2005" fmla="*/ 2283 w 10000"/>
              <a:gd name="connsiteY0-2006" fmla="*/ 7975 h 10000"/>
              <a:gd name="connsiteX1-2007" fmla="*/ 2554 w 10000"/>
              <a:gd name="connsiteY1-2008" fmla="*/ 8135 h 10000"/>
              <a:gd name="connsiteX2-2009" fmla="*/ 2826 w 10000"/>
              <a:gd name="connsiteY2-2010" fmla="*/ 8328 h 10000"/>
              <a:gd name="connsiteX3-2011" fmla="*/ 3152 w 10000"/>
              <a:gd name="connsiteY3-2012" fmla="*/ 8488 h 10000"/>
              <a:gd name="connsiteX4-2013" fmla="*/ 3424 w 10000"/>
              <a:gd name="connsiteY4-2014" fmla="*/ 8488 h 10000"/>
              <a:gd name="connsiteX5-2015" fmla="*/ 3967 w 10000"/>
              <a:gd name="connsiteY5-2016" fmla="*/ 8649 h 10000"/>
              <a:gd name="connsiteX6-2017" fmla="*/ 4565 w 10000"/>
              <a:gd name="connsiteY6-2018" fmla="*/ 8649 h 10000"/>
              <a:gd name="connsiteX7-2019" fmla="*/ 5163 w 10000"/>
              <a:gd name="connsiteY7-2020" fmla="*/ 8649 h 10000"/>
              <a:gd name="connsiteX8-2021" fmla="*/ 5707 w 10000"/>
              <a:gd name="connsiteY8-2022" fmla="*/ 8649 h 10000"/>
              <a:gd name="connsiteX9-2023" fmla="*/ 6304 w 10000"/>
              <a:gd name="connsiteY9-2024" fmla="*/ 8649 h 10000"/>
              <a:gd name="connsiteX10-2025" fmla="*/ 6848 w 10000"/>
              <a:gd name="connsiteY10-2026" fmla="*/ 8649 h 10000"/>
              <a:gd name="connsiteX11-2027" fmla="*/ 7446 w 10000"/>
              <a:gd name="connsiteY11-2028" fmla="*/ 8649 h 10000"/>
              <a:gd name="connsiteX12-2029" fmla="*/ 7989 w 10000"/>
              <a:gd name="connsiteY12-2030" fmla="*/ 8649 h 10000"/>
              <a:gd name="connsiteX13-2031" fmla="*/ 8315 w 10000"/>
              <a:gd name="connsiteY13-2032" fmla="*/ 8649 h 10000"/>
              <a:gd name="connsiteX14-2033" fmla="*/ 8587 w 10000"/>
              <a:gd name="connsiteY14-2034" fmla="*/ 8808 h 10000"/>
              <a:gd name="connsiteX15-2035" fmla="*/ 9130 w 10000"/>
              <a:gd name="connsiteY15-2036" fmla="*/ 9003 h 10000"/>
              <a:gd name="connsiteX16-2037" fmla="*/ 9457 w 10000"/>
              <a:gd name="connsiteY16-2038" fmla="*/ 9164 h 10000"/>
              <a:gd name="connsiteX17-2039" fmla="*/ 9728 w 10000"/>
              <a:gd name="connsiteY17-2040" fmla="*/ 9326 h 10000"/>
              <a:gd name="connsiteX18-2041" fmla="*/ 10000 w 10000"/>
              <a:gd name="connsiteY18-2042" fmla="*/ 9518 h 10000"/>
              <a:gd name="connsiteX19-2043" fmla="*/ 10000 w 10000"/>
              <a:gd name="connsiteY19-2044" fmla="*/ 9679 h 10000"/>
              <a:gd name="connsiteX20-2045" fmla="*/ 10000 w 10000"/>
              <a:gd name="connsiteY20-2046" fmla="*/ 9679 h 10000"/>
              <a:gd name="connsiteX21-2047" fmla="*/ 10000 w 10000"/>
              <a:gd name="connsiteY21-2048" fmla="*/ 9679 h 10000"/>
              <a:gd name="connsiteX22-2049" fmla="*/ 10000 w 10000"/>
              <a:gd name="connsiteY22-2050" fmla="*/ 9840 h 10000"/>
              <a:gd name="connsiteX23-2051" fmla="*/ 9728 w 10000"/>
              <a:gd name="connsiteY23-2052" fmla="*/ 9840 h 10000"/>
              <a:gd name="connsiteX24-2053" fmla="*/ 9728 w 10000"/>
              <a:gd name="connsiteY24-2054" fmla="*/ 9840 h 10000"/>
              <a:gd name="connsiteX25-2055" fmla="*/ 9457 w 10000"/>
              <a:gd name="connsiteY25-2056" fmla="*/ 10000 h 10000"/>
              <a:gd name="connsiteX26-2057" fmla="*/ 9130 w 10000"/>
              <a:gd name="connsiteY26-2058" fmla="*/ 10000 h 10000"/>
              <a:gd name="connsiteX27-2059" fmla="*/ 8587 w 10000"/>
              <a:gd name="connsiteY27-2060" fmla="*/ 10000 h 10000"/>
              <a:gd name="connsiteX28-2061" fmla="*/ 8315 w 10000"/>
              <a:gd name="connsiteY28-2062" fmla="*/ 10000 h 10000"/>
              <a:gd name="connsiteX29-2063" fmla="*/ 7717 w 10000"/>
              <a:gd name="connsiteY29-2064" fmla="*/ 10000 h 10000"/>
              <a:gd name="connsiteX30-2065" fmla="*/ 6848 w 10000"/>
              <a:gd name="connsiteY30-2066" fmla="*/ 10000 h 10000"/>
              <a:gd name="connsiteX31-2067" fmla="*/ 6304 w 10000"/>
              <a:gd name="connsiteY31-2068" fmla="*/ 10000 h 10000"/>
              <a:gd name="connsiteX32-2069" fmla="*/ 5435 w 10000"/>
              <a:gd name="connsiteY32-2070" fmla="*/ 10000 h 10000"/>
              <a:gd name="connsiteX33-2071" fmla="*/ 4565 w 10000"/>
              <a:gd name="connsiteY33-2072" fmla="*/ 10000 h 10000"/>
              <a:gd name="connsiteX34-2073" fmla="*/ 3967 w 10000"/>
              <a:gd name="connsiteY34-2074" fmla="*/ 10000 h 10000"/>
              <a:gd name="connsiteX35-2075" fmla="*/ 3424 w 10000"/>
              <a:gd name="connsiteY35-2076" fmla="*/ 10000 h 10000"/>
              <a:gd name="connsiteX36-2077" fmla="*/ 2826 w 10000"/>
              <a:gd name="connsiteY36-2078" fmla="*/ 10000 h 10000"/>
              <a:gd name="connsiteX37-2079" fmla="*/ 2554 w 10000"/>
              <a:gd name="connsiteY37-2080" fmla="*/ 9840 h 10000"/>
              <a:gd name="connsiteX38-2081" fmla="*/ 2283 w 10000"/>
              <a:gd name="connsiteY38-2082" fmla="*/ 9840 h 10000"/>
              <a:gd name="connsiteX39-2083" fmla="*/ 1957 w 10000"/>
              <a:gd name="connsiteY39-2084" fmla="*/ 9679 h 10000"/>
              <a:gd name="connsiteX40-2085" fmla="*/ 1685 w 10000"/>
              <a:gd name="connsiteY40-2086" fmla="*/ 9679 h 10000"/>
              <a:gd name="connsiteX41-2087" fmla="*/ 1413 w 10000"/>
              <a:gd name="connsiteY41-2088" fmla="*/ 9518 h 10000"/>
              <a:gd name="connsiteX42-2089" fmla="*/ 1141 w 10000"/>
              <a:gd name="connsiteY42-2090" fmla="*/ 9518 h 10000"/>
              <a:gd name="connsiteX43-2091" fmla="*/ 815 w 10000"/>
              <a:gd name="connsiteY43-2092" fmla="*/ 9326 h 10000"/>
              <a:gd name="connsiteX44-2093" fmla="*/ 815 w 10000"/>
              <a:gd name="connsiteY44-2094" fmla="*/ 9003 h 10000"/>
              <a:gd name="connsiteX45-2095" fmla="*/ 543 w 10000"/>
              <a:gd name="connsiteY45-2096" fmla="*/ 8808 h 10000"/>
              <a:gd name="connsiteX46-2097" fmla="*/ 543 w 10000"/>
              <a:gd name="connsiteY46-2098" fmla="*/ 8649 h 10000"/>
              <a:gd name="connsiteX47-2099" fmla="*/ 272 w 10000"/>
              <a:gd name="connsiteY47-2100" fmla="*/ 8328 h 10000"/>
              <a:gd name="connsiteX48-2101" fmla="*/ 272 w 10000"/>
              <a:gd name="connsiteY48-2102" fmla="*/ 7975 h 10000"/>
              <a:gd name="connsiteX49-2103" fmla="*/ 272 w 10000"/>
              <a:gd name="connsiteY49-2104" fmla="*/ 7653 h 10000"/>
              <a:gd name="connsiteX50-2105" fmla="*/ 0 w 10000"/>
              <a:gd name="connsiteY50-2106" fmla="*/ 7139 h 10000"/>
              <a:gd name="connsiteX51-2107" fmla="*/ 0 w 10000"/>
              <a:gd name="connsiteY51-2108" fmla="*/ 6624 h 10000"/>
              <a:gd name="connsiteX52-2109" fmla="*/ 0 w 10000"/>
              <a:gd name="connsiteY52-2110" fmla="*/ 6107 h 10000"/>
              <a:gd name="connsiteX53-2111" fmla="*/ 272 w 10000"/>
              <a:gd name="connsiteY53-2112" fmla="*/ 5433 h 10000"/>
              <a:gd name="connsiteX54-2113" fmla="*/ 272 w 10000"/>
              <a:gd name="connsiteY54-2114" fmla="*/ 4760 h 10000"/>
              <a:gd name="connsiteX55-2115" fmla="*/ 272 w 10000"/>
              <a:gd name="connsiteY55-2116" fmla="*/ 4083 h 10000"/>
              <a:gd name="connsiteX56-2117" fmla="*/ 543 w 10000"/>
              <a:gd name="connsiteY56-2118" fmla="*/ 2540 h 10000"/>
              <a:gd name="connsiteX57-2119" fmla="*/ 3424 w 10000"/>
              <a:gd name="connsiteY57-2120" fmla="*/ 0 h 10000"/>
              <a:gd name="connsiteX58-2121" fmla="*/ 3424 w 10000"/>
              <a:gd name="connsiteY58-2122" fmla="*/ 161 h 10000"/>
              <a:gd name="connsiteX59-2123" fmla="*/ 3424 w 10000"/>
              <a:gd name="connsiteY59-2124" fmla="*/ 161 h 10000"/>
              <a:gd name="connsiteX60-2125" fmla="*/ 3424 w 10000"/>
              <a:gd name="connsiteY60-2126" fmla="*/ 321 h 10000"/>
              <a:gd name="connsiteX61-2127" fmla="*/ 3424 w 10000"/>
              <a:gd name="connsiteY61-2128" fmla="*/ 676 h 10000"/>
              <a:gd name="connsiteX62-2129" fmla="*/ 3424 w 10000"/>
              <a:gd name="connsiteY62-2130" fmla="*/ 835 h 10000"/>
              <a:gd name="connsiteX63-2131" fmla="*/ 3152 w 10000"/>
              <a:gd name="connsiteY63-2132" fmla="*/ 1188 h 10000"/>
              <a:gd name="connsiteX64-2133" fmla="*/ 3152 w 10000"/>
              <a:gd name="connsiteY64-2134" fmla="*/ 1511 h 10000"/>
              <a:gd name="connsiteX65-2135" fmla="*/ 2826 w 10000"/>
              <a:gd name="connsiteY65-2136" fmla="*/ 2024 h 10000"/>
              <a:gd name="connsiteX66-2137" fmla="*/ 2826 w 10000"/>
              <a:gd name="connsiteY66-2138" fmla="*/ 2893 h 10000"/>
              <a:gd name="connsiteX67-2139" fmla="*/ 2554 w 10000"/>
              <a:gd name="connsiteY67-2140" fmla="*/ 3729 h 10000"/>
              <a:gd name="connsiteX68-2141" fmla="*/ 2283 w 10000"/>
              <a:gd name="connsiteY68-2142" fmla="*/ 4567 h 10000"/>
              <a:gd name="connsiteX69-2143" fmla="*/ 2283 w 10000"/>
              <a:gd name="connsiteY69-2144" fmla="*/ 5433 h 10000"/>
              <a:gd name="connsiteX70-2145" fmla="*/ 1957 w 10000"/>
              <a:gd name="connsiteY70-2146" fmla="*/ 5755 h 10000"/>
              <a:gd name="connsiteX71-2147" fmla="*/ 1957 w 10000"/>
              <a:gd name="connsiteY71-2148" fmla="*/ 6269 h 10000"/>
              <a:gd name="connsiteX72-2149" fmla="*/ 1957 w 10000"/>
              <a:gd name="connsiteY72-2150" fmla="*/ 6624 h 10000"/>
              <a:gd name="connsiteX73-2151" fmla="*/ 1957 w 10000"/>
              <a:gd name="connsiteY73-2152" fmla="*/ 6945 h 10000"/>
              <a:gd name="connsiteX74-2153" fmla="*/ 2283 w 10000"/>
              <a:gd name="connsiteY74-2154" fmla="*/ 7460 h 10000"/>
              <a:gd name="connsiteX75-2155" fmla="*/ 2283 w 10000"/>
              <a:gd name="connsiteY75-2156" fmla="*/ 7975 h 10000"/>
              <a:gd name="connsiteX76-2157" fmla="*/ 2283 w 10000"/>
              <a:gd name="connsiteY76-2158" fmla="*/ 7975 h 10000"/>
              <a:gd name="connsiteX0-2159" fmla="*/ 2283 w 10000"/>
              <a:gd name="connsiteY0-2160" fmla="*/ 7975 h 10000"/>
              <a:gd name="connsiteX1-2161" fmla="*/ 2554 w 10000"/>
              <a:gd name="connsiteY1-2162" fmla="*/ 8135 h 10000"/>
              <a:gd name="connsiteX2-2163" fmla="*/ 2826 w 10000"/>
              <a:gd name="connsiteY2-2164" fmla="*/ 8328 h 10000"/>
              <a:gd name="connsiteX3-2165" fmla="*/ 3152 w 10000"/>
              <a:gd name="connsiteY3-2166" fmla="*/ 8488 h 10000"/>
              <a:gd name="connsiteX4-2167" fmla="*/ 3424 w 10000"/>
              <a:gd name="connsiteY4-2168" fmla="*/ 8488 h 10000"/>
              <a:gd name="connsiteX5-2169" fmla="*/ 3967 w 10000"/>
              <a:gd name="connsiteY5-2170" fmla="*/ 8649 h 10000"/>
              <a:gd name="connsiteX6-2171" fmla="*/ 4565 w 10000"/>
              <a:gd name="connsiteY6-2172" fmla="*/ 8649 h 10000"/>
              <a:gd name="connsiteX7-2173" fmla="*/ 5163 w 10000"/>
              <a:gd name="connsiteY7-2174" fmla="*/ 8649 h 10000"/>
              <a:gd name="connsiteX8-2175" fmla="*/ 5707 w 10000"/>
              <a:gd name="connsiteY8-2176" fmla="*/ 8649 h 10000"/>
              <a:gd name="connsiteX9-2177" fmla="*/ 6304 w 10000"/>
              <a:gd name="connsiteY9-2178" fmla="*/ 8649 h 10000"/>
              <a:gd name="connsiteX10-2179" fmla="*/ 6848 w 10000"/>
              <a:gd name="connsiteY10-2180" fmla="*/ 8649 h 10000"/>
              <a:gd name="connsiteX11-2181" fmla="*/ 7446 w 10000"/>
              <a:gd name="connsiteY11-2182" fmla="*/ 8649 h 10000"/>
              <a:gd name="connsiteX12-2183" fmla="*/ 7989 w 10000"/>
              <a:gd name="connsiteY12-2184" fmla="*/ 8649 h 10000"/>
              <a:gd name="connsiteX13-2185" fmla="*/ 8315 w 10000"/>
              <a:gd name="connsiteY13-2186" fmla="*/ 8649 h 10000"/>
              <a:gd name="connsiteX14-2187" fmla="*/ 8587 w 10000"/>
              <a:gd name="connsiteY14-2188" fmla="*/ 8808 h 10000"/>
              <a:gd name="connsiteX15-2189" fmla="*/ 9130 w 10000"/>
              <a:gd name="connsiteY15-2190" fmla="*/ 9003 h 10000"/>
              <a:gd name="connsiteX16-2191" fmla="*/ 9457 w 10000"/>
              <a:gd name="connsiteY16-2192" fmla="*/ 9164 h 10000"/>
              <a:gd name="connsiteX17-2193" fmla="*/ 9728 w 10000"/>
              <a:gd name="connsiteY17-2194" fmla="*/ 9326 h 10000"/>
              <a:gd name="connsiteX18-2195" fmla="*/ 10000 w 10000"/>
              <a:gd name="connsiteY18-2196" fmla="*/ 9518 h 10000"/>
              <a:gd name="connsiteX19-2197" fmla="*/ 10000 w 10000"/>
              <a:gd name="connsiteY19-2198" fmla="*/ 9679 h 10000"/>
              <a:gd name="connsiteX20-2199" fmla="*/ 10000 w 10000"/>
              <a:gd name="connsiteY20-2200" fmla="*/ 9679 h 10000"/>
              <a:gd name="connsiteX21-2201" fmla="*/ 10000 w 10000"/>
              <a:gd name="connsiteY21-2202" fmla="*/ 9679 h 10000"/>
              <a:gd name="connsiteX22-2203" fmla="*/ 10000 w 10000"/>
              <a:gd name="connsiteY22-2204" fmla="*/ 9840 h 10000"/>
              <a:gd name="connsiteX23-2205" fmla="*/ 9728 w 10000"/>
              <a:gd name="connsiteY23-2206" fmla="*/ 9840 h 10000"/>
              <a:gd name="connsiteX24-2207" fmla="*/ 9728 w 10000"/>
              <a:gd name="connsiteY24-2208" fmla="*/ 9840 h 10000"/>
              <a:gd name="connsiteX25-2209" fmla="*/ 9457 w 10000"/>
              <a:gd name="connsiteY25-2210" fmla="*/ 10000 h 10000"/>
              <a:gd name="connsiteX26-2211" fmla="*/ 9130 w 10000"/>
              <a:gd name="connsiteY26-2212" fmla="*/ 10000 h 10000"/>
              <a:gd name="connsiteX27-2213" fmla="*/ 8587 w 10000"/>
              <a:gd name="connsiteY27-2214" fmla="*/ 10000 h 10000"/>
              <a:gd name="connsiteX28-2215" fmla="*/ 8315 w 10000"/>
              <a:gd name="connsiteY28-2216" fmla="*/ 10000 h 10000"/>
              <a:gd name="connsiteX29-2217" fmla="*/ 7717 w 10000"/>
              <a:gd name="connsiteY29-2218" fmla="*/ 10000 h 10000"/>
              <a:gd name="connsiteX30-2219" fmla="*/ 6848 w 10000"/>
              <a:gd name="connsiteY30-2220" fmla="*/ 10000 h 10000"/>
              <a:gd name="connsiteX31-2221" fmla="*/ 6304 w 10000"/>
              <a:gd name="connsiteY31-2222" fmla="*/ 10000 h 10000"/>
              <a:gd name="connsiteX32-2223" fmla="*/ 5435 w 10000"/>
              <a:gd name="connsiteY32-2224" fmla="*/ 10000 h 10000"/>
              <a:gd name="connsiteX33-2225" fmla="*/ 4565 w 10000"/>
              <a:gd name="connsiteY33-2226" fmla="*/ 10000 h 10000"/>
              <a:gd name="connsiteX34-2227" fmla="*/ 3967 w 10000"/>
              <a:gd name="connsiteY34-2228" fmla="*/ 10000 h 10000"/>
              <a:gd name="connsiteX35-2229" fmla="*/ 3424 w 10000"/>
              <a:gd name="connsiteY35-2230" fmla="*/ 10000 h 10000"/>
              <a:gd name="connsiteX36-2231" fmla="*/ 2826 w 10000"/>
              <a:gd name="connsiteY36-2232" fmla="*/ 10000 h 10000"/>
              <a:gd name="connsiteX37-2233" fmla="*/ 2554 w 10000"/>
              <a:gd name="connsiteY37-2234" fmla="*/ 9840 h 10000"/>
              <a:gd name="connsiteX38-2235" fmla="*/ 2283 w 10000"/>
              <a:gd name="connsiteY38-2236" fmla="*/ 9840 h 10000"/>
              <a:gd name="connsiteX39-2237" fmla="*/ 1957 w 10000"/>
              <a:gd name="connsiteY39-2238" fmla="*/ 9679 h 10000"/>
              <a:gd name="connsiteX40-2239" fmla="*/ 1685 w 10000"/>
              <a:gd name="connsiteY40-2240" fmla="*/ 9679 h 10000"/>
              <a:gd name="connsiteX41-2241" fmla="*/ 1413 w 10000"/>
              <a:gd name="connsiteY41-2242" fmla="*/ 9518 h 10000"/>
              <a:gd name="connsiteX42-2243" fmla="*/ 1141 w 10000"/>
              <a:gd name="connsiteY42-2244" fmla="*/ 9518 h 10000"/>
              <a:gd name="connsiteX43-2245" fmla="*/ 815 w 10000"/>
              <a:gd name="connsiteY43-2246" fmla="*/ 9326 h 10000"/>
              <a:gd name="connsiteX44-2247" fmla="*/ 815 w 10000"/>
              <a:gd name="connsiteY44-2248" fmla="*/ 9003 h 10000"/>
              <a:gd name="connsiteX45-2249" fmla="*/ 543 w 10000"/>
              <a:gd name="connsiteY45-2250" fmla="*/ 8808 h 10000"/>
              <a:gd name="connsiteX46-2251" fmla="*/ 543 w 10000"/>
              <a:gd name="connsiteY46-2252" fmla="*/ 8649 h 10000"/>
              <a:gd name="connsiteX47-2253" fmla="*/ 272 w 10000"/>
              <a:gd name="connsiteY47-2254" fmla="*/ 8328 h 10000"/>
              <a:gd name="connsiteX48-2255" fmla="*/ 272 w 10000"/>
              <a:gd name="connsiteY48-2256" fmla="*/ 7975 h 10000"/>
              <a:gd name="connsiteX49-2257" fmla="*/ 272 w 10000"/>
              <a:gd name="connsiteY49-2258" fmla="*/ 7653 h 10000"/>
              <a:gd name="connsiteX50-2259" fmla="*/ 0 w 10000"/>
              <a:gd name="connsiteY50-2260" fmla="*/ 7139 h 10000"/>
              <a:gd name="connsiteX51-2261" fmla="*/ 0 w 10000"/>
              <a:gd name="connsiteY51-2262" fmla="*/ 6624 h 10000"/>
              <a:gd name="connsiteX52-2263" fmla="*/ 0 w 10000"/>
              <a:gd name="connsiteY52-2264" fmla="*/ 6107 h 10000"/>
              <a:gd name="connsiteX53-2265" fmla="*/ 272 w 10000"/>
              <a:gd name="connsiteY53-2266" fmla="*/ 5433 h 10000"/>
              <a:gd name="connsiteX54-2267" fmla="*/ 272 w 10000"/>
              <a:gd name="connsiteY54-2268" fmla="*/ 4760 h 10000"/>
              <a:gd name="connsiteX55-2269" fmla="*/ 272 w 10000"/>
              <a:gd name="connsiteY55-2270" fmla="*/ 4083 h 10000"/>
              <a:gd name="connsiteX56-2271" fmla="*/ 543 w 10000"/>
              <a:gd name="connsiteY56-2272" fmla="*/ 2540 h 10000"/>
              <a:gd name="connsiteX57-2273" fmla="*/ 3424 w 10000"/>
              <a:gd name="connsiteY57-2274" fmla="*/ 0 h 10000"/>
              <a:gd name="connsiteX58-2275" fmla="*/ 3424 w 10000"/>
              <a:gd name="connsiteY58-2276" fmla="*/ 161 h 10000"/>
              <a:gd name="connsiteX59-2277" fmla="*/ 3424 w 10000"/>
              <a:gd name="connsiteY59-2278" fmla="*/ 161 h 10000"/>
              <a:gd name="connsiteX60-2279" fmla="*/ 3424 w 10000"/>
              <a:gd name="connsiteY60-2280" fmla="*/ 676 h 10000"/>
              <a:gd name="connsiteX61-2281" fmla="*/ 3424 w 10000"/>
              <a:gd name="connsiteY61-2282" fmla="*/ 835 h 10000"/>
              <a:gd name="connsiteX62-2283" fmla="*/ 3152 w 10000"/>
              <a:gd name="connsiteY62-2284" fmla="*/ 1188 h 10000"/>
              <a:gd name="connsiteX63-2285" fmla="*/ 3152 w 10000"/>
              <a:gd name="connsiteY63-2286" fmla="*/ 1511 h 10000"/>
              <a:gd name="connsiteX64-2287" fmla="*/ 2826 w 10000"/>
              <a:gd name="connsiteY64-2288" fmla="*/ 2024 h 10000"/>
              <a:gd name="connsiteX65-2289" fmla="*/ 2826 w 10000"/>
              <a:gd name="connsiteY65-2290" fmla="*/ 2893 h 10000"/>
              <a:gd name="connsiteX66-2291" fmla="*/ 2554 w 10000"/>
              <a:gd name="connsiteY66-2292" fmla="*/ 3729 h 10000"/>
              <a:gd name="connsiteX67-2293" fmla="*/ 2283 w 10000"/>
              <a:gd name="connsiteY67-2294" fmla="*/ 4567 h 10000"/>
              <a:gd name="connsiteX68-2295" fmla="*/ 2283 w 10000"/>
              <a:gd name="connsiteY68-2296" fmla="*/ 5433 h 10000"/>
              <a:gd name="connsiteX69-2297" fmla="*/ 1957 w 10000"/>
              <a:gd name="connsiteY69-2298" fmla="*/ 5755 h 10000"/>
              <a:gd name="connsiteX70-2299" fmla="*/ 1957 w 10000"/>
              <a:gd name="connsiteY70-2300" fmla="*/ 6269 h 10000"/>
              <a:gd name="connsiteX71-2301" fmla="*/ 1957 w 10000"/>
              <a:gd name="connsiteY71-2302" fmla="*/ 6624 h 10000"/>
              <a:gd name="connsiteX72-2303" fmla="*/ 1957 w 10000"/>
              <a:gd name="connsiteY72-2304" fmla="*/ 6945 h 10000"/>
              <a:gd name="connsiteX73-2305" fmla="*/ 2283 w 10000"/>
              <a:gd name="connsiteY73-2306" fmla="*/ 7460 h 10000"/>
              <a:gd name="connsiteX74-2307" fmla="*/ 2283 w 10000"/>
              <a:gd name="connsiteY74-2308" fmla="*/ 7975 h 10000"/>
              <a:gd name="connsiteX75-2309" fmla="*/ 2283 w 10000"/>
              <a:gd name="connsiteY75-2310" fmla="*/ 7975 h 10000"/>
              <a:gd name="connsiteX0-2311" fmla="*/ 2283 w 10000"/>
              <a:gd name="connsiteY0-2312" fmla="*/ 7975 h 10000"/>
              <a:gd name="connsiteX1-2313" fmla="*/ 2554 w 10000"/>
              <a:gd name="connsiteY1-2314" fmla="*/ 8135 h 10000"/>
              <a:gd name="connsiteX2-2315" fmla="*/ 2826 w 10000"/>
              <a:gd name="connsiteY2-2316" fmla="*/ 8328 h 10000"/>
              <a:gd name="connsiteX3-2317" fmla="*/ 3152 w 10000"/>
              <a:gd name="connsiteY3-2318" fmla="*/ 8488 h 10000"/>
              <a:gd name="connsiteX4-2319" fmla="*/ 3424 w 10000"/>
              <a:gd name="connsiteY4-2320" fmla="*/ 8488 h 10000"/>
              <a:gd name="connsiteX5-2321" fmla="*/ 3967 w 10000"/>
              <a:gd name="connsiteY5-2322" fmla="*/ 8649 h 10000"/>
              <a:gd name="connsiteX6-2323" fmla="*/ 4565 w 10000"/>
              <a:gd name="connsiteY6-2324" fmla="*/ 8649 h 10000"/>
              <a:gd name="connsiteX7-2325" fmla="*/ 5163 w 10000"/>
              <a:gd name="connsiteY7-2326" fmla="*/ 8649 h 10000"/>
              <a:gd name="connsiteX8-2327" fmla="*/ 5707 w 10000"/>
              <a:gd name="connsiteY8-2328" fmla="*/ 8649 h 10000"/>
              <a:gd name="connsiteX9-2329" fmla="*/ 6304 w 10000"/>
              <a:gd name="connsiteY9-2330" fmla="*/ 8649 h 10000"/>
              <a:gd name="connsiteX10-2331" fmla="*/ 6848 w 10000"/>
              <a:gd name="connsiteY10-2332" fmla="*/ 8649 h 10000"/>
              <a:gd name="connsiteX11-2333" fmla="*/ 7446 w 10000"/>
              <a:gd name="connsiteY11-2334" fmla="*/ 8649 h 10000"/>
              <a:gd name="connsiteX12-2335" fmla="*/ 7989 w 10000"/>
              <a:gd name="connsiteY12-2336" fmla="*/ 8649 h 10000"/>
              <a:gd name="connsiteX13-2337" fmla="*/ 8315 w 10000"/>
              <a:gd name="connsiteY13-2338" fmla="*/ 8649 h 10000"/>
              <a:gd name="connsiteX14-2339" fmla="*/ 8587 w 10000"/>
              <a:gd name="connsiteY14-2340" fmla="*/ 8808 h 10000"/>
              <a:gd name="connsiteX15-2341" fmla="*/ 9130 w 10000"/>
              <a:gd name="connsiteY15-2342" fmla="*/ 9003 h 10000"/>
              <a:gd name="connsiteX16-2343" fmla="*/ 9457 w 10000"/>
              <a:gd name="connsiteY16-2344" fmla="*/ 9164 h 10000"/>
              <a:gd name="connsiteX17-2345" fmla="*/ 9728 w 10000"/>
              <a:gd name="connsiteY17-2346" fmla="*/ 9326 h 10000"/>
              <a:gd name="connsiteX18-2347" fmla="*/ 10000 w 10000"/>
              <a:gd name="connsiteY18-2348" fmla="*/ 9518 h 10000"/>
              <a:gd name="connsiteX19-2349" fmla="*/ 10000 w 10000"/>
              <a:gd name="connsiteY19-2350" fmla="*/ 9679 h 10000"/>
              <a:gd name="connsiteX20-2351" fmla="*/ 10000 w 10000"/>
              <a:gd name="connsiteY20-2352" fmla="*/ 9679 h 10000"/>
              <a:gd name="connsiteX21-2353" fmla="*/ 10000 w 10000"/>
              <a:gd name="connsiteY21-2354" fmla="*/ 9679 h 10000"/>
              <a:gd name="connsiteX22-2355" fmla="*/ 10000 w 10000"/>
              <a:gd name="connsiteY22-2356" fmla="*/ 9840 h 10000"/>
              <a:gd name="connsiteX23-2357" fmla="*/ 9728 w 10000"/>
              <a:gd name="connsiteY23-2358" fmla="*/ 9840 h 10000"/>
              <a:gd name="connsiteX24-2359" fmla="*/ 9728 w 10000"/>
              <a:gd name="connsiteY24-2360" fmla="*/ 9840 h 10000"/>
              <a:gd name="connsiteX25-2361" fmla="*/ 9457 w 10000"/>
              <a:gd name="connsiteY25-2362" fmla="*/ 10000 h 10000"/>
              <a:gd name="connsiteX26-2363" fmla="*/ 9130 w 10000"/>
              <a:gd name="connsiteY26-2364" fmla="*/ 10000 h 10000"/>
              <a:gd name="connsiteX27-2365" fmla="*/ 8587 w 10000"/>
              <a:gd name="connsiteY27-2366" fmla="*/ 10000 h 10000"/>
              <a:gd name="connsiteX28-2367" fmla="*/ 8315 w 10000"/>
              <a:gd name="connsiteY28-2368" fmla="*/ 10000 h 10000"/>
              <a:gd name="connsiteX29-2369" fmla="*/ 7717 w 10000"/>
              <a:gd name="connsiteY29-2370" fmla="*/ 10000 h 10000"/>
              <a:gd name="connsiteX30-2371" fmla="*/ 6848 w 10000"/>
              <a:gd name="connsiteY30-2372" fmla="*/ 10000 h 10000"/>
              <a:gd name="connsiteX31-2373" fmla="*/ 6304 w 10000"/>
              <a:gd name="connsiteY31-2374" fmla="*/ 10000 h 10000"/>
              <a:gd name="connsiteX32-2375" fmla="*/ 5435 w 10000"/>
              <a:gd name="connsiteY32-2376" fmla="*/ 10000 h 10000"/>
              <a:gd name="connsiteX33-2377" fmla="*/ 4565 w 10000"/>
              <a:gd name="connsiteY33-2378" fmla="*/ 10000 h 10000"/>
              <a:gd name="connsiteX34-2379" fmla="*/ 3967 w 10000"/>
              <a:gd name="connsiteY34-2380" fmla="*/ 10000 h 10000"/>
              <a:gd name="connsiteX35-2381" fmla="*/ 3424 w 10000"/>
              <a:gd name="connsiteY35-2382" fmla="*/ 10000 h 10000"/>
              <a:gd name="connsiteX36-2383" fmla="*/ 2826 w 10000"/>
              <a:gd name="connsiteY36-2384" fmla="*/ 10000 h 10000"/>
              <a:gd name="connsiteX37-2385" fmla="*/ 2554 w 10000"/>
              <a:gd name="connsiteY37-2386" fmla="*/ 9840 h 10000"/>
              <a:gd name="connsiteX38-2387" fmla="*/ 2283 w 10000"/>
              <a:gd name="connsiteY38-2388" fmla="*/ 9840 h 10000"/>
              <a:gd name="connsiteX39-2389" fmla="*/ 1957 w 10000"/>
              <a:gd name="connsiteY39-2390" fmla="*/ 9679 h 10000"/>
              <a:gd name="connsiteX40-2391" fmla="*/ 1685 w 10000"/>
              <a:gd name="connsiteY40-2392" fmla="*/ 9679 h 10000"/>
              <a:gd name="connsiteX41-2393" fmla="*/ 1413 w 10000"/>
              <a:gd name="connsiteY41-2394" fmla="*/ 9518 h 10000"/>
              <a:gd name="connsiteX42-2395" fmla="*/ 1141 w 10000"/>
              <a:gd name="connsiteY42-2396" fmla="*/ 9518 h 10000"/>
              <a:gd name="connsiteX43-2397" fmla="*/ 815 w 10000"/>
              <a:gd name="connsiteY43-2398" fmla="*/ 9326 h 10000"/>
              <a:gd name="connsiteX44-2399" fmla="*/ 815 w 10000"/>
              <a:gd name="connsiteY44-2400" fmla="*/ 9003 h 10000"/>
              <a:gd name="connsiteX45-2401" fmla="*/ 543 w 10000"/>
              <a:gd name="connsiteY45-2402" fmla="*/ 8808 h 10000"/>
              <a:gd name="connsiteX46-2403" fmla="*/ 543 w 10000"/>
              <a:gd name="connsiteY46-2404" fmla="*/ 8649 h 10000"/>
              <a:gd name="connsiteX47-2405" fmla="*/ 272 w 10000"/>
              <a:gd name="connsiteY47-2406" fmla="*/ 8328 h 10000"/>
              <a:gd name="connsiteX48-2407" fmla="*/ 272 w 10000"/>
              <a:gd name="connsiteY48-2408" fmla="*/ 7975 h 10000"/>
              <a:gd name="connsiteX49-2409" fmla="*/ 272 w 10000"/>
              <a:gd name="connsiteY49-2410" fmla="*/ 7653 h 10000"/>
              <a:gd name="connsiteX50-2411" fmla="*/ 0 w 10000"/>
              <a:gd name="connsiteY50-2412" fmla="*/ 7139 h 10000"/>
              <a:gd name="connsiteX51-2413" fmla="*/ 0 w 10000"/>
              <a:gd name="connsiteY51-2414" fmla="*/ 6624 h 10000"/>
              <a:gd name="connsiteX52-2415" fmla="*/ 0 w 10000"/>
              <a:gd name="connsiteY52-2416" fmla="*/ 6107 h 10000"/>
              <a:gd name="connsiteX53-2417" fmla="*/ 272 w 10000"/>
              <a:gd name="connsiteY53-2418" fmla="*/ 5433 h 10000"/>
              <a:gd name="connsiteX54-2419" fmla="*/ 272 w 10000"/>
              <a:gd name="connsiteY54-2420" fmla="*/ 4760 h 10000"/>
              <a:gd name="connsiteX55-2421" fmla="*/ 272 w 10000"/>
              <a:gd name="connsiteY55-2422" fmla="*/ 4083 h 10000"/>
              <a:gd name="connsiteX56-2423" fmla="*/ 543 w 10000"/>
              <a:gd name="connsiteY56-2424" fmla="*/ 2540 h 10000"/>
              <a:gd name="connsiteX57-2425" fmla="*/ 3424 w 10000"/>
              <a:gd name="connsiteY57-2426" fmla="*/ 0 h 10000"/>
              <a:gd name="connsiteX58-2427" fmla="*/ 3424 w 10000"/>
              <a:gd name="connsiteY58-2428" fmla="*/ 161 h 10000"/>
              <a:gd name="connsiteX59-2429" fmla="*/ 3424 w 10000"/>
              <a:gd name="connsiteY59-2430" fmla="*/ 676 h 10000"/>
              <a:gd name="connsiteX60-2431" fmla="*/ 3424 w 10000"/>
              <a:gd name="connsiteY60-2432" fmla="*/ 835 h 10000"/>
              <a:gd name="connsiteX61-2433" fmla="*/ 3152 w 10000"/>
              <a:gd name="connsiteY61-2434" fmla="*/ 1188 h 10000"/>
              <a:gd name="connsiteX62-2435" fmla="*/ 3152 w 10000"/>
              <a:gd name="connsiteY62-2436" fmla="*/ 1511 h 10000"/>
              <a:gd name="connsiteX63-2437" fmla="*/ 2826 w 10000"/>
              <a:gd name="connsiteY63-2438" fmla="*/ 2024 h 10000"/>
              <a:gd name="connsiteX64-2439" fmla="*/ 2826 w 10000"/>
              <a:gd name="connsiteY64-2440" fmla="*/ 2893 h 10000"/>
              <a:gd name="connsiteX65-2441" fmla="*/ 2554 w 10000"/>
              <a:gd name="connsiteY65-2442" fmla="*/ 3729 h 10000"/>
              <a:gd name="connsiteX66-2443" fmla="*/ 2283 w 10000"/>
              <a:gd name="connsiteY66-2444" fmla="*/ 4567 h 10000"/>
              <a:gd name="connsiteX67-2445" fmla="*/ 2283 w 10000"/>
              <a:gd name="connsiteY67-2446" fmla="*/ 5433 h 10000"/>
              <a:gd name="connsiteX68-2447" fmla="*/ 1957 w 10000"/>
              <a:gd name="connsiteY68-2448" fmla="*/ 5755 h 10000"/>
              <a:gd name="connsiteX69-2449" fmla="*/ 1957 w 10000"/>
              <a:gd name="connsiteY69-2450" fmla="*/ 6269 h 10000"/>
              <a:gd name="connsiteX70-2451" fmla="*/ 1957 w 10000"/>
              <a:gd name="connsiteY70-2452" fmla="*/ 6624 h 10000"/>
              <a:gd name="connsiteX71-2453" fmla="*/ 1957 w 10000"/>
              <a:gd name="connsiteY71-2454" fmla="*/ 6945 h 10000"/>
              <a:gd name="connsiteX72-2455" fmla="*/ 2283 w 10000"/>
              <a:gd name="connsiteY72-2456" fmla="*/ 7460 h 10000"/>
              <a:gd name="connsiteX73-2457" fmla="*/ 2283 w 10000"/>
              <a:gd name="connsiteY73-2458" fmla="*/ 7975 h 10000"/>
              <a:gd name="connsiteX74-2459" fmla="*/ 2283 w 10000"/>
              <a:gd name="connsiteY74-2460" fmla="*/ 7975 h 10000"/>
              <a:gd name="connsiteX0-2461" fmla="*/ 2283 w 10000"/>
              <a:gd name="connsiteY0-2462" fmla="*/ 7975 h 10000"/>
              <a:gd name="connsiteX1-2463" fmla="*/ 2554 w 10000"/>
              <a:gd name="connsiteY1-2464" fmla="*/ 8135 h 10000"/>
              <a:gd name="connsiteX2-2465" fmla="*/ 2826 w 10000"/>
              <a:gd name="connsiteY2-2466" fmla="*/ 8328 h 10000"/>
              <a:gd name="connsiteX3-2467" fmla="*/ 3152 w 10000"/>
              <a:gd name="connsiteY3-2468" fmla="*/ 8488 h 10000"/>
              <a:gd name="connsiteX4-2469" fmla="*/ 3424 w 10000"/>
              <a:gd name="connsiteY4-2470" fmla="*/ 8488 h 10000"/>
              <a:gd name="connsiteX5-2471" fmla="*/ 3967 w 10000"/>
              <a:gd name="connsiteY5-2472" fmla="*/ 8649 h 10000"/>
              <a:gd name="connsiteX6-2473" fmla="*/ 4565 w 10000"/>
              <a:gd name="connsiteY6-2474" fmla="*/ 8649 h 10000"/>
              <a:gd name="connsiteX7-2475" fmla="*/ 5163 w 10000"/>
              <a:gd name="connsiteY7-2476" fmla="*/ 8649 h 10000"/>
              <a:gd name="connsiteX8-2477" fmla="*/ 5707 w 10000"/>
              <a:gd name="connsiteY8-2478" fmla="*/ 8649 h 10000"/>
              <a:gd name="connsiteX9-2479" fmla="*/ 6304 w 10000"/>
              <a:gd name="connsiteY9-2480" fmla="*/ 8649 h 10000"/>
              <a:gd name="connsiteX10-2481" fmla="*/ 6848 w 10000"/>
              <a:gd name="connsiteY10-2482" fmla="*/ 8649 h 10000"/>
              <a:gd name="connsiteX11-2483" fmla="*/ 7446 w 10000"/>
              <a:gd name="connsiteY11-2484" fmla="*/ 8649 h 10000"/>
              <a:gd name="connsiteX12-2485" fmla="*/ 7989 w 10000"/>
              <a:gd name="connsiteY12-2486" fmla="*/ 8649 h 10000"/>
              <a:gd name="connsiteX13-2487" fmla="*/ 8315 w 10000"/>
              <a:gd name="connsiteY13-2488" fmla="*/ 8649 h 10000"/>
              <a:gd name="connsiteX14-2489" fmla="*/ 8587 w 10000"/>
              <a:gd name="connsiteY14-2490" fmla="*/ 8808 h 10000"/>
              <a:gd name="connsiteX15-2491" fmla="*/ 9130 w 10000"/>
              <a:gd name="connsiteY15-2492" fmla="*/ 9003 h 10000"/>
              <a:gd name="connsiteX16-2493" fmla="*/ 9457 w 10000"/>
              <a:gd name="connsiteY16-2494" fmla="*/ 9164 h 10000"/>
              <a:gd name="connsiteX17-2495" fmla="*/ 9728 w 10000"/>
              <a:gd name="connsiteY17-2496" fmla="*/ 9326 h 10000"/>
              <a:gd name="connsiteX18-2497" fmla="*/ 10000 w 10000"/>
              <a:gd name="connsiteY18-2498" fmla="*/ 9518 h 10000"/>
              <a:gd name="connsiteX19-2499" fmla="*/ 10000 w 10000"/>
              <a:gd name="connsiteY19-2500" fmla="*/ 9679 h 10000"/>
              <a:gd name="connsiteX20-2501" fmla="*/ 10000 w 10000"/>
              <a:gd name="connsiteY20-2502" fmla="*/ 9679 h 10000"/>
              <a:gd name="connsiteX21-2503" fmla="*/ 10000 w 10000"/>
              <a:gd name="connsiteY21-2504" fmla="*/ 9679 h 10000"/>
              <a:gd name="connsiteX22-2505" fmla="*/ 10000 w 10000"/>
              <a:gd name="connsiteY22-2506" fmla="*/ 9840 h 10000"/>
              <a:gd name="connsiteX23-2507" fmla="*/ 9728 w 10000"/>
              <a:gd name="connsiteY23-2508" fmla="*/ 9840 h 10000"/>
              <a:gd name="connsiteX24-2509" fmla="*/ 9728 w 10000"/>
              <a:gd name="connsiteY24-2510" fmla="*/ 9840 h 10000"/>
              <a:gd name="connsiteX25-2511" fmla="*/ 9457 w 10000"/>
              <a:gd name="connsiteY25-2512" fmla="*/ 10000 h 10000"/>
              <a:gd name="connsiteX26-2513" fmla="*/ 9130 w 10000"/>
              <a:gd name="connsiteY26-2514" fmla="*/ 10000 h 10000"/>
              <a:gd name="connsiteX27-2515" fmla="*/ 8587 w 10000"/>
              <a:gd name="connsiteY27-2516" fmla="*/ 10000 h 10000"/>
              <a:gd name="connsiteX28-2517" fmla="*/ 8315 w 10000"/>
              <a:gd name="connsiteY28-2518" fmla="*/ 10000 h 10000"/>
              <a:gd name="connsiteX29-2519" fmla="*/ 7717 w 10000"/>
              <a:gd name="connsiteY29-2520" fmla="*/ 10000 h 10000"/>
              <a:gd name="connsiteX30-2521" fmla="*/ 6848 w 10000"/>
              <a:gd name="connsiteY30-2522" fmla="*/ 10000 h 10000"/>
              <a:gd name="connsiteX31-2523" fmla="*/ 6304 w 10000"/>
              <a:gd name="connsiteY31-2524" fmla="*/ 10000 h 10000"/>
              <a:gd name="connsiteX32-2525" fmla="*/ 5435 w 10000"/>
              <a:gd name="connsiteY32-2526" fmla="*/ 10000 h 10000"/>
              <a:gd name="connsiteX33-2527" fmla="*/ 4565 w 10000"/>
              <a:gd name="connsiteY33-2528" fmla="*/ 10000 h 10000"/>
              <a:gd name="connsiteX34-2529" fmla="*/ 3967 w 10000"/>
              <a:gd name="connsiteY34-2530" fmla="*/ 10000 h 10000"/>
              <a:gd name="connsiteX35-2531" fmla="*/ 3424 w 10000"/>
              <a:gd name="connsiteY35-2532" fmla="*/ 10000 h 10000"/>
              <a:gd name="connsiteX36-2533" fmla="*/ 2826 w 10000"/>
              <a:gd name="connsiteY36-2534" fmla="*/ 10000 h 10000"/>
              <a:gd name="connsiteX37-2535" fmla="*/ 2554 w 10000"/>
              <a:gd name="connsiteY37-2536" fmla="*/ 9840 h 10000"/>
              <a:gd name="connsiteX38-2537" fmla="*/ 2283 w 10000"/>
              <a:gd name="connsiteY38-2538" fmla="*/ 9840 h 10000"/>
              <a:gd name="connsiteX39-2539" fmla="*/ 1957 w 10000"/>
              <a:gd name="connsiteY39-2540" fmla="*/ 9679 h 10000"/>
              <a:gd name="connsiteX40-2541" fmla="*/ 1685 w 10000"/>
              <a:gd name="connsiteY40-2542" fmla="*/ 9679 h 10000"/>
              <a:gd name="connsiteX41-2543" fmla="*/ 1413 w 10000"/>
              <a:gd name="connsiteY41-2544" fmla="*/ 9518 h 10000"/>
              <a:gd name="connsiteX42-2545" fmla="*/ 1141 w 10000"/>
              <a:gd name="connsiteY42-2546" fmla="*/ 9518 h 10000"/>
              <a:gd name="connsiteX43-2547" fmla="*/ 815 w 10000"/>
              <a:gd name="connsiteY43-2548" fmla="*/ 9326 h 10000"/>
              <a:gd name="connsiteX44-2549" fmla="*/ 815 w 10000"/>
              <a:gd name="connsiteY44-2550" fmla="*/ 9003 h 10000"/>
              <a:gd name="connsiteX45-2551" fmla="*/ 543 w 10000"/>
              <a:gd name="connsiteY45-2552" fmla="*/ 8808 h 10000"/>
              <a:gd name="connsiteX46-2553" fmla="*/ 543 w 10000"/>
              <a:gd name="connsiteY46-2554" fmla="*/ 8649 h 10000"/>
              <a:gd name="connsiteX47-2555" fmla="*/ 272 w 10000"/>
              <a:gd name="connsiteY47-2556" fmla="*/ 8328 h 10000"/>
              <a:gd name="connsiteX48-2557" fmla="*/ 272 w 10000"/>
              <a:gd name="connsiteY48-2558" fmla="*/ 7975 h 10000"/>
              <a:gd name="connsiteX49-2559" fmla="*/ 272 w 10000"/>
              <a:gd name="connsiteY49-2560" fmla="*/ 7653 h 10000"/>
              <a:gd name="connsiteX50-2561" fmla="*/ 0 w 10000"/>
              <a:gd name="connsiteY50-2562" fmla="*/ 7139 h 10000"/>
              <a:gd name="connsiteX51-2563" fmla="*/ 0 w 10000"/>
              <a:gd name="connsiteY51-2564" fmla="*/ 6624 h 10000"/>
              <a:gd name="connsiteX52-2565" fmla="*/ 0 w 10000"/>
              <a:gd name="connsiteY52-2566" fmla="*/ 6107 h 10000"/>
              <a:gd name="connsiteX53-2567" fmla="*/ 272 w 10000"/>
              <a:gd name="connsiteY53-2568" fmla="*/ 5433 h 10000"/>
              <a:gd name="connsiteX54-2569" fmla="*/ 272 w 10000"/>
              <a:gd name="connsiteY54-2570" fmla="*/ 4760 h 10000"/>
              <a:gd name="connsiteX55-2571" fmla="*/ 272 w 10000"/>
              <a:gd name="connsiteY55-2572" fmla="*/ 4083 h 10000"/>
              <a:gd name="connsiteX56-2573" fmla="*/ 543 w 10000"/>
              <a:gd name="connsiteY56-2574" fmla="*/ 2540 h 10000"/>
              <a:gd name="connsiteX57-2575" fmla="*/ 3424 w 10000"/>
              <a:gd name="connsiteY57-2576" fmla="*/ 0 h 10000"/>
              <a:gd name="connsiteX58-2577" fmla="*/ 3424 w 10000"/>
              <a:gd name="connsiteY58-2578" fmla="*/ 676 h 10000"/>
              <a:gd name="connsiteX59-2579" fmla="*/ 3424 w 10000"/>
              <a:gd name="connsiteY59-2580" fmla="*/ 835 h 10000"/>
              <a:gd name="connsiteX60-2581" fmla="*/ 3152 w 10000"/>
              <a:gd name="connsiteY60-2582" fmla="*/ 1188 h 10000"/>
              <a:gd name="connsiteX61-2583" fmla="*/ 3152 w 10000"/>
              <a:gd name="connsiteY61-2584" fmla="*/ 1511 h 10000"/>
              <a:gd name="connsiteX62-2585" fmla="*/ 2826 w 10000"/>
              <a:gd name="connsiteY62-2586" fmla="*/ 2024 h 10000"/>
              <a:gd name="connsiteX63-2587" fmla="*/ 2826 w 10000"/>
              <a:gd name="connsiteY63-2588" fmla="*/ 2893 h 10000"/>
              <a:gd name="connsiteX64-2589" fmla="*/ 2554 w 10000"/>
              <a:gd name="connsiteY64-2590" fmla="*/ 3729 h 10000"/>
              <a:gd name="connsiteX65-2591" fmla="*/ 2283 w 10000"/>
              <a:gd name="connsiteY65-2592" fmla="*/ 4567 h 10000"/>
              <a:gd name="connsiteX66-2593" fmla="*/ 2283 w 10000"/>
              <a:gd name="connsiteY66-2594" fmla="*/ 5433 h 10000"/>
              <a:gd name="connsiteX67-2595" fmla="*/ 1957 w 10000"/>
              <a:gd name="connsiteY67-2596" fmla="*/ 5755 h 10000"/>
              <a:gd name="connsiteX68-2597" fmla="*/ 1957 w 10000"/>
              <a:gd name="connsiteY68-2598" fmla="*/ 6269 h 10000"/>
              <a:gd name="connsiteX69-2599" fmla="*/ 1957 w 10000"/>
              <a:gd name="connsiteY69-2600" fmla="*/ 6624 h 10000"/>
              <a:gd name="connsiteX70-2601" fmla="*/ 1957 w 10000"/>
              <a:gd name="connsiteY70-2602" fmla="*/ 6945 h 10000"/>
              <a:gd name="connsiteX71-2603" fmla="*/ 2283 w 10000"/>
              <a:gd name="connsiteY71-2604" fmla="*/ 7460 h 10000"/>
              <a:gd name="connsiteX72-2605" fmla="*/ 2283 w 10000"/>
              <a:gd name="connsiteY72-2606" fmla="*/ 7975 h 10000"/>
              <a:gd name="connsiteX73-2607" fmla="*/ 2283 w 10000"/>
              <a:gd name="connsiteY73-2608" fmla="*/ 7975 h 10000"/>
              <a:gd name="connsiteX0-2609" fmla="*/ 2283 w 10000"/>
              <a:gd name="connsiteY0-2610" fmla="*/ 7299 h 9324"/>
              <a:gd name="connsiteX1-2611" fmla="*/ 2554 w 10000"/>
              <a:gd name="connsiteY1-2612" fmla="*/ 7459 h 9324"/>
              <a:gd name="connsiteX2-2613" fmla="*/ 2826 w 10000"/>
              <a:gd name="connsiteY2-2614" fmla="*/ 7652 h 9324"/>
              <a:gd name="connsiteX3-2615" fmla="*/ 3152 w 10000"/>
              <a:gd name="connsiteY3-2616" fmla="*/ 7812 h 9324"/>
              <a:gd name="connsiteX4-2617" fmla="*/ 3424 w 10000"/>
              <a:gd name="connsiteY4-2618" fmla="*/ 7812 h 9324"/>
              <a:gd name="connsiteX5-2619" fmla="*/ 3967 w 10000"/>
              <a:gd name="connsiteY5-2620" fmla="*/ 7973 h 9324"/>
              <a:gd name="connsiteX6-2621" fmla="*/ 4565 w 10000"/>
              <a:gd name="connsiteY6-2622" fmla="*/ 7973 h 9324"/>
              <a:gd name="connsiteX7-2623" fmla="*/ 5163 w 10000"/>
              <a:gd name="connsiteY7-2624" fmla="*/ 7973 h 9324"/>
              <a:gd name="connsiteX8-2625" fmla="*/ 5707 w 10000"/>
              <a:gd name="connsiteY8-2626" fmla="*/ 7973 h 9324"/>
              <a:gd name="connsiteX9-2627" fmla="*/ 6304 w 10000"/>
              <a:gd name="connsiteY9-2628" fmla="*/ 7973 h 9324"/>
              <a:gd name="connsiteX10-2629" fmla="*/ 6848 w 10000"/>
              <a:gd name="connsiteY10-2630" fmla="*/ 7973 h 9324"/>
              <a:gd name="connsiteX11-2631" fmla="*/ 7446 w 10000"/>
              <a:gd name="connsiteY11-2632" fmla="*/ 7973 h 9324"/>
              <a:gd name="connsiteX12-2633" fmla="*/ 7989 w 10000"/>
              <a:gd name="connsiteY12-2634" fmla="*/ 7973 h 9324"/>
              <a:gd name="connsiteX13-2635" fmla="*/ 8315 w 10000"/>
              <a:gd name="connsiteY13-2636" fmla="*/ 7973 h 9324"/>
              <a:gd name="connsiteX14-2637" fmla="*/ 8587 w 10000"/>
              <a:gd name="connsiteY14-2638" fmla="*/ 8132 h 9324"/>
              <a:gd name="connsiteX15-2639" fmla="*/ 9130 w 10000"/>
              <a:gd name="connsiteY15-2640" fmla="*/ 8327 h 9324"/>
              <a:gd name="connsiteX16-2641" fmla="*/ 9457 w 10000"/>
              <a:gd name="connsiteY16-2642" fmla="*/ 8488 h 9324"/>
              <a:gd name="connsiteX17-2643" fmla="*/ 9728 w 10000"/>
              <a:gd name="connsiteY17-2644" fmla="*/ 8650 h 9324"/>
              <a:gd name="connsiteX18-2645" fmla="*/ 10000 w 10000"/>
              <a:gd name="connsiteY18-2646" fmla="*/ 8842 h 9324"/>
              <a:gd name="connsiteX19-2647" fmla="*/ 10000 w 10000"/>
              <a:gd name="connsiteY19-2648" fmla="*/ 9003 h 9324"/>
              <a:gd name="connsiteX20-2649" fmla="*/ 10000 w 10000"/>
              <a:gd name="connsiteY20-2650" fmla="*/ 9003 h 9324"/>
              <a:gd name="connsiteX21-2651" fmla="*/ 10000 w 10000"/>
              <a:gd name="connsiteY21-2652" fmla="*/ 9003 h 9324"/>
              <a:gd name="connsiteX22-2653" fmla="*/ 10000 w 10000"/>
              <a:gd name="connsiteY22-2654" fmla="*/ 9164 h 9324"/>
              <a:gd name="connsiteX23-2655" fmla="*/ 9728 w 10000"/>
              <a:gd name="connsiteY23-2656" fmla="*/ 9164 h 9324"/>
              <a:gd name="connsiteX24-2657" fmla="*/ 9728 w 10000"/>
              <a:gd name="connsiteY24-2658" fmla="*/ 9164 h 9324"/>
              <a:gd name="connsiteX25-2659" fmla="*/ 9457 w 10000"/>
              <a:gd name="connsiteY25-2660" fmla="*/ 9324 h 9324"/>
              <a:gd name="connsiteX26-2661" fmla="*/ 9130 w 10000"/>
              <a:gd name="connsiteY26-2662" fmla="*/ 9324 h 9324"/>
              <a:gd name="connsiteX27-2663" fmla="*/ 8587 w 10000"/>
              <a:gd name="connsiteY27-2664" fmla="*/ 9324 h 9324"/>
              <a:gd name="connsiteX28-2665" fmla="*/ 8315 w 10000"/>
              <a:gd name="connsiteY28-2666" fmla="*/ 9324 h 9324"/>
              <a:gd name="connsiteX29-2667" fmla="*/ 7717 w 10000"/>
              <a:gd name="connsiteY29-2668" fmla="*/ 9324 h 9324"/>
              <a:gd name="connsiteX30-2669" fmla="*/ 6848 w 10000"/>
              <a:gd name="connsiteY30-2670" fmla="*/ 9324 h 9324"/>
              <a:gd name="connsiteX31-2671" fmla="*/ 6304 w 10000"/>
              <a:gd name="connsiteY31-2672" fmla="*/ 9324 h 9324"/>
              <a:gd name="connsiteX32-2673" fmla="*/ 5435 w 10000"/>
              <a:gd name="connsiteY32-2674" fmla="*/ 9324 h 9324"/>
              <a:gd name="connsiteX33-2675" fmla="*/ 4565 w 10000"/>
              <a:gd name="connsiteY33-2676" fmla="*/ 9324 h 9324"/>
              <a:gd name="connsiteX34-2677" fmla="*/ 3967 w 10000"/>
              <a:gd name="connsiteY34-2678" fmla="*/ 9324 h 9324"/>
              <a:gd name="connsiteX35-2679" fmla="*/ 3424 w 10000"/>
              <a:gd name="connsiteY35-2680" fmla="*/ 9324 h 9324"/>
              <a:gd name="connsiteX36-2681" fmla="*/ 2826 w 10000"/>
              <a:gd name="connsiteY36-2682" fmla="*/ 9324 h 9324"/>
              <a:gd name="connsiteX37-2683" fmla="*/ 2554 w 10000"/>
              <a:gd name="connsiteY37-2684" fmla="*/ 9164 h 9324"/>
              <a:gd name="connsiteX38-2685" fmla="*/ 2283 w 10000"/>
              <a:gd name="connsiteY38-2686" fmla="*/ 9164 h 9324"/>
              <a:gd name="connsiteX39-2687" fmla="*/ 1957 w 10000"/>
              <a:gd name="connsiteY39-2688" fmla="*/ 9003 h 9324"/>
              <a:gd name="connsiteX40-2689" fmla="*/ 1685 w 10000"/>
              <a:gd name="connsiteY40-2690" fmla="*/ 9003 h 9324"/>
              <a:gd name="connsiteX41-2691" fmla="*/ 1413 w 10000"/>
              <a:gd name="connsiteY41-2692" fmla="*/ 8842 h 9324"/>
              <a:gd name="connsiteX42-2693" fmla="*/ 1141 w 10000"/>
              <a:gd name="connsiteY42-2694" fmla="*/ 8842 h 9324"/>
              <a:gd name="connsiteX43-2695" fmla="*/ 815 w 10000"/>
              <a:gd name="connsiteY43-2696" fmla="*/ 8650 h 9324"/>
              <a:gd name="connsiteX44-2697" fmla="*/ 815 w 10000"/>
              <a:gd name="connsiteY44-2698" fmla="*/ 8327 h 9324"/>
              <a:gd name="connsiteX45-2699" fmla="*/ 543 w 10000"/>
              <a:gd name="connsiteY45-2700" fmla="*/ 8132 h 9324"/>
              <a:gd name="connsiteX46-2701" fmla="*/ 543 w 10000"/>
              <a:gd name="connsiteY46-2702" fmla="*/ 7973 h 9324"/>
              <a:gd name="connsiteX47-2703" fmla="*/ 272 w 10000"/>
              <a:gd name="connsiteY47-2704" fmla="*/ 7652 h 9324"/>
              <a:gd name="connsiteX48-2705" fmla="*/ 272 w 10000"/>
              <a:gd name="connsiteY48-2706" fmla="*/ 7299 h 9324"/>
              <a:gd name="connsiteX49-2707" fmla="*/ 272 w 10000"/>
              <a:gd name="connsiteY49-2708" fmla="*/ 6977 h 9324"/>
              <a:gd name="connsiteX50-2709" fmla="*/ 0 w 10000"/>
              <a:gd name="connsiteY50-2710" fmla="*/ 6463 h 9324"/>
              <a:gd name="connsiteX51-2711" fmla="*/ 0 w 10000"/>
              <a:gd name="connsiteY51-2712" fmla="*/ 5948 h 9324"/>
              <a:gd name="connsiteX52-2713" fmla="*/ 0 w 10000"/>
              <a:gd name="connsiteY52-2714" fmla="*/ 5431 h 9324"/>
              <a:gd name="connsiteX53-2715" fmla="*/ 272 w 10000"/>
              <a:gd name="connsiteY53-2716" fmla="*/ 4757 h 9324"/>
              <a:gd name="connsiteX54-2717" fmla="*/ 272 w 10000"/>
              <a:gd name="connsiteY54-2718" fmla="*/ 4084 h 9324"/>
              <a:gd name="connsiteX55-2719" fmla="*/ 272 w 10000"/>
              <a:gd name="connsiteY55-2720" fmla="*/ 3407 h 9324"/>
              <a:gd name="connsiteX56-2721" fmla="*/ 543 w 10000"/>
              <a:gd name="connsiteY56-2722" fmla="*/ 1864 h 9324"/>
              <a:gd name="connsiteX57-2723" fmla="*/ 3424 w 10000"/>
              <a:gd name="connsiteY57-2724" fmla="*/ 0 h 9324"/>
              <a:gd name="connsiteX58-2725" fmla="*/ 3424 w 10000"/>
              <a:gd name="connsiteY58-2726" fmla="*/ 159 h 9324"/>
              <a:gd name="connsiteX59-2727" fmla="*/ 3152 w 10000"/>
              <a:gd name="connsiteY59-2728" fmla="*/ 512 h 9324"/>
              <a:gd name="connsiteX60-2729" fmla="*/ 3152 w 10000"/>
              <a:gd name="connsiteY60-2730" fmla="*/ 835 h 9324"/>
              <a:gd name="connsiteX61-2731" fmla="*/ 2826 w 10000"/>
              <a:gd name="connsiteY61-2732" fmla="*/ 1348 h 9324"/>
              <a:gd name="connsiteX62-2733" fmla="*/ 2826 w 10000"/>
              <a:gd name="connsiteY62-2734" fmla="*/ 2217 h 9324"/>
              <a:gd name="connsiteX63-2735" fmla="*/ 2554 w 10000"/>
              <a:gd name="connsiteY63-2736" fmla="*/ 3053 h 9324"/>
              <a:gd name="connsiteX64-2737" fmla="*/ 2283 w 10000"/>
              <a:gd name="connsiteY64-2738" fmla="*/ 3891 h 9324"/>
              <a:gd name="connsiteX65-2739" fmla="*/ 2283 w 10000"/>
              <a:gd name="connsiteY65-2740" fmla="*/ 4757 h 9324"/>
              <a:gd name="connsiteX66-2741" fmla="*/ 1957 w 10000"/>
              <a:gd name="connsiteY66-2742" fmla="*/ 5079 h 9324"/>
              <a:gd name="connsiteX67-2743" fmla="*/ 1957 w 10000"/>
              <a:gd name="connsiteY67-2744" fmla="*/ 5593 h 9324"/>
              <a:gd name="connsiteX68-2745" fmla="*/ 1957 w 10000"/>
              <a:gd name="connsiteY68-2746" fmla="*/ 5948 h 9324"/>
              <a:gd name="connsiteX69-2747" fmla="*/ 1957 w 10000"/>
              <a:gd name="connsiteY69-2748" fmla="*/ 6269 h 9324"/>
              <a:gd name="connsiteX70-2749" fmla="*/ 2283 w 10000"/>
              <a:gd name="connsiteY70-2750" fmla="*/ 6784 h 9324"/>
              <a:gd name="connsiteX71-2751" fmla="*/ 2283 w 10000"/>
              <a:gd name="connsiteY71-2752" fmla="*/ 7299 h 9324"/>
              <a:gd name="connsiteX72-2753" fmla="*/ 2283 w 10000"/>
              <a:gd name="connsiteY72-2754" fmla="*/ 7299 h 9324"/>
              <a:gd name="connsiteX0-2755" fmla="*/ 2283 w 10000"/>
              <a:gd name="connsiteY0-2756" fmla="*/ 7828 h 10000"/>
              <a:gd name="connsiteX1-2757" fmla="*/ 2554 w 10000"/>
              <a:gd name="connsiteY1-2758" fmla="*/ 8000 h 10000"/>
              <a:gd name="connsiteX2-2759" fmla="*/ 2826 w 10000"/>
              <a:gd name="connsiteY2-2760" fmla="*/ 8207 h 10000"/>
              <a:gd name="connsiteX3-2761" fmla="*/ 3152 w 10000"/>
              <a:gd name="connsiteY3-2762" fmla="*/ 8378 h 10000"/>
              <a:gd name="connsiteX4-2763" fmla="*/ 3424 w 10000"/>
              <a:gd name="connsiteY4-2764" fmla="*/ 8378 h 10000"/>
              <a:gd name="connsiteX5-2765" fmla="*/ 3967 w 10000"/>
              <a:gd name="connsiteY5-2766" fmla="*/ 8551 h 10000"/>
              <a:gd name="connsiteX6-2767" fmla="*/ 4565 w 10000"/>
              <a:gd name="connsiteY6-2768" fmla="*/ 8551 h 10000"/>
              <a:gd name="connsiteX7-2769" fmla="*/ 5163 w 10000"/>
              <a:gd name="connsiteY7-2770" fmla="*/ 8551 h 10000"/>
              <a:gd name="connsiteX8-2771" fmla="*/ 5707 w 10000"/>
              <a:gd name="connsiteY8-2772" fmla="*/ 8551 h 10000"/>
              <a:gd name="connsiteX9-2773" fmla="*/ 6304 w 10000"/>
              <a:gd name="connsiteY9-2774" fmla="*/ 8551 h 10000"/>
              <a:gd name="connsiteX10-2775" fmla="*/ 6848 w 10000"/>
              <a:gd name="connsiteY10-2776" fmla="*/ 8551 h 10000"/>
              <a:gd name="connsiteX11-2777" fmla="*/ 7446 w 10000"/>
              <a:gd name="connsiteY11-2778" fmla="*/ 8551 h 10000"/>
              <a:gd name="connsiteX12-2779" fmla="*/ 7989 w 10000"/>
              <a:gd name="connsiteY12-2780" fmla="*/ 8551 h 10000"/>
              <a:gd name="connsiteX13-2781" fmla="*/ 8315 w 10000"/>
              <a:gd name="connsiteY13-2782" fmla="*/ 8551 h 10000"/>
              <a:gd name="connsiteX14-2783" fmla="*/ 8587 w 10000"/>
              <a:gd name="connsiteY14-2784" fmla="*/ 8722 h 10000"/>
              <a:gd name="connsiteX15-2785" fmla="*/ 9130 w 10000"/>
              <a:gd name="connsiteY15-2786" fmla="*/ 8931 h 10000"/>
              <a:gd name="connsiteX16-2787" fmla="*/ 9457 w 10000"/>
              <a:gd name="connsiteY16-2788" fmla="*/ 9103 h 10000"/>
              <a:gd name="connsiteX17-2789" fmla="*/ 9728 w 10000"/>
              <a:gd name="connsiteY17-2790" fmla="*/ 9277 h 10000"/>
              <a:gd name="connsiteX18-2791" fmla="*/ 10000 w 10000"/>
              <a:gd name="connsiteY18-2792" fmla="*/ 9483 h 10000"/>
              <a:gd name="connsiteX19-2793" fmla="*/ 10000 w 10000"/>
              <a:gd name="connsiteY19-2794" fmla="*/ 9656 h 10000"/>
              <a:gd name="connsiteX20-2795" fmla="*/ 10000 w 10000"/>
              <a:gd name="connsiteY20-2796" fmla="*/ 9656 h 10000"/>
              <a:gd name="connsiteX21-2797" fmla="*/ 10000 w 10000"/>
              <a:gd name="connsiteY21-2798" fmla="*/ 9656 h 10000"/>
              <a:gd name="connsiteX22-2799" fmla="*/ 10000 w 10000"/>
              <a:gd name="connsiteY22-2800" fmla="*/ 9828 h 10000"/>
              <a:gd name="connsiteX23-2801" fmla="*/ 9728 w 10000"/>
              <a:gd name="connsiteY23-2802" fmla="*/ 9828 h 10000"/>
              <a:gd name="connsiteX24-2803" fmla="*/ 9728 w 10000"/>
              <a:gd name="connsiteY24-2804" fmla="*/ 9828 h 10000"/>
              <a:gd name="connsiteX25-2805" fmla="*/ 9457 w 10000"/>
              <a:gd name="connsiteY25-2806" fmla="*/ 10000 h 10000"/>
              <a:gd name="connsiteX26-2807" fmla="*/ 9130 w 10000"/>
              <a:gd name="connsiteY26-2808" fmla="*/ 10000 h 10000"/>
              <a:gd name="connsiteX27-2809" fmla="*/ 8587 w 10000"/>
              <a:gd name="connsiteY27-2810" fmla="*/ 10000 h 10000"/>
              <a:gd name="connsiteX28-2811" fmla="*/ 8315 w 10000"/>
              <a:gd name="connsiteY28-2812" fmla="*/ 10000 h 10000"/>
              <a:gd name="connsiteX29-2813" fmla="*/ 7717 w 10000"/>
              <a:gd name="connsiteY29-2814" fmla="*/ 10000 h 10000"/>
              <a:gd name="connsiteX30-2815" fmla="*/ 6848 w 10000"/>
              <a:gd name="connsiteY30-2816" fmla="*/ 10000 h 10000"/>
              <a:gd name="connsiteX31-2817" fmla="*/ 6304 w 10000"/>
              <a:gd name="connsiteY31-2818" fmla="*/ 10000 h 10000"/>
              <a:gd name="connsiteX32-2819" fmla="*/ 5435 w 10000"/>
              <a:gd name="connsiteY32-2820" fmla="*/ 10000 h 10000"/>
              <a:gd name="connsiteX33-2821" fmla="*/ 4565 w 10000"/>
              <a:gd name="connsiteY33-2822" fmla="*/ 10000 h 10000"/>
              <a:gd name="connsiteX34-2823" fmla="*/ 3967 w 10000"/>
              <a:gd name="connsiteY34-2824" fmla="*/ 10000 h 10000"/>
              <a:gd name="connsiteX35-2825" fmla="*/ 3424 w 10000"/>
              <a:gd name="connsiteY35-2826" fmla="*/ 10000 h 10000"/>
              <a:gd name="connsiteX36-2827" fmla="*/ 2826 w 10000"/>
              <a:gd name="connsiteY36-2828" fmla="*/ 10000 h 10000"/>
              <a:gd name="connsiteX37-2829" fmla="*/ 2554 w 10000"/>
              <a:gd name="connsiteY37-2830" fmla="*/ 9828 h 10000"/>
              <a:gd name="connsiteX38-2831" fmla="*/ 2283 w 10000"/>
              <a:gd name="connsiteY38-2832" fmla="*/ 9828 h 10000"/>
              <a:gd name="connsiteX39-2833" fmla="*/ 1957 w 10000"/>
              <a:gd name="connsiteY39-2834" fmla="*/ 9656 h 10000"/>
              <a:gd name="connsiteX40-2835" fmla="*/ 1685 w 10000"/>
              <a:gd name="connsiteY40-2836" fmla="*/ 9656 h 10000"/>
              <a:gd name="connsiteX41-2837" fmla="*/ 1413 w 10000"/>
              <a:gd name="connsiteY41-2838" fmla="*/ 9483 h 10000"/>
              <a:gd name="connsiteX42-2839" fmla="*/ 1141 w 10000"/>
              <a:gd name="connsiteY42-2840" fmla="*/ 9483 h 10000"/>
              <a:gd name="connsiteX43-2841" fmla="*/ 815 w 10000"/>
              <a:gd name="connsiteY43-2842" fmla="*/ 9277 h 10000"/>
              <a:gd name="connsiteX44-2843" fmla="*/ 815 w 10000"/>
              <a:gd name="connsiteY44-2844" fmla="*/ 8931 h 10000"/>
              <a:gd name="connsiteX45-2845" fmla="*/ 543 w 10000"/>
              <a:gd name="connsiteY45-2846" fmla="*/ 8722 h 10000"/>
              <a:gd name="connsiteX46-2847" fmla="*/ 543 w 10000"/>
              <a:gd name="connsiteY46-2848" fmla="*/ 8551 h 10000"/>
              <a:gd name="connsiteX47-2849" fmla="*/ 272 w 10000"/>
              <a:gd name="connsiteY47-2850" fmla="*/ 8207 h 10000"/>
              <a:gd name="connsiteX48-2851" fmla="*/ 272 w 10000"/>
              <a:gd name="connsiteY48-2852" fmla="*/ 7828 h 10000"/>
              <a:gd name="connsiteX49-2853" fmla="*/ 272 w 10000"/>
              <a:gd name="connsiteY49-2854" fmla="*/ 7483 h 10000"/>
              <a:gd name="connsiteX50-2855" fmla="*/ 0 w 10000"/>
              <a:gd name="connsiteY50-2856" fmla="*/ 6932 h 10000"/>
              <a:gd name="connsiteX51-2857" fmla="*/ 0 w 10000"/>
              <a:gd name="connsiteY51-2858" fmla="*/ 6379 h 10000"/>
              <a:gd name="connsiteX52-2859" fmla="*/ 0 w 10000"/>
              <a:gd name="connsiteY52-2860" fmla="*/ 5825 h 10000"/>
              <a:gd name="connsiteX53-2861" fmla="*/ 272 w 10000"/>
              <a:gd name="connsiteY53-2862" fmla="*/ 5102 h 10000"/>
              <a:gd name="connsiteX54-2863" fmla="*/ 272 w 10000"/>
              <a:gd name="connsiteY54-2864" fmla="*/ 4380 h 10000"/>
              <a:gd name="connsiteX55-2865" fmla="*/ 272 w 10000"/>
              <a:gd name="connsiteY55-2866" fmla="*/ 3654 h 10000"/>
              <a:gd name="connsiteX56-2867" fmla="*/ 543 w 10000"/>
              <a:gd name="connsiteY56-2868" fmla="*/ 1999 h 10000"/>
              <a:gd name="connsiteX57-2869" fmla="*/ 3424 w 10000"/>
              <a:gd name="connsiteY57-2870" fmla="*/ 0 h 10000"/>
              <a:gd name="connsiteX58-2871" fmla="*/ 3152 w 10000"/>
              <a:gd name="connsiteY58-2872" fmla="*/ 549 h 10000"/>
              <a:gd name="connsiteX59-2873" fmla="*/ 3152 w 10000"/>
              <a:gd name="connsiteY59-2874" fmla="*/ 896 h 10000"/>
              <a:gd name="connsiteX60-2875" fmla="*/ 2826 w 10000"/>
              <a:gd name="connsiteY60-2876" fmla="*/ 1446 h 10000"/>
              <a:gd name="connsiteX61-2877" fmla="*/ 2826 w 10000"/>
              <a:gd name="connsiteY61-2878" fmla="*/ 2378 h 10000"/>
              <a:gd name="connsiteX62-2879" fmla="*/ 2554 w 10000"/>
              <a:gd name="connsiteY62-2880" fmla="*/ 3274 h 10000"/>
              <a:gd name="connsiteX63-2881" fmla="*/ 2283 w 10000"/>
              <a:gd name="connsiteY63-2882" fmla="*/ 4173 h 10000"/>
              <a:gd name="connsiteX64-2883" fmla="*/ 2283 w 10000"/>
              <a:gd name="connsiteY64-2884" fmla="*/ 5102 h 10000"/>
              <a:gd name="connsiteX65-2885" fmla="*/ 1957 w 10000"/>
              <a:gd name="connsiteY65-2886" fmla="*/ 5447 h 10000"/>
              <a:gd name="connsiteX66-2887" fmla="*/ 1957 w 10000"/>
              <a:gd name="connsiteY66-2888" fmla="*/ 5998 h 10000"/>
              <a:gd name="connsiteX67-2889" fmla="*/ 1957 w 10000"/>
              <a:gd name="connsiteY67-2890" fmla="*/ 6379 h 10000"/>
              <a:gd name="connsiteX68-2891" fmla="*/ 1957 w 10000"/>
              <a:gd name="connsiteY68-2892" fmla="*/ 6724 h 10000"/>
              <a:gd name="connsiteX69-2893" fmla="*/ 2283 w 10000"/>
              <a:gd name="connsiteY69-2894" fmla="*/ 7276 h 10000"/>
              <a:gd name="connsiteX70-2895" fmla="*/ 2283 w 10000"/>
              <a:gd name="connsiteY70-2896" fmla="*/ 7828 h 10000"/>
              <a:gd name="connsiteX71-2897" fmla="*/ 2283 w 10000"/>
              <a:gd name="connsiteY71-2898" fmla="*/ 7828 h 10000"/>
              <a:gd name="connsiteX0-2899" fmla="*/ 2283 w 10000"/>
              <a:gd name="connsiteY0-2900" fmla="*/ 7828 h 10000"/>
              <a:gd name="connsiteX1-2901" fmla="*/ 2554 w 10000"/>
              <a:gd name="connsiteY1-2902" fmla="*/ 8000 h 10000"/>
              <a:gd name="connsiteX2-2903" fmla="*/ 2826 w 10000"/>
              <a:gd name="connsiteY2-2904" fmla="*/ 8207 h 10000"/>
              <a:gd name="connsiteX3-2905" fmla="*/ 3152 w 10000"/>
              <a:gd name="connsiteY3-2906" fmla="*/ 8378 h 10000"/>
              <a:gd name="connsiteX4-2907" fmla="*/ 3424 w 10000"/>
              <a:gd name="connsiteY4-2908" fmla="*/ 8378 h 10000"/>
              <a:gd name="connsiteX5-2909" fmla="*/ 3967 w 10000"/>
              <a:gd name="connsiteY5-2910" fmla="*/ 8551 h 10000"/>
              <a:gd name="connsiteX6-2911" fmla="*/ 4565 w 10000"/>
              <a:gd name="connsiteY6-2912" fmla="*/ 8551 h 10000"/>
              <a:gd name="connsiteX7-2913" fmla="*/ 5163 w 10000"/>
              <a:gd name="connsiteY7-2914" fmla="*/ 8551 h 10000"/>
              <a:gd name="connsiteX8-2915" fmla="*/ 5707 w 10000"/>
              <a:gd name="connsiteY8-2916" fmla="*/ 8551 h 10000"/>
              <a:gd name="connsiteX9-2917" fmla="*/ 6304 w 10000"/>
              <a:gd name="connsiteY9-2918" fmla="*/ 8551 h 10000"/>
              <a:gd name="connsiteX10-2919" fmla="*/ 6848 w 10000"/>
              <a:gd name="connsiteY10-2920" fmla="*/ 8551 h 10000"/>
              <a:gd name="connsiteX11-2921" fmla="*/ 7446 w 10000"/>
              <a:gd name="connsiteY11-2922" fmla="*/ 8551 h 10000"/>
              <a:gd name="connsiteX12-2923" fmla="*/ 7989 w 10000"/>
              <a:gd name="connsiteY12-2924" fmla="*/ 8551 h 10000"/>
              <a:gd name="connsiteX13-2925" fmla="*/ 8315 w 10000"/>
              <a:gd name="connsiteY13-2926" fmla="*/ 8551 h 10000"/>
              <a:gd name="connsiteX14-2927" fmla="*/ 8587 w 10000"/>
              <a:gd name="connsiteY14-2928" fmla="*/ 8722 h 10000"/>
              <a:gd name="connsiteX15-2929" fmla="*/ 9130 w 10000"/>
              <a:gd name="connsiteY15-2930" fmla="*/ 8931 h 10000"/>
              <a:gd name="connsiteX16-2931" fmla="*/ 9457 w 10000"/>
              <a:gd name="connsiteY16-2932" fmla="*/ 9103 h 10000"/>
              <a:gd name="connsiteX17-2933" fmla="*/ 9728 w 10000"/>
              <a:gd name="connsiteY17-2934" fmla="*/ 9277 h 10000"/>
              <a:gd name="connsiteX18-2935" fmla="*/ 10000 w 10000"/>
              <a:gd name="connsiteY18-2936" fmla="*/ 9483 h 10000"/>
              <a:gd name="connsiteX19-2937" fmla="*/ 10000 w 10000"/>
              <a:gd name="connsiteY19-2938" fmla="*/ 9656 h 10000"/>
              <a:gd name="connsiteX20-2939" fmla="*/ 10000 w 10000"/>
              <a:gd name="connsiteY20-2940" fmla="*/ 9656 h 10000"/>
              <a:gd name="connsiteX21-2941" fmla="*/ 10000 w 10000"/>
              <a:gd name="connsiteY21-2942" fmla="*/ 9656 h 10000"/>
              <a:gd name="connsiteX22-2943" fmla="*/ 10000 w 10000"/>
              <a:gd name="connsiteY22-2944" fmla="*/ 9828 h 10000"/>
              <a:gd name="connsiteX23-2945" fmla="*/ 9728 w 10000"/>
              <a:gd name="connsiteY23-2946" fmla="*/ 9828 h 10000"/>
              <a:gd name="connsiteX24-2947" fmla="*/ 9728 w 10000"/>
              <a:gd name="connsiteY24-2948" fmla="*/ 9828 h 10000"/>
              <a:gd name="connsiteX25-2949" fmla="*/ 9457 w 10000"/>
              <a:gd name="connsiteY25-2950" fmla="*/ 10000 h 10000"/>
              <a:gd name="connsiteX26-2951" fmla="*/ 9130 w 10000"/>
              <a:gd name="connsiteY26-2952" fmla="*/ 10000 h 10000"/>
              <a:gd name="connsiteX27-2953" fmla="*/ 8587 w 10000"/>
              <a:gd name="connsiteY27-2954" fmla="*/ 10000 h 10000"/>
              <a:gd name="connsiteX28-2955" fmla="*/ 8315 w 10000"/>
              <a:gd name="connsiteY28-2956" fmla="*/ 10000 h 10000"/>
              <a:gd name="connsiteX29-2957" fmla="*/ 7717 w 10000"/>
              <a:gd name="connsiteY29-2958" fmla="*/ 10000 h 10000"/>
              <a:gd name="connsiteX30-2959" fmla="*/ 6848 w 10000"/>
              <a:gd name="connsiteY30-2960" fmla="*/ 10000 h 10000"/>
              <a:gd name="connsiteX31-2961" fmla="*/ 6304 w 10000"/>
              <a:gd name="connsiteY31-2962" fmla="*/ 10000 h 10000"/>
              <a:gd name="connsiteX32-2963" fmla="*/ 5435 w 10000"/>
              <a:gd name="connsiteY32-2964" fmla="*/ 10000 h 10000"/>
              <a:gd name="connsiteX33-2965" fmla="*/ 4565 w 10000"/>
              <a:gd name="connsiteY33-2966" fmla="*/ 10000 h 10000"/>
              <a:gd name="connsiteX34-2967" fmla="*/ 3967 w 10000"/>
              <a:gd name="connsiteY34-2968" fmla="*/ 10000 h 10000"/>
              <a:gd name="connsiteX35-2969" fmla="*/ 3424 w 10000"/>
              <a:gd name="connsiteY35-2970" fmla="*/ 10000 h 10000"/>
              <a:gd name="connsiteX36-2971" fmla="*/ 2826 w 10000"/>
              <a:gd name="connsiteY36-2972" fmla="*/ 10000 h 10000"/>
              <a:gd name="connsiteX37-2973" fmla="*/ 2554 w 10000"/>
              <a:gd name="connsiteY37-2974" fmla="*/ 9828 h 10000"/>
              <a:gd name="connsiteX38-2975" fmla="*/ 2283 w 10000"/>
              <a:gd name="connsiteY38-2976" fmla="*/ 9828 h 10000"/>
              <a:gd name="connsiteX39-2977" fmla="*/ 1957 w 10000"/>
              <a:gd name="connsiteY39-2978" fmla="*/ 9656 h 10000"/>
              <a:gd name="connsiteX40-2979" fmla="*/ 1685 w 10000"/>
              <a:gd name="connsiteY40-2980" fmla="*/ 9656 h 10000"/>
              <a:gd name="connsiteX41-2981" fmla="*/ 1413 w 10000"/>
              <a:gd name="connsiteY41-2982" fmla="*/ 9483 h 10000"/>
              <a:gd name="connsiteX42-2983" fmla="*/ 1141 w 10000"/>
              <a:gd name="connsiteY42-2984" fmla="*/ 9483 h 10000"/>
              <a:gd name="connsiteX43-2985" fmla="*/ 815 w 10000"/>
              <a:gd name="connsiteY43-2986" fmla="*/ 9277 h 10000"/>
              <a:gd name="connsiteX44-2987" fmla="*/ 815 w 10000"/>
              <a:gd name="connsiteY44-2988" fmla="*/ 8931 h 10000"/>
              <a:gd name="connsiteX45-2989" fmla="*/ 543 w 10000"/>
              <a:gd name="connsiteY45-2990" fmla="*/ 8722 h 10000"/>
              <a:gd name="connsiteX46-2991" fmla="*/ 543 w 10000"/>
              <a:gd name="connsiteY46-2992" fmla="*/ 8551 h 10000"/>
              <a:gd name="connsiteX47-2993" fmla="*/ 272 w 10000"/>
              <a:gd name="connsiteY47-2994" fmla="*/ 8207 h 10000"/>
              <a:gd name="connsiteX48-2995" fmla="*/ 272 w 10000"/>
              <a:gd name="connsiteY48-2996" fmla="*/ 7828 h 10000"/>
              <a:gd name="connsiteX49-2997" fmla="*/ 272 w 10000"/>
              <a:gd name="connsiteY49-2998" fmla="*/ 7483 h 10000"/>
              <a:gd name="connsiteX50-2999" fmla="*/ 0 w 10000"/>
              <a:gd name="connsiteY50-3000" fmla="*/ 6932 h 10000"/>
              <a:gd name="connsiteX51-3001" fmla="*/ 0 w 10000"/>
              <a:gd name="connsiteY51-3002" fmla="*/ 6379 h 10000"/>
              <a:gd name="connsiteX52-3003" fmla="*/ 0 w 10000"/>
              <a:gd name="connsiteY52-3004" fmla="*/ 5825 h 10000"/>
              <a:gd name="connsiteX53-3005" fmla="*/ 272 w 10000"/>
              <a:gd name="connsiteY53-3006" fmla="*/ 5102 h 10000"/>
              <a:gd name="connsiteX54-3007" fmla="*/ 272 w 10000"/>
              <a:gd name="connsiteY54-3008" fmla="*/ 4380 h 10000"/>
              <a:gd name="connsiteX55-3009" fmla="*/ 272 w 10000"/>
              <a:gd name="connsiteY55-3010" fmla="*/ 3654 h 10000"/>
              <a:gd name="connsiteX56-3011" fmla="*/ 543 w 10000"/>
              <a:gd name="connsiteY56-3012" fmla="*/ 1999 h 10000"/>
              <a:gd name="connsiteX57-3013" fmla="*/ 3424 w 10000"/>
              <a:gd name="connsiteY57-3014" fmla="*/ 0 h 10000"/>
              <a:gd name="connsiteX58-3015" fmla="*/ 3152 w 10000"/>
              <a:gd name="connsiteY58-3016" fmla="*/ 549 h 10000"/>
              <a:gd name="connsiteX59-3017" fmla="*/ 2826 w 10000"/>
              <a:gd name="connsiteY59-3018" fmla="*/ 1446 h 10000"/>
              <a:gd name="connsiteX60-3019" fmla="*/ 2826 w 10000"/>
              <a:gd name="connsiteY60-3020" fmla="*/ 2378 h 10000"/>
              <a:gd name="connsiteX61-3021" fmla="*/ 2554 w 10000"/>
              <a:gd name="connsiteY61-3022" fmla="*/ 3274 h 10000"/>
              <a:gd name="connsiteX62-3023" fmla="*/ 2283 w 10000"/>
              <a:gd name="connsiteY62-3024" fmla="*/ 4173 h 10000"/>
              <a:gd name="connsiteX63-3025" fmla="*/ 2283 w 10000"/>
              <a:gd name="connsiteY63-3026" fmla="*/ 5102 h 10000"/>
              <a:gd name="connsiteX64-3027" fmla="*/ 1957 w 10000"/>
              <a:gd name="connsiteY64-3028" fmla="*/ 5447 h 10000"/>
              <a:gd name="connsiteX65-3029" fmla="*/ 1957 w 10000"/>
              <a:gd name="connsiteY65-3030" fmla="*/ 5998 h 10000"/>
              <a:gd name="connsiteX66-3031" fmla="*/ 1957 w 10000"/>
              <a:gd name="connsiteY66-3032" fmla="*/ 6379 h 10000"/>
              <a:gd name="connsiteX67-3033" fmla="*/ 1957 w 10000"/>
              <a:gd name="connsiteY67-3034" fmla="*/ 6724 h 10000"/>
              <a:gd name="connsiteX68-3035" fmla="*/ 2283 w 10000"/>
              <a:gd name="connsiteY68-3036" fmla="*/ 7276 h 10000"/>
              <a:gd name="connsiteX69-3037" fmla="*/ 2283 w 10000"/>
              <a:gd name="connsiteY69-3038" fmla="*/ 7828 h 10000"/>
              <a:gd name="connsiteX70-3039" fmla="*/ 2283 w 10000"/>
              <a:gd name="connsiteY70-3040" fmla="*/ 7828 h 10000"/>
              <a:gd name="connsiteX0-3041" fmla="*/ 2283 w 10000"/>
              <a:gd name="connsiteY0-3042" fmla="*/ 7279 h 9451"/>
              <a:gd name="connsiteX1-3043" fmla="*/ 2554 w 10000"/>
              <a:gd name="connsiteY1-3044" fmla="*/ 7451 h 9451"/>
              <a:gd name="connsiteX2-3045" fmla="*/ 2826 w 10000"/>
              <a:gd name="connsiteY2-3046" fmla="*/ 7658 h 9451"/>
              <a:gd name="connsiteX3-3047" fmla="*/ 3152 w 10000"/>
              <a:gd name="connsiteY3-3048" fmla="*/ 7829 h 9451"/>
              <a:gd name="connsiteX4-3049" fmla="*/ 3424 w 10000"/>
              <a:gd name="connsiteY4-3050" fmla="*/ 7829 h 9451"/>
              <a:gd name="connsiteX5-3051" fmla="*/ 3967 w 10000"/>
              <a:gd name="connsiteY5-3052" fmla="*/ 8002 h 9451"/>
              <a:gd name="connsiteX6-3053" fmla="*/ 4565 w 10000"/>
              <a:gd name="connsiteY6-3054" fmla="*/ 8002 h 9451"/>
              <a:gd name="connsiteX7-3055" fmla="*/ 5163 w 10000"/>
              <a:gd name="connsiteY7-3056" fmla="*/ 8002 h 9451"/>
              <a:gd name="connsiteX8-3057" fmla="*/ 5707 w 10000"/>
              <a:gd name="connsiteY8-3058" fmla="*/ 8002 h 9451"/>
              <a:gd name="connsiteX9-3059" fmla="*/ 6304 w 10000"/>
              <a:gd name="connsiteY9-3060" fmla="*/ 8002 h 9451"/>
              <a:gd name="connsiteX10-3061" fmla="*/ 6848 w 10000"/>
              <a:gd name="connsiteY10-3062" fmla="*/ 8002 h 9451"/>
              <a:gd name="connsiteX11-3063" fmla="*/ 7446 w 10000"/>
              <a:gd name="connsiteY11-3064" fmla="*/ 8002 h 9451"/>
              <a:gd name="connsiteX12-3065" fmla="*/ 7989 w 10000"/>
              <a:gd name="connsiteY12-3066" fmla="*/ 8002 h 9451"/>
              <a:gd name="connsiteX13-3067" fmla="*/ 8315 w 10000"/>
              <a:gd name="connsiteY13-3068" fmla="*/ 8002 h 9451"/>
              <a:gd name="connsiteX14-3069" fmla="*/ 8587 w 10000"/>
              <a:gd name="connsiteY14-3070" fmla="*/ 8173 h 9451"/>
              <a:gd name="connsiteX15-3071" fmla="*/ 9130 w 10000"/>
              <a:gd name="connsiteY15-3072" fmla="*/ 8382 h 9451"/>
              <a:gd name="connsiteX16-3073" fmla="*/ 9457 w 10000"/>
              <a:gd name="connsiteY16-3074" fmla="*/ 8554 h 9451"/>
              <a:gd name="connsiteX17-3075" fmla="*/ 9728 w 10000"/>
              <a:gd name="connsiteY17-3076" fmla="*/ 8728 h 9451"/>
              <a:gd name="connsiteX18-3077" fmla="*/ 10000 w 10000"/>
              <a:gd name="connsiteY18-3078" fmla="*/ 8934 h 9451"/>
              <a:gd name="connsiteX19-3079" fmla="*/ 10000 w 10000"/>
              <a:gd name="connsiteY19-3080" fmla="*/ 9107 h 9451"/>
              <a:gd name="connsiteX20-3081" fmla="*/ 10000 w 10000"/>
              <a:gd name="connsiteY20-3082" fmla="*/ 9107 h 9451"/>
              <a:gd name="connsiteX21-3083" fmla="*/ 10000 w 10000"/>
              <a:gd name="connsiteY21-3084" fmla="*/ 9107 h 9451"/>
              <a:gd name="connsiteX22-3085" fmla="*/ 10000 w 10000"/>
              <a:gd name="connsiteY22-3086" fmla="*/ 9279 h 9451"/>
              <a:gd name="connsiteX23-3087" fmla="*/ 9728 w 10000"/>
              <a:gd name="connsiteY23-3088" fmla="*/ 9279 h 9451"/>
              <a:gd name="connsiteX24-3089" fmla="*/ 9728 w 10000"/>
              <a:gd name="connsiteY24-3090" fmla="*/ 9279 h 9451"/>
              <a:gd name="connsiteX25-3091" fmla="*/ 9457 w 10000"/>
              <a:gd name="connsiteY25-3092" fmla="*/ 9451 h 9451"/>
              <a:gd name="connsiteX26-3093" fmla="*/ 9130 w 10000"/>
              <a:gd name="connsiteY26-3094" fmla="*/ 9451 h 9451"/>
              <a:gd name="connsiteX27-3095" fmla="*/ 8587 w 10000"/>
              <a:gd name="connsiteY27-3096" fmla="*/ 9451 h 9451"/>
              <a:gd name="connsiteX28-3097" fmla="*/ 8315 w 10000"/>
              <a:gd name="connsiteY28-3098" fmla="*/ 9451 h 9451"/>
              <a:gd name="connsiteX29-3099" fmla="*/ 7717 w 10000"/>
              <a:gd name="connsiteY29-3100" fmla="*/ 9451 h 9451"/>
              <a:gd name="connsiteX30-3101" fmla="*/ 6848 w 10000"/>
              <a:gd name="connsiteY30-3102" fmla="*/ 9451 h 9451"/>
              <a:gd name="connsiteX31-3103" fmla="*/ 6304 w 10000"/>
              <a:gd name="connsiteY31-3104" fmla="*/ 9451 h 9451"/>
              <a:gd name="connsiteX32-3105" fmla="*/ 5435 w 10000"/>
              <a:gd name="connsiteY32-3106" fmla="*/ 9451 h 9451"/>
              <a:gd name="connsiteX33-3107" fmla="*/ 4565 w 10000"/>
              <a:gd name="connsiteY33-3108" fmla="*/ 9451 h 9451"/>
              <a:gd name="connsiteX34-3109" fmla="*/ 3967 w 10000"/>
              <a:gd name="connsiteY34-3110" fmla="*/ 9451 h 9451"/>
              <a:gd name="connsiteX35-3111" fmla="*/ 3424 w 10000"/>
              <a:gd name="connsiteY35-3112" fmla="*/ 9451 h 9451"/>
              <a:gd name="connsiteX36-3113" fmla="*/ 2826 w 10000"/>
              <a:gd name="connsiteY36-3114" fmla="*/ 9451 h 9451"/>
              <a:gd name="connsiteX37-3115" fmla="*/ 2554 w 10000"/>
              <a:gd name="connsiteY37-3116" fmla="*/ 9279 h 9451"/>
              <a:gd name="connsiteX38-3117" fmla="*/ 2283 w 10000"/>
              <a:gd name="connsiteY38-3118" fmla="*/ 9279 h 9451"/>
              <a:gd name="connsiteX39-3119" fmla="*/ 1957 w 10000"/>
              <a:gd name="connsiteY39-3120" fmla="*/ 9107 h 9451"/>
              <a:gd name="connsiteX40-3121" fmla="*/ 1685 w 10000"/>
              <a:gd name="connsiteY40-3122" fmla="*/ 9107 h 9451"/>
              <a:gd name="connsiteX41-3123" fmla="*/ 1413 w 10000"/>
              <a:gd name="connsiteY41-3124" fmla="*/ 8934 h 9451"/>
              <a:gd name="connsiteX42-3125" fmla="*/ 1141 w 10000"/>
              <a:gd name="connsiteY42-3126" fmla="*/ 8934 h 9451"/>
              <a:gd name="connsiteX43-3127" fmla="*/ 815 w 10000"/>
              <a:gd name="connsiteY43-3128" fmla="*/ 8728 h 9451"/>
              <a:gd name="connsiteX44-3129" fmla="*/ 815 w 10000"/>
              <a:gd name="connsiteY44-3130" fmla="*/ 8382 h 9451"/>
              <a:gd name="connsiteX45-3131" fmla="*/ 543 w 10000"/>
              <a:gd name="connsiteY45-3132" fmla="*/ 8173 h 9451"/>
              <a:gd name="connsiteX46-3133" fmla="*/ 543 w 10000"/>
              <a:gd name="connsiteY46-3134" fmla="*/ 8002 h 9451"/>
              <a:gd name="connsiteX47-3135" fmla="*/ 272 w 10000"/>
              <a:gd name="connsiteY47-3136" fmla="*/ 7658 h 9451"/>
              <a:gd name="connsiteX48-3137" fmla="*/ 272 w 10000"/>
              <a:gd name="connsiteY48-3138" fmla="*/ 7279 h 9451"/>
              <a:gd name="connsiteX49-3139" fmla="*/ 272 w 10000"/>
              <a:gd name="connsiteY49-3140" fmla="*/ 6934 h 9451"/>
              <a:gd name="connsiteX50-3141" fmla="*/ 0 w 10000"/>
              <a:gd name="connsiteY50-3142" fmla="*/ 6383 h 9451"/>
              <a:gd name="connsiteX51-3143" fmla="*/ 0 w 10000"/>
              <a:gd name="connsiteY51-3144" fmla="*/ 5830 h 9451"/>
              <a:gd name="connsiteX52-3145" fmla="*/ 0 w 10000"/>
              <a:gd name="connsiteY52-3146" fmla="*/ 5276 h 9451"/>
              <a:gd name="connsiteX53-3147" fmla="*/ 272 w 10000"/>
              <a:gd name="connsiteY53-3148" fmla="*/ 4553 h 9451"/>
              <a:gd name="connsiteX54-3149" fmla="*/ 272 w 10000"/>
              <a:gd name="connsiteY54-3150" fmla="*/ 3831 h 9451"/>
              <a:gd name="connsiteX55-3151" fmla="*/ 272 w 10000"/>
              <a:gd name="connsiteY55-3152" fmla="*/ 3105 h 9451"/>
              <a:gd name="connsiteX56-3153" fmla="*/ 543 w 10000"/>
              <a:gd name="connsiteY56-3154" fmla="*/ 1450 h 9451"/>
              <a:gd name="connsiteX57-3155" fmla="*/ 3152 w 10000"/>
              <a:gd name="connsiteY57-3156" fmla="*/ 0 h 9451"/>
              <a:gd name="connsiteX58-3157" fmla="*/ 2826 w 10000"/>
              <a:gd name="connsiteY58-3158" fmla="*/ 897 h 9451"/>
              <a:gd name="connsiteX59-3159" fmla="*/ 2826 w 10000"/>
              <a:gd name="connsiteY59-3160" fmla="*/ 1829 h 9451"/>
              <a:gd name="connsiteX60-3161" fmla="*/ 2554 w 10000"/>
              <a:gd name="connsiteY60-3162" fmla="*/ 2725 h 9451"/>
              <a:gd name="connsiteX61-3163" fmla="*/ 2283 w 10000"/>
              <a:gd name="connsiteY61-3164" fmla="*/ 3624 h 9451"/>
              <a:gd name="connsiteX62-3165" fmla="*/ 2283 w 10000"/>
              <a:gd name="connsiteY62-3166" fmla="*/ 4553 h 9451"/>
              <a:gd name="connsiteX63-3167" fmla="*/ 1957 w 10000"/>
              <a:gd name="connsiteY63-3168" fmla="*/ 4898 h 9451"/>
              <a:gd name="connsiteX64-3169" fmla="*/ 1957 w 10000"/>
              <a:gd name="connsiteY64-3170" fmla="*/ 5449 h 9451"/>
              <a:gd name="connsiteX65-3171" fmla="*/ 1957 w 10000"/>
              <a:gd name="connsiteY65-3172" fmla="*/ 5830 h 9451"/>
              <a:gd name="connsiteX66-3173" fmla="*/ 1957 w 10000"/>
              <a:gd name="connsiteY66-3174" fmla="*/ 6175 h 9451"/>
              <a:gd name="connsiteX67-3175" fmla="*/ 2283 w 10000"/>
              <a:gd name="connsiteY67-3176" fmla="*/ 6727 h 9451"/>
              <a:gd name="connsiteX68-3177" fmla="*/ 2283 w 10000"/>
              <a:gd name="connsiteY68-3178" fmla="*/ 7279 h 9451"/>
              <a:gd name="connsiteX69-3179" fmla="*/ 2283 w 10000"/>
              <a:gd name="connsiteY69-3180" fmla="*/ 7279 h 9451"/>
              <a:gd name="connsiteX0-3181" fmla="*/ 2283 w 10000"/>
              <a:gd name="connsiteY0-3182" fmla="*/ 6753 h 9051"/>
              <a:gd name="connsiteX1-3183" fmla="*/ 2554 w 10000"/>
              <a:gd name="connsiteY1-3184" fmla="*/ 6935 h 9051"/>
              <a:gd name="connsiteX2-3185" fmla="*/ 2826 w 10000"/>
              <a:gd name="connsiteY2-3186" fmla="*/ 7154 h 9051"/>
              <a:gd name="connsiteX3-3187" fmla="*/ 3152 w 10000"/>
              <a:gd name="connsiteY3-3188" fmla="*/ 7335 h 9051"/>
              <a:gd name="connsiteX4-3189" fmla="*/ 3424 w 10000"/>
              <a:gd name="connsiteY4-3190" fmla="*/ 7335 h 9051"/>
              <a:gd name="connsiteX5-3191" fmla="*/ 3967 w 10000"/>
              <a:gd name="connsiteY5-3192" fmla="*/ 7518 h 9051"/>
              <a:gd name="connsiteX6-3193" fmla="*/ 4565 w 10000"/>
              <a:gd name="connsiteY6-3194" fmla="*/ 7518 h 9051"/>
              <a:gd name="connsiteX7-3195" fmla="*/ 5163 w 10000"/>
              <a:gd name="connsiteY7-3196" fmla="*/ 7518 h 9051"/>
              <a:gd name="connsiteX8-3197" fmla="*/ 5707 w 10000"/>
              <a:gd name="connsiteY8-3198" fmla="*/ 7518 h 9051"/>
              <a:gd name="connsiteX9-3199" fmla="*/ 6304 w 10000"/>
              <a:gd name="connsiteY9-3200" fmla="*/ 7518 h 9051"/>
              <a:gd name="connsiteX10-3201" fmla="*/ 6848 w 10000"/>
              <a:gd name="connsiteY10-3202" fmla="*/ 7518 h 9051"/>
              <a:gd name="connsiteX11-3203" fmla="*/ 7446 w 10000"/>
              <a:gd name="connsiteY11-3204" fmla="*/ 7518 h 9051"/>
              <a:gd name="connsiteX12-3205" fmla="*/ 7989 w 10000"/>
              <a:gd name="connsiteY12-3206" fmla="*/ 7518 h 9051"/>
              <a:gd name="connsiteX13-3207" fmla="*/ 8315 w 10000"/>
              <a:gd name="connsiteY13-3208" fmla="*/ 7518 h 9051"/>
              <a:gd name="connsiteX14-3209" fmla="*/ 8587 w 10000"/>
              <a:gd name="connsiteY14-3210" fmla="*/ 7699 h 9051"/>
              <a:gd name="connsiteX15-3211" fmla="*/ 9130 w 10000"/>
              <a:gd name="connsiteY15-3212" fmla="*/ 7920 h 9051"/>
              <a:gd name="connsiteX16-3213" fmla="*/ 9457 w 10000"/>
              <a:gd name="connsiteY16-3214" fmla="*/ 8102 h 9051"/>
              <a:gd name="connsiteX17-3215" fmla="*/ 9728 w 10000"/>
              <a:gd name="connsiteY17-3216" fmla="*/ 8286 h 9051"/>
              <a:gd name="connsiteX18-3217" fmla="*/ 10000 w 10000"/>
              <a:gd name="connsiteY18-3218" fmla="*/ 8504 h 9051"/>
              <a:gd name="connsiteX19-3219" fmla="*/ 10000 w 10000"/>
              <a:gd name="connsiteY19-3220" fmla="*/ 8687 h 9051"/>
              <a:gd name="connsiteX20-3221" fmla="*/ 10000 w 10000"/>
              <a:gd name="connsiteY20-3222" fmla="*/ 8687 h 9051"/>
              <a:gd name="connsiteX21-3223" fmla="*/ 10000 w 10000"/>
              <a:gd name="connsiteY21-3224" fmla="*/ 8687 h 9051"/>
              <a:gd name="connsiteX22-3225" fmla="*/ 10000 w 10000"/>
              <a:gd name="connsiteY22-3226" fmla="*/ 8869 h 9051"/>
              <a:gd name="connsiteX23-3227" fmla="*/ 9728 w 10000"/>
              <a:gd name="connsiteY23-3228" fmla="*/ 8869 h 9051"/>
              <a:gd name="connsiteX24-3229" fmla="*/ 9728 w 10000"/>
              <a:gd name="connsiteY24-3230" fmla="*/ 8869 h 9051"/>
              <a:gd name="connsiteX25-3231" fmla="*/ 9457 w 10000"/>
              <a:gd name="connsiteY25-3232" fmla="*/ 9051 h 9051"/>
              <a:gd name="connsiteX26-3233" fmla="*/ 9130 w 10000"/>
              <a:gd name="connsiteY26-3234" fmla="*/ 9051 h 9051"/>
              <a:gd name="connsiteX27-3235" fmla="*/ 8587 w 10000"/>
              <a:gd name="connsiteY27-3236" fmla="*/ 9051 h 9051"/>
              <a:gd name="connsiteX28-3237" fmla="*/ 8315 w 10000"/>
              <a:gd name="connsiteY28-3238" fmla="*/ 9051 h 9051"/>
              <a:gd name="connsiteX29-3239" fmla="*/ 7717 w 10000"/>
              <a:gd name="connsiteY29-3240" fmla="*/ 9051 h 9051"/>
              <a:gd name="connsiteX30-3241" fmla="*/ 6848 w 10000"/>
              <a:gd name="connsiteY30-3242" fmla="*/ 9051 h 9051"/>
              <a:gd name="connsiteX31-3243" fmla="*/ 6304 w 10000"/>
              <a:gd name="connsiteY31-3244" fmla="*/ 9051 h 9051"/>
              <a:gd name="connsiteX32-3245" fmla="*/ 5435 w 10000"/>
              <a:gd name="connsiteY32-3246" fmla="*/ 9051 h 9051"/>
              <a:gd name="connsiteX33-3247" fmla="*/ 4565 w 10000"/>
              <a:gd name="connsiteY33-3248" fmla="*/ 9051 h 9051"/>
              <a:gd name="connsiteX34-3249" fmla="*/ 3967 w 10000"/>
              <a:gd name="connsiteY34-3250" fmla="*/ 9051 h 9051"/>
              <a:gd name="connsiteX35-3251" fmla="*/ 3424 w 10000"/>
              <a:gd name="connsiteY35-3252" fmla="*/ 9051 h 9051"/>
              <a:gd name="connsiteX36-3253" fmla="*/ 2826 w 10000"/>
              <a:gd name="connsiteY36-3254" fmla="*/ 9051 h 9051"/>
              <a:gd name="connsiteX37-3255" fmla="*/ 2554 w 10000"/>
              <a:gd name="connsiteY37-3256" fmla="*/ 8869 h 9051"/>
              <a:gd name="connsiteX38-3257" fmla="*/ 2283 w 10000"/>
              <a:gd name="connsiteY38-3258" fmla="*/ 8869 h 9051"/>
              <a:gd name="connsiteX39-3259" fmla="*/ 1957 w 10000"/>
              <a:gd name="connsiteY39-3260" fmla="*/ 8687 h 9051"/>
              <a:gd name="connsiteX40-3261" fmla="*/ 1685 w 10000"/>
              <a:gd name="connsiteY40-3262" fmla="*/ 8687 h 9051"/>
              <a:gd name="connsiteX41-3263" fmla="*/ 1413 w 10000"/>
              <a:gd name="connsiteY41-3264" fmla="*/ 8504 h 9051"/>
              <a:gd name="connsiteX42-3265" fmla="*/ 1141 w 10000"/>
              <a:gd name="connsiteY42-3266" fmla="*/ 8504 h 9051"/>
              <a:gd name="connsiteX43-3267" fmla="*/ 815 w 10000"/>
              <a:gd name="connsiteY43-3268" fmla="*/ 8286 h 9051"/>
              <a:gd name="connsiteX44-3269" fmla="*/ 815 w 10000"/>
              <a:gd name="connsiteY44-3270" fmla="*/ 7920 h 9051"/>
              <a:gd name="connsiteX45-3271" fmla="*/ 543 w 10000"/>
              <a:gd name="connsiteY45-3272" fmla="*/ 7699 h 9051"/>
              <a:gd name="connsiteX46-3273" fmla="*/ 543 w 10000"/>
              <a:gd name="connsiteY46-3274" fmla="*/ 7518 h 9051"/>
              <a:gd name="connsiteX47-3275" fmla="*/ 272 w 10000"/>
              <a:gd name="connsiteY47-3276" fmla="*/ 7154 h 9051"/>
              <a:gd name="connsiteX48-3277" fmla="*/ 272 w 10000"/>
              <a:gd name="connsiteY48-3278" fmla="*/ 6753 h 9051"/>
              <a:gd name="connsiteX49-3279" fmla="*/ 272 w 10000"/>
              <a:gd name="connsiteY49-3280" fmla="*/ 6388 h 9051"/>
              <a:gd name="connsiteX50-3281" fmla="*/ 0 w 10000"/>
              <a:gd name="connsiteY50-3282" fmla="*/ 5805 h 9051"/>
              <a:gd name="connsiteX51-3283" fmla="*/ 0 w 10000"/>
              <a:gd name="connsiteY51-3284" fmla="*/ 5220 h 9051"/>
              <a:gd name="connsiteX52-3285" fmla="*/ 0 w 10000"/>
              <a:gd name="connsiteY52-3286" fmla="*/ 4633 h 9051"/>
              <a:gd name="connsiteX53-3287" fmla="*/ 272 w 10000"/>
              <a:gd name="connsiteY53-3288" fmla="*/ 3868 h 9051"/>
              <a:gd name="connsiteX54-3289" fmla="*/ 272 w 10000"/>
              <a:gd name="connsiteY54-3290" fmla="*/ 3105 h 9051"/>
              <a:gd name="connsiteX55-3291" fmla="*/ 272 w 10000"/>
              <a:gd name="connsiteY55-3292" fmla="*/ 2336 h 9051"/>
              <a:gd name="connsiteX56-3293" fmla="*/ 543 w 10000"/>
              <a:gd name="connsiteY56-3294" fmla="*/ 585 h 9051"/>
              <a:gd name="connsiteX57-3295" fmla="*/ 2826 w 10000"/>
              <a:gd name="connsiteY57-3296" fmla="*/ 0 h 9051"/>
              <a:gd name="connsiteX58-3297" fmla="*/ 2826 w 10000"/>
              <a:gd name="connsiteY58-3298" fmla="*/ 986 h 9051"/>
              <a:gd name="connsiteX59-3299" fmla="*/ 2554 w 10000"/>
              <a:gd name="connsiteY59-3300" fmla="*/ 1934 h 9051"/>
              <a:gd name="connsiteX60-3301" fmla="*/ 2283 w 10000"/>
              <a:gd name="connsiteY60-3302" fmla="*/ 2886 h 9051"/>
              <a:gd name="connsiteX61-3303" fmla="*/ 2283 w 10000"/>
              <a:gd name="connsiteY61-3304" fmla="*/ 3868 h 9051"/>
              <a:gd name="connsiteX62-3305" fmla="*/ 1957 w 10000"/>
              <a:gd name="connsiteY62-3306" fmla="*/ 4234 h 9051"/>
              <a:gd name="connsiteX63-3307" fmla="*/ 1957 w 10000"/>
              <a:gd name="connsiteY63-3308" fmla="*/ 4817 h 9051"/>
              <a:gd name="connsiteX64-3309" fmla="*/ 1957 w 10000"/>
              <a:gd name="connsiteY64-3310" fmla="*/ 5220 h 9051"/>
              <a:gd name="connsiteX65-3311" fmla="*/ 1957 w 10000"/>
              <a:gd name="connsiteY65-3312" fmla="*/ 5585 h 9051"/>
              <a:gd name="connsiteX66-3313" fmla="*/ 2283 w 10000"/>
              <a:gd name="connsiteY66-3314" fmla="*/ 6169 h 9051"/>
              <a:gd name="connsiteX67-3315" fmla="*/ 2283 w 10000"/>
              <a:gd name="connsiteY67-3316" fmla="*/ 6753 h 9051"/>
              <a:gd name="connsiteX68-3317" fmla="*/ 2283 w 10000"/>
              <a:gd name="connsiteY68-3318" fmla="*/ 6753 h 9051"/>
              <a:gd name="connsiteX0-3319" fmla="*/ 2283 w 10000"/>
              <a:gd name="connsiteY0-3320" fmla="*/ 6815 h 9354"/>
              <a:gd name="connsiteX1-3321" fmla="*/ 2554 w 10000"/>
              <a:gd name="connsiteY1-3322" fmla="*/ 7016 h 9354"/>
              <a:gd name="connsiteX2-3323" fmla="*/ 2826 w 10000"/>
              <a:gd name="connsiteY2-3324" fmla="*/ 7258 h 9354"/>
              <a:gd name="connsiteX3-3325" fmla="*/ 3152 w 10000"/>
              <a:gd name="connsiteY3-3326" fmla="*/ 7458 h 9354"/>
              <a:gd name="connsiteX4-3327" fmla="*/ 3424 w 10000"/>
              <a:gd name="connsiteY4-3328" fmla="*/ 7458 h 9354"/>
              <a:gd name="connsiteX5-3329" fmla="*/ 3967 w 10000"/>
              <a:gd name="connsiteY5-3330" fmla="*/ 7660 h 9354"/>
              <a:gd name="connsiteX6-3331" fmla="*/ 4565 w 10000"/>
              <a:gd name="connsiteY6-3332" fmla="*/ 7660 h 9354"/>
              <a:gd name="connsiteX7-3333" fmla="*/ 5163 w 10000"/>
              <a:gd name="connsiteY7-3334" fmla="*/ 7660 h 9354"/>
              <a:gd name="connsiteX8-3335" fmla="*/ 5707 w 10000"/>
              <a:gd name="connsiteY8-3336" fmla="*/ 7660 h 9354"/>
              <a:gd name="connsiteX9-3337" fmla="*/ 6304 w 10000"/>
              <a:gd name="connsiteY9-3338" fmla="*/ 7660 h 9354"/>
              <a:gd name="connsiteX10-3339" fmla="*/ 6848 w 10000"/>
              <a:gd name="connsiteY10-3340" fmla="*/ 7660 h 9354"/>
              <a:gd name="connsiteX11-3341" fmla="*/ 7446 w 10000"/>
              <a:gd name="connsiteY11-3342" fmla="*/ 7660 h 9354"/>
              <a:gd name="connsiteX12-3343" fmla="*/ 7989 w 10000"/>
              <a:gd name="connsiteY12-3344" fmla="*/ 7660 h 9354"/>
              <a:gd name="connsiteX13-3345" fmla="*/ 8315 w 10000"/>
              <a:gd name="connsiteY13-3346" fmla="*/ 7660 h 9354"/>
              <a:gd name="connsiteX14-3347" fmla="*/ 8587 w 10000"/>
              <a:gd name="connsiteY14-3348" fmla="*/ 7860 h 9354"/>
              <a:gd name="connsiteX15-3349" fmla="*/ 9130 w 10000"/>
              <a:gd name="connsiteY15-3350" fmla="*/ 8104 h 9354"/>
              <a:gd name="connsiteX16-3351" fmla="*/ 9457 w 10000"/>
              <a:gd name="connsiteY16-3352" fmla="*/ 8305 h 9354"/>
              <a:gd name="connsiteX17-3353" fmla="*/ 9728 w 10000"/>
              <a:gd name="connsiteY17-3354" fmla="*/ 8509 h 9354"/>
              <a:gd name="connsiteX18-3355" fmla="*/ 10000 w 10000"/>
              <a:gd name="connsiteY18-3356" fmla="*/ 8750 h 9354"/>
              <a:gd name="connsiteX19-3357" fmla="*/ 10000 w 10000"/>
              <a:gd name="connsiteY19-3358" fmla="*/ 8952 h 9354"/>
              <a:gd name="connsiteX20-3359" fmla="*/ 10000 w 10000"/>
              <a:gd name="connsiteY20-3360" fmla="*/ 8952 h 9354"/>
              <a:gd name="connsiteX21-3361" fmla="*/ 10000 w 10000"/>
              <a:gd name="connsiteY21-3362" fmla="*/ 8952 h 9354"/>
              <a:gd name="connsiteX22-3363" fmla="*/ 10000 w 10000"/>
              <a:gd name="connsiteY22-3364" fmla="*/ 9153 h 9354"/>
              <a:gd name="connsiteX23-3365" fmla="*/ 9728 w 10000"/>
              <a:gd name="connsiteY23-3366" fmla="*/ 9153 h 9354"/>
              <a:gd name="connsiteX24-3367" fmla="*/ 9728 w 10000"/>
              <a:gd name="connsiteY24-3368" fmla="*/ 9153 h 9354"/>
              <a:gd name="connsiteX25-3369" fmla="*/ 9457 w 10000"/>
              <a:gd name="connsiteY25-3370" fmla="*/ 9354 h 9354"/>
              <a:gd name="connsiteX26-3371" fmla="*/ 9130 w 10000"/>
              <a:gd name="connsiteY26-3372" fmla="*/ 9354 h 9354"/>
              <a:gd name="connsiteX27-3373" fmla="*/ 8587 w 10000"/>
              <a:gd name="connsiteY27-3374" fmla="*/ 9354 h 9354"/>
              <a:gd name="connsiteX28-3375" fmla="*/ 8315 w 10000"/>
              <a:gd name="connsiteY28-3376" fmla="*/ 9354 h 9354"/>
              <a:gd name="connsiteX29-3377" fmla="*/ 7717 w 10000"/>
              <a:gd name="connsiteY29-3378" fmla="*/ 9354 h 9354"/>
              <a:gd name="connsiteX30-3379" fmla="*/ 6848 w 10000"/>
              <a:gd name="connsiteY30-3380" fmla="*/ 9354 h 9354"/>
              <a:gd name="connsiteX31-3381" fmla="*/ 6304 w 10000"/>
              <a:gd name="connsiteY31-3382" fmla="*/ 9354 h 9354"/>
              <a:gd name="connsiteX32-3383" fmla="*/ 5435 w 10000"/>
              <a:gd name="connsiteY32-3384" fmla="*/ 9354 h 9354"/>
              <a:gd name="connsiteX33-3385" fmla="*/ 4565 w 10000"/>
              <a:gd name="connsiteY33-3386" fmla="*/ 9354 h 9354"/>
              <a:gd name="connsiteX34-3387" fmla="*/ 3967 w 10000"/>
              <a:gd name="connsiteY34-3388" fmla="*/ 9354 h 9354"/>
              <a:gd name="connsiteX35-3389" fmla="*/ 3424 w 10000"/>
              <a:gd name="connsiteY35-3390" fmla="*/ 9354 h 9354"/>
              <a:gd name="connsiteX36-3391" fmla="*/ 2826 w 10000"/>
              <a:gd name="connsiteY36-3392" fmla="*/ 9354 h 9354"/>
              <a:gd name="connsiteX37-3393" fmla="*/ 2554 w 10000"/>
              <a:gd name="connsiteY37-3394" fmla="*/ 9153 h 9354"/>
              <a:gd name="connsiteX38-3395" fmla="*/ 2283 w 10000"/>
              <a:gd name="connsiteY38-3396" fmla="*/ 9153 h 9354"/>
              <a:gd name="connsiteX39-3397" fmla="*/ 1957 w 10000"/>
              <a:gd name="connsiteY39-3398" fmla="*/ 8952 h 9354"/>
              <a:gd name="connsiteX40-3399" fmla="*/ 1685 w 10000"/>
              <a:gd name="connsiteY40-3400" fmla="*/ 8952 h 9354"/>
              <a:gd name="connsiteX41-3401" fmla="*/ 1413 w 10000"/>
              <a:gd name="connsiteY41-3402" fmla="*/ 8750 h 9354"/>
              <a:gd name="connsiteX42-3403" fmla="*/ 1141 w 10000"/>
              <a:gd name="connsiteY42-3404" fmla="*/ 8750 h 9354"/>
              <a:gd name="connsiteX43-3405" fmla="*/ 815 w 10000"/>
              <a:gd name="connsiteY43-3406" fmla="*/ 8509 h 9354"/>
              <a:gd name="connsiteX44-3407" fmla="*/ 815 w 10000"/>
              <a:gd name="connsiteY44-3408" fmla="*/ 8104 h 9354"/>
              <a:gd name="connsiteX45-3409" fmla="*/ 543 w 10000"/>
              <a:gd name="connsiteY45-3410" fmla="*/ 7860 h 9354"/>
              <a:gd name="connsiteX46-3411" fmla="*/ 543 w 10000"/>
              <a:gd name="connsiteY46-3412" fmla="*/ 7660 h 9354"/>
              <a:gd name="connsiteX47-3413" fmla="*/ 272 w 10000"/>
              <a:gd name="connsiteY47-3414" fmla="*/ 7258 h 9354"/>
              <a:gd name="connsiteX48-3415" fmla="*/ 272 w 10000"/>
              <a:gd name="connsiteY48-3416" fmla="*/ 6815 h 9354"/>
              <a:gd name="connsiteX49-3417" fmla="*/ 272 w 10000"/>
              <a:gd name="connsiteY49-3418" fmla="*/ 6412 h 9354"/>
              <a:gd name="connsiteX50-3419" fmla="*/ 0 w 10000"/>
              <a:gd name="connsiteY50-3420" fmla="*/ 5768 h 9354"/>
              <a:gd name="connsiteX51-3421" fmla="*/ 0 w 10000"/>
              <a:gd name="connsiteY51-3422" fmla="*/ 5121 h 9354"/>
              <a:gd name="connsiteX52-3423" fmla="*/ 0 w 10000"/>
              <a:gd name="connsiteY52-3424" fmla="*/ 4473 h 9354"/>
              <a:gd name="connsiteX53-3425" fmla="*/ 272 w 10000"/>
              <a:gd name="connsiteY53-3426" fmla="*/ 3628 h 9354"/>
              <a:gd name="connsiteX54-3427" fmla="*/ 272 w 10000"/>
              <a:gd name="connsiteY54-3428" fmla="*/ 2785 h 9354"/>
              <a:gd name="connsiteX55-3429" fmla="*/ 272 w 10000"/>
              <a:gd name="connsiteY55-3430" fmla="*/ 1935 h 9354"/>
              <a:gd name="connsiteX56-3431" fmla="*/ 543 w 10000"/>
              <a:gd name="connsiteY56-3432" fmla="*/ 0 h 9354"/>
              <a:gd name="connsiteX57-3433" fmla="*/ 2826 w 10000"/>
              <a:gd name="connsiteY57-3434" fmla="*/ 443 h 9354"/>
              <a:gd name="connsiteX58-3435" fmla="*/ 2554 w 10000"/>
              <a:gd name="connsiteY58-3436" fmla="*/ 1491 h 9354"/>
              <a:gd name="connsiteX59-3437" fmla="*/ 2283 w 10000"/>
              <a:gd name="connsiteY59-3438" fmla="*/ 2543 h 9354"/>
              <a:gd name="connsiteX60-3439" fmla="*/ 2283 w 10000"/>
              <a:gd name="connsiteY60-3440" fmla="*/ 3628 h 9354"/>
              <a:gd name="connsiteX61-3441" fmla="*/ 1957 w 10000"/>
              <a:gd name="connsiteY61-3442" fmla="*/ 4032 h 9354"/>
              <a:gd name="connsiteX62-3443" fmla="*/ 1957 w 10000"/>
              <a:gd name="connsiteY62-3444" fmla="*/ 4676 h 9354"/>
              <a:gd name="connsiteX63-3445" fmla="*/ 1957 w 10000"/>
              <a:gd name="connsiteY63-3446" fmla="*/ 5121 h 9354"/>
              <a:gd name="connsiteX64-3447" fmla="*/ 1957 w 10000"/>
              <a:gd name="connsiteY64-3448" fmla="*/ 5525 h 9354"/>
              <a:gd name="connsiteX65-3449" fmla="*/ 2283 w 10000"/>
              <a:gd name="connsiteY65-3450" fmla="*/ 6170 h 9354"/>
              <a:gd name="connsiteX66-3451" fmla="*/ 2283 w 10000"/>
              <a:gd name="connsiteY66-3452" fmla="*/ 6815 h 9354"/>
              <a:gd name="connsiteX67-3453" fmla="*/ 2283 w 10000"/>
              <a:gd name="connsiteY67-3454" fmla="*/ 6815 h 9354"/>
              <a:gd name="connsiteX0-3455" fmla="*/ 2283 w 10000"/>
              <a:gd name="connsiteY0-3456" fmla="*/ 7286 h 10000"/>
              <a:gd name="connsiteX1-3457" fmla="*/ 2554 w 10000"/>
              <a:gd name="connsiteY1-3458" fmla="*/ 7501 h 10000"/>
              <a:gd name="connsiteX2-3459" fmla="*/ 2826 w 10000"/>
              <a:gd name="connsiteY2-3460" fmla="*/ 7759 h 10000"/>
              <a:gd name="connsiteX3-3461" fmla="*/ 3152 w 10000"/>
              <a:gd name="connsiteY3-3462" fmla="*/ 7973 h 10000"/>
              <a:gd name="connsiteX4-3463" fmla="*/ 3424 w 10000"/>
              <a:gd name="connsiteY4-3464" fmla="*/ 7973 h 10000"/>
              <a:gd name="connsiteX5-3465" fmla="*/ 3967 w 10000"/>
              <a:gd name="connsiteY5-3466" fmla="*/ 8189 h 10000"/>
              <a:gd name="connsiteX6-3467" fmla="*/ 4565 w 10000"/>
              <a:gd name="connsiteY6-3468" fmla="*/ 8189 h 10000"/>
              <a:gd name="connsiteX7-3469" fmla="*/ 5163 w 10000"/>
              <a:gd name="connsiteY7-3470" fmla="*/ 8189 h 10000"/>
              <a:gd name="connsiteX8-3471" fmla="*/ 5707 w 10000"/>
              <a:gd name="connsiteY8-3472" fmla="*/ 8189 h 10000"/>
              <a:gd name="connsiteX9-3473" fmla="*/ 6304 w 10000"/>
              <a:gd name="connsiteY9-3474" fmla="*/ 8189 h 10000"/>
              <a:gd name="connsiteX10-3475" fmla="*/ 6848 w 10000"/>
              <a:gd name="connsiteY10-3476" fmla="*/ 8189 h 10000"/>
              <a:gd name="connsiteX11-3477" fmla="*/ 7446 w 10000"/>
              <a:gd name="connsiteY11-3478" fmla="*/ 8189 h 10000"/>
              <a:gd name="connsiteX12-3479" fmla="*/ 7989 w 10000"/>
              <a:gd name="connsiteY12-3480" fmla="*/ 8189 h 10000"/>
              <a:gd name="connsiteX13-3481" fmla="*/ 8315 w 10000"/>
              <a:gd name="connsiteY13-3482" fmla="*/ 8189 h 10000"/>
              <a:gd name="connsiteX14-3483" fmla="*/ 8587 w 10000"/>
              <a:gd name="connsiteY14-3484" fmla="*/ 8403 h 10000"/>
              <a:gd name="connsiteX15-3485" fmla="*/ 9130 w 10000"/>
              <a:gd name="connsiteY15-3486" fmla="*/ 8664 h 10000"/>
              <a:gd name="connsiteX16-3487" fmla="*/ 9457 w 10000"/>
              <a:gd name="connsiteY16-3488" fmla="*/ 8879 h 10000"/>
              <a:gd name="connsiteX17-3489" fmla="*/ 9728 w 10000"/>
              <a:gd name="connsiteY17-3490" fmla="*/ 9097 h 10000"/>
              <a:gd name="connsiteX18-3491" fmla="*/ 10000 w 10000"/>
              <a:gd name="connsiteY18-3492" fmla="*/ 9354 h 10000"/>
              <a:gd name="connsiteX19-3493" fmla="*/ 10000 w 10000"/>
              <a:gd name="connsiteY19-3494" fmla="*/ 9570 h 10000"/>
              <a:gd name="connsiteX20-3495" fmla="*/ 10000 w 10000"/>
              <a:gd name="connsiteY20-3496" fmla="*/ 9570 h 10000"/>
              <a:gd name="connsiteX21-3497" fmla="*/ 10000 w 10000"/>
              <a:gd name="connsiteY21-3498" fmla="*/ 9570 h 10000"/>
              <a:gd name="connsiteX22-3499" fmla="*/ 10000 w 10000"/>
              <a:gd name="connsiteY22-3500" fmla="*/ 9785 h 10000"/>
              <a:gd name="connsiteX23-3501" fmla="*/ 9728 w 10000"/>
              <a:gd name="connsiteY23-3502" fmla="*/ 9785 h 10000"/>
              <a:gd name="connsiteX24-3503" fmla="*/ 9728 w 10000"/>
              <a:gd name="connsiteY24-3504" fmla="*/ 9785 h 10000"/>
              <a:gd name="connsiteX25-3505" fmla="*/ 9457 w 10000"/>
              <a:gd name="connsiteY25-3506" fmla="*/ 10000 h 10000"/>
              <a:gd name="connsiteX26-3507" fmla="*/ 9130 w 10000"/>
              <a:gd name="connsiteY26-3508" fmla="*/ 10000 h 10000"/>
              <a:gd name="connsiteX27-3509" fmla="*/ 8587 w 10000"/>
              <a:gd name="connsiteY27-3510" fmla="*/ 10000 h 10000"/>
              <a:gd name="connsiteX28-3511" fmla="*/ 8315 w 10000"/>
              <a:gd name="connsiteY28-3512" fmla="*/ 10000 h 10000"/>
              <a:gd name="connsiteX29-3513" fmla="*/ 7717 w 10000"/>
              <a:gd name="connsiteY29-3514" fmla="*/ 10000 h 10000"/>
              <a:gd name="connsiteX30-3515" fmla="*/ 6848 w 10000"/>
              <a:gd name="connsiteY30-3516" fmla="*/ 10000 h 10000"/>
              <a:gd name="connsiteX31-3517" fmla="*/ 6304 w 10000"/>
              <a:gd name="connsiteY31-3518" fmla="*/ 10000 h 10000"/>
              <a:gd name="connsiteX32-3519" fmla="*/ 5435 w 10000"/>
              <a:gd name="connsiteY32-3520" fmla="*/ 10000 h 10000"/>
              <a:gd name="connsiteX33-3521" fmla="*/ 4565 w 10000"/>
              <a:gd name="connsiteY33-3522" fmla="*/ 10000 h 10000"/>
              <a:gd name="connsiteX34-3523" fmla="*/ 3967 w 10000"/>
              <a:gd name="connsiteY34-3524" fmla="*/ 10000 h 10000"/>
              <a:gd name="connsiteX35-3525" fmla="*/ 3424 w 10000"/>
              <a:gd name="connsiteY35-3526" fmla="*/ 10000 h 10000"/>
              <a:gd name="connsiteX36-3527" fmla="*/ 2826 w 10000"/>
              <a:gd name="connsiteY36-3528" fmla="*/ 10000 h 10000"/>
              <a:gd name="connsiteX37-3529" fmla="*/ 2554 w 10000"/>
              <a:gd name="connsiteY37-3530" fmla="*/ 9785 h 10000"/>
              <a:gd name="connsiteX38-3531" fmla="*/ 2283 w 10000"/>
              <a:gd name="connsiteY38-3532" fmla="*/ 9785 h 10000"/>
              <a:gd name="connsiteX39-3533" fmla="*/ 1957 w 10000"/>
              <a:gd name="connsiteY39-3534" fmla="*/ 9570 h 10000"/>
              <a:gd name="connsiteX40-3535" fmla="*/ 1685 w 10000"/>
              <a:gd name="connsiteY40-3536" fmla="*/ 9570 h 10000"/>
              <a:gd name="connsiteX41-3537" fmla="*/ 1413 w 10000"/>
              <a:gd name="connsiteY41-3538" fmla="*/ 9354 h 10000"/>
              <a:gd name="connsiteX42-3539" fmla="*/ 1141 w 10000"/>
              <a:gd name="connsiteY42-3540" fmla="*/ 9354 h 10000"/>
              <a:gd name="connsiteX43-3541" fmla="*/ 815 w 10000"/>
              <a:gd name="connsiteY43-3542" fmla="*/ 9097 h 10000"/>
              <a:gd name="connsiteX44-3543" fmla="*/ 815 w 10000"/>
              <a:gd name="connsiteY44-3544" fmla="*/ 8664 h 10000"/>
              <a:gd name="connsiteX45-3545" fmla="*/ 543 w 10000"/>
              <a:gd name="connsiteY45-3546" fmla="*/ 8403 h 10000"/>
              <a:gd name="connsiteX46-3547" fmla="*/ 543 w 10000"/>
              <a:gd name="connsiteY46-3548" fmla="*/ 8189 h 10000"/>
              <a:gd name="connsiteX47-3549" fmla="*/ 272 w 10000"/>
              <a:gd name="connsiteY47-3550" fmla="*/ 7759 h 10000"/>
              <a:gd name="connsiteX48-3551" fmla="*/ 272 w 10000"/>
              <a:gd name="connsiteY48-3552" fmla="*/ 7286 h 10000"/>
              <a:gd name="connsiteX49-3553" fmla="*/ 272 w 10000"/>
              <a:gd name="connsiteY49-3554" fmla="*/ 6855 h 10000"/>
              <a:gd name="connsiteX50-3555" fmla="*/ 0 w 10000"/>
              <a:gd name="connsiteY50-3556" fmla="*/ 6166 h 10000"/>
              <a:gd name="connsiteX51-3557" fmla="*/ 0 w 10000"/>
              <a:gd name="connsiteY51-3558" fmla="*/ 5475 h 10000"/>
              <a:gd name="connsiteX52-3559" fmla="*/ 0 w 10000"/>
              <a:gd name="connsiteY52-3560" fmla="*/ 4782 h 10000"/>
              <a:gd name="connsiteX53-3561" fmla="*/ 272 w 10000"/>
              <a:gd name="connsiteY53-3562" fmla="*/ 3879 h 10000"/>
              <a:gd name="connsiteX54-3563" fmla="*/ 272 w 10000"/>
              <a:gd name="connsiteY54-3564" fmla="*/ 2977 h 10000"/>
              <a:gd name="connsiteX55-3565" fmla="*/ 272 w 10000"/>
              <a:gd name="connsiteY55-3566" fmla="*/ 2069 h 10000"/>
              <a:gd name="connsiteX56-3567" fmla="*/ 543 w 10000"/>
              <a:gd name="connsiteY56-3568" fmla="*/ 0 h 10000"/>
              <a:gd name="connsiteX57-3569" fmla="*/ 2554 w 10000"/>
              <a:gd name="connsiteY57-3570" fmla="*/ 1594 h 10000"/>
              <a:gd name="connsiteX58-3571" fmla="*/ 2283 w 10000"/>
              <a:gd name="connsiteY58-3572" fmla="*/ 2719 h 10000"/>
              <a:gd name="connsiteX59-3573" fmla="*/ 2283 w 10000"/>
              <a:gd name="connsiteY59-3574" fmla="*/ 3879 h 10000"/>
              <a:gd name="connsiteX60-3575" fmla="*/ 1957 w 10000"/>
              <a:gd name="connsiteY60-3576" fmla="*/ 4310 h 10000"/>
              <a:gd name="connsiteX61-3577" fmla="*/ 1957 w 10000"/>
              <a:gd name="connsiteY61-3578" fmla="*/ 4999 h 10000"/>
              <a:gd name="connsiteX62-3579" fmla="*/ 1957 w 10000"/>
              <a:gd name="connsiteY62-3580" fmla="*/ 5475 h 10000"/>
              <a:gd name="connsiteX63-3581" fmla="*/ 1957 w 10000"/>
              <a:gd name="connsiteY63-3582" fmla="*/ 5907 h 10000"/>
              <a:gd name="connsiteX64-3583" fmla="*/ 2283 w 10000"/>
              <a:gd name="connsiteY64-3584" fmla="*/ 6596 h 10000"/>
              <a:gd name="connsiteX65-3585" fmla="*/ 2283 w 10000"/>
              <a:gd name="connsiteY65-3586" fmla="*/ 7286 h 10000"/>
              <a:gd name="connsiteX66-3587" fmla="*/ 2283 w 10000"/>
              <a:gd name="connsiteY66-3588" fmla="*/ 7286 h 10000"/>
              <a:gd name="connsiteX0-3589" fmla="*/ 2283 w 10000"/>
              <a:gd name="connsiteY0-3590" fmla="*/ 5800 h 8514"/>
              <a:gd name="connsiteX1-3591" fmla="*/ 2554 w 10000"/>
              <a:gd name="connsiteY1-3592" fmla="*/ 6015 h 8514"/>
              <a:gd name="connsiteX2-3593" fmla="*/ 2826 w 10000"/>
              <a:gd name="connsiteY2-3594" fmla="*/ 6273 h 8514"/>
              <a:gd name="connsiteX3-3595" fmla="*/ 3152 w 10000"/>
              <a:gd name="connsiteY3-3596" fmla="*/ 6487 h 8514"/>
              <a:gd name="connsiteX4-3597" fmla="*/ 3424 w 10000"/>
              <a:gd name="connsiteY4-3598" fmla="*/ 6487 h 8514"/>
              <a:gd name="connsiteX5-3599" fmla="*/ 3967 w 10000"/>
              <a:gd name="connsiteY5-3600" fmla="*/ 6703 h 8514"/>
              <a:gd name="connsiteX6-3601" fmla="*/ 4565 w 10000"/>
              <a:gd name="connsiteY6-3602" fmla="*/ 6703 h 8514"/>
              <a:gd name="connsiteX7-3603" fmla="*/ 5163 w 10000"/>
              <a:gd name="connsiteY7-3604" fmla="*/ 6703 h 8514"/>
              <a:gd name="connsiteX8-3605" fmla="*/ 5707 w 10000"/>
              <a:gd name="connsiteY8-3606" fmla="*/ 6703 h 8514"/>
              <a:gd name="connsiteX9-3607" fmla="*/ 6304 w 10000"/>
              <a:gd name="connsiteY9-3608" fmla="*/ 6703 h 8514"/>
              <a:gd name="connsiteX10-3609" fmla="*/ 6848 w 10000"/>
              <a:gd name="connsiteY10-3610" fmla="*/ 6703 h 8514"/>
              <a:gd name="connsiteX11-3611" fmla="*/ 7446 w 10000"/>
              <a:gd name="connsiteY11-3612" fmla="*/ 6703 h 8514"/>
              <a:gd name="connsiteX12-3613" fmla="*/ 7989 w 10000"/>
              <a:gd name="connsiteY12-3614" fmla="*/ 6703 h 8514"/>
              <a:gd name="connsiteX13-3615" fmla="*/ 8315 w 10000"/>
              <a:gd name="connsiteY13-3616" fmla="*/ 6703 h 8514"/>
              <a:gd name="connsiteX14-3617" fmla="*/ 8587 w 10000"/>
              <a:gd name="connsiteY14-3618" fmla="*/ 6917 h 8514"/>
              <a:gd name="connsiteX15-3619" fmla="*/ 9130 w 10000"/>
              <a:gd name="connsiteY15-3620" fmla="*/ 7178 h 8514"/>
              <a:gd name="connsiteX16-3621" fmla="*/ 9457 w 10000"/>
              <a:gd name="connsiteY16-3622" fmla="*/ 7393 h 8514"/>
              <a:gd name="connsiteX17-3623" fmla="*/ 9728 w 10000"/>
              <a:gd name="connsiteY17-3624" fmla="*/ 7611 h 8514"/>
              <a:gd name="connsiteX18-3625" fmla="*/ 10000 w 10000"/>
              <a:gd name="connsiteY18-3626" fmla="*/ 7868 h 8514"/>
              <a:gd name="connsiteX19-3627" fmla="*/ 10000 w 10000"/>
              <a:gd name="connsiteY19-3628" fmla="*/ 8084 h 8514"/>
              <a:gd name="connsiteX20-3629" fmla="*/ 10000 w 10000"/>
              <a:gd name="connsiteY20-3630" fmla="*/ 8084 h 8514"/>
              <a:gd name="connsiteX21-3631" fmla="*/ 10000 w 10000"/>
              <a:gd name="connsiteY21-3632" fmla="*/ 8084 h 8514"/>
              <a:gd name="connsiteX22-3633" fmla="*/ 10000 w 10000"/>
              <a:gd name="connsiteY22-3634" fmla="*/ 8299 h 8514"/>
              <a:gd name="connsiteX23-3635" fmla="*/ 9728 w 10000"/>
              <a:gd name="connsiteY23-3636" fmla="*/ 8299 h 8514"/>
              <a:gd name="connsiteX24-3637" fmla="*/ 9728 w 10000"/>
              <a:gd name="connsiteY24-3638" fmla="*/ 8299 h 8514"/>
              <a:gd name="connsiteX25-3639" fmla="*/ 9457 w 10000"/>
              <a:gd name="connsiteY25-3640" fmla="*/ 8514 h 8514"/>
              <a:gd name="connsiteX26-3641" fmla="*/ 9130 w 10000"/>
              <a:gd name="connsiteY26-3642" fmla="*/ 8514 h 8514"/>
              <a:gd name="connsiteX27-3643" fmla="*/ 8587 w 10000"/>
              <a:gd name="connsiteY27-3644" fmla="*/ 8514 h 8514"/>
              <a:gd name="connsiteX28-3645" fmla="*/ 8315 w 10000"/>
              <a:gd name="connsiteY28-3646" fmla="*/ 8514 h 8514"/>
              <a:gd name="connsiteX29-3647" fmla="*/ 7717 w 10000"/>
              <a:gd name="connsiteY29-3648" fmla="*/ 8514 h 8514"/>
              <a:gd name="connsiteX30-3649" fmla="*/ 6848 w 10000"/>
              <a:gd name="connsiteY30-3650" fmla="*/ 8514 h 8514"/>
              <a:gd name="connsiteX31-3651" fmla="*/ 6304 w 10000"/>
              <a:gd name="connsiteY31-3652" fmla="*/ 8514 h 8514"/>
              <a:gd name="connsiteX32-3653" fmla="*/ 5435 w 10000"/>
              <a:gd name="connsiteY32-3654" fmla="*/ 8514 h 8514"/>
              <a:gd name="connsiteX33-3655" fmla="*/ 4565 w 10000"/>
              <a:gd name="connsiteY33-3656" fmla="*/ 8514 h 8514"/>
              <a:gd name="connsiteX34-3657" fmla="*/ 3967 w 10000"/>
              <a:gd name="connsiteY34-3658" fmla="*/ 8514 h 8514"/>
              <a:gd name="connsiteX35-3659" fmla="*/ 3424 w 10000"/>
              <a:gd name="connsiteY35-3660" fmla="*/ 8514 h 8514"/>
              <a:gd name="connsiteX36-3661" fmla="*/ 2826 w 10000"/>
              <a:gd name="connsiteY36-3662" fmla="*/ 8514 h 8514"/>
              <a:gd name="connsiteX37-3663" fmla="*/ 2554 w 10000"/>
              <a:gd name="connsiteY37-3664" fmla="*/ 8299 h 8514"/>
              <a:gd name="connsiteX38-3665" fmla="*/ 2283 w 10000"/>
              <a:gd name="connsiteY38-3666" fmla="*/ 8299 h 8514"/>
              <a:gd name="connsiteX39-3667" fmla="*/ 1957 w 10000"/>
              <a:gd name="connsiteY39-3668" fmla="*/ 8084 h 8514"/>
              <a:gd name="connsiteX40-3669" fmla="*/ 1685 w 10000"/>
              <a:gd name="connsiteY40-3670" fmla="*/ 8084 h 8514"/>
              <a:gd name="connsiteX41-3671" fmla="*/ 1413 w 10000"/>
              <a:gd name="connsiteY41-3672" fmla="*/ 7868 h 8514"/>
              <a:gd name="connsiteX42-3673" fmla="*/ 1141 w 10000"/>
              <a:gd name="connsiteY42-3674" fmla="*/ 7868 h 8514"/>
              <a:gd name="connsiteX43-3675" fmla="*/ 815 w 10000"/>
              <a:gd name="connsiteY43-3676" fmla="*/ 7611 h 8514"/>
              <a:gd name="connsiteX44-3677" fmla="*/ 815 w 10000"/>
              <a:gd name="connsiteY44-3678" fmla="*/ 7178 h 8514"/>
              <a:gd name="connsiteX45-3679" fmla="*/ 543 w 10000"/>
              <a:gd name="connsiteY45-3680" fmla="*/ 6917 h 8514"/>
              <a:gd name="connsiteX46-3681" fmla="*/ 543 w 10000"/>
              <a:gd name="connsiteY46-3682" fmla="*/ 6703 h 8514"/>
              <a:gd name="connsiteX47-3683" fmla="*/ 272 w 10000"/>
              <a:gd name="connsiteY47-3684" fmla="*/ 6273 h 8514"/>
              <a:gd name="connsiteX48-3685" fmla="*/ 272 w 10000"/>
              <a:gd name="connsiteY48-3686" fmla="*/ 5800 h 8514"/>
              <a:gd name="connsiteX49-3687" fmla="*/ 272 w 10000"/>
              <a:gd name="connsiteY49-3688" fmla="*/ 5369 h 8514"/>
              <a:gd name="connsiteX50-3689" fmla="*/ 0 w 10000"/>
              <a:gd name="connsiteY50-3690" fmla="*/ 4680 h 8514"/>
              <a:gd name="connsiteX51-3691" fmla="*/ 0 w 10000"/>
              <a:gd name="connsiteY51-3692" fmla="*/ 3989 h 8514"/>
              <a:gd name="connsiteX52-3693" fmla="*/ 0 w 10000"/>
              <a:gd name="connsiteY52-3694" fmla="*/ 3296 h 8514"/>
              <a:gd name="connsiteX53-3695" fmla="*/ 272 w 10000"/>
              <a:gd name="connsiteY53-3696" fmla="*/ 2393 h 8514"/>
              <a:gd name="connsiteX54-3697" fmla="*/ 272 w 10000"/>
              <a:gd name="connsiteY54-3698" fmla="*/ 1491 h 8514"/>
              <a:gd name="connsiteX55-3699" fmla="*/ 272 w 10000"/>
              <a:gd name="connsiteY55-3700" fmla="*/ 583 h 8514"/>
              <a:gd name="connsiteX56-3701" fmla="*/ 2554 w 10000"/>
              <a:gd name="connsiteY56-3702" fmla="*/ 108 h 8514"/>
              <a:gd name="connsiteX57-3703" fmla="*/ 2283 w 10000"/>
              <a:gd name="connsiteY57-3704" fmla="*/ 1233 h 8514"/>
              <a:gd name="connsiteX58-3705" fmla="*/ 2283 w 10000"/>
              <a:gd name="connsiteY58-3706" fmla="*/ 2393 h 8514"/>
              <a:gd name="connsiteX59-3707" fmla="*/ 1957 w 10000"/>
              <a:gd name="connsiteY59-3708" fmla="*/ 2824 h 8514"/>
              <a:gd name="connsiteX60-3709" fmla="*/ 1957 w 10000"/>
              <a:gd name="connsiteY60-3710" fmla="*/ 3513 h 8514"/>
              <a:gd name="connsiteX61-3711" fmla="*/ 1957 w 10000"/>
              <a:gd name="connsiteY61-3712" fmla="*/ 3989 h 8514"/>
              <a:gd name="connsiteX62-3713" fmla="*/ 1957 w 10000"/>
              <a:gd name="connsiteY62-3714" fmla="*/ 4421 h 8514"/>
              <a:gd name="connsiteX63-3715" fmla="*/ 2283 w 10000"/>
              <a:gd name="connsiteY63-3716" fmla="*/ 5110 h 8514"/>
              <a:gd name="connsiteX64-3717" fmla="*/ 2283 w 10000"/>
              <a:gd name="connsiteY64-3718" fmla="*/ 5800 h 8514"/>
              <a:gd name="connsiteX65-3719" fmla="*/ 2283 w 10000"/>
              <a:gd name="connsiteY65-3720" fmla="*/ 5800 h 8514"/>
              <a:gd name="connsiteX0-3721" fmla="*/ 2283 w 10000"/>
              <a:gd name="connsiteY0-3722" fmla="*/ 6685 h 9873"/>
              <a:gd name="connsiteX1-3723" fmla="*/ 2554 w 10000"/>
              <a:gd name="connsiteY1-3724" fmla="*/ 6938 h 9873"/>
              <a:gd name="connsiteX2-3725" fmla="*/ 2826 w 10000"/>
              <a:gd name="connsiteY2-3726" fmla="*/ 7241 h 9873"/>
              <a:gd name="connsiteX3-3727" fmla="*/ 3152 w 10000"/>
              <a:gd name="connsiteY3-3728" fmla="*/ 7492 h 9873"/>
              <a:gd name="connsiteX4-3729" fmla="*/ 3424 w 10000"/>
              <a:gd name="connsiteY4-3730" fmla="*/ 7492 h 9873"/>
              <a:gd name="connsiteX5-3731" fmla="*/ 3967 w 10000"/>
              <a:gd name="connsiteY5-3732" fmla="*/ 7746 h 9873"/>
              <a:gd name="connsiteX6-3733" fmla="*/ 4565 w 10000"/>
              <a:gd name="connsiteY6-3734" fmla="*/ 7746 h 9873"/>
              <a:gd name="connsiteX7-3735" fmla="*/ 5163 w 10000"/>
              <a:gd name="connsiteY7-3736" fmla="*/ 7746 h 9873"/>
              <a:gd name="connsiteX8-3737" fmla="*/ 5707 w 10000"/>
              <a:gd name="connsiteY8-3738" fmla="*/ 7746 h 9873"/>
              <a:gd name="connsiteX9-3739" fmla="*/ 6304 w 10000"/>
              <a:gd name="connsiteY9-3740" fmla="*/ 7746 h 9873"/>
              <a:gd name="connsiteX10-3741" fmla="*/ 6848 w 10000"/>
              <a:gd name="connsiteY10-3742" fmla="*/ 7746 h 9873"/>
              <a:gd name="connsiteX11-3743" fmla="*/ 7446 w 10000"/>
              <a:gd name="connsiteY11-3744" fmla="*/ 7746 h 9873"/>
              <a:gd name="connsiteX12-3745" fmla="*/ 7989 w 10000"/>
              <a:gd name="connsiteY12-3746" fmla="*/ 7746 h 9873"/>
              <a:gd name="connsiteX13-3747" fmla="*/ 8315 w 10000"/>
              <a:gd name="connsiteY13-3748" fmla="*/ 7746 h 9873"/>
              <a:gd name="connsiteX14-3749" fmla="*/ 8587 w 10000"/>
              <a:gd name="connsiteY14-3750" fmla="*/ 7997 h 9873"/>
              <a:gd name="connsiteX15-3751" fmla="*/ 9130 w 10000"/>
              <a:gd name="connsiteY15-3752" fmla="*/ 8304 h 9873"/>
              <a:gd name="connsiteX16-3753" fmla="*/ 9457 w 10000"/>
              <a:gd name="connsiteY16-3754" fmla="*/ 8556 h 9873"/>
              <a:gd name="connsiteX17-3755" fmla="*/ 9728 w 10000"/>
              <a:gd name="connsiteY17-3756" fmla="*/ 8812 h 9873"/>
              <a:gd name="connsiteX18-3757" fmla="*/ 10000 w 10000"/>
              <a:gd name="connsiteY18-3758" fmla="*/ 9114 h 9873"/>
              <a:gd name="connsiteX19-3759" fmla="*/ 10000 w 10000"/>
              <a:gd name="connsiteY19-3760" fmla="*/ 9368 h 9873"/>
              <a:gd name="connsiteX20-3761" fmla="*/ 10000 w 10000"/>
              <a:gd name="connsiteY20-3762" fmla="*/ 9368 h 9873"/>
              <a:gd name="connsiteX21-3763" fmla="*/ 10000 w 10000"/>
              <a:gd name="connsiteY21-3764" fmla="*/ 9368 h 9873"/>
              <a:gd name="connsiteX22-3765" fmla="*/ 10000 w 10000"/>
              <a:gd name="connsiteY22-3766" fmla="*/ 9620 h 9873"/>
              <a:gd name="connsiteX23-3767" fmla="*/ 9728 w 10000"/>
              <a:gd name="connsiteY23-3768" fmla="*/ 9620 h 9873"/>
              <a:gd name="connsiteX24-3769" fmla="*/ 9728 w 10000"/>
              <a:gd name="connsiteY24-3770" fmla="*/ 9620 h 9873"/>
              <a:gd name="connsiteX25-3771" fmla="*/ 9457 w 10000"/>
              <a:gd name="connsiteY25-3772" fmla="*/ 9873 h 9873"/>
              <a:gd name="connsiteX26-3773" fmla="*/ 9130 w 10000"/>
              <a:gd name="connsiteY26-3774" fmla="*/ 9873 h 9873"/>
              <a:gd name="connsiteX27-3775" fmla="*/ 8587 w 10000"/>
              <a:gd name="connsiteY27-3776" fmla="*/ 9873 h 9873"/>
              <a:gd name="connsiteX28-3777" fmla="*/ 8315 w 10000"/>
              <a:gd name="connsiteY28-3778" fmla="*/ 9873 h 9873"/>
              <a:gd name="connsiteX29-3779" fmla="*/ 7717 w 10000"/>
              <a:gd name="connsiteY29-3780" fmla="*/ 9873 h 9873"/>
              <a:gd name="connsiteX30-3781" fmla="*/ 6848 w 10000"/>
              <a:gd name="connsiteY30-3782" fmla="*/ 9873 h 9873"/>
              <a:gd name="connsiteX31-3783" fmla="*/ 6304 w 10000"/>
              <a:gd name="connsiteY31-3784" fmla="*/ 9873 h 9873"/>
              <a:gd name="connsiteX32-3785" fmla="*/ 5435 w 10000"/>
              <a:gd name="connsiteY32-3786" fmla="*/ 9873 h 9873"/>
              <a:gd name="connsiteX33-3787" fmla="*/ 4565 w 10000"/>
              <a:gd name="connsiteY33-3788" fmla="*/ 9873 h 9873"/>
              <a:gd name="connsiteX34-3789" fmla="*/ 3967 w 10000"/>
              <a:gd name="connsiteY34-3790" fmla="*/ 9873 h 9873"/>
              <a:gd name="connsiteX35-3791" fmla="*/ 3424 w 10000"/>
              <a:gd name="connsiteY35-3792" fmla="*/ 9873 h 9873"/>
              <a:gd name="connsiteX36-3793" fmla="*/ 2826 w 10000"/>
              <a:gd name="connsiteY36-3794" fmla="*/ 9873 h 9873"/>
              <a:gd name="connsiteX37-3795" fmla="*/ 2554 w 10000"/>
              <a:gd name="connsiteY37-3796" fmla="*/ 9620 h 9873"/>
              <a:gd name="connsiteX38-3797" fmla="*/ 2283 w 10000"/>
              <a:gd name="connsiteY38-3798" fmla="*/ 9620 h 9873"/>
              <a:gd name="connsiteX39-3799" fmla="*/ 1957 w 10000"/>
              <a:gd name="connsiteY39-3800" fmla="*/ 9368 h 9873"/>
              <a:gd name="connsiteX40-3801" fmla="*/ 1685 w 10000"/>
              <a:gd name="connsiteY40-3802" fmla="*/ 9368 h 9873"/>
              <a:gd name="connsiteX41-3803" fmla="*/ 1413 w 10000"/>
              <a:gd name="connsiteY41-3804" fmla="*/ 9114 h 9873"/>
              <a:gd name="connsiteX42-3805" fmla="*/ 1141 w 10000"/>
              <a:gd name="connsiteY42-3806" fmla="*/ 9114 h 9873"/>
              <a:gd name="connsiteX43-3807" fmla="*/ 815 w 10000"/>
              <a:gd name="connsiteY43-3808" fmla="*/ 8812 h 9873"/>
              <a:gd name="connsiteX44-3809" fmla="*/ 815 w 10000"/>
              <a:gd name="connsiteY44-3810" fmla="*/ 8304 h 9873"/>
              <a:gd name="connsiteX45-3811" fmla="*/ 543 w 10000"/>
              <a:gd name="connsiteY45-3812" fmla="*/ 7997 h 9873"/>
              <a:gd name="connsiteX46-3813" fmla="*/ 543 w 10000"/>
              <a:gd name="connsiteY46-3814" fmla="*/ 7746 h 9873"/>
              <a:gd name="connsiteX47-3815" fmla="*/ 272 w 10000"/>
              <a:gd name="connsiteY47-3816" fmla="*/ 7241 h 9873"/>
              <a:gd name="connsiteX48-3817" fmla="*/ 272 w 10000"/>
              <a:gd name="connsiteY48-3818" fmla="*/ 6685 h 9873"/>
              <a:gd name="connsiteX49-3819" fmla="*/ 272 w 10000"/>
              <a:gd name="connsiteY49-3820" fmla="*/ 6179 h 9873"/>
              <a:gd name="connsiteX50-3821" fmla="*/ 0 w 10000"/>
              <a:gd name="connsiteY50-3822" fmla="*/ 5370 h 9873"/>
              <a:gd name="connsiteX51-3823" fmla="*/ 0 w 10000"/>
              <a:gd name="connsiteY51-3824" fmla="*/ 4558 h 9873"/>
              <a:gd name="connsiteX52-3825" fmla="*/ 0 w 10000"/>
              <a:gd name="connsiteY52-3826" fmla="*/ 3744 h 9873"/>
              <a:gd name="connsiteX53-3827" fmla="*/ 272 w 10000"/>
              <a:gd name="connsiteY53-3828" fmla="*/ 2684 h 9873"/>
              <a:gd name="connsiteX54-3829" fmla="*/ 272 w 10000"/>
              <a:gd name="connsiteY54-3830" fmla="*/ 1624 h 9873"/>
              <a:gd name="connsiteX55-3831" fmla="*/ 2554 w 10000"/>
              <a:gd name="connsiteY55-3832" fmla="*/ 0 h 9873"/>
              <a:gd name="connsiteX56-3833" fmla="*/ 2283 w 10000"/>
              <a:gd name="connsiteY56-3834" fmla="*/ 1321 h 9873"/>
              <a:gd name="connsiteX57-3835" fmla="*/ 2283 w 10000"/>
              <a:gd name="connsiteY57-3836" fmla="*/ 2684 h 9873"/>
              <a:gd name="connsiteX58-3837" fmla="*/ 1957 w 10000"/>
              <a:gd name="connsiteY58-3838" fmla="*/ 3190 h 9873"/>
              <a:gd name="connsiteX59-3839" fmla="*/ 1957 w 10000"/>
              <a:gd name="connsiteY59-3840" fmla="*/ 3999 h 9873"/>
              <a:gd name="connsiteX60-3841" fmla="*/ 1957 w 10000"/>
              <a:gd name="connsiteY60-3842" fmla="*/ 4558 h 9873"/>
              <a:gd name="connsiteX61-3843" fmla="*/ 1957 w 10000"/>
              <a:gd name="connsiteY61-3844" fmla="*/ 5066 h 9873"/>
              <a:gd name="connsiteX62-3845" fmla="*/ 2283 w 10000"/>
              <a:gd name="connsiteY62-3846" fmla="*/ 5875 h 9873"/>
              <a:gd name="connsiteX63-3847" fmla="*/ 2283 w 10000"/>
              <a:gd name="connsiteY63-3848" fmla="*/ 6685 h 9873"/>
              <a:gd name="connsiteX64-3849" fmla="*/ 2283 w 10000"/>
              <a:gd name="connsiteY64-3850" fmla="*/ 6685 h 9873"/>
              <a:gd name="connsiteX0-3851" fmla="*/ 2283 w 10000"/>
              <a:gd name="connsiteY0-3852" fmla="*/ 6771 h 10000"/>
              <a:gd name="connsiteX1-3853" fmla="*/ 2554 w 10000"/>
              <a:gd name="connsiteY1-3854" fmla="*/ 7027 h 10000"/>
              <a:gd name="connsiteX2-3855" fmla="*/ 2826 w 10000"/>
              <a:gd name="connsiteY2-3856" fmla="*/ 7334 h 10000"/>
              <a:gd name="connsiteX3-3857" fmla="*/ 3152 w 10000"/>
              <a:gd name="connsiteY3-3858" fmla="*/ 7588 h 10000"/>
              <a:gd name="connsiteX4-3859" fmla="*/ 3424 w 10000"/>
              <a:gd name="connsiteY4-3860" fmla="*/ 7588 h 10000"/>
              <a:gd name="connsiteX5-3861" fmla="*/ 3967 w 10000"/>
              <a:gd name="connsiteY5-3862" fmla="*/ 7846 h 10000"/>
              <a:gd name="connsiteX6-3863" fmla="*/ 4565 w 10000"/>
              <a:gd name="connsiteY6-3864" fmla="*/ 7846 h 10000"/>
              <a:gd name="connsiteX7-3865" fmla="*/ 5163 w 10000"/>
              <a:gd name="connsiteY7-3866" fmla="*/ 7846 h 10000"/>
              <a:gd name="connsiteX8-3867" fmla="*/ 5707 w 10000"/>
              <a:gd name="connsiteY8-3868" fmla="*/ 7846 h 10000"/>
              <a:gd name="connsiteX9-3869" fmla="*/ 6304 w 10000"/>
              <a:gd name="connsiteY9-3870" fmla="*/ 7846 h 10000"/>
              <a:gd name="connsiteX10-3871" fmla="*/ 6848 w 10000"/>
              <a:gd name="connsiteY10-3872" fmla="*/ 7846 h 10000"/>
              <a:gd name="connsiteX11-3873" fmla="*/ 7446 w 10000"/>
              <a:gd name="connsiteY11-3874" fmla="*/ 7846 h 10000"/>
              <a:gd name="connsiteX12-3875" fmla="*/ 7989 w 10000"/>
              <a:gd name="connsiteY12-3876" fmla="*/ 7846 h 10000"/>
              <a:gd name="connsiteX13-3877" fmla="*/ 8315 w 10000"/>
              <a:gd name="connsiteY13-3878" fmla="*/ 7846 h 10000"/>
              <a:gd name="connsiteX14-3879" fmla="*/ 8587 w 10000"/>
              <a:gd name="connsiteY14-3880" fmla="*/ 8100 h 10000"/>
              <a:gd name="connsiteX15-3881" fmla="*/ 9130 w 10000"/>
              <a:gd name="connsiteY15-3882" fmla="*/ 8411 h 10000"/>
              <a:gd name="connsiteX16-3883" fmla="*/ 9457 w 10000"/>
              <a:gd name="connsiteY16-3884" fmla="*/ 8666 h 10000"/>
              <a:gd name="connsiteX17-3885" fmla="*/ 9728 w 10000"/>
              <a:gd name="connsiteY17-3886" fmla="*/ 8925 h 10000"/>
              <a:gd name="connsiteX18-3887" fmla="*/ 10000 w 10000"/>
              <a:gd name="connsiteY18-3888" fmla="*/ 9231 h 10000"/>
              <a:gd name="connsiteX19-3889" fmla="*/ 10000 w 10000"/>
              <a:gd name="connsiteY19-3890" fmla="*/ 9489 h 10000"/>
              <a:gd name="connsiteX20-3891" fmla="*/ 10000 w 10000"/>
              <a:gd name="connsiteY20-3892" fmla="*/ 9489 h 10000"/>
              <a:gd name="connsiteX21-3893" fmla="*/ 10000 w 10000"/>
              <a:gd name="connsiteY21-3894" fmla="*/ 9489 h 10000"/>
              <a:gd name="connsiteX22-3895" fmla="*/ 10000 w 10000"/>
              <a:gd name="connsiteY22-3896" fmla="*/ 9744 h 10000"/>
              <a:gd name="connsiteX23-3897" fmla="*/ 9728 w 10000"/>
              <a:gd name="connsiteY23-3898" fmla="*/ 9744 h 10000"/>
              <a:gd name="connsiteX24-3899" fmla="*/ 9728 w 10000"/>
              <a:gd name="connsiteY24-3900" fmla="*/ 9744 h 10000"/>
              <a:gd name="connsiteX25-3901" fmla="*/ 9457 w 10000"/>
              <a:gd name="connsiteY25-3902" fmla="*/ 10000 h 10000"/>
              <a:gd name="connsiteX26-3903" fmla="*/ 9130 w 10000"/>
              <a:gd name="connsiteY26-3904" fmla="*/ 10000 h 10000"/>
              <a:gd name="connsiteX27-3905" fmla="*/ 8587 w 10000"/>
              <a:gd name="connsiteY27-3906" fmla="*/ 10000 h 10000"/>
              <a:gd name="connsiteX28-3907" fmla="*/ 8315 w 10000"/>
              <a:gd name="connsiteY28-3908" fmla="*/ 10000 h 10000"/>
              <a:gd name="connsiteX29-3909" fmla="*/ 7717 w 10000"/>
              <a:gd name="connsiteY29-3910" fmla="*/ 10000 h 10000"/>
              <a:gd name="connsiteX30-3911" fmla="*/ 6848 w 10000"/>
              <a:gd name="connsiteY30-3912" fmla="*/ 10000 h 10000"/>
              <a:gd name="connsiteX31-3913" fmla="*/ 6304 w 10000"/>
              <a:gd name="connsiteY31-3914" fmla="*/ 10000 h 10000"/>
              <a:gd name="connsiteX32-3915" fmla="*/ 5435 w 10000"/>
              <a:gd name="connsiteY32-3916" fmla="*/ 10000 h 10000"/>
              <a:gd name="connsiteX33-3917" fmla="*/ 4565 w 10000"/>
              <a:gd name="connsiteY33-3918" fmla="*/ 10000 h 10000"/>
              <a:gd name="connsiteX34-3919" fmla="*/ 3967 w 10000"/>
              <a:gd name="connsiteY34-3920" fmla="*/ 10000 h 10000"/>
              <a:gd name="connsiteX35-3921" fmla="*/ 3424 w 10000"/>
              <a:gd name="connsiteY35-3922" fmla="*/ 10000 h 10000"/>
              <a:gd name="connsiteX36-3923" fmla="*/ 2826 w 10000"/>
              <a:gd name="connsiteY36-3924" fmla="*/ 10000 h 10000"/>
              <a:gd name="connsiteX37-3925" fmla="*/ 2554 w 10000"/>
              <a:gd name="connsiteY37-3926" fmla="*/ 9744 h 10000"/>
              <a:gd name="connsiteX38-3927" fmla="*/ 2283 w 10000"/>
              <a:gd name="connsiteY38-3928" fmla="*/ 9744 h 10000"/>
              <a:gd name="connsiteX39-3929" fmla="*/ 1957 w 10000"/>
              <a:gd name="connsiteY39-3930" fmla="*/ 9489 h 10000"/>
              <a:gd name="connsiteX40-3931" fmla="*/ 1685 w 10000"/>
              <a:gd name="connsiteY40-3932" fmla="*/ 9489 h 10000"/>
              <a:gd name="connsiteX41-3933" fmla="*/ 1413 w 10000"/>
              <a:gd name="connsiteY41-3934" fmla="*/ 9231 h 10000"/>
              <a:gd name="connsiteX42-3935" fmla="*/ 1141 w 10000"/>
              <a:gd name="connsiteY42-3936" fmla="*/ 9231 h 10000"/>
              <a:gd name="connsiteX43-3937" fmla="*/ 815 w 10000"/>
              <a:gd name="connsiteY43-3938" fmla="*/ 8925 h 10000"/>
              <a:gd name="connsiteX44-3939" fmla="*/ 815 w 10000"/>
              <a:gd name="connsiteY44-3940" fmla="*/ 8411 h 10000"/>
              <a:gd name="connsiteX45-3941" fmla="*/ 543 w 10000"/>
              <a:gd name="connsiteY45-3942" fmla="*/ 8100 h 10000"/>
              <a:gd name="connsiteX46-3943" fmla="*/ 543 w 10000"/>
              <a:gd name="connsiteY46-3944" fmla="*/ 7846 h 10000"/>
              <a:gd name="connsiteX47-3945" fmla="*/ 272 w 10000"/>
              <a:gd name="connsiteY47-3946" fmla="*/ 7334 h 10000"/>
              <a:gd name="connsiteX48-3947" fmla="*/ 272 w 10000"/>
              <a:gd name="connsiteY48-3948" fmla="*/ 6771 h 10000"/>
              <a:gd name="connsiteX49-3949" fmla="*/ 272 w 10000"/>
              <a:gd name="connsiteY49-3950" fmla="*/ 6258 h 10000"/>
              <a:gd name="connsiteX50-3951" fmla="*/ 0 w 10000"/>
              <a:gd name="connsiteY50-3952" fmla="*/ 5439 h 10000"/>
              <a:gd name="connsiteX51-3953" fmla="*/ 0 w 10000"/>
              <a:gd name="connsiteY51-3954" fmla="*/ 4617 h 10000"/>
              <a:gd name="connsiteX52-3955" fmla="*/ 0 w 10000"/>
              <a:gd name="connsiteY52-3956" fmla="*/ 3792 h 10000"/>
              <a:gd name="connsiteX53-3957" fmla="*/ 272 w 10000"/>
              <a:gd name="connsiteY53-3958" fmla="*/ 2719 h 10000"/>
              <a:gd name="connsiteX54-3959" fmla="*/ 2554 w 10000"/>
              <a:gd name="connsiteY54-3960" fmla="*/ 0 h 10000"/>
              <a:gd name="connsiteX55-3961" fmla="*/ 2283 w 10000"/>
              <a:gd name="connsiteY55-3962" fmla="*/ 1338 h 10000"/>
              <a:gd name="connsiteX56-3963" fmla="*/ 2283 w 10000"/>
              <a:gd name="connsiteY56-3964" fmla="*/ 2719 h 10000"/>
              <a:gd name="connsiteX57-3965" fmla="*/ 1957 w 10000"/>
              <a:gd name="connsiteY57-3966" fmla="*/ 3231 h 10000"/>
              <a:gd name="connsiteX58-3967" fmla="*/ 1957 w 10000"/>
              <a:gd name="connsiteY58-3968" fmla="*/ 4050 h 10000"/>
              <a:gd name="connsiteX59-3969" fmla="*/ 1957 w 10000"/>
              <a:gd name="connsiteY59-3970" fmla="*/ 4617 h 10000"/>
              <a:gd name="connsiteX60-3971" fmla="*/ 1957 w 10000"/>
              <a:gd name="connsiteY60-3972" fmla="*/ 5131 h 10000"/>
              <a:gd name="connsiteX61-3973" fmla="*/ 2283 w 10000"/>
              <a:gd name="connsiteY61-3974" fmla="*/ 5951 h 10000"/>
              <a:gd name="connsiteX62-3975" fmla="*/ 2283 w 10000"/>
              <a:gd name="connsiteY62-3976" fmla="*/ 6771 h 10000"/>
              <a:gd name="connsiteX63-3977" fmla="*/ 2283 w 10000"/>
              <a:gd name="connsiteY63-3978" fmla="*/ 6771 h 10000"/>
              <a:gd name="connsiteX0-3979" fmla="*/ 2283 w 10000"/>
              <a:gd name="connsiteY0-3980" fmla="*/ 6771 h 10000"/>
              <a:gd name="connsiteX1-3981" fmla="*/ 2554 w 10000"/>
              <a:gd name="connsiteY1-3982" fmla="*/ 7027 h 10000"/>
              <a:gd name="connsiteX2-3983" fmla="*/ 2826 w 10000"/>
              <a:gd name="connsiteY2-3984" fmla="*/ 7334 h 10000"/>
              <a:gd name="connsiteX3-3985" fmla="*/ 3152 w 10000"/>
              <a:gd name="connsiteY3-3986" fmla="*/ 7588 h 10000"/>
              <a:gd name="connsiteX4-3987" fmla="*/ 3424 w 10000"/>
              <a:gd name="connsiteY4-3988" fmla="*/ 7588 h 10000"/>
              <a:gd name="connsiteX5-3989" fmla="*/ 3967 w 10000"/>
              <a:gd name="connsiteY5-3990" fmla="*/ 7846 h 10000"/>
              <a:gd name="connsiteX6-3991" fmla="*/ 4565 w 10000"/>
              <a:gd name="connsiteY6-3992" fmla="*/ 7846 h 10000"/>
              <a:gd name="connsiteX7-3993" fmla="*/ 5163 w 10000"/>
              <a:gd name="connsiteY7-3994" fmla="*/ 7846 h 10000"/>
              <a:gd name="connsiteX8-3995" fmla="*/ 5707 w 10000"/>
              <a:gd name="connsiteY8-3996" fmla="*/ 7846 h 10000"/>
              <a:gd name="connsiteX9-3997" fmla="*/ 6304 w 10000"/>
              <a:gd name="connsiteY9-3998" fmla="*/ 7846 h 10000"/>
              <a:gd name="connsiteX10-3999" fmla="*/ 6848 w 10000"/>
              <a:gd name="connsiteY10-4000" fmla="*/ 7846 h 10000"/>
              <a:gd name="connsiteX11-4001" fmla="*/ 7446 w 10000"/>
              <a:gd name="connsiteY11-4002" fmla="*/ 7846 h 10000"/>
              <a:gd name="connsiteX12-4003" fmla="*/ 7989 w 10000"/>
              <a:gd name="connsiteY12-4004" fmla="*/ 7846 h 10000"/>
              <a:gd name="connsiteX13-4005" fmla="*/ 8315 w 10000"/>
              <a:gd name="connsiteY13-4006" fmla="*/ 7846 h 10000"/>
              <a:gd name="connsiteX14-4007" fmla="*/ 8587 w 10000"/>
              <a:gd name="connsiteY14-4008" fmla="*/ 8100 h 10000"/>
              <a:gd name="connsiteX15-4009" fmla="*/ 9130 w 10000"/>
              <a:gd name="connsiteY15-4010" fmla="*/ 8411 h 10000"/>
              <a:gd name="connsiteX16-4011" fmla="*/ 9457 w 10000"/>
              <a:gd name="connsiteY16-4012" fmla="*/ 8666 h 10000"/>
              <a:gd name="connsiteX17-4013" fmla="*/ 9728 w 10000"/>
              <a:gd name="connsiteY17-4014" fmla="*/ 8925 h 10000"/>
              <a:gd name="connsiteX18-4015" fmla="*/ 10000 w 10000"/>
              <a:gd name="connsiteY18-4016" fmla="*/ 9231 h 10000"/>
              <a:gd name="connsiteX19-4017" fmla="*/ 10000 w 10000"/>
              <a:gd name="connsiteY19-4018" fmla="*/ 9489 h 10000"/>
              <a:gd name="connsiteX20-4019" fmla="*/ 10000 w 10000"/>
              <a:gd name="connsiteY20-4020" fmla="*/ 9489 h 10000"/>
              <a:gd name="connsiteX21-4021" fmla="*/ 10000 w 10000"/>
              <a:gd name="connsiteY21-4022" fmla="*/ 9489 h 10000"/>
              <a:gd name="connsiteX22-4023" fmla="*/ 10000 w 10000"/>
              <a:gd name="connsiteY22-4024" fmla="*/ 9744 h 10000"/>
              <a:gd name="connsiteX23-4025" fmla="*/ 9728 w 10000"/>
              <a:gd name="connsiteY23-4026" fmla="*/ 9744 h 10000"/>
              <a:gd name="connsiteX24-4027" fmla="*/ 9728 w 10000"/>
              <a:gd name="connsiteY24-4028" fmla="*/ 9744 h 10000"/>
              <a:gd name="connsiteX25-4029" fmla="*/ 9457 w 10000"/>
              <a:gd name="connsiteY25-4030" fmla="*/ 10000 h 10000"/>
              <a:gd name="connsiteX26-4031" fmla="*/ 9130 w 10000"/>
              <a:gd name="connsiteY26-4032" fmla="*/ 10000 h 10000"/>
              <a:gd name="connsiteX27-4033" fmla="*/ 8587 w 10000"/>
              <a:gd name="connsiteY27-4034" fmla="*/ 10000 h 10000"/>
              <a:gd name="connsiteX28-4035" fmla="*/ 8315 w 10000"/>
              <a:gd name="connsiteY28-4036" fmla="*/ 10000 h 10000"/>
              <a:gd name="connsiteX29-4037" fmla="*/ 7717 w 10000"/>
              <a:gd name="connsiteY29-4038" fmla="*/ 10000 h 10000"/>
              <a:gd name="connsiteX30-4039" fmla="*/ 6848 w 10000"/>
              <a:gd name="connsiteY30-4040" fmla="*/ 10000 h 10000"/>
              <a:gd name="connsiteX31-4041" fmla="*/ 6304 w 10000"/>
              <a:gd name="connsiteY31-4042" fmla="*/ 10000 h 10000"/>
              <a:gd name="connsiteX32-4043" fmla="*/ 5435 w 10000"/>
              <a:gd name="connsiteY32-4044" fmla="*/ 10000 h 10000"/>
              <a:gd name="connsiteX33-4045" fmla="*/ 4565 w 10000"/>
              <a:gd name="connsiteY33-4046" fmla="*/ 10000 h 10000"/>
              <a:gd name="connsiteX34-4047" fmla="*/ 3967 w 10000"/>
              <a:gd name="connsiteY34-4048" fmla="*/ 10000 h 10000"/>
              <a:gd name="connsiteX35-4049" fmla="*/ 3424 w 10000"/>
              <a:gd name="connsiteY35-4050" fmla="*/ 10000 h 10000"/>
              <a:gd name="connsiteX36-4051" fmla="*/ 2826 w 10000"/>
              <a:gd name="connsiteY36-4052" fmla="*/ 10000 h 10000"/>
              <a:gd name="connsiteX37-4053" fmla="*/ 2554 w 10000"/>
              <a:gd name="connsiteY37-4054" fmla="*/ 9744 h 10000"/>
              <a:gd name="connsiteX38-4055" fmla="*/ 2283 w 10000"/>
              <a:gd name="connsiteY38-4056" fmla="*/ 9744 h 10000"/>
              <a:gd name="connsiteX39-4057" fmla="*/ 1957 w 10000"/>
              <a:gd name="connsiteY39-4058" fmla="*/ 9489 h 10000"/>
              <a:gd name="connsiteX40-4059" fmla="*/ 1685 w 10000"/>
              <a:gd name="connsiteY40-4060" fmla="*/ 9489 h 10000"/>
              <a:gd name="connsiteX41-4061" fmla="*/ 1413 w 10000"/>
              <a:gd name="connsiteY41-4062" fmla="*/ 9231 h 10000"/>
              <a:gd name="connsiteX42-4063" fmla="*/ 1141 w 10000"/>
              <a:gd name="connsiteY42-4064" fmla="*/ 9231 h 10000"/>
              <a:gd name="connsiteX43-4065" fmla="*/ 815 w 10000"/>
              <a:gd name="connsiteY43-4066" fmla="*/ 8925 h 10000"/>
              <a:gd name="connsiteX44-4067" fmla="*/ 815 w 10000"/>
              <a:gd name="connsiteY44-4068" fmla="*/ 8411 h 10000"/>
              <a:gd name="connsiteX45-4069" fmla="*/ 543 w 10000"/>
              <a:gd name="connsiteY45-4070" fmla="*/ 8100 h 10000"/>
              <a:gd name="connsiteX46-4071" fmla="*/ 543 w 10000"/>
              <a:gd name="connsiteY46-4072" fmla="*/ 7846 h 10000"/>
              <a:gd name="connsiteX47-4073" fmla="*/ 272 w 10000"/>
              <a:gd name="connsiteY47-4074" fmla="*/ 7334 h 10000"/>
              <a:gd name="connsiteX48-4075" fmla="*/ 272 w 10000"/>
              <a:gd name="connsiteY48-4076" fmla="*/ 6771 h 10000"/>
              <a:gd name="connsiteX49-4077" fmla="*/ 272 w 10000"/>
              <a:gd name="connsiteY49-4078" fmla="*/ 6258 h 10000"/>
              <a:gd name="connsiteX50-4079" fmla="*/ 0 w 10000"/>
              <a:gd name="connsiteY50-4080" fmla="*/ 5439 h 10000"/>
              <a:gd name="connsiteX51-4081" fmla="*/ 0 w 10000"/>
              <a:gd name="connsiteY51-4082" fmla="*/ 4617 h 10000"/>
              <a:gd name="connsiteX52-4083" fmla="*/ 0 w 10000"/>
              <a:gd name="connsiteY52-4084" fmla="*/ 3792 h 10000"/>
              <a:gd name="connsiteX53-4085" fmla="*/ 272 w 10000"/>
              <a:gd name="connsiteY53-4086" fmla="*/ 2719 h 10000"/>
              <a:gd name="connsiteX54-4087" fmla="*/ 2554 w 10000"/>
              <a:gd name="connsiteY54-4088" fmla="*/ 0 h 10000"/>
              <a:gd name="connsiteX55-4089" fmla="*/ 2283 w 10000"/>
              <a:gd name="connsiteY55-4090" fmla="*/ 2719 h 10000"/>
              <a:gd name="connsiteX56-4091" fmla="*/ 1957 w 10000"/>
              <a:gd name="connsiteY56-4092" fmla="*/ 3231 h 10000"/>
              <a:gd name="connsiteX57-4093" fmla="*/ 1957 w 10000"/>
              <a:gd name="connsiteY57-4094" fmla="*/ 4050 h 10000"/>
              <a:gd name="connsiteX58-4095" fmla="*/ 1957 w 10000"/>
              <a:gd name="connsiteY58-4096" fmla="*/ 4617 h 10000"/>
              <a:gd name="connsiteX59-4097" fmla="*/ 1957 w 10000"/>
              <a:gd name="connsiteY59-4098" fmla="*/ 5131 h 10000"/>
              <a:gd name="connsiteX60-4099" fmla="*/ 2283 w 10000"/>
              <a:gd name="connsiteY60-4100" fmla="*/ 5951 h 10000"/>
              <a:gd name="connsiteX61-4101" fmla="*/ 2283 w 10000"/>
              <a:gd name="connsiteY61-4102" fmla="*/ 6771 h 10000"/>
              <a:gd name="connsiteX62-4103" fmla="*/ 2283 w 10000"/>
              <a:gd name="connsiteY62-4104" fmla="*/ 6771 h 10000"/>
              <a:gd name="connsiteX0-4105" fmla="*/ 2283 w 10000"/>
              <a:gd name="connsiteY0-4106" fmla="*/ 4052 h 7281"/>
              <a:gd name="connsiteX1-4107" fmla="*/ 2554 w 10000"/>
              <a:gd name="connsiteY1-4108" fmla="*/ 4308 h 7281"/>
              <a:gd name="connsiteX2-4109" fmla="*/ 2826 w 10000"/>
              <a:gd name="connsiteY2-4110" fmla="*/ 4615 h 7281"/>
              <a:gd name="connsiteX3-4111" fmla="*/ 3152 w 10000"/>
              <a:gd name="connsiteY3-4112" fmla="*/ 4869 h 7281"/>
              <a:gd name="connsiteX4-4113" fmla="*/ 3424 w 10000"/>
              <a:gd name="connsiteY4-4114" fmla="*/ 4869 h 7281"/>
              <a:gd name="connsiteX5-4115" fmla="*/ 3967 w 10000"/>
              <a:gd name="connsiteY5-4116" fmla="*/ 5127 h 7281"/>
              <a:gd name="connsiteX6-4117" fmla="*/ 4565 w 10000"/>
              <a:gd name="connsiteY6-4118" fmla="*/ 5127 h 7281"/>
              <a:gd name="connsiteX7-4119" fmla="*/ 5163 w 10000"/>
              <a:gd name="connsiteY7-4120" fmla="*/ 5127 h 7281"/>
              <a:gd name="connsiteX8-4121" fmla="*/ 5707 w 10000"/>
              <a:gd name="connsiteY8-4122" fmla="*/ 5127 h 7281"/>
              <a:gd name="connsiteX9-4123" fmla="*/ 6304 w 10000"/>
              <a:gd name="connsiteY9-4124" fmla="*/ 5127 h 7281"/>
              <a:gd name="connsiteX10-4125" fmla="*/ 6848 w 10000"/>
              <a:gd name="connsiteY10-4126" fmla="*/ 5127 h 7281"/>
              <a:gd name="connsiteX11-4127" fmla="*/ 7446 w 10000"/>
              <a:gd name="connsiteY11-4128" fmla="*/ 5127 h 7281"/>
              <a:gd name="connsiteX12-4129" fmla="*/ 7989 w 10000"/>
              <a:gd name="connsiteY12-4130" fmla="*/ 5127 h 7281"/>
              <a:gd name="connsiteX13-4131" fmla="*/ 8315 w 10000"/>
              <a:gd name="connsiteY13-4132" fmla="*/ 5127 h 7281"/>
              <a:gd name="connsiteX14-4133" fmla="*/ 8587 w 10000"/>
              <a:gd name="connsiteY14-4134" fmla="*/ 5381 h 7281"/>
              <a:gd name="connsiteX15-4135" fmla="*/ 9130 w 10000"/>
              <a:gd name="connsiteY15-4136" fmla="*/ 5692 h 7281"/>
              <a:gd name="connsiteX16-4137" fmla="*/ 9457 w 10000"/>
              <a:gd name="connsiteY16-4138" fmla="*/ 5947 h 7281"/>
              <a:gd name="connsiteX17-4139" fmla="*/ 9728 w 10000"/>
              <a:gd name="connsiteY17-4140" fmla="*/ 6206 h 7281"/>
              <a:gd name="connsiteX18-4141" fmla="*/ 10000 w 10000"/>
              <a:gd name="connsiteY18-4142" fmla="*/ 6512 h 7281"/>
              <a:gd name="connsiteX19-4143" fmla="*/ 10000 w 10000"/>
              <a:gd name="connsiteY19-4144" fmla="*/ 6770 h 7281"/>
              <a:gd name="connsiteX20-4145" fmla="*/ 10000 w 10000"/>
              <a:gd name="connsiteY20-4146" fmla="*/ 6770 h 7281"/>
              <a:gd name="connsiteX21-4147" fmla="*/ 10000 w 10000"/>
              <a:gd name="connsiteY21-4148" fmla="*/ 6770 h 7281"/>
              <a:gd name="connsiteX22-4149" fmla="*/ 10000 w 10000"/>
              <a:gd name="connsiteY22-4150" fmla="*/ 7025 h 7281"/>
              <a:gd name="connsiteX23-4151" fmla="*/ 9728 w 10000"/>
              <a:gd name="connsiteY23-4152" fmla="*/ 7025 h 7281"/>
              <a:gd name="connsiteX24-4153" fmla="*/ 9728 w 10000"/>
              <a:gd name="connsiteY24-4154" fmla="*/ 7025 h 7281"/>
              <a:gd name="connsiteX25-4155" fmla="*/ 9457 w 10000"/>
              <a:gd name="connsiteY25-4156" fmla="*/ 7281 h 7281"/>
              <a:gd name="connsiteX26-4157" fmla="*/ 9130 w 10000"/>
              <a:gd name="connsiteY26-4158" fmla="*/ 7281 h 7281"/>
              <a:gd name="connsiteX27-4159" fmla="*/ 8587 w 10000"/>
              <a:gd name="connsiteY27-4160" fmla="*/ 7281 h 7281"/>
              <a:gd name="connsiteX28-4161" fmla="*/ 8315 w 10000"/>
              <a:gd name="connsiteY28-4162" fmla="*/ 7281 h 7281"/>
              <a:gd name="connsiteX29-4163" fmla="*/ 7717 w 10000"/>
              <a:gd name="connsiteY29-4164" fmla="*/ 7281 h 7281"/>
              <a:gd name="connsiteX30-4165" fmla="*/ 6848 w 10000"/>
              <a:gd name="connsiteY30-4166" fmla="*/ 7281 h 7281"/>
              <a:gd name="connsiteX31-4167" fmla="*/ 6304 w 10000"/>
              <a:gd name="connsiteY31-4168" fmla="*/ 7281 h 7281"/>
              <a:gd name="connsiteX32-4169" fmla="*/ 5435 w 10000"/>
              <a:gd name="connsiteY32-4170" fmla="*/ 7281 h 7281"/>
              <a:gd name="connsiteX33-4171" fmla="*/ 4565 w 10000"/>
              <a:gd name="connsiteY33-4172" fmla="*/ 7281 h 7281"/>
              <a:gd name="connsiteX34-4173" fmla="*/ 3967 w 10000"/>
              <a:gd name="connsiteY34-4174" fmla="*/ 7281 h 7281"/>
              <a:gd name="connsiteX35-4175" fmla="*/ 3424 w 10000"/>
              <a:gd name="connsiteY35-4176" fmla="*/ 7281 h 7281"/>
              <a:gd name="connsiteX36-4177" fmla="*/ 2826 w 10000"/>
              <a:gd name="connsiteY36-4178" fmla="*/ 7281 h 7281"/>
              <a:gd name="connsiteX37-4179" fmla="*/ 2554 w 10000"/>
              <a:gd name="connsiteY37-4180" fmla="*/ 7025 h 7281"/>
              <a:gd name="connsiteX38-4181" fmla="*/ 2283 w 10000"/>
              <a:gd name="connsiteY38-4182" fmla="*/ 7025 h 7281"/>
              <a:gd name="connsiteX39-4183" fmla="*/ 1957 w 10000"/>
              <a:gd name="connsiteY39-4184" fmla="*/ 6770 h 7281"/>
              <a:gd name="connsiteX40-4185" fmla="*/ 1685 w 10000"/>
              <a:gd name="connsiteY40-4186" fmla="*/ 6770 h 7281"/>
              <a:gd name="connsiteX41-4187" fmla="*/ 1413 w 10000"/>
              <a:gd name="connsiteY41-4188" fmla="*/ 6512 h 7281"/>
              <a:gd name="connsiteX42-4189" fmla="*/ 1141 w 10000"/>
              <a:gd name="connsiteY42-4190" fmla="*/ 6512 h 7281"/>
              <a:gd name="connsiteX43-4191" fmla="*/ 815 w 10000"/>
              <a:gd name="connsiteY43-4192" fmla="*/ 6206 h 7281"/>
              <a:gd name="connsiteX44-4193" fmla="*/ 815 w 10000"/>
              <a:gd name="connsiteY44-4194" fmla="*/ 5692 h 7281"/>
              <a:gd name="connsiteX45-4195" fmla="*/ 543 w 10000"/>
              <a:gd name="connsiteY45-4196" fmla="*/ 5381 h 7281"/>
              <a:gd name="connsiteX46-4197" fmla="*/ 543 w 10000"/>
              <a:gd name="connsiteY46-4198" fmla="*/ 5127 h 7281"/>
              <a:gd name="connsiteX47-4199" fmla="*/ 272 w 10000"/>
              <a:gd name="connsiteY47-4200" fmla="*/ 4615 h 7281"/>
              <a:gd name="connsiteX48-4201" fmla="*/ 272 w 10000"/>
              <a:gd name="connsiteY48-4202" fmla="*/ 4052 h 7281"/>
              <a:gd name="connsiteX49-4203" fmla="*/ 272 w 10000"/>
              <a:gd name="connsiteY49-4204" fmla="*/ 3539 h 7281"/>
              <a:gd name="connsiteX50-4205" fmla="*/ 0 w 10000"/>
              <a:gd name="connsiteY50-4206" fmla="*/ 2720 h 7281"/>
              <a:gd name="connsiteX51-4207" fmla="*/ 0 w 10000"/>
              <a:gd name="connsiteY51-4208" fmla="*/ 1898 h 7281"/>
              <a:gd name="connsiteX52-4209" fmla="*/ 0 w 10000"/>
              <a:gd name="connsiteY52-4210" fmla="*/ 1073 h 7281"/>
              <a:gd name="connsiteX53-4211" fmla="*/ 272 w 10000"/>
              <a:gd name="connsiteY53-4212" fmla="*/ 0 h 7281"/>
              <a:gd name="connsiteX54-4213" fmla="*/ 2283 w 10000"/>
              <a:gd name="connsiteY54-4214" fmla="*/ 0 h 7281"/>
              <a:gd name="connsiteX55-4215" fmla="*/ 1957 w 10000"/>
              <a:gd name="connsiteY55-4216" fmla="*/ 512 h 7281"/>
              <a:gd name="connsiteX56-4217" fmla="*/ 1957 w 10000"/>
              <a:gd name="connsiteY56-4218" fmla="*/ 1331 h 7281"/>
              <a:gd name="connsiteX57-4219" fmla="*/ 1957 w 10000"/>
              <a:gd name="connsiteY57-4220" fmla="*/ 1898 h 7281"/>
              <a:gd name="connsiteX58-4221" fmla="*/ 1957 w 10000"/>
              <a:gd name="connsiteY58-4222" fmla="*/ 2412 h 7281"/>
              <a:gd name="connsiteX59-4223" fmla="*/ 2283 w 10000"/>
              <a:gd name="connsiteY59-4224" fmla="*/ 3232 h 7281"/>
              <a:gd name="connsiteX60-4225" fmla="*/ 2283 w 10000"/>
              <a:gd name="connsiteY60-4226" fmla="*/ 4052 h 7281"/>
              <a:gd name="connsiteX61-4227" fmla="*/ 2283 w 10000"/>
              <a:gd name="connsiteY61-4228" fmla="*/ 4052 h 7281"/>
              <a:gd name="connsiteX0-4229" fmla="*/ 2283 w 10000"/>
              <a:gd name="connsiteY0-4230" fmla="*/ 5565 h 10000"/>
              <a:gd name="connsiteX1-4231" fmla="*/ 2554 w 10000"/>
              <a:gd name="connsiteY1-4232" fmla="*/ 5917 h 10000"/>
              <a:gd name="connsiteX2-4233" fmla="*/ 2826 w 10000"/>
              <a:gd name="connsiteY2-4234" fmla="*/ 6338 h 10000"/>
              <a:gd name="connsiteX3-4235" fmla="*/ 3152 w 10000"/>
              <a:gd name="connsiteY3-4236" fmla="*/ 6687 h 10000"/>
              <a:gd name="connsiteX4-4237" fmla="*/ 3424 w 10000"/>
              <a:gd name="connsiteY4-4238" fmla="*/ 6687 h 10000"/>
              <a:gd name="connsiteX5-4239" fmla="*/ 3967 w 10000"/>
              <a:gd name="connsiteY5-4240" fmla="*/ 7042 h 10000"/>
              <a:gd name="connsiteX6-4241" fmla="*/ 4565 w 10000"/>
              <a:gd name="connsiteY6-4242" fmla="*/ 7042 h 10000"/>
              <a:gd name="connsiteX7-4243" fmla="*/ 5163 w 10000"/>
              <a:gd name="connsiteY7-4244" fmla="*/ 7042 h 10000"/>
              <a:gd name="connsiteX8-4245" fmla="*/ 5707 w 10000"/>
              <a:gd name="connsiteY8-4246" fmla="*/ 7042 h 10000"/>
              <a:gd name="connsiteX9-4247" fmla="*/ 6304 w 10000"/>
              <a:gd name="connsiteY9-4248" fmla="*/ 7042 h 10000"/>
              <a:gd name="connsiteX10-4249" fmla="*/ 6848 w 10000"/>
              <a:gd name="connsiteY10-4250" fmla="*/ 7042 h 10000"/>
              <a:gd name="connsiteX11-4251" fmla="*/ 7446 w 10000"/>
              <a:gd name="connsiteY11-4252" fmla="*/ 7042 h 10000"/>
              <a:gd name="connsiteX12-4253" fmla="*/ 7989 w 10000"/>
              <a:gd name="connsiteY12-4254" fmla="*/ 7042 h 10000"/>
              <a:gd name="connsiteX13-4255" fmla="*/ 8315 w 10000"/>
              <a:gd name="connsiteY13-4256" fmla="*/ 7042 h 10000"/>
              <a:gd name="connsiteX14-4257" fmla="*/ 8587 w 10000"/>
              <a:gd name="connsiteY14-4258" fmla="*/ 7390 h 10000"/>
              <a:gd name="connsiteX15-4259" fmla="*/ 9130 w 10000"/>
              <a:gd name="connsiteY15-4260" fmla="*/ 7818 h 10000"/>
              <a:gd name="connsiteX16-4261" fmla="*/ 9457 w 10000"/>
              <a:gd name="connsiteY16-4262" fmla="*/ 8168 h 10000"/>
              <a:gd name="connsiteX17-4263" fmla="*/ 9728 w 10000"/>
              <a:gd name="connsiteY17-4264" fmla="*/ 8524 h 10000"/>
              <a:gd name="connsiteX18-4265" fmla="*/ 10000 w 10000"/>
              <a:gd name="connsiteY18-4266" fmla="*/ 8944 h 10000"/>
              <a:gd name="connsiteX19-4267" fmla="*/ 10000 w 10000"/>
              <a:gd name="connsiteY19-4268" fmla="*/ 9298 h 10000"/>
              <a:gd name="connsiteX20-4269" fmla="*/ 10000 w 10000"/>
              <a:gd name="connsiteY20-4270" fmla="*/ 9298 h 10000"/>
              <a:gd name="connsiteX21-4271" fmla="*/ 10000 w 10000"/>
              <a:gd name="connsiteY21-4272" fmla="*/ 9298 h 10000"/>
              <a:gd name="connsiteX22-4273" fmla="*/ 10000 w 10000"/>
              <a:gd name="connsiteY22-4274" fmla="*/ 9648 h 10000"/>
              <a:gd name="connsiteX23-4275" fmla="*/ 9728 w 10000"/>
              <a:gd name="connsiteY23-4276" fmla="*/ 9648 h 10000"/>
              <a:gd name="connsiteX24-4277" fmla="*/ 9728 w 10000"/>
              <a:gd name="connsiteY24-4278" fmla="*/ 9648 h 10000"/>
              <a:gd name="connsiteX25-4279" fmla="*/ 9457 w 10000"/>
              <a:gd name="connsiteY25-4280" fmla="*/ 10000 h 10000"/>
              <a:gd name="connsiteX26-4281" fmla="*/ 9130 w 10000"/>
              <a:gd name="connsiteY26-4282" fmla="*/ 10000 h 10000"/>
              <a:gd name="connsiteX27-4283" fmla="*/ 8587 w 10000"/>
              <a:gd name="connsiteY27-4284" fmla="*/ 10000 h 10000"/>
              <a:gd name="connsiteX28-4285" fmla="*/ 8315 w 10000"/>
              <a:gd name="connsiteY28-4286" fmla="*/ 10000 h 10000"/>
              <a:gd name="connsiteX29-4287" fmla="*/ 7717 w 10000"/>
              <a:gd name="connsiteY29-4288" fmla="*/ 10000 h 10000"/>
              <a:gd name="connsiteX30-4289" fmla="*/ 6848 w 10000"/>
              <a:gd name="connsiteY30-4290" fmla="*/ 10000 h 10000"/>
              <a:gd name="connsiteX31-4291" fmla="*/ 6304 w 10000"/>
              <a:gd name="connsiteY31-4292" fmla="*/ 10000 h 10000"/>
              <a:gd name="connsiteX32-4293" fmla="*/ 5435 w 10000"/>
              <a:gd name="connsiteY32-4294" fmla="*/ 10000 h 10000"/>
              <a:gd name="connsiteX33-4295" fmla="*/ 4565 w 10000"/>
              <a:gd name="connsiteY33-4296" fmla="*/ 10000 h 10000"/>
              <a:gd name="connsiteX34-4297" fmla="*/ 3967 w 10000"/>
              <a:gd name="connsiteY34-4298" fmla="*/ 10000 h 10000"/>
              <a:gd name="connsiteX35-4299" fmla="*/ 3424 w 10000"/>
              <a:gd name="connsiteY35-4300" fmla="*/ 10000 h 10000"/>
              <a:gd name="connsiteX36-4301" fmla="*/ 2826 w 10000"/>
              <a:gd name="connsiteY36-4302" fmla="*/ 10000 h 10000"/>
              <a:gd name="connsiteX37-4303" fmla="*/ 2554 w 10000"/>
              <a:gd name="connsiteY37-4304" fmla="*/ 9648 h 10000"/>
              <a:gd name="connsiteX38-4305" fmla="*/ 2283 w 10000"/>
              <a:gd name="connsiteY38-4306" fmla="*/ 9648 h 10000"/>
              <a:gd name="connsiteX39-4307" fmla="*/ 1957 w 10000"/>
              <a:gd name="connsiteY39-4308" fmla="*/ 9298 h 10000"/>
              <a:gd name="connsiteX40-4309" fmla="*/ 1685 w 10000"/>
              <a:gd name="connsiteY40-4310" fmla="*/ 9298 h 10000"/>
              <a:gd name="connsiteX41-4311" fmla="*/ 1413 w 10000"/>
              <a:gd name="connsiteY41-4312" fmla="*/ 8944 h 10000"/>
              <a:gd name="connsiteX42-4313" fmla="*/ 1141 w 10000"/>
              <a:gd name="connsiteY42-4314" fmla="*/ 8944 h 10000"/>
              <a:gd name="connsiteX43-4315" fmla="*/ 815 w 10000"/>
              <a:gd name="connsiteY43-4316" fmla="*/ 8524 h 10000"/>
              <a:gd name="connsiteX44-4317" fmla="*/ 815 w 10000"/>
              <a:gd name="connsiteY44-4318" fmla="*/ 7818 h 10000"/>
              <a:gd name="connsiteX45-4319" fmla="*/ 543 w 10000"/>
              <a:gd name="connsiteY45-4320" fmla="*/ 7390 h 10000"/>
              <a:gd name="connsiteX46-4321" fmla="*/ 543 w 10000"/>
              <a:gd name="connsiteY46-4322" fmla="*/ 7042 h 10000"/>
              <a:gd name="connsiteX47-4323" fmla="*/ 272 w 10000"/>
              <a:gd name="connsiteY47-4324" fmla="*/ 6338 h 10000"/>
              <a:gd name="connsiteX48-4325" fmla="*/ 272 w 10000"/>
              <a:gd name="connsiteY48-4326" fmla="*/ 5565 h 10000"/>
              <a:gd name="connsiteX49-4327" fmla="*/ 272 w 10000"/>
              <a:gd name="connsiteY49-4328" fmla="*/ 4861 h 10000"/>
              <a:gd name="connsiteX50-4329" fmla="*/ 0 w 10000"/>
              <a:gd name="connsiteY50-4330" fmla="*/ 3736 h 10000"/>
              <a:gd name="connsiteX51-4331" fmla="*/ 0 w 10000"/>
              <a:gd name="connsiteY51-4332" fmla="*/ 2607 h 10000"/>
              <a:gd name="connsiteX52-4333" fmla="*/ 0 w 10000"/>
              <a:gd name="connsiteY52-4334" fmla="*/ 1474 h 10000"/>
              <a:gd name="connsiteX53-4335" fmla="*/ 272 w 10000"/>
              <a:gd name="connsiteY53-4336" fmla="*/ 0 h 10000"/>
              <a:gd name="connsiteX54-4337" fmla="*/ 1957 w 10000"/>
              <a:gd name="connsiteY54-4338" fmla="*/ 703 h 10000"/>
              <a:gd name="connsiteX55-4339" fmla="*/ 1957 w 10000"/>
              <a:gd name="connsiteY55-4340" fmla="*/ 1828 h 10000"/>
              <a:gd name="connsiteX56-4341" fmla="*/ 1957 w 10000"/>
              <a:gd name="connsiteY56-4342" fmla="*/ 2607 h 10000"/>
              <a:gd name="connsiteX57-4343" fmla="*/ 1957 w 10000"/>
              <a:gd name="connsiteY57-4344" fmla="*/ 3313 h 10000"/>
              <a:gd name="connsiteX58-4345" fmla="*/ 2283 w 10000"/>
              <a:gd name="connsiteY58-4346" fmla="*/ 4439 h 10000"/>
              <a:gd name="connsiteX59-4347" fmla="*/ 2283 w 10000"/>
              <a:gd name="connsiteY59-4348" fmla="*/ 5565 h 10000"/>
              <a:gd name="connsiteX60-4349" fmla="*/ 2283 w 10000"/>
              <a:gd name="connsiteY60-4350" fmla="*/ 5565 h 10000"/>
              <a:gd name="connsiteX0-4351" fmla="*/ 2283 w 10000"/>
              <a:gd name="connsiteY0-4352" fmla="*/ 4921 h 9356"/>
              <a:gd name="connsiteX1-4353" fmla="*/ 2554 w 10000"/>
              <a:gd name="connsiteY1-4354" fmla="*/ 5273 h 9356"/>
              <a:gd name="connsiteX2-4355" fmla="*/ 2826 w 10000"/>
              <a:gd name="connsiteY2-4356" fmla="*/ 5694 h 9356"/>
              <a:gd name="connsiteX3-4357" fmla="*/ 3152 w 10000"/>
              <a:gd name="connsiteY3-4358" fmla="*/ 6043 h 9356"/>
              <a:gd name="connsiteX4-4359" fmla="*/ 3424 w 10000"/>
              <a:gd name="connsiteY4-4360" fmla="*/ 6043 h 9356"/>
              <a:gd name="connsiteX5-4361" fmla="*/ 3967 w 10000"/>
              <a:gd name="connsiteY5-4362" fmla="*/ 6398 h 9356"/>
              <a:gd name="connsiteX6-4363" fmla="*/ 4565 w 10000"/>
              <a:gd name="connsiteY6-4364" fmla="*/ 6398 h 9356"/>
              <a:gd name="connsiteX7-4365" fmla="*/ 5163 w 10000"/>
              <a:gd name="connsiteY7-4366" fmla="*/ 6398 h 9356"/>
              <a:gd name="connsiteX8-4367" fmla="*/ 5707 w 10000"/>
              <a:gd name="connsiteY8-4368" fmla="*/ 6398 h 9356"/>
              <a:gd name="connsiteX9-4369" fmla="*/ 6304 w 10000"/>
              <a:gd name="connsiteY9-4370" fmla="*/ 6398 h 9356"/>
              <a:gd name="connsiteX10-4371" fmla="*/ 6848 w 10000"/>
              <a:gd name="connsiteY10-4372" fmla="*/ 6398 h 9356"/>
              <a:gd name="connsiteX11-4373" fmla="*/ 7446 w 10000"/>
              <a:gd name="connsiteY11-4374" fmla="*/ 6398 h 9356"/>
              <a:gd name="connsiteX12-4375" fmla="*/ 7989 w 10000"/>
              <a:gd name="connsiteY12-4376" fmla="*/ 6398 h 9356"/>
              <a:gd name="connsiteX13-4377" fmla="*/ 8315 w 10000"/>
              <a:gd name="connsiteY13-4378" fmla="*/ 6398 h 9356"/>
              <a:gd name="connsiteX14-4379" fmla="*/ 8587 w 10000"/>
              <a:gd name="connsiteY14-4380" fmla="*/ 6746 h 9356"/>
              <a:gd name="connsiteX15-4381" fmla="*/ 9130 w 10000"/>
              <a:gd name="connsiteY15-4382" fmla="*/ 7174 h 9356"/>
              <a:gd name="connsiteX16-4383" fmla="*/ 9457 w 10000"/>
              <a:gd name="connsiteY16-4384" fmla="*/ 7524 h 9356"/>
              <a:gd name="connsiteX17-4385" fmla="*/ 9728 w 10000"/>
              <a:gd name="connsiteY17-4386" fmla="*/ 7880 h 9356"/>
              <a:gd name="connsiteX18-4387" fmla="*/ 10000 w 10000"/>
              <a:gd name="connsiteY18-4388" fmla="*/ 8300 h 9356"/>
              <a:gd name="connsiteX19-4389" fmla="*/ 10000 w 10000"/>
              <a:gd name="connsiteY19-4390" fmla="*/ 8654 h 9356"/>
              <a:gd name="connsiteX20-4391" fmla="*/ 10000 w 10000"/>
              <a:gd name="connsiteY20-4392" fmla="*/ 8654 h 9356"/>
              <a:gd name="connsiteX21-4393" fmla="*/ 10000 w 10000"/>
              <a:gd name="connsiteY21-4394" fmla="*/ 8654 h 9356"/>
              <a:gd name="connsiteX22-4395" fmla="*/ 10000 w 10000"/>
              <a:gd name="connsiteY22-4396" fmla="*/ 9004 h 9356"/>
              <a:gd name="connsiteX23-4397" fmla="*/ 9728 w 10000"/>
              <a:gd name="connsiteY23-4398" fmla="*/ 9004 h 9356"/>
              <a:gd name="connsiteX24-4399" fmla="*/ 9728 w 10000"/>
              <a:gd name="connsiteY24-4400" fmla="*/ 9004 h 9356"/>
              <a:gd name="connsiteX25-4401" fmla="*/ 9457 w 10000"/>
              <a:gd name="connsiteY25-4402" fmla="*/ 9356 h 9356"/>
              <a:gd name="connsiteX26-4403" fmla="*/ 9130 w 10000"/>
              <a:gd name="connsiteY26-4404" fmla="*/ 9356 h 9356"/>
              <a:gd name="connsiteX27-4405" fmla="*/ 8587 w 10000"/>
              <a:gd name="connsiteY27-4406" fmla="*/ 9356 h 9356"/>
              <a:gd name="connsiteX28-4407" fmla="*/ 8315 w 10000"/>
              <a:gd name="connsiteY28-4408" fmla="*/ 9356 h 9356"/>
              <a:gd name="connsiteX29-4409" fmla="*/ 7717 w 10000"/>
              <a:gd name="connsiteY29-4410" fmla="*/ 9356 h 9356"/>
              <a:gd name="connsiteX30-4411" fmla="*/ 6848 w 10000"/>
              <a:gd name="connsiteY30-4412" fmla="*/ 9356 h 9356"/>
              <a:gd name="connsiteX31-4413" fmla="*/ 6304 w 10000"/>
              <a:gd name="connsiteY31-4414" fmla="*/ 9356 h 9356"/>
              <a:gd name="connsiteX32-4415" fmla="*/ 5435 w 10000"/>
              <a:gd name="connsiteY32-4416" fmla="*/ 9356 h 9356"/>
              <a:gd name="connsiteX33-4417" fmla="*/ 4565 w 10000"/>
              <a:gd name="connsiteY33-4418" fmla="*/ 9356 h 9356"/>
              <a:gd name="connsiteX34-4419" fmla="*/ 3967 w 10000"/>
              <a:gd name="connsiteY34-4420" fmla="*/ 9356 h 9356"/>
              <a:gd name="connsiteX35-4421" fmla="*/ 3424 w 10000"/>
              <a:gd name="connsiteY35-4422" fmla="*/ 9356 h 9356"/>
              <a:gd name="connsiteX36-4423" fmla="*/ 2826 w 10000"/>
              <a:gd name="connsiteY36-4424" fmla="*/ 9356 h 9356"/>
              <a:gd name="connsiteX37-4425" fmla="*/ 2554 w 10000"/>
              <a:gd name="connsiteY37-4426" fmla="*/ 9004 h 9356"/>
              <a:gd name="connsiteX38-4427" fmla="*/ 2283 w 10000"/>
              <a:gd name="connsiteY38-4428" fmla="*/ 9004 h 9356"/>
              <a:gd name="connsiteX39-4429" fmla="*/ 1957 w 10000"/>
              <a:gd name="connsiteY39-4430" fmla="*/ 8654 h 9356"/>
              <a:gd name="connsiteX40-4431" fmla="*/ 1685 w 10000"/>
              <a:gd name="connsiteY40-4432" fmla="*/ 8654 h 9356"/>
              <a:gd name="connsiteX41-4433" fmla="*/ 1413 w 10000"/>
              <a:gd name="connsiteY41-4434" fmla="*/ 8300 h 9356"/>
              <a:gd name="connsiteX42-4435" fmla="*/ 1141 w 10000"/>
              <a:gd name="connsiteY42-4436" fmla="*/ 8300 h 9356"/>
              <a:gd name="connsiteX43-4437" fmla="*/ 815 w 10000"/>
              <a:gd name="connsiteY43-4438" fmla="*/ 7880 h 9356"/>
              <a:gd name="connsiteX44-4439" fmla="*/ 815 w 10000"/>
              <a:gd name="connsiteY44-4440" fmla="*/ 7174 h 9356"/>
              <a:gd name="connsiteX45-4441" fmla="*/ 543 w 10000"/>
              <a:gd name="connsiteY45-4442" fmla="*/ 6746 h 9356"/>
              <a:gd name="connsiteX46-4443" fmla="*/ 543 w 10000"/>
              <a:gd name="connsiteY46-4444" fmla="*/ 6398 h 9356"/>
              <a:gd name="connsiteX47-4445" fmla="*/ 272 w 10000"/>
              <a:gd name="connsiteY47-4446" fmla="*/ 5694 h 9356"/>
              <a:gd name="connsiteX48-4447" fmla="*/ 272 w 10000"/>
              <a:gd name="connsiteY48-4448" fmla="*/ 4921 h 9356"/>
              <a:gd name="connsiteX49-4449" fmla="*/ 272 w 10000"/>
              <a:gd name="connsiteY49-4450" fmla="*/ 4217 h 9356"/>
              <a:gd name="connsiteX50-4451" fmla="*/ 0 w 10000"/>
              <a:gd name="connsiteY50-4452" fmla="*/ 3092 h 9356"/>
              <a:gd name="connsiteX51-4453" fmla="*/ 0 w 10000"/>
              <a:gd name="connsiteY51-4454" fmla="*/ 1963 h 9356"/>
              <a:gd name="connsiteX52-4455" fmla="*/ 0 w 10000"/>
              <a:gd name="connsiteY52-4456" fmla="*/ 830 h 9356"/>
              <a:gd name="connsiteX53-4457" fmla="*/ 1957 w 10000"/>
              <a:gd name="connsiteY53-4458" fmla="*/ 59 h 9356"/>
              <a:gd name="connsiteX54-4459" fmla="*/ 1957 w 10000"/>
              <a:gd name="connsiteY54-4460" fmla="*/ 1184 h 9356"/>
              <a:gd name="connsiteX55-4461" fmla="*/ 1957 w 10000"/>
              <a:gd name="connsiteY55-4462" fmla="*/ 1963 h 9356"/>
              <a:gd name="connsiteX56-4463" fmla="*/ 1957 w 10000"/>
              <a:gd name="connsiteY56-4464" fmla="*/ 2669 h 9356"/>
              <a:gd name="connsiteX57-4465" fmla="*/ 2283 w 10000"/>
              <a:gd name="connsiteY57-4466" fmla="*/ 3795 h 9356"/>
              <a:gd name="connsiteX58-4467" fmla="*/ 2283 w 10000"/>
              <a:gd name="connsiteY58-4468" fmla="*/ 4921 h 9356"/>
              <a:gd name="connsiteX59-4469" fmla="*/ 2283 w 10000"/>
              <a:gd name="connsiteY59-4470" fmla="*/ 4921 h 9356"/>
              <a:gd name="connsiteX0-4471" fmla="*/ 2283 w 10000"/>
              <a:gd name="connsiteY0-4472" fmla="*/ 5197 h 9937"/>
              <a:gd name="connsiteX1-4473" fmla="*/ 2554 w 10000"/>
              <a:gd name="connsiteY1-4474" fmla="*/ 5573 h 9937"/>
              <a:gd name="connsiteX2-4475" fmla="*/ 2826 w 10000"/>
              <a:gd name="connsiteY2-4476" fmla="*/ 6023 h 9937"/>
              <a:gd name="connsiteX3-4477" fmla="*/ 3152 w 10000"/>
              <a:gd name="connsiteY3-4478" fmla="*/ 6396 h 9937"/>
              <a:gd name="connsiteX4-4479" fmla="*/ 3424 w 10000"/>
              <a:gd name="connsiteY4-4480" fmla="*/ 6396 h 9937"/>
              <a:gd name="connsiteX5-4481" fmla="*/ 3967 w 10000"/>
              <a:gd name="connsiteY5-4482" fmla="*/ 6775 h 9937"/>
              <a:gd name="connsiteX6-4483" fmla="*/ 4565 w 10000"/>
              <a:gd name="connsiteY6-4484" fmla="*/ 6775 h 9937"/>
              <a:gd name="connsiteX7-4485" fmla="*/ 5163 w 10000"/>
              <a:gd name="connsiteY7-4486" fmla="*/ 6775 h 9937"/>
              <a:gd name="connsiteX8-4487" fmla="*/ 5707 w 10000"/>
              <a:gd name="connsiteY8-4488" fmla="*/ 6775 h 9937"/>
              <a:gd name="connsiteX9-4489" fmla="*/ 6304 w 10000"/>
              <a:gd name="connsiteY9-4490" fmla="*/ 6775 h 9937"/>
              <a:gd name="connsiteX10-4491" fmla="*/ 6848 w 10000"/>
              <a:gd name="connsiteY10-4492" fmla="*/ 6775 h 9937"/>
              <a:gd name="connsiteX11-4493" fmla="*/ 7446 w 10000"/>
              <a:gd name="connsiteY11-4494" fmla="*/ 6775 h 9937"/>
              <a:gd name="connsiteX12-4495" fmla="*/ 7989 w 10000"/>
              <a:gd name="connsiteY12-4496" fmla="*/ 6775 h 9937"/>
              <a:gd name="connsiteX13-4497" fmla="*/ 8315 w 10000"/>
              <a:gd name="connsiteY13-4498" fmla="*/ 6775 h 9937"/>
              <a:gd name="connsiteX14-4499" fmla="*/ 8587 w 10000"/>
              <a:gd name="connsiteY14-4500" fmla="*/ 7147 h 9937"/>
              <a:gd name="connsiteX15-4501" fmla="*/ 9130 w 10000"/>
              <a:gd name="connsiteY15-4502" fmla="*/ 7605 h 9937"/>
              <a:gd name="connsiteX16-4503" fmla="*/ 9457 w 10000"/>
              <a:gd name="connsiteY16-4504" fmla="*/ 7979 h 9937"/>
              <a:gd name="connsiteX17-4505" fmla="*/ 9728 w 10000"/>
              <a:gd name="connsiteY17-4506" fmla="*/ 8359 h 9937"/>
              <a:gd name="connsiteX18-4507" fmla="*/ 10000 w 10000"/>
              <a:gd name="connsiteY18-4508" fmla="*/ 8808 h 9937"/>
              <a:gd name="connsiteX19-4509" fmla="*/ 10000 w 10000"/>
              <a:gd name="connsiteY19-4510" fmla="*/ 9187 h 9937"/>
              <a:gd name="connsiteX20-4511" fmla="*/ 10000 w 10000"/>
              <a:gd name="connsiteY20-4512" fmla="*/ 9187 h 9937"/>
              <a:gd name="connsiteX21-4513" fmla="*/ 10000 w 10000"/>
              <a:gd name="connsiteY21-4514" fmla="*/ 9187 h 9937"/>
              <a:gd name="connsiteX22-4515" fmla="*/ 10000 w 10000"/>
              <a:gd name="connsiteY22-4516" fmla="*/ 9561 h 9937"/>
              <a:gd name="connsiteX23-4517" fmla="*/ 9728 w 10000"/>
              <a:gd name="connsiteY23-4518" fmla="*/ 9561 h 9937"/>
              <a:gd name="connsiteX24-4519" fmla="*/ 9728 w 10000"/>
              <a:gd name="connsiteY24-4520" fmla="*/ 9561 h 9937"/>
              <a:gd name="connsiteX25-4521" fmla="*/ 9457 w 10000"/>
              <a:gd name="connsiteY25-4522" fmla="*/ 9937 h 9937"/>
              <a:gd name="connsiteX26-4523" fmla="*/ 9130 w 10000"/>
              <a:gd name="connsiteY26-4524" fmla="*/ 9937 h 9937"/>
              <a:gd name="connsiteX27-4525" fmla="*/ 8587 w 10000"/>
              <a:gd name="connsiteY27-4526" fmla="*/ 9937 h 9937"/>
              <a:gd name="connsiteX28-4527" fmla="*/ 8315 w 10000"/>
              <a:gd name="connsiteY28-4528" fmla="*/ 9937 h 9937"/>
              <a:gd name="connsiteX29-4529" fmla="*/ 7717 w 10000"/>
              <a:gd name="connsiteY29-4530" fmla="*/ 9937 h 9937"/>
              <a:gd name="connsiteX30-4531" fmla="*/ 6848 w 10000"/>
              <a:gd name="connsiteY30-4532" fmla="*/ 9937 h 9937"/>
              <a:gd name="connsiteX31-4533" fmla="*/ 6304 w 10000"/>
              <a:gd name="connsiteY31-4534" fmla="*/ 9937 h 9937"/>
              <a:gd name="connsiteX32-4535" fmla="*/ 5435 w 10000"/>
              <a:gd name="connsiteY32-4536" fmla="*/ 9937 h 9937"/>
              <a:gd name="connsiteX33-4537" fmla="*/ 4565 w 10000"/>
              <a:gd name="connsiteY33-4538" fmla="*/ 9937 h 9937"/>
              <a:gd name="connsiteX34-4539" fmla="*/ 3967 w 10000"/>
              <a:gd name="connsiteY34-4540" fmla="*/ 9937 h 9937"/>
              <a:gd name="connsiteX35-4541" fmla="*/ 3424 w 10000"/>
              <a:gd name="connsiteY35-4542" fmla="*/ 9937 h 9937"/>
              <a:gd name="connsiteX36-4543" fmla="*/ 2826 w 10000"/>
              <a:gd name="connsiteY36-4544" fmla="*/ 9937 h 9937"/>
              <a:gd name="connsiteX37-4545" fmla="*/ 2554 w 10000"/>
              <a:gd name="connsiteY37-4546" fmla="*/ 9561 h 9937"/>
              <a:gd name="connsiteX38-4547" fmla="*/ 2283 w 10000"/>
              <a:gd name="connsiteY38-4548" fmla="*/ 9561 h 9937"/>
              <a:gd name="connsiteX39-4549" fmla="*/ 1957 w 10000"/>
              <a:gd name="connsiteY39-4550" fmla="*/ 9187 h 9937"/>
              <a:gd name="connsiteX40-4551" fmla="*/ 1685 w 10000"/>
              <a:gd name="connsiteY40-4552" fmla="*/ 9187 h 9937"/>
              <a:gd name="connsiteX41-4553" fmla="*/ 1413 w 10000"/>
              <a:gd name="connsiteY41-4554" fmla="*/ 8808 h 9937"/>
              <a:gd name="connsiteX42-4555" fmla="*/ 1141 w 10000"/>
              <a:gd name="connsiteY42-4556" fmla="*/ 8808 h 9937"/>
              <a:gd name="connsiteX43-4557" fmla="*/ 815 w 10000"/>
              <a:gd name="connsiteY43-4558" fmla="*/ 8359 h 9937"/>
              <a:gd name="connsiteX44-4559" fmla="*/ 815 w 10000"/>
              <a:gd name="connsiteY44-4560" fmla="*/ 7605 h 9937"/>
              <a:gd name="connsiteX45-4561" fmla="*/ 543 w 10000"/>
              <a:gd name="connsiteY45-4562" fmla="*/ 7147 h 9937"/>
              <a:gd name="connsiteX46-4563" fmla="*/ 543 w 10000"/>
              <a:gd name="connsiteY46-4564" fmla="*/ 6775 h 9937"/>
              <a:gd name="connsiteX47-4565" fmla="*/ 272 w 10000"/>
              <a:gd name="connsiteY47-4566" fmla="*/ 6023 h 9937"/>
              <a:gd name="connsiteX48-4567" fmla="*/ 272 w 10000"/>
              <a:gd name="connsiteY48-4568" fmla="*/ 5197 h 9937"/>
              <a:gd name="connsiteX49-4569" fmla="*/ 272 w 10000"/>
              <a:gd name="connsiteY49-4570" fmla="*/ 4444 h 9937"/>
              <a:gd name="connsiteX50-4571" fmla="*/ 0 w 10000"/>
              <a:gd name="connsiteY50-4572" fmla="*/ 3242 h 9937"/>
              <a:gd name="connsiteX51-4573" fmla="*/ 0 w 10000"/>
              <a:gd name="connsiteY51-4574" fmla="*/ 2035 h 9937"/>
              <a:gd name="connsiteX52-4575" fmla="*/ 1957 w 10000"/>
              <a:gd name="connsiteY52-4576" fmla="*/ 0 h 9937"/>
              <a:gd name="connsiteX53-4577" fmla="*/ 1957 w 10000"/>
              <a:gd name="connsiteY53-4578" fmla="*/ 1202 h 9937"/>
              <a:gd name="connsiteX54-4579" fmla="*/ 1957 w 10000"/>
              <a:gd name="connsiteY54-4580" fmla="*/ 2035 h 9937"/>
              <a:gd name="connsiteX55-4581" fmla="*/ 1957 w 10000"/>
              <a:gd name="connsiteY55-4582" fmla="*/ 2790 h 9937"/>
              <a:gd name="connsiteX56-4583" fmla="*/ 2283 w 10000"/>
              <a:gd name="connsiteY56-4584" fmla="*/ 3993 h 9937"/>
              <a:gd name="connsiteX57-4585" fmla="*/ 2283 w 10000"/>
              <a:gd name="connsiteY57-4586" fmla="*/ 5197 h 9937"/>
              <a:gd name="connsiteX58-4587" fmla="*/ 2283 w 10000"/>
              <a:gd name="connsiteY58-4588" fmla="*/ 5197 h 9937"/>
              <a:gd name="connsiteX0-4589" fmla="*/ 2283 w 10000"/>
              <a:gd name="connsiteY0-4590" fmla="*/ 5230 h 10000"/>
              <a:gd name="connsiteX1-4591" fmla="*/ 2554 w 10000"/>
              <a:gd name="connsiteY1-4592" fmla="*/ 5608 h 10000"/>
              <a:gd name="connsiteX2-4593" fmla="*/ 2826 w 10000"/>
              <a:gd name="connsiteY2-4594" fmla="*/ 6061 h 10000"/>
              <a:gd name="connsiteX3-4595" fmla="*/ 3152 w 10000"/>
              <a:gd name="connsiteY3-4596" fmla="*/ 6437 h 10000"/>
              <a:gd name="connsiteX4-4597" fmla="*/ 3424 w 10000"/>
              <a:gd name="connsiteY4-4598" fmla="*/ 6437 h 10000"/>
              <a:gd name="connsiteX5-4599" fmla="*/ 3967 w 10000"/>
              <a:gd name="connsiteY5-4600" fmla="*/ 6818 h 10000"/>
              <a:gd name="connsiteX6-4601" fmla="*/ 4565 w 10000"/>
              <a:gd name="connsiteY6-4602" fmla="*/ 6818 h 10000"/>
              <a:gd name="connsiteX7-4603" fmla="*/ 5163 w 10000"/>
              <a:gd name="connsiteY7-4604" fmla="*/ 6818 h 10000"/>
              <a:gd name="connsiteX8-4605" fmla="*/ 5707 w 10000"/>
              <a:gd name="connsiteY8-4606" fmla="*/ 6818 h 10000"/>
              <a:gd name="connsiteX9-4607" fmla="*/ 6304 w 10000"/>
              <a:gd name="connsiteY9-4608" fmla="*/ 6818 h 10000"/>
              <a:gd name="connsiteX10-4609" fmla="*/ 6848 w 10000"/>
              <a:gd name="connsiteY10-4610" fmla="*/ 6818 h 10000"/>
              <a:gd name="connsiteX11-4611" fmla="*/ 7446 w 10000"/>
              <a:gd name="connsiteY11-4612" fmla="*/ 6818 h 10000"/>
              <a:gd name="connsiteX12-4613" fmla="*/ 7989 w 10000"/>
              <a:gd name="connsiteY12-4614" fmla="*/ 6818 h 10000"/>
              <a:gd name="connsiteX13-4615" fmla="*/ 8315 w 10000"/>
              <a:gd name="connsiteY13-4616" fmla="*/ 6818 h 10000"/>
              <a:gd name="connsiteX14-4617" fmla="*/ 8587 w 10000"/>
              <a:gd name="connsiteY14-4618" fmla="*/ 7192 h 10000"/>
              <a:gd name="connsiteX15-4619" fmla="*/ 9130 w 10000"/>
              <a:gd name="connsiteY15-4620" fmla="*/ 7653 h 10000"/>
              <a:gd name="connsiteX16-4621" fmla="*/ 9457 w 10000"/>
              <a:gd name="connsiteY16-4622" fmla="*/ 8030 h 10000"/>
              <a:gd name="connsiteX17-4623" fmla="*/ 9728 w 10000"/>
              <a:gd name="connsiteY17-4624" fmla="*/ 8412 h 10000"/>
              <a:gd name="connsiteX18-4625" fmla="*/ 10000 w 10000"/>
              <a:gd name="connsiteY18-4626" fmla="*/ 8864 h 10000"/>
              <a:gd name="connsiteX19-4627" fmla="*/ 10000 w 10000"/>
              <a:gd name="connsiteY19-4628" fmla="*/ 9245 h 10000"/>
              <a:gd name="connsiteX20-4629" fmla="*/ 10000 w 10000"/>
              <a:gd name="connsiteY20-4630" fmla="*/ 9245 h 10000"/>
              <a:gd name="connsiteX21-4631" fmla="*/ 10000 w 10000"/>
              <a:gd name="connsiteY21-4632" fmla="*/ 9245 h 10000"/>
              <a:gd name="connsiteX22-4633" fmla="*/ 10000 w 10000"/>
              <a:gd name="connsiteY22-4634" fmla="*/ 9622 h 10000"/>
              <a:gd name="connsiteX23-4635" fmla="*/ 9728 w 10000"/>
              <a:gd name="connsiteY23-4636" fmla="*/ 9622 h 10000"/>
              <a:gd name="connsiteX24-4637" fmla="*/ 9728 w 10000"/>
              <a:gd name="connsiteY24-4638" fmla="*/ 9622 h 10000"/>
              <a:gd name="connsiteX25-4639" fmla="*/ 9457 w 10000"/>
              <a:gd name="connsiteY25-4640" fmla="*/ 10000 h 10000"/>
              <a:gd name="connsiteX26-4641" fmla="*/ 9130 w 10000"/>
              <a:gd name="connsiteY26-4642" fmla="*/ 10000 h 10000"/>
              <a:gd name="connsiteX27-4643" fmla="*/ 8587 w 10000"/>
              <a:gd name="connsiteY27-4644" fmla="*/ 10000 h 10000"/>
              <a:gd name="connsiteX28-4645" fmla="*/ 8315 w 10000"/>
              <a:gd name="connsiteY28-4646" fmla="*/ 10000 h 10000"/>
              <a:gd name="connsiteX29-4647" fmla="*/ 7717 w 10000"/>
              <a:gd name="connsiteY29-4648" fmla="*/ 10000 h 10000"/>
              <a:gd name="connsiteX30-4649" fmla="*/ 6848 w 10000"/>
              <a:gd name="connsiteY30-4650" fmla="*/ 10000 h 10000"/>
              <a:gd name="connsiteX31-4651" fmla="*/ 6304 w 10000"/>
              <a:gd name="connsiteY31-4652" fmla="*/ 10000 h 10000"/>
              <a:gd name="connsiteX32-4653" fmla="*/ 5435 w 10000"/>
              <a:gd name="connsiteY32-4654" fmla="*/ 10000 h 10000"/>
              <a:gd name="connsiteX33-4655" fmla="*/ 4565 w 10000"/>
              <a:gd name="connsiteY33-4656" fmla="*/ 10000 h 10000"/>
              <a:gd name="connsiteX34-4657" fmla="*/ 3967 w 10000"/>
              <a:gd name="connsiteY34-4658" fmla="*/ 10000 h 10000"/>
              <a:gd name="connsiteX35-4659" fmla="*/ 3424 w 10000"/>
              <a:gd name="connsiteY35-4660" fmla="*/ 10000 h 10000"/>
              <a:gd name="connsiteX36-4661" fmla="*/ 2826 w 10000"/>
              <a:gd name="connsiteY36-4662" fmla="*/ 10000 h 10000"/>
              <a:gd name="connsiteX37-4663" fmla="*/ 2554 w 10000"/>
              <a:gd name="connsiteY37-4664" fmla="*/ 9622 h 10000"/>
              <a:gd name="connsiteX38-4665" fmla="*/ 2283 w 10000"/>
              <a:gd name="connsiteY38-4666" fmla="*/ 9622 h 10000"/>
              <a:gd name="connsiteX39-4667" fmla="*/ 1957 w 10000"/>
              <a:gd name="connsiteY39-4668" fmla="*/ 9245 h 10000"/>
              <a:gd name="connsiteX40-4669" fmla="*/ 1685 w 10000"/>
              <a:gd name="connsiteY40-4670" fmla="*/ 9245 h 10000"/>
              <a:gd name="connsiteX41-4671" fmla="*/ 1413 w 10000"/>
              <a:gd name="connsiteY41-4672" fmla="*/ 8864 h 10000"/>
              <a:gd name="connsiteX42-4673" fmla="*/ 1141 w 10000"/>
              <a:gd name="connsiteY42-4674" fmla="*/ 8864 h 10000"/>
              <a:gd name="connsiteX43-4675" fmla="*/ 815 w 10000"/>
              <a:gd name="connsiteY43-4676" fmla="*/ 8412 h 10000"/>
              <a:gd name="connsiteX44-4677" fmla="*/ 815 w 10000"/>
              <a:gd name="connsiteY44-4678" fmla="*/ 7653 h 10000"/>
              <a:gd name="connsiteX45-4679" fmla="*/ 543 w 10000"/>
              <a:gd name="connsiteY45-4680" fmla="*/ 7192 h 10000"/>
              <a:gd name="connsiteX46-4681" fmla="*/ 543 w 10000"/>
              <a:gd name="connsiteY46-4682" fmla="*/ 6818 h 10000"/>
              <a:gd name="connsiteX47-4683" fmla="*/ 272 w 10000"/>
              <a:gd name="connsiteY47-4684" fmla="*/ 6061 h 10000"/>
              <a:gd name="connsiteX48-4685" fmla="*/ 272 w 10000"/>
              <a:gd name="connsiteY48-4686" fmla="*/ 5230 h 10000"/>
              <a:gd name="connsiteX49-4687" fmla="*/ 272 w 10000"/>
              <a:gd name="connsiteY49-4688" fmla="*/ 4472 h 10000"/>
              <a:gd name="connsiteX50-4689" fmla="*/ 0 w 10000"/>
              <a:gd name="connsiteY50-4690" fmla="*/ 3263 h 10000"/>
              <a:gd name="connsiteX51-4691" fmla="*/ 1957 w 10000"/>
              <a:gd name="connsiteY51-4692" fmla="*/ 0 h 10000"/>
              <a:gd name="connsiteX52-4693" fmla="*/ 1957 w 10000"/>
              <a:gd name="connsiteY52-4694" fmla="*/ 1210 h 10000"/>
              <a:gd name="connsiteX53-4695" fmla="*/ 1957 w 10000"/>
              <a:gd name="connsiteY53-4696" fmla="*/ 2048 h 10000"/>
              <a:gd name="connsiteX54-4697" fmla="*/ 1957 w 10000"/>
              <a:gd name="connsiteY54-4698" fmla="*/ 2808 h 10000"/>
              <a:gd name="connsiteX55-4699" fmla="*/ 2283 w 10000"/>
              <a:gd name="connsiteY55-4700" fmla="*/ 4018 h 10000"/>
              <a:gd name="connsiteX56-4701" fmla="*/ 2283 w 10000"/>
              <a:gd name="connsiteY56-4702" fmla="*/ 5230 h 10000"/>
              <a:gd name="connsiteX57-4703" fmla="*/ 2283 w 10000"/>
              <a:gd name="connsiteY57-4704" fmla="*/ 5230 h 10000"/>
              <a:gd name="connsiteX0-4705" fmla="*/ 2011 w 9728"/>
              <a:gd name="connsiteY0-4706" fmla="*/ 5230 h 10000"/>
              <a:gd name="connsiteX1-4707" fmla="*/ 2282 w 9728"/>
              <a:gd name="connsiteY1-4708" fmla="*/ 5608 h 10000"/>
              <a:gd name="connsiteX2-4709" fmla="*/ 2554 w 9728"/>
              <a:gd name="connsiteY2-4710" fmla="*/ 6061 h 10000"/>
              <a:gd name="connsiteX3-4711" fmla="*/ 2880 w 9728"/>
              <a:gd name="connsiteY3-4712" fmla="*/ 6437 h 10000"/>
              <a:gd name="connsiteX4-4713" fmla="*/ 3152 w 9728"/>
              <a:gd name="connsiteY4-4714" fmla="*/ 6437 h 10000"/>
              <a:gd name="connsiteX5-4715" fmla="*/ 3695 w 9728"/>
              <a:gd name="connsiteY5-4716" fmla="*/ 6818 h 10000"/>
              <a:gd name="connsiteX6-4717" fmla="*/ 4293 w 9728"/>
              <a:gd name="connsiteY6-4718" fmla="*/ 6818 h 10000"/>
              <a:gd name="connsiteX7-4719" fmla="*/ 4891 w 9728"/>
              <a:gd name="connsiteY7-4720" fmla="*/ 6818 h 10000"/>
              <a:gd name="connsiteX8-4721" fmla="*/ 5435 w 9728"/>
              <a:gd name="connsiteY8-4722" fmla="*/ 6818 h 10000"/>
              <a:gd name="connsiteX9-4723" fmla="*/ 6032 w 9728"/>
              <a:gd name="connsiteY9-4724" fmla="*/ 6818 h 10000"/>
              <a:gd name="connsiteX10-4725" fmla="*/ 6576 w 9728"/>
              <a:gd name="connsiteY10-4726" fmla="*/ 6818 h 10000"/>
              <a:gd name="connsiteX11-4727" fmla="*/ 7174 w 9728"/>
              <a:gd name="connsiteY11-4728" fmla="*/ 6818 h 10000"/>
              <a:gd name="connsiteX12-4729" fmla="*/ 7717 w 9728"/>
              <a:gd name="connsiteY12-4730" fmla="*/ 6818 h 10000"/>
              <a:gd name="connsiteX13-4731" fmla="*/ 8043 w 9728"/>
              <a:gd name="connsiteY13-4732" fmla="*/ 6818 h 10000"/>
              <a:gd name="connsiteX14-4733" fmla="*/ 8315 w 9728"/>
              <a:gd name="connsiteY14-4734" fmla="*/ 7192 h 10000"/>
              <a:gd name="connsiteX15-4735" fmla="*/ 8858 w 9728"/>
              <a:gd name="connsiteY15-4736" fmla="*/ 7653 h 10000"/>
              <a:gd name="connsiteX16-4737" fmla="*/ 9185 w 9728"/>
              <a:gd name="connsiteY16-4738" fmla="*/ 8030 h 10000"/>
              <a:gd name="connsiteX17-4739" fmla="*/ 9456 w 9728"/>
              <a:gd name="connsiteY17-4740" fmla="*/ 8412 h 10000"/>
              <a:gd name="connsiteX18-4741" fmla="*/ 9728 w 9728"/>
              <a:gd name="connsiteY18-4742" fmla="*/ 8864 h 10000"/>
              <a:gd name="connsiteX19-4743" fmla="*/ 9728 w 9728"/>
              <a:gd name="connsiteY19-4744" fmla="*/ 9245 h 10000"/>
              <a:gd name="connsiteX20-4745" fmla="*/ 9728 w 9728"/>
              <a:gd name="connsiteY20-4746" fmla="*/ 9245 h 10000"/>
              <a:gd name="connsiteX21-4747" fmla="*/ 9728 w 9728"/>
              <a:gd name="connsiteY21-4748" fmla="*/ 9245 h 10000"/>
              <a:gd name="connsiteX22-4749" fmla="*/ 9728 w 9728"/>
              <a:gd name="connsiteY22-4750" fmla="*/ 9622 h 10000"/>
              <a:gd name="connsiteX23-4751" fmla="*/ 9456 w 9728"/>
              <a:gd name="connsiteY23-4752" fmla="*/ 9622 h 10000"/>
              <a:gd name="connsiteX24-4753" fmla="*/ 9456 w 9728"/>
              <a:gd name="connsiteY24-4754" fmla="*/ 9622 h 10000"/>
              <a:gd name="connsiteX25-4755" fmla="*/ 9185 w 9728"/>
              <a:gd name="connsiteY25-4756" fmla="*/ 10000 h 10000"/>
              <a:gd name="connsiteX26-4757" fmla="*/ 8858 w 9728"/>
              <a:gd name="connsiteY26-4758" fmla="*/ 10000 h 10000"/>
              <a:gd name="connsiteX27-4759" fmla="*/ 8315 w 9728"/>
              <a:gd name="connsiteY27-4760" fmla="*/ 10000 h 10000"/>
              <a:gd name="connsiteX28-4761" fmla="*/ 8043 w 9728"/>
              <a:gd name="connsiteY28-4762" fmla="*/ 10000 h 10000"/>
              <a:gd name="connsiteX29-4763" fmla="*/ 7445 w 9728"/>
              <a:gd name="connsiteY29-4764" fmla="*/ 10000 h 10000"/>
              <a:gd name="connsiteX30-4765" fmla="*/ 6576 w 9728"/>
              <a:gd name="connsiteY30-4766" fmla="*/ 10000 h 10000"/>
              <a:gd name="connsiteX31-4767" fmla="*/ 6032 w 9728"/>
              <a:gd name="connsiteY31-4768" fmla="*/ 10000 h 10000"/>
              <a:gd name="connsiteX32-4769" fmla="*/ 5163 w 9728"/>
              <a:gd name="connsiteY32-4770" fmla="*/ 10000 h 10000"/>
              <a:gd name="connsiteX33-4771" fmla="*/ 4293 w 9728"/>
              <a:gd name="connsiteY33-4772" fmla="*/ 10000 h 10000"/>
              <a:gd name="connsiteX34-4773" fmla="*/ 3695 w 9728"/>
              <a:gd name="connsiteY34-4774" fmla="*/ 10000 h 10000"/>
              <a:gd name="connsiteX35-4775" fmla="*/ 3152 w 9728"/>
              <a:gd name="connsiteY35-4776" fmla="*/ 10000 h 10000"/>
              <a:gd name="connsiteX36-4777" fmla="*/ 2554 w 9728"/>
              <a:gd name="connsiteY36-4778" fmla="*/ 10000 h 10000"/>
              <a:gd name="connsiteX37-4779" fmla="*/ 2282 w 9728"/>
              <a:gd name="connsiteY37-4780" fmla="*/ 9622 h 10000"/>
              <a:gd name="connsiteX38-4781" fmla="*/ 2011 w 9728"/>
              <a:gd name="connsiteY38-4782" fmla="*/ 9622 h 10000"/>
              <a:gd name="connsiteX39-4783" fmla="*/ 1685 w 9728"/>
              <a:gd name="connsiteY39-4784" fmla="*/ 9245 h 10000"/>
              <a:gd name="connsiteX40-4785" fmla="*/ 1413 w 9728"/>
              <a:gd name="connsiteY40-4786" fmla="*/ 9245 h 10000"/>
              <a:gd name="connsiteX41-4787" fmla="*/ 1141 w 9728"/>
              <a:gd name="connsiteY41-4788" fmla="*/ 8864 h 10000"/>
              <a:gd name="connsiteX42-4789" fmla="*/ 869 w 9728"/>
              <a:gd name="connsiteY42-4790" fmla="*/ 8864 h 10000"/>
              <a:gd name="connsiteX43-4791" fmla="*/ 543 w 9728"/>
              <a:gd name="connsiteY43-4792" fmla="*/ 8412 h 10000"/>
              <a:gd name="connsiteX44-4793" fmla="*/ 543 w 9728"/>
              <a:gd name="connsiteY44-4794" fmla="*/ 7653 h 10000"/>
              <a:gd name="connsiteX45-4795" fmla="*/ 271 w 9728"/>
              <a:gd name="connsiteY45-4796" fmla="*/ 7192 h 10000"/>
              <a:gd name="connsiteX46-4797" fmla="*/ 271 w 9728"/>
              <a:gd name="connsiteY46-4798" fmla="*/ 6818 h 10000"/>
              <a:gd name="connsiteX47-4799" fmla="*/ 0 w 9728"/>
              <a:gd name="connsiteY47-4800" fmla="*/ 6061 h 10000"/>
              <a:gd name="connsiteX48-4801" fmla="*/ 0 w 9728"/>
              <a:gd name="connsiteY48-4802" fmla="*/ 5230 h 10000"/>
              <a:gd name="connsiteX49-4803" fmla="*/ 0 w 9728"/>
              <a:gd name="connsiteY49-4804" fmla="*/ 4472 h 10000"/>
              <a:gd name="connsiteX50-4805" fmla="*/ 1685 w 9728"/>
              <a:gd name="connsiteY50-4806" fmla="*/ 0 h 10000"/>
              <a:gd name="connsiteX51-4807" fmla="*/ 1685 w 9728"/>
              <a:gd name="connsiteY51-4808" fmla="*/ 1210 h 10000"/>
              <a:gd name="connsiteX52-4809" fmla="*/ 1685 w 9728"/>
              <a:gd name="connsiteY52-4810" fmla="*/ 2048 h 10000"/>
              <a:gd name="connsiteX53-4811" fmla="*/ 1685 w 9728"/>
              <a:gd name="connsiteY53-4812" fmla="*/ 2808 h 10000"/>
              <a:gd name="connsiteX54-4813" fmla="*/ 2011 w 9728"/>
              <a:gd name="connsiteY54-4814" fmla="*/ 4018 h 10000"/>
              <a:gd name="connsiteX55-4815" fmla="*/ 2011 w 9728"/>
              <a:gd name="connsiteY55-4816" fmla="*/ 5230 h 10000"/>
              <a:gd name="connsiteX56-4817" fmla="*/ 2011 w 9728"/>
              <a:gd name="connsiteY56-4818" fmla="*/ 5230 h 10000"/>
              <a:gd name="connsiteX0-4819" fmla="*/ 2067 w 10000"/>
              <a:gd name="connsiteY0-4820" fmla="*/ 4020 h 8790"/>
              <a:gd name="connsiteX1-4821" fmla="*/ 2346 w 10000"/>
              <a:gd name="connsiteY1-4822" fmla="*/ 4398 h 8790"/>
              <a:gd name="connsiteX2-4823" fmla="*/ 2625 w 10000"/>
              <a:gd name="connsiteY2-4824" fmla="*/ 4851 h 8790"/>
              <a:gd name="connsiteX3-4825" fmla="*/ 2961 w 10000"/>
              <a:gd name="connsiteY3-4826" fmla="*/ 5227 h 8790"/>
              <a:gd name="connsiteX4-4827" fmla="*/ 3240 w 10000"/>
              <a:gd name="connsiteY4-4828" fmla="*/ 5227 h 8790"/>
              <a:gd name="connsiteX5-4829" fmla="*/ 3798 w 10000"/>
              <a:gd name="connsiteY5-4830" fmla="*/ 5608 h 8790"/>
              <a:gd name="connsiteX6-4831" fmla="*/ 4413 w 10000"/>
              <a:gd name="connsiteY6-4832" fmla="*/ 5608 h 8790"/>
              <a:gd name="connsiteX7-4833" fmla="*/ 5028 w 10000"/>
              <a:gd name="connsiteY7-4834" fmla="*/ 5608 h 8790"/>
              <a:gd name="connsiteX8-4835" fmla="*/ 5587 w 10000"/>
              <a:gd name="connsiteY8-4836" fmla="*/ 5608 h 8790"/>
              <a:gd name="connsiteX9-4837" fmla="*/ 6201 w 10000"/>
              <a:gd name="connsiteY9-4838" fmla="*/ 5608 h 8790"/>
              <a:gd name="connsiteX10-4839" fmla="*/ 6760 w 10000"/>
              <a:gd name="connsiteY10-4840" fmla="*/ 5608 h 8790"/>
              <a:gd name="connsiteX11-4841" fmla="*/ 7375 w 10000"/>
              <a:gd name="connsiteY11-4842" fmla="*/ 5608 h 8790"/>
              <a:gd name="connsiteX12-4843" fmla="*/ 7933 w 10000"/>
              <a:gd name="connsiteY12-4844" fmla="*/ 5608 h 8790"/>
              <a:gd name="connsiteX13-4845" fmla="*/ 8268 w 10000"/>
              <a:gd name="connsiteY13-4846" fmla="*/ 5608 h 8790"/>
              <a:gd name="connsiteX14-4847" fmla="*/ 8547 w 10000"/>
              <a:gd name="connsiteY14-4848" fmla="*/ 5982 h 8790"/>
              <a:gd name="connsiteX15-4849" fmla="*/ 9106 w 10000"/>
              <a:gd name="connsiteY15-4850" fmla="*/ 6443 h 8790"/>
              <a:gd name="connsiteX16-4851" fmla="*/ 9442 w 10000"/>
              <a:gd name="connsiteY16-4852" fmla="*/ 6820 h 8790"/>
              <a:gd name="connsiteX17-4853" fmla="*/ 9720 w 10000"/>
              <a:gd name="connsiteY17-4854" fmla="*/ 7202 h 8790"/>
              <a:gd name="connsiteX18-4855" fmla="*/ 10000 w 10000"/>
              <a:gd name="connsiteY18-4856" fmla="*/ 7654 h 8790"/>
              <a:gd name="connsiteX19-4857" fmla="*/ 10000 w 10000"/>
              <a:gd name="connsiteY19-4858" fmla="*/ 8035 h 8790"/>
              <a:gd name="connsiteX20-4859" fmla="*/ 10000 w 10000"/>
              <a:gd name="connsiteY20-4860" fmla="*/ 8035 h 8790"/>
              <a:gd name="connsiteX21-4861" fmla="*/ 10000 w 10000"/>
              <a:gd name="connsiteY21-4862" fmla="*/ 8035 h 8790"/>
              <a:gd name="connsiteX22-4863" fmla="*/ 10000 w 10000"/>
              <a:gd name="connsiteY22-4864" fmla="*/ 8412 h 8790"/>
              <a:gd name="connsiteX23-4865" fmla="*/ 9720 w 10000"/>
              <a:gd name="connsiteY23-4866" fmla="*/ 8412 h 8790"/>
              <a:gd name="connsiteX24-4867" fmla="*/ 9720 w 10000"/>
              <a:gd name="connsiteY24-4868" fmla="*/ 8412 h 8790"/>
              <a:gd name="connsiteX25-4869" fmla="*/ 9442 w 10000"/>
              <a:gd name="connsiteY25-4870" fmla="*/ 8790 h 8790"/>
              <a:gd name="connsiteX26-4871" fmla="*/ 9106 w 10000"/>
              <a:gd name="connsiteY26-4872" fmla="*/ 8790 h 8790"/>
              <a:gd name="connsiteX27-4873" fmla="*/ 8547 w 10000"/>
              <a:gd name="connsiteY27-4874" fmla="*/ 8790 h 8790"/>
              <a:gd name="connsiteX28-4875" fmla="*/ 8268 w 10000"/>
              <a:gd name="connsiteY28-4876" fmla="*/ 8790 h 8790"/>
              <a:gd name="connsiteX29-4877" fmla="*/ 7653 w 10000"/>
              <a:gd name="connsiteY29-4878" fmla="*/ 8790 h 8790"/>
              <a:gd name="connsiteX30-4879" fmla="*/ 6760 w 10000"/>
              <a:gd name="connsiteY30-4880" fmla="*/ 8790 h 8790"/>
              <a:gd name="connsiteX31-4881" fmla="*/ 6201 w 10000"/>
              <a:gd name="connsiteY31-4882" fmla="*/ 8790 h 8790"/>
              <a:gd name="connsiteX32-4883" fmla="*/ 5307 w 10000"/>
              <a:gd name="connsiteY32-4884" fmla="*/ 8790 h 8790"/>
              <a:gd name="connsiteX33-4885" fmla="*/ 4413 w 10000"/>
              <a:gd name="connsiteY33-4886" fmla="*/ 8790 h 8790"/>
              <a:gd name="connsiteX34-4887" fmla="*/ 3798 w 10000"/>
              <a:gd name="connsiteY34-4888" fmla="*/ 8790 h 8790"/>
              <a:gd name="connsiteX35-4889" fmla="*/ 3240 w 10000"/>
              <a:gd name="connsiteY35-4890" fmla="*/ 8790 h 8790"/>
              <a:gd name="connsiteX36-4891" fmla="*/ 2625 w 10000"/>
              <a:gd name="connsiteY36-4892" fmla="*/ 8790 h 8790"/>
              <a:gd name="connsiteX37-4893" fmla="*/ 2346 w 10000"/>
              <a:gd name="connsiteY37-4894" fmla="*/ 8412 h 8790"/>
              <a:gd name="connsiteX38-4895" fmla="*/ 2067 w 10000"/>
              <a:gd name="connsiteY38-4896" fmla="*/ 8412 h 8790"/>
              <a:gd name="connsiteX39-4897" fmla="*/ 1732 w 10000"/>
              <a:gd name="connsiteY39-4898" fmla="*/ 8035 h 8790"/>
              <a:gd name="connsiteX40-4899" fmla="*/ 1453 w 10000"/>
              <a:gd name="connsiteY40-4900" fmla="*/ 8035 h 8790"/>
              <a:gd name="connsiteX41-4901" fmla="*/ 1173 w 10000"/>
              <a:gd name="connsiteY41-4902" fmla="*/ 7654 h 8790"/>
              <a:gd name="connsiteX42-4903" fmla="*/ 893 w 10000"/>
              <a:gd name="connsiteY42-4904" fmla="*/ 7654 h 8790"/>
              <a:gd name="connsiteX43-4905" fmla="*/ 558 w 10000"/>
              <a:gd name="connsiteY43-4906" fmla="*/ 7202 h 8790"/>
              <a:gd name="connsiteX44-4907" fmla="*/ 558 w 10000"/>
              <a:gd name="connsiteY44-4908" fmla="*/ 6443 h 8790"/>
              <a:gd name="connsiteX45-4909" fmla="*/ 279 w 10000"/>
              <a:gd name="connsiteY45-4910" fmla="*/ 5982 h 8790"/>
              <a:gd name="connsiteX46-4911" fmla="*/ 279 w 10000"/>
              <a:gd name="connsiteY46-4912" fmla="*/ 5608 h 8790"/>
              <a:gd name="connsiteX47-4913" fmla="*/ 0 w 10000"/>
              <a:gd name="connsiteY47-4914" fmla="*/ 4851 h 8790"/>
              <a:gd name="connsiteX48-4915" fmla="*/ 0 w 10000"/>
              <a:gd name="connsiteY48-4916" fmla="*/ 4020 h 8790"/>
              <a:gd name="connsiteX49-4917" fmla="*/ 0 w 10000"/>
              <a:gd name="connsiteY49-4918" fmla="*/ 3262 h 8790"/>
              <a:gd name="connsiteX50-4919" fmla="*/ 1732 w 10000"/>
              <a:gd name="connsiteY50-4920" fmla="*/ 0 h 8790"/>
              <a:gd name="connsiteX51-4921" fmla="*/ 1732 w 10000"/>
              <a:gd name="connsiteY51-4922" fmla="*/ 838 h 8790"/>
              <a:gd name="connsiteX52-4923" fmla="*/ 1732 w 10000"/>
              <a:gd name="connsiteY52-4924" fmla="*/ 1598 h 8790"/>
              <a:gd name="connsiteX53-4925" fmla="*/ 2067 w 10000"/>
              <a:gd name="connsiteY53-4926" fmla="*/ 2808 h 8790"/>
              <a:gd name="connsiteX54-4927" fmla="*/ 2067 w 10000"/>
              <a:gd name="connsiteY54-4928" fmla="*/ 4020 h 8790"/>
              <a:gd name="connsiteX55-4929" fmla="*/ 2067 w 10000"/>
              <a:gd name="connsiteY55-4930" fmla="*/ 4020 h 8790"/>
              <a:gd name="connsiteX0-4931" fmla="*/ 2067 w 10000"/>
              <a:gd name="connsiteY0-4932" fmla="*/ 4573 h 10000"/>
              <a:gd name="connsiteX1-4933" fmla="*/ 2346 w 10000"/>
              <a:gd name="connsiteY1-4934" fmla="*/ 5003 h 10000"/>
              <a:gd name="connsiteX2-4935" fmla="*/ 2625 w 10000"/>
              <a:gd name="connsiteY2-4936" fmla="*/ 5519 h 10000"/>
              <a:gd name="connsiteX3-4937" fmla="*/ 2961 w 10000"/>
              <a:gd name="connsiteY3-4938" fmla="*/ 5947 h 10000"/>
              <a:gd name="connsiteX4-4939" fmla="*/ 3240 w 10000"/>
              <a:gd name="connsiteY4-4940" fmla="*/ 5947 h 10000"/>
              <a:gd name="connsiteX5-4941" fmla="*/ 3798 w 10000"/>
              <a:gd name="connsiteY5-4942" fmla="*/ 6380 h 10000"/>
              <a:gd name="connsiteX6-4943" fmla="*/ 4413 w 10000"/>
              <a:gd name="connsiteY6-4944" fmla="*/ 6380 h 10000"/>
              <a:gd name="connsiteX7-4945" fmla="*/ 5028 w 10000"/>
              <a:gd name="connsiteY7-4946" fmla="*/ 6380 h 10000"/>
              <a:gd name="connsiteX8-4947" fmla="*/ 5587 w 10000"/>
              <a:gd name="connsiteY8-4948" fmla="*/ 6380 h 10000"/>
              <a:gd name="connsiteX9-4949" fmla="*/ 6201 w 10000"/>
              <a:gd name="connsiteY9-4950" fmla="*/ 6380 h 10000"/>
              <a:gd name="connsiteX10-4951" fmla="*/ 6760 w 10000"/>
              <a:gd name="connsiteY10-4952" fmla="*/ 6380 h 10000"/>
              <a:gd name="connsiteX11-4953" fmla="*/ 7375 w 10000"/>
              <a:gd name="connsiteY11-4954" fmla="*/ 6380 h 10000"/>
              <a:gd name="connsiteX12-4955" fmla="*/ 7933 w 10000"/>
              <a:gd name="connsiteY12-4956" fmla="*/ 6380 h 10000"/>
              <a:gd name="connsiteX13-4957" fmla="*/ 8268 w 10000"/>
              <a:gd name="connsiteY13-4958" fmla="*/ 6380 h 10000"/>
              <a:gd name="connsiteX14-4959" fmla="*/ 8547 w 10000"/>
              <a:gd name="connsiteY14-4960" fmla="*/ 6805 h 10000"/>
              <a:gd name="connsiteX15-4961" fmla="*/ 9106 w 10000"/>
              <a:gd name="connsiteY15-4962" fmla="*/ 7330 h 10000"/>
              <a:gd name="connsiteX16-4963" fmla="*/ 9442 w 10000"/>
              <a:gd name="connsiteY16-4964" fmla="*/ 7759 h 10000"/>
              <a:gd name="connsiteX17-4965" fmla="*/ 9720 w 10000"/>
              <a:gd name="connsiteY17-4966" fmla="*/ 8193 h 10000"/>
              <a:gd name="connsiteX18-4967" fmla="*/ 10000 w 10000"/>
              <a:gd name="connsiteY18-4968" fmla="*/ 8708 h 10000"/>
              <a:gd name="connsiteX19-4969" fmla="*/ 10000 w 10000"/>
              <a:gd name="connsiteY19-4970" fmla="*/ 9141 h 10000"/>
              <a:gd name="connsiteX20-4971" fmla="*/ 10000 w 10000"/>
              <a:gd name="connsiteY20-4972" fmla="*/ 9141 h 10000"/>
              <a:gd name="connsiteX21-4973" fmla="*/ 10000 w 10000"/>
              <a:gd name="connsiteY21-4974" fmla="*/ 9141 h 10000"/>
              <a:gd name="connsiteX22-4975" fmla="*/ 10000 w 10000"/>
              <a:gd name="connsiteY22-4976" fmla="*/ 9570 h 10000"/>
              <a:gd name="connsiteX23-4977" fmla="*/ 9720 w 10000"/>
              <a:gd name="connsiteY23-4978" fmla="*/ 9570 h 10000"/>
              <a:gd name="connsiteX24-4979" fmla="*/ 9720 w 10000"/>
              <a:gd name="connsiteY24-4980" fmla="*/ 9570 h 10000"/>
              <a:gd name="connsiteX25-4981" fmla="*/ 9442 w 10000"/>
              <a:gd name="connsiteY25-4982" fmla="*/ 10000 h 10000"/>
              <a:gd name="connsiteX26-4983" fmla="*/ 9106 w 10000"/>
              <a:gd name="connsiteY26-4984" fmla="*/ 10000 h 10000"/>
              <a:gd name="connsiteX27-4985" fmla="*/ 8547 w 10000"/>
              <a:gd name="connsiteY27-4986" fmla="*/ 10000 h 10000"/>
              <a:gd name="connsiteX28-4987" fmla="*/ 8268 w 10000"/>
              <a:gd name="connsiteY28-4988" fmla="*/ 10000 h 10000"/>
              <a:gd name="connsiteX29-4989" fmla="*/ 7653 w 10000"/>
              <a:gd name="connsiteY29-4990" fmla="*/ 10000 h 10000"/>
              <a:gd name="connsiteX30-4991" fmla="*/ 6760 w 10000"/>
              <a:gd name="connsiteY30-4992" fmla="*/ 10000 h 10000"/>
              <a:gd name="connsiteX31-4993" fmla="*/ 6201 w 10000"/>
              <a:gd name="connsiteY31-4994" fmla="*/ 10000 h 10000"/>
              <a:gd name="connsiteX32-4995" fmla="*/ 5307 w 10000"/>
              <a:gd name="connsiteY32-4996" fmla="*/ 10000 h 10000"/>
              <a:gd name="connsiteX33-4997" fmla="*/ 4413 w 10000"/>
              <a:gd name="connsiteY33-4998" fmla="*/ 10000 h 10000"/>
              <a:gd name="connsiteX34-4999" fmla="*/ 3798 w 10000"/>
              <a:gd name="connsiteY34-5000" fmla="*/ 10000 h 10000"/>
              <a:gd name="connsiteX35-5001" fmla="*/ 3240 w 10000"/>
              <a:gd name="connsiteY35-5002" fmla="*/ 10000 h 10000"/>
              <a:gd name="connsiteX36-5003" fmla="*/ 2625 w 10000"/>
              <a:gd name="connsiteY36-5004" fmla="*/ 10000 h 10000"/>
              <a:gd name="connsiteX37-5005" fmla="*/ 2346 w 10000"/>
              <a:gd name="connsiteY37-5006" fmla="*/ 9570 h 10000"/>
              <a:gd name="connsiteX38-5007" fmla="*/ 2067 w 10000"/>
              <a:gd name="connsiteY38-5008" fmla="*/ 9570 h 10000"/>
              <a:gd name="connsiteX39-5009" fmla="*/ 1732 w 10000"/>
              <a:gd name="connsiteY39-5010" fmla="*/ 9141 h 10000"/>
              <a:gd name="connsiteX40-5011" fmla="*/ 1453 w 10000"/>
              <a:gd name="connsiteY40-5012" fmla="*/ 9141 h 10000"/>
              <a:gd name="connsiteX41-5013" fmla="*/ 1173 w 10000"/>
              <a:gd name="connsiteY41-5014" fmla="*/ 8708 h 10000"/>
              <a:gd name="connsiteX42-5015" fmla="*/ 893 w 10000"/>
              <a:gd name="connsiteY42-5016" fmla="*/ 8708 h 10000"/>
              <a:gd name="connsiteX43-5017" fmla="*/ 558 w 10000"/>
              <a:gd name="connsiteY43-5018" fmla="*/ 8193 h 10000"/>
              <a:gd name="connsiteX44-5019" fmla="*/ 558 w 10000"/>
              <a:gd name="connsiteY44-5020" fmla="*/ 7330 h 10000"/>
              <a:gd name="connsiteX45-5021" fmla="*/ 279 w 10000"/>
              <a:gd name="connsiteY45-5022" fmla="*/ 6805 h 10000"/>
              <a:gd name="connsiteX46-5023" fmla="*/ 279 w 10000"/>
              <a:gd name="connsiteY46-5024" fmla="*/ 6380 h 10000"/>
              <a:gd name="connsiteX47-5025" fmla="*/ 0 w 10000"/>
              <a:gd name="connsiteY47-5026" fmla="*/ 5519 h 10000"/>
              <a:gd name="connsiteX48-5027" fmla="*/ 0 w 10000"/>
              <a:gd name="connsiteY48-5028" fmla="*/ 4573 h 10000"/>
              <a:gd name="connsiteX49-5029" fmla="*/ 0 w 10000"/>
              <a:gd name="connsiteY49-5030" fmla="*/ 3711 h 10000"/>
              <a:gd name="connsiteX50-5031" fmla="*/ 1732 w 10000"/>
              <a:gd name="connsiteY50-5032" fmla="*/ 0 h 10000"/>
              <a:gd name="connsiteX51-5033" fmla="*/ 1732 w 10000"/>
              <a:gd name="connsiteY51-5034" fmla="*/ 1818 h 10000"/>
              <a:gd name="connsiteX52-5035" fmla="*/ 2067 w 10000"/>
              <a:gd name="connsiteY52-5036" fmla="*/ 3195 h 10000"/>
              <a:gd name="connsiteX53-5037" fmla="*/ 2067 w 10000"/>
              <a:gd name="connsiteY53-5038" fmla="*/ 4573 h 10000"/>
              <a:gd name="connsiteX54-5039" fmla="*/ 2067 w 10000"/>
              <a:gd name="connsiteY54-5040" fmla="*/ 4573 h 10000"/>
              <a:gd name="connsiteX0-5041" fmla="*/ 2067 w 10000"/>
              <a:gd name="connsiteY0-5042" fmla="*/ 4573 h 10000"/>
              <a:gd name="connsiteX1-5043" fmla="*/ 2346 w 10000"/>
              <a:gd name="connsiteY1-5044" fmla="*/ 5003 h 10000"/>
              <a:gd name="connsiteX2-5045" fmla="*/ 2625 w 10000"/>
              <a:gd name="connsiteY2-5046" fmla="*/ 5519 h 10000"/>
              <a:gd name="connsiteX3-5047" fmla="*/ 2961 w 10000"/>
              <a:gd name="connsiteY3-5048" fmla="*/ 5947 h 10000"/>
              <a:gd name="connsiteX4-5049" fmla="*/ 3240 w 10000"/>
              <a:gd name="connsiteY4-5050" fmla="*/ 5947 h 10000"/>
              <a:gd name="connsiteX5-5051" fmla="*/ 3798 w 10000"/>
              <a:gd name="connsiteY5-5052" fmla="*/ 6380 h 10000"/>
              <a:gd name="connsiteX6-5053" fmla="*/ 4413 w 10000"/>
              <a:gd name="connsiteY6-5054" fmla="*/ 6380 h 10000"/>
              <a:gd name="connsiteX7-5055" fmla="*/ 5028 w 10000"/>
              <a:gd name="connsiteY7-5056" fmla="*/ 6380 h 10000"/>
              <a:gd name="connsiteX8-5057" fmla="*/ 5587 w 10000"/>
              <a:gd name="connsiteY8-5058" fmla="*/ 6380 h 10000"/>
              <a:gd name="connsiteX9-5059" fmla="*/ 6201 w 10000"/>
              <a:gd name="connsiteY9-5060" fmla="*/ 6380 h 10000"/>
              <a:gd name="connsiteX10-5061" fmla="*/ 6760 w 10000"/>
              <a:gd name="connsiteY10-5062" fmla="*/ 6380 h 10000"/>
              <a:gd name="connsiteX11-5063" fmla="*/ 7375 w 10000"/>
              <a:gd name="connsiteY11-5064" fmla="*/ 6380 h 10000"/>
              <a:gd name="connsiteX12-5065" fmla="*/ 7933 w 10000"/>
              <a:gd name="connsiteY12-5066" fmla="*/ 6380 h 10000"/>
              <a:gd name="connsiteX13-5067" fmla="*/ 8268 w 10000"/>
              <a:gd name="connsiteY13-5068" fmla="*/ 6380 h 10000"/>
              <a:gd name="connsiteX14-5069" fmla="*/ 8547 w 10000"/>
              <a:gd name="connsiteY14-5070" fmla="*/ 6805 h 10000"/>
              <a:gd name="connsiteX15-5071" fmla="*/ 9106 w 10000"/>
              <a:gd name="connsiteY15-5072" fmla="*/ 7330 h 10000"/>
              <a:gd name="connsiteX16-5073" fmla="*/ 9442 w 10000"/>
              <a:gd name="connsiteY16-5074" fmla="*/ 7759 h 10000"/>
              <a:gd name="connsiteX17-5075" fmla="*/ 9720 w 10000"/>
              <a:gd name="connsiteY17-5076" fmla="*/ 8193 h 10000"/>
              <a:gd name="connsiteX18-5077" fmla="*/ 10000 w 10000"/>
              <a:gd name="connsiteY18-5078" fmla="*/ 8708 h 10000"/>
              <a:gd name="connsiteX19-5079" fmla="*/ 10000 w 10000"/>
              <a:gd name="connsiteY19-5080" fmla="*/ 9141 h 10000"/>
              <a:gd name="connsiteX20-5081" fmla="*/ 10000 w 10000"/>
              <a:gd name="connsiteY20-5082" fmla="*/ 9141 h 10000"/>
              <a:gd name="connsiteX21-5083" fmla="*/ 10000 w 10000"/>
              <a:gd name="connsiteY21-5084" fmla="*/ 9141 h 10000"/>
              <a:gd name="connsiteX22-5085" fmla="*/ 10000 w 10000"/>
              <a:gd name="connsiteY22-5086" fmla="*/ 9570 h 10000"/>
              <a:gd name="connsiteX23-5087" fmla="*/ 9720 w 10000"/>
              <a:gd name="connsiteY23-5088" fmla="*/ 9570 h 10000"/>
              <a:gd name="connsiteX24-5089" fmla="*/ 9720 w 10000"/>
              <a:gd name="connsiteY24-5090" fmla="*/ 9570 h 10000"/>
              <a:gd name="connsiteX25-5091" fmla="*/ 9442 w 10000"/>
              <a:gd name="connsiteY25-5092" fmla="*/ 10000 h 10000"/>
              <a:gd name="connsiteX26-5093" fmla="*/ 9106 w 10000"/>
              <a:gd name="connsiteY26-5094" fmla="*/ 10000 h 10000"/>
              <a:gd name="connsiteX27-5095" fmla="*/ 8547 w 10000"/>
              <a:gd name="connsiteY27-5096" fmla="*/ 10000 h 10000"/>
              <a:gd name="connsiteX28-5097" fmla="*/ 8268 w 10000"/>
              <a:gd name="connsiteY28-5098" fmla="*/ 10000 h 10000"/>
              <a:gd name="connsiteX29-5099" fmla="*/ 7653 w 10000"/>
              <a:gd name="connsiteY29-5100" fmla="*/ 10000 h 10000"/>
              <a:gd name="connsiteX30-5101" fmla="*/ 6760 w 10000"/>
              <a:gd name="connsiteY30-5102" fmla="*/ 10000 h 10000"/>
              <a:gd name="connsiteX31-5103" fmla="*/ 6201 w 10000"/>
              <a:gd name="connsiteY31-5104" fmla="*/ 10000 h 10000"/>
              <a:gd name="connsiteX32-5105" fmla="*/ 5307 w 10000"/>
              <a:gd name="connsiteY32-5106" fmla="*/ 10000 h 10000"/>
              <a:gd name="connsiteX33-5107" fmla="*/ 4413 w 10000"/>
              <a:gd name="connsiteY33-5108" fmla="*/ 10000 h 10000"/>
              <a:gd name="connsiteX34-5109" fmla="*/ 3798 w 10000"/>
              <a:gd name="connsiteY34-5110" fmla="*/ 10000 h 10000"/>
              <a:gd name="connsiteX35-5111" fmla="*/ 3240 w 10000"/>
              <a:gd name="connsiteY35-5112" fmla="*/ 10000 h 10000"/>
              <a:gd name="connsiteX36-5113" fmla="*/ 2625 w 10000"/>
              <a:gd name="connsiteY36-5114" fmla="*/ 10000 h 10000"/>
              <a:gd name="connsiteX37-5115" fmla="*/ 2346 w 10000"/>
              <a:gd name="connsiteY37-5116" fmla="*/ 9570 h 10000"/>
              <a:gd name="connsiteX38-5117" fmla="*/ 2067 w 10000"/>
              <a:gd name="connsiteY38-5118" fmla="*/ 9570 h 10000"/>
              <a:gd name="connsiteX39-5119" fmla="*/ 1732 w 10000"/>
              <a:gd name="connsiteY39-5120" fmla="*/ 9141 h 10000"/>
              <a:gd name="connsiteX40-5121" fmla="*/ 1453 w 10000"/>
              <a:gd name="connsiteY40-5122" fmla="*/ 9141 h 10000"/>
              <a:gd name="connsiteX41-5123" fmla="*/ 1173 w 10000"/>
              <a:gd name="connsiteY41-5124" fmla="*/ 8708 h 10000"/>
              <a:gd name="connsiteX42-5125" fmla="*/ 893 w 10000"/>
              <a:gd name="connsiteY42-5126" fmla="*/ 8708 h 10000"/>
              <a:gd name="connsiteX43-5127" fmla="*/ 558 w 10000"/>
              <a:gd name="connsiteY43-5128" fmla="*/ 8193 h 10000"/>
              <a:gd name="connsiteX44-5129" fmla="*/ 558 w 10000"/>
              <a:gd name="connsiteY44-5130" fmla="*/ 7330 h 10000"/>
              <a:gd name="connsiteX45-5131" fmla="*/ 279 w 10000"/>
              <a:gd name="connsiteY45-5132" fmla="*/ 6805 h 10000"/>
              <a:gd name="connsiteX46-5133" fmla="*/ 279 w 10000"/>
              <a:gd name="connsiteY46-5134" fmla="*/ 6380 h 10000"/>
              <a:gd name="connsiteX47-5135" fmla="*/ 0 w 10000"/>
              <a:gd name="connsiteY47-5136" fmla="*/ 5519 h 10000"/>
              <a:gd name="connsiteX48-5137" fmla="*/ 0 w 10000"/>
              <a:gd name="connsiteY48-5138" fmla="*/ 4573 h 10000"/>
              <a:gd name="connsiteX49-5139" fmla="*/ 0 w 10000"/>
              <a:gd name="connsiteY49-5140" fmla="*/ 3711 h 10000"/>
              <a:gd name="connsiteX50-5141" fmla="*/ 1732 w 10000"/>
              <a:gd name="connsiteY50-5142" fmla="*/ 0 h 10000"/>
              <a:gd name="connsiteX51-5143" fmla="*/ 2067 w 10000"/>
              <a:gd name="connsiteY51-5144" fmla="*/ 3195 h 10000"/>
              <a:gd name="connsiteX52-5145" fmla="*/ 2067 w 10000"/>
              <a:gd name="connsiteY52-5146" fmla="*/ 4573 h 10000"/>
              <a:gd name="connsiteX53-5147" fmla="*/ 2067 w 10000"/>
              <a:gd name="connsiteY53-5148" fmla="*/ 4573 h 10000"/>
              <a:gd name="connsiteX0-5149" fmla="*/ 2067 w 10000"/>
              <a:gd name="connsiteY0-5150" fmla="*/ 1522 h 6949"/>
              <a:gd name="connsiteX1-5151" fmla="*/ 2346 w 10000"/>
              <a:gd name="connsiteY1-5152" fmla="*/ 1952 h 6949"/>
              <a:gd name="connsiteX2-5153" fmla="*/ 2625 w 10000"/>
              <a:gd name="connsiteY2-5154" fmla="*/ 2468 h 6949"/>
              <a:gd name="connsiteX3-5155" fmla="*/ 2961 w 10000"/>
              <a:gd name="connsiteY3-5156" fmla="*/ 2896 h 6949"/>
              <a:gd name="connsiteX4-5157" fmla="*/ 3240 w 10000"/>
              <a:gd name="connsiteY4-5158" fmla="*/ 2896 h 6949"/>
              <a:gd name="connsiteX5-5159" fmla="*/ 3798 w 10000"/>
              <a:gd name="connsiteY5-5160" fmla="*/ 3329 h 6949"/>
              <a:gd name="connsiteX6-5161" fmla="*/ 4413 w 10000"/>
              <a:gd name="connsiteY6-5162" fmla="*/ 3329 h 6949"/>
              <a:gd name="connsiteX7-5163" fmla="*/ 5028 w 10000"/>
              <a:gd name="connsiteY7-5164" fmla="*/ 3329 h 6949"/>
              <a:gd name="connsiteX8-5165" fmla="*/ 5587 w 10000"/>
              <a:gd name="connsiteY8-5166" fmla="*/ 3329 h 6949"/>
              <a:gd name="connsiteX9-5167" fmla="*/ 6201 w 10000"/>
              <a:gd name="connsiteY9-5168" fmla="*/ 3329 h 6949"/>
              <a:gd name="connsiteX10-5169" fmla="*/ 6760 w 10000"/>
              <a:gd name="connsiteY10-5170" fmla="*/ 3329 h 6949"/>
              <a:gd name="connsiteX11-5171" fmla="*/ 7375 w 10000"/>
              <a:gd name="connsiteY11-5172" fmla="*/ 3329 h 6949"/>
              <a:gd name="connsiteX12-5173" fmla="*/ 7933 w 10000"/>
              <a:gd name="connsiteY12-5174" fmla="*/ 3329 h 6949"/>
              <a:gd name="connsiteX13-5175" fmla="*/ 8268 w 10000"/>
              <a:gd name="connsiteY13-5176" fmla="*/ 3329 h 6949"/>
              <a:gd name="connsiteX14-5177" fmla="*/ 8547 w 10000"/>
              <a:gd name="connsiteY14-5178" fmla="*/ 3754 h 6949"/>
              <a:gd name="connsiteX15-5179" fmla="*/ 9106 w 10000"/>
              <a:gd name="connsiteY15-5180" fmla="*/ 4279 h 6949"/>
              <a:gd name="connsiteX16-5181" fmla="*/ 9442 w 10000"/>
              <a:gd name="connsiteY16-5182" fmla="*/ 4708 h 6949"/>
              <a:gd name="connsiteX17-5183" fmla="*/ 9720 w 10000"/>
              <a:gd name="connsiteY17-5184" fmla="*/ 5142 h 6949"/>
              <a:gd name="connsiteX18-5185" fmla="*/ 10000 w 10000"/>
              <a:gd name="connsiteY18-5186" fmla="*/ 5657 h 6949"/>
              <a:gd name="connsiteX19-5187" fmla="*/ 10000 w 10000"/>
              <a:gd name="connsiteY19-5188" fmla="*/ 6090 h 6949"/>
              <a:gd name="connsiteX20-5189" fmla="*/ 10000 w 10000"/>
              <a:gd name="connsiteY20-5190" fmla="*/ 6090 h 6949"/>
              <a:gd name="connsiteX21-5191" fmla="*/ 10000 w 10000"/>
              <a:gd name="connsiteY21-5192" fmla="*/ 6090 h 6949"/>
              <a:gd name="connsiteX22-5193" fmla="*/ 10000 w 10000"/>
              <a:gd name="connsiteY22-5194" fmla="*/ 6519 h 6949"/>
              <a:gd name="connsiteX23-5195" fmla="*/ 9720 w 10000"/>
              <a:gd name="connsiteY23-5196" fmla="*/ 6519 h 6949"/>
              <a:gd name="connsiteX24-5197" fmla="*/ 9720 w 10000"/>
              <a:gd name="connsiteY24-5198" fmla="*/ 6519 h 6949"/>
              <a:gd name="connsiteX25-5199" fmla="*/ 9442 w 10000"/>
              <a:gd name="connsiteY25-5200" fmla="*/ 6949 h 6949"/>
              <a:gd name="connsiteX26-5201" fmla="*/ 9106 w 10000"/>
              <a:gd name="connsiteY26-5202" fmla="*/ 6949 h 6949"/>
              <a:gd name="connsiteX27-5203" fmla="*/ 8547 w 10000"/>
              <a:gd name="connsiteY27-5204" fmla="*/ 6949 h 6949"/>
              <a:gd name="connsiteX28-5205" fmla="*/ 8268 w 10000"/>
              <a:gd name="connsiteY28-5206" fmla="*/ 6949 h 6949"/>
              <a:gd name="connsiteX29-5207" fmla="*/ 7653 w 10000"/>
              <a:gd name="connsiteY29-5208" fmla="*/ 6949 h 6949"/>
              <a:gd name="connsiteX30-5209" fmla="*/ 6760 w 10000"/>
              <a:gd name="connsiteY30-5210" fmla="*/ 6949 h 6949"/>
              <a:gd name="connsiteX31-5211" fmla="*/ 6201 w 10000"/>
              <a:gd name="connsiteY31-5212" fmla="*/ 6949 h 6949"/>
              <a:gd name="connsiteX32-5213" fmla="*/ 5307 w 10000"/>
              <a:gd name="connsiteY32-5214" fmla="*/ 6949 h 6949"/>
              <a:gd name="connsiteX33-5215" fmla="*/ 4413 w 10000"/>
              <a:gd name="connsiteY33-5216" fmla="*/ 6949 h 6949"/>
              <a:gd name="connsiteX34-5217" fmla="*/ 3798 w 10000"/>
              <a:gd name="connsiteY34-5218" fmla="*/ 6949 h 6949"/>
              <a:gd name="connsiteX35-5219" fmla="*/ 3240 w 10000"/>
              <a:gd name="connsiteY35-5220" fmla="*/ 6949 h 6949"/>
              <a:gd name="connsiteX36-5221" fmla="*/ 2625 w 10000"/>
              <a:gd name="connsiteY36-5222" fmla="*/ 6949 h 6949"/>
              <a:gd name="connsiteX37-5223" fmla="*/ 2346 w 10000"/>
              <a:gd name="connsiteY37-5224" fmla="*/ 6519 h 6949"/>
              <a:gd name="connsiteX38-5225" fmla="*/ 2067 w 10000"/>
              <a:gd name="connsiteY38-5226" fmla="*/ 6519 h 6949"/>
              <a:gd name="connsiteX39-5227" fmla="*/ 1732 w 10000"/>
              <a:gd name="connsiteY39-5228" fmla="*/ 6090 h 6949"/>
              <a:gd name="connsiteX40-5229" fmla="*/ 1453 w 10000"/>
              <a:gd name="connsiteY40-5230" fmla="*/ 6090 h 6949"/>
              <a:gd name="connsiteX41-5231" fmla="*/ 1173 w 10000"/>
              <a:gd name="connsiteY41-5232" fmla="*/ 5657 h 6949"/>
              <a:gd name="connsiteX42-5233" fmla="*/ 893 w 10000"/>
              <a:gd name="connsiteY42-5234" fmla="*/ 5657 h 6949"/>
              <a:gd name="connsiteX43-5235" fmla="*/ 558 w 10000"/>
              <a:gd name="connsiteY43-5236" fmla="*/ 5142 h 6949"/>
              <a:gd name="connsiteX44-5237" fmla="*/ 558 w 10000"/>
              <a:gd name="connsiteY44-5238" fmla="*/ 4279 h 6949"/>
              <a:gd name="connsiteX45-5239" fmla="*/ 279 w 10000"/>
              <a:gd name="connsiteY45-5240" fmla="*/ 3754 h 6949"/>
              <a:gd name="connsiteX46-5241" fmla="*/ 279 w 10000"/>
              <a:gd name="connsiteY46-5242" fmla="*/ 3329 h 6949"/>
              <a:gd name="connsiteX47-5243" fmla="*/ 0 w 10000"/>
              <a:gd name="connsiteY47-5244" fmla="*/ 2468 h 6949"/>
              <a:gd name="connsiteX48-5245" fmla="*/ 0 w 10000"/>
              <a:gd name="connsiteY48-5246" fmla="*/ 1522 h 6949"/>
              <a:gd name="connsiteX49-5247" fmla="*/ 0 w 10000"/>
              <a:gd name="connsiteY49-5248" fmla="*/ 660 h 6949"/>
              <a:gd name="connsiteX50-5249" fmla="*/ 2067 w 10000"/>
              <a:gd name="connsiteY50-5250" fmla="*/ 144 h 6949"/>
              <a:gd name="connsiteX51-5251" fmla="*/ 2067 w 10000"/>
              <a:gd name="connsiteY51-5252" fmla="*/ 1522 h 6949"/>
              <a:gd name="connsiteX52-5253" fmla="*/ 2067 w 10000"/>
              <a:gd name="connsiteY52-5254" fmla="*/ 1522 h 6949"/>
              <a:gd name="connsiteX0-5255" fmla="*/ 2067 w 10000"/>
              <a:gd name="connsiteY0-5256" fmla="*/ 1240 h 9050"/>
              <a:gd name="connsiteX1-5257" fmla="*/ 2346 w 10000"/>
              <a:gd name="connsiteY1-5258" fmla="*/ 1859 h 9050"/>
              <a:gd name="connsiteX2-5259" fmla="*/ 2625 w 10000"/>
              <a:gd name="connsiteY2-5260" fmla="*/ 2602 h 9050"/>
              <a:gd name="connsiteX3-5261" fmla="*/ 2961 w 10000"/>
              <a:gd name="connsiteY3-5262" fmla="*/ 3218 h 9050"/>
              <a:gd name="connsiteX4-5263" fmla="*/ 3240 w 10000"/>
              <a:gd name="connsiteY4-5264" fmla="*/ 3218 h 9050"/>
              <a:gd name="connsiteX5-5265" fmla="*/ 3798 w 10000"/>
              <a:gd name="connsiteY5-5266" fmla="*/ 3841 h 9050"/>
              <a:gd name="connsiteX6-5267" fmla="*/ 4413 w 10000"/>
              <a:gd name="connsiteY6-5268" fmla="*/ 3841 h 9050"/>
              <a:gd name="connsiteX7-5269" fmla="*/ 5028 w 10000"/>
              <a:gd name="connsiteY7-5270" fmla="*/ 3841 h 9050"/>
              <a:gd name="connsiteX8-5271" fmla="*/ 5587 w 10000"/>
              <a:gd name="connsiteY8-5272" fmla="*/ 3841 h 9050"/>
              <a:gd name="connsiteX9-5273" fmla="*/ 6201 w 10000"/>
              <a:gd name="connsiteY9-5274" fmla="*/ 3841 h 9050"/>
              <a:gd name="connsiteX10-5275" fmla="*/ 6760 w 10000"/>
              <a:gd name="connsiteY10-5276" fmla="*/ 3841 h 9050"/>
              <a:gd name="connsiteX11-5277" fmla="*/ 7375 w 10000"/>
              <a:gd name="connsiteY11-5278" fmla="*/ 3841 h 9050"/>
              <a:gd name="connsiteX12-5279" fmla="*/ 7933 w 10000"/>
              <a:gd name="connsiteY12-5280" fmla="*/ 3841 h 9050"/>
              <a:gd name="connsiteX13-5281" fmla="*/ 8268 w 10000"/>
              <a:gd name="connsiteY13-5282" fmla="*/ 3841 h 9050"/>
              <a:gd name="connsiteX14-5283" fmla="*/ 8547 w 10000"/>
              <a:gd name="connsiteY14-5284" fmla="*/ 4452 h 9050"/>
              <a:gd name="connsiteX15-5285" fmla="*/ 9106 w 10000"/>
              <a:gd name="connsiteY15-5286" fmla="*/ 5208 h 9050"/>
              <a:gd name="connsiteX16-5287" fmla="*/ 9442 w 10000"/>
              <a:gd name="connsiteY16-5288" fmla="*/ 5825 h 9050"/>
              <a:gd name="connsiteX17-5289" fmla="*/ 9720 w 10000"/>
              <a:gd name="connsiteY17-5290" fmla="*/ 6450 h 9050"/>
              <a:gd name="connsiteX18-5291" fmla="*/ 10000 w 10000"/>
              <a:gd name="connsiteY18-5292" fmla="*/ 7191 h 9050"/>
              <a:gd name="connsiteX19-5293" fmla="*/ 10000 w 10000"/>
              <a:gd name="connsiteY19-5294" fmla="*/ 7814 h 9050"/>
              <a:gd name="connsiteX20-5295" fmla="*/ 10000 w 10000"/>
              <a:gd name="connsiteY20-5296" fmla="*/ 7814 h 9050"/>
              <a:gd name="connsiteX21-5297" fmla="*/ 10000 w 10000"/>
              <a:gd name="connsiteY21-5298" fmla="*/ 7814 h 9050"/>
              <a:gd name="connsiteX22-5299" fmla="*/ 10000 w 10000"/>
              <a:gd name="connsiteY22-5300" fmla="*/ 8431 h 9050"/>
              <a:gd name="connsiteX23-5301" fmla="*/ 9720 w 10000"/>
              <a:gd name="connsiteY23-5302" fmla="*/ 8431 h 9050"/>
              <a:gd name="connsiteX24-5303" fmla="*/ 9720 w 10000"/>
              <a:gd name="connsiteY24-5304" fmla="*/ 8431 h 9050"/>
              <a:gd name="connsiteX25-5305" fmla="*/ 9442 w 10000"/>
              <a:gd name="connsiteY25-5306" fmla="*/ 9050 h 9050"/>
              <a:gd name="connsiteX26-5307" fmla="*/ 9106 w 10000"/>
              <a:gd name="connsiteY26-5308" fmla="*/ 9050 h 9050"/>
              <a:gd name="connsiteX27-5309" fmla="*/ 8547 w 10000"/>
              <a:gd name="connsiteY27-5310" fmla="*/ 9050 h 9050"/>
              <a:gd name="connsiteX28-5311" fmla="*/ 8268 w 10000"/>
              <a:gd name="connsiteY28-5312" fmla="*/ 9050 h 9050"/>
              <a:gd name="connsiteX29-5313" fmla="*/ 7653 w 10000"/>
              <a:gd name="connsiteY29-5314" fmla="*/ 9050 h 9050"/>
              <a:gd name="connsiteX30-5315" fmla="*/ 6760 w 10000"/>
              <a:gd name="connsiteY30-5316" fmla="*/ 9050 h 9050"/>
              <a:gd name="connsiteX31-5317" fmla="*/ 6201 w 10000"/>
              <a:gd name="connsiteY31-5318" fmla="*/ 9050 h 9050"/>
              <a:gd name="connsiteX32-5319" fmla="*/ 5307 w 10000"/>
              <a:gd name="connsiteY32-5320" fmla="*/ 9050 h 9050"/>
              <a:gd name="connsiteX33-5321" fmla="*/ 4413 w 10000"/>
              <a:gd name="connsiteY33-5322" fmla="*/ 9050 h 9050"/>
              <a:gd name="connsiteX34-5323" fmla="*/ 3798 w 10000"/>
              <a:gd name="connsiteY34-5324" fmla="*/ 9050 h 9050"/>
              <a:gd name="connsiteX35-5325" fmla="*/ 3240 w 10000"/>
              <a:gd name="connsiteY35-5326" fmla="*/ 9050 h 9050"/>
              <a:gd name="connsiteX36-5327" fmla="*/ 2625 w 10000"/>
              <a:gd name="connsiteY36-5328" fmla="*/ 9050 h 9050"/>
              <a:gd name="connsiteX37-5329" fmla="*/ 2346 w 10000"/>
              <a:gd name="connsiteY37-5330" fmla="*/ 8431 h 9050"/>
              <a:gd name="connsiteX38-5331" fmla="*/ 2067 w 10000"/>
              <a:gd name="connsiteY38-5332" fmla="*/ 8431 h 9050"/>
              <a:gd name="connsiteX39-5333" fmla="*/ 1732 w 10000"/>
              <a:gd name="connsiteY39-5334" fmla="*/ 7814 h 9050"/>
              <a:gd name="connsiteX40-5335" fmla="*/ 1453 w 10000"/>
              <a:gd name="connsiteY40-5336" fmla="*/ 7814 h 9050"/>
              <a:gd name="connsiteX41-5337" fmla="*/ 1173 w 10000"/>
              <a:gd name="connsiteY41-5338" fmla="*/ 7191 h 9050"/>
              <a:gd name="connsiteX42-5339" fmla="*/ 893 w 10000"/>
              <a:gd name="connsiteY42-5340" fmla="*/ 7191 h 9050"/>
              <a:gd name="connsiteX43-5341" fmla="*/ 558 w 10000"/>
              <a:gd name="connsiteY43-5342" fmla="*/ 6450 h 9050"/>
              <a:gd name="connsiteX44-5343" fmla="*/ 558 w 10000"/>
              <a:gd name="connsiteY44-5344" fmla="*/ 5208 h 9050"/>
              <a:gd name="connsiteX45-5345" fmla="*/ 279 w 10000"/>
              <a:gd name="connsiteY45-5346" fmla="*/ 4452 h 9050"/>
              <a:gd name="connsiteX46-5347" fmla="*/ 279 w 10000"/>
              <a:gd name="connsiteY46-5348" fmla="*/ 3841 h 9050"/>
              <a:gd name="connsiteX47-5349" fmla="*/ 0 w 10000"/>
              <a:gd name="connsiteY47-5350" fmla="*/ 2602 h 9050"/>
              <a:gd name="connsiteX48-5351" fmla="*/ 0 w 10000"/>
              <a:gd name="connsiteY48-5352" fmla="*/ 1240 h 9050"/>
              <a:gd name="connsiteX49-5353" fmla="*/ 0 w 10000"/>
              <a:gd name="connsiteY49-5354" fmla="*/ 0 h 9050"/>
              <a:gd name="connsiteX50-5355" fmla="*/ 2067 w 10000"/>
              <a:gd name="connsiteY50-5356" fmla="*/ 1240 h 9050"/>
              <a:gd name="connsiteX51-5357" fmla="*/ 2067 w 10000"/>
              <a:gd name="connsiteY51-5358" fmla="*/ 1240 h 9050"/>
              <a:gd name="connsiteX0-5359" fmla="*/ 2067 w 10000"/>
              <a:gd name="connsiteY0-5360" fmla="*/ 0 h 8630"/>
              <a:gd name="connsiteX1-5361" fmla="*/ 2346 w 10000"/>
              <a:gd name="connsiteY1-5362" fmla="*/ 684 h 8630"/>
              <a:gd name="connsiteX2-5363" fmla="*/ 2625 w 10000"/>
              <a:gd name="connsiteY2-5364" fmla="*/ 1505 h 8630"/>
              <a:gd name="connsiteX3-5365" fmla="*/ 2961 w 10000"/>
              <a:gd name="connsiteY3-5366" fmla="*/ 2186 h 8630"/>
              <a:gd name="connsiteX4-5367" fmla="*/ 3240 w 10000"/>
              <a:gd name="connsiteY4-5368" fmla="*/ 2186 h 8630"/>
              <a:gd name="connsiteX5-5369" fmla="*/ 3798 w 10000"/>
              <a:gd name="connsiteY5-5370" fmla="*/ 2874 h 8630"/>
              <a:gd name="connsiteX6-5371" fmla="*/ 4413 w 10000"/>
              <a:gd name="connsiteY6-5372" fmla="*/ 2874 h 8630"/>
              <a:gd name="connsiteX7-5373" fmla="*/ 5028 w 10000"/>
              <a:gd name="connsiteY7-5374" fmla="*/ 2874 h 8630"/>
              <a:gd name="connsiteX8-5375" fmla="*/ 5587 w 10000"/>
              <a:gd name="connsiteY8-5376" fmla="*/ 2874 h 8630"/>
              <a:gd name="connsiteX9-5377" fmla="*/ 6201 w 10000"/>
              <a:gd name="connsiteY9-5378" fmla="*/ 2874 h 8630"/>
              <a:gd name="connsiteX10-5379" fmla="*/ 6760 w 10000"/>
              <a:gd name="connsiteY10-5380" fmla="*/ 2874 h 8630"/>
              <a:gd name="connsiteX11-5381" fmla="*/ 7375 w 10000"/>
              <a:gd name="connsiteY11-5382" fmla="*/ 2874 h 8630"/>
              <a:gd name="connsiteX12-5383" fmla="*/ 7933 w 10000"/>
              <a:gd name="connsiteY12-5384" fmla="*/ 2874 h 8630"/>
              <a:gd name="connsiteX13-5385" fmla="*/ 8268 w 10000"/>
              <a:gd name="connsiteY13-5386" fmla="*/ 2874 h 8630"/>
              <a:gd name="connsiteX14-5387" fmla="*/ 8547 w 10000"/>
              <a:gd name="connsiteY14-5388" fmla="*/ 3549 h 8630"/>
              <a:gd name="connsiteX15-5389" fmla="*/ 9106 w 10000"/>
              <a:gd name="connsiteY15-5390" fmla="*/ 4385 h 8630"/>
              <a:gd name="connsiteX16-5391" fmla="*/ 9442 w 10000"/>
              <a:gd name="connsiteY16-5392" fmla="*/ 5066 h 8630"/>
              <a:gd name="connsiteX17-5393" fmla="*/ 9720 w 10000"/>
              <a:gd name="connsiteY17-5394" fmla="*/ 5757 h 8630"/>
              <a:gd name="connsiteX18-5395" fmla="*/ 10000 w 10000"/>
              <a:gd name="connsiteY18-5396" fmla="*/ 6576 h 8630"/>
              <a:gd name="connsiteX19-5397" fmla="*/ 10000 w 10000"/>
              <a:gd name="connsiteY19-5398" fmla="*/ 7264 h 8630"/>
              <a:gd name="connsiteX20-5399" fmla="*/ 10000 w 10000"/>
              <a:gd name="connsiteY20-5400" fmla="*/ 7264 h 8630"/>
              <a:gd name="connsiteX21-5401" fmla="*/ 10000 w 10000"/>
              <a:gd name="connsiteY21-5402" fmla="*/ 7264 h 8630"/>
              <a:gd name="connsiteX22-5403" fmla="*/ 10000 w 10000"/>
              <a:gd name="connsiteY22-5404" fmla="*/ 7946 h 8630"/>
              <a:gd name="connsiteX23-5405" fmla="*/ 9720 w 10000"/>
              <a:gd name="connsiteY23-5406" fmla="*/ 7946 h 8630"/>
              <a:gd name="connsiteX24-5407" fmla="*/ 9720 w 10000"/>
              <a:gd name="connsiteY24-5408" fmla="*/ 7946 h 8630"/>
              <a:gd name="connsiteX25-5409" fmla="*/ 9442 w 10000"/>
              <a:gd name="connsiteY25-5410" fmla="*/ 8630 h 8630"/>
              <a:gd name="connsiteX26-5411" fmla="*/ 9106 w 10000"/>
              <a:gd name="connsiteY26-5412" fmla="*/ 8630 h 8630"/>
              <a:gd name="connsiteX27-5413" fmla="*/ 8547 w 10000"/>
              <a:gd name="connsiteY27-5414" fmla="*/ 8630 h 8630"/>
              <a:gd name="connsiteX28-5415" fmla="*/ 8268 w 10000"/>
              <a:gd name="connsiteY28-5416" fmla="*/ 8630 h 8630"/>
              <a:gd name="connsiteX29-5417" fmla="*/ 7653 w 10000"/>
              <a:gd name="connsiteY29-5418" fmla="*/ 8630 h 8630"/>
              <a:gd name="connsiteX30-5419" fmla="*/ 6760 w 10000"/>
              <a:gd name="connsiteY30-5420" fmla="*/ 8630 h 8630"/>
              <a:gd name="connsiteX31-5421" fmla="*/ 6201 w 10000"/>
              <a:gd name="connsiteY31-5422" fmla="*/ 8630 h 8630"/>
              <a:gd name="connsiteX32-5423" fmla="*/ 5307 w 10000"/>
              <a:gd name="connsiteY32-5424" fmla="*/ 8630 h 8630"/>
              <a:gd name="connsiteX33-5425" fmla="*/ 4413 w 10000"/>
              <a:gd name="connsiteY33-5426" fmla="*/ 8630 h 8630"/>
              <a:gd name="connsiteX34-5427" fmla="*/ 3798 w 10000"/>
              <a:gd name="connsiteY34-5428" fmla="*/ 8630 h 8630"/>
              <a:gd name="connsiteX35-5429" fmla="*/ 3240 w 10000"/>
              <a:gd name="connsiteY35-5430" fmla="*/ 8630 h 8630"/>
              <a:gd name="connsiteX36-5431" fmla="*/ 2625 w 10000"/>
              <a:gd name="connsiteY36-5432" fmla="*/ 8630 h 8630"/>
              <a:gd name="connsiteX37-5433" fmla="*/ 2346 w 10000"/>
              <a:gd name="connsiteY37-5434" fmla="*/ 7946 h 8630"/>
              <a:gd name="connsiteX38-5435" fmla="*/ 2067 w 10000"/>
              <a:gd name="connsiteY38-5436" fmla="*/ 7946 h 8630"/>
              <a:gd name="connsiteX39-5437" fmla="*/ 1732 w 10000"/>
              <a:gd name="connsiteY39-5438" fmla="*/ 7264 h 8630"/>
              <a:gd name="connsiteX40-5439" fmla="*/ 1453 w 10000"/>
              <a:gd name="connsiteY40-5440" fmla="*/ 7264 h 8630"/>
              <a:gd name="connsiteX41-5441" fmla="*/ 1173 w 10000"/>
              <a:gd name="connsiteY41-5442" fmla="*/ 6576 h 8630"/>
              <a:gd name="connsiteX42-5443" fmla="*/ 893 w 10000"/>
              <a:gd name="connsiteY42-5444" fmla="*/ 6576 h 8630"/>
              <a:gd name="connsiteX43-5445" fmla="*/ 558 w 10000"/>
              <a:gd name="connsiteY43-5446" fmla="*/ 5757 h 8630"/>
              <a:gd name="connsiteX44-5447" fmla="*/ 558 w 10000"/>
              <a:gd name="connsiteY44-5448" fmla="*/ 4385 h 8630"/>
              <a:gd name="connsiteX45-5449" fmla="*/ 279 w 10000"/>
              <a:gd name="connsiteY45-5450" fmla="*/ 3549 h 8630"/>
              <a:gd name="connsiteX46-5451" fmla="*/ 279 w 10000"/>
              <a:gd name="connsiteY46-5452" fmla="*/ 2874 h 8630"/>
              <a:gd name="connsiteX47-5453" fmla="*/ 0 w 10000"/>
              <a:gd name="connsiteY47-5454" fmla="*/ 1505 h 8630"/>
              <a:gd name="connsiteX48-5455" fmla="*/ 0 w 10000"/>
              <a:gd name="connsiteY48-5456" fmla="*/ 0 h 8630"/>
              <a:gd name="connsiteX49-5457" fmla="*/ 2067 w 10000"/>
              <a:gd name="connsiteY49-5458" fmla="*/ 0 h 8630"/>
              <a:gd name="connsiteX50-5459" fmla="*/ 2067 w 10000"/>
              <a:gd name="connsiteY50-5460" fmla="*/ 0 h 8630"/>
              <a:gd name="connsiteX0-5461" fmla="*/ 2067 w 10000"/>
              <a:gd name="connsiteY0-5462" fmla="*/ 0 h 10000"/>
              <a:gd name="connsiteX1-5463" fmla="*/ 2346 w 10000"/>
              <a:gd name="connsiteY1-5464" fmla="*/ 793 h 10000"/>
              <a:gd name="connsiteX2-5465" fmla="*/ 2625 w 10000"/>
              <a:gd name="connsiteY2-5466" fmla="*/ 1744 h 10000"/>
              <a:gd name="connsiteX3-5467" fmla="*/ 2961 w 10000"/>
              <a:gd name="connsiteY3-5468" fmla="*/ 2533 h 10000"/>
              <a:gd name="connsiteX4-5469" fmla="*/ 3240 w 10000"/>
              <a:gd name="connsiteY4-5470" fmla="*/ 2533 h 10000"/>
              <a:gd name="connsiteX5-5471" fmla="*/ 3798 w 10000"/>
              <a:gd name="connsiteY5-5472" fmla="*/ 3330 h 10000"/>
              <a:gd name="connsiteX6-5473" fmla="*/ 4413 w 10000"/>
              <a:gd name="connsiteY6-5474" fmla="*/ 3330 h 10000"/>
              <a:gd name="connsiteX7-5475" fmla="*/ 5028 w 10000"/>
              <a:gd name="connsiteY7-5476" fmla="*/ 3330 h 10000"/>
              <a:gd name="connsiteX8-5477" fmla="*/ 5587 w 10000"/>
              <a:gd name="connsiteY8-5478" fmla="*/ 3330 h 10000"/>
              <a:gd name="connsiteX9-5479" fmla="*/ 6201 w 10000"/>
              <a:gd name="connsiteY9-5480" fmla="*/ 3330 h 10000"/>
              <a:gd name="connsiteX10-5481" fmla="*/ 6760 w 10000"/>
              <a:gd name="connsiteY10-5482" fmla="*/ 3330 h 10000"/>
              <a:gd name="connsiteX11-5483" fmla="*/ 7375 w 10000"/>
              <a:gd name="connsiteY11-5484" fmla="*/ 3330 h 10000"/>
              <a:gd name="connsiteX12-5485" fmla="*/ 7933 w 10000"/>
              <a:gd name="connsiteY12-5486" fmla="*/ 3330 h 10000"/>
              <a:gd name="connsiteX13-5487" fmla="*/ 8268 w 10000"/>
              <a:gd name="connsiteY13-5488" fmla="*/ 3330 h 10000"/>
              <a:gd name="connsiteX14-5489" fmla="*/ 8547 w 10000"/>
              <a:gd name="connsiteY14-5490" fmla="*/ 4112 h 10000"/>
              <a:gd name="connsiteX15-5491" fmla="*/ 9106 w 10000"/>
              <a:gd name="connsiteY15-5492" fmla="*/ 5081 h 10000"/>
              <a:gd name="connsiteX16-5493" fmla="*/ 9442 w 10000"/>
              <a:gd name="connsiteY16-5494" fmla="*/ 5870 h 10000"/>
              <a:gd name="connsiteX17-5495" fmla="*/ 9720 w 10000"/>
              <a:gd name="connsiteY17-5496" fmla="*/ 6671 h 10000"/>
              <a:gd name="connsiteX18-5497" fmla="*/ 10000 w 10000"/>
              <a:gd name="connsiteY18-5498" fmla="*/ 7620 h 10000"/>
              <a:gd name="connsiteX19-5499" fmla="*/ 10000 w 10000"/>
              <a:gd name="connsiteY19-5500" fmla="*/ 8417 h 10000"/>
              <a:gd name="connsiteX20-5501" fmla="*/ 10000 w 10000"/>
              <a:gd name="connsiteY20-5502" fmla="*/ 8417 h 10000"/>
              <a:gd name="connsiteX21-5503" fmla="*/ 10000 w 10000"/>
              <a:gd name="connsiteY21-5504" fmla="*/ 8417 h 10000"/>
              <a:gd name="connsiteX22-5505" fmla="*/ 10000 w 10000"/>
              <a:gd name="connsiteY22-5506" fmla="*/ 9207 h 10000"/>
              <a:gd name="connsiteX23-5507" fmla="*/ 9720 w 10000"/>
              <a:gd name="connsiteY23-5508" fmla="*/ 9207 h 10000"/>
              <a:gd name="connsiteX24-5509" fmla="*/ 9720 w 10000"/>
              <a:gd name="connsiteY24-5510" fmla="*/ 9207 h 10000"/>
              <a:gd name="connsiteX25-5511" fmla="*/ 9442 w 10000"/>
              <a:gd name="connsiteY25-5512" fmla="*/ 10000 h 10000"/>
              <a:gd name="connsiteX26-5513" fmla="*/ 9106 w 10000"/>
              <a:gd name="connsiteY26-5514" fmla="*/ 10000 h 10000"/>
              <a:gd name="connsiteX27-5515" fmla="*/ 8547 w 10000"/>
              <a:gd name="connsiteY27-5516" fmla="*/ 10000 h 10000"/>
              <a:gd name="connsiteX28-5517" fmla="*/ 8268 w 10000"/>
              <a:gd name="connsiteY28-5518" fmla="*/ 10000 h 10000"/>
              <a:gd name="connsiteX29-5519" fmla="*/ 7653 w 10000"/>
              <a:gd name="connsiteY29-5520" fmla="*/ 10000 h 10000"/>
              <a:gd name="connsiteX30-5521" fmla="*/ 6760 w 10000"/>
              <a:gd name="connsiteY30-5522" fmla="*/ 10000 h 10000"/>
              <a:gd name="connsiteX31-5523" fmla="*/ 6201 w 10000"/>
              <a:gd name="connsiteY31-5524" fmla="*/ 10000 h 10000"/>
              <a:gd name="connsiteX32-5525" fmla="*/ 5307 w 10000"/>
              <a:gd name="connsiteY32-5526" fmla="*/ 10000 h 10000"/>
              <a:gd name="connsiteX33-5527" fmla="*/ 4413 w 10000"/>
              <a:gd name="connsiteY33-5528" fmla="*/ 10000 h 10000"/>
              <a:gd name="connsiteX34-5529" fmla="*/ 3798 w 10000"/>
              <a:gd name="connsiteY34-5530" fmla="*/ 10000 h 10000"/>
              <a:gd name="connsiteX35-5531" fmla="*/ 3240 w 10000"/>
              <a:gd name="connsiteY35-5532" fmla="*/ 10000 h 10000"/>
              <a:gd name="connsiteX36-5533" fmla="*/ 2625 w 10000"/>
              <a:gd name="connsiteY36-5534" fmla="*/ 10000 h 10000"/>
              <a:gd name="connsiteX37-5535" fmla="*/ 2346 w 10000"/>
              <a:gd name="connsiteY37-5536" fmla="*/ 9207 h 10000"/>
              <a:gd name="connsiteX38-5537" fmla="*/ 2067 w 10000"/>
              <a:gd name="connsiteY38-5538" fmla="*/ 9207 h 10000"/>
              <a:gd name="connsiteX39-5539" fmla="*/ 1732 w 10000"/>
              <a:gd name="connsiteY39-5540" fmla="*/ 8417 h 10000"/>
              <a:gd name="connsiteX40-5541" fmla="*/ 1453 w 10000"/>
              <a:gd name="connsiteY40-5542" fmla="*/ 8417 h 10000"/>
              <a:gd name="connsiteX41-5543" fmla="*/ 1173 w 10000"/>
              <a:gd name="connsiteY41-5544" fmla="*/ 7620 h 10000"/>
              <a:gd name="connsiteX42-5545" fmla="*/ 893 w 10000"/>
              <a:gd name="connsiteY42-5546" fmla="*/ 7620 h 10000"/>
              <a:gd name="connsiteX43-5547" fmla="*/ 558 w 10000"/>
              <a:gd name="connsiteY43-5548" fmla="*/ 6671 h 10000"/>
              <a:gd name="connsiteX44-5549" fmla="*/ 558 w 10000"/>
              <a:gd name="connsiteY44-5550" fmla="*/ 5081 h 10000"/>
              <a:gd name="connsiteX45-5551" fmla="*/ 279 w 10000"/>
              <a:gd name="connsiteY45-5552" fmla="*/ 4112 h 10000"/>
              <a:gd name="connsiteX46-5553" fmla="*/ 279 w 10000"/>
              <a:gd name="connsiteY46-5554" fmla="*/ 3330 h 10000"/>
              <a:gd name="connsiteX47-5555" fmla="*/ 0 w 10000"/>
              <a:gd name="connsiteY47-5556" fmla="*/ 1744 h 10000"/>
              <a:gd name="connsiteX48-5557" fmla="*/ 2067 w 10000"/>
              <a:gd name="connsiteY48-5558" fmla="*/ 0 h 10000"/>
              <a:gd name="connsiteX49-5559" fmla="*/ 2067 w 10000"/>
              <a:gd name="connsiteY49-5560" fmla="*/ 0 h 10000"/>
              <a:gd name="connsiteX0-5561" fmla="*/ 1788 w 9721"/>
              <a:gd name="connsiteY0-5562" fmla="*/ 0 h 10000"/>
              <a:gd name="connsiteX1-5563" fmla="*/ 2067 w 9721"/>
              <a:gd name="connsiteY1-5564" fmla="*/ 793 h 10000"/>
              <a:gd name="connsiteX2-5565" fmla="*/ 2346 w 9721"/>
              <a:gd name="connsiteY2-5566" fmla="*/ 1744 h 10000"/>
              <a:gd name="connsiteX3-5567" fmla="*/ 2682 w 9721"/>
              <a:gd name="connsiteY3-5568" fmla="*/ 2533 h 10000"/>
              <a:gd name="connsiteX4-5569" fmla="*/ 2961 w 9721"/>
              <a:gd name="connsiteY4-5570" fmla="*/ 2533 h 10000"/>
              <a:gd name="connsiteX5-5571" fmla="*/ 3519 w 9721"/>
              <a:gd name="connsiteY5-5572" fmla="*/ 3330 h 10000"/>
              <a:gd name="connsiteX6-5573" fmla="*/ 4134 w 9721"/>
              <a:gd name="connsiteY6-5574" fmla="*/ 3330 h 10000"/>
              <a:gd name="connsiteX7-5575" fmla="*/ 4749 w 9721"/>
              <a:gd name="connsiteY7-5576" fmla="*/ 3330 h 10000"/>
              <a:gd name="connsiteX8-5577" fmla="*/ 5308 w 9721"/>
              <a:gd name="connsiteY8-5578" fmla="*/ 3330 h 10000"/>
              <a:gd name="connsiteX9-5579" fmla="*/ 5922 w 9721"/>
              <a:gd name="connsiteY9-5580" fmla="*/ 3330 h 10000"/>
              <a:gd name="connsiteX10-5581" fmla="*/ 6481 w 9721"/>
              <a:gd name="connsiteY10-5582" fmla="*/ 3330 h 10000"/>
              <a:gd name="connsiteX11-5583" fmla="*/ 7096 w 9721"/>
              <a:gd name="connsiteY11-5584" fmla="*/ 3330 h 10000"/>
              <a:gd name="connsiteX12-5585" fmla="*/ 7654 w 9721"/>
              <a:gd name="connsiteY12-5586" fmla="*/ 3330 h 10000"/>
              <a:gd name="connsiteX13-5587" fmla="*/ 7989 w 9721"/>
              <a:gd name="connsiteY13-5588" fmla="*/ 3330 h 10000"/>
              <a:gd name="connsiteX14-5589" fmla="*/ 8268 w 9721"/>
              <a:gd name="connsiteY14-5590" fmla="*/ 4112 h 10000"/>
              <a:gd name="connsiteX15-5591" fmla="*/ 8827 w 9721"/>
              <a:gd name="connsiteY15-5592" fmla="*/ 5081 h 10000"/>
              <a:gd name="connsiteX16-5593" fmla="*/ 9163 w 9721"/>
              <a:gd name="connsiteY16-5594" fmla="*/ 5870 h 10000"/>
              <a:gd name="connsiteX17-5595" fmla="*/ 9441 w 9721"/>
              <a:gd name="connsiteY17-5596" fmla="*/ 6671 h 10000"/>
              <a:gd name="connsiteX18-5597" fmla="*/ 9721 w 9721"/>
              <a:gd name="connsiteY18-5598" fmla="*/ 7620 h 10000"/>
              <a:gd name="connsiteX19-5599" fmla="*/ 9721 w 9721"/>
              <a:gd name="connsiteY19-5600" fmla="*/ 8417 h 10000"/>
              <a:gd name="connsiteX20-5601" fmla="*/ 9721 w 9721"/>
              <a:gd name="connsiteY20-5602" fmla="*/ 8417 h 10000"/>
              <a:gd name="connsiteX21-5603" fmla="*/ 9721 w 9721"/>
              <a:gd name="connsiteY21-5604" fmla="*/ 8417 h 10000"/>
              <a:gd name="connsiteX22-5605" fmla="*/ 9721 w 9721"/>
              <a:gd name="connsiteY22-5606" fmla="*/ 9207 h 10000"/>
              <a:gd name="connsiteX23-5607" fmla="*/ 9441 w 9721"/>
              <a:gd name="connsiteY23-5608" fmla="*/ 9207 h 10000"/>
              <a:gd name="connsiteX24-5609" fmla="*/ 9441 w 9721"/>
              <a:gd name="connsiteY24-5610" fmla="*/ 9207 h 10000"/>
              <a:gd name="connsiteX25-5611" fmla="*/ 9163 w 9721"/>
              <a:gd name="connsiteY25-5612" fmla="*/ 10000 h 10000"/>
              <a:gd name="connsiteX26-5613" fmla="*/ 8827 w 9721"/>
              <a:gd name="connsiteY26-5614" fmla="*/ 10000 h 10000"/>
              <a:gd name="connsiteX27-5615" fmla="*/ 8268 w 9721"/>
              <a:gd name="connsiteY27-5616" fmla="*/ 10000 h 10000"/>
              <a:gd name="connsiteX28-5617" fmla="*/ 7989 w 9721"/>
              <a:gd name="connsiteY28-5618" fmla="*/ 10000 h 10000"/>
              <a:gd name="connsiteX29-5619" fmla="*/ 7374 w 9721"/>
              <a:gd name="connsiteY29-5620" fmla="*/ 10000 h 10000"/>
              <a:gd name="connsiteX30-5621" fmla="*/ 6481 w 9721"/>
              <a:gd name="connsiteY30-5622" fmla="*/ 10000 h 10000"/>
              <a:gd name="connsiteX31-5623" fmla="*/ 5922 w 9721"/>
              <a:gd name="connsiteY31-5624" fmla="*/ 10000 h 10000"/>
              <a:gd name="connsiteX32-5625" fmla="*/ 5028 w 9721"/>
              <a:gd name="connsiteY32-5626" fmla="*/ 10000 h 10000"/>
              <a:gd name="connsiteX33-5627" fmla="*/ 4134 w 9721"/>
              <a:gd name="connsiteY33-5628" fmla="*/ 10000 h 10000"/>
              <a:gd name="connsiteX34-5629" fmla="*/ 3519 w 9721"/>
              <a:gd name="connsiteY34-5630" fmla="*/ 10000 h 10000"/>
              <a:gd name="connsiteX35-5631" fmla="*/ 2961 w 9721"/>
              <a:gd name="connsiteY35-5632" fmla="*/ 10000 h 10000"/>
              <a:gd name="connsiteX36-5633" fmla="*/ 2346 w 9721"/>
              <a:gd name="connsiteY36-5634" fmla="*/ 10000 h 10000"/>
              <a:gd name="connsiteX37-5635" fmla="*/ 2067 w 9721"/>
              <a:gd name="connsiteY37-5636" fmla="*/ 9207 h 10000"/>
              <a:gd name="connsiteX38-5637" fmla="*/ 1788 w 9721"/>
              <a:gd name="connsiteY38-5638" fmla="*/ 9207 h 10000"/>
              <a:gd name="connsiteX39-5639" fmla="*/ 1453 w 9721"/>
              <a:gd name="connsiteY39-5640" fmla="*/ 8417 h 10000"/>
              <a:gd name="connsiteX40-5641" fmla="*/ 1174 w 9721"/>
              <a:gd name="connsiteY40-5642" fmla="*/ 8417 h 10000"/>
              <a:gd name="connsiteX41-5643" fmla="*/ 894 w 9721"/>
              <a:gd name="connsiteY41-5644" fmla="*/ 7620 h 10000"/>
              <a:gd name="connsiteX42-5645" fmla="*/ 614 w 9721"/>
              <a:gd name="connsiteY42-5646" fmla="*/ 7620 h 10000"/>
              <a:gd name="connsiteX43-5647" fmla="*/ 279 w 9721"/>
              <a:gd name="connsiteY43-5648" fmla="*/ 6671 h 10000"/>
              <a:gd name="connsiteX44-5649" fmla="*/ 279 w 9721"/>
              <a:gd name="connsiteY44-5650" fmla="*/ 5081 h 10000"/>
              <a:gd name="connsiteX45-5651" fmla="*/ 0 w 9721"/>
              <a:gd name="connsiteY45-5652" fmla="*/ 4112 h 10000"/>
              <a:gd name="connsiteX46-5653" fmla="*/ 0 w 9721"/>
              <a:gd name="connsiteY46-5654" fmla="*/ 3330 h 10000"/>
              <a:gd name="connsiteX47-5655" fmla="*/ 1788 w 9721"/>
              <a:gd name="connsiteY47-5656" fmla="*/ 0 h 10000"/>
              <a:gd name="connsiteX48-5657" fmla="*/ 1788 w 9721"/>
              <a:gd name="connsiteY48-5658" fmla="*/ 0 h 10000"/>
              <a:gd name="connsiteX0-5659" fmla="*/ 2098 w 10259"/>
              <a:gd name="connsiteY0-5660" fmla="*/ 0 h 10000"/>
              <a:gd name="connsiteX1-5661" fmla="*/ 2385 w 10259"/>
              <a:gd name="connsiteY1-5662" fmla="*/ 793 h 10000"/>
              <a:gd name="connsiteX2-5663" fmla="*/ 2672 w 10259"/>
              <a:gd name="connsiteY2-5664" fmla="*/ 1744 h 10000"/>
              <a:gd name="connsiteX3-5665" fmla="*/ 3018 w 10259"/>
              <a:gd name="connsiteY3-5666" fmla="*/ 2533 h 10000"/>
              <a:gd name="connsiteX4-5667" fmla="*/ 3305 w 10259"/>
              <a:gd name="connsiteY4-5668" fmla="*/ 2533 h 10000"/>
              <a:gd name="connsiteX5-5669" fmla="*/ 3879 w 10259"/>
              <a:gd name="connsiteY5-5670" fmla="*/ 3330 h 10000"/>
              <a:gd name="connsiteX6-5671" fmla="*/ 4512 w 10259"/>
              <a:gd name="connsiteY6-5672" fmla="*/ 3330 h 10000"/>
              <a:gd name="connsiteX7-5673" fmla="*/ 5144 w 10259"/>
              <a:gd name="connsiteY7-5674" fmla="*/ 3330 h 10000"/>
              <a:gd name="connsiteX8-5675" fmla="*/ 5719 w 10259"/>
              <a:gd name="connsiteY8-5676" fmla="*/ 3330 h 10000"/>
              <a:gd name="connsiteX9-5677" fmla="*/ 6351 w 10259"/>
              <a:gd name="connsiteY9-5678" fmla="*/ 3330 h 10000"/>
              <a:gd name="connsiteX10-5679" fmla="*/ 6926 w 10259"/>
              <a:gd name="connsiteY10-5680" fmla="*/ 3330 h 10000"/>
              <a:gd name="connsiteX11-5681" fmla="*/ 7559 w 10259"/>
              <a:gd name="connsiteY11-5682" fmla="*/ 3330 h 10000"/>
              <a:gd name="connsiteX12-5683" fmla="*/ 8133 w 10259"/>
              <a:gd name="connsiteY12-5684" fmla="*/ 3330 h 10000"/>
              <a:gd name="connsiteX13-5685" fmla="*/ 8477 w 10259"/>
              <a:gd name="connsiteY13-5686" fmla="*/ 3330 h 10000"/>
              <a:gd name="connsiteX14-5687" fmla="*/ 8764 w 10259"/>
              <a:gd name="connsiteY14-5688" fmla="*/ 4112 h 10000"/>
              <a:gd name="connsiteX15-5689" fmla="*/ 9339 w 10259"/>
              <a:gd name="connsiteY15-5690" fmla="*/ 5081 h 10000"/>
              <a:gd name="connsiteX16-5691" fmla="*/ 9685 w 10259"/>
              <a:gd name="connsiteY16-5692" fmla="*/ 5870 h 10000"/>
              <a:gd name="connsiteX17-5693" fmla="*/ 9971 w 10259"/>
              <a:gd name="connsiteY17-5694" fmla="*/ 6671 h 10000"/>
              <a:gd name="connsiteX18-5695" fmla="*/ 10259 w 10259"/>
              <a:gd name="connsiteY18-5696" fmla="*/ 7620 h 10000"/>
              <a:gd name="connsiteX19-5697" fmla="*/ 10259 w 10259"/>
              <a:gd name="connsiteY19-5698" fmla="*/ 8417 h 10000"/>
              <a:gd name="connsiteX20-5699" fmla="*/ 10259 w 10259"/>
              <a:gd name="connsiteY20-5700" fmla="*/ 8417 h 10000"/>
              <a:gd name="connsiteX21-5701" fmla="*/ 10259 w 10259"/>
              <a:gd name="connsiteY21-5702" fmla="*/ 8417 h 10000"/>
              <a:gd name="connsiteX22-5703" fmla="*/ 10259 w 10259"/>
              <a:gd name="connsiteY22-5704" fmla="*/ 9207 h 10000"/>
              <a:gd name="connsiteX23-5705" fmla="*/ 9971 w 10259"/>
              <a:gd name="connsiteY23-5706" fmla="*/ 9207 h 10000"/>
              <a:gd name="connsiteX24-5707" fmla="*/ 9971 w 10259"/>
              <a:gd name="connsiteY24-5708" fmla="*/ 9207 h 10000"/>
              <a:gd name="connsiteX25-5709" fmla="*/ 9685 w 10259"/>
              <a:gd name="connsiteY25-5710" fmla="*/ 10000 h 10000"/>
              <a:gd name="connsiteX26-5711" fmla="*/ 9339 w 10259"/>
              <a:gd name="connsiteY26-5712" fmla="*/ 10000 h 10000"/>
              <a:gd name="connsiteX27-5713" fmla="*/ 8764 w 10259"/>
              <a:gd name="connsiteY27-5714" fmla="*/ 10000 h 10000"/>
              <a:gd name="connsiteX28-5715" fmla="*/ 8477 w 10259"/>
              <a:gd name="connsiteY28-5716" fmla="*/ 10000 h 10000"/>
              <a:gd name="connsiteX29-5717" fmla="*/ 7845 w 10259"/>
              <a:gd name="connsiteY29-5718" fmla="*/ 10000 h 10000"/>
              <a:gd name="connsiteX30-5719" fmla="*/ 6926 w 10259"/>
              <a:gd name="connsiteY30-5720" fmla="*/ 10000 h 10000"/>
              <a:gd name="connsiteX31-5721" fmla="*/ 6351 w 10259"/>
              <a:gd name="connsiteY31-5722" fmla="*/ 10000 h 10000"/>
              <a:gd name="connsiteX32-5723" fmla="*/ 5431 w 10259"/>
              <a:gd name="connsiteY32-5724" fmla="*/ 10000 h 10000"/>
              <a:gd name="connsiteX33-5725" fmla="*/ 4512 w 10259"/>
              <a:gd name="connsiteY33-5726" fmla="*/ 10000 h 10000"/>
              <a:gd name="connsiteX34-5727" fmla="*/ 3879 w 10259"/>
              <a:gd name="connsiteY34-5728" fmla="*/ 10000 h 10000"/>
              <a:gd name="connsiteX35-5729" fmla="*/ 3305 w 10259"/>
              <a:gd name="connsiteY35-5730" fmla="*/ 10000 h 10000"/>
              <a:gd name="connsiteX36-5731" fmla="*/ 2672 w 10259"/>
              <a:gd name="connsiteY36-5732" fmla="*/ 10000 h 10000"/>
              <a:gd name="connsiteX37-5733" fmla="*/ 2385 w 10259"/>
              <a:gd name="connsiteY37-5734" fmla="*/ 9207 h 10000"/>
              <a:gd name="connsiteX38-5735" fmla="*/ 2098 w 10259"/>
              <a:gd name="connsiteY38-5736" fmla="*/ 9207 h 10000"/>
              <a:gd name="connsiteX39-5737" fmla="*/ 1754 w 10259"/>
              <a:gd name="connsiteY39-5738" fmla="*/ 8417 h 10000"/>
              <a:gd name="connsiteX40-5739" fmla="*/ 1467 w 10259"/>
              <a:gd name="connsiteY40-5740" fmla="*/ 8417 h 10000"/>
              <a:gd name="connsiteX41-5741" fmla="*/ 1179 w 10259"/>
              <a:gd name="connsiteY41-5742" fmla="*/ 7620 h 10000"/>
              <a:gd name="connsiteX42-5743" fmla="*/ 891 w 10259"/>
              <a:gd name="connsiteY42-5744" fmla="*/ 7620 h 10000"/>
              <a:gd name="connsiteX43-5745" fmla="*/ 546 w 10259"/>
              <a:gd name="connsiteY43-5746" fmla="*/ 6671 h 10000"/>
              <a:gd name="connsiteX44-5747" fmla="*/ 546 w 10259"/>
              <a:gd name="connsiteY44-5748" fmla="*/ 5081 h 10000"/>
              <a:gd name="connsiteX45-5749" fmla="*/ 259 w 10259"/>
              <a:gd name="connsiteY45-5750" fmla="*/ 3330 h 10000"/>
              <a:gd name="connsiteX46-5751" fmla="*/ 2098 w 10259"/>
              <a:gd name="connsiteY46-5752" fmla="*/ 0 h 10000"/>
              <a:gd name="connsiteX47-5753" fmla="*/ 2098 w 10259"/>
              <a:gd name="connsiteY47-5754" fmla="*/ 0 h 10000"/>
              <a:gd name="connsiteX0-5755" fmla="*/ 1552 w 9713"/>
              <a:gd name="connsiteY0-5756" fmla="*/ 0 h 10000"/>
              <a:gd name="connsiteX1-5757" fmla="*/ 1839 w 9713"/>
              <a:gd name="connsiteY1-5758" fmla="*/ 793 h 10000"/>
              <a:gd name="connsiteX2-5759" fmla="*/ 2126 w 9713"/>
              <a:gd name="connsiteY2-5760" fmla="*/ 1744 h 10000"/>
              <a:gd name="connsiteX3-5761" fmla="*/ 2472 w 9713"/>
              <a:gd name="connsiteY3-5762" fmla="*/ 2533 h 10000"/>
              <a:gd name="connsiteX4-5763" fmla="*/ 2759 w 9713"/>
              <a:gd name="connsiteY4-5764" fmla="*/ 2533 h 10000"/>
              <a:gd name="connsiteX5-5765" fmla="*/ 3333 w 9713"/>
              <a:gd name="connsiteY5-5766" fmla="*/ 3330 h 10000"/>
              <a:gd name="connsiteX6-5767" fmla="*/ 3966 w 9713"/>
              <a:gd name="connsiteY6-5768" fmla="*/ 3330 h 10000"/>
              <a:gd name="connsiteX7-5769" fmla="*/ 4598 w 9713"/>
              <a:gd name="connsiteY7-5770" fmla="*/ 3330 h 10000"/>
              <a:gd name="connsiteX8-5771" fmla="*/ 5173 w 9713"/>
              <a:gd name="connsiteY8-5772" fmla="*/ 3330 h 10000"/>
              <a:gd name="connsiteX9-5773" fmla="*/ 5805 w 9713"/>
              <a:gd name="connsiteY9-5774" fmla="*/ 3330 h 10000"/>
              <a:gd name="connsiteX10-5775" fmla="*/ 6380 w 9713"/>
              <a:gd name="connsiteY10-5776" fmla="*/ 3330 h 10000"/>
              <a:gd name="connsiteX11-5777" fmla="*/ 7013 w 9713"/>
              <a:gd name="connsiteY11-5778" fmla="*/ 3330 h 10000"/>
              <a:gd name="connsiteX12-5779" fmla="*/ 7587 w 9713"/>
              <a:gd name="connsiteY12-5780" fmla="*/ 3330 h 10000"/>
              <a:gd name="connsiteX13-5781" fmla="*/ 7931 w 9713"/>
              <a:gd name="connsiteY13-5782" fmla="*/ 3330 h 10000"/>
              <a:gd name="connsiteX14-5783" fmla="*/ 8218 w 9713"/>
              <a:gd name="connsiteY14-5784" fmla="*/ 4112 h 10000"/>
              <a:gd name="connsiteX15-5785" fmla="*/ 8793 w 9713"/>
              <a:gd name="connsiteY15-5786" fmla="*/ 5081 h 10000"/>
              <a:gd name="connsiteX16-5787" fmla="*/ 9139 w 9713"/>
              <a:gd name="connsiteY16-5788" fmla="*/ 5870 h 10000"/>
              <a:gd name="connsiteX17-5789" fmla="*/ 9425 w 9713"/>
              <a:gd name="connsiteY17-5790" fmla="*/ 6671 h 10000"/>
              <a:gd name="connsiteX18-5791" fmla="*/ 9713 w 9713"/>
              <a:gd name="connsiteY18-5792" fmla="*/ 7620 h 10000"/>
              <a:gd name="connsiteX19-5793" fmla="*/ 9713 w 9713"/>
              <a:gd name="connsiteY19-5794" fmla="*/ 8417 h 10000"/>
              <a:gd name="connsiteX20-5795" fmla="*/ 9713 w 9713"/>
              <a:gd name="connsiteY20-5796" fmla="*/ 8417 h 10000"/>
              <a:gd name="connsiteX21-5797" fmla="*/ 9713 w 9713"/>
              <a:gd name="connsiteY21-5798" fmla="*/ 8417 h 10000"/>
              <a:gd name="connsiteX22-5799" fmla="*/ 9713 w 9713"/>
              <a:gd name="connsiteY22-5800" fmla="*/ 9207 h 10000"/>
              <a:gd name="connsiteX23-5801" fmla="*/ 9425 w 9713"/>
              <a:gd name="connsiteY23-5802" fmla="*/ 9207 h 10000"/>
              <a:gd name="connsiteX24-5803" fmla="*/ 9425 w 9713"/>
              <a:gd name="connsiteY24-5804" fmla="*/ 9207 h 10000"/>
              <a:gd name="connsiteX25-5805" fmla="*/ 9139 w 9713"/>
              <a:gd name="connsiteY25-5806" fmla="*/ 10000 h 10000"/>
              <a:gd name="connsiteX26-5807" fmla="*/ 8793 w 9713"/>
              <a:gd name="connsiteY26-5808" fmla="*/ 10000 h 10000"/>
              <a:gd name="connsiteX27-5809" fmla="*/ 8218 w 9713"/>
              <a:gd name="connsiteY27-5810" fmla="*/ 10000 h 10000"/>
              <a:gd name="connsiteX28-5811" fmla="*/ 7931 w 9713"/>
              <a:gd name="connsiteY28-5812" fmla="*/ 10000 h 10000"/>
              <a:gd name="connsiteX29-5813" fmla="*/ 7299 w 9713"/>
              <a:gd name="connsiteY29-5814" fmla="*/ 10000 h 10000"/>
              <a:gd name="connsiteX30-5815" fmla="*/ 6380 w 9713"/>
              <a:gd name="connsiteY30-5816" fmla="*/ 10000 h 10000"/>
              <a:gd name="connsiteX31-5817" fmla="*/ 5805 w 9713"/>
              <a:gd name="connsiteY31-5818" fmla="*/ 10000 h 10000"/>
              <a:gd name="connsiteX32-5819" fmla="*/ 4885 w 9713"/>
              <a:gd name="connsiteY32-5820" fmla="*/ 10000 h 10000"/>
              <a:gd name="connsiteX33-5821" fmla="*/ 3966 w 9713"/>
              <a:gd name="connsiteY33-5822" fmla="*/ 10000 h 10000"/>
              <a:gd name="connsiteX34-5823" fmla="*/ 3333 w 9713"/>
              <a:gd name="connsiteY34-5824" fmla="*/ 10000 h 10000"/>
              <a:gd name="connsiteX35-5825" fmla="*/ 2759 w 9713"/>
              <a:gd name="connsiteY35-5826" fmla="*/ 10000 h 10000"/>
              <a:gd name="connsiteX36-5827" fmla="*/ 2126 w 9713"/>
              <a:gd name="connsiteY36-5828" fmla="*/ 10000 h 10000"/>
              <a:gd name="connsiteX37-5829" fmla="*/ 1839 w 9713"/>
              <a:gd name="connsiteY37-5830" fmla="*/ 9207 h 10000"/>
              <a:gd name="connsiteX38-5831" fmla="*/ 1552 w 9713"/>
              <a:gd name="connsiteY38-5832" fmla="*/ 9207 h 10000"/>
              <a:gd name="connsiteX39-5833" fmla="*/ 1208 w 9713"/>
              <a:gd name="connsiteY39-5834" fmla="*/ 8417 h 10000"/>
              <a:gd name="connsiteX40-5835" fmla="*/ 921 w 9713"/>
              <a:gd name="connsiteY40-5836" fmla="*/ 8417 h 10000"/>
              <a:gd name="connsiteX41-5837" fmla="*/ 633 w 9713"/>
              <a:gd name="connsiteY41-5838" fmla="*/ 7620 h 10000"/>
              <a:gd name="connsiteX42-5839" fmla="*/ 345 w 9713"/>
              <a:gd name="connsiteY42-5840" fmla="*/ 7620 h 10000"/>
              <a:gd name="connsiteX43-5841" fmla="*/ 0 w 9713"/>
              <a:gd name="connsiteY43-5842" fmla="*/ 6671 h 10000"/>
              <a:gd name="connsiteX44-5843" fmla="*/ 0 w 9713"/>
              <a:gd name="connsiteY44-5844" fmla="*/ 5081 h 10000"/>
              <a:gd name="connsiteX45-5845" fmla="*/ 1552 w 9713"/>
              <a:gd name="connsiteY45-5846" fmla="*/ 0 h 10000"/>
              <a:gd name="connsiteX46-5847" fmla="*/ 1552 w 9713"/>
              <a:gd name="connsiteY46-5848" fmla="*/ 0 h 10000"/>
              <a:gd name="connsiteX0-5849" fmla="*/ 1598 w 10000"/>
              <a:gd name="connsiteY0-5850" fmla="*/ 0 h 10000"/>
              <a:gd name="connsiteX1-5851" fmla="*/ 1893 w 10000"/>
              <a:gd name="connsiteY1-5852" fmla="*/ 793 h 10000"/>
              <a:gd name="connsiteX2-5853" fmla="*/ 2189 w 10000"/>
              <a:gd name="connsiteY2-5854" fmla="*/ 1744 h 10000"/>
              <a:gd name="connsiteX3-5855" fmla="*/ 2545 w 10000"/>
              <a:gd name="connsiteY3-5856" fmla="*/ 2533 h 10000"/>
              <a:gd name="connsiteX4-5857" fmla="*/ 2841 w 10000"/>
              <a:gd name="connsiteY4-5858" fmla="*/ 2533 h 10000"/>
              <a:gd name="connsiteX5-5859" fmla="*/ 3431 w 10000"/>
              <a:gd name="connsiteY5-5860" fmla="*/ 3330 h 10000"/>
              <a:gd name="connsiteX6-5861" fmla="*/ 4083 w 10000"/>
              <a:gd name="connsiteY6-5862" fmla="*/ 3330 h 10000"/>
              <a:gd name="connsiteX7-5863" fmla="*/ 4734 w 10000"/>
              <a:gd name="connsiteY7-5864" fmla="*/ 3330 h 10000"/>
              <a:gd name="connsiteX8-5865" fmla="*/ 5326 w 10000"/>
              <a:gd name="connsiteY8-5866" fmla="*/ 3330 h 10000"/>
              <a:gd name="connsiteX9-5867" fmla="*/ 5977 w 10000"/>
              <a:gd name="connsiteY9-5868" fmla="*/ 3330 h 10000"/>
              <a:gd name="connsiteX10-5869" fmla="*/ 6569 w 10000"/>
              <a:gd name="connsiteY10-5870" fmla="*/ 3330 h 10000"/>
              <a:gd name="connsiteX11-5871" fmla="*/ 7220 w 10000"/>
              <a:gd name="connsiteY11-5872" fmla="*/ 3330 h 10000"/>
              <a:gd name="connsiteX12-5873" fmla="*/ 7811 w 10000"/>
              <a:gd name="connsiteY12-5874" fmla="*/ 3330 h 10000"/>
              <a:gd name="connsiteX13-5875" fmla="*/ 8165 w 10000"/>
              <a:gd name="connsiteY13-5876" fmla="*/ 3330 h 10000"/>
              <a:gd name="connsiteX14-5877" fmla="*/ 8461 w 10000"/>
              <a:gd name="connsiteY14-5878" fmla="*/ 4112 h 10000"/>
              <a:gd name="connsiteX15-5879" fmla="*/ 9053 w 10000"/>
              <a:gd name="connsiteY15-5880" fmla="*/ 5081 h 10000"/>
              <a:gd name="connsiteX16-5881" fmla="*/ 9409 w 10000"/>
              <a:gd name="connsiteY16-5882" fmla="*/ 5870 h 10000"/>
              <a:gd name="connsiteX17-5883" fmla="*/ 9703 w 10000"/>
              <a:gd name="connsiteY17-5884" fmla="*/ 6671 h 10000"/>
              <a:gd name="connsiteX18-5885" fmla="*/ 10000 w 10000"/>
              <a:gd name="connsiteY18-5886" fmla="*/ 7620 h 10000"/>
              <a:gd name="connsiteX19-5887" fmla="*/ 10000 w 10000"/>
              <a:gd name="connsiteY19-5888" fmla="*/ 8417 h 10000"/>
              <a:gd name="connsiteX20-5889" fmla="*/ 10000 w 10000"/>
              <a:gd name="connsiteY20-5890" fmla="*/ 8417 h 10000"/>
              <a:gd name="connsiteX21-5891" fmla="*/ 10000 w 10000"/>
              <a:gd name="connsiteY21-5892" fmla="*/ 8417 h 10000"/>
              <a:gd name="connsiteX22-5893" fmla="*/ 10000 w 10000"/>
              <a:gd name="connsiteY22-5894" fmla="*/ 9207 h 10000"/>
              <a:gd name="connsiteX23-5895" fmla="*/ 9703 w 10000"/>
              <a:gd name="connsiteY23-5896" fmla="*/ 9207 h 10000"/>
              <a:gd name="connsiteX24-5897" fmla="*/ 9703 w 10000"/>
              <a:gd name="connsiteY24-5898" fmla="*/ 9207 h 10000"/>
              <a:gd name="connsiteX25-5899" fmla="*/ 9409 w 10000"/>
              <a:gd name="connsiteY25-5900" fmla="*/ 10000 h 10000"/>
              <a:gd name="connsiteX26-5901" fmla="*/ 9053 w 10000"/>
              <a:gd name="connsiteY26-5902" fmla="*/ 10000 h 10000"/>
              <a:gd name="connsiteX27-5903" fmla="*/ 8461 w 10000"/>
              <a:gd name="connsiteY27-5904" fmla="*/ 10000 h 10000"/>
              <a:gd name="connsiteX28-5905" fmla="*/ 8165 w 10000"/>
              <a:gd name="connsiteY28-5906" fmla="*/ 10000 h 10000"/>
              <a:gd name="connsiteX29-5907" fmla="*/ 7515 w 10000"/>
              <a:gd name="connsiteY29-5908" fmla="*/ 10000 h 10000"/>
              <a:gd name="connsiteX30-5909" fmla="*/ 6569 w 10000"/>
              <a:gd name="connsiteY30-5910" fmla="*/ 10000 h 10000"/>
              <a:gd name="connsiteX31-5911" fmla="*/ 5977 w 10000"/>
              <a:gd name="connsiteY31-5912" fmla="*/ 10000 h 10000"/>
              <a:gd name="connsiteX32-5913" fmla="*/ 5029 w 10000"/>
              <a:gd name="connsiteY32-5914" fmla="*/ 10000 h 10000"/>
              <a:gd name="connsiteX33-5915" fmla="*/ 4083 w 10000"/>
              <a:gd name="connsiteY33-5916" fmla="*/ 10000 h 10000"/>
              <a:gd name="connsiteX34-5917" fmla="*/ 3431 w 10000"/>
              <a:gd name="connsiteY34-5918" fmla="*/ 10000 h 10000"/>
              <a:gd name="connsiteX35-5919" fmla="*/ 2841 w 10000"/>
              <a:gd name="connsiteY35-5920" fmla="*/ 10000 h 10000"/>
              <a:gd name="connsiteX36-5921" fmla="*/ 2189 w 10000"/>
              <a:gd name="connsiteY36-5922" fmla="*/ 10000 h 10000"/>
              <a:gd name="connsiteX37-5923" fmla="*/ 1893 w 10000"/>
              <a:gd name="connsiteY37-5924" fmla="*/ 9207 h 10000"/>
              <a:gd name="connsiteX38-5925" fmla="*/ 1598 w 10000"/>
              <a:gd name="connsiteY38-5926" fmla="*/ 9207 h 10000"/>
              <a:gd name="connsiteX39-5927" fmla="*/ 1244 w 10000"/>
              <a:gd name="connsiteY39-5928" fmla="*/ 8417 h 10000"/>
              <a:gd name="connsiteX40-5929" fmla="*/ 948 w 10000"/>
              <a:gd name="connsiteY40-5930" fmla="*/ 8417 h 10000"/>
              <a:gd name="connsiteX41-5931" fmla="*/ 652 w 10000"/>
              <a:gd name="connsiteY41-5932" fmla="*/ 7620 h 10000"/>
              <a:gd name="connsiteX42-5933" fmla="*/ 355 w 10000"/>
              <a:gd name="connsiteY42-5934" fmla="*/ 7620 h 10000"/>
              <a:gd name="connsiteX43-5935" fmla="*/ 0 w 10000"/>
              <a:gd name="connsiteY43-5936" fmla="*/ 6671 h 10000"/>
              <a:gd name="connsiteX44-5937" fmla="*/ 0 w 10000"/>
              <a:gd name="connsiteY44-5938" fmla="*/ 5081 h 10000"/>
              <a:gd name="connsiteX45-5939" fmla="*/ 1598 w 10000"/>
              <a:gd name="connsiteY45-5940" fmla="*/ 0 h 10000"/>
              <a:gd name="connsiteX0-5941" fmla="*/ 1598 w 10000"/>
              <a:gd name="connsiteY0-5942" fmla="*/ 0 h 10000"/>
              <a:gd name="connsiteX1-5943" fmla="*/ 1893 w 10000"/>
              <a:gd name="connsiteY1-5944" fmla="*/ 793 h 10000"/>
              <a:gd name="connsiteX2-5945" fmla="*/ 2189 w 10000"/>
              <a:gd name="connsiteY2-5946" fmla="*/ 1744 h 10000"/>
              <a:gd name="connsiteX3-5947" fmla="*/ 2545 w 10000"/>
              <a:gd name="connsiteY3-5948" fmla="*/ 2533 h 10000"/>
              <a:gd name="connsiteX4-5949" fmla="*/ 2841 w 10000"/>
              <a:gd name="connsiteY4-5950" fmla="*/ 2533 h 10000"/>
              <a:gd name="connsiteX5-5951" fmla="*/ 3431 w 10000"/>
              <a:gd name="connsiteY5-5952" fmla="*/ 3330 h 10000"/>
              <a:gd name="connsiteX6-5953" fmla="*/ 4083 w 10000"/>
              <a:gd name="connsiteY6-5954" fmla="*/ 3330 h 10000"/>
              <a:gd name="connsiteX7-5955" fmla="*/ 4734 w 10000"/>
              <a:gd name="connsiteY7-5956" fmla="*/ 3330 h 10000"/>
              <a:gd name="connsiteX8-5957" fmla="*/ 5326 w 10000"/>
              <a:gd name="connsiteY8-5958" fmla="*/ 3330 h 10000"/>
              <a:gd name="connsiteX9-5959" fmla="*/ 5977 w 10000"/>
              <a:gd name="connsiteY9-5960" fmla="*/ 3330 h 10000"/>
              <a:gd name="connsiteX10-5961" fmla="*/ 6569 w 10000"/>
              <a:gd name="connsiteY10-5962" fmla="*/ 3330 h 10000"/>
              <a:gd name="connsiteX11-5963" fmla="*/ 7220 w 10000"/>
              <a:gd name="connsiteY11-5964" fmla="*/ 3330 h 10000"/>
              <a:gd name="connsiteX12-5965" fmla="*/ 7811 w 10000"/>
              <a:gd name="connsiteY12-5966" fmla="*/ 3330 h 10000"/>
              <a:gd name="connsiteX13-5967" fmla="*/ 8165 w 10000"/>
              <a:gd name="connsiteY13-5968" fmla="*/ 3330 h 10000"/>
              <a:gd name="connsiteX14-5969" fmla="*/ 8461 w 10000"/>
              <a:gd name="connsiteY14-5970" fmla="*/ 4112 h 10000"/>
              <a:gd name="connsiteX15-5971" fmla="*/ 9053 w 10000"/>
              <a:gd name="connsiteY15-5972" fmla="*/ 5081 h 10000"/>
              <a:gd name="connsiteX16-5973" fmla="*/ 9409 w 10000"/>
              <a:gd name="connsiteY16-5974" fmla="*/ 5870 h 10000"/>
              <a:gd name="connsiteX17-5975" fmla="*/ 9703 w 10000"/>
              <a:gd name="connsiteY17-5976" fmla="*/ 6671 h 10000"/>
              <a:gd name="connsiteX18-5977" fmla="*/ 10000 w 10000"/>
              <a:gd name="connsiteY18-5978" fmla="*/ 7620 h 10000"/>
              <a:gd name="connsiteX19-5979" fmla="*/ 10000 w 10000"/>
              <a:gd name="connsiteY19-5980" fmla="*/ 8417 h 10000"/>
              <a:gd name="connsiteX20-5981" fmla="*/ 10000 w 10000"/>
              <a:gd name="connsiteY20-5982" fmla="*/ 8417 h 10000"/>
              <a:gd name="connsiteX21-5983" fmla="*/ 10000 w 10000"/>
              <a:gd name="connsiteY21-5984" fmla="*/ 8417 h 10000"/>
              <a:gd name="connsiteX22-5985" fmla="*/ 10000 w 10000"/>
              <a:gd name="connsiteY22-5986" fmla="*/ 9207 h 10000"/>
              <a:gd name="connsiteX23-5987" fmla="*/ 9703 w 10000"/>
              <a:gd name="connsiteY23-5988" fmla="*/ 9207 h 10000"/>
              <a:gd name="connsiteX24-5989" fmla="*/ 9703 w 10000"/>
              <a:gd name="connsiteY24-5990" fmla="*/ 9207 h 10000"/>
              <a:gd name="connsiteX25-5991" fmla="*/ 9409 w 10000"/>
              <a:gd name="connsiteY25-5992" fmla="*/ 10000 h 10000"/>
              <a:gd name="connsiteX26-5993" fmla="*/ 9053 w 10000"/>
              <a:gd name="connsiteY26-5994" fmla="*/ 10000 h 10000"/>
              <a:gd name="connsiteX27-5995" fmla="*/ 8461 w 10000"/>
              <a:gd name="connsiteY27-5996" fmla="*/ 10000 h 10000"/>
              <a:gd name="connsiteX28-5997" fmla="*/ 8165 w 10000"/>
              <a:gd name="connsiteY28-5998" fmla="*/ 10000 h 10000"/>
              <a:gd name="connsiteX29-5999" fmla="*/ 7515 w 10000"/>
              <a:gd name="connsiteY29-6000" fmla="*/ 10000 h 10000"/>
              <a:gd name="connsiteX30-6001" fmla="*/ 6569 w 10000"/>
              <a:gd name="connsiteY30-6002" fmla="*/ 10000 h 10000"/>
              <a:gd name="connsiteX31-6003" fmla="*/ 5977 w 10000"/>
              <a:gd name="connsiteY31-6004" fmla="*/ 10000 h 10000"/>
              <a:gd name="connsiteX32-6005" fmla="*/ 5029 w 10000"/>
              <a:gd name="connsiteY32-6006" fmla="*/ 10000 h 10000"/>
              <a:gd name="connsiteX33-6007" fmla="*/ 4083 w 10000"/>
              <a:gd name="connsiteY33-6008" fmla="*/ 10000 h 10000"/>
              <a:gd name="connsiteX34-6009" fmla="*/ 3431 w 10000"/>
              <a:gd name="connsiteY34-6010" fmla="*/ 10000 h 10000"/>
              <a:gd name="connsiteX35-6011" fmla="*/ 2841 w 10000"/>
              <a:gd name="connsiteY35-6012" fmla="*/ 10000 h 10000"/>
              <a:gd name="connsiteX36-6013" fmla="*/ 2189 w 10000"/>
              <a:gd name="connsiteY36-6014" fmla="*/ 10000 h 10000"/>
              <a:gd name="connsiteX37-6015" fmla="*/ 1893 w 10000"/>
              <a:gd name="connsiteY37-6016" fmla="*/ 9207 h 10000"/>
              <a:gd name="connsiteX38-6017" fmla="*/ 1598 w 10000"/>
              <a:gd name="connsiteY38-6018" fmla="*/ 9207 h 10000"/>
              <a:gd name="connsiteX39-6019" fmla="*/ 1244 w 10000"/>
              <a:gd name="connsiteY39-6020" fmla="*/ 8417 h 10000"/>
              <a:gd name="connsiteX40-6021" fmla="*/ 948 w 10000"/>
              <a:gd name="connsiteY40-6022" fmla="*/ 8417 h 10000"/>
              <a:gd name="connsiteX41-6023" fmla="*/ 652 w 10000"/>
              <a:gd name="connsiteY41-6024" fmla="*/ 7620 h 10000"/>
              <a:gd name="connsiteX42-6025" fmla="*/ 355 w 10000"/>
              <a:gd name="connsiteY42-6026" fmla="*/ 7620 h 10000"/>
              <a:gd name="connsiteX43-6027" fmla="*/ 0 w 10000"/>
              <a:gd name="connsiteY43-6028" fmla="*/ 6671 h 10000"/>
              <a:gd name="connsiteX44-6029" fmla="*/ 0 w 10000"/>
              <a:gd name="connsiteY44-6030" fmla="*/ 5081 h 10000"/>
              <a:gd name="connsiteX0-6031" fmla="*/ 1598 w 10000"/>
              <a:gd name="connsiteY0-6032" fmla="*/ 0 h 10000"/>
              <a:gd name="connsiteX1-6033" fmla="*/ 1893 w 10000"/>
              <a:gd name="connsiteY1-6034" fmla="*/ 793 h 10000"/>
              <a:gd name="connsiteX2-6035" fmla="*/ 2545 w 10000"/>
              <a:gd name="connsiteY2-6036" fmla="*/ 2533 h 10000"/>
              <a:gd name="connsiteX3-6037" fmla="*/ 2841 w 10000"/>
              <a:gd name="connsiteY3-6038" fmla="*/ 2533 h 10000"/>
              <a:gd name="connsiteX4-6039" fmla="*/ 3431 w 10000"/>
              <a:gd name="connsiteY4-6040" fmla="*/ 3330 h 10000"/>
              <a:gd name="connsiteX5-6041" fmla="*/ 4083 w 10000"/>
              <a:gd name="connsiteY5-6042" fmla="*/ 3330 h 10000"/>
              <a:gd name="connsiteX6-6043" fmla="*/ 4734 w 10000"/>
              <a:gd name="connsiteY6-6044" fmla="*/ 3330 h 10000"/>
              <a:gd name="connsiteX7-6045" fmla="*/ 5326 w 10000"/>
              <a:gd name="connsiteY7-6046" fmla="*/ 3330 h 10000"/>
              <a:gd name="connsiteX8-6047" fmla="*/ 5977 w 10000"/>
              <a:gd name="connsiteY8-6048" fmla="*/ 3330 h 10000"/>
              <a:gd name="connsiteX9-6049" fmla="*/ 6569 w 10000"/>
              <a:gd name="connsiteY9-6050" fmla="*/ 3330 h 10000"/>
              <a:gd name="connsiteX10-6051" fmla="*/ 7220 w 10000"/>
              <a:gd name="connsiteY10-6052" fmla="*/ 3330 h 10000"/>
              <a:gd name="connsiteX11-6053" fmla="*/ 7811 w 10000"/>
              <a:gd name="connsiteY11-6054" fmla="*/ 3330 h 10000"/>
              <a:gd name="connsiteX12-6055" fmla="*/ 8165 w 10000"/>
              <a:gd name="connsiteY12-6056" fmla="*/ 3330 h 10000"/>
              <a:gd name="connsiteX13-6057" fmla="*/ 8461 w 10000"/>
              <a:gd name="connsiteY13-6058" fmla="*/ 4112 h 10000"/>
              <a:gd name="connsiteX14-6059" fmla="*/ 9053 w 10000"/>
              <a:gd name="connsiteY14-6060" fmla="*/ 5081 h 10000"/>
              <a:gd name="connsiteX15-6061" fmla="*/ 9409 w 10000"/>
              <a:gd name="connsiteY15-6062" fmla="*/ 5870 h 10000"/>
              <a:gd name="connsiteX16-6063" fmla="*/ 9703 w 10000"/>
              <a:gd name="connsiteY16-6064" fmla="*/ 6671 h 10000"/>
              <a:gd name="connsiteX17-6065" fmla="*/ 10000 w 10000"/>
              <a:gd name="connsiteY17-6066" fmla="*/ 7620 h 10000"/>
              <a:gd name="connsiteX18-6067" fmla="*/ 10000 w 10000"/>
              <a:gd name="connsiteY18-6068" fmla="*/ 8417 h 10000"/>
              <a:gd name="connsiteX19-6069" fmla="*/ 10000 w 10000"/>
              <a:gd name="connsiteY19-6070" fmla="*/ 8417 h 10000"/>
              <a:gd name="connsiteX20-6071" fmla="*/ 10000 w 10000"/>
              <a:gd name="connsiteY20-6072" fmla="*/ 8417 h 10000"/>
              <a:gd name="connsiteX21-6073" fmla="*/ 10000 w 10000"/>
              <a:gd name="connsiteY21-6074" fmla="*/ 9207 h 10000"/>
              <a:gd name="connsiteX22-6075" fmla="*/ 9703 w 10000"/>
              <a:gd name="connsiteY22-6076" fmla="*/ 9207 h 10000"/>
              <a:gd name="connsiteX23-6077" fmla="*/ 9703 w 10000"/>
              <a:gd name="connsiteY23-6078" fmla="*/ 9207 h 10000"/>
              <a:gd name="connsiteX24-6079" fmla="*/ 9409 w 10000"/>
              <a:gd name="connsiteY24-6080" fmla="*/ 10000 h 10000"/>
              <a:gd name="connsiteX25-6081" fmla="*/ 9053 w 10000"/>
              <a:gd name="connsiteY25-6082" fmla="*/ 10000 h 10000"/>
              <a:gd name="connsiteX26-6083" fmla="*/ 8461 w 10000"/>
              <a:gd name="connsiteY26-6084" fmla="*/ 10000 h 10000"/>
              <a:gd name="connsiteX27-6085" fmla="*/ 8165 w 10000"/>
              <a:gd name="connsiteY27-6086" fmla="*/ 10000 h 10000"/>
              <a:gd name="connsiteX28-6087" fmla="*/ 7515 w 10000"/>
              <a:gd name="connsiteY28-6088" fmla="*/ 10000 h 10000"/>
              <a:gd name="connsiteX29-6089" fmla="*/ 6569 w 10000"/>
              <a:gd name="connsiteY29-6090" fmla="*/ 10000 h 10000"/>
              <a:gd name="connsiteX30-6091" fmla="*/ 5977 w 10000"/>
              <a:gd name="connsiteY30-6092" fmla="*/ 10000 h 10000"/>
              <a:gd name="connsiteX31-6093" fmla="*/ 5029 w 10000"/>
              <a:gd name="connsiteY31-6094" fmla="*/ 10000 h 10000"/>
              <a:gd name="connsiteX32-6095" fmla="*/ 4083 w 10000"/>
              <a:gd name="connsiteY32-6096" fmla="*/ 10000 h 10000"/>
              <a:gd name="connsiteX33-6097" fmla="*/ 3431 w 10000"/>
              <a:gd name="connsiteY33-6098" fmla="*/ 10000 h 10000"/>
              <a:gd name="connsiteX34-6099" fmla="*/ 2841 w 10000"/>
              <a:gd name="connsiteY34-6100" fmla="*/ 10000 h 10000"/>
              <a:gd name="connsiteX35-6101" fmla="*/ 2189 w 10000"/>
              <a:gd name="connsiteY35-6102" fmla="*/ 10000 h 10000"/>
              <a:gd name="connsiteX36-6103" fmla="*/ 1893 w 10000"/>
              <a:gd name="connsiteY36-6104" fmla="*/ 9207 h 10000"/>
              <a:gd name="connsiteX37-6105" fmla="*/ 1598 w 10000"/>
              <a:gd name="connsiteY37-6106" fmla="*/ 9207 h 10000"/>
              <a:gd name="connsiteX38-6107" fmla="*/ 1244 w 10000"/>
              <a:gd name="connsiteY38-6108" fmla="*/ 8417 h 10000"/>
              <a:gd name="connsiteX39-6109" fmla="*/ 948 w 10000"/>
              <a:gd name="connsiteY39-6110" fmla="*/ 8417 h 10000"/>
              <a:gd name="connsiteX40-6111" fmla="*/ 652 w 10000"/>
              <a:gd name="connsiteY40-6112" fmla="*/ 7620 h 10000"/>
              <a:gd name="connsiteX41-6113" fmla="*/ 355 w 10000"/>
              <a:gd name="connsiteY41-6114" fmla="*/ 7620 h 10000"/>
              <a:gd name="connsiteX42-6115" fmla="*/ 0 w 10000"/>
              <a:gd name="connsiteY42-6116" fmla="*/ 6671 h 10000"/>
              <a:gd name="connsiteX43-6117" fmla="*/ 0 w 10000"/>
              <a:gd name="connsiteY43-6118" fmla="*/ 5081 h 10000"/>
              <a:gd name="connsiteX0-6119" fmla="*/ 1598 w 10000"/>
              <a:gd name="connsiteY0-6120" fmla="*/ 0 h 10000"/>
              <a:gd name="connsiteX1-6121" fmla="*/ 2545 w 10000"/>
              <a:gd name="connsiteY1-6122" fmla="*/ 2533 h 10000"/>
              <a:gd name="connsiteX2-6123" fmla="*/ 2841 w 10000"/>
              <a:gd name="connsiteY2-6124" fmla="*/ 2533 h 10000"/>
              <a:gd name="connsiteX3-6125" fmla="*/ 3431 w 10000"/>
              <a:gd name="connsiteY3-6126" fmla="*/ 3330 h 10000"/>
              <a:gd name="connsiteX4-6127" fmla="*/ 4083 w 10000"/>
              <a:gd name="connsiteY4-6128" fmla="*/ 3330 h 10000"/>
              <a:gd name="connsiteX5-6129" fmla="*/ 4734 w 10000"/>
              <a:gd name="connsiteY5-6130" fmla="*/ 3330 h 10000"/>
              <a:gd name="connsiteX6-6131" fmla="*/ 5326 w 10000"/>
              <a:gd name="connsiteY6-6132" fmla="*/ 3330 h 10000"/>
              <a:gd name="connsiteX7-6133" fmla="*/ 5977 w 10000"/>
              <a:gd name="connsiteY7-6134" fmla="*/ 3330 h 10000"/>
              <a:gd name="connsiteX8-6135" fmla="*/ 6569 w 10000"/>
              <a:gd name="connsiteY8-6136" fmla="*/ 3330 h 10000"/>
              <a:gd name="connsiteX9-6137" fmla="*/ 7220 w 10000"/>
              <a:gd name="connsiteY9-6138" fmla="*/ 3330 h 10000"/>
              <a:gd name="connsiteX10-6139" fmla="*/ 7811 w 10000"/>
              <a:gd name="connsiteY10-6140" fmla="*/ 3330 h 10000"/>
              <a:gd name="connsiteX11-6141" fmla="*/ 8165 w 10000"/>
              <a:gd name="connsiteY11-6142" fmla="*/ 3330 h 10000"/>
              <a:gd name="connsiteX12-6143" fmla="*/ 8461 w 10000"/>
              <a:gd name="connsiteY12-6144" fmla="*/ 4112 h 10000"/>
              <a:gd name="connsiteX13-6145" fmla="*/ 9053 w 10000"/>
              <a:gd name="connsiteY13-6146" fmla="*/ 5081 h 10000"/>
              <a:gd name="connsiteX14-6147" fmla="*/ 9409 w 10000"/>
              <a:gd name="connsiteY14-6148" fmla="*/ 5870 h 10000"/>
              <a:gd name="connsiteX15-6149" fmla="*/ 9703 w 10000"/>
              <a:gd name="connsiteY15-6150" fmla="*/ 6671 h 10000"/>
              <a:gd name="connsiteX16-6151" fmla="*/ 10000 w 10000"/>
              <a:gd name="connsiteY16-6152" fmla="*/ 7620 h 10000"/>
              <a:gd name="connsiteX17-6153" fmla="*/ 10000 w 10000"/>
              <a:gd name="connsiteY17-6154" fmla="*/ 8417 h 10000"/>
              <a:gd name="connsiteX18-6155" fmla="*/ 10000 w 10000"/>
              <a:gd name="connsiteY18-6156" fmla="*/ 8417 h 10000"/>
              <a:gd name="connsiteX19-6157" fmla="*/ 10000 w 10000"/>
              <a:gd name="connsiteY19-6158" fmla="*/ 8417 h 10000"/>
              <a:gd name="connsiteX20-6159" fmla="*/ 10000 w 10000"/>
              <a:gd name="connsiteY20-6160" fmla="*/ 9207 h 10000"/>
              <a:gd name="connsiteX21-6161" fmla="*/ 9703 w 10000"/>
              <a:gd name="connsiteY21-6162" fmla="*/ 9207 h 10000"/>
              <a:gd name="connsiteX22-6163" fmla="*/ 9703 w 10000"/>
              <a:gd name="connsiteY22-6164" fmla="*/ 9207 h 10000"/>
              <a:gd name="connsiteX23-6165" fmla="*/ 9409 w 10000"/>
              <a:gd name="connsiteY23-6166" fmla="*/ 10000 h 10000"/>
              <a:gd name="connsiteX24-6167" fmla="*/ 9053 w 10000"/>
              <a:gd name="connsiteY24-6168" fmla="*/ 10000 h 10000"/>
              <a:gd name="connsiteX25-6169" fmla="*/ 8461 w 10000"/>
              <a:gd name="connsiteY25-6170" fmla="*/ 10000 h 10000"/>
              <a:gd name="connsiteX26-6171" fmla="*/ 8165 w 10000"/>
              <a:gd name="connsiteY26-6172" fmla="*/ 10000 h 10000"/>
              <a:gd name="connsiteX27-6173" fmla="*/ 7515 w 10000"/>
              <a:gd name="connsiteY27-6174" fmla="*/ 10000 h 10000"/>
              <a:gd name="connsiteX28-6175" fmla="*/ 6569 w 10000"/>
              <a:gd name="connsiteY28-6176" fmla="*/ 10000 h 10000"/>
              <a:gd name="connsiteX29-6177" fmla="*/ 5977 w 10000"/>
              <a:gd name="connsiteY29-6178" fmla="*/ 10000 h 10000"/>
              <a:gd name="connsiteX30-6179" fmla="*/ 5029 w 10000"/>
              <a:gd name="connsiteY30-6180" fmla="*/ 10000 h 10000"/>
              <a:gd name="connsiteX31-6181" fmla="*/ 4083 w 10000"/>
              <a:gd name="connsiteY31-6182" fmla="*/ 10000 h 10000"/>
              <a:gd name="connsiteX32-6183" fmla="*/ 3431 w 10000"/>
              <a:gd name="connsiteY32-6184" fmla="*/ 10000 h 10000"/>
              <a:gd name="connsiteX33-6185" fmla="*/ 2841 w 10000"/>
              <a:gd name="connsiteY33-6186" fmla="*/ 10000 h 10000"/>
              <a:gd name="connsiteX34-6187" fmla="*/ 2189 w 10000"/>
              <a:gd name="connsiteY34-6188" fmla="*/ 10000 h 10000"/>
              <a:gd name="connsiteX35-6189" fmla="*/ 1893 w 10000"/>
              <a:gd name="connsiteY35-6190" fmla="*/ 9207 h 10000"/>
              <a:gd name="connsiteX36-6191" fmla="*/ 1598 w 10000"/>
              <a:gd name="connsiteY36-6192" fmla="*/ 9207 h 10000"/>
              <a:gd name="connsiteX37-6193" fmla="*/ 1244 w 10000"/>
              <a:gd name="connsiteY37-6194" fmla="*/ 8417 h 10000"/>
              <a:gd name="connsiteX38-6195" fmla="*/ 948 w 10000"/>
              <a:gd name="connsiteY38-6196" fmla="*/ 8417 h 10000"/>
              <a:gd name="connsiteX39-6197" fmla="*/ 652 w 10000"/>
              <a:gd name="connsiteY39-6198" fmla="*/ 7620 h 10000"/>
              <a:gd name="connsiteX40-6199" fmla="*/ 355 w 10000"/>
              <a:gd name="connsiteY40-6200" fmla="*/ 7620 h 10000"/>
              <a:gd name="connsiteX41-6201" fmla="*/ 0 w 10000"/>
              <a:gd name="connsiteY41-6202" fmla="*/ 6671 h 10000"/>
              <a:gd name="connsiteX42-6203" fmla="*/ 0 w 10000"/>
              <a:gd name="connsiteY42-6204" fmla="*/ 5081 h 10000"/>
              <a:gd name="connsiteX0-6205" fmla="*/ 2545 w 10000"/>
              <a:gd name="connsiteY0-6206" fmla="*/ 0 h 7467"/>
              <a:gd name="connsiteX1-6207" fmla="*/ 2841 w 10000"/>
              <a:gd name="connsiteY1-6208" fmla="*/ 0 h 7467"/>
              <a:gd name="connsiteX2-6209" fmla="*/ 3431 w 10000"/>
              <a:gd name="connsiteY2-6210" fmla="*/ 797 h 7467"/>
              <a:gd name="connsiteX3-6211" fmla="*/ 4083 w 10000"/>
              <a:gd name="connsiteY3-6212" fmla="*/ 797 h 7467"/>
              <a:gd name="connsiteX4-6213" fmla="*/ 4734 w 10000"/>
              <a:gd name="connsiteY4-6214" fmla="*/ 797 h 7467"/>
              <a:gd name="connsiteX5-6215" fmla="*/ 5326 w 10000"/>
              <a:gd name="connsiteY5-6216" fmla="*/ 797 h 7467"/>
              <a:gd name="connsiteX6-6217" fmla="*/ 5977 w 10000"/>
              <a:gd name="connsiteY6-6218" fmla="*/ 797 h 7467"/>
              <a:gd name="connsiteX7-6219" fmla="*/ 6569 w 10000"/>
              <a:gd name="connsiteY7-6220" fmla="*/ 797 h 7467"/>
              <a:gd name="connsiteX8-6221" fmla="*/ 7220 w 10000"/>
              <a:gd name="connsiteY8-6222" fmla="*/ 797 h 7467"/>
              <a:gd name="connsiteX9-6223" fmla="*/ 7811 w 10000"/>
              <a:gd name="connsiteY9-6224" fmla="*/ 797 h 7467"/>
              <a:gd name="connsiteX10-6225" fmla="*/ 8165 w 10000"/>
              <a:gd name="connsiteY10-6226" fmla="*/ 797 h 7467"/>
              <a:gd name="connsiteX11-6227" fmla="*/ 8461 w 10000"/>
              <a:gd name="connsiteY11-6228" fmla="*/ 1579 h 7467"/>
              <a:gd name="connsiteX12-6229" fmla="*/ 9053 w 10000"/>
              <a:gd name="connsiteY12-6230" fmla="*/ 2548 h 7467"/>
              <a:gd name="connsiteX13-6231" fmla="*/ 9409 w 10000"/>
              <a:gd name="connsiteY13-6232" fmla="*/ 3337 h 7467"/>
              <a:gd name="connsiteX14-6233" fmla="*/ 9703 w 10000"/>
              <a:gd name="connsiteY14-6234" fmla="*/ 4138 h 7467"/>
              <a:gd name="connsiteX15-6235" fmla="*/ 10000 w 10000"/>
              <a:gd name="connsiteY15-6236" fmla="*/ 5087 h 7467"/>
              <a:gd name="connsiteX16-6237" fmla="*/ 10000 w 10000"/>
              <a:gd name="connsiteY16-6238" fmla="*/ 5884 h 7467"/>
              <a:gd name="connsiteX17-6239" fmla="*/ 10000 w 10000"/>
              <a:gd name="connsiteY17-6240" fmla="*/ 5884 h 7467"/>
              <a:gd name="connsiteX18-6241" fmla="*/ 10000 w 10000"/>
              <a:gd name="connsiteY18-6242" fmla="*/ 5884 h 7467"/>
              <a:gd name="connsiteX19-6243" fmla="*/ 10000 w 10000"/>
              <a:gd name="connsiteY19-6244" fmla="*/ 6674 h 7467"/>
              <a:gd name="connsiteX20-6245" fmla="*/ 9703 w 10000"/>
              <a:gd name="connsiteY20-6246" fmla="*/ 6674 h 7467"/>
              <a:gd name="connsiteX21-6247" fmla="*/ 9703 w 10000"/>
              <a:gd name="connsiteY21-6248" fmla="*/ 6674 h 7467"/>
              <a:gd name="connsiteX22-6249" fmla="*/ 9409 w 10000"/>
              <a:gd name="connsiteY22-6250" fmla="*/ 7467 h 7467"/>
              <a:gd name="connsiteX23-6251" fmla="*/ 9053 w 10000"/>
              <a:gd name="connsiteY23-6252" fmla="*/ 7467 h 7467"/>
              <a:gd name="connsiteX24-6253" fmla="*/ 8461 w 10000"/>
              <a:gd name="connsiteY24-6254" fmla="*/ 7467 h 7467"/>
              <a:gd name="connsiteX25-6255" fmla="*/ 8165 w 10000"/>
              <a:gd name="connsiteY25-6256" fmla="*/ 7467 h 7467"/>
              <a:gd name="connsiteX26-6257" fmla="*/ 7515 w 10000"/>
              <a:gd name="connsiteY26-6258" fmla="*/ 7467 h 7467"/>
              <a:gd name="connsiteX27-6259" fmla="*/ 6569 w 10000"/>
              <a:gd name="connsiteY27-6260" fmla="*/ 7467 h 7467"/>
              <a:gd name="connsiteX28-6261" fmla="*/ 5977 w 10000"/>
              <a:gd name="connsiteY28-6262" fmla="*/ 7467 h 7467"/>
              <a:gd name="connsiteX29-6263" fmla="*/ 5029 w 10000"/>
              <a:gd name="connsiteY29-6264" fmla="*/ 7467 h 7467"/>
              <a:gd name="connsiteX30-6265" fmla="*/ 4083 w 10000"/>
              <a:gd name="connsiteY30-6266" fmla="*/ 7467 h 7467"/>
              <a:gd name="connsiteX31-6267" fmla="*/ 3431 w 10000"/>
              <a:gd name="connsiteY31-6268" fmla="*/ 7467 h 7467"/>
              <a:gd name="connsiteX32-6269" fmla="*/ 2841 w 10000"/>
              <a:gd name="connsiteY32-6270" fmla="*/ 7467 h 7467"/>
              <a:gd name="connsiteX33-6271" fmla="*/ 2189 w 10000"/>
              <a:gd name="connsiteY33-6272" fmla="*/ 7467 h 7467"/>
              <a:gd name="connsiteX34-6273" fmla="*/ 1893 w 10000"/>
              <a:gd name="connsiteY34-6274" fmla="*/ 6674 h 7467"/>
              <a:gd name="connsiteX35-6275" fmla="*/ 1598 w 10000"/>
              <a:gd name="connsiteY35-6276" fmla="*/ 6674 h 7467"/>
              <a:gd name="connsiteX36-6277" fmla="*/ 1244 w 10000"/>
              <a:gd name="connsiteY36-6278" fmla="*/ 5884 h 7467"/>
              <a:gd name="connsiteX37-6279" fmla="*/ 948 w 10000"/>
              <a:gd name="connsiteY37-6280" fmla="*/ 5884 h 7467"/>
              <a:gd name="connsiteX38-6281" fmla="*/ 652 w 10000"/>
              <a:gd name="connsiteY38-6282" fmla="*/ 5087 h 7467"/>
              <a:gd name="connsiteX39-6283" fmla="*/ 355 w 10000"/>
              <a:gd name="connsiteY39-6284" fmla="*/ 5087 h 7467"/>
              <a:gd name="connsiteX40-6285" fmla="*/ 0 w 10000"/>
              <a:gd name="connsiteY40-6286" fmla="*/ 4138 h 7467"/>
              <a:gd name="connsiteX41-6287" fmla="*/ 0 w 10000"/>
              <a:gd name="connsiteY41-6288" fmla="*/ 2548 h 7467"/>
              <a:gd name="connsiteX0-6289" fmla="*/ 2545 w 10000"/>
              <a:gd name="connsiteY0-6290" fmla="*/ 0 h 10000"/>
              <a:gd name="connsiteX1-6291" fmla="*/ 2841 w 10000"/>
              <a:gd name="connsiteY1-6292" fmla="*/ 0 h 10000"/>
              <a:gd name="connsiteX2-6293" fmla="*/ 3431 w 10000"/>
              <a:gd name="connsiteY2-6294" fmla="*/ 1067 h 10000"/>
              <a:gd name="connsiteX3-6295" fmla="*/ 4083 w 10000"/>
              <a:gd name="connsiteY3-6296" fmla="*/ 1067 h 10000"/>
              <a:gd name="connsiteX4-6297" fmla="*/ 4734 w 10000"/>
              <a:gd name="connsiteY4-6298" fmla="*/ 1067 h 10000"/>
              <a:gd name="connsiteX5-6299" fmla="*/ 5326 w 10000"/>
              <a:gd name="connsiteY5-6300" fmla="*/ 1067 h 10000"/>
              <a:gd name="connsiteX6-6301" fmla="*/ 5977 w 10000"/>
              <a:gd name="connsiteY6-6302" fmla="*/ 1067 h 10000"/>
              <a:gd name="connsiteX7-6303" fmla="*/ 6569 w 10000"/>
              <a:gd name="connsiteY7-6304" fmla="*/ 1067 h 10000"/>
              <a:gd name="connsiteX8-6305" fmla="*/ 7220 w 10000"/>
              <a:gd name="connsiteY8-6306" fmla="*/ 1067 h 10000"/>
              <a:gd name="connsiteX9-6307" fmla="*/ 7811 w 10000"/>
              <a:gd name="connsiteY9-6308" fmla="*/ 1067 h 10000"/>
              <a:gd name="connsiteX10-6309" fmla="*/ 8165 w 10000"/>
              <a:gd name="connsiteY10-6310" fmla="*/ 1067 h 10000"/>
              <a:gd name="connsiteX11-6311" fmla="*/ 8461 w 10000"/>
              <a:gd name="connsiteY11-6312" fmla="*/ 2115 h 10000"/>
              <a:gd name="connsiteX12-6313" fmla="*/ 9053 w 10000"/>
              <a:gd name="connsiteY12-6314" fmla="*/ 3412 h 10000"/>
              <a:gd name="connsiteX13-6315" fmla="*/ 9409 w 10000"/>
              <a:gd name="connsiteY13-6316" fmla="*/ 4469 h 10000"/>
              <a:gd name="connsiteX14-6317" fmla="*/ 9703 w 10000"/>
              <a:gd name="connsiteY14-6318" fmla="*/ 5542 h 10000"/>
              <a:gd name="connsiteX15-6319" fmla="*/ 10000 w 10000"/>
              <a:gd name="connsiteY15-6320" fmla="*/ 6813 h 10000"/>
              <a:gd name="connsiteX16-6321" fmla="*/ 10000 w 10000"/>
              <a:gd name="connsiteY16-6322" fmla="*/ 7880 h 10000"/>
              <a:gd name="connsiteX17-6323" fmla="*/ 10000 w 10000"/>
              <a:gd name="connsiteY17-6324" fmla="*/ 7880 h 10000"/>
              <a:gd name="connsiteX18-6325" fmla="*/ 10000 w 10000"/>
              <a:gd name="connsiteY18-6326" fmla="*/ 7880 h 10000"/>
              <a:gd name="connsiteX19-6327" fmla="*/ 10000 w 10000"/>
              <a:gd name="connsiteY19-6328" fmla="*/ 8938 h 10000"/>
              <a:gd name="connsiteX20-6329" fmla="*/ 9703 w 10000"/>
              <a:gd name="connsiteY20-6330" fmla="*/ 8938 h 10000"/>
              <a:gd name="connsiteX21-6331" fmla="*/ 9703 w 10000"/>
              <a:gd name="connsiteY21-6332" fmla="*/ 8938 h 10000"/>
              <a:gd name="connsiteX22-6333" fmla="*/ 9409 w 10000"/>
              <a:gd name="connsiteY22-6334" fmla="*/ 10000 h 10000"/>
              <a:gd name="connsiteX23-6335" fmla="*/ 9053 w 10000"/>
              <a:gd name="connsiteY23-6336" fmla="*/ 10000 h 10000"/>
              <a:gd name="connsiteX24-6337" fmla="*/ 8461 w 10000"/>
              <a:gd name="connsiteY24-6338" fmla="*/ 10000 h 10000"/>
              <a:gd name="connsiteX25-6339" fmla="*/ 8165 w 10000"/>
              <a:gd name="connsiteY25-6340" fmla="*/ 10000 h 10000"/>
              <a:gd name="connsiteX26-6341" fmla="*/ 7515 w 10000"/>
              <a:gd name="connsiteY26-6342" fmla="*/ 10000 h 10000"/>
              <a:gd name="connsiteX27-6343" fmla="*/ 6569 w 10000"/>
              <a:gd name="connsiteY27-6344" fmla="*/ 10000 h 10000"/>
              <a:gd name="connsiteX28-6345" fmla="*/ 5977 w 10000"/>
              <a:gd name="connsiteY28-6346" fmla="*/ 10000 h 10000"/>
              <a:gd name="connsiteX29-6347" fmla="*/ 5029 w 10000"/>
              <a:gd name="connsiteY29-6348" fmla="*/ 10000 h 10000"/>
              <a:gd name="connsiteX30-6349" fmla="*/ 4083 w 10000"/>
              <a:gd name="connsiteY30-6350" fmla="*/ 10000 h 10000"/>
              <a:gd name="connsiteX31-6351" fmla="*/ 3431 w 10000"/>
              <a:gd name="connsiteY31-6352" fmla="*/ 10000 h 10000"/>
              <a:gd name="connsiteX32-6353" fmla="*/ 2841 w 10000"/>
              <a:gd name="connsiteY32-6354" fmla="*/ 10000 h 10000"/>
              <a:gd name="connsiteX33-6355" fmla="*/ 2189 w 10000"/>
              <a:gd name="connsiteY33-6356" fmla="*/ 10000 h 10000"/>
              <a:gd name="connsiteX34-6357" fmla="*/ 1893 w 10000"/>
              <a:gd name="connsiteY34-6358" fmla="*/ 8938 h 10000"/>
              <a:gd name="connsiteX35-6359" fmla="*/ 1598 w 10000"/>
              <a:gd name="connsiteY35-6360" fmla="*/ 8938 h 10000"/>
              <a:gd name="connsiteX36-6361" fmla="*/ 1244 w 10000"/>
              <a:gd name="connsiteY36-6362" fmla="*/ 7880 h 10000"/>
              <a:gd name="connsiteX37-6363" fmla="*/ 948 w 10000"/>
              <a:gd name="connsiteY37-6364" fmla="*/ 7880 h 10000"/>
              <a:gd name="connsiteX38-6365" fmla="*/ 652 w 10000"/>
              <a:gd name="connsiteY38-6366" fmla="*/ 6813 h 10000"/>
              <a:gd name="connsiteX39-6367" fmla="*/ 355 w 10000"/>
              <a:gd name="connsiteY39-6368" fmla="*/ 6813 h 10000"/>
              <a:gd name="connsiteX40-6369" fmla="*/ 0 w 10000"/>
              <a:gd name="connsiteY40-6370" fmla="*/ 5542 h 10000"/>
              <a:gd name="connsiteX0-6371" fmla="*/ 2190 w 9645"/>
              <a:gd name="connsiteY0-6372" fmla="*/ 0 h 10000"/>
              <a:gd name="connsiteX1-6373" fmla="*/ 2486 w 9645"/>
              <a:gd name="connsiteY1-6374" fmla="*/ 0 h 10000"/>
              <a:gd name="connsiteX2-6375" fmla="*/ 3076 w 9645"/>
              <a:gd name="connsiteY2-6376" fmla="*/ 1067 h 10000"/>
              <a:gd name="connsiteX3-6377" fmla="*/ 3728 w 9645"/>
              <a:gd name="connsiteY3-6378" fmla="*/ 1067 h 10000"/>
              <a:gd name="connsiteX4-6379" fmla="*/ 4379 w 9645"/>
              <a:gd name="connsiteY4-6380" fmla="*/ 1067 h 10000"/>
              <a:gd name="connsiteX5-6381" fmla="*/ 4971 w 9645"/>
              <a:gd name="connsiteY5-6382" fmla="*/ 1067 h 10000"/>
              <a:gd name="connsiteX6-6383" fmla="*/ 5622 w 9645"/>
              <a:gd name="connsiteY6-6384" fmla="*/ 1067 h 10000"/>
              <a:gd name="connsiteX7-6385" fmla="*/ 6214 w 9645"/>
              <a:gd name="connsiteY7-6386" fmla="*/ 1067 h 10000"/>
              <a:gd name="connsiteX8-6387" fmla="*/ 6865 w 9645"/>
              <a:gd name="connsiteY8-6388" fmla="*/ 1067 h 10000"/>
              <a:gd name="connsiteX9-6389" fmla="*/ 7456 w 9645"/>
              <a:gd name="connsiteY9-6390" fmla="*/ 1067 h 10000"/>
              <a:gd name="connsiteX10-6391" fmla="*/ 7810 w 9645"/>
              <a:gd name="connsiteY10-6392" fmla="*/ 1067 h 10000"/>
              <a:gd name="connsiteX11-6393" fmla="*/ 8106 w 9645"/>
              <a:gd name="connsiteY11-6394" fmla="*/ 2115 h 10000"/>
              <a:gd name="connsiteX12-6395" fmla="*/ 8698 w 9645"/>
              <a:gd name="connsiteY12-6396" fmla="*/ 3412 h 10000"/>
              <a:gd name="connsiteX13-6397" fmla="*/ 9054 w 9645"/>
              <a:gd name="connsiteY13-6398" fmla="*/ 4469 h 10000"/>
              <a:gd name="connsiteX14-6399" fmla="*/ 9348 w 9645"/>
              <a:gd name="connsiteY14-6400" fmla="*/ 5542 h 10000"/>
              <a:gd name="connsiteX15-6401" fmla="*/ 9645 w 9645"/>
              <a:gd name="connsiteY15-6402" fmla="*/ 6813 h 10000"/>
              <a:gd name="connsiteX16-6403" fmla="*/ 9645 w 9645"/>
              <a:gd name="connsiteY16-6404" fmla="*/ 7880 h 10000"/>
              <a:gd name="connsiteX17-6405" fmla="*/ 9645 w 9645"/>
              <a:gd name="connsiteY17-6406" fmla="*/ 7880 h 10000"/>
              <a:gd name="connsiteX18-6407" fmla="*/ 9645 w 9645"/>
              <a:gd name="connsiteY18-6408" fmla="*/ 7880 h 10000"/>
              <a:gd name="connsiteX19-6409" fmla="*/ 9645 w 9645"/>
              <a:gd name="connsiteY19-6410" fmla="*/ 8938 h 10000"/>
              <a:gd name="connsiteX20-6411" fmla="*/ 9348 w 9645"/>
              <a:gd name="connsiteY20-6412" fmla="*/ 8938 h 10000"/>
              <a:gd name="connsiteX21-6413" fmla="*/ 9348 w 9645"/>
              <a:gd name="connsiteY21-6414" fmla="*/ 8938 h 10000"/>
              <a:gd name="connsiteX22-6415" fmla="*/ 9054 w 9645"/>
              <a:gd name="connsiteY22-6416" fmla="*/ 10000 h 10000"/>
              <a:gd name="connsiteX23-6417" fmla="*/ 8698 w 9645"/>
              <a:gd name="connsiteY23-6418" fmla="*/ 10000 h 10000"/>
              <a:gd name="connsiteX24-6419" fmla="*/ 8106 w 9645"/>
              <a:gd name="connsiteY24-6420" fmla="*/ 10000 h 10000"/>
              <a:gd name="connsiteX25-6421" fmla="*/ 7810 w 9645"/>
              <a:gd name="connsiteY25-6422" fmla="*/ 10000 h 10000"/>
              <a:gd name="connsiteX26-6423" fmla="*/ 7160 w 9645"/>
              <a:gd name="connsiteY26-6424" fmla="*/ 10000 h 10000"/>
              <a:gd name="connsiteX27-6425" fmla="*/ 6214 w 9645"/>
              <a:gd name="connsiteY27-6426" fmla="*/ 10000 h 10000"/>
              <a:gd name="connsiteX28-6427" fmla="*/ 5622 w 9645"/>
              <a:gd name="connsiteY28-6428" fmla="*/ 10000 h 10000"/>
              <a:gd name="connsiteX29-6429" fmla="*/ 4674 w 9645"/>
              <a:gd name="connsiteY29-6430" fmla="*/ 10000 h 10000"/>
              <a:gd name="connsiteX30-6431" fmla="*/ 3728 w 9645"/>
              <a:gd name="connsiteY30-6432" fmla="*/ 10000 h 10000"/>
              <a:gd name="connsiteX31-6433" fmla="*/ 3076 w 9645"/>
              <a:gd name="connsiteY31-6434" fmla="*/ 10000 h 10000"/>
              <a:gd name="connsiteX32-6435" fmla="*/ 2486 w 9645"/>
              <a:gd name="connsiteY32-6436" fmla="*/ 10000 h 10000"/>
              <a:gd name="connsiteX33-6437" fmla="*/ 1834 w 9645"/>
              <a:gd name="connsiteY33-6438" fmla="*/ 10000 h 10000"/>
              <a:gd name="connsiteX34-6439" fmla="*/ 1538 w 9645"/>
              <a:gd name="connsiteY34-6440" fmla="*/ 8938 h 10000"/>
              <a:gd name="connsiteX35-6441" fmla="*/ 1243 w 9645"/>
              <a:gd name="connsiteY35-6442" fmla="*/ 8938 h 10000"/>
              <a:gd name="connsiteX36-6443" fmla="*/ 889 w 9645"/>
              <a:gd name="connsiteY36-6444" fmla="*/ 7880 h 10000"/>
              <a:gd name="connsiteX37-6445" fmla="*/ 593 w 9645"/>
              <a:gd name="connsiteY37-6446" fmla="*/ 7880 h 10000"/>
              <a:gd name="connsiteX38-6447" fmla="*/ 297 w 9645"/>
              <a:gd name="connsiteY38-6448" fmla="*/ 6813 h 10000"/>
              <a:gd name="connsiteX39-6449" fmla="*/ 0 w 9645"/>
              <a:gd name="connsiteY39-6450" fmla="*/ 6813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</a:cxnLst>
            <a:rect l="l" t="t" r="r" b="b"/>
            <a:pathLst>
              <a:path w="9645" h="10000">
                <a:moveTo>
                  <a:pt x="2190" y="0"/>
                </a:moveTo>
                <a:lnTo>
                  <a:pt x="2486" y="0"/>
                </a:lnTo>
                <a:lnTo>
                  <a:pt x="3076" y="1067"/>
                </a:lnTo>
                <a:lnTo>
                  <a:pt x="3728" y="1067"/>
                </a:lnTo>
                <a:lnTo>
                  <a:pt x="4379" y="1067"/>
                </a:lnTo>
                <a:lnTo>
                  <a:pt x="4971" y="1067"/>
                </a:lnTo>
                <a:lnTo>
                  <a:pt x="5622" y="1067"/>
                </a:lnTo>
                <a:lnTo>
                  <a:pt x="6214" y="1067"/>
                </a:lnTo>
                <a:lnTo>
                  <a:pt x="6865" y="1067"/>
                </a:lnTo>
                <a:lnTo>
                  <a:pt x="7456" y="1067"/>
                </a:lnTo>
                <a:lnTo>
                  <a:pt x="7810" y="1067"/>
                </a:lnTo>
                <a:cubicBezTo>
                  <a:pt x="7909" y="1416"/>
                  <a:pt x="8007" y="1766"/>
                  <a:pt x="8106" y="2115"/>
                </a:cubicBezTo>
                <a:lnTo>
                  <a:pt x="8698" y="3412"/>
                </a:lnTo>
                <a:cubicBezTo>
                  <a:pt x="8817" y="3764"/>
                  <a:pt x="8935" y="4117"/>
                  <a:pt x="9054" y="4469"/>
                </a:cubicBezTo>
                <a:cubicBezTo>
                  <a:pt x="9153" y="4827"/>
                  <a:pt x="9250" y="5184"/>
                  <a:pt x="9348" y="5542"/>
                </a:cubicBezTo>
                <a:lnTo>
                  <a:pt x="9645" y="6813"/>
                </a:lnTo>
                <a:lnTo>
                  <a:pt x="9645" y="7880"/>
                </a:lnTo>
                <a:lnTo>
                  <a:pt x="9645" y="7880"/>
                </a:lnTo>
                <a:lnTo>
                  <a:pt x="9645" y="7880"/>
                </a:lnTo>
                <a:lnTo>
                  <a:pt x="9645" y="8938"/>
                </a:lnTo>
                <a:lnTo>
                  <a:pt x="9348" y="8938"/>
                </a:lnTo>
                <a:lnTo>
                  <a:pt x="9348" y="8938"/>
                </a:lnTo>
                <a:cubicBezTo>
                  <a:pt x="9250" y="9292"/>
                  <a:pt x="9153" y="9646"/>
                  <a:pt x="9054" y="10000"/>
                </a:cubicBezTo>
                <a:lnTo>
                  <a:pt x="8698" y="10000"/>
                </a:lnTo>
                <a:lnTo>
                  <a:pt x="8106" y="10000"/>
                </a:lnTo>
                <a:lnTo>
                  <a:pt x="7810" y="10000"/>
                </a:lnTo>
                <a:lnTo>
                  <a:pt x="7160" y="10000"/>
                </a:lnTo>
                <a:lnTo>
                  <a:pt x="6214" y="10000"/>
                </a:lnTo>
                <a:lnTo>
                  <a:pt x="5622" y="10000"/>
                </a:lnTo>
                <a:lnTo>
                  <a:pt x="4674" y="10000"/>
                </a:lnTo>
                <a:lnTo>
                  <a:pt x="3728" y="10000"/>
                </a:lnTo>
                <a:lnTo>
                  <a:pt x="3076" y="10000"/>
                </a:lnTo>
                <a:lnTo>
                  <a:pt x="2486" y="10000"/>
                </a:lnTo>
                <a:lnTo>
                  <a:pt x="1834" y="10000"/>
                </a:lnTo>
                <a:cubicBezTo>
                  <a:pt x="1735" y="9646"/>
                  <a:pt x="1637" y="9292"/>
                  <a:pt x="1538" y="8938"/>
                </a:cubicBezTo>
                <a:lnTo>
                  <a:pt x="1243" y="8938"/>
                </a:lnTo>
                <a:lnTo>
                  <a:pt x="889" y="7880"/>
                </a:lnTo>
                <a:lnTo>
                  <a:pt x="593" y="7880"/>
                </a:lnTo>
                <a:cubicBezTo>
                  <a:pt x="494" y="7524"/>
                  <a:pt x="395" y="7169"/>
                  <a:pt x="297" y="6813"/>
                </a:cubicBezTo>
                <a:lnTo>
                  <a:pt x="0" y="6813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27" name="Freeform 43"/>
          <p:cNvSpPr/>
          <p:nvPr/>
        </p:nvSpPr>
        <p:spPr bwMode="auto">
          <a:xfrm>
            <a:off x="9590088" y="3175000"/>
            <a:ext cx="107950" cy="603250"/>
          </a:xfrm>
          <a:custGeom>
            <a:avLst/>
            <a:gdLst>
              <a:gd name="connsiteX0" fmla="*/ 2283 w 10000"/>
              <a:gd name="connsiteY0" fmla="*/ 8385 h 10000"/>
              <a:gd name="connsiteX1" fmla="*/ 2554 w 10000"/>
              <a:gd name="connsiteY1" fmla="*/ 8513 h 10000"/>
              <a:gd name="connsiteX2" fmla="*/ 2826 w 10000"/>
              <a:gd name="connsiteY2" fmla="*/ 8667 h 10000"/>
              <a:gd name="connsiteX3" fmla="*/ 3152 w 10000"/>
              <a:gd name="connsiteY3" fmla="*/ 8795 h 10000"/>
              <a:gd name="connsiteX4" fmla="*/ 3424 w 10000"/>
              <a:gd name="connsiteY4" fmla="*/ 8795 h 10000"/>
              <a:gd name="connsiteX5" fmla="*/ 3967 w 10000"/>
              <a:gd name="connsiteY5" fmla="*/ 8923 h 10000"/>
              <a:gd name="connsiteX6" fmla="*/ 4565 w 10000"/>
              <a:gd name="connsiteY6" fmla="*/ 8923 h 10000"/>
              <a:gd name="connsiteX7" fmla="*/ 5163 w 10000"/>
              <a:gd name="connsiteY7" fmla="*/ 8923 h 10000"/>
              <a:gd name="connsiteX8" fmla="*/ 5707 w 10000"/>
              <a:gd name="connsiteY8" fmla="*/ 8923 h 10000"/>
              <a:gd name="connsiteX9" fmla="*/ 6304 w 10000"/>
              <a:gd name="connsiteY9" fmla="*/ 8923 h 10000"/>
              <a:gd name="connsiteX10" fmla="*/ 6848 w 10000"/>
              <a:gd name="connsiteY10" fmla="*/ 8923 h 10000"/>
              <a:gd name="connsiteX11" fmla="*/ 7446 w 10000"/>
              <a:gd name="connsiteY11" fmla="*/ 8923 h 10000"/>
              <a:gd name="connsiteX12" fmla="*/ 7989 w 10000"/>
              <a:gd name="connsiteY12" fmla="*/ 8923 h 10000"/>
              <a:gd name="connsiteX13" fmla="*/ 8315 w 10000"/>
              <a:gd name="connsiteY13" fmla="*/ 8923 h 10000"/>
              <a:gd name="connsiteX14" fmla="*/ 8587 w 10000"/>
              <a:gd name="connsiteY14" fmla="*/ 9051 h 10000"/>
              <a:gd name="connsiteX15" fmla="*/ 9130 w 10000"/>
              <a:gd name="connsiteY15" fmla="*/ 9205 h 10000"/>
              <a:gd name="connsiteX16" fmla="*/ 9457 w 10000"/>
              <a:gd name="connsiteY16" fmla="*/ 9333 h 10000"/>
              <a:gd name="connsiteX17" fmla="*/ 9728 w 10000"/>
              <a:gd name="connsiteY17" fmla="*/ 9462 h 10000"/>
              <a:gd name="connsiteX18" fmla="*/ 10000 w 10000"/>
              <a:gd name="connsiteY18" fmla="*/ 9615 h 10000"/>
              <a:gd name="connsiteX19" fmla="*/ 10000 w 10000"/>
              <a:gd name="connsiteY19" fmla="*/ 9744 h 10000"/>
              <a:gd name="connsiteX20" fmla="*/ 10000 w 10000"/>
              <a:gd name="connsiteY20" fmla="*/ 9744 h 10000"/>
              <a:gd name="connsiteX21" fmla="*/ 10000 w 10000"/>
              <a:gd name="connsiteY21" fmla="*/ 9744 h 10000"/>
              <a:gd name="connsiteX22" fmla="*/ 10000 w 10000"/>
              <a:gd name="connsiteY22" fmla="*/ 9872 h 10000"/>
              <a:gd name="connsiteX23" fmla="*/ 9728 w 10000"/>
              <a:gd name="connsiteY23" fmla="*/ 9872 h 10000"/>
              <a:gd name="connsiteX24" fmla="*/ 9728 w 10000"/>
              <a:gd name="connsiteY24" fmla="*/ 9872 h 10000"/>
              <a:gd name="connsiteX25" fmla="*/ 9457 w 10000"/>
              <a:gd name="connsiteY25" fmla="*/ 10000 h 10000"/>
              <a:gd name="connsiteX26" fmla="*/ 9130 w 10000"/>
              <a:gd name="connsiteY26" fmla="*/ 10000 h 10000"/>
              <a:gd name="connsiteX27" fmla="*/ 8587 w 10000"/>
              <a:gd name="connsiteY27" fmla="*/ 10000 h 10000"/>
              <a:gd name="connsiteX28" fmla="*/ 8315 w 10000"/>
              <a:gd name="connsiteY28" fmla="*/ 10000 h 10000"/>
              <a:gd name="connsiteX29" fmla="*/ 7717 w 10000"/>
              <a:gd name="connsiteY29" fmla="*/ 10000 h 10000"/>
              <a:gd name="connsiteX30" fmla="*/ 6848 w 10000"/>
              <a:gd name="connsiteY30" fmla="*/ 10000 h 10000"/>
              <a:gd name="connsiteX31" fmla="*/ 6304 w 10000"/>
              <a:gd name="connsiteY31" fmla="*/ 10000 h 10000"/>
              <a:gd name="connsiteX32" fmla="*/ 4565 w 10000"/>
              <a:gd name="connsiteY32" fmla="*/ 10000 h 10000"/>
              <a:gd name="connsiteX33" fmla="*/ 3967 w 10000"/>
              <a:gd name="connsiteY33" fmla="*/ 10000 h 10000"/>
              <a:gd name="connsiteX34" fmla="*/ 3424 w 10000"/>
              <a:gd name="connsiteY34" fmla="*/ 10000 h 10000"/>
              <a:gd name="connsiteX35" fmla="*/ 2826 w 10000"/>
              <a:gd name="connsiteY35" fmla="*/ 10000 h 10000"/>
              <a:gd name="connsiteX36" fmla="*/ 2554 w 10000"/>
              <a:gd name="connsiteY36" fmla="*/ 9872 h 10000"/>
              <a:gd name="connsiteX37" fmla="*/ 2283 w 10000"/>
              <a:gd name="connsiteY37" fmla="*/ 9872 h 10000"/>
              <a:gd name="connsiteX38" fmla="*/ 1957 w 10000"/>
              <a:gd name="connsiteY38" fmla="*/ 9744 h 10000"/>
              <a:gd name="connsiteX39" fmla="*/ 1685 w 10000"/>
              <a:gd name="connsiteY39" fmla="*/ 9744 h 10000"/>
              <a:gd name="connsiteX40" fmla="*/ 1413 w 10000"/>
              <a:gd name="connsiteY40" fmla="*/ 9615 h 10000"/>
              <a:gd name="connsiteX41" fmla="*/ 1141 w 10000"/>
              <a:gd name="connsiteY41" fmla="*/ 9615 h 10000"/>
              <a:gd name="connsiteX42" fmla="*/ 815 w 10000"/>
              <a:gd name="connsiteY42" fmla="*/ 9462 h 10000"/>
              <a:gd name="connsiteX43" fmla="*/ 815 w 10000"/>
              <a:gd name="connsiteY43" fmla="*/ 9205 h 10000"/>
              <a:gd name="connsiteX44" fmla="*/ 543 w 10000"/>
              <a:gd name="connsiteY44" fmla="*/ 9051 h 10000"/>
              <a:gd name="connsiteX45" fmla="*/ 543 w 10000"/>
              <a:gd name="connsiteY45" fmla="*/ 8923 h 10000"/>
              <a:gd name="connsiteX46" fmla="*/ 272 w 10000"/>
              <a:gd name="connsiteY46" fmla="*/ 8667 h 10000"/>
              <a:gd name="connsiteX47" fmla="*/ 272 w 10000"/>
              <a:gd name="connsiteY47" fmla="*/ 8385 h 10000"/>
              <a:gd name="connsiteX48" fmla="*/ 272 w 10000"/>
              <a:gd name="connsiteY48" fmla="*/ 8128 h 10000"/>
              <a:gd name="connsiteX49" fmla="*/ 0 w 10000"/>
              <a:gd name="connsiteY49" fmla="*/ 7718 h 10000"/>
              <a:gd name="connsiteX50" fmla="*/ 0 w 10000"/>
              <a:gd name="connsiteY50" fmla="*/ 7308 h 10000"/>
              <a:gd name="connsiteX51" fmla="*/ 0 w 10000"/>
              <a:gd name="connsiteY51" fmla="*/ 6897 h 10000"/>
              <a:gd name="connsiteX52" fmla="*/ 272 w 10000"/>
              <a:gd name="connsiteY52" fmla="*/ 6359 h 10000"/>
              <a:gd name="connsiteX53" fmla="*/ 272 w 10000"/>
              <a:gd name="connsiteY53" fmla="*/ 5821 h 10000"/>
              <a:gd name="connsiteX54" fmla="*/ 272 w 10000"/>
              <a:gd name="connsiteY54" fmla="*/ 5282 h 10000"/>
              <a:gd name="connsiteX55" fmla="*/ 543 w 10000"/>
              <a:gd name="connsiteY55" fmla="*/ 4051 h 10000"/>
              <a:gd name="connsiteX56" fmla="*/ 543 w 10000"/>
              <a:gd name="connsiteY56" fmla="*/ 2692 h 10000"/>
              <a:gd name="connsiteX57" fmla="*/ 543 w 10000"/>
              <a:gd name="connsiteY57" fmla="*/ 1333 h 10000"/>
              <a:gd name="connsiteX58" fmla="*/ 272 w 10000"/>
              <a:gd name="connsiteY58" fmla="*/ 0 h 10000"/>
              <a:gd name="connsiteX59" fmla="*/ 1141 w 10000"/>
              <a:gd name="connsiteY59" fmla="*/ 256 h 10000"/>
              <a:gd name="connsiteX60" fmla="*/ 1685 w 10000"/>
              <a:gd name="connsiteY60" fmla="*/ 538 h 10000"/>
              <a:gd name="connsiteX61" fmla="*/ 1957 w 10000"/>
              <a:gd name="connsiteY61" fmla="*/ 667 h 10000"/>
              <a:gd name="connsiteX62" fmla="*/ 2554 w 10000"/>
              <a:gd name="connsiteY62" fmla="*/ 949 h 10000"/>
              <a:gd name="connsiteX63" fmla="*/ 2826 w 10000"/>
              <a:gd name="connsiteY63" fmla="*/ 1077 h 10000"/>
              <a:gd name="connsiteX64" fmla="*/ 3152 w 10000"/>
              <a:gd name="connsiteY64" fmla="*/ 1205 h 10000"/>
              <a:gd name="connsiteX65" fmla="*/ 3152 w 10000"/>
              <a:gd name="connsiteY65" fmla="*/ 1333 h 10000"/>
              <a:gd name="connsiteX66" fmla="*/ 3424 w 10000"/>
              <a:gd name="connsiteY66" fmla="*/ 1487 h 10000"/>
              <a:gd name="connsiteX67" fmla="*/ 3424 w 10000"/>
              <a:gd name="connsiteY67" fmla="*/ 1615 h 10000"/>
              <a:gd name="connsiteX68" fmla="*/ 3424 w 10000"/>
              <a:gd name="connsiteY68" fmla="*/ 1897 h 10000"/>
              <a:gd name="connsiteX69" fmla="*/ 3424 w 10000"/>
              <a:gd name="connsiteY69" fmla="*/ 2026 h 10000"/>
              <a:gd name="connsiteX70" fmla="*/ 3696 w 10000"/>
              <a:gd name="connsiteY70" fmla="*/ 2026 h 10000"/>
              <a:gd name="connsiteX71" fmla="*/ 3424 w 10000"/>
              <a:gd name="connsiteY71" fmla="*/ 2154 h 10000"/>
              <a:gd name="connsiteX72" fmla="*/ 3424 w 10000"/>
              <a:gd name="connsiteY72" fmla="*/ 2154 h 10000"/>
              <a:gd name="connsiteX73" fmla="*/ 3424 w 10000"/>
              <a:gd name="connsiteY73" fmla="*/ 2282 h 10000"/>
              <a:gd name="connsiteX74" fmla="*/ 3424 w 10000"/>
              <a:gd name="connsiteY74" fmla="*/ 2564 h 10000"/>
              <a:gd name="connsiteX75" fmla="*/ 3424 w 10000"/>
              <a:gd name="connsiteY75" fmla="*/ 2692 h 10000"/>
              <a:gd name="connsiteX76" fmla="*/ 3152 w 10000"/>
              <a:gd name="connsiteY76" fmla="*/ 2974 h 10000"/>
              <a:gd name="connsiteX77" fmla="*/ 3152 w 10000"/>
              <a:gd name="connsiteY77" fmla="*/ 3231 h 10000"/>
              <a:gd name="connsiteX78" fmla="*/ 2826 w 10000"/>
              <a:gd name="connsiteY78" fmla="*/ 3641 h 10000"/>
              <a:gd name="connsiteX79" fmla="*/ 2826 w 10000"/>
              <a:gd name="connsiteY79" fmla="*/ 4333 h 10000"/>
              <a:gd name="connsiteX80" fmla="*/ 2554 w 10000"/>
              <a:gd name="connsiteY80" fmla="*/ 5000 h 10000"/>
              <a:gd name="connsiteX81" fmla="*/ 2283 w 10000"/>
              <a:gd name="connsiteY81" fmla="*/ 5667 h 10000"/>
              <a:gd name="connsiteX82" fmla="*/ 2283 w 10000"/>
              <a:gd name="connsiteY82" fmla="*/ 6359 h 10000"/>
              <a:gd name="connsiteX83" fmla="*/ 1957 w 10000"/>
              <a:gd name="connsiteY83" fmla="*/ 6615 h 10000"/>
              <a:gd name="connsiteX84" fmla="*/ 1957 w 10000"/>
              <a:gd name="connsiteY84" fmla="*/ 7026 h 10000"/>
              <a:gd name="connsiteX85" fmla="*/ 1957 w 10000"/>
              <a:gd name="connsiteY85" fmla="*/ 7308 h 10000"/>
              <a:gd name="connsiteX86" fmla="*/ 1957 w 10000"/>
              <a:gd name="connsiteY86" fmla="*/ 7564 h 10000"/>
              <a:gd name="connsiteX87" fmla="*/ 2283 w 10000"/>
              <a:gd name="connsiteY87" fmla="*/ 7974 h 10000"/>
              <a:gd name="connsiteX88" fmla="*/ 2283 w 10000"/>
              <a:gd name="connsiteY88" fmla="*/ 8385 h 10000"/>
              <a:gd name="connsiteX89" fmla="*/ 2283 w 10000"/>
              <a:gd name="connsiteY89" fmla="*/ 8385 h 10000"/>
              <a:gd name="connsiteX0-1" fmla="*/ 2283 w 10000"/>
              <a:gd name="connsiteY0-2" fmla="*/ 8385 h 10000"/>
              <a:gd name="connsiteX1-3" fmla="*/ 2554 w 10000"/>
              <a:gd name="connsiteY1-4" fmla="*/ 8513 h 10000"/>
              <a:gd name="connsiteX2-5" fmla="*/ 2826 w 10000"/>
              <a:gd name="connsiteY2-6" fmla="*/ 8667 h 10000"/>
              <a:gd name="connsiteX3-7" fmla="*/ 3152 w 10000"/>
              <a:gd name="connsiteY3-8" fmla="*/ 8795 h 10000"/>
              <a:gd name="connsiteX4-9" fmla="*/ 3424 w 10000"/>
              <a:gd name="connsiteY4-10" fmla="*/ 8795 h 10000"/>
              <a:gd name="connsiteX5-11" fmla="*/ 3967 w 10000"/>
              <a:gd name="connsiteY5-12" fmla="*/ 8923 h 10000"/>
              <a:gd name="connsiteX6-13" fmla="*/ 4565 w 10000"/>
              <a:gd name="connsiteY6-14" fmla="*/ 8923 h 10000"/>
              <a:gd name="connsiteX7-15" fmla="*/ 5163 w 10000"/>
              <a:gd name="connsiteY7-16" fmla="*/ 8923 h 10000"/>
              <a:gd name="connsiteX8-17" fmla="*/ 5707 w 10000"/>
              <a:gd name="connsiteY8-18" fmla="*/ 8923 h 10000"/>
              <a:gd name="connsiteX9-19" fmla="*/ 6304 w 10000"/>
              <a:gd name="connsiteY9-20" fmla="*/ 8923 h 10000"/>
              <a:gd name="connsiteX10-21" fmla="*/ 6848 w 10000"/>
              <a:gd name="connsiteY10-22" fmla="*/ 8923 h 10000"/>
              <a:gd name="connsiteX11-23" fmla="*/ 7446 w 10000"/>
              <a:gd name="connsiteY11-24" fmla="*/ 8923 h 10000"/>
              <a:gd name="connsiteX12-25" fmla="*/ 7989 w 10000"/>
              <a:gd name="connsiteY12-26" fmla="*/ 8923 h 10000"/>
              <a:gd name="connsiteX13-27" fmla="*/ 8315 w 10000"/>
              <a:gd name="connsiteY13-28" fmla="*/ 8923 h 10000"/>
              <a:gd name="connsiteX14-29" fmla="*/ 8587 w 10000"/>
              <a:gd name="connsiteY14-30" fmla="*/ 9051 h 10000"/>
              <a:gd name="connsiteX15-31" fmla="*/ 9130 w 10000"/>
              <a:gd name="connsiteY15-32" fmla="*/ 9205 h 10000"/>
              <a:gd name="connsiteX16-33" fmla="*/ 9457 w 10000"/>
              <a:gd name="connsiteY16-34" fmla="*/ 9333 h 10000"/>
              <a:gd name="connsiteX17-35" fmla="*/ 9728 w 10000"/>
              <a:gd name="connsiteY17-36" fmla="*/ 9462 h 10000"/>
              <a:gd name="connsiteX18-37" fmla="*/ 10000 w 10000"/>
              <a:gd name="connsiteY18-38" fmla="*/ 9615 h 10000"/>
              <a:gd name="connsiteX19-39" fmla="*/ 10000 w 10000"/>
              <a:gd name="connsiteY19-40" fmla="*/ 9744 h 10000"/>
              <a:gd name="connsiteX20-41" fmla="*/ 10000 w 10000"/>
              <a:gd name="connsiteY20-42" fmla="*/ 9744 h 10000"/>
              <a:gd name="connsiteX21-43" fmla="*/ 10000 w 10000"/>
              <a:gd name="connsiteY21-44" fmla="*/ 9744 h 10000"/>
              <a:gd name="connsiteX22-45" fmla="*/ 10000 w 10000"/>
              <a:gd name="connsiteY22-46" fmla="*/ 9872 h 10000"/>
              <a:gd name="connsiteX23-47" fmla="*/ 9728 w 10000"/>
              <a:gd name="connsiteY23-48" fmla="*/ 9872 h 10000"/>
              <a:gd name="connsiteX24-49" fmla="*/ 9728 w 10000"/>
              <a:gd name="connsiteY24-50" fmla="*/ 9872 h 10000"/>
              <a:gd name="connsiteX25-51" fmla="*/ 9457 w 10000"/>
              <a:gd name="connsiteY25-52" fmla="*/ 10000 h 10000"/>
              <a:gd name="connsiteX26-53" fmla="*/ 9130 w 10000"/>
              <a:gd name="connsiteY26-54" fmla="*/ 10000 h 10000"/>
              <a:gd name="connsiteX27-55" fmla="*/ 8587 w 10000"/>
              <a:gd name="connsiteY27-56" fmla="*/ 10000 h 10000"/>
              <a:gd name="connsiteX28-57" fmla="*/ 8315 w 10000"/>
              <a:gd name="connsiteY28-58" fmla="*/ 10000 h 10000"/>
              <a:gd name="connsiteX29-59" fmla="*/ 7717 w 10000"/>
              <a:gd name="connsiteY29-60" fmla="*/ 10000 h 10000"/>
              <a:gd name="connsiteX30-61" fmla="*/ 6848 w 10000"/>
              <a:gd name="connsiteY30-62" fmla="*/ 10000 h 10000"/>
              <a:gd name="connsiteX31-63" fmla="*/ 6304 w 10000"/>
              <a:gd name="connsiteY31-64" fmla="*/ 10000 h 10000"/>
              <a:gd name="connsiteX32-65" fmla="*/ 4565 w 10000"/>
              <a:gd name="connsiteY32-66" fmla="*/ 10000 h 10000"/>
              <a:gd name="connsiteX33-67" fmla="*/ 3424 w 10000"/>
              <a:gd name="connsiteY33-68" fmla="*/ 10000 h 10000"/>
              <a:gd name="connsiteX34-69" fmla="*/ 2826 w 10000"/>
              <a:gd name="connsiteY34-70" fmla="*/ 10000 h 10000"/>
              <a:gd name="connsiteX35-71" fmla="*/ 2554 w 10000"/>
              <a:gd name="connsiteY35-72" fmla="*/ 9872 h 10000"/>
              <a:gd name="connsiteX36-73" fmla="*/ 2283 w 10000"/>
              <a:gd name="connsiteY36-74" fmla="*/ 9872 h 10000"/>
              <a:gd name="connsiteX37-75" fmla="*/ 1957 w 10000"/>
              <a:gd name="connsiteY37-76" fmla="*/ 9744 h 10000"/>
              <a:gd name="connsiteX38-77" fmla="*/ 1685 w 10000"/>
              <a:gd name="connsiteY38-78" fmla="*/ 9744 h 10000"/>
              <a:gd name="connsiteX39-79" fmla="*/ 1413 w 10000"/>
              <a:gd name="connsiteY39-80" fmla="*/ 9615 h 10000"/>
              <a:gd name="connsiteX40-81" fmla="*/ 1141 w 10000"/>
              <a:gd name="connsiteY40-82" fmla="*/ 9615 h 10000"/>
              <a:gd name="connsiteX41-83" fmla="*/ 815 w 10000"/>
              <a:gd name="connsiteY41-84" fmla="*/ 9462 h 10000"/>
              <a:gd name="connsiteX42-85" fmla="*/ 815 w 10000"/>
              <a:gd name="connsiteY42-86" fmla="*/ 9205 h 10000"/>
              <a:gd name="connsiteX43-87" fmla="*/ 543 w 10000"/>
              <a:gd name="connsiteY43-88" fmla="*/ 9051 h 10000"/>
              <a:gd name="connsiteX44-89" fmla="*/ 543 w 10000"/>
              <a:gd name="connsiteY44-90" fmla="*/ 8923 h 10000"/>
              <a:gd name="connsiteX45-91" fmla="*/ 272 w 10000"/>
              <a:gd name="connsiteY45-92" fmla="*/ 8667 h 10000"/>
              <a:gd name="connsiteX46-93" fmla="*/ 272 w 10000"/>
              <a:gd name="connsiteY46-94" fmla="*/ 8385 h 10000"/>
              <a:gd name="connsiteX47-95" fmla="*/ 272 w 10000"/>
              <a:gd name="connsiteY47-96" fmla="*/ 8128 h 10000"/>
              <a:gd name="connsiteX48-97" fmla="*/ 0 w 10000"/>
              <a:gd name="connsiteY48-98" fmla="*/ 7718 h 10000"/>
              <a:gd name="connsiteX49-99" fmla="*/ 0 w 10000"/>
              <a:gd name="connsiteY49-100" fmla="*/ 7308 h 10000"/>
              <a:gd name="connsiteX50-101" fmla="*/ 0 w 10000"/>
              <a:gd name="connsiteY50-102" fmla="*/ 6897 h 10000"/>
              <a:gd name="connsiteX51-103" fmla="*/ 272 w 10000"/>
              <a:gd name="connsiteY51-104" fmla="*/ 6359 h 10000"/>
              <a:gd name="connsiteX52-105" fmla="*/ 272 w 10000"/>
              <a:gd name="connsiteY52-106" fmla="*/ 5821 h 10000"/>
              <a:gd name="connsiteX53-107" fmla="*/ 272 w 10000"/>
              <a:gd name="connsiteY53-108" fmla="*/ 5282 h 10000"/>
              <a:gd name="connsiteX54-109" fmla="*/ 543 w 10000"/>
              <a:gd name="connsiteY54-110" fmla="*/ 4051 h 10000"/>
              <a:gd name="connsiteX55-111" fmla="*/ 543 w 10000"/>
              <a:gd name="connsiteY55-112" fmla="*/ 2692 h 10000"/>
              <a:gd name="connsiteX56-113" fmla="*/ 543 w 10000"/>
              <a:gd name="connsiteY56-114" fmla="*/ 1333 h 10000"/>
              <a:gd name="connsiteX57-115" fmla="*/ 272 w 10000"/>
              <a:gd name="connsiteY57-116" fmla="*/ 0 h 10000"/>
              <a:gd name="connsiteX58-117" fmla="*/ 1141 w 10000"/>
              <a:gd name="connsiteY58-118" fmla="*/ 256 h 10000"/>
              <a:gd name="connsiteX59-119" fmla="*/ 1685 w 10000"/>
              <a:gd name="connsiteY59-120" fmla="*/ 538 h 10000"/>
              <a:gd name="connsiteX60-121" fmla="*/ 1957 w 10000"/>
              <a:gd name="connsiteY60-122" fmla="*/ 667 h 10000"/>
              <a:gd name="connsiteX61-123" fmla="*/ 2554 w 10000"/>
              <a:gd name="connsiteY61-124" fmla="*/ 949 h 10000"/>
              <a:gd name="connsiteX62-125" fmla="*/ 2826 w 10000"/>
              <a:gd name="connsiteY62-126" fmla="*/ 1077 h 10000"/>
              <a:gd name="connsiteX63-127" fmla="*/ 3152 w 10000"/>
              <a:gd name="connsiteY63-128" fmla="*/ 1205 h 10000"/>
              <a:gd name="connsiteX64-129" fmla="*/ 3152 w 10000"/>
              <a:gd name="connsiteY64-130" fmla="*/ 1333 h 10000"/>
              <a:gd name="connsiteX65-131" fmla="*/ 3424 w 10000"/>
              <a:gd name="connsiteY65-132" fmla="*/ 1487 h 10000"/>
              <a:gd name="connsiteX66-133" fmla="*/ 3424 w 10000"/>
              <a:gd name="connsiteY66-134" fmla="*/ 1615 h 10000"/>
              <a:gd name="connsiteX67-135" fmla="*/ 3424 w 10000"/>
              <a:gd name="connsiteY67-136" fmla="*/ 1897 h 10000"/>
              <a:gd name="connsiteX68-137" fmla="*/ 3424 w 10000"/>
              <a:gd name="connsiteY68-138" fmla="*/ 2026 h 10000"/>
              <a:gd name="connsiteX69-139" fmla="*/ 3696 w 10000"/>
              <a:gd name="connsiteY69-140" fmla="*/ 2026 h 10000"/>
              <a:gd name="connsiteX70-141" fmla="*/ 3424 w 10000"/>
              <a:gd name="connsiteY70-142" fmla="*/ 2154 h 10000"/>
              <a:gd name="connsiteX71-143" fmla="*/ 3424 w 10000"/>
              <a:gd name="connsiteY71-144" fmla="*/ 2154 h 10000"/>
              <a:gd name="connsiteX72-145" fmla="*/ 3424 w 10000"/>
              <a:gd name="connsiteY72-146" fmla="*/ 2282 h 10000"/>
              <a:gd name="connsiteX73-147" fmla="*/ 3424 w 10000"/>
              <a:gd name="connsiteY73-148" fmla="*/ 2564 h 10000"/>
              <a:gd name="connsiteX74-149" fmla="*/ 3424 w 10000"/>
              <a:gd name="connsiteY74-150" fmla="*/ 2692 h 10000"/>
              <a:gd name="connsiteX75-151" fmla="*/ 3152 w 10000"/>
              <a:gd name="connsiteY75-152" fmla="*/ 2974 h 10000"/>
              <a:gd name="connsiteX76-153" fmla="*/ 3152 w 10000"/>
              <a:gd name="connsiteY76-154" fmla="*/ 3231 h 10000"/>
              <a:gd name="connsiteX77-155" fmla="*/ 2826 w 10000"/>
              <a:gd name="connsiteY77-156" fmla="*/ 3641 h 10000"/>
              <a:gd name="connsiteX78-157" fmla="*/ 2826 w 10000"/>
              <a:gd name="connsiteY78-158" fmla="*/ 4333 h 10000"/>
              <a:gd name="connsiteX79-159" fmla="*/ 2554 w 10000"/>
              <a:gd name="connsiteY79-160" fmla="*/ 5000 h 10000"/>
              <a:gd name="connsiteX80-161" fmla="*/ 2283 w 10000"/>
              <a:gd name="connsiteY80-162" fmla="*/ 5667 h 10000"/>
              <a:gd name="connsiteX81-163" fmla="*/ 2283 w 10000"/>
              <a:gd name="connsiteY81-164" fmla="*/ 6359 h 10000"/>
              <a:gd name="connsiteX82-165" fmla="*/ 1957 w 10000"/>
              <a:gd name="connsiteY82-166" fmla="*/ 6615 h 10000"/>
              <a:gd name="connsiteX83-167" fmla="*/ 1957 w 10000"/>
              <a:gd name="connsiteY83-168" fmla="*/ 7026 h 10000"/>
              <a:gd name="connsiteX84-169" fmla="*/ 1957 w 10000"/>
              <a:gd name="connsiteY84-170" fmla="*/ 7308 h 10000"/>
              <a:gd name="connsiteX85-171" fmla="*/ 1957 w 10000"/>
              <a:gd name="connsiteY85-172" fmla="*/ 7564 h 10000"/>
              <a:gd name="connsiteX86-173" fmla="*/ 2283 w 10000"/>
              <a:gd name="connsiteY86-174" fmla="*/ 7974 h 10000"/>
              <a:gd name="connsiteX87-175" fmla="*/ 2283 w 10000"/>
              <a:gd name="connsiteY87-176" fmla="*/ 8385 h 10000"/>
              <a:gd name="connsiteX88-177" fmla="*/ 2283 w 10000"/>
              <a:gd name="connsiteY88-178" fmla="*/ 8385 h 10000"/>
              <a:gd name="connsiteX0-179" fmla="*/ 2283 w 10000"/>
              <a:gd name="connsiteY0-180" fmla="*/ 8385 h 10000"/>
              <a:gd name="connsiteX1-181" fmla="*/ 2554 w 10000"/>
              <a:gd name="connsiteY1-182" fmla="*/ 8513 h 10000"/>
              <a:gd name="connsiteX2-183" fmla="*/ 2826 w 10000"/>
              <a:gd name="connsiteY2-184" fmla="*/ 8667 h 10000"/>
              <a:gd name="connsiteX3-185" fmla="*/ 3152 w 10000"/>
              <a:gd name="connsiteY3-186" fmla="*/ 8795 h 10000"/>
              <a:gd name="connsiteX4-187" fmla="*/ 3424 w 10000"/>
              <a:gd name="connsiteY4-188" fmla="*/ 8795 h 10000"/>
              <a:gd name="connsiteX5-189" fmla="*/ 3967 w 10000"/>
              <a:gd name="connsiteY5-190" fmla="*/ 8923 h 10000"/>
              <a:gd name="connsiteX6-191" fmla="*/ 4565 w 10000"/>
              <a:gd name="connsiteY6-192" fmla="*/ 8923 h 10000"/>
              <a:gd name="connsiteX7-193" fmla="*/ 5163 w 10000"/>
              <a:gd name="connsiteY7-194" fmla="*/ 8923 h 10000"/>
              <a:gd name="connsiteX8-195" fmla="*/ 5707 w 10000"/>
              <a:gd name="connsiteY8-196" fmla="*/ 8923 h 10000"/>
              <a:gd name="connsiteX9-197" fmla="*/ 6304 w 10000"/>
              <a:gd name="connsiteY9-198" fmla="*/ 8923 h 10000"/>
              <a:gd name="connsiteX10-199" fmla="*/ 6848 w 10000"/>
              <a:gd name="connsiteY10-200" fmla="*/ 8923 h 10000"/>
              <a:gd name="connsiteX11-201" fmla="*/ 7446 w 10000"/>
              <a:gd name="connsiteY11-202" fmla="*/ 8923 h 10000"/>
              <a:gd name="connsiteX12-203" fmla="*/ 7989 w 10000"/>
              <a:gd name="connsiteY12-204" fmla="*/ 8923 h 10000"/>
              <a:gd name="connsiteX13-205" fmla="*/ 8315 w 10000"/>
              <a:gd name="connsiteY13-206" fmla="*/ 8923 h 10000"/>
              <a:gd name="connsiteX14-207" fmla="*/ 8587 w 10000"/>
              <a:gd name="connsiteY14-208" fmla="*/ 9051 h 10000"/>
              <a:gd name="connsiteX15-209" fmla="*/ 9130 w 10000"/>
              <a:gd name="connsiteY15-210" fmla="*/ 9205 h 10000"/>
              <a:gd name="connsiteX16-211" fmla="*/ 9457 w 10000"/>
              <a:gd name="connsiteY16-212" fmla="*/ 9333 h 10000"/>
              <a:gd name="connsiteX17-213" fmla="*/ 9728 w 10000"/>
              <a:gd name="connsiteY17-214" fmla="*/ 9462 h 10000"/>
              <a:gd name="connsiteX18-215" fmla="*/ 10000 w 10000"/>
              <a:gd name="connsiteY18-216" fmla="*/ 9615 h 10000"/>
              <a:gd name="connsiteX19-217" fmla="*/ 10000 w 10000"/>
              <a:gd name="connsiteY19-218" fmla="*/ 9744 h 10000"/>
              <a:gd name="connsiteX20-219" fmla="*/ 10000 w 10000"/>
              <a:gd name="connsiteY20-220" fmla="*/ 9744 h 10000"/>
              <a:gd name="connsiteX21-221" fmla="*/ 10000 w 10000"/>
              <a:gd name="connsiteY21-222" fmla="*/ 9744 h 10000"/>
              <a:gd name="connsiteX22-223" fmla="*/ 10000 w 10000"/>
              <a:gd name="connsiteY22-224" fmla="*/ 9872 h 10000"/>
              <a:gd name="connsiteX23-225" fmla="*/ 9728 w 10000"/>
              <a:gd name="connsiteY23-226" fmla="*/ 9872 h 10000"/>
              <a:gd name="connsiteX24-227" fmla="*/ 9728 w 10000"/>
              <a:gd name="connsiteY24-228" fmla="*/ 9872 h 10000"/>
              <a:gd name="connsiteX25-229" fmla="*/ 9457 w 10000"/>
              <a:gd name="connsiteY25-230" fmla="*/ 10000 h 10000"/>
              <a:gd name="connsiteX26-231" fmla="*/ 9130 w 10000"/>
              <a:gd name="connsiteY26-232" fmla="*/ 10000 h 10000"/>
              <a:gd name="connsiteX27-233" fmla="*/ 8587 w 10000"/>
              <a:gd name="connsiteY27-234" fmla="*/ 10000 h 10000"/>
              <a:gd name="connsiteX28-235" fmla="*/ 8315 w 10000"/>
              <a:gd name="connsiteY28-236" fmla="*/ 10000 h 10000"/>
              <a:gd name="connsiteX29-237" fmla="*/ 7717 w 10000"/>
              <a:gd name="connsiteY29-238" fmla="*/ 10000 h 10000"/>
              <a:gd name="connsiteX30-239" fmla="*/ 6848 w 10000"/>
              <a:gd name="connsiteY30-240" fmla="*/ 10000 h 10000"/>
              <a:gd name="connsiteX31-241" fmla="*/ 6304 w 10000"/>
              <a:gd name="connsiteY31-242" fmla="*/ 10000 h 10000"/>
              <a:gd name="connsiteX32-243" fmla="*/ 3424 w 10000"/>
              <a:gd name="connsiteY32-244" fmla="*/ 10000 h 10000"/>
              <a:gd name="connsiteX33-245" fmla="*/ 2826 w 10000"/>
              <a:gd name="connsiteY33-246" fmla="*/ 10000 h 10000"/>
              <a:gd name="connsiteX34-247" fmla="*/ 2554 w 10000"/>
              <a:gd name="connsiteY34-248" fmla="*/ 9872 h 10000"/>
              <a:gd name="connsiteX35-249" fmla="*/ 2283 w 10000"/>
              <a:gd name="connsiteY35-250" fmla="*/ 9872 h 10000"/>
              <a:gd name="connsiteX36-251" fmla="*/ 1957 w 10000"/>
              <a:gd name="connsiteY36-252" fmla="*/ 9744 h 10000"/>
              <a:gd name="connsiteX37-253" fmla="*/ 1685 w 10000"/>
              <a:gd name="connsiteY37-254" fmla="*/ 9744 h 10000"/>
              <a:gd name="connsiteX38-255" fmla="*/ 1413 w 10000"/>
              <a:gd name="connsiteY38-256" fmla="*/ 9615 h 10000"/>
              <a:gd name="connsiteX39-257" fmla="*/ 1141 w 10000"/>
              <a:gd name="connsiteY39-258" fmla="*/ 9615 h 10000"/>
              <a:gd name="connsiteX40-259" fmla="*/ 815 w 10000"/>
              <a:gd name="connsiteY40-260" fmla="*/ 9462 h 10000"/>
              <a:gd name="connsiteX41-261" fmla="*/ 815 w 10000"/>
              <a:gd name="connsiteY41-262" fmla="*/ 9205 h 10000"/>
              <a:gd name="connsiteX42-263" fmla="*/ 543 w 10000"/>
              <a:gd name="connsiteY42-264" fmla="*/ 9051 h 10000"/>
              <a:gd name="connsiteX43-265" fmla="*/ 543 w 10000"/>
              <a:gd name="connsiteY43-266" fmla="*/ 8923 h 10000"/>
              <a:gd name="connsiteX44-267" fmla="*/ 272 w 10000"/>
              <a:gd name="connsiteY44-268" fmla="*/ 8667 h 10000"/>
              <a:gd name="connsiteX45-269" fmla="*/ 272 w 10000"/>
              <a:gd name="connsiteY45-270" fmla="*/ 8385 h 10000"/>
              <a:gd name="connsiteX46-271" fmla="*/ 272 w 10000"/>
              <a:gd name="connsiteY46-272" fmla="*/ 8128 h 10000"/>
              <a:gd name="connsiteX47-273" fmla="*/ 0 w 10000"/>
              <a:gd name="connsiteY47-274" fmla="*/ 7718 h 10000"/>
              <a:gd name="connsiteX48-275" fmla="*/ 0 w 10000"/>
              <a:gd name="connsiteY48-276" fmla="*/ 7308 h 10000"/>
              <a:gd name="connsiteX49-277" fmla="*/ 0 w 10000"/>
              <a:gd name="connsiteY49-278" fmla="*/ 6897 h 10000"/>
              <a:gd name="connsiteX50-279" fmla="*/ 272 w 10000"/>
              <a:gd name="connsiteY50-280" fmla="*/ 6359 h 10000"/>
              <a:gd name="connsiteX51-281" fmla="*/ 272 w 10000"/>
              <a:gd name="connsiteY51-282" fmla="*/ 5821 h 10000"/>
              <a:gd name="connsiteX52-283" fmla="*/ 272 w 10000"/>
              <a:gd name="connsiteY52-284" fmla="*/ 5282 h 10000"/>
              <a:gd name="connsiteX53-285" fmla="*/ 543 w 10000"/>
              <a:gd name="connsiteY53-286" fmla="*/ 4051 h 10000"/>
              <a:gd name="connsiteX54-287" fmla="*/ 543 w 10000"/>
              <a:gd name="connsiteY54-288" fmla="*/ 2692 h 10000"/>
              <a:gd name="connsiteX55-289" fmla="*/ 543 w 10000"/>
              <a:gd name="connsiteY55-290" fmla="*/ 1333 h 10000"/>
              <a:gd name="connsiteX56-291" fmla="*/ 272 w 10000"/>
              <a:gd name="connsiteY56-292" fmla="*/ 0 h 10000"/>
              <a:gd name="connsiteX57-293" fmla="*/ 1141 w 10000"/>
              <a:gd name="connsiteY57-294" fmla="*/ 256 h 10000"/>
              <a:gd name="connsiteX58-295" fmla="*/ 1685 w 10000"/>
              <a:gd name="connsiteY58-296" fmla="*/ 538 h 10000"/>
              <a:gd name="connsiteX59-297" fmla="*/ 1957 w 10000"/>
              <a:gd name="connsiteY59-298" fmla="*/ 667 h 10000"/>
              <a:gd name="connsiteX60-299" fmla="*/ 2554 w 10000"/>
              <a:gd name="connsiteY60-300" fmla="*/ 949 h 10000"/>
              <a:gd name="connsiteX61-301" fmla="*/ 2826 w 10000"/>
              <a:gd name="connsiteY61-302" fmla="*/ 1077 h 10000"/>
              <a:gd name="connsiteX62-303" fmla="*/ 3152 w 10000"/>
              <a:gd name="connsiteY62-304" fmla="*/ 1205 h 10000"/>
              <a:gd name="connsiteX63-305" fmla="*/ 3152 w 10000"/>
              <a:gd name="connsiteY63-306" fmla="*/ 1333 h 10000"/>
              <a:gd name="connsiteX64-307" fmla="*/ 3424 w 10000"/>
              <a:gd name="connsiteY64-308" fmla="*/ 1487 h 10000"/>
              <a:gd name="connsiteX65-309" fmla="*/ 3424 w 10000"/>
              <a:gd name="connsiteY65-310" fmla="*/ 1615 h 10000"/>
              <a:gd name="connsiteX66-311" fmla="*/ 3424 w 10000"/>
              <a:gd name="connsiteY66-312" fmla="*/ 1897 h 10000"/>
              <a:gd name="connsiteX67-313" fmla="*/ 3424 w 10000"/>
              <a:gd name="connsiteY67-314" fmla="*/ 2026 h 10000"/>
              <a:gd name="connsiteX68-315" fmla="*/ 3696 w 10000"/>
              <a:gd name="connsiteY68-316" fmla="*/ 2026 h 10000"/>
              <a:gd name="connsiteX69-317" fmla="*/ 3424 w 10000"/>
              <a:gd name="connsiteY69-318" fmla="*/ 2154 h 10000"/>
              <a:gd name="connsiteX70-319" fmla="*/ 3424 w 10000"/>
              <a:gd name="connsiteY70-320" fmla="*/ 2154 h 10000"/>
              <a:gd name="connsiteX71-321" fmla="*/ 3424 w 10000"/>
              <a:gd name="connsiteY71-322" fmla="*/ 2282 h 10000"/>
              <a:gd name="connsiteX72-323" fmla="*/ 3424 w 10000"/>
              <a:gd name="connsiteY72-324" fmla="*/ 2564 h 10000"/>
              <a:gd name="connsiteX73-325" fmla="*/ 3424 w 10000"/>
              <a:gd name="connsiteY73-326" fmla="*/ 2692 h 10000"/>
              <a:gd name="connsiteX74-327" fmla="*/ 3152 w 10000"/>
              <a:gd name="connsiteY74-328" fmla="*/ 2974 h 10000"/>
              <a:gd name="connsiteX75-329" fmla="*/ 3152 w 10000"/>
              <a:gd name="connsiteY75-330" fmla="*/ 3231 h 10000"/>
              <a:gd name="connsiteX76-331" fmla="*/ 2826 w 10000"/>
              <a:gd name="connsiteY76-332" fmla="*/ 3641 h 10000"/>
              <a:gd name="connsiteX77-333" fmla="*/ 2826 w 10000"/>
              <a:gd name="connsiteY77-334" fmla="*/ 4333 h 10000"/>
              <a:gd name="connsiteX78-335" fmla="*/ 2554 w 10000"/>
              <a:gd name="connsiteY78-336" fmla="*/ 5000 h 10000"/>
              <a:gd name="connsiteX79-337" fmla="*/ 2283 w 10000"/>
              <a:gd name="connsiteY79-338" fmla="*/ 5667 h 10000"/>
              <a:gd name="connsiteX80-339" fmla="*/ 2283 w 10000"/>
              <a:gd name="connsiteY80-340" fmla="*/ 6359 h 10000"/>
              <a:gd name="connsiteX81-341" fmla="*/ 1957 w 10000"/>
              <a:gd name="connsiteY81-342" fmla="*/ 6615 h 10000"/>
              <a:gd name="connsiteX82-343" fmla="*/ 1957 w 10000"/>
              <a:gd name="connsiteY82-344" fmla="*/ 7026 h 10000"/>
              <a:gd name="connsiteX83-345" fmla="*/ 1957 w 10000"/>
              <a:gd name="connsiteY83-346" fmla="*/ 7308 h 10000"/>
              <a:gd name="connsiteX84-347" fmla="*/ 1957 w 10000"/>
              <a:gd name="connsiteY84-348" fmla="*/ 7564 h 10000"/>
              <a:gd name="connsiteX85-349" fmla="*/ 2283 w 10000"/>
              <a:gd name="connsiteY85-350" fmla="*/ 7974 h 10000"/>
              <a:gd name="connsiteX86-351" fmla="*/ 2283 w 10000"/>
              <a:gd name="connsiteY86-352" fmla="*/ 8385 h 10000"/>
              <a:gd name="connsiteX87-353" fmla="*/ 2283 w 10000"/>
              <a:gd name="connsiteY87-354" fmla="*/ 8385 h 10000"/>
              <a:gd name="connsiteX0-355" fmla="*/ 2283 w 10000"/>
              <a:gd name="connsiteY0-356" fmla="*/ 8385 h 10000"/>
              <a:gd name="connsiteX1-357" fmla="*/ 2554 w 10000"/>
              <a:gd name="connsiteY1-358" fmla="*/ 8513 h 10000"/>
              <a:gd name="connsiteX2-359" fmla="*/ 2826 w 10000"/>
              <a:gd name="connsiteY2-360" fmla="*/ 8667 h 10000"/>
              <a:gd name="connsiteX3-361" fmla="*/ 3152 w 10000"/>
              <a:gd name="connsiteY3-362" fmla="*/ 8795 h 10000"/>
              <a:gd name="connsiteX4-363" fmla="*/ 3424 w 10000"/>
              <a:gd name="connsiteY4-364" fmla="*/ 8795 h 10000"/>
              <a:gd name="connsiteX5-365" fmla="*/ 4565 w 10000"/>
              <a:gd name="connsiteY5-366" fmla="*/ 8923 h 10000"/>
              <a:gd name="connsiteX6-367" fmla="*/ 5163 w 10000"/>
              <a:gd name="connsiteY6-368" fmla="*/ 8923 h 10000"/>
              <a:gd name="connsiteX7-369" fmla="*/ 5707 w 10000"/>
              <a:gd name="connsiteY7-370" fmla="*/ 8923 h 10000"/>
              <a:gd name="connsiteX8-371" fmla="*/ 6304 w 10000"/>
              <a:gd name="connsiteY8-372" fmla="*/ 8923 h 10000"/>
              <a:gd name="connsiteX9-373" fmla="*/ 6848 w 10000"/>
              <a:gd name="connsiteY9-374" fmla="*/ 8923 h 10000"/>
              <a:gd name="connsiteX10-375" fmla="*/ 7446 w 10000"/>
              <a:gd name="connsiteY10-376" fmla="*/ 8923 h 10000"/>
              <a:gd name="connsiteX11-377" fmla="*/ 7989 w 10000"/>
              <a:gd name="connsiteY11-378" fmla="*/ 8923 h 10000"/>
              <a:gd name="connsiteX12-379" fmla="*/ 8315 w 10000"/>
              <a:gd name="connsiteY12-380" fmla="*/ 8923 h 10000"/>
              <a:gd name="connsiteX13-381" fmla="*/ 8587 w 10000"/>
              <a:gd name="connsiteY13-382" fmla="*/ 9051 h 10000"/>
              <a:gd name="connsiteX14-383" fmla="*/ 9130 w 10000"/>
              <a:gd name="connsiteY14-384" fmla="*/ 9205 h 10000"/>
              <a:gd name="connsiteX15-385" fmla="*/ 9457 w 10000"/>
              <a:gd name="connsiteY15-386" fmla="*/ 9333 h 10000"/>
              <a:gd name="connsiteX16-387" fmla="*/ 9728 w 10000"/>
              <a:gd name="connsiteY16-388" fmla="*/ 9462 h 10000"/>
              <a:gd name="connsiteX17-389" fmla="*/ 10000 w 10000"/>
              <a:gd name="connsiteY17-390" fmla="*/ 9615 h 10000"/>
              <a:gd name="connsiteX18-391" fmla="*/ 10000 w 10000"/>
              <a:gd name="connsiteY18-392" fmla="*/ 9744 h 10000"/>
              <a:gd name="connsiteX19-393" fmla="*/ 10000 w 10000"/>
              <a:gd name="connsiteY19-394" fmla="*/ 9744 h 10000"/>
              <a:gd name="connsiteX20-395" fmla="*/ 10000 w 10000"/>
              <a:gd name="connsiteY20-396" fmla="*/ 9744 h 10000"/>
              <a:gd name="connsiteX21-397" fmla="*/ 10000 w 10000"/>
              <a:gd name="connsiteY21-398" fmla="*/ 9872 h 10000"/>
              <a:gd name="connsiteX22-399" fmla="*/ 9728 w 10000"/>
              <a:gd name="connsiteY22-400" fmla="*/ 9872 h 10000"/>
              <a:gd name="connsiteX23-401" fmla="*/ 9728 w 10000"/>
              <a:gd name="connsiteY23-402" fmla="*/ 9872 h 10000"/>
              <a:gd name="connsiteX24-403" fmla="*/ 9457 w 10000"/>
              <a:gd name="connsiteY24-404" fmla="*/ 10000 h 10000"/>
              <a:gd name="connsiteX25-405" fmla="*/ 9130 w 10000"/>
              <a:gd name="connsiteY25-406" fmla="*/ 10000 h 10000"/>
              <a:gd name="connsiteX26-407" fmla="*/ 8587 w 10000"/>
              <a:gd name="connsiteY26-408" fmla="*/ 10000 h 10000"/>
              <a:gd name="connsiteX27-409" fmla="*/ 8315 w 10000"/>
              <a:gd name="connsiteY27-410" fmla="*/ 10000 h 10000"/>
              <a:gd name="connsiteX28-411" fmla="*/ 7717 w 10000"/>
              <a:gd name="connsiteY28-412" fmla="*/ 10000 h 10000"/>
              <a:gd name="connsiteX29-413" fmla="*/ 6848 w 10000"/>
              <a:gd name="connsiteY29-414" fmla="*/ 10000 h 10000"/>
              <a:gd name="connsiteX30-415" fmla="*/ 6304 w 10000"/>
              <a:gd name="connsiteY30-416" fmla="*/ 10000 h 10000"/>
              <a:gd name="connsiteX31-417" fmla="*/ 3424 w 10000"/>
              <a:gd name="connsiteY31-418" fmla="*/ 10000 h 10000"/>
              <a:gd name="connsiteX32-419" fmla="*/ 2826 w 10000"/>
              <a:gd name="connsiteY32-420" fmla="*/ 10000 h 10000"/>
              <a:gd name="connsiteX33-421" fmla="*/ 2554 w 10000"/>
              <a:gd name="connsiteY33-422" fmla="*/ 9872 h 10000"/>
              <a:gd name="connsiteX34-423" fmla="*/ 2283 w 10000"/>
              <a:gd name="connsiteY34-424" fmla="*/ 9872 h 10000"/>
              <a:gd name="connsiteX35-425" fmla="*/ 1957 w 10000"/>
              <a:gd name="connsiteY35-426" fmla="*/ 9744 h 10000"/>
              <a:gd name="connsiteX36-427" fmla="*/ 1685 w 10000"/>
              <a:gd name="connsiteY36-428" fmla="*/ 9744 h 10000"/>
              <a:gd name="connsiteX37-429" fmla="*/ 1413 w 10000"/>
              <a:gd name="connsiteY37-430" fmla="*/ 9615 h 10000"/>
              <a:gd name="connsiteX38-431" fmla="*/ 1141 w 10000"/>
              <a:gd name="connsiteY38-432" fmla="*/ 9615 h 10000"/>
              <a:gd name="connsiteX39-433" fmla="*/ 815 w 10000"/>
              <a:gd name="connsiteY39-434" fmla="*/ 9462 h 10000"/>
              <a:gd name="connsiteX40-435" fmla="*/ 815 w 10000"/>
              <a:gd name="connsiteY40-436" fmla="*/ 9205 h 10000"/>
              <a:gd name="connsiteX41-437" fmla="*/ 543 w 10000"/>
              <a:gd name="connsiteY41-438" fmla="*/ 9051 h 10000"/>
              <a:gd name="connsiteX42-439" fmla="*/ 543 w 10000"/>
              <a:gd name="connsiteY42-440" fmla="*/ 8923 h 10000"/>
              <a:gd name="connsiteX43-441" fmla="*/ 272 w 10000"/>
              <a:gd name="connsiteY43-442" fmla="*/ 8667 h 10000"/>
              <a:gd name="connsiteX44-443" fmla="*/ 272 w 10000"/>
              <a:gd name="connsiteY44-444" fmla="*/ 8385 h 10000"/>
              <a:gd name="connsiteX45-445" fmla="*/ 272 w 10000"/>
              <a:gd name="connsiteY45-446" fmla="*/ 8128 h 10000"/>
              <a:gd name="connsiteX46-447" fmla="*/ 0 w 10000"/>
              <a:gd name="connsiteY46-448" fmla="*/ 7718 h 10000"/>
              <a:gd name="connsiteX47-449" fmla="*/ 0 w 10000"/>
              <a:gd name="connsiteY47-450" fmla="*/ 7308 h 10000"/>
              <a:gd name="connsiteX48-451" fmla="*/ 0 w 10000"/>
              <a:gd name="connsiteY48-452" fmla="*/ 6897 h 10000"/>
              <a:gd name="connsiteX49-453" fmla="*/ 272 w 10000"/>
              <a:gd name="connsiteY49-454" fmla="*/ 6359 h 10000"/>
              <a:gd name="connsiteX50-455" fmla="*/ 272 w 10000"/>
              <a:gd name="connsiteY50-456" fmla="*/ 5821 h 10000"/>
              <a:gd name="connsiteX51-457" fmla="*/ 272 w 10000"/>
              <a:gd name="connsiteY51-458" fmla="*/ 5282 h 10000"/>
              <a:gd name="connsiteX52-459" fmla="*/ 543 w 10000"/>
              <a:gd name="connsiteY52-460" fmla="*/ 4051 h 10000"/>
              <a:gd name="connsiteX53-461" fmla="*/ 543 w 10000"/>
              <a:gd name="connsiteY53-462" fmla="*/ 2692 h 10000"/>
              <a:gd name="connsiteX54-463" fmla="*/ 543 w 10000"/>
              <a:gd name="connsiteY54-464" fmla="*/ 1333 h 10000"/>
              <a:gd name="connsiteX55-465" fmla="*/ 272 w 10000"/>
              <a:gd name="connsiteY55-466" fmla="*/ 0 h 10000"/>
              <a:gd name="connsiteX56-467" fmla="*/ 1141 w 10000"/>
              <a:gd name="connsiteY56-468" fmla="*/ 256 h 10000"/>
              <a:gd name="connsiteX57-469" fmla="*/ 1685 w 10000"/>
              <a:gd name="connsiteY57-470" fmla="*/ 538 h 10000"/>
              <a:gd name="connsiteX58-471" fmla="*/ 1957 w 10000"/>
              <a:gd name="connsiteY58-472" fmla="*/ 667 h 10000"/>
              <a:gd name="connsiteX59-473" fmla="*/ 2554 w 10000"/>
              <a:gd name="connsiteY59-474" fmla="*/ 949 h 10000"/>
              <a:gd name="connsiteX60-475" fmla="*/ 2826 w 10000"/>
              <a:gd name="connsiteY60-476" fmla="*/ 1077 h 10000"/>
              <a:gd name="connsiteX61-477" fmla="*/ 3152 w 10000"/>
              <a:gd name="connsiteY61-478" fmla="*/ 1205 h 10000"/>
              <a:gd name="connsiteX62-479" fmla="*/ 3152 w 10000"/>
              <a:gd name="connsiteY62-480" fmla="*/ 1333 h 10000"/>
              <a:gd name="connsiteX63-481" fmla="*/ 3424 w 10000"/>
              <a:gd name="connsiteY63-482" fmla="*/ 1487 h 10000"/>
              <a:gd name="connsiteX64-483" fmla="*/ 3424 w 10000"/>
              <a:gd name="connsiteY64-484" fmla="*/ 1615 h 10000"/>
              <a:gd name="connsiteX65-485" fmla="*/ 3424 w 10000"/>
              <a:gd name="connsiteY65-486" fmla="*/ 1897 h 10000"/>
              <a:gd name="connsiteX66-487" fmla="*/ 3424 w 10000"/>
              <a:gd name="connsiteY66-488" fmla="*/ 2026 h 10000"/>
              <a:gd name="connsiteX67-489" fmla="*/ 3696 w 10000"/>
              <a:gd name="connsiteY67-490" fmla="*/ 2026 h 10000"/>
              <a:gd name="connsiteX68-491" fmla="*/ 3424 w 10000"/>
              <a:gd name="connsiteY68-492" fmla="*/ 2154 h 10000"/>
              <a:gd name="connsiteX69-493" fmla="*/ 3424 w 10000"/>
              <a:gd name="connsiteY69-494" fmla="*/ 2154 h 10000"/>
              <a:gd name="connsiteX70-495" fmla="*/ 3424 w 10000"/>
              <a:gd name="connsiteY70-496" fmla="*/ 2282 h 10000"/>
              <a:gd name="connsiteX71-497" fmla="*/ 3424 w 10000"/>
              <a:gd name="connsiteY71-498" fmla="*/ 2564 h 10000"/>
              <a:gd name="connsiteX72-499" fmla="*/ 3424 w 10000"/>
              <a:gd name="connsiteY72-500" fmla="*/ 2692 h 10000"/>
              <a:gd name="connsiteX73-501" fmla="*/ 3152 w 10000"/>
              <a:gd name="connsiteY73-502" fmla="*/ 2974 h 10000"/>
              <a:gd name="connsiteX74-503" fmla="*/ 3152 w 10000"/>
              <a:gd name="connsiteY74-504" fmla="*/ 3231 h 10000"/>
              <a:gd name="connsiteX75-505" fmla="*/ 2826 w 10000"/>
              <a:gd name="connsiteY75-506" fmla="*/ 3641 h 10000"/>
              <a:gd name="connsiteX76-507" fmla="*/ 2826 w 10000"/>
              <a:gd name="connsiteY76-508" fmla="*/ 4333 h 10000"/>
              <a:gd name="connsiteX77-509" fmla="*/ 2554 w 10000"/>
              <a:gd name="connsiteY77-510" fmla="*/ 5000 h 10000"/>
              <a:gd name="connsiteX78-511" fmla="*/ 2283 w 10000"/>
              <a:gd name="connsiteY78-512" fmla="*/ 5667 h 10000"/>
              <a:gd name="connsiteX79-513" fmla="*/ 2283 w 10000"/>
              <a:gd name="connsiteY79-514" fmla="*/ 6359 h 10000"/>
              <a:gd name="connsiteX80-515" fmla="*/ 1957 w 10000"/>
              <a:gd name="connsiteY80-516" fmla="*/ 6615 h 10000"/>
              <a:gd name="connsiteX81-517" fmla="*/ 1957 w 10000"/>
              <a:gd name="connsiteY81-518" fmla="*/ 7026 h 10000"/>
              <a:gd name="connsiteX82-519" fmla="*/ 1957 w 10000"/>
              <a:gd name="connsiteY82-520" fmla="*/ 7308 h 10000"/>
              <a:gd name="connsiteX83-521" fmla="*/ 1957 w 10000"/>
              <a:gd name="connsiteY83-522" fmla="*/ 7564 h 10000"/>
              <a:gd name="connsiteX84-523" fmla="*/ 2283 w 10000"/>
              <a:gd name="connsiteY84-524" fmla="*/ 7974 h 10000"/>
              <a:gd name="connsiteX85-525" fmla="*/ 2283 w 10000"/>
              <a:gd name="connsiteY85-526" fmla="*/ 8385 h 10000"/>
              <a:gd name="connsiteX86-527" fmla="*/ 2283 w 10000"/>
              <a:gd name="connsiteY86-528" fmla="*/ 8385 h 10000"/>
              <a:gd name="connsiteX0-529" fmla="*/ 2283 w 10000"/>
              <a:gd name="connsiteY0-530" fmla="*/ 8385 h 10000"/>
              <a:gd name="connsiteX1-531" fmla="*/ 2554 w 10000"/>
              <a:gd name="connsiteY1-532" fmla="*/ 8513 h 10000"/>
              <a:gd name="connsiteX2-533" fmla="*/ 2826 w 10000"/>
              <a:gd name="connsiteY2-534" fmla="*/ 8667 h 10000"/>
              <a:gd name="connsiteX3-535" fmla="*/ 3152 w 10000"/>
              <a:gd name="connsiteY3-536" fmla="*/ 8795 h 10000"/>
              <a:gd name="connsiteX4-537" fmla="*/ 3424 w 10000"/>
              <a:gd name="connsiteY4-538" fmla="*/ 8795 h 10000"/>
              <a:gd name="connsiteX5-539" fmla="*/ 4565 w 10000"/>
              <a:gd name="connsiteY5-540" fmla="*/ 8923 h 10000"/>
              <a:gd name="connsiteX6-541" fmla="*/ 5707 w 10000"/>
              <a:gd name="connsiteY6-542" fmla="*/ 8923 h 10000"/>
              <a:gd name="connsiteX7-543" fmla="*/ 6304 w 10000"/>
              <a:gd name="connsiteY7-544" fmla="*/ 8923 h 10000"/>
              <a:gd name="connsiteX8-545" fmla="*/ 6848 w 10000"/>
              <a:gd name="connsiteY8-546" fmla="*/ 8923 h 10000"/>
              <a:gd name="connsiteX9-547" fmla="*/ 7446 w 10000"/>
              <a:gd name="connsiteY9-548" fmla="*/ 8923 h 10000"/>
              <a:gd name="connsiteX10-549" fmla="*/ 7989 w 10000"/>
              <a:gd name="connsiteY10-550" fmla="*/ 8923 h 10000"/>
              <a:gd name="connsiteX11-551" fmla="*/ 8315 w 10000"/>
              <a:gd name="connsiteY11-552" fmla="*/ 8923 h 10000"/>
              <a:gd name="connsiteX12-553" fmla="*/ 8587 w 10000"/>
              <a:gd name="connsiteY12-554" fmla="*/ 9051 h 10000"/>
              <a:gd name="connsiteX13-555" fmla="*/ 9130 w 10000"/>
              <a:gd name="connsiteY13-556" fmla="*/ 9205 h 10000"/>
              <a:gd name="connsiteX14-557" fmla="*/ 9457 w 10000"/>
              <a:gd name="connsiteY14-558" fmla="*/ 9333 h 10000"/>
              <a:gd name="connsiteX15-559" fmla="*/ 9728 w 10000"/>
              <a:gd name="connsiteY15-560" fmla="*/ 9462 h 10000"/>
              <a:gd name="connsiteX16-561" fmla="*/ 10000 w 10000"/>
              <a:gd name="connsiteY16-562" fmla="*/ 9615 h 10000"/>
              <a:gd name="connsiteX17-563" fmla="*/ 10000 w 10000"/>
              <a:gd name="connsiteY17-564" fmla="*/ 9744 h 10000"/>
              <a:gd name="connsiteX18-565" fmla="*/ 10000 w 10000"/>
              <a:gd name="connsiteY18-566" fmla="*/ 9744 h 10000"/>
              <a:gd name="connsiteX19-567" fmla="*/ 10000 w 10000"/>
              <a:gd name="connsiteY19-568" fmla="*/ 9744 h 10000"/>
              <a:gd name="connsiteX20-569" fmla="*/ 10000 w 10000"/>
              <a:gd name="connsiteY20-570" fmla="*/ 9872 h 10000"/>
              <a:gd name="connsiteX21-571" fmla="*/ 9728 w 10000"/>
              <a:gd name="connsiteY21-572" fmla="*/ 9872 h 10000"/>
              <a:gd name="connsiteX22-573" fmla="*/ 9728 w 10000"/>
              <a:gd name="connsiteY22-574" fmla="*/ 9872 h 10000"/>
              <a:gd name="connsiteX23-575" fmla="*/ 9457 w 10000"/>
              <a:gd name="connsiteY23-576" fmla="*/ 10000 h 10000"/>
              <a:gd name="connsiteX24-577" fmla="*/ 9130 w 10000"/>
              <a:gd name="connsiteY24-578" fmla="*/ 10000 h 10000"/>
              <a:gd name="connsiteX25-579" fmla="*/ 8587 w 10000"/>
              <a:gd name="connsiteY25-580" fmla="*/ 10000 h 10000"/>
              <a:gd name="connsiteX26-581" fmla="*/ 8315 w 10000"/>
              <a:gd name="connsiteY26-582" fmla="*/ 10000 h 10000"/>
              <a:gd name="connsiteX27-583" fmla="*/ 7717 w 10000"/>
              <a:gd name="connsiteY27-584" fmla="*/ 10000 h 10000"/>
              <a:gd name="connsiteX28-585" fmla="*/ 6848 w 10000"/>
              <a:gd name="connsiteY28-586" fmla="*/ 10000 h 10000"/>
              <a:gd name="connsiteX29-587" fmla="*/ 6304 w 10000"/>
              <a:gd name="connsiteY29-588" fmla="*/ 10000 h 10000"/>
              <a:gd name="connsiteX30-589" fmla="*/ 3424 w 10000"/>
              <a:gd name="connsiteY30-590" fmla="*/ 10000 h 10000"/>
              <a:gd name="connsiteX31-591" fmla="*/ 2826 w 10000"/>
              <a:gd name="connsiteY31-592" fmla="*/ 10000 h 10000"/>
              <a:gd name="connsiteX32-593" fmla="*/ 2554 w 10000"/>
              <a:gd name="connsiteY32-594" fmla="*/ 9872 h 10000"/>
              <a:gd name="connsiteX33-595" fmla="*/ 2283 w 10000"/>
              <a:gd name="connsiteY33-596" fmla="*/ 9872 h 10000"/>
              <a:gd name="connsiteX34-597" fmla="*/ 1957 w 10000"/>
              <a:gd name="connsiteY34-598" fmla="*/ 9744 h 10000"/>
              <a:gd name="connsiteX35-599" fmla="*/ 1685 w 10000"/>
              <a:gd name="connsiteY35-600" fmla="*/ 9744 h 10000"/>
              <a:gd name="connsiteX36-601" fmla="*/ 1413 w 10000"/>
              <a:gd name="connsiteY36-602" fmla="*/ 9615 h 10000"/>
              <a:gd name="connsiteX37-603" fmla="*/ 1141 w 10000"/>
              <a:gd name="connsiteY37-604" fmla="*/ 9615 h 10000"/>
              <a:gd name="connsiteX38-605" fmla="*/ 815 w 10000"/>
              <a:gd name="connsiteY38-606" fmla="*/ 9462 h 10000"/>
              <a:gd name="connsiteX39-607" fmla="*/ 815 w 10000"/>
              <a:gd name="connsiteY39-608" fmla="*/ 9205 h 10000"/>
              <a:gd name="connsiteX40-609" fmla="*/ 543 w 10000"/>
              <a:gd name="connsiteY40-610" fmla="*/ 9051 h 10000"/>
              <a:gd name="connsiteX41-611" fmla="*/ 543 w 10000"/>
              <a:gd name="connsiteY41-612" fmla="*/ 8923 h 10000"/>
              <a:gd name="connsiteX42-613" fmla="*/ 272 w 10000"/>
              <a:gd name="connsiteY42-614" fmla="*/ 8667 h 10000"/>
              <a:gd name="connsiteX43-615" fmla="*/ 272 w 10000"/>
              <a:gd name="connsiteY43-616" fmla="*/ 8385 h 10000"/>
              <a:gd name="connsiteX44-617" fmla="*/ 272 w 10000"/>
              <a:gd name="connsiteY44-618" fmla="*/ 8128 h 10000"/>
              <a:gd name="connsiteX45-619" fmla="*/ 0 w 10000"/>
              <a:gd name="connsiteY45-620" fmla="*/ 7718 h 10000"/>
              <a:gd name="connsiteX46-621" fmla="*/ 0 w 10000"/>
              <a:gd name="connsiteY46-622" fmla="*/ 7308 h 10000"/>
              <a:gd name="connsiteX47-623" fmla="*/ 0 w 10000"/>
              <a:gd name="connsiteY47-624" fmla="*/ 6897 h 10000"/>
              <a:gd name="connsiteX48-625" fmla="*/ 272 w 10000"/>
              <a:gd name="connsiteY48-626" fmla="*/ 6359 h 10000"/>
              <a:gd name="connsiteX49-627" fmla="*/ 272 w 10000"/>
              <a:gd name="connsiteY49-628" fmla="*/ 5821 h 10000"/>
              <a:gd name="connsiteX50-629" fmla="*/ 272 w 10000"/>
              <a:gd name="connsiteY50-630" fmla="*/ 5282 h 10000"/>
              <a:gd name="connsiteX51-631" fmla="*/ 543 w 10000"/>
              <a:gd name="connsiteY51-632" fmla="*/ 4051 h 10000"/>
              <a:gd name="connsiteX52-633" fmla="*/ 543 w 10000"/>
              <a:gd name="connsiteY52-634" fmla="*/ 2692 h 10000"/>
              <a:gd name="connsiteX53-635" fmla="*/ 543 w 10000"/>
              <a:gd name="connsiteY53-636" fmla="*/ 1333 h 10000"/>
              <a:gd name="connsiteX54-637" fmla="*/ 272 w 10000"/>
              <a:gd name="connsiteY54-638" fmla="*/ 0 h 10000"/>
              <a:gd name="connsiteX55-639" fmla="*/ 1141 w 10000"/>
              <a:gd name="connsiteY55-640" fmla="*/ 256 h 10000"/>
              <a:gd name="connsiteX56-641" fmla="*/ 1685 w 10000"/>
              <a:gd name="connsiteY56-642" fmla="*/ 538 h 10000"/>
              <a:gd name="connsiteX57-643" fmla="*/ 1957 w 10000"/>
              <a:gd name="connsiteY57-644" fmla="*/ 667 h 10000"/>
              <a:gd name="connsiteX58-645" fmla="*/ 2554 w 10000"/>
              <a:gd name="connsiteY58-646" fmla="*/ 949 h 10000"/>
              <a:gd name="connsiteX59-647" fmla="*/ 2826 w 10000"/>
              <a:gd name="connsiteY59-648" fmla="*/ 1077 h 10000"/>
              <a:gd name="connsiteX60-649" fmla="*/ 3152 w 10000"/>
              <a:gd name="connsiteY60-650" fmla="*/ 1205 h 10000"/>
              <a:gd name="connsiteX61-651" fmla="*/ 3152 w 10000"/>
              <a:gd name="connsiteY61-652" fmla="*/ 1333 h 10000"/>
              <a:gd name="connsiteX62-653" fmla="*/ 3424 w 10000"/>
              <a:gd name="connsiteY62-654" fmla="*/ 1487 h 10000"/>
              <a:gd name="connsiteX63-655" fmla="*/ 3424 w 10000"/>
              <a:gd name="connsiteY63-656" fmla="*/ 1615 h 10000"/>
              <a:gd name="connsiteX64-657" fmla="*/ 3424 w 10000"/>
              <a:gd name="connsiteY64-658" fmla="*/ 1897 h 10000"/>
              <a:gd name="connsiteX65-659" fmla="*/ 3424 w 10000"/>
              <a:gd name="connsiteY65-660" fmla="*/ 2026 h 10000"/>
              <a:gd name="connsiteX66-661" fmla="*/ 3696 w 10000"/>
              <a:gd name="connsiteY66-662" fmla="*/ 2026 h 10000"/>
              <a:gd name="connsiteX67-663" fmla="*/ 3424 w 10000"/>
              <a:gd name="connsiteY67-664" fmla="*/ 2154 h 10000"/>
              <a:gd name="connsiteX68-665" fmla="*/ 3424 w 10000"/>
              <a:gd name="connsiteY68-666" fmla="*/ 2154 h 10000"/>
              <a:gd name="connsiteX69-667" fmla="*/ 3424 w 10000"/>
              <a:gd name="connsiteY69-668" fmla="*/ 2282 h 10000"/>
              <a:gd name="connsiteX70-669" fmla="*/ 3424 w 10000"/>
              <a:gd name="connsiteY70-670" fmla="*/ 2564 h 10000"/>
              <a:gd name="connsiteX71-671" fmla="*/ 3424 w 10000"/>
              <a:gd name="connsiteY71-672" fmla="*/ 2692 h 10000"/>
              <a:gd name="connsiteX72-673" fmla="*/ 3152 w 10000"/>
              <a:gd name="connsiteY72-674" fmla="*/ 2974 h 10000"/>
              <a:gd name="connsiteX73-675" fmla="*/ 3152 w 10000"/>
              <a:gd name="connsiteY73-676" fmla="*/ 3231 h 10000"/>
              <a:gd name="connsiteX74-677" fmla="*/ 2826 w 10000"/>
              <a:gd name="connsiteY74-678" fmla="*/ 3641 h 10000"/>
              <a:gd name="connsiteX75-679" fmla="*/ 2826 w 10000"/>
              <a:gd name="connsiteY75-680" fmla="*/ 4333 h 10000"/>
              <a:gd name="connsiteX76-681" fmla="*/ 2554 w 10000"/>
              <a:gd name="connsiteY76-682" fmla="*/ 5000 h 10000"/>
              <a:gd name="connsiteX77-683" fmla="*/ 2283 w 10000"/>
              <a:gd name="connsiteY77-684" fmla="*/ 5667 h 10000"/>
              <a:gd name="connsiteX78-685" fmla="*/ 2283 w 10000"/>
              <a:gd name="connsiteY78-686" fmla="*/ 6359 h 10000"/>
              <a:gd name="connsiteX79-687" fmla="*/ 1957 w 10000"/>
              <a:gd name="connsiteY79-688" fmla="*/ 6615 h 10000"/>
              <a:gd name="connsiteX80-689" fmla="*/ 1957 w 10000"/>
              <a:gd name="connsiteY80-690" fmla="*/ 7026 h 10000"/>
              <a:gd name="connsiteX81-691" fmla="*/ 1957 w 10000"/>
              <a:gd name="connsiteY81-692" fmla="*/ 7308 h 10000"/>
              <a:gd name="connsiteX82-693" fmla="*/ 1957 w 10000"/>
              <a:gd name="connsiteY82-694" fmla="*/ 7564 h 10000"/>
              <a:gd name="connsiteX83-695" fmla="*/ 2283 w 10000"/>
              <a:gd name="connsiteY83-696" fmla="*/ 7974 h 10000"/>
              <a:gd name="connsiteX84-697" fmla="*/ 2283 w 10000"/>
              <a:gd name="connsiteY84-698" fmla="*/ 8385 h 10000"/>
              <a:gd name="connsiteX85-699" fmla="*/ 2283 w 10000"/>
              <a:gd name="connsiteY85-700" fmla="*/ 8385 h 10000"/>
              <a:gd name="connsiteX0-701" fmla="*/ 2283 w 10000"/>
              <a:gd name="connsiteY0-702" fmla="*/ 8385 h 10000"/>
              <a:gd name="connsiteX1-703" fmla="*/ 2554 w 10000"/>
              <a:gd name="connsiteY1-704" fmla="*/ 8513 h 10000"/>
              <a:gd name="connsiteX2-705" fmla="*/ 2826 w 10000"/>
              <a:gd name="connsiteY2-706" fmla="*/ 8667 h 10000"/>
              <a:gd name="connsiteX3-707" fmla="*/ 3152 w 10000"/>
              <a:gd name="connsiteY3-708" fmla="*/ 8795 h 10000"/>
              <a:gd name="connsiteX4-709" fmla="*/ 3424 w 10000"/>
              <a:gd name="connsiteY4-710" fmla="*/ 8795 h 10000"/>
              <a:gd name="connsiteX5-711" fmla="*/ 5707 w 10000"/>
              <a:gd name="connsiteY5-712" fmla="*/ 8923 h 10000"/>
              <a:gd name="connsiteX6-713" fmla="*/ 6304 w 10000"/>
              <a:gd name="connsiteY6-714" fmla="*/ 8923 h 10000"/>
              <a:gd name="connsiteX7-715" fmla="*/ 6848 w 10000"/>
              <a:gd name="connsiteY7-716" fmla="*/ 8923 h 10000"/>
              <a:gd name="connsiteX8-717" fmla="*/ 7446 w 10000"/>
              <a:gd name="connsiteY8-718" fmla="*/ 8923 h 10000"/>
              <a:gd name="connsiteX9-719" fmla="*/ 7989 w 10000"/>
              <a:gd name="connsiteY9-720" fmla="*/ 8923 h 10000"/>
              <a:gd name="connsiteX10-721" fmla="*/ 8315 w 10000"/>
              <a:gd name="connsiteY10-722" fmla="*/ 8923 h 10000"/>
              <a:gd name="connsiteX11-723" fmla="*/ 8587 w 10000"/>
              <a:gd name="connsiteY11-724" fmla="*/ 9051 h 10000"/>
              <a:gd name="connsiteX12-725" fmla="*/ 9130 w 10000"/>
              <a:gd name="connsiteY12-726" fmla="*/ 9205 h 10000"/>
              <a:gd name="connsiteX13-727" fmla="*/ 9457 w 10000"/>
              <a:gd name="connsiteY13-728" fmla="*/ 9333 h 10000"/>
              <a:gd name="connsiteX14-729" fmla="*/ 9728 w 10000"/>
              <a:gd name="connsiteY14-730" fmla="*/ 9462 h 10000"/>
              <a:gd name="connsiteX15-731" fmla="*/ 10000 w 10000"/>
              <a:gd name="connsiteY15-732" fmla="*/ 9615 h 10000"/>
              <a:gd name="connsiteX16-733" fmla="*/ 10000 w 10000"/>
              <a:gd name="connsiteY16-734" fmla="*/ 9744 h 10000"/>
              <a:gd name="connsiteX17-735" fmla="*/ 10000 w 10000"/>
              <a:gd name="connsiteY17-736" fmla="*/ 9744 h 10000"/>
              <a:gd name="connsiteX18-737" fmla="*/ 10000 w 10000"/>
              <a:gd name="connsiteY18-738" fmla="*/ 9744 h 10000"/>
              <a:gd name="connsiteX19-739" fmla="*/ 10000 w 10000"/>
              <a:gd name="connsiteY19-740" fmla="*/ 9872 h 10000"/>
              <a:gd name="connsiteX20-741" fmla="*/ 9728 w 10000"/>
              <a:gd name="connsiteY20-742" fmla="*/ 9872 h 10000"/>
              <a:gd name="connsiteX21-743" fmla="*/ 9728 w 10000"/>
              <a:gd name="connsiteY21-744" fmla="*/ 9872 h 10000"/>
              <a:gd name="connsiteX22-745" fmla="*/ 9457 w 10000"/>
              <a:gd name="connsiteY22-746" fmla="*/ 10000 h 10000"/>
              <a:gd name="connsiteX23-747" fmla="*/ 9130 w 10000"/>
              <a:gd name="connsiteY23-748" fmla="*/ 10000 h 10000"/>
              <a:gd name="connsiteX24-749" fmla="*/ 8587 w 10000"/>
              <a:gd name="connsiteY24-750" fmla="*/ 10000 h 10000"/>
              <a:gd name="connsiteX25-751" fmla="*/ 8315 w 10000"/>
              <a:gd name="connsiteY25-752" fmla="*/ 10000 h 10000"/>
              <a:gd name="connsiteX26-753" fmla="*/ 7717 w 10000"/>
              <a:gd name="connsiteY26-754" fmla="*/ 10000 h 10000"/>
              <a:gd name="connsiteX27-755" fmla="*/ 6848 w 10000"/>
              <a:gd name="connsiteY27-756" fmla="*/ 10000 h 10000"/>
              <a:gd name="connsiteX28-757" fmla="*/ 6304 w 10000"/>
              <a:gd name="connsiteY28-758" fmla="*/ 10000 h 10000"/>
              <a:gd name="connsiteX29-759" fmla="*/ 3424 w 10000"/>
              <a:gd name="connsiteY29-760" fmla="*/ 10000 h 10000"/>
              <a:gd name="connsiteX30-761" fmla="*/ 2826 w 10000"/>
              <a:gd name="connsiteY30-762" fmla="*/ 10000 h 10000"/>
              <a:gd name="connsiteX31-763" fmla="*/ 2554 w 10000"/>
              <a:gd name="connsiteY31-764" fmla="*/ 9872 h 10000"/>
              <a:gd name="connsiteX32-765" fmla="*/ 2283 w 10000"/>
              <a:gd name="connsiteY32-766" fmla="*/ 9872 h 10000"/>
              <a:gd name="connsiteX33-767" fmla="*/ 1957 w 10000"/>
              <a:gd name="connsiteY33-768" fmla="*/ 9744 h 10000"/>
              <a:gd name="connsiteX34-769" fmla="*/ 1685 w 10000"/>
              <a:gd name="connsiteY34-770" fmla="*/ 9744 h 10000"/>
              <a:gd name="connsiteX35-771" fmla="*/ 1413 w 10000"/>
              <a:gd name="connsiteY35-772" fmla="*/ 9615 h 10000"/>
              <a:gd name="connsiteX36-773" fmla="*/ 1141 w 10000"/>
              <a:gd name="connsiteY36-774" fmla="*/ 9615 h 10000"/>
              <a:gd name="connsiteX37-775" fmla="*/ 815 w 10000"/>
              <a:gd name="connsiteY37-776" fmla="*/ 9462 h 10000"/>
              <a:gd name="connsiteX38-777" fmla="*/ 815 w 10000"/>
              <a:gd name="connsiteY38-778" fmla="*/ 9205 h 10000"/>
              <a:gd name="connsiteX39-779" fmla="*/ 543 w 10000"/>
              <a:gd name="connsiteY39-780" fmla="*/ 9051 h 10000"/>
              <a:gd name="connsiteX40-781" fmla="*/ 543 w 10000"/>
              <a:gd name="connsiteY40-782" fmla="*/ 8923 h 10000"/>
              <a:gd name="connsiteX41-783" fmla="*/ 272 w 10000"/>
              <a:gd name="connsiteY41-784" fmla="*/ 8667 h 10000"/>
              <a:gd name="connsiteX42-785" fmla="*/ 272 w 10000"/>
              <a:gd name="connsiteY42-786" fmla="*/ 8385 h 10000"/>
              <a:gd name="connsiteX43-787" fmla="*/ 272 w 10000"/>
              <a:gd name="connsiteY43-788" fmla="*/ 8128 h 10000"/>
              <a:gd name="connsiteX44-789" fmla="*/ 0 w 10000"/>
              <a:gd name="connsiteY44-790" fmla="*/ 7718 h 10000"/>
              <a:gd name="connsiteX45-791" fmla="*/ 0 w 10000"/>
              <a:gd name="connsiteY45-792" fmla="*/ 7308 h 10000"/>
              <a:gd name="connsiteX46-793" fmla="*/ 0 w 10000"/>
              <a:gd name="connsiteY46-794" fmla="*/ 6897 h 10000"/>
              <a:gd name="connsiteX47-795" fmla="*/ 272 w 10000"/>
              <a:gd name="connsiteY47-796" fmla="*/ 6359 h 10000"/>
              <a:gd name="connsiteX48-797" fmla="*/ 272 w 10000"/>
              <a:gd name="connsiteY48-798" fmla="*/ 5821 h 10000"/>
              <a:gd name="connsiteX49-799" fmla="*/ 272 w 10000"/>
              <a:gd name="connsiteY49-800" fmla="*/ 5282 h 10000"/>
              <a:gd name="connsiteX50-801" fmla="*/ 543 w 10000"/>
              <a:gd name="connsiteY50-802" fmla="*/ 4051 h 10000"/>
              <a:gd name="connsiteX51-803" fmla="*/ 543 w 10000"/>
              <a:gd name="connsiteY51-804" fmla="*/ 2692 h 10000"/>
              <a:gd name="connsiteX52-805" fmla="*/ 543 w 10000"/>
              <a:gd name="connsiteY52-806" fmla="*/ 1333 h 10000"/>
              <a:gd name="connsiteX53-807" fmla="*/ 272 w 10000"/>
              <a:gd name="connsiteY53-808" fmla="*/ 0 h 10000"/>
              <a:gd name="connsiteX54-809" fmla="*/ 1141 w 10000"/>
              <a:gd name="connsiteY54-810" fmla="*/ 256 h 10000"/>
              <a:gd name="connsiteX55-811" fmla="*/ 1685 w 10000"/>
              <a:gd name="connsiteY55-812" fmla="*/ 538 h 10000"/>
              <a:gd name="connsiteX56-813" fmla="*/ 1957 w 10000"/>
              <a:gd name="connsiteY56-814" fmla="*/ 667 h 10000"/>
              <a:gd name="connsiteX57-815" fmla="*/ 2554 w 10000"/>
              <a:gd name="connsiteY57-816" fmla="*/ 949 h 10000"/>
              <a:gd name="connsiteX58-817" fmla="*/ 2826 w 10000"/>
              <a:gd name="connsiteY58-818" fmla="*/ 1077 h 10000"/>
              <a:gd name="connsiteX59-819" fmla="*/ 3152 w 10000"/>
              <a:gd name="connsiteY59-820" fmla="*/ 1205 h 10000"/>
              <a:gd name="connsiteX60-821" fmla="*/ 3152 w 10000"/>
              <a:gd name="connsiteY60-822" fmla="*/ 1333 h 10000"/>
              <a:gd name="connsiteX61-823" fmla="*/ 3424 w 10000"/>
              <a:gd name="connsiteY61-824" fmla="*/ 1487 h 10000"/>
              <a:gd name="connsiteX62-825" fmla="*/ 3424 w 10000"/>
              <a:gd name="connsiteY62-826" fmla="*/ 1615 h 10000"/>
              <a:gd name="connsiteX63-827" fmla="*/ 3424 w 10000"/>
              <a:gd name="connsiteY63-828" fmla="*/ 1897 h 10000"/>
              <a:gd name="connsiteX64-829" fmla="*/ 3424 w 10000"/>
              <a:gd name="connsiteY64-830" fmla="*/ 2026 h 10000"/>
              <a:gd name="connsiteX65-831" fmla="*/ 3696 w 10000"/>
              <a:gd name="connsiteY65-832" fmla="*/ 2026 h 10000"/>
              <a:gd name="connsiteX66-833" fmla="*/ 3424 w 10000"/>
              <a:gd name="connsiteY66-834" fmla="*/ 2154 h 10000"/>
              <a:gd name="connsiteX67-835" fmla="*/ 3424 w 10000"/>
              <a:gd name="connsiteY67-836" fmla="*/ 2154 h 10000"/>
              <a:gd name="connsiteX68-837" fmla="*/ 3424 w 10000"/>
              <a:gd name="connsiteY68-838" fmla="*/ 2282 h 10000"/>
              <a:gd name="connsiteX69-839" fmla="*/ 3424 w 10000"/>
              <a:gd name="connsiteY69-840" fmla="*/ 2564 h 10000"/>
              <a:gd name="connsiteX70-841" fmla="*/ 3424 w 10000"/>
              <a:gd name="connsiteY70-842" fmla="*/ 2692 h 10000"/>
              <a:gd name="connsiteX71-843" fmla="*/ 3152 w 10000"/>
              <a:gd name="connsiteY71-844" fmla="*/ 2974 h 10000"/>
              <a:gd name="connsiteX72-845" fmla="*/ 3152 w 10000"/>
              <a:gd name="connsiteY72-846" fmla="*/ 3231 h 10000"/>
              <a:gd name="connsiteX73-847" fmla="*/ 2826 w 10000"/>
              <a:gd name="connsiteY73-848" fmla="*/ 3641 h 10000"/>
              <a:gd name="connsiteX74-849" fmla="*/ 2826 w 10000"/>
              <a:gd name="connsiteY74-850" fmla="*/ 4333 h 10000"/>
              <a:gd name="connsiteX75-851" fmla="*/ 2554 w 10000"/>
              <a:gd name="connsiteY75-852" fmla="*/ 5000 h 10000"/>
              <a:gd name="connsiteX76-853" fmla="*/ 2283 w 10000"/>
              <a:gd name="connsiteY76-854" fmla="*/ 5667 h 10000"/>
              <a:gd name="connsiteX77-855" fmla="*/ 2283 w 10000"/>
              <a:gd name="connsiteY77-856" fmla="*/ 6359 h 10000"/>
              <a:gd name="connsiteX78-857" fmla="*/ 1957 w 10000"/>
              <a:gd name="connsiteY78-858" fmla="*/ 6615 h 10000"/>
              <a:gd name="connsiteX79-859" fmla="*/ 1957 w 10000"/>
              <a:gd name="connsiteY79-860" fmla="*/ 7026 h 10000"/>
              <a:gd name="connsiteX80-861" fmla="*/ 1957 w 10000"/>
              <a:gd name="connsiteY80-862" fmla="*/ 7308 h 10000"/>
              <a:gd name="connsiteX81-863" fmla="*/ 1957 w 10000"/>
              <a:gd name="connsiteY81-864" fmla="*/ 7564 h 10000"/>
              <a:gd name="connsiteX82-865" fmla="*/ 2283 w 10000"/>
              <a:gd name="connsiteY82-866" fmla="*/ 7974 h 10000"/>
              <a:gd name="connsiteX83-867" fmla="*/ 2283 w 10000"/>
              <a:gd name="connsiteY83-868" fmla="*/ 8385 h 10000"/>
              <a:gd name="connsiteX84-869" fmla="*/ 2283 w 10000"/>
              <a:gd name="connsiteY84-870" fmla="*/ 8385 h 10000"/>
              <a:gd name="connsiteX0-871" fmla="*/ 2283 w 10000"/>
              <a:gd name="connsiteY0-872" fmla="*/ 8385 h 10000"/>
              <a:gd name="connsiteX1-873" fmla="*/ 2554 w 10000"/>
              <a:gd name="connsiteY1-874" fmla="*/ 8513 h 10000"/>
              <a:gd name="connsiteX2-875" fmla="*/ 2826 w 10000"/>
              <a:gd name="connsiteY2-876" fmla="*/ 8667 h 10000"/>
              <a:gd name="connsiteX3-877" fmla="*/ 3152 w 10000"/>
              <a:gd name="connsiteY3-878" fmla="*/ 8795 h 10000"/>
              <a:gd name="connsiteX4-879" fmla="*/ 5707 w 10000"/>
              <a:gd name="connsiteY4-880" fmla="*/ 8923 h 10000"/>
              <a:gd name="connsiteX5-881" fmla="*/ 6304 w 10000"/>
              <a:gd name="connsiteY5-882" fmla="*/ 8923 h 10000"/>
              <a:gd name="connsiteX6-883" fmla="*/ 6848 w 10000"/>
              <a:gd name="connsiteY6-884" fmla="*/ 8923 h 10000"/>
              <a:gd name="connsiteX7-885" fmla="*/ 7446 w 10000"/>
              <a:gd name="connsiteY7-886" fmla="*/ 8923 h 10000"/>
              <a:gd name="connsiteX8-887" fmla="*/ 7989 w 10000"/>
              <a:gd name="connsiteY8-888" fmla="*/ 8923 h 10000"/>
              <a:gd name="connsiteX9-889" fmla="*/ 8315 w 10000"/>
              <a:gd name="connsiteY9-890" fmla="*/ 8923 h 10000"/>
              <a:gd name="connsiteX10-891" fmla="*/ 8587 w 10000"/>
              <a:gd name="connsiteY10-892" fmla="*/ 9051 h 10000"/>
              <a:gd name="connsiteX11-893" fmla="*/ 9130 w 10000"/>
              <a:gd name="connsiteY11-894" fmla="*/ 9205 h 10000"/>
              <a:gd name="connsiteX12-895" fmla="*/ 9457 w 10000"/>
              <a:gd name="connsiteY12-896" fmla="*/ 9333 h 10000"/>
              <a:gd name="connsiteX13-897" fmla="*/ 9728 w 10000"/>
              <a:gd name="connsiteY13-898" fmla="*/ 9462 h 10000"/>
              <a:gd name="connsiteX14-899" fmla="*/ 10000 w 10000"/>
              <a:gd name="connsiteY14-900" fmla="*/ 9615 h 10000"/>
              <a:gd name="connsiteX15-901" fmla="*/ 10000 w 10000"/>
              <a:gd name="connsiteY15-902" fmla="*/ 9744 h 10000"/>
              <a:gd name="connsiteX16-903" fmla="*/ 10000 w 10000"/>
              <a:gd name="connsiteY16-904" fmla="*/ 9744 h 10000"/>
              <a:gd name="connsiteX17-905" fmla="*/ 10000 w 10000"/>
              <a:gd name="connsiteY17-906" fmla="*/ 9744 h 10000"/>
              <a:gd name="connsiteX18-907" fmla="*/ 10000 w 10000"/>
              <a:gd name="connsiteY18-908" fmla="*/ 9872 h 10000"/>
              <a:gd name="connsiteX19-909" fmla="*/ 9728 w 10000"/>
              <a:gd name="connsiteY19-910" fmla="*/ 9872 h 10000"/>
              <a:gd name="connsiteX20-911" fmla="*/ 9728 w 10000"/>
              <a:gd name="connsiteY20-912" fmla="*/ 9872 h 10000"/>
              <a:gd name="connsiteX21-913" fmla="*/ 9457 w 10000"/>
              <a:gd name="connsiteY21-914" fmla="*/ 10000 h 10000"/>
              <a:gd name="connsiteX22-915" fmla="*/ 9130 w 10000"/>
              <a:gd name="connsiteY22-916" fmla="*/ 10000 h 10000"/>
              <a:gd name="connsiteX23-917" fmla="*/ 8587 w 10000"/>
              <a:gd name="connsiteY23-918" fmla="*/ 10000 h 10000"/>
              <a:gd name="connsiteX24-919" fmla="*/ 8315 w 10000"/>
              <a:gd name="connsiteY24-920" fmla="*/ 10000 h 10000"/>
              <a:gd name="connsiteX25-921" fmla="*/ 7717 w 10000"/>
              <a:gd name="connsiteY25-922" fmla="*/ 10000 h 10000"/>
              <a:gd name="connsiteX26-923" fmla="*/ 6848 w 10000"/>
              <a:gd name="connsiteY26-924" fmla="*/ 10000 h 10000"/>
              <a:gd name="connsiteX27-925" fmla="*/ 6304 w 10000"/>
              <a:gd name="connsiteY27-926" fmla="*/ 10000 h 10000"/>
              <a:gd name="connsiteX28-927" fmla="*/ 3424 w 10000"/>
              <a:gd name="connsiteY28-928" fmla="*/ 10000 h 10000"/>
              <a:gd name="connsiteX29-929" fmla="*/ 2826 w 10000"/>
              <a:gd name="connsiteY29-930" fmla="*/ 10000 h 10000"/>
              <a:gd name="connsiteX30-931" fmla="*/ 2554 w 10000"/>
              <a:gd name="connsiteY30-932" fmla="*/ 9872 h 10000"/>
              <a:gd name="connsiteX31-933" fmla="*/ 2283 w 10000"/>
              <a:gd name="connsiteY31-934" fmla="*/ 9872 h 10000"/>
              <a:gd name="connsiteX32-935" fmla="*/ 1957 w 10000"/>
              <a:gd name="connsiteY32-936" fmla="*/ 9744 h 10000"/>
              <a:gd name="connsiteX33-937" fmla="*/ 1685 w 10000"/>
              <a:gd name="connsiteY33-938" fmla="*/ 9744 h 10000"/>
              <a:gd name="connsiteX34-939" fmla="*/ 1413 w 10000"/>
              <a:gd name="connsiteY34-940" fmla="*/ 9615 h 10000"/>
              <a:gd name="connsiteX35-941" fmla="*/ 1141 w 10000"/>
              <a:gd name="connsiteY35-942" fmla="*/ 9615 h 10000"/>
              <a:gd name="connsiteX36-943" fmla="*/ 815 w 10000"/>
              <a:gd name="connsiteY36-944" fmla="*/ 9462 h 10000"/>
              <a:gd name="connsiteX37-945" fmla="*/ 815 w 10000"/>
              <a:gd name="connsiteY37-946" fmla="*/ 9205 h 10000"/>
              <a:gd name="connsiteX38-947" fmla="*/ 543 w 10000"/>
              <a:gd name="connsiteY38-948" fmla="*/ 9051 h 10000"/>
              <a:gd name="connsiteX39-949" fmla="*/ 543 w 10000"/>
              <a:gd name="connsiteY39-950" fmla="*/ 8923 h 10000"/>
              <a:gd name="connsiteX40-951" fmla="*/ 272 w 10000"/>
              <a:gd name="connsiteY40-952" fmla="*/ 8667 h 10000"/>
              <a:gd name="connsiteX41-953" fmla="*/ 272 w 10000"/>
              <a:gd name="connsiteY41-954" fmla="*/ 8385 h 10000"/>
              <a:gd name="connsiteX42-955" fmla="*/ 272 w 10000"/>
              <a:gd name="connsiteY42-956" fmla="*/ 8128 h 10000"/>
              <a:gd name="connsiteX43-957" fmla="*/ 0 w 10000"/>
              <a:gd name="connsiteY43-958" fmla="*/ 7718 h 10000"/>
              <a:gd name="connsiteX44-959" fmla="*/ 0 w 10000"/>
              <a:gd name="connsiteY44-960" fmla="*/ 7308 h 10000"/>
              <a:gd name="connsiteX45-961" fmla="*/ 0 w 10000"/>
              <a:gd name="connsiteY45-962" fmla="*/ 6897 h 10000"/>
              <a:gd name="connsiteX46-963" fmla="*/ 272 w 10000"/>
              <a:gd name="connsiteY46-964" fmla="*/ 6359 h 10000"/>
              <a:gd name="connsiteX47-965" fmla="*/ 272 w 10000"/>
              <a:gd name="connsiteY47-966" fmla="*/ 5821 h 10000"/>
              <a:gd name="connsiteX48-967" fmla="*/ 272 w 10000"/>
              <a:gd name="connsiteY48-968" fmla="*/ 5282 h 10000"/>
              <a:gd name="connsiteX49-969" fmla="*/ 543 w 10000"/>
              <a:gd name="connsiteY49-970" fmla="*/ 4051 h 10000"/>
              <a:gd name="connsiteX50-971" fmla="*/ 543 w 10000"/>
              <a:gd name="connsiteY50-972" fmla="*/ 2692 h 10000"/>
              <a:gd name="connsiteX51-973" fmla="*/ 543 w 10000"/>
              <a:gd name="connsiteY51-974" fmla="*/ 1333 h 10000"/>
              <a:gd name="connsiteX52-975" fmla="*/ 272 w 10000"/>
              <a:gd name="connsiteY52-976" fmla="*/ 0 h 10000"/>
              <a:gd name="connsiteX53-977" fmla="*/ 1141 w 10000"/>
              <a:gd name="connsiteY53-978" fmla="*/ 256 h 10000"/>
              <a:gd name="connsiteX54-979" fmla="*/ 1685 w 10000"/>
              <a:gd name="connsiteY54-980" fmla="*/ 538 h 10000"/>
              <a:gd name="connsiteX55-981" fmla="*/ 1957 w 10000"/>
              <a:gd name="connsiteY55-982" fmla="*/ 667 h 10000"/>
              <a:gd name="connsiteX56-983" fmla="*/ 2554 w 10000"/>
              <a:gd name="connsiteY56-984" fmla="*/ 949 h 10000"/>
              <a:gd name="connsiteX57-985" fmla="*/ 2826 w 10000"/>
              <a:gd name="connsiteY57-986" fmla="*/ 1077 h 10000"/>
              <a:gd name="connsiteX58-987" fmla="*/ 3152 w 10000"/>
              <a:gd name="connsiteY58-988" fmla="*/ 1205 h 10000"/>
              <a:gd name="connsiteX59-989" fmla="*/ 3152 w 10000"/>
              <a:gd name="connsiteY59-990" fmla="*/ 1333 h 10000"/>
              <a:gd name="connsiteX60-991" fmla="*/ 3424 w 10000"/>
              <a:gd name="connsiteY60-992" fmla="*/ 1487 h 10000"/>
              <a:gd name="connsiteX61-993" fmla="*/ 3424 w 10000"/>
              <a:gd name="connsiteY61-994" fmla="*/ 1615 h 10000"/>
              <a:gd name="connsiteX62-995" fmla="*/ 3424 w 10000"/>
              <a:gd name="connsiteY62-996" fmla="*/ 1897 h 10000"/>
              <a:gd name="connsiteX63-997" fmla="*/ 3424 w 10000"/>
              <a:gd name="connsiteY63-998" fmla="*/ 2026 h 10000"/>
              <a:gd name="connsiteX64-999" fmla="*/ 3696 w 10000"/>
              <a:gd name="connsiteY64-1000" fmla="*/ 2026 h 10000"/>
              <a:gd name="connsiteX65-1001" fmla="*/ 3424 w 10000"/>
              <a:gd name="connsiteY65-1002" fmla="*/ 2154 h 10000"/>
              <a:gd name="connsiteX66-1003" fmla="*/ 3424 w 10000"/>
              <a:gd name="connsiteY66-1004" fmla="*/ 2154 h 10000"/>
              <a:gd name="connsiteX67-1005" fmla="*/ 3424 w 10000"/>
              <a:gd name="connsiteY67-1006" fmla="*/ 2282 h 10000"/>
              <a:gd name="connsiteX68-1007" fmla="*/ 3424 w 10000"/>
              <a:gd name="connsiteY68-1008" fmla="*/ 2564 h 10000"/>
              <a:gd name="connsiteX69-1009" fmla="*/ 3424 w 10000"/>
              <a:gd name="connsiteY69-1010" fmla="*/ 2692 h 10000"/>
              <a:gd name="connsiteX70-1011" fmla="*/ 3152 w 10000"/>
              <a:gd name="connsiteY70-1012" fmla="*/ 2974 h 10000"/>
              <a:gd name="connsiteX71-1013" fmla="*/ 3152 w 10000"/>
              <a:gd name="connsiteY71-1014" fmla="*/ 3231 h 10000"/>
              <a:gd name="connsiteX72-1015" fmla="*/ 2826 w 10000"/>
              <a:gd name="connsiteY72-1016" fmla="*/ 3641 h 10000"/>
              <a:gd name="connsiteX73-1017" fmla="*/ 2826 w 10000"/>
              <a:gd name="connsiteY73-1018" fmla="*/ 4333 h 10000"/>
              <a:gd name="connsiteX74-1019" fmla="*/ 2554 w 10000"/>
              <a:gd name="connsiteY74-1020" fmla="*/ 5000 h 10000"/>
              <a:gd name="connsiteX75-1021" fmla="*/ 2283 w 10000"/>
              <a:gd name="connsiteY75-1022" fmla="*/ 5667 h 10000"/>
              <a:gd name="connsiteX76-1023" fmla="*/ 2283 w 10000"/>
              <a:gd name="connsiteY76-1024" fmla="*/ 6359 h 10000"/>
              <a:gd name="connsiteX77-1025" fmla="*/ 1957 w 10000"/>
              <a:gd name="connsiteY77-1026" fmla="*/ 6615 h 10000"/>
              <a:gd name="connsiteX78-1027" fmla="*/ 1957 w 10000"/>
              <a:gd name="connsiteY78-1028" fmla="*/ 7026 h 10000"/>
              <a:gd name="connsiteX79-1029" fmla="*/ 1957 w 10000"/>
              <a:gd name="connsiteY79-1030" fmla="*/ 7308 h 10000"/>
              <a:gd name="connsiteX80-1031" fmla="*/ 1957 w 10000"/>
              <a:gd name="connsiteY80-1032" fmla="*/ 7564 h 10000"/>
              <a:gd name="connsiteX81-1033" fmla="*/ 2283 w 10000"/>
              <a:gd name="connsiteY81-1034" fmla="*/ 7974 h 10000"/>
              <a:gd name="connsiteX82-1035" fmla="*/ 2283 w 10000"/>
              <a:gd name="connsiteY82-1036" fmla="*/ 8385 h 10000"/>
              <a:gd name="connsiteX83-1037" fmla="*/ 2283 w 10000"/>
              <a:gd name="connsiteY83-1038" fmla="*/ 8385 h 10000"/>
              <a:gd name="connsiteX0-1039" fmla="*/ 2283 w 10000"/>
              <a:gd name="connsiteY0-1040" fmla="*/ 8385 h 10000"/>
              <a:gd name="connsiteX1-1041" fmla="*/ 2554 w 10000"/>
              <a:gd name="connsiteY1-1042" fmla="*/ 8513 h 10000"/>
              <a:gd name="connsiteX2-1043" fmla="*/ 2826 w 10000"/>
              <a:gd name="connsiteY2-1044" fmla="*/ 8667 h 10000"/>
              <a:gd name="connsiteX3-1045" fmla="*/ 3152 w 10000"/>
              <a:gd name="connsiteY3-1046" fmla="*/ 8795 h 10000"/>
              <a:gd name="connsiteX4-1047" fmla="*/ 5707 w 10000"/>
              <a:gd name="connsiteY4-1048" fmla="*/ 8923 h 10000"/>
              <a:gd name="connsiteX5-1049" fmla="*/ 6304 w 10000"/>
              <a:gd name="connsiteY5-1050" fmla="*/ 8923 h 10000"/>
              <a:gd name="connsiteX6-1051" fmla="*/ 6848 w 10000"/>
              <a:gd name="connsiteY6-1052" fmla="*/ 8923 h 10000"/>
              <a:gd name="connsiteX7-1053" fmla="*/ 7446 w 10000"/>
              <a:gd name="connsiteY7-1054" fmla="*/ 8923 h 10000"/>
              <a:gd name="connsiteX8-1055" fmla="*/ 7989 w 10000"/>
              <a:gd name="connsiteY8-1056" fmla="*/ 8923 h 10000"/>
              <a:gd name="connsiteX9-1057" fmla="*/ 8315 w 10000"/>
              <a:gd name="connsiteY9-1058" fmla="*/ 8923 h 10000"/>
              <a:gd name="connsiteX10-1059" fmla="*/ 8587 w 10000"/>
              <a:gd name="connsiteY10-1060" fmla="*/ 9051 h 10000"/>
              <a:gd name="connsiteX11-1061" fmla="*/ 9130 w 10000"/>
              <a:gd name="connsiteY11-1062" fmla="*/ 9205 h 10000"/>
              <a:gd name="connsiteX12-1063" fmla="*/ 9457 w 10000"/>
              <a:gd name="connsiteY12-1064" fmla="*/ 9333 h 10000"/>
              <a:gd name="connsiteX13-1065" fmla="*/ 9728 w 10000"/>
              <a:gd name="connsiteY13-1066" fmla="*/ 9462 h 10000"/>
              <a:gd name="connsiteX14-1067" fmla="*/ 10000 w 10000"/>
              <a:gd name="connsiteY14-1068" fmla="*/ 9615 h 10000"/>
              <a:gd name="connsiteX15-1069" fmla="*/ 10000 w 10000"/>
              <a:gd name="connsiteY15-1070" fmla="*/ 9744 h 10000"/>
              <a:gd name="connsiteX16-1071" fmla="*/ 10000 w 10000"/>
              <a:gd name="connsiteY16-1072" fmla="*/ 9744 h 10000"/>
              <a:gd name="connsiteX17-1073" fmla="*/ 10000 w 10000"/>
              <a:gd name="connsiteY17-1074" fmla="*/ 9744 h 10000"/>
              <a:gd name="connsiteX18-1075" fmla="*/ 10000 w 10000"/>
              <a:gd name="connsiteY18-1076" fmla="*/ 9872 h 10000"/>
              <a:gd name="connsiteX19-1077" fmla="*/ 9728 w 10000"/>
              <a:gd name="connsiteY19-1078" fmla="*/ 9872 h 10000"/>
              <a:gd name="connsiteX20-1079" fmla="*/ 9728 w 10000"/>
              <a:gd name="connsiteY20-1080" fmla="*/ 9872 h 10000"/>
              <a:gd name="connsiteX21-1081" fmla="*/ 9457 w 10000"/>
              <a:gd name="connsiteY21-1082" fmla="*/ 10000 h 10000"/>
              <a:gd name="connsiteX22-1083" fmla="*/ 9130 w 10000"/>
              <a:gd name="connsiteY22-1084" fmla="*/ 10000 h 10000"/>
              <a:gd name="connsiteX23-1085" fmla="*/ 8587 w 10000"/>
              <a:gd name="connsiteY23-1086" fmla="*/ 10000 h 10000"/>
              <a:gd name="connsiteX24-1087" fmla="*/ 8315 w 10000"/>
              <a:gd name="connsiteY24-1088" fmla="*/ 10000 h 10000"/>
              <a:gd name="connsiteX25-1089" fmla="*/ 7717 w 10000"/>
              <a:gd name="connsiteY25-1090" fmla="*/ 10000 h 10000"/>
              <a:gd name="connsiteX26-1091" fmla="*/ 6848 w 10000"/>
              <a:gd name="connsiteY26-1092" fmla="*/ 10000 h 10000"/>
              <a:gd name="connsiteX27-1093" fmla="*/ 6304 w 10000"/>
              <a:gd name="connsiteY27-1094" fmla="*/ 10000 h 10000"/>
              <a:gd name="connsiteX28-1095" fmla="*/ 3424 w 10000"/>
              <a:gd name="connsiteY28-1096" fmla="*/ 10000 h 10000"/>
              <a:gd name="connsiteX29-1097" fmla="*/ 2554 w 10000"/>
              <a:gd name="connsiteY29-1098" fmla="*/ 9872 h 10000"/>
              <a:gd name="connsiteX30-1099" fmla="*/ 2283 w 10000"/>
              <a:gd name="connsiteY30-1100" fmla="*/ 9872 h 10000"/>
              <a:gd name="connsiteX31-1101" fmla="*/ 1957 w 10000"/>
              <a:gd name="connsiteY31-1102" fmla="*/ 9744 h 10000"/>
              <a:gd name="connsiteX32-1103" fmla="*/ 1685 w 10000"/>
              <a:gd name="connsiteY32-1104" fmla="*/ 9744 h 10000"/>
              <a:gd name="connsiteX33-1105" fmla="*/ 1413 w 10000"/>
              <a:gd name="connsiteY33-1106" fmla="*/ 9615 h 10000"/>
              <a:gd name="connsiteX34-1107" fmla="*/ 1141 w 10000"/>
              <a:gd name="connsiteY34-1108" fmla="*/ 9615 h 10000"/>
              <a:gd name="connsiteX35-1109" fmla="*/ 815 w 10000"/>
              <a:gd name="connsiteY35-1110" fmla="*/ 9462 h 10000"/>
              <a:gd name="connsiteX36-1111" fmla="*/ 815 w 10000"/>
              <a:gd name="connsiteY36-1112" fmla="*/ 9205 h 10000"/>
              <a:gd name="connsiteX37-1113" fmla="*/ 543 w 10000"/>
              <a:gd name="connsiteY37-1114" fmla="*/ 9051 h 10000"/>
              <a:gd name="connsiteX38-1115" fmla="*/ 543 w 10000"/>
              <a:gd name="connsiteY38-1116" fmla="*/ 8923 h 10000"/>
              <a:gd name="connsiteX39-1117" fmla="*/ 272 w 10000"/>
              <a:gd name="connsiteY39-1118" fmla="*/ 8667 h 10000"/>
              <a:gd name="connsiteX40-1119" fmla="*/ 272 w 10000"/>
              <a:gd name="connsiteY40-1120" fmla="*/ 8385 h 10000"/>
              <a:gd name="connsiteX41-1121" fmla="*/ 272 w 10000"/>
              <a:gd name="connsiteY41-1122" fmla="*/ 8128 h 10000"/>
              <a:gd name="connsiteX42-1123" fmla="*/ 0 w 10000"/>
              <a:gd name="connsiteY42-1124" fmla="*/ 7718 h 10000"/>
              <a:gd name="connsiteX43-1125" fmla="*/ 0 w 10000"/>
              <a:gd name="connsiteY43-1126" fmla="*/ 7308 h 10000"/>
              <a:gd name="connsiteX44-1127" fmla="*/ 0 w 10000"/>
              <a:gd name="connsiteY44-1128" fmla="*/ 6897 h 10000"/>
              <a:gd name="connsiteX45-1129" fmla="*/ 272 w 10000"/>
              <a:gd name="connsiteY45-1130" fmla="*/ 6359 h 10000"/>
              <a:gd name="connsiteX46-1131" fmla="*/ 272 w 10000"/>
              <a:gd name="connsiteY46-1132" fmla="*/ 5821 h 10000"/>
              <a:gd name="connsiteX47-1133" fmla="*/ 272 w 10000"/>
              <a:gd name="connsiteY47-1134" fmla="*/ 5282 h 10000"/>
              <a:gd name="connsiteX48-1135" fmla="*/ 543 w 10000"/>
              <a:gd name="connsiteY48-1136" fmla="*/ 4051 h 10000"/>
              <a:gd name="connsiteX49-1137" fmla="*/ 543 w 10000"/>
              <a:gd name="connsiteY49-1138" fmla="*/ 2692 h 10000"/>
              <a:gd name="connsiteX50-1139" fmla="*/ 543 w 10000"/>
              <a:gd name="connsiteY50-1140" fmla="*/ 1333 h 10000"/>
              <a:gd name="connsiteX51-1141" fmla="*/ 272 w 10000"/>
              <a:gd name="connsiteY51-1142" fmla="*/ 0 h 10000"/>
              <a:gd name="connsiteX52-1143" fmla="*/ 1141 w 10000"/>
              <a:gd name="connsiteY52-1144" fmla="*/ 256 h 10000"/>
              <a:gd name="connsiteX53-1145" fmla="*/ 1685 w 10000"/>
              <a:gd name="connsiteY53-1146" fmla="*/ 538 h 10000"/>
              <a:gd name="connsiteX54-1147" fmla="*/ 1957 w 10000"/>
              <a:gd name="connsiteY54-1148" fmla="*/ 667 h 10000"/>
              <a:gd name="connsiteX55-1149" fmla="*/ 2554 w 10000"/>
              <a:gd name="connsiteY55-1150" fmla="*/ 949 h 10000"/>
              <a:gd name="connsiteX56-1151" fmla="*/ 2826 w 10000"/>
              <a:gd name="connsiteY56-1152" fmla="*/ 1077 h 10000"/>
              <a:gd name="connsiteX57-1153" fmla="*/ 3152 w 10000"/>
              <a:gd name="connsiteY57-1154" fmla="*/ 1205 h 10000"/>
              <a:gd name="connsiteX58-1155" fmla="*/ 3152 w 10000"/>
              <a:gd name="connsiteY58-1156" fmla="*/ 1333 h 10000"/>
              <a:gd name="connsiteX59-1157" fmla="*/ 3424 w 10000"/>
              <a:gd name="connsiteY59-1158" fmla="*/ 1487 h 10000"/>
              <a:gd name="connsiteX60-1159" fmla="*/ 3424 w 10000"/>
              <a:gd name="connsiteY60-1160" fmla="*/ 1615 h 10000"/>
              <a:gd name="connsiteX61-1161" fmla="*/ 3424 w 10000"/>
              <a:gd name="connsiteY61-1162" fmla="*/ 1897 h 10000"/>
              <a:gd name="connsiteX62-1163" fmla="*/ 3424 w 10000"/>
              <a:gd name="connsiteY62-1164" fmla="*/ 2026 h 10000"/>
              <a:gd name="connsiteX63-1165" fmla="*/ 3696 w 10000"/>
              <a:gd name="connsiteY63-1166" fmla="*/ 2026 h 10000"/>
              <a:gd name="connsiteX64-1167" fmla="*/ 3424 w 10000"/>
              <a:gd name="connsiteY64-1168" fmla="*/ 2154 h 10000"/>
              <a:gd name="connsiteX65-1169" fmla="*/ 3424 w 10000"/>
              <a:gd name="connsiteY65-1170" fmla="*/ 2154 h 10000"/>
              <a:gd name="connsiteX66-1171" fmla="*/ 3424 w 10000"/>
              <a:gd name="connsiteY66-1172" fmla="*/ 2282 h 10000"/>
              <a:gd name="connsiteX67-1173" fmla="*/ 3424 w 10000"/>
              <a:gd name="connsiteY67-1174" fmla="*/ 2564 h 10000"/>
              <a:gd name="connsiteX68-1175" fmla="*/ 3424 w 10000"/>
              <a:gd name="connsiteY68-1176" fmla="*/ 2692 h 10000"/>
              <a:gd name="connsiteX69-1177" fmla="*/ 3152 w 10000"/>
              <a:gd name="connsiteY69-1178" fmla="*/ 2974 h 10000"/>
              <a:gd name="connsiteX70-1179" fmla="*/ 3152 w 10000"/>
              <a:gd name="connsiteY70-1180" fmla="*/ 3231 h 10000"/>
              <a:gd name="connsiteX71-1181" fmla="*/ 2826 w 10000"/>
              <a:gd name="connsiteY71-1182" fmla="*/ 3641 h 10000"/>
              <a:gd name="connsiteX72-1183" fmla="*/ 2826 w 10000"/>
              <a:gd name="connsiteY72-1184" fmla="*/ 4333 h 10000"/>
              <a:gd name="connsiteX73-1185" fmla="*/ 2554 w 10000"/>
              <a:gd name="connsiteY73-1186" fmla="*/ 5000 h 10000"/>
              <a:gd name="connsiteX74-1187" fmla="*/ 2283 w 10000"/>
              <a:gd name="connsiteY74-1188" fmla="*/ 5667 h 10000"/>
              <a:gd name="connsiteX75-1189" fmla="*/ 2283 w 10000"/>
              <a:gd name="connsiteY75-1190" fmla="*/ 6359 h 10000"/>
              <a:gd name="connsiteX76-1191" fmla="*/ 1957 w 10000"/>
              <a:gd name="connsiteY76-1192" fmla="*/ 6615 h 10000"/>
              <a:gd name="connsiteX77-1193" fmla="*/ 1957 w 10000"/>
              <a:gd name="connsiteY77-1194" fmla="*/ 7026 h 10000"/>
              <a:gd name="connsiteX78-1195" fmla="*/ 1957 w 10000"/>
              <a:gd name="connsiteY78-1196" fmla="*/ 7308 h 10000"/>
              <a:gd name="connsiteX79-1197" fmla="*/ 1957 w 10000"/>
              <a:gd name="connsiteY79-1198" fmla="*/ 7564 h 10000"/>
              <a:gd name="connsiteX80-1199" fmla="*/ 2283 w 10000"/>
              <a:gd name="connsiteY80-1200" fmla="*/ 7974 h 10000"/>
              <a:gd name="connsiteX81-1201" fmla="*/ 2283 w 10000"/>
              <a:gd name="connsiteY81-1202" fmla="*/ 8385 h 10000"/>
              <a:gd name="connsiteX82-1203" fmla="*/ 2283 w 10000"/>
              <a:gd name="connsiteY82-1204" fmla="*/ 8385 h 10000"/>
              <a:gd name="connsiteX0-1205" fmla="*/ 2283 w 10000"/>
              <a:gd name="connsiteY0-1206" fmla="*/ 8385 h 10000"/>
              <a:gd name="connsiteX1-1207" fmla="*/ 2554 w 10000"/>
              <a:gd name="connsiteY1-1208" fmla="*/ 8513 h 10000"/>
              <a:gd name="connsiteX2-1209" fmla="*/ 2826 w 10000"/>
              <a:gd name="connsiteY2-1210" fmla="*/ 8667 h 10000"/>
              <a:gd name="connsiteX3-1211" fmla="*/ 3152 w 10000"/>
              <a:gd name="connsiteY3-1212" fmla="*/ 8795 h 10000"/>
              <a:gd name="connsiteX4-1213" fmla="*/ 5707 w 10000"/>
              <a:gd name="connsiteY4-1214" fmla="*/ 8923 h 10000"/>
              <a:gd name="connsiteX5-1215" fmla="*/ 6304 w 10000"/>
              <a:gd name="connsiteY5-1216" fmla="*/ 8923 h 10000"/>
              <a:gd name="connsiteX6-1217" fmla="*/ 6848 w 10000"/>
              <a:gd name="connsiteY6-1218" fmla="*/ 8923 h 10000"/>
              <a:gd name="connsiteX7-1219" fmla="*/ 7446 w 10000"/>
              <a:gd name="connsiteY7-1220" fmla="*/ 8923 h 10000"/>
              <a:gd name="connsiteX8-1221" fmla="*/ 7989 w 10000"/>
              <a:gd name="connsiteY8-1222" fmla="*/ 8923 h 10000"/>
              <a:gd name="connsiteX9-1223" fmla="*/ 8315 w 10000"/>
              <a:gd name="connsiteY9-1224" fmla="*/ 8923 h 10000"/>
              <a:gd name="connsiteX10-1225" fmla="*/ 8587 w 10000"/>
              <a:gd name="connsiteY10-1226" fmla="*/ 9051 h 10000"/>
              <a:gd name="connsiteX11-1227" fmla="*/ 9130 w 10000"/>
              <a:gd name="connsiteY11-1228" fmla="*/ 9205 h 10000"/>
              <a:gd name="connsiteX12-1229" fmla="*/ 9457 w 10000"/>
              <a:gd name="connsiteY12-1230" fmla="*/ 9333 h 10000"/>
              <a:gd name="connsiteX13-1231" fmla="*/ 9728 w 10000"/>
              <a:gd name="connsiteY13-1232" fmla="*/ 9462 h 10000"/>
              <a:gd name="connsiteX14-1233" fmla="*/ 10000 w 10000"/>
              <a:gd name="connsiteY14-1234" fmla="*/ 9615 h 10000"/>
              <a:gd name="connsiteX15-1235" fmla="*/ 10000 w 10000"/>
              <a:gd name="connsiteY15-1236" fmla="*/ 9744 h 10000"/>
              <a:gd name="connsiteX16-1237" fmla="*/ 10000 w 10000"/>
              <a:gd name="connsiteY16-1238" fmla="*/ 9744 h 10000"/>
              <a:gd name="connsiteX17-1239" fmla="*/ 10000 w 10000"/>
              <a:gd name="connsiteY17-1240" fmla="*/ 9744 h 10000"/>
              <a:gd name="connsiteX18-1241" fmla="*/ 10000 w 10000"/>
              <a:gd name="connsiteY18-1242" fmla="*/ 9872 h 10000"/>
              <a:gd name="connsiteX19-1243" fmla="*/ 9728 w 10000"/>
              <a:gd name="connsiteY19-1244" fmla="*/ 9872 h 10000"/>
              <a:gd name="connsiteX20-1245" fmla="*/ 9728 w 10000"/>
              <a:gd name="connsiteY20-1246" fmla="*/ 9872 h 10000"/>
              <a:gd name="connsiteX21-1247" fmla="*/ 9457 w 10000"/>
              <a:gd name="connsiteY21-1248" fmla="*/ 10000 h 10000"/>
              <a:gd name="connsiteX22-1249" fmla="*/ 9130 w 10000"/>
              <a:gd name="connsiteY22-1250" fmla="*/ 10000 h 10000"/>
              <a:gd name="connsiteX23-1251" fmla="*/ 8587 w 10000"/>
              <a:gd name="connsiteY23-1252" fmla="*/ 10000 h 10000"/>
              <a:gd name="connsiteX24-1253" fmla="*/ 8315 w 10000"/>
              <a:gd name="connsiteY24-1254" fmla="*/ 10000 h 10000"/>
              <a:gd name="connsiteX25-1255" fmla="*/ 7717 w 10000"/>
              <a:gd name="connsiteY25-1256" fmla="*/ 10000 h 10000"/>
              <a:gd name="connsiteX26-1257" fmla="*/ 6848 w 10000"/>
              <a:gd name="connsiteY26-1258" fmla="*/ 10000 h 10000"/>
              <a:gd name="connsiteX27-1259" fmla="*/ 6304 w 10000"/>
              <a:gd name="connsiteY27-1260" fmla="*/ 10000 h 10000"/>
              <a:gd name="connsiteX28-1261" fmla="*/ 2554 w 10000"/>
              <a:gd name="connsiteY28-1262" fmla="*/ 9872 h 10000"/>
              <a:gd name="connsiteX29-1263" fmla="*/ 2283 w 10000"/>
              <a:gd name="connsiteY29-1264" fmla="*/ 9872 h 10000"/>
              <a:gd name="connsiteX30-1265" fmla="*/ 1957 w 10000"/>
              <a:gd name="connsiteY30-1266" fmla="*/ 9744 h 10000"/>
              <a:gd name="connsiteX31-1267" fmla="*/ 1685 w 10000"/>
              <a:gd name="connsiteY31-1268" fmla="*/ 9744 h 10000"/>
              <a:gd name="connsiteX32-1269" fmla="*/ 1413 w 10000"/>
              <a:gd name="connsiteY32-1270" fmla="*/ 9615 h 10000"/>
              <a:gd name="connsiteX33-1271" fmla="*/ 1141 w 10000"/>
              <a:gd name="connsiteY33-1272" fmla="*/ 9615 h 10000"/>
              <a:gd name="connsiteX34-1273" fmla="*/ 815 w 10000"/>
              <a:gd name="connsiteY34-1274" fmla="*/ 9462 h 10000"/>
              <a:gd name="connsiteX35-1275" fmla="*/ 815 w 10000"/>
              <a:gd name="connsiteY35-1276" fmla="*/ 9205 h 10000"/>
              <a:gd name="connsiteX36-1277" fmla="*/ 543 w 10000"/>
              <a:gd name="connsiteY36-1278" fmla="*/ 9051 h 10000"/>
              <a:gd name="connsiteX37-1279" fmla="*/ 543 w 10000"/>
              <a:gd name="connsiteY37-1280" fmla="*/ 8923 h 10000"/>
              <a:gd name="connsiteX38-1281" fmla="*/ 272 w 10000"/>
              <a:gd name="connsiteY38-1282" fmla="*/ 8667 h 10000"/>
              <a:gd name="connsiteX39-1283" fmla="*/ 272 w 10000"/>
              <a:gd name="connsiteY39-1284" fmla="*/ 8385 h 10000"/>
              <a:gd name="connsiteX40-1285" fmla="*/ 272 w 10000"/>
              <a:gd name="connsiteY40-1286" fmla="*/ 8128 h 10000"/>
              <a:gd name="connsiteX41-1287" fmla="*/ 0 w 10000"/>
              <a:gd name="connsiteY41-1288" fmla="*/ 7718 h 10000"/>
              <a:gd name="connsiteX42-1289" fmla="*/ 0 w 10000"/>
              <a:gd name="connsiteY42-1290" fmla="*/ 7308 h 10000"/>
              <a:gd name="connsiteX43-1291" fmla="*/ 0 w 10000"/>
              <a:gd name="connsiteY43-1292" fmla="*/ 6897 h 10000"/>
              <a:gd name="connsiteX44-1293" fmla="*/ 272 w 10000"/>
              <a:gd name="connsiteY44-1294" fmla="*/ 6359 h 10000"/>
              <a:gd name="connsiteX45-1295" fmla="*/ 272 w 10000"/>
              <a:gd name="connsiteY45-1296" fmla="*/ 5821 h 10000"/>
              <a:gd name="connsiteX46-1297" fmla="*/ 272 w 10000"/>
              <a:gd name="connsiteY46-1298" fmla="*/ 5282 h 10000"/>
              <a:gd name="connsiteX47-1299" fmla="*/ 543 w 10000"/>
              <a:gd name="connsiteY47-1300" fmla="*/ 4051 h 10000"/>
              <a:gd name="connsiteX48-1301" fmla="*/ 543 w 10000"/>
              <a:gd name="connsiteY48-1302" fmla="*/ 2692 h 10000"/>
              <a:gd name="connsiteX49-1303" fmla="*/ 543 w 10000"/>
              <a:gd name="connsiteY49-1304" fmla="*/ 1333 h 10000"/>
              <a:gd name="connsiteX50-1305" fmla="*/ 272 w 10000"/>
              <a:gd name="connsiteY50-1306" fmla="*/ 0 h 10000"/>
              <a:gd name="connsiteX51-1307" fmla="*/ 1141 w 10000"/>
              <a:gd name="connsiteY51-1308" fmla="*/ 256 h 10000"/>
              <a:gd name="connsiteX52-1309" fmla="*/ 1685 w 10000"/>
              <a:gd name="connsiteY52-1310" fmla="*/ 538 h 10000"/>
              <a:gd name="connsiteX53-1311" fmla="*/ 1957 w 10000"/>
              <a:gd name="connsiteY53-1312" fmla="*/ 667 h 10000"/>
              <a:gd name="connsiteX54-1313" fmla="*/ 2554 w 10000"/>
              <a:gd name="connsiteY54-1314" fmla="*/ 949 h 10000"/>
              <a:gd name="connsiteX55-1315" fmla="*/ 2826 w 10000"/>
              <a:gd name="connsiteY55-1316" fmla="*/ 1077 h 10000"/>
              <a:gd name="connsiteX56-1317" fmla="*/ 3152 w 10000"/>
              <a:gd name="connsiteY56-1318" fmla="*/ 1205 h 10000"/>
              <a:gd name="connsiteX57-1319" fmla="*/ 3152 w 10000"/>
              <a:gd name="connsiteY57-1320" fmla="*/ 1333 h 10000"/>
              <a:gd name="connsiteX58-1321" fmla="*/ 3424 w 10000"/>
              <a:gd name="connsiteY58-1322" fmla="*/ 1487 h 10000"/>
              <a:gd name="connsiteX59-1323" fmla="*/ 3424 w 10000"/>
              <a:gd name="connsiteY59-1324" fmla="*/ 1615 h 10000"/>
              <a:gd name="connsiteX60-1325" fmla="*/ 3424 w 10000"/>
              <a:gd name="connsiteY60-1326" fmla="*/ 1897 h 10000"/>
              <a:gd name="connsiteX61-1327" fmla="*/ 3424 w 10000"/>
              <a:gd name="connsiteY61-1328" fmla="*/ 2026 h 10000"/>
              <a:gd name="connsiteX62-1329" fmla="*/ 3696 w 10000"/>
              <a:gd name="connsiteY62-1330" fmla="*/ 2026 h 10000"/>
              <a:gd name="connsiteX63-1331" fmla="*/ 3424 w 10000"/>
              <a:gd name="connsiteY63-1332" fmla="*/ 2154 h 10000"/>
              <a:gd name="connsiteX64-1333" fmla="*/ 3424 w 10000"/>
              <a:gd name="connsiteY64-1334" fmla="*/ 2154 h 10000"/>
              <a:gd name="connsiteX65-1335" fmla="*/ 3424 w 10000"/>
              <a:gd name="connsiteY65-1336" fmla="*/ 2282 h 10000"/>
              <a:gd name="connsiteX66-1337" fmla="*/ 3424 w 10000"/>
              <a:gd name="connsiteY66-1338" fmla="*/ 2564 h 10000"/>
              <a:gd name="connsiteX67-1339" fmla="*/ 3424 w 10000"/>
              <a:gd name="connsiteY67-1340" fmla="*/ 2692 h 10000"/>
              <a:gd name="connsiteX68-1341" fmla="*/ 3152 w 10000"/>
              <a:gd name="connsiteY68-1342" fmla="*/ 2974 h 10000"/>
              <a:gd name="connsiteX69-1343" fmla="*/ 3152 w 10000"/>
              <a:gd name="connsiteY69-1344" fmla="*/ 3231 h 10000"/>
              <a:gd name="connsiteX70-1345" fmla="*/ 2826 w 10000"/>
              <a:gd name="connsiteY70-1346" fmla="*/ 3641 h 10000"/>
              <a:gd name="connsiteX71-1347" fmla="*/ 2826 w 10000"/>
              <a:gd name="connsiteY71-1348" fmla="*/ 4333 h 10000"/>
              <a:gd name="connsiteX72-1349" fmla="*/ 2554 w 10000"/>
              <a:gd name="connsiteY72-1350" fmla="*/ 5000 h 10000"/>
              <a:gd name="connsiteX73-1351" fmla="*/ 2283 w 10000"/>
              <a:gd name="connsiteY73-1352" fmla="*/ 5667 h 10000"/>
              <a:gd name="connsiteX74-1353" fmla="*/ 2283 w 10000"/>
              <a:gd name="connsiteY74-1354" fmla="*/ 6359 h 10000"/>
              <a:gd name="connsiteX75-1355" fmla="*/ 1957 w 10000"/>
              <a:gd name="connsiteY75-1356" fmla="*/ 6615 h 10000"/>
              <a:gd name="connsiteX76-1357" fmla="*/ 1957 w 10000"/>
              <a:gd name="connsiteY76-1358" fmla="*/ 7026 h 10000"/>
              <a:gd name="connsiteX77-1359" fmla="*/ 1957 w 10000"/>
              <a:gd name="connsiteY77-1360" fmla="*/ 7308 h 10000"/>
              <a:gd name="connsiteX78-1361" fmla="*/ 1957 w 10000"/>
              <a:gd name="connsiteY78-1362" fmla="*/ 7564 h 10000"/>
              <a:gd name="connsiteX79-1363" fmla="*/ 2283 w 10000"/>
              <a:gd name="connsiteY79-1364" fmla="*/ 7974 h 10000"/>
              <a:gd name="connsiteX80-1365" fmla="*/ 2283 w 10000"/>
              <a:gd name="connsiteY80-1366" fmla="*/ 8385 h 10000"/>
              <a:gd name="connsiteX81-1367" fmla="*/ 2283 w 10000"/>
              <a:gd name="connsiteY81-1368" fmla="*/ 8385 h 10000"/>
              <a:gd name="connsiteX0-1369" fmla="*/ 2283 w 10000"/>
              <a:gd name="connsiteY0-1370" fmla="*/ 8385 h 10000"/>
              <a:gd name="connsiteX1-1371" fmla="*/ 2554 w 10000"/>
              <a:gd name="connsiteY1-1372" fmla="*/ 8513 h 10000"/>
              <a:gd name="connsiteX2-1373" fmla="*/ 2826 w 10000"/>
              <a:gd name="connsiteY2-1374" fmla="*/ 8667 h 10000"/>
              <a:gd name="connsiteX3-1375" fmla="*/ 3152 w 10000"/>
              <a:gd name="connsiteY3-1376" fmla="*/ 8795 h 10000"/>
              <a:gd name="connsiteX4-1377" fmla="*/ 5707 w 10000"/>
              <a:gd name="connsiteY4-1378" fmla="*/ 8923 h 10000"/>
              <a:gd name="connsiteX5-1379" fmla="*/ 6304 w 10000"/>
              <a:gd name="connsiteY5-1380" fmla="*/ 8923 h 10000"/>
              <a:gd name="connsiteX6-1381" fmla="*/ 6848 w 10000"/>
              <a:gd name="connsiteY6-1382" fmla="*/ 8923 h 10000"/>
              <a:gd name="connsiteX7-1383" fmla="*/ 7446 w 10000"/>
              <a:gd name="connsiteY7-1384" fmla="*/ 8923 h 10000"/>
              <a:gd name="connsiteX8-1385" fmla="*/ 7989 w 10000"/>
              <a:gd name="connsiteY8-1386" fmla="*/ 8923 h 10000"/>
              <a:gd name="connsiteX9-1387" fmla="*/ 8315 w 10000"/>
              <a:gd name="connsiteY9-1388" fmla="*/ 8923 h 10000"/>
              <a:gd name="connsiteX10-1389" fmla="*/ 8587 w 10000"/>
              <a:gd name="connsiteY10-1390" fmla="*/ 9051 h 10000"/>
              <a:gd name="connsiteX11-1391" fmla="*/ 9130 w 10000"/>
              <a:gd name="connsiteY11-1392" fmla="*/ 9205 h 10000"/>
              <a:gd name="connsiteX12-1393" fmla="*/ 9457 w 10000"/>
              <a:gd name="connsiteY12-1394" fmla="*/ 9333 h 10000"/>
              <a:gd name="connsiteX13-1395" fmla="*/ 9728 w 10000"/>
              <a:gd name="connsiteY13-1396" fmla="*/ 9462 h 10000"/>
              <a:gd name="connsiteX14-1397" fmla="*/ 10000 w 10000"/>
              <a:gd name="connsiteY14-1398" fmla="*/ 9615 h 10000"/>
              <a:gd name="connsiteX15-1399" fmla="*/ 10000 w 10000"/>
              <a:gd name="connsiteY15-1400" fmla="*/ 9744 h 10000"/>
              <a:gd name="connsiteX16-1401" fmla="*/ 10000 w 10000"/>
              <a:gd name="connsiteY16-1402" fmla="*/ 9744 h 10000"/>
              <a:gd name="connsiteX17-1403" fmla="*/ 10000 w 10000"/>
              <a:gd name="connsiteY17-1404" fmla="*/ 9744 h 10000"/>
              <a:gd name="connsiteX18-1405" fmla="*/ 10000 w 10000"/>
              <a:gd name="connsiteY18-1406" fmla="*/ 9872 h 10000"/>
              <a:gd name="connsiteX19-1407" fmla="*/ 9728 w 10000"/>
              <a:gd name="connsiteY19-1408" fmla="*/ 9872 h 10000"/>
              <a:gd name="connsiteX20-1409" fmla="*/ 9728 w 10000"/>
              <a:gd name="connsiteY20-1410" fmla="*/ 9872 h 10000"/>
              <a:gd name="connsiteX21-1411" fmla="*/ 9457 w 10000"/>
              <a:gd name="connsiteY21-1412" fmla="*/ 10000 h 10000"/>
              <a:gd name="connsiteX22-1413" fmla="*/ 9130 w 10000"/>
              <a:gd name="connsiteY22-1414" fmla="*/ 10000 h 10000"/>
              <a:gd name="connsiteX23-1415" fmla="*/ 8587 w 10000"/>
              <a:gd name="connsiteY23-1416" fmla="*/ 10000 h 10000"/>
              <a:gd name="connsiteX24-1417" fmla="*/ 8315 w 10000"/>
              <a:gd name="connsiteY24-1418" fmla="*/ 10000 h 10000"/>
              <a:gd name="connsiteX25-1419" fmla="*/ 7717 w 10000"/>
              <a:gd name="connsiteY25-1420" fmla="*/ 10000 h 10000"/>
              <a:gd name="connsiteX26-1421" fmla="*/ 6848 w 10000"/>
              <a:gd name="connsiteY26-1422" fmla="*/ 10000 h 10000"/>
              <a:gd name="connsiteX27-1423" fmla="*/ 2554 w 10000"/>
              <a:gd name="connsiteY27-1424" fmla="*/ 9872 h 10000"/>
              <a:gd name="connsiteX28-1425" fmla="*/ 2283 w 10000"/>
              <a:gd name="connsiteY28-1426" fmla="*/ 9872 h 10000"/>
              <a:gd name="connsiteX29-1427" fmla="*/ 1957 w 10000"/>
              <a:gd name="connsiteY29-1428" fmla="*/ 9744 h 10000"/>
              <a:gd name="connsiteX30-1429" fmla="*/ 1685 w 10000"/>
              <a:gd name="connsiteY30-1430" fmla="*/ 9744 h 10000"/>
              <a:gd name="connsiteX31-1431" fmla="*/ 1413 w 10000"/>
              <a:gd name="connsiteY31-1432" fmla="*/ 9615 h 10000"/>
              <a:gd name="connsiteX32-1433" fmla="*/ 1141 w 10000"/>
              <a:gd name="connsiteY32-1434" fmla="*/ 9615 h 10000"/>
              <a:gd name="connsiteX33-1435" fmla="*/ 815 w 10000"/>
              <a:gd name="connsiteY33-1436" fmla="*/ 9462 h 10000"/>
              <a:gd name="connsiteX34-1437" fmla="*/ 815 w 10000"/>
              <a:gd name="connsiteY34-1438" fmla="*/ 9205 h 10000"/>
              <a:gd name="connsiteX35-1439" fmla="*/ 543 w 10000"/>
              <a:gd name="connsiteY35-1440" fmla="*/ 9051 h 10000"/>
              <a:gd name="connsiteX36-1441" fmla="*/ 543 w 10000"/>
              <a:gd name="connsiteY36-1442" fmla="*/ 8923 h 10000"/>
              <a:gd name="connsiteX37-1443" fmla="*/ 272 w 10000"/>
              <a:gd name="connsiteY37-1444" fmla="*/ 8667 h 10000"/>
              <a:gd name="connsiteX38-1445" fmla="*/ 272 w 10000"/>
              <a:gd name="connsiteY38-1446" fmla="*/ 8385 h 10000"/>
              <a:gd name="connsiteX39-1447" fmla="*/ 272 w 10000"/>
              <a:gd name="connsiteY39-1448" fmla="*/ 8128 h 10000"/>
              <a:gd name="connsiteX40-1449" fmla="*/ 0 w 10000"/>
              <a:gd name="connsiteY40-1450" fmla="*/ 7718 h 10000"/>
              <a:gd name="connsiteX41-1451" fmla="*/ 0 w 10000"/>
              <a:gd name="connsiteY41-1452" fmla="*/ 7308 h 10000"/>
              <a:gd name="connsiteX42-1453" fmla="*/ 0 w 10000"/>
              <a:gd name="connsiteY42-1454" fmla="*/ 6897 h 10000"/>
              <a:gd name="connsiteX43-1455" fmla="*/ 272 w 10000"/>
              <a:gd name="connsiteY43-1456" fmla="*/ 6359 h 10000"/>
              <a:gd name="connsiteX44-1457" fmla="*/ 272 w 10000"/>
              <a:gd name="connsiteY44-1458" fmla="*/ 5821 h 10000"/>
              <a:gd name="connsiteX45-1459" fmla="*/ 272 w 10000"/>
              <a:gd name="connsiteY45-1460" fmla="*/ 5282 h 10000"/>
              <a:gd name="connsiteX46-1461" fmla="*/ 543 w 10000"/>
              <a:gd name="connsiteY46-1462" fmla="*/ 4051 h 10000"/>
              <a:gd name="connsiteX47-1463" fmla="*/ 543 w 10000"/>
              <a:gd name="connsiteY47-1464" fmla="*/ 2692 h 10000"/>
              <a:gd name="connsiteX48-1465" fmla="*/ 543 w 10000"/>
              <a:gd name="connsiteY48-1466" fmla="*/ 1333 h 10000"/>
              <a:gd name="connsiteX49-1467" fmla="*/ 272 w 10000"/>
              <a:gd name="connsiteY49-1468" fmla="*/ 0 h 10000"/>
              <a:gd name="connsiteX50-1469" fmla="*/ 1141 w 10000"/>
              <a:gd name="connsiteY50-1470" fmla="*/ 256 h 10000"/>
              <a:gd name="connsiteX51-1471" fmla="*/ 1685 w 10000"/>
              <a:gd name="connsiteY51-1472" fmla="*/ 538 h 10000"/>
              <a:gd name="connsiteX52-1473" fmla="*/ 1957 w 10000"/>
              <a:gd name="connsiteY52-1474" fmla="*/ 667 h 10000"/>
              <a:gd name="connsiteX53-1475" fmla="*/ 2554 w 10000"/>
              <a:gd name="connsiteY53-1476" fmla="*/ 949 h 10000"/>
              <a:gd name="connsiteX54-1477" fmla="*/ 2826 w 10000"/>
              <a:gd name="connsiteY54-1478" fmla="*/ 1077 h 10000"/>
              <a:gd name="connsiteX55-1479" fmla="*/ 3152 w 10000"/>
              <a:gd name="connsiteY55-1480" fmla="*/ 1205 h 10000"/>
              <a:gd name="connsiteX56-1481" fmla="*/ 3152 w 10000"/>
              <a:gd name="connsiteY56-1482" fmla="*/ 1333 h 10000"/>
              <a:gd name="connsiteX57-1483" fmla="*/ 3424 w 10000"/>
              <a:gd name="connsiteY57-1484" fmla="*/ 1487 h 10000"/>
              <a:gd name="connsiteX58-1485" fmla="*/ 3424 w 10000"/>
              <a:gd name="connsiteY58-1486" fmla="*/ 1615 h 10000"/>
              <a:gd name="connsiteX59-1487" fmla="*/ 3424 w 10000"/>
              <a:gd name="connsiteY59-1488" fmla="*/ 1897 h 10000"/>
              <a:gd name="connsiteX60-1489" fmla="*/ 3424 w 10000"/>
              <a:gd name="connsiteY60-1490" fmla="*/ 2026 h 10000"/>
              <a:gd name="connsiteX61-1491" fmla="*/ 3696 w 10000"/>
              <a:gd name="connsiteY61-1492" fmla="*/ 2026 h 10000"/>
              <a:gd name="connsiteX62-1493" fmla="*/ 3424 w 10000"/>
              <a:gd name="connsiteY62-1494" fmla="*/ 2154 h 10000"/>
              <a:gd name="connsiteX63-1495" fmla="*/ 3424 w 10000"/>
              <a:gd name="connsiteY63-1496" fmla="*/ 2154 h 10000"/>
              <a:gd name="connsiteX64-1497" fmla="*/ 3424 w 10000"/>
              <a:gd name="connsiteY64-1498" fmla="*/ 2282 h 10000"/>
              <a:gd name="connsiteX65-1499" fmla="*/ 3424 w 10000"/>
              <a:gd name="connsiteY65-1500" fmla="*/ 2564 h 10000"/>
              <a:gd name="connsiteX66-1501" fmla="*/ 3424 w 10000"/>
              <a:gd name="connsiteY66-1502" fmla="*/ 2692 h 10000"/>
              <a:gd name="connsiteX67-1503" fmla="*/ 3152 w 10000"/>
              <a:gd name="connsiteY67-1504" fmla="*/ 2974 h 10000"/>
              <a:gd name="connsiteX68-1505" fmla="*/ 3152 w 10000"/>
              <a:gd name="connsiteY68-1506" fmla="*/ 3231 h 10000"/>
              <a:gd name="connsiteX69-1507" fmla="*/ 2826 w 10000"/>
              <a:gd name="connsiteY69-1508" fmla="*/ 3641 h 10000"/>
              <a:gd name="connsiteX70-1509" fmla="*/ 2826 w 10000"/>
              <a:gd name="connsiteY70-1510" fmla="*/ 4333 h 10000"/>
              <a:gd name="connsiteX71-1511" fmla="*/ 2554 w 10000"/>
              <a:gd name="connsiteY71-1512" fmla="*/ 5000 h 10000"/>
              <a:gd name="connsiteX72-1513" fmla="*/ 2283 w 10000"/>
              <a:gd name="connsiteY72-1514" fmla="*/ 5667 h 10000"/>
              <a:gd name="connsiteX73-1515" fmla="*/ 2283 w 10000"/>
              <a:gd name="connsiteY73-1516" fmla="*/ 6359 h 10000"/>
              <a:gd name="connsiteX74-1517" fmla="*/ 1957 w 10000"/>
              <a:gd name="connsiteY74-1518" fmla="*/ 6615 h 10000"/>
              <a:gd name="connsiteX75-1519" fmla="*/ 1957 w 10000"/>
              <a:gd name="connsiteY75-1520" fmla="*/ 7026 h 10000"/>
              <a:gd name="connsiteX76-1521" fmla="*/ 1957 w 10000"/>
              <a:gd name="connsiteY76-1522" fmla="*/ 7308 h 10000"/>
              <a:gd name="connsiteX77-1523" fmla="*/ 1957 w 10000"/>
              <a:gd name="connsiteY77-1524" fmla="*/ 7564 h 10000"/>
              <a:gd name="connsiteX78-1525" fmla="*/ 2283 w 10000"/>
              <a:gd name="connsiteY78-1526" fmla="*/ 7974 h 10000"/>
              <a:gd name="connsiteX79-1527" fmla="*/ 2283 w 10000"/>
              <a:gd name="connsiteY79-1528" fmla="*/ 8385 h 10000"/>
              <a:gd name="connsiteX80-1529" fmla="*/ 2283 w 10000"/>
              <a:gd name="connsiteY80-1530" fmla="*/ 8385 h 10000"/>
              <a:gd name="connsiteX0-1531" fmla="*/ 2283 w 10000"/>
              <a:gd name="connsiteY0-1532" fmla="*/ 8385 h 10000"/>
              <a:gd name="connsiteX1-1533" fmla="*/ 2554 w 10000"/>
              <a:gd name="connsiteY1-1534" fmla="*/ 8513 h 10000"/>
              <a:gd name="connsiteX2-1535" fmla="*/ 2826 w 10000"/>
              <a:gd name="connsiteY2-1536" fmla="*/ 8667 h 10000"/>
              <a:gd name="connsiteX3-1537" fmla="*/ 3152 w 10000"/>
              <a:gd name="connsiteY3-1538" fmla="*/ 8795 h 10000"/>
              <a:gd name="connsiteX4-1539" fmla="*/ 5707 w 10000"/>
              <a:gd name="connsiteY4-1540" fmla="*/ 8923 h 10000"/>
              <a:gd name="connsiteX5-1541" fmla="*/ 6304 w 10000"/>
              <a:gd name="connsiteY5-1542" fmla="*/ 8923 h 10000"/>
              <a:gd name="connsiteX6-1543" fmla="*/ 6848 w 10000"/>
              <a:gd name="connsiteY6-1544" fmla="*/ 8923 h 10000"/>
              <a:gd name="connsiteX7-1545" fmla="*/ 7446 w 10000"/>
              <a:gd name="connsiteY7-1546" fmla="*/ 8923 h 10000"/>
              <a:gd name="connsiteX8-1547" fmla="*/ 7989 w 10000"/>
              <a:gd name="connsiteY8-1548" fmla="*/ 8923 h 10000"/>
              <a:gd name="connsiteX9-1549" fmla="*/ 8315 w 10000"/>
              <a:gd name="connsiteY9-1550" fmla="*/ 8923 h 10000"/>
              <a:gd name="connsiteX10-1551" fmla="*/ 8587 w 10000"/>
              <a:gd name="connsiteY10-1552" fmla="*/ 9051 h 10000"/>
              <a:gd name="connsiteX11-1553" fmla="*/ 9130 w 10000"/>
              <a:gd name="connsiteY11-1554" fmla="*/ 9205 h 10000"/>
              <a:gd name="connsiteX12-1555" fmla="*/ 9457 w 10000"/>
              <a:gd name="connsiteY12-1556" fmla="*/ 9333 h 10000"/>
              <a:gd name="connsiteX13-1557" fmla="*/ 9728 w 10000"/>
              <a:gd name="connsiteY13-1558" fmla="*/ 9462 h 10000"/>
              <a:gd name="connsiteX14-1559" fmla="*/ 10000 w 10000"/>
              <a:gd name="connsiteY14-1560" fmla="*/ 9615 h 10000"/>
              <a:gd name="connsiteX15-1561" fmla="*/ 10000 w 10000"/>
              <a:gd name="connsiteY15-1562" fmla="*/ 9744 h 10000"/>
              <a:gd name="connsiteX16-1563" fmla="*/ 10000 w 10000"/>
              <a:gd name="connsiteY16-1564" fmla="*/ 9744 h 10000"/>
              <a:gd name="connsiteX17-1565" fmla="*/ 10000 w 10000"/>
              <a:gd name="connsiteY17-1566" fmla="*/ 9744 h 10000"/>
              <a:gd name="connsiteX18-1567" fmla="*/ 10000 w 10000"/>
              <a:gd name="connsiteY18-1568" fmla="*/ 9872 h 10000"/>
              <a:gd name="connsiteX19-1569" fmla="*/ 9728 w 10000"/>
              <a:gd name="connsiteY19-1570" fmla="*/ 9872 h 10000"/>
              <a:gd name="connsiteX20-1571" fmla="*/ 9728 w 10000"/>
              <a:gd name="connsiteY20-1572" fmla="*/ 9872 h 10000"/>
              <a:gd name="connsiteX21-1573" fmla="*/ 9457 w 10000"/>
              <a:gd name="connsiteY21-1574" fmla="*/ 10000 h 10000"/>
              <a:gd name="connsiteX22-1575" fmla="*/ 9130 w 10000"/>
              <a:gd name="connsiteY22-1576" fmla="*/ 10000 h 10000"/>
              <a:gd name="connsiteX23-1577" fmla="*/ 8587 w 10000"/>
              <a:gd name="connsiteY23-1578" fmla="*/ 10000 h 10000"/>
              <a:gd name="connsiteX24-1579" fmla="*/ 8315 w 10000"/>
              <a:gd name="connsiteY24-1580" fmla="*/ 10000 h 10000"/>
              <a:gd name="connsiteX25-1581" fmla="*/ 7717 w 10000"/>
              <a:gd name="connsiteY25-1582" fmla="*/ 10000 h 10000"/>
              <a:gd name="connsiteX26-1583" fmla="*/ 2554 w 10000"/>
              <a:gd name="connsiteY26-1584" fmla="*/ 9872 h 10000"/>
              <a:gd name="connsiteX27-1585" fmla="*/ 2283 w 10000"/>
              <a:gd name="connsiteY27-1586" fmla="*/ 9872 h 10000"/>
              <a:gd name="connsiteX28-1587" fmla="*/ 1957 w 10000"/>
              <a:gd name="connsiteY28-1588" fmla="*/ 9744 h 10000"/>
              <a:gd name="connsiteX29-1589" fmla="*/ 1685 w 10000"/>
              <a:gd name="connsiteY29-1590" fmla="*/ 9744 h 10000"/>
              <a:gd name="connsiteX30-1591" fmla="*/ 1413 w 10000"/>
              <a:gd name="connsiteY30-1592" fmla="*/ 9615 h 10000"/>
              <a:gd name="connsiteX31-1593" fmla="*/ 1141 w 10000"/>
              <a:gd name="connsiteY31-1594" fmla="*/ 9615 h 10000"/>
              <a:gd name="connsiteX32-1595" fmla="*/ 815 w 10000"/>
              <a:gd name="connsiteY32-1596" fmla="*/ 9462 h 10000"/>
              <a:gd name="connsiteX33-1597" fmla="*/ 815 w 10000"/>
              <a:gd name="connsiteY33-1598" fmla="*/ 9205 h 10000"/>
              <a:gd name="connsiteX34-1599" fmla="*/ 543 w 10000"/>
              <a:gd name="connsiteY34-1600" fmla="*/ 9051 h 10000"/>
              <a:gd name="connsiteX35-1601" fmla="*/ 543 w 10000"/>
              <a:gd name="connsiteY35-1602" fmla="*/ 8923 h 10000"/>
              <a:gd name="connsiteX36-1603" fmla="*/ 272 w 10000"/>
              <a:gd name="connsiteY36-1604" fmla="*/ 8667 h 10000"/>
              <a:gd name="connsiteX37-1605" fmla="*/ 272 w 10000"/>
              <a:gd name="connsiteY37-1606" fmla="*/ 8385 h 10000"/>
              <a:gd name="connsiteX38-1607" fmla="*/ 272 w 10000"/>
              <a:gd name="connsiteY38-1608" fmla="*/ 8128 h 10000"/>
              <a:gd name="connsiteX39-1609" fmla="*/ 0 w 10000"/>
              <a:gd name="connsiteY39-1610" fmla="*/ 7718 h 10000"/>
              <a:gd name="connsiteX40-1611" fmla="*/ 0 w 10000"/>
              <a:gd name="connsiteY40-1612" fmla="*/ 7308 h 10000"/>
              <a:gd name="connsiteX41-1613" fmla="*/ 0 w 10000"/>
              <a:gd name="connsiteY41-1614" fmla="*/ 6897 h 10000"/>
              <a:gd name="connsiteX42-1615" fmla="*/ 272 w 10000"/>
              <a:gd name="connsiteY42-1616" fmla="*/ 6359 h 10000"/>
              <a:gd name="connsiteX43-1617" fmla="*/ 272 w 10000"/>
              <a:gd name="connsiteY43-1618" fmla="*/ 5821 h 10000"/>
              <a:gd name="connsiteX44-1619" fmla="*/ 272 w 10000"/>
              <a:gd name="connsiteY44-1620" fmla="*/ 5282 h 10000"/>
              <a:gd name="connsiteX45-1621" fmla="*/ 543 w 10000"/>
              <a:gd name="connsiteY45-1622" fmla="*/ 4051 h 10000"/>
              <a:gd name="connsiteX46-1623" fmla="*/ 543 w 10000"/>
              <a:gd name="connsiteY46-1624" fmla="*/ 2692 h 10000"/>
              <a:gd name="connsiteX47-1625" fmla="*/ 543 w 10000"/>
              <a:gd name="connsiteY47-1626" fmla="*/ 1333 h 10000"/>
              <a:gd name="connsiteX48-1627" fmla="*/ 272 w 10000"/>
              <a:gd name="connsiteY48-1628" fmla="*/ 0 h 10000"/>
              <a:gd name="connsiteX49-1629" fmla="*/ 1141 w 10000"/>
              <a:gd name="connsiteY49-1630" fmla="*/ 256 h 10000"/>
              <a:gd name="connsiteX50-1631" fmla="*/ 1685 w 10000"/>
              <a:gd name="connsiteY50-1632" fmla="*/ 538 h 10000"/>
              <a:gd name="connsiteX51-1633" fmla="*/ 1957 w 10000"/>
              <a:gd name="connsiteY51-1634" fmla="*/ 667 h 10000"/>
              <a:gd name="connsiteX52-1635" fmla="*/ 2554 w 10000"/>
              <a:gd name="connsiteY52-1636" fmla="*/ 949 h 10000"/>
              <a:gd name="connsiteX53-1637" fmla="*/ 2826 w 10000"/>
              <a:gd name="connsiteY53-1638" fmla="*/ 1077 h 10000"/>
              <a:gd name="connsiteX54-1639" fmla="*/ 3152 w 10000"/>
              <a:gd name="connsiteY54-1640" fmla="*/ 1205 h 10000"/>
              <a:gd name="connsiteX55-1641" fmla="*/ 3152 w 10000"/>
              <a:gd name="connsiteY55-1642" fmla="*/ 1333 h 10000"/>
              <a:gd name="connsiteX56-1643" fmla="*/ 3424 w 10000"/>
              <a:gd name="connsiteY56-1644" fmla="*/ 1487 h 10000"/>
              <a:gd name="connsiteX57-1645" fmla="*/ 3424 w 10000"/>
              <a:gd name="connsiteY57-1646" fmla="*/ 1615 h 10000"/>
              <a:gd name="connsiteX58-1647" fmla="*/ 3424 w 10000"/>
              <a:gd name="connsiteY58-1648" fmla="*/ 1897 h 10000"/>
              <a:gd name="connsiteX59-1649" fmla="*/ 3424 w 10000"/>
              <a:gd name="connsiteY59-1650" fmla="*/ 2026 h 10000"/>
              <a:gd name="connsiteX60-1651" fmla="*/ 3696 w 10000"/>
              <a:gd name="connsiteY60-1652" fmla="*/ 2026 h 10000"/>
              <a:gd name="connsiteX61-1653" fmla="*/ 3424 w 10000"/>
              <a:gd name="connsiteY61-1654" fmla="*/ 2154 h 10000"/>
              <a:gd name="connsiteX62-1655" fmla="*/ 3424 w 10000"/>
              <a:gd name="connsiteY62-1656" fmla="*/ 2154 h 10000"/>
              <a:gd name="connsiteX63-1657" fmla="*/ 3424 w 10000"/>
              <a:gd name="connsiteY63-1658" fmla="*/ 2282 h 10000"/>
              <a:gd name="connsiteX64-1659" fmla="*/ 3424 w 10000"/>
              <a:gd name="connsiteY64-1660" fmla="*/ 2564 h 10000"/>
              <a:gd name="connsiteX65-1661" fmla="*/ 3424 w 10000"/>
              <a:gd name="connsiteY65-1662" fmla="*/ 2692 h 10000"/>
              <a:gd name="connsiteX66-1663" fmla="*/ 3152 w 10000"/>
              <a:gd name="connsiteY66-1664" fmla="*/ 2974 h 10000"/>
              <a:gd name="connsiteX67-1665" fmla="*/ 3152 w 10000"/>
              <a:gd name="connsiteY67-1666" fmla="*/ 3231 h 10000"/>
              <a:gd name="connsiteX68-1667" fmla="*/ 2826 w 10000"/>
              <a:gd name="connsiteY68-1668" fmla="*/ 3641 h 10000"/>
              <a:gd name="connsiteX69-1669" fmla="*/ 2826 w 10000"/>
              <a:gd name="connsiteY69-1670" fmla="*/ 4333 h 10000"/>
              <a:gd name="connsiteX70-1671" fmla="*/ 2554 w 10000"/>
              <a:gd name="connsiteY70-1672" fmla="*/ 5000 h 10000"/>
              <a:gd name="connsiteX71-1673" fmla="*/ 2283 w 10000"/>
              <a:gd name="connsiteY71-1674" fmla="*/ 5667 h 10000"/>
              <a:gd name="connsiteX72-1675" fmla="*/ 2283 w 10000"/>
              <a:gd name="connsiteY72-1676" fmla="*/ 6359 h 10000"/>
              <a:gd name="connsiteX73-1677" fmla="*/ 1957 w 10000"/>
              <a:gd name="connsiteY73-1678" fmla="*/ 6615 h 10000"/>
              <a:gd name="connsiteX74-1679" fmla="*/ 1957 w 10000"/>
              <a:gd name="connsiteY74-1680" fmla="*/ 7026 h 10000"/>
              <a:gd name="connsiteX75-1681" fmla="*/ 1957 w 10000"/>
              <a:gd name="connsiteY75-1682" fmla="*/ 7308 h 10000"/>
              <a:gd name="connsiteX76-1683" fmla="*/ 1957 w 10000"/>
              <a:gd name="connsiteY76-1684" fmla="*/ 7564 h 10000"/>
              <a:gd name="connsiteX77-1685" fmla="*/ 2283 w 10000"/>
              <a:gd name="connsiteY77-1686" fmla="*/ 7974 h 10000"/>
              <a:gd name="connsiteX78-1687" fmla="*/ 2283 w 10000"/>
              <a:gd name="connsiteY78-1688" fmla="*/ 8385 h 10000"/>
              <a:gd name="connsiteX79-1689" fmla="*/ 2283 w 10000"/>
              <a:gd name="connsiteY79-1690" fmla="*/ 8385 h 10000"/>
              <a:gd name="connsiteX0-1691" fmla="*/ 2283 w 10000"/>
              <a:gd name="connsiteY0-1692" fmla="*/ 8385 h 10000"/>
              <a:gd name="connsiteX1-1693" fmla="*/ 2554 w 10000"/>
              <a:gd name="connsiteY1-1694" fmla="*/ 8513 h 10000"/>
              <a:gd name="connsiteX2-1695" fmla="*/ 2826 w 10000"/>
              <a:gd name="connsiteY2-1696" fmla="*/ 8667 h 10000"/>
              <a:gd name="connsiteX3-1697" fmla="*/ 3152 w 10000"/>
              <a:gd name="connsiteY3-1698" fmla="*/ 8795 h 10000"/>
              <a:gd name="connsiteX4-1699" fmla="*/ 5707 w 10000"/>
              <a:gd name="connsiteY4-1700" fmla="*/ 8923 h 10000"/>
              <a:gd name="connsiteX5-1701" fmla="*/ 6848 w 10000"/>
              <a:gd name="connsiteY5-1702" fmla="*/ 8923 h 10000"/>
              <a:gd name="connsiteX6-1703" fmla="*/ 7446 w 10000"/>
              <a:gd name="connsiteY6-1704" fmla="*/ 8923 h 10000"/>
              <a:gd name="connsiteX7-1705" fmla="*/ 7989 w 10000"/>
              <a:gd name="connsiteY7-1706" fmla="*/ 8923 h 10000"/>
              <a:gd name="connsiteX8-1707" fmla="*/ 8315 w 10000"/>
              <a:gd name="connsiteY8-1708" fmla="*/ 8923 h 10000"/>
              <a:gd name="connsiteX9-1709" fmla="*/ 8587 w 10000"/>
              <a:gd name="connsiteY9-1710" fmla="*/ 9051 h 10000"/>
              <a:gd name="connsiteX10-1711" fmla="*/ 9130 w 10000"/>
              <a:gd name="connsiteY10-1712" fmla="*/ 9205 h 10000"/>
              <a:gd name="connsiteX11-1713" fmla="*/ 9457 w 10000"/>
              <a:gd name="connsiteY11-1714" fmla="*/ 9333 h 10000"/>
              <a:gd name="connsiteX12-1715" fmla="*/ 9728 w 10000"/>
              <a:gd name="connsiteY12-1716" fmla="*/ 9462 h 10000"/>
              <a:gd name="connsiteX13-1717" fmla="*/ 10000 w 10000"/>
              <a:gd name="connsiteY13-1718" fmla="*/ 9615 h 10000"/>
              <a:gd name="connsiteX14-1719" fmla="*/ 10000 w 10000"/>
              <a:gd name="connsiteY14-1720" fmla="*/ 9744 h 10000"/>
              <a:gd name="connsiteX15-1721" fmla="*/ 10000 w 10000"/>
              <a:gd name="connsiteY15-1722" fmla="*/ 9744 h 10000"/>
              <a:gd name="connsiteX16-1723" fmla="*/ 10000 w 10000"/>
              <a:gd name="connsiteY16-1724" fmla="*/ 9744 h 10000"/>
              <a:gd name="connsiteX17-1725" fmla="*/ 10000 w 10000"/>
              <a:gd name="connsiteY17-1726" fmla="*/ 9872 h 10000"/>
              <a:gd name="connsiteX18-1727" fmla="*/ 9728 w 10000"/>
              <a:gd name="connsiteY18-1728" fmla="*/ 9872 h 10000"/>
              <a:gd name="connsiteX19-1729" fmla="*/ 9728 w 10000"/>
              <a:gd name="connsiteY19-1730" fmla="*/ 9872 h 10000"/>
              <a:gd name="connsiteX20-1731" fmla="*/ 9457 w 10000"/>
              <a:gd name="connsiteY20-1732" fmla="*/ 10000 h 10000"/>
              <a:gd name="connsiteX21-1733" fmla="*/ 9130 w 10000"/>
              <a:gd name="connsiteY21-1734" fmla="*/ 10000 h 10000"/>
              <a:gd name="connsiteX22-1735" fmla="*/ 8587 w 10000"/>
              <a:gd name="connsiteY22-1736" fmla="*/ 10000 h 10000"/>
              <a:gd name="connsiteX23-1737" fmla="*/ 8315 w 10000"/>
              <a:gd name="connsiteY23-1738" fmla="*/ 10000 h 10000"/>
              <a:gd name="connsiteX24-1739" fmla="*/ 7717 w 10000"/>
              <a:gd name="connsiteY24-1740" fmla="*/ 10000 h 10000"/>
              <a:gd name="connsiteX25-1741" fmla="*/ 2554 w 10000"/>
              <a:gd name="connsiteY25-1742" fmla="*/ 9872 h 10000"/>
              <a:gd name="connsiteX26-1743" fmla="*/ 2283 w 10000"/>
              <a:gd name="connsiteY26-1744" fmla="*/ 9872 h 10000"/>
              <a:gd name="connsiteX27-1745" fmla="*/ 1957 w 10000"/>
              <a:gd name="connsiteY27-1746" fmla="*/ 9744 h 10000"/>
              <a:gd name="connsiteX28-1747" fmla="*/ 1685 w 10000"/>
              <a:gd name="connsiteY28-1748" fmla="*/ 9744 h 10000"/>
              <a:gd name="connsiteX29-1749" fmla="*/ 1413 w 10000"/>
              <a:gd name="connsiteY29-1750" fmla="*/ 9615 h 10000"/>
              <a:gd name="connsiteX30-1751" fmla="*/ 1141 w 10000"/>
              <a:gd name="connsiteY30-1752" fmla="*/ 9615 h 10000"/>
              <a:gd name="connsiteX31-1753" fmla="*/ 815 w 10000"/>
              <a:gd name="connsiteY31-1754" fmla="*/ 9462 h 10000"/>
              <a:gd name="connsiteX32-1755" fmla="*/ 815 w 10000"/>
              <a:gd name="connsiteY32-1756" fmla="*/ 9205 h 10000"/>
              <a:gd name="connsiteX33-1757" fmla="*/ 543 w 10000"/>
              <a:gd name="connsiteY33-1758" fmla="*/ 9051 h 10000"/>
              <a:gd name="connsiteX34-1759" fmla="*/ 543 w 10000"/>
              <a:gd name="connsiteY34-1760" fmla="*/ 8923 h 10000"/>
              <a:gd name="connsiteX35-1761" fmla="*/ 272 w 10000"/>
              <a:gd name="connsiteY35-1762" fmla="*/ 8667 h 10000"/>
              <a:gd name="connsiteX36-1763" fmla="*/ 272 w 10000"/>
              <a:gd name="connsiteY36-1764" fmla="*/ 8385 h 10000"/>
              <a:gd name="connsiteX37-1765" fmla="*/ 272 w 10000"/>
              <a:gd name="connsiteY37-1766" fmla="*/ 8128 h 10000"/>
              <a:gd name="connsiteX38-1767" fmla="*/ 0 w 10000"/>
              <a:gd name="connsiteY38-1768" fmla="*/ 7718 h 10000"/>
              <a:gd name="connsiteX39-1769" fmla="*/ 0 w 10000"/>
              <a:gd name="connsiteY39-1770" fmla="*/ 7308 h 10000"/>
              <a:gd name="connsiteX40-1771" fmla="*/ 0 w 10000"/>
              <a:gd name="connsiteY40-1772" fmla="*/ 6897 h 10000"/>
              <a:gd name="connsiteX41-1773" fmla="*/ 272 w 10000"/>
              <a:gd name="connsiteY41-1774" fmla="*/ 6359 h 10000"/>
              <a:gd name="connsiteX42-1775" fmla="*/ 272 w 10000"/>
              <a:gd name="connsiteY42-1776" fmla="*/ 5821 h 10000"/>
              <a:gd name="connsiteX43-1777" fmla="*/ 272 w 10000"/>
              <a:gd name="connsiteY43-1778" fmla="*/ 5282 h 10000"/>
              <a:gd name="connsiteX44-1779" fmla="*/ 543 w 10000"/>
              <a:gd name="connsiteY44-1780" fmla="*/ 4051 h 10000"/>
              <a:gd name="connsiteX45-1781" fmla="*/ 543 w 10000"/>
              <a:gd name="connsiteY45-1782" fmla="*/ 2692 h 10000"/>
              <a:gd name="connsiteX46-1783" fmla="*/ 543 w 10000"/>
              <a:gd name="connsiteY46-1784" fmla="*/ 1333 h 10000"/>
              <a:gd name="connsiteX47-1785" fmla="*/ 272 w 10000"/>
              <a:gd name="connsiteY47-1786" fmla="*/ 0 h 10000"/>
              <a:gd name="connsiteX48-1787" fmla="*/ 1141 w 10000"/>
              <a:gd name="connsiteY48-1788" fmla="*/ 256 h 10000"/>
              <a:gd name="connsiteX49-1789" fmla="*/ 1685 w 10000"/>
              <a:gd name="connsiteY49-1790" fmla="*/ 538 h 10000"/>
              <a:gd name="connsiteX50-1791" fmla="*/ 1957 w 10000"/>
              <a:gd name="connsiteY50-1792" fmla="*/ 667 h 10000"/>
              <a:gd name="connsiteX51-1793" fmla="*/ 2554 w 10000"/>
              <a:gd name="connsiteY51-1794" fmla="*/ 949 h 10000"/>
              <a:gd name="connsiteX52-1795" fmla="*/ 2826 w 10000"/>
              <a:gd name="connsiteY52-1796" fmla="*/ 1077 h 10000"/>
              <a:gd name="connsiteX53-1797" fmla="*/ 3152 w 10000"/>
              <a:gd name="connsiteY53-1798" fmla="*/ 1205 h 10000"/>
              <a:gd name="connsiteX54-1799" fmla="*/ 3152 w 10000"/>
              <a:gd name="connsiteY54-1800" fmla="*/ 1333 h 10000"/>
              <a:gd name="connsiteX55-1801" fmla="*/ 3424 w 10000"/>
              <a:gd name="connsiteY55-1802" fmla="*/ 1487 h 10000"/>
              <a:gd name="connsiteX56-1803" fmla="*/ 3424 w 10000"/>
              <a:gd name="connsiteY56-1804" fmla="*/ 1615 h 10000"/>
              <a:gd name="connsiteX57-1805" fmla="*/ 3424 w 10000"/>
              <a:gd name="connsiteY57-1806" fmla="*/ 1897 h 10000"/>
              <a:gd name="connsiteX58-1807" fmla="*/ 3424 w 10000"/>
              <a:gd name="connsiteY58-1808" fmla="*/ 2026 h 10000"/>
              <a:gd name="connsiteX59-1809" fmla="*/ 3696 w 10000"/>
              <a:gd name="connsiteY59-1810" fmla="*/ 2026 h 10000"/>
              <a:gd name="connsiteX60-1811" fmla="*/ 3424 w 10000"/>
              <a:gd name="connsiteY60-1812" fmla="*/ 2154 h 10000"/>
              <a:gd name="connsiteX61-1813" fmla="*/ 3424 w 10000"/>
              <a:gd name="connsiteY61-1814" fmla="*/ 2154 h 10000"/>
              <a:gd name="connsiteX62-1815" fmla="*/ 3424 w 10000"/>
              <a:gd name="connsiteY62-1816" fmla="*/ 2282 h 10000"/>
              <a:gd name="connsiteX63-1817" fmla="*/ 3424 w 10000"/>
              <a:gd name="connsiteY63-1818" fmla="*/ 2564 h 10000"/>
              <a:gd name="connsiteX64-1819" fmla="*/ 3424 w 10000"/>
              <a:gd name="connsiteY64-1820" fmla="*/ 2692 h 10000"/>
              <a:gd name="connsiteX65-1821" fmla="*/ 3152 w 10000"/>
              <a:gd name="connsiteY65-1822" fmla="*/ 2974 h 10000"/>
              <a:gd name="connsiteX66-1823" fmla="*/ 3152 w 10000"/>
              <a:gd name="connsiteY66-1824" fmla="*/ 3231 h 10000"/>
              <a:gd name="connsiteX67-1825" fmla="*/ 2826 w 10000"/>
              <a:gd name="connsiteY67-1826" fmla="*/ 3641 h 10000"/>
              <a:gd name="connsiteX68-1827" fmla="*/ 2826 w 10000"/>
              <a:gd name="connsiteY68-1828" fmla="*/ 4333 h 10000"/>
              <a:gd name="connsiteX69-1829" fmla="*/ 2554 w 10000"/>
              <a:gd name="connsiteY69-1830" fmla="*/ 5000 h 10000"/>
              <a:gd name="connsiteX70-1831" fmla="*/ 2283 w 10000"/>
              <a:gd name="connsiteY70-1832" fmla="*/ 5667 h 10000"/>
              <a:gd name="connsiteX71-1833" fmla="*/ 2283 w 10000"/>
              <a:gd name="connsiteY71-1834" fmla="*/ 6359 h 10000"/>
              <a:gd name="connsiteX72-1835" fmla="*/ 1957 w 10000"/>
              <a:gd name="connsiteY72-1836" fmla="*/ 6615 h 10000"/>
              <a:gd name="connsiteX73-1837" fmla="*/ 1957 w 10000"/>
              <a:gd name="connsiteY73-1838" fmla="*/ 7026 h 10000"/>
              <a:gd name="connsiteX74-1839" fmla="*/ 1957 w 10000"/>
              <a:gd name="connsiteY74-1840" fmla="*/ 7308 h 10000"/>
              <a:gd name="connsiteX75-1841" fmla="*/ 1957 w 10000"/>
              <a:gd name="connsiteY75-1842" fmla="*/ 7564 h 10000"/>
              <a:gd name="connsiteX76-1843" fmla="*/ 2283 w 10000"/>
              <a:gd name="connsiteY76-1844" fmla="*/ 7974 h 10000"/>
              <a:gd name="connsiteX77-1845" fmla="*/ 2283 w 10000"/>
              <a:gd name="connsiteY77-1846" fmla="*/ 8385 h 10000"/>
              <a:gd name="connsiteX78-1847" fmla="*/ 2283 w 10000"/>
              <a:gd name="connsiteY78-1848" fmla="*/ 8385 h 10000"/>
              <a:gd name="connsiteX0-1849" fmla="*/ 2283 w 10000"/>
              <a:gd name="connsiteY0-1850" fmla="*/ 8385 h 10000"/>
              <a:gd name="connsiteX1-1851" fmla="*/ 2554 w 10000"/>
              <a:gd name="connsiteY1-1852" fmla="*/ 8513 h 10000"/>
              <a:gd name="connsiteX2-1853" fmla="*/ 2826 w 10000"/>
              <a:gd name="connsiteY2-1854" fmla="*/ 8667 h 10000"/>
              <a:gd name="connsiteX3-1855" fmla="*/ 3152 w 10000"/>
              <a:gd name="connsiteY3-1856" fmla="*/ 8795 h 10000"/>
              <a:gd name="connsiteX4-1857" fmla="*/ 6848 w 10000"/>
              <a:gd name="connsiteY4-1858" fmla="*/ 8923 h 10000"/>
              <a:gd name="connsiteX5-1859" fmla="*/ 7446 w 10000"/>
              <a:gd name="connsiteY5-1860" fmla="*/ 8923 h 10000"/>
              <a:gd name="connsiteX6-1861" fmla="*/ 7989 w 10000"/>
              <a:gd name="connsiteY6-1862" fmla="*/ 8923 h 10000"/>
              <a:gd name="connsiteX7-1863" fmla="*/ 8315 w 10000"/>
              <a:gd name="connsiteY7-1864" fmla="*/ 8923 h 10000"/>
              <a:gd name="connsiteX8-1865" fmla="*/ 8587 w 10000"/>
              <a:gd name="connsiteY8-1866" fmla="*/ 9051 h 10000"/>
              <a:gd name="connsiteX9-1867" fmla="*/ 9130 w 10000"/>
              <a:gd name="connsiteY9-1868" fmla="*/ 9205 h 10000"/>
              <a:gd name="connsiteX10-1869" fmla="*/ 9457 w 10000"/>
              <a:gd name="connsiteY10-1870" fmla="*/ 9333 h 10000"/>
              <a:gd name="connsiteX11-1871" fmla="*/ 9728 w 10000"/>
              <a:gd name="connsiteY11-1872" fmla="*/ 9462 h 10000"/>
              <a:gd name="connsiteX12-1873" fmla="*/ 10000 w 10000"/>
              <a:gd name="connsiteY12-1874" fmla="*/ 9615 h 10000"/>
              <a:gd name="connsiteX13-1875" fmla="*/ 10000 w 10000"/>
              <a:gd name="connsiteY13-1876" fmla="*/ 9744 h 10000"/>
              <a:gd name="connsiteX14-1877" fmla="*/ 10000 w 10000"/>
              <a:gd name="connsiteY14-1878" fmla="*/ 9744 h 10000"/>
              <a:gd name="connsiteX15-1879" fmla="*/ 10000 w 10000"/>
              <a:gd name="connsiteY15-1880" fmla="*/ 9744 h 10000"/>
              <a:gd name="connsiteX16-1881" fmla="*/ 10000 w 10000"/>
              <a:gd name="connsiteY16-1882" fmla="*/ 9872 h 10000"/>
              <a:gd name="connsiteX17-1883" fmla="*/ 9728 w 10000"/>
              <a:gd name="connsiteY17-1884" fmla="*/ 9872 h 10000"/>
              <a:gd name="connsiteX18-1885" fmla="*/ 9728 w 10000"/>
              <a:gd name="connsiteY18-1886" fmla="*/ 9872 h 10000"/>
              <a:gd name="connsiteX19-1887" fmla="*/ 9457 w 10000"/>
              <a:gd name="connsiteY19-1888" fmla="*/ 10000 h 10000"/>
              <a:gd name="connsiteX20-1889" fmla="*/ 9130 w 10000"/>
              <a:gd name="connsiteY20-1890" fmla="*/ 10000 h 10000"/>
              <a:gd name="connsiteX21-1891" fmla="*/ 8587 w 10000"/>
              <a:gd name="connsiteY21-1892" fmla="*/ 10000 h 10000"/>
              <a:gd name="connsiteX22-1893" fmla="*/ 8315 w 10000"/>
              <a:gd name="connsiteY22-1894" fmla="*/ 10000 h 10000"/>
              <a:gd name="connsiteX23-1895" fmla="*/ 7717 w 10000"/>
              <a:gd name="connsiteY23-1896" fmla="*/ 10000 h 10000"/>
              <a:gd name="connsiteX24-1897" fmla="*/ 2554 w 10000"/>
              <a:gd name="connsiteY24-1898" fmla="*/ 9872 h 10000"/>
              <a:gd name="connsiteX25-1899" fmla="*/ 2283 w 10000"/>
              <a:gd name="connsiteY25-1900" fmla="*/ 9872 h 10000"/>
              <a:gd name="connsiteX26-1901" fmla="*/ 1957 w 10000"/>
              <a:gd name="connsiteY26-1902" fmla="*/ 9744 h 10000"/>
              <a:gd name="connsiteX27-1903" fmla="*/ 1685 w 10000"/>
              <a:gd name="connsiteY27-1904" fmla="*/ 9744 h 10000"/>
              <a:gd name="connsiteX28-1905" fmla="*/ 1413 w 10000"/>
              <a:gd name="connsiteY28-1906" fmla="*/ 9615 h 10000"/>
              <a:gd name="connsiteX29-1907" fmla="*/ 1141 w 10000"/>
              <a:gd name="connsiteY29-1908" fmla="*/ 9615 h 10000"/>
              <a:gd name="connsiteX30-1909" fmla="*/ 815 w 10000"/>
              <a:gd name="connsiteY30-1910" fmla="*/ 9462 h 10000"/>
              <a:gd name="connsiteX31-1911" fmla="*/ 815 w 10000"/>
              <a:gd name="connsiteY31-1912" fmla="*/ 9205 h 10000"/>
              <a:gd name="connsiteX32-1913" fmla="*/ 543 w 10000"/>
              <a:gd name="connsiteY32-1914" fmla="*/ 9051 h 10000"/>
              <a:gd name="connsiteX33-1915" fmla="*/ 543 w 10000"/>
              <a:gd name="connsiteY33-1916" fmla="*/ 8923 h 10000"/>
              <a:gd name="connsiteX34-1917" fmla="*/ 272 w 10000"/>
              <a:gd name="connsiteY34-1918" fmla="*/ 8667 h 10000"/>
              <a:gd name="connsiteX35-1919" fmla="*/ 272 w 10000"/>
              <a:gd name="connsiteY35-1920" fmla="*/ 8385 h 10000"/>
              <a:gd name="connsiteX36-1921" fmla="*/ 272 w 10000"/>
              <a:gd name="connsiteY36-1922" fmla="*/ 8128 h 10000"/>
              <a:gd name="connsiteX37-1923" fmla="*/ 0 w 10000"/>
              <a:gd name="connsiteY37-1924" fmla="*/ 7718 h 10000"/>
              <a:gd name="connsiteX38-1925" fmla="*/ 0 w 10000"/>
              <a:gd name="connsiteY38-1926" fmla="*/ 7308 h 10000"/>
              <a:gd name="connsiteX39-1927" fmla="*/ 0 w 10000"/>
              <a:gd name="connsiteY39-1928" fmla="*/ 6897 h 10000"/>
              <a:gd name="connsiteX40-1929" fmla="*/ 272 w 10000"/>
              <a:gd name="connsiteY40-1930" fmla="*/ 6359 h 10000"/>
              <a:gd name="connsiteX41-1931" fmla="*/ 272 w 10000"/>
              <a:gd name="connsiteY41-1932" fmla="*/ 5821 h 10000"/>
              <a:gd name="connsiteX42-1933" fmla="*/ 272 w 10000"/>
              <a:gd name="connsiteY42-1934" fmla="*/ 5282 h 10000"/>
              <a:gd name="connsiteX43-1935" fmla="*/ 543 w 10000"/>
              <a:gd name="connsiteY43-1936" fmla="*/ 4051 h 10000"/>
              <a:gd name="connsiteX44-1937" fmla="*/ 543 w 10000"/>
              <a:gd name="connsiteY44-1938" fmla="*/ 2692 h 10000"/>
              <a:gd name="connsiteX45-1939" fmla="*/ 543 w 10000"/>
              <a:gd name="connsiteY45-1940" fmla="*/ 1333 h 10000"/>
              <a:gd name="connsiteX46-1941" fmla="*/ 272 w 10000"/>
              <a:gd name="connsiteY46-1942" fmla="*/ 0 h 10000"/>
              <a:gd name="connsiteX47-1943" fmla="*/ 1141 w 10000"/>
              <a:gd name="connsiteY47-1944" fmla="*/ 256 h 10000"/>
              <a:gd name="connsiteX48-1945" fmla="*/ 1685 w 10000"/>
              <a:gd name="connsiteY48-1946" fmla="*/ 538 h 10000"/>
              <a:gd name="connsiteX49-1947" fmla="*/ 1957 w 10000"/>
              <a:gd name="connsiteY49-1948" fmla="*/ 667 h 10000"/>
              <a:gd name="connsiteX50-1949" fmla="*/ 2554 w 10000"/>
              <a:gd name="connsiteY50-1950" fmla="*/ 949 h 10000"/>
              <a:gd name="connsiteX51-1951" fmla="*/ 2826 w 10000"/>
              <a:gd name="connsiteY51-1952" fmla="*/ 1077 h 10000"/>
              <a:gd name="connsiteX52-1953" fmla="*/ 3152 w 10000"/>
              <a:gd name="connsiteY52-1954" fmla="*/ 1205 h 10000"/>
              <a:gd name="connsiteX53-1955" fmla="*/ 3152 w 10000"/>
              <a:gd name="connsiteY53-1956" fmla="*/ 1333 h 10000"/>
              <a:gd name="connsiteX54-1957" fmla="*/ 3424 w 10000"/>
              <a:gd name="connsiteY54-1958" fmla="*/ 1487 h 10000"/>
              <a:gd name="connsiteX55-1959" fmla="*/ 3424 w 10000"/>
              <a:gd name="connsiteY55-1960" fmla="*/ 1615 h 10000"/>
              <a:gd name="connsiteX56-1961" fmla="*/ 3424 w 10000"/>
              <a:gd name="connsiteY56-1962" fmla="*/ 1897 h 10000"/>
              <a:gd name="connsiteX57-1963" fmla="*/ 3424 w 10000"/>
              <a:gd name="connsiteY57-1964" fmla="*/ 2026 h 10000"/>
              <a:gd name="connsiteX58-1965" fmla="*/ 3696 w 10000"/>
              <a:gd name="connsiteY58-1966" fmla="*/ 2026 h 10000"/>
              <a:gd name="connsiteX59-1967" fmla="*/ 3424 w 10000"/>
              <a:gd name="connsiteY59-1968" fmla="*/ 2154 h 10000"/>
              <a:gd name="connsiteX60-1969" fmla="*/ 3424 w 10000"/>
              <a:gd name="connsiteY60-1970" fmla="*/ 2154 h 10000"/>
              <a:gd name="connsiteX61-1971" fmla="*/ 3424 w 10000"/>
              <a:gd name="connsiteY61-1972" fmla="*/ 2282 h 10000"/>
              <a:gd name="connsiteX62-1973" fmla="*/ 3424 w 10000"/>
              <a:gd name="connsiteY62-1974" fmla="*/ 2564 h 10000"/>
              <a:gd name="connsiteX63-1975" fmla="*/ 3424 w 10000"/>
              <a:gd name="connsiteY63-1976" fmla="*/ 2692 h 10000"/>
              <a:gd name="connsiteX64-1977" fmla="*/ 3152 w 10000"/>
              <a:gd name="connsiteY64-1978" fmla="*/ 2974 h 10000"/>
              <a:gd name="connsiteX65-1979" fmla="*/ 3152 w 10000"/>
              <a:gd name="connsiteY65-1980" fmla="*/ 3231 h 10000"/>
              <a:gd name="connsiteX66-1981" fmla="*/ 2826 w 10000"/>
              <a:gd name="connsiteY66-1982" fmla="*/ 3641 h 10000"/>
              <a:gd name="connsiteX67-1983" fmla="*/ 2826 w 10000"/>
              <a:gd name="connsiteY67-1984" fmla="*/ 4333 h 10000"/>
              <a:gd name="connsiteX68-1985" fmla="*/ 2554 w 10000"/>
              <a:gd name="connsiteY68-1986" fmla="*/ 5000 h 10000"/>
              <a:gd name="connsiteX69-1987" fmla="*/ 2283 w 10000"/>
              <a:gd name="connsiteY69-1988" fmla="*/ 5667 h 10000"/>
              <a:gd name="connsiteX70-1989" fmla="*/ 2283 w 10000"/>
              <a:gd name="connsiteY70-1990" fmla="*/ 6359 h 10000"/>
              <a:gd name="connsiteX71-1991" fmla="*/ 1957 w 10000"/>
              <a:gd name="connsiteY71-1992" fmla="*/ 6615 h 10000"/>
              <a:gd name="connsiteX72-1993" fmla="*/ 1957 w 10000"/>
              <a:gd name="connsiteY72-1994" fmla="*/ 7026 h 10000"/>
              <a:gd name="connsiteX73-1995" fmla="*/ 1957 w 10000"/>
              <a:gd name="connsiteY73-1996" fmla="*/ 7308 h 10000"/>
              <a:gd name="connsiteX74-1997" fmla="*/ 1957 w 10000"/>
              <a:gd name="connsiteY74-1998" fmla="*/ 7564 h 10000"/>
              <a:gd name="connsiteX75-1999" fmla="*/ 2283 w 10000"/>
              <a:gd name="connsiteY75-2000" fmla="*/ 7974 h 10000"/>
              <a:gd name="connsiteX76-2001" fmla="*/ 2283 w 10000"/>
              <a:gd name="connsiteY76-2002" fmla="*/ 8385 h 10000"/>
              <a:gd name="connsiteX77-2003" fmla="*/ 2283 w 10000"/>
              <a:gd name="connsiteY77-2004" fmla="*/ 8385 h 10000"/>
              <a:gd name="connsiteX0-2005" fmla="*/ 2283 w 10000"/>
              <a:gd name="connsiteY0-2006" fmla="*/ 8385 h 10000"/>
              <a:gd name="connsiteX1-2007" fmla="*/ 2554 w 10000"/>
              <a:gd name="connsiteY1-2008" fmla="*/ 8513 h 10000"/>
              <a:gd name="connsiteX2-2009" fmla="*/ 2826 w 10000"/>
              <a:gd name="connsiteY2-2010" fmla="*/ 8667 h 10000"/>
              <a:gd name="connsiteX3-2011" fmla="*/ 3152 w 10000"/>
              <a:gd name="connsiteY3-2012" fmla="*/ 8795 h 10000"/>
              <a:gd name="connsiteX4-2013" fmla="*/ 6848 w 10000"/>
              <a:gd name="connsiteY4-2014" fmla="*/ 8923 h 10000"/>
              <a:gd name="connsiteX5-2015" fmla="*/ 7989 w 10000"/>
              <a:gd name="connsiteY5-2016" fmla="*/ 8923 h 10000"/>
              <a:gd name="connsiteX6-2017" fmla="*/ 8315 w 10000"/>
              <a:gd name="connsiteY6-2018" fmla="*/ 8923 h 10000"/>
              <a:gd name="connsiteX7-2019" fmla="*/ 8587 w 10000"/>
              <a:gd name="connsiteY7-2020" fmla="*/ 9051 h 10000"/>
              <a:gd name="connsiteX8-2021" fmla="*/ 9130 w 10000"/>
              <a:gd name="connsiteY8-2022" fmla="*/ 9205 h 10000"/>
              <a:gd name="connsiteX9-2023" fmla="*/ 9457 w 10000"/>
              <a:gd name="connsiteY9-2024" fmla="*/ 9333 h 10000"/>
              <a:gd name="connsiteX10-2025" fmla="*/ 9728 w 10000"/>
              <a:gd name="connsiteY10-2026" fmla="*/ 9462 h 10000"/>
              <a:gd name="connsiteX11-2027" fmla="*/ 10000 w 10000"/>
              <a:gd name="connsiteY11-2028" fmla="*/ 9615 h 10000"/>
              <a:gd name="connsiteX12-2029" fmla="*/ 10000 w 10000"/>
              <a:gd name="connsiteY12-2030" fmla="*/ 9744 h 10000"/>
              <a:gd name="connsiteX13-2031" fmla="*/ 10000 w 10000"/>
              <a:gd name="connsiteY13-2032" fmla="*/ 9744 h 10000"/>
              <a:gd name="connsiteX14-2033" fmla="*/ 10000 w 10000"/>
              <a:gd name="connsiteY14-2034" fmla="*/ 9744 h 10000"/>
              <a:gd name="connsiteX15-2035" fmla="*/ 10000 w 10000"/>
              <a:gd name="connsiteY15-2036" fmla="*/ 9872 h 10000"/>
              <a:gd name="connsiteX16-2037" fmla="*/ 9728 w 10000"/>
              <a:gd name="connsiteY16-2038" fmla="*/ 9872 h 10000"/>
              <a:gd name="connsiteX17-2039" fmla="*/ 9728 w 10000"/>
              <a:gd name="connsiteY17-2040" fmla="*/ 9872 h 10000"/>
              <a:gd name="connsiteX18-2041" fmla="*/ 9457 w 10000"/>
              <a:gd name="connsiteY18-2042" fmla="*/ 10000 h 10000"/>
              <a:gd name="connsiteX19-2043" fmla="*/ 9130 w 10000"/>
              <a:gd name="connsiteY19-2044" fmla="*/ 10000 h 10000"/>
              <a:gd name="connsiteX20-2045" fmla="*/ 8587 w 10000"/>
              <a:gd name="connsiteY20-2046" fmla="*/ 10000 h 10000"/>
              <a:gd name="connsiteX21-2047" fmla="*/ 8315 w 10000"/>
              <a:gd name="connsiteY21-2048" fmla="*/ 10000 h 10000"/>
              <a:gd name="connsiteX22-2049" fmla="*/ 7717 w 10000"/>
              <a:gd name="connsiteY22-2050" fmla="*/ 10000 h 10000"/>
              <a:gd name="connsiteX23-2051" fmla="*/ 2554 w 10000"/>
              <a:gd name="connsiteY23-2052" fmla="*/ 9872 h 10000"/>
              <a:gd name="connsiteX24-2053" fmla="*/ 2283 w 10000"/>
              <a:gd name="connsiteY24-2054" fmla="*/ 9872 h 10000"/>
              <a:gd name="connsiteX25-2055" fmla="*/ 1957 w 10000"/>
              <a:gd name="connsiteY25-2056" fmla="*/ 9744 h 10000"/>
              <a:gd name="connsiteX26-2057" fmla="*/ 1685 w 10000"/>
              <a:gd name="connsiteY26-2058" fmla="*/ 9744 h 10000"/>
              <a:gd name="connsiteX27-2059" fmla="*/ 1413 w 10000"/>
              <a:gd name="connsiteY27-2060" fmla="*/ 9615 h 10000"/>
              <a:gd name="connsiteX28-2061" fmla="*/ 1141 w 10000"/>
              <a:gd name="connsiteY28-2062" fmla="*/ 9615 h 10000"/>
              <a:gd name="connsiteX29-2063" fmla="*/ 815 w 10000"/>
              <a:gd name="connsiteY29-2064" fmla="*/ 9462 h 10000"/>
              <a:gd name="connsiteX30-2065" fmla="*/ 815 w 10000"/>
              <a:gd name="connsiteY30-2066" fmla="*/ 9205 h 10000"/>
              <a:gd name="connsiteX31-2067" fmla="*/ 543 w 10000"/>
              <a:gd name="connsiteY31-2068" fmla="*/ 9051 h 10000"/>
              <a:gd name="connsiteX32-2069" fmla="*/ 543 w 10000"/>
              <a:gd name="connsiteY32-2070" fmla="*/ 8923 h 10000"/>
              <a:gd name="connsiteX33-2071" fmla="*/ 272 w 10000"/>
              <a:gd name="connsiteY33-2072" fmla="*/ 8667 h 10000"/>
              <a:gd name="connsiteX34-2073" fmla="*/ 272 w 10000"/>
              <a:gd name="connsiteY34-2074" fmla="*/ 8385 h 10000"/>
              <a:gd name="connsiteX35-2075" fmla="*/ 272 w 10000"/>
              <a:gd name="connsiteY35-2076" fmla="*/ 8128 h 10000"/>
              <a:gd name="connsiteX36-2077" fmla="*/ 0 w 10000"/>
              <a:gd name="connsiteY36-2078" fmla="*/ 7718 h 10000"/>
              <a:gd name="connsiteX37-2079" fmla="*/ 0 w 10000"/>
              <a:gd name="connsiteY37-2080" fmla="*/ 7308 h 10000"/>
              <a:gd name="connsiteX38-2081" fmla="*/ 0 w 10000"/>
              <a:gd name="connsiteY38-2082" fmla="*/ 6897 h 10000"/>
              <a:gd name="connsiteX39-2083" fmla="*/ 272 w 10000"/>
              <a:gd name="connsiteY39-2084" fmla="*/ 6359 h 10000"/>
              <a:gd name="connsiteX40-2085" fmla="*/ 272 w 10000"/>
              <a:gd name="connsiteY40-2086" fmla="*/ 5821 h 10000"/>
              <a:gd name="connsiteX41-2087" fmla="*/ 272 w 10000"/>
              <a:gd name="connsiteY41-2088" fmla="*/ 5282 h 10000"/>
              <a:gd name="connsiteX42-2089" fmla="*/ 543 w 10000"/>
              <a:gd name="connsiteY42-2090" fmla="*/ 4051 h 10000"/>
              <a:gd name="connsiteX43-2091" fmla="*/ 543 w 10000"/>
              <a:gd name="connsiteY43-2092" fmla="*/ 2692 h 10000"/>
              <a:gd name="connsiteX44-2093" fmla="*/ 543 w 10000"/>
              <a:gd name="connsiteY44-2094" fmla="*/ 1333 h 10000"/>
              <a:gd name="connsiteX45-2095" fmla="*/ 272 w 10000"/>
              <a:gd name="connsiteY45-2096" fmla="*/ 0 h 10000"/>
              <a:gd name="connsiteX46-2097" fmla="*/ 1141 w 10000"/>
              <a:gd name="connsiteY46-2098" fmla="*/ 256 h 10000"/>
              <a:gd name="connsiteX47-2099" fmla="*/ 1685 w 10000"/>
              <a:gd name="connsiteY47-2100" fmla="*/ 538 h 10000"/>
              <a:gd name="connsiteX48-2101" fmla="*/ 1957 w 10000"/>
              <a:gd name="connsiteY48-2102" fmla="*/ 667 h 10000"/>
              <a:gd name="connsiteX49-2103" fmla="*/ 2554 w 10000"/>
              <a:gd name="connsiteY49-2104" fmla="*/ 949 h 10000"/>
              <a:gd name="connsiteX50-2105" fmla="*/ 2826 w 10000"/>
              <a:gd name="connsiteY50-2106" fmla="*/ 1077 h 10000"/>
              <a:gd name="connsiteX51-2107" fmla="*/ 3152 w 10000"/>
              <a:gd name="connsiteY51-2108" fmla="*/ 1205 h 10000"/>
              <a:gd name="connsiteX52-2109" fmla="*/ 3152 w 10000"/>
              <a:gd name="connsiteY52-2110" fmla="*/ 1333 h 10000"/>
              <a:gd name="connsiteX53-2111" fmla="*/ 3424 w 10000"/>
              <a:gd name="connsiteY53-2112" fmla="*/ 1487 h 10000"/>
              <a:gd name="connsiteX54-2113" fmla="*/ 3424 w 10000"/>
              <a:gd name="connsiteY54-2114" fmla="*/ 1615 h 10000"/>
              <a:gd name="connsiteX55-2115" fmla="*/ 3424 w 10000"/>
              <a:gd name="connsiteY55-2116" fmla="*/ 1897 h 10000"/>
              <a:gd name="connsiteX56-2117" fmla="*/ 3424 w 10000"/>
              <a:gd name="connsiteY56-2118" fmla="*/ 2026 h 10000"/>
              <a:gd name="connsiteX57-2119" fmla="*/ 3696 w 10000"/>
              <a:gd name="connsiteY57-2120" fmla="*/ 2026 h 10000"/>
              <a:gd name="connsiteX58-2121" fmla="*/ 3424 w 10000"/>
              <a:gd name="connsiteY58-2122" fmla="*/ 2154 h 10000"/>
              <a:gd name="connsiteX59-2123" fmla="*/ 3424 w 10000"/>
              <a:gd name="connsiteY59-2124" fmla="*/ 2154 h 10000"/>
              <a:gd name="connsiteX60-2125" fmla="*/ 3424 w 10000"/>
              <a:gd name="connsiteY60-2126" fmla="*/ 2282 h 10000"/>
              <a:gd name="connsiteX61-2127" fmla="*/ 3424 w 10000"/>
              <a:gd name="connsiteY61-2128" fmla="*/ 2564 h 10000"/>
              <a:gd name="connsiteX62-2129" fmla="*/ 3424 w 10000"/>
              <a:gd name="connsiteY62-2130" fmla="*/ 2692 h 10000"/>
              <a:gd name="connsiteX63-2131" fmla="*/ 3152 w 10000"/>
              <a:gd name="connsiteY63-2132" fmla="*/ 2974 h 10000"/>
              <a:gd name="connsiteX64-2133" fmla="*/ 3152 w 10000"/>
              <a:gd name="connsiteY64-2134" fmla="*/ 3231 h 10000"/>
              <a:gd name="connsiteX65-2135" fmla="*/ 2826 w 10000"/>
              <a:gd name="connsiteY65-2136" fmla="*/ 3641 h 10000"/>
              <a:gd name="connsiteX66-2137" fmla="*/ 2826 w 10000"/>
              <a:gd name="connsiteY66-2138" fmla="*/ 4333 h 10000"/>
              <a:gd name="connsiteX67-2139" fmla="*/ 2554 w 10000"/>
              <a:gd name="connsiteY67-2140" fmla="*/ 5000 h 10000"/>
              <a:gd name="connsiteX68-2141" fmla="*/ 2283 w 10000"/>
              <a:gd name="connsiteY68-2142" fmla="*/ 5667 h 10000"/>
              <a:gd name="connsiteX69-2143" fmla="*/ 2283 w 10000"/>
              <a:gd name="connsiteY69-2144" fmla="*/ 6359 h 10000"/>
              <a:gd name="connsiteX70-2145" fmla="*/ 1957 w 10000"/>
              <a:gd name="connsiteY70-2146" fmla="*/ 6615 h 10000"/>
              <a:gd name="connsiteX71-2147" fmla="*/ 1957 w 10000"/>
              <a:gd name="connsiteY71-2148" fmla="*/ 7026 h 10000"/>
              <a:gd name="connsiteX72-2149" fmla="*/ 1957 w 10000"/>
              <a:gd name="connsiteY72-2150" fmla="*/ 7308 h 10000"/>
              <a:gd name="connsiteX73-2151" fmla="*/ 1957 w 10000"/>
              <a:gd name="connsiteY73-2152" fmla="*/ 7564 h 10000"/>
              <a:gd name="connsiteX74-2153" fmla="*/ 2283 w 10000"/>
              <a:gd name="connsiteY74-2154" fmla="*/ 7974 h 10000"/>
              <a:gd name="connsiteX75-2155" fmla="*/ 2283 w 10000"/>
              <a:gd name="connsiteY75-2156" fmla="*/ 8385 h 10000"/>
              <a:gd name="connsiteX76-2157" fmla="*/ 2283 w 10000"/>
              <a:gd name="connsiteY76-2158" fmla="*/ 8385 h 10000"/>
              <a:gd name="connsiteX0-2159" fmla="*/ 2283 w 10000"/>
              <a:gd name="connsiteY0-2160" fmla="*/ 8385 h 10000"/>
              <a:gd name="connsiteX1-2161" fmla="*/ 2554 w 10000"/>
              <a:gd name="connsiteY1-2162" fmla="*/ 8513 h 10000"/>
              <a:gd name="connsiteX2-2163" fmla="*/ 2826 w 10000"/>
              <a:gd name="connsiteY2-2164" fmla="*/ 8667 h 10000"/>
              <a:gd name="connsiteX3-2165" fmla="*/ 3152 w 10000"/>
              <a:gd name="connsiteY3-2166" fmla="*/ 8795 h 10000"/>
              <a:gd name="connsiteX4-2167" fmla="*/ 7989 w 10000"/>
              <a:gd name="connsiteY4-2168" fmla="*/ 8923 h 10000"/>
              <a:gd name="connsiteX5-2169" fmla="*/ 8315 w 10000"/>
              <a:gd name="connsiteY5-2170" fmla="*/ 8923 h 10000"/>
              <a:gd name="connsiteX6-2171" fmla="*/ 8587 w 10000"/>
              <a:gd name="connsiteY6-2172" fmla="*/ 9051 h 10000"/>
              <a:gd name="connsiteX7-2173" fmla="*/ 9130 w 10000"/>
              <a:gd name="connsiteY7-2174" fmla="*/ 9205 h 10000"/>
              <a:gd name="connsiteX8-2175" fmla="*/ 9457 w 10000"/>
              <a:gd name="connsiteY8-2176" fmla="*/ 9333 h 10000"/>
              <a:gd name="connsiteX9-2177" fmla="*/ 9728 w 10000"/>
              <a:gd name="connsiteY9-2178" fmla="*/ 9462 h 10000"/>
              <a:gd name="connsiteX10-2179" fmla="*/ 10000 w 10000"/>
              <a:gd name="connsiteY10-2180" fmla="*/ 9615 h 10000"/>
              <a:gd name="connsiteX11-2181" fmla="*/ 10000 w 10000"/>
              <a:gd name="connsiteY11-2182" fmla="*/ 9744 h 10000"/>
              <a:gd name="connsiteX12-2183" fmla="*/ 10000 w 10000"/>
              <a:gd name="connsiteY12-2184" fmla="*/ 9744 h 10000"/>
              <a:gd name="connsiteX13-2185" fmla="*/ 10000 w 10000"/>
              <a:gd name="connsiteY13-2186" fmla="*/ 9744 h 10000"/>
              <a:gd name="connsiteX14-2187" fmla="*/ 10000 w 10000"/>
              <a:gd name="connsiteY14-2188" fmla="*/ 9872 h 10000"/>
              <a:gd name="connsiteX15-2189" fmla="*/ 9728 w 10000"/>
              <a:gd name="connsiteY15-2190" fmla="*/ 9872 h 10000"/>
              <a:gd name="connsiteX16-2191" fmla="*/ 9728 w 10000"/>
              <a:gd name="connsiteY16-2192" fmla="*/ 9872 h 10000"/>
              <a:gd name="connsiteX17-2193" fmla="*/ 9457 w 10000"/>
              <a:gd name="connsiteY17-2194" fmla="*/ 10000 h 10000"/>
              <a:gd name="connsiteX18-2195" fmla="*/ 9130 w 10000"/>
              <a:gd name="connsiteY18-2196" fmla="*/ 10000 h 10000"/>
              <a:gd name="connsiteX19-2197" fmla="*/ 8587 w 10000"/>
              <a:gd name="connsiteY19-2198" fmla="*/ 10000 h 10000"/>
              <a:gd name="connsiteX20-2199" fmla="*/ 8315 w 10000"/>
              <a:gd name="connsiteY20-2200" fmla="*/ 10000 h 10000"/>
              <a:gd name="connsiteX21-2201" fmla="*/ 7717 w 10000"/>
              <a:gd name="connsiteY21-2202" fmla="*/ 10000 h 10000"/>
              <a:gd name="connsiteX22-2203" fmla="*/ 2554 w 10000"/>
              <a:gd name="connsiteY22-2204" fmla="*/ 9872 h 10000"/>
              <a:gd name="connsiteX23-2205" fmla="*/ 2283 w 10000"/>
              <a:gd name="connsiteY23-2206" fmla="*/ 9872 h 10000"/>
              <a:gd name="connsiteX24-2207" fmla="*/ 1957 w 10000"/>
              <a:gd name="connsiteY24-2208" fmla="*/ 9744 h 10000"/>
              <a:gd name="connsiteX25-2209" fmla="*/ 1685 w 10000"/>
              <a:gd name="connsiteY25-2210" fmla="*/ 9744 h 10000"/>
              <a:gd name="connsiteX26-2211" fmla="*/ 1413 w 10000"/>
              <a:gd name="connsiteY26-2212" fmla="*/ 9615 h 10000"/>
              <a:gd name="connsiteX27-2213" fmla="*/ 1141 w 10000"/>
              <a:gd name="connsiteY27-2214" fmla="*/ 9615 h 10000"/>
              <a:gd name="connsiteX28-2215" fmla="*/ 815 w 10000"/>
              <a:gd name="connsiteY28-2216" fmla="*/ 9462 h 10000"/>
              <a:gd name="connsiteX29-2217" fmla="*/ 815 w 10000"/>
              <a:gd name="connsiteY29-2218" fmla="*/ 9205 h 10000"/>
              <a:gd name="connsiteX30-2219" fmla="*/ 543 w 10000"/>
              <a:gd name="connsiteY30-2220" fmla="*/ 9051 h 10000"/>
              <a:gd name="connsiteX31-2221" fmla="*/ 543 w 10000"/>
              <a:gd name="connsiteY31-2222" fmla="*/ 8923 h 10000"/>
              <a:gd name="connsiteX32-2223" fmla="*/ 272 w 10000"/>
              <a:gd name="connsiteY32-2224" fmla="*/ 8667 h 10000"/>
              <a:gd name="connsiteX33-2225" fmla="*/ 272 w 10000"/>
              <a:gd name="connsiteY33-2226" fmla="*/ 8385 h 10000"/>
              <a:gd name="connsiteX34-2227" fmla="*/ 272 w 10000"/>
              <a:gd name="connsiteY34-2228" fmla="*/ 8128 h 10000"/>
              <a:gd name="connsiteX35-2229" fmla="*/ 0 w 10000"/>
              <a:gd name="connsiteY35-2230" fmla="*/ 7718 h 10000"/>
              <a:gd name="connsiteX36-2231" fmla="*/ 0 w 10000"/>
              <a:gd name="connsiteY36-2232" fmla="*/ 7308 h 10000"/>
              <a:gd name="connsiteX37-2233" fmla="*/ 0 w 10000"/>
              <a:gd name="connsiteY37-2234" fmla="*/ 6897 h 10000"/>
              <a:gd name="connsiteX38-2235" fmla="*/ 272 w 10000"/>
              <a:gd name="connsiteY38-2236" fmla="*/ 6359 h 10000"/>
              <a:gd name="connsiteX39-2237" fmla="*/ 272 w 10000"/>
              <a:gd name="connsiteY39-2238" fmla="*/ 5821 h 10000"/>
              <a:gd name="connsiteX40-2239" fmla="*/ 272 w 10000"/>
              <a:gd name="connsiteY40-2240" fmla="*/ 5282 h 10000"/>
              <a:gd name="connsiteX41-2241" fmla="*/ 543 w 10000"/>
              <a:gd name="connsiteY41-2242" fmla="*/ 4051 h 10000"/>
              <a:gd name="connsiteX42-2243" fmla="*/ 543 w 10000"/>
              <a:gd name="connsiteY42-2244" fmla="*/ 2692 h 10000"/>
              <a:gd name="connsiteX43-2245" fmla="*/ 543 w 10000"/>
              <a:gd name="connsiteY43-2246" fmla="*/ 1333 h 10000"/>
              <a:gd name="connsiteX44-2247" fmla="*/ 272 w 10000"/>
              <a:gd name="connsiteY44-2248" fmla="*/ 0 h 10000"/>
              <a:gd name="connsiteX45-2249" fmla="*/ 1141 w 10000"/>
              <a:gd name="connsiteY45-2250" fmla="*/ 256 h 10000"/>
              <a:gd name="connsiteX46-2251" fmla="*/ 1685 w 10000"/>
              <a:gd name="connsiteY46-2252" fmla="*/ 538 h 10000"/>
              <a:gd name="connsiteX47-2253" fmla="*/ 1957 w 10000"/>
              <a:gd name="connsiteY47-2254" fmla="*/ 667 h 10000"/>
              <a:gd name="connsiteX48-2255" fmla="*/ 2554 w 10000"/>
              <a:gd name="connsiteY48-2256" fmla="*/ 949 h 10000"/>
              <a:gd name="connsiteX49-2257" fmla="*/ 2826 w 10000"/>
              <a:gd name="connsiteY49-2258" fmla="*/ 1077 h 10000"/>
              <a:gd name="connsiteX50-2259" fmla="*/ 3152 w 10000"/>
              <a:gd name="connsiteY50-2260" fmla="*/ 1205 h 10000"/>
              <a:gd name="connsiteX51-2261" fmla="*/ 3152 w 10000"/>
              <a:gd name="connsiteY51-2262" fmla="*/ 1333 h 10000"/>
              <a:gd name="connsiteX52-2263" fmla="*/ 3424 w 10000"/>
              <a:gd name="connsiteY52-2264" fmla="*/ 1487 h 10000"/>
              <a:gd name="connsiteX53-2265" fmla="*/ 3424 w 10000"/>
              <a:gd name="connsiteY53-2266" fmla="*/ 1615 h 10000"/>
              <a:gd name="connsiteX54-2267" fmla="*/ 3424 w 10000"/>
              <a:gd name="connsiteY54-2268" fmla="*/ 1897 h 10000"/>
              <a:gd name="connsiteX55-2269" fmla="*/ 3424 w 10000"/>
              <a:gd name="connsiteY55-2270" fmla="*/ 2026 h 10000"/>
              <a:gd name="connsiteX56-2271" fmla="*/ 3696 w 10000"/>
              <a:gd name="connsiteY56-2272" fmla="*/ 2026 h 10000"/>
              <a:gd name="connsiteX57-2273" fmla="*/ 3424 w 10000"/>
              <a:gd name="connsiteY57-2274" fmla="*/ 2154 h 10000"/>
              <a:gd name="connsiteX58-2275" fmla="*/ 3424 w 10000"/>
              <a:gd name="connsiteY58-2276" fmla="*/ 2154 h 10000"/>
              <a:gd name="connsiteX59-2277" fmla="*/ 3424 w 10000"/>
              <a:gd name="connsiteY59-2278" fmla="*/ 2282 h 10000"/>
              <a:gd name="connsiteX60-2279" fmla="*/ 3424 w 10000"/>
              <a:gd name="connsiteY60-2280" fmla="*/ 2564 h 10000"/>
              <a:gd name="connsiteX61-2281" fmla="*/ 3424 w 10000"/>
              <a:gd name="connsiteY61-2282" fmla="*/ 2692 h 10000"/>
              <a:gd name="connsiteX62-2283" fmla="*/ 3152 w 10000"/>
              <a:gd name="connsiteY62-2284" fmla="*/ 2974 h 10000"/>
              <a:gd name="connsiteX63-2285" fmla="*/ 3152 w 10000"/>
              <a:gd name="connsiteY63-2286" fmla="*/ 3231 h 10000"/>
              <a:gd name="connsiteX64-2287" fmla="*/ 2826 w 10000"/>
              <a:gd name="connsiteY64-2288" fmla="*/ 3641 h 10000"/>
              <a:gd name="connsiteX65-2289" fmla="*/ 2826 w 10000"/>
              <a:gd name="connsiteY65-2290" fmla="*/ 4333 h 10000"/>
              <a:gd name="connsiteX66-2291" fmla="*/ 2554 w 10000"/>
              <a:gd name="connsiteY66-2292" fmla="*/ 5000 h 10000"/>
              <a:gd name="connsiteX67-2293" fmla="*/ 2283 w 10000"/>
              <a:gd name="connsiteY67-2294" fmla="*/ 5667 h 10000"/>
              <a:gd name="connsiteX68-2295" fmla="*/ 2283 w 10000"/>
              <a:gd name="connsiteY68-2296" fmla="*/ 6359 h 10000"/>
              <a:gd name="connsiteX69-2297" fmla="*/ 1957 w 10000"/>
              <a:gd name="connsiteY69-2298" fmla="*/ 6615 h 10000"/>
              <a:gd name="connsiteX70-2299" fmla="*/ 1957 w 10000"/>
              <a:gd name="connsiteY70-2300" fmla="*/ 7026 h 10000"/>
              <a:gd name="connsiteX71-2301" fmla="*/ 1957 w 10000"/>
              <a:gd name="connsiteY71-2302" fmla="*/ 7308 h 10000"/>
              <a:gd name="connsiteX72-2303" fmla="*/ 1957 w 10000"/>
              <a:gd name="connsiteY72-2304" fmla="*/ 7564 h 10000"/>
              <a:gd name="connsiteX73-2305" fmla="*/ 2283 w 10000"/>
              <a:gd name="connsiteY73-2306" fmla="*/ 7974 h 10000"/>
              <a:gd name="connsiteX74-2307" fmla="*/ 2283 w 10000"/>
              <a:gd name="connsiteY74-2308" fmla="*/ 8385 h 10000"/>
              <a:gd name="connsiteX75-2309" fmla="*/ 2283 w 10000"/>
              <a:gd name="connsiteY75-2310" fmla="*/ 8385 h 10000"/>
              <a:gd name="connsiteX0-2311" fmla="*/ 2283 w 10000"/>
              <a:gd name="connsiteY0-2312" fmla="*/ 8385 h 10000"/>
              <a:gd name="connsiteX1-2313" fmla="*/ 2554 w 10000"/>
              <a:gd name="connsiteY1-2314" fmla="*/ 8513 h 10000"/>
              <a:gd name="connsiteX2-2315" fmla="*/ 2826 w 10000"/>
              <a:gd name="connsiteY2-2316" fmla="*/ 8667 h 10000"/>
              <a:gd name="connsiteX3-2317" fmla="*/ 3152 w 10000"/>
              <a:gd name="connsiteY3-2318" fmla="*/ 8795 h 10000"/>
              <a:gd name="connsiteX4-2319" fmla="*/ 7989 w 10000"/>
              <a:gd name="connsiteY4-2320" fmla="*/ 8923 h 10000"/>
              <a:gd name="connsiteX5-2321" fmla="*/ 8587 w 10000"/>
              <a:gd name="connsiteY5-2322" fmla="*/ 9051 h 10000"/>
              <a:gd name="connsiteX6-2323" fmla="*/ 9130 w 10000"/>
              <a:gd name="connsiteY6-2324" fmla="*/ 9205 h 10000"/>
              <a:gd name="connsiteX7-2325" fmla="*/ 9457 w 10000"/>
              <a:gd name="connsiteY7-2326" fmla="*/ 9333 h 10000"/>
              <a:gd name="connsiteX8-2327" fmla="*/ 9728 w 10000"/>
              <a:gd name="connsiteY8-2328" fmla="*/ 9462 h 10000"/>
              <a:gd name="connsiteX9-2329" fmla="*/ 10000 w 10000"/>
              <a:gd name="connsiteY9-2330" fmla="*/ 9615 h 10000"/>
              <a:gd name="connsiteX10-2331" fmla="*/ 10000 w 10000"/>
              <a:gd name="connsiteY10-2332" fmla="*/ 9744 h 10000"/>
              <a:gd name="connsiteX11-2333" fmla="*/ 10000 w 10000"/>
              <a:gd name="connsiteY11-2334" fmla="*/ 9744 h 10000"/>
              <a:gd name="connsiteX12-2335" fmla="*/ 10000 w 10000"/>
              <a:gd name="connsiteY12-2336" fmla="*/ 9744 h 10000"/>
              <a:gd name="connsiteX13-2337" fmla="*/ 10000 w 10000"/>
              <a:gd name="connsiteY13-2338" fmla="*/ 9872 h 10000"/>
              <a:gd name="connsiteX14-2339" fmla="*/ 9728 w 10000"/>
              <a:gd name="connsiteY14-2340" fmla="*/ 9872 h 10000"/>
              <a:gd name="connsiteX15-2341" fmla="*/ 9728 w 10000"/>
              <a:gd name="connsiteY15-2342" fmla="*/ 9872 h 10000"/>
              <a:gd name="connsiteX16-2343" fmla="*/ 9457 w 10000"/>
              <a:gd name="connsiteY16-2344" fmla="*/ 10000 h 10000"/>
              <a:gd name="connsiteX17-2345" fmla="*/ 9130 w 10000"/>
              <a:gd name="connsiteY17-2346" fmla="*/ 10000 h 10000"/>
              <a:gd name="connsiteX18-2347" fmla="*/ 8587 w 10000"/>
              <a:gd name="connsiteY18-2348" fmla="*/ 10000 h 10000"/>
              <a:gd name="connsiteX19-2349" fmla="*/ 8315 w 10000"/>
              <a:gd name="connsiteY19-2350" fmla="*/ 10000 h 10000"/>
              <a:gd name="connsiteX20-2351" fmla="*/ 7717 w 10000"/>
              <a:gd name="connsiteY20-2352" fmla="*/ 10000 h 10000"/>
              <a:gd name="connsiteX21-2353" fmla="*/ 2554 w 10000"/>
              <a:gd name="connsiteY21-2354" fmla="*/ 9872 h 10000"/>
              <a:gd name="connsiteX22-2355" fmla="*/ 2283 w 10000"/>
              <a:gd name="connsiteY22-2356" fmla="*/ 9872 h 10000"/>
              <a:gd name="connsiteX23-2357" fmla="*/ 1957 w 10000"/>
              <a:gd name="connsiteY23-2358" fmla="*/ 9744 h 10000"/>
              <a:gd name="connsiteX24-2359" fmla="*/ 1685 w 10000"/>
              <a:gd name="connsiteY24-2360" fmla="*/ 9744 h 10000"/>
              <a:gd name="connsiteX25-2361" fmla="*/ 1413 w 10000"/>
              <a:gd name="connsiteY25-2362" fmla="*/ 9615 h 10000"/>
              <a:gd name="connsiteX26-2363" fmla="*/ 1141 w 10000"/>
              <a:gd name="connsiteY26-2364" fmla="*/ 9615 h 10000"/>
              <a:gd name="connsiteX27-2365" fmla="*/ 815 w 10000"/>
              <a:gd name="connsiteY27-2366" fmla="*/ 9462 h 10000"/>
              <a:gd name="connsiteX28-2367" fmla="*/ 815 w 10000"/>
              <a:gd name="connsiteY28-2368" fmla="*/ 9205 h 10000"/>
              <a:gd name="connsiteX29-2369" fmla="*/ 543 w 10000"/>
              <a:gd name="connsiteY29-2370" fmla="*/ 9051 h 10000"/>
              <a:gd name="connsiteX30-2371" fmla="*/ 543 w 10000"/>
              <a:gd name="connsiteY30-2372" fmla="*/ 8923 h 10000"/>
              <a:gd name="connsiteX31-2373" fmla="*/ 272 w 10000"/>
              <a:gd name="connsiteY31-2374" fmla="*/ 8667 h 10000"/>
              <a:gd name="connsiteX32-2375" fmla="*/ 272 w 10000"/>
              <a:gd name="connsiteY32-2376" fmla="*/ 8385 h 10000"/>
              <a:gd name="connsiteX33-2377" fmla="*/ 272 w 10000"/>
              <a:gd name="connsiteY33-2378" fmla="*/ 8128 h 10000"/>
              <a:gd name="connsiteX34-2379" fmla="*/ 0 w 10000"/>
              <a:gd name="connsiteY34-2380" fmla="*/ 7718 h 10000"/>
              <a:gd name="connsiteX35-2381" fmla="*/ 0 w 10000"/>
              <a:gd name="connsiteY35-2382" fmla="*/ 7308 h 10000"/>
              <a:gd name="connsiteX36-2383" fmla="*/ 0 w 10000"/>
              <a:gd name="connsiteY36-2384" fmla="*/ 6897 h 10000"/>
              <a:gd name="connsiteX37-2385" fmla="*/ 272 w 10000"/>
              <a:gd name="connsiteY37-2386" fmla="*/ 6359 h 10000"/>
              <a:gd name="connsiteX38-2387" fmla="*/ 272 w 10000"/>
              <a:gd name="connsiteY38-2388" fmla="*/ 5821 h 10000"/>
              <a:gd name="connsiteX39-2389" fmla="*/ 272 w 10000"/>
              <a:gd name="connsiteY39-2390" fmla="*/ 5282 h 10000"/>
              <a:gd name="connsiteX40-2391" fmla="*/ 543 w 10000"/>
              <a:gd name="connsiteY40-2392" fmla="*/ 4051 h 10000"/>
              <a:gd name="connsiteX41-2393" fmla="*/ 543 w 10000"/>
              <a:gd name="connsiteY41-2394" fmla="*/ 2692 h 10000"/>
              <a:gd name="connsiteX42-2395" fmla="*/ 543 w 10000"/>
              <a:gd name="connsiteY42-2396" fmla="*/ 1333 h 10000"/>
              <a:gd name="connsiteX43-2397" fmla="*/ 272 w 10000"/>
              <a:gd name="connsiteY43-2398" fmla="*/ 0 h 10000"/>
              <a:gd name="connsiteX44-2399" fmla="*/ 1141 w 10000"/>
              <a:gd name="connsiteY44-2400" fmla="*/ 256 h 10000"/>
              <a:gd name="connsiteX45-2401" fmla="*/ 1685 w 10000"/>
              <a:gd name="connsiteY45-2402" fmla="*/ 538 h 10000"/>
              <a:gd name="connsiteX46-2403" fmla="*/ 1957 w 10000"/>
              <a:gd name="connsiteY46-2404" fmla="*/ 667 h 10000"/>
              <a:gd name="connsiteX47-2405" fmla="*/ 2554 w 10000"/>
              <a:gd name="connsiteY47-2406" fmla="*/ 949 h 10000"/>
              <a:gd name="connsiteX48-2407" fmla="*/ 2826 w 10000"/>
              <a:gd name="connsiteY48-2408" fmla="*/ 1077 h 10000"/>
              <a:gd name="connsiteX49-2409" fmla="*/ 3152 w 10000"/>
              <a:gd name="connsiteY49-2410" fmla="*/ 1205 h 10000"/>
              <a:gd name="connsiteX50-2411" fmla="*/ 3152 w 10000"/>
              <a:gd name="connsiteY50-2412" fmla="*/ 1333 h 10000"/>
              <a:gd name="connsiteX51-2413" fmla="*/ 3424 w 10000"/>
              <a:gd name="connsiteY51-2414" fmla="*/ 1487 h 10000"/>
              <a:gd name="connsiteX52-2415" fmla="*/ 3424 w 10000"/>
              <a:gd name="connsiteY52-2416" fmla="*/ 1615 h 10000"/>
              <a:gd name="connsiteX53-2417" fmla="*/ 3424 w 10000"/>
              <a:gd name="connsiteY53-2418" fmla="*/ 1897 h 10000"/>
              <a:gd name="connsiteX54-2419" fmla="*/ 3424 w 10000"/>
              <a:gd name="connsiteY54-2420" fmla="*/ 2026 h 10000"/>
              <a:gd name="connsiteX55-2421" fmla="*/ 3696 w 10000"/>
              <a:gd name="connsiteY55-2422" fmla="*/ 2026 h 10000"/>
              <a:gd name="connsiteX56-2423" fmla="*/ 3424 w 10000"/>
              <a:gd name="connsiteY56-2424" fmla="*/ 2154 h 10000"/>
              <a:gd name="connsiteX57-2425" fmla="*/ 3424 w 10000"/>
              <a:gd name="connsiteY57-2426" fmla="*/ 2154 h 10000"/>
              <a:gd name="connsiteX58-2427" fmla="*/ 3424 w 10000"/>
              <a:gd name="connsiteY58-2428" fmla="*/ 2282 h 10000"/>
              <a:gd name="connsiteX59-2429" fmla="*/ 3424 w 10000"/>
              <a:gd name="connsiteY59-2430" fmla="*/ 2564 h 10000"/>
              <a:gd name="connsiteX60-2431" fmla="*/ 3424 w 10000"/>
              <a:gd name="connsiteY60-2432" fmla="*/ 2692 h 10000"/>
              <a:gd name="connsiteX61-2433" fmla="*/ 3152 w 10000"/>
              <a:gd name="connsiteY61-2434" fmla="*/ 2974 h 10000"/>
              <a:gd name="connsiteX62-2435" fmla="*/ 3152 w 10000"/>
              <a:gd name="connsiteY62-2436" fmla="*/ 3231 h 10000"/>
              <a:gd name="connsiteX63-2437" fmla="*/ 2826 w 10000"/>
              <a:gd name="connsiteY63-2438" fmla="*/ 3641 h 10000"/>
              <a:gd name="connsiteX64-2439" fmla="*/ 2826 w 10000"/>
              <a:gd name="connsiteY64-2440" fmla="*/ 4333 h 10000"/>
              <a:gd name="connsiteX65-2441" fmla="*/ 2554 w 10000"/>
              <a:gd name="connsiteY65-2442" fmla="*/ 5000 h 10000"/>
              <a:gd name="connsiteX66-2443" fmla="*/ 2283 w 10000"/>
              <a:gd name="connsiteY66-2444" fmla="*/ 5667 h 10000"/>
              <a:gd name="connsiteX67-2445" fmla="*/ 2283 w 10000"/>
              <a:gd name="connsiteY67-2446" fmla="*/ 6359 h 10000"/>
              <a:gd name="connsiteX68-2447" fmla="*/ 1957 w 10000"/>
              <a:gd name="connsiteY68-2448" fmla="*/ 6615 h 10000"/>
              <a:gd name="connsiteX69-2449" fmla="*/ 1957 w 10000"/>
              <a:gd name="connsiteY69-2450" fmla="*/ 7026 h 10000"/>
              <a:gd name="connsiteX70-2451" fmla="*/ 1957 w 10000"/>
              <a:gd name="connsiteY70-2452" fmla="*/ 7308 h 10000"/>
              <a:gd name="connsiteX71-2453" fmla="*/ 1957 w 10000"/>
              <a:gd name="connsiteY71-2454" fmla="*/ 7564 h 10000"/>
              <a:gd name="connsiteX72-2455" fmla="*/ 2283 w 10000"/>
              <a:gd name="connsiteY72-2456" fmla="*/ 7974 h 10000"/>
              <a:gd name="connsiteX73-2457" fmla="*/ 2283 w 10000"/>
              <a:gd name="connsiteY73-2458" fmla="*/ 8385 h 10000"/>
              <a:gd name="connsiteX74-2459" fmla="*/ 2283 w 10000"/>
              <a:gd name="connsiteY74-2460" fmla="*/ 8385 h 10000"/>
              <a:gd name="connsiteX0-2461" fmla="*/ 2283 w 10000"/>
              <a:gd name="connsiteY0-2462" fmla="*/ 8385 h 10000"/>
              <a:gd name="connsiteX1-2463" fmla="*/ 2554 w 10000"/>
              <a:gd name="connsiteY1-2464" fmla="*/ 8513 h 10000"/>
              <a:gd name="connsiteX2-2465" fmla="*/ 2826 w 10000"/>
              <a:gd name="connsiteY2-2466" fmla="*/ 8667 h 10000"/>
              <a:gd name="connsiteX3-2467" fmla="*/ 3152 w 10000"/>
              <a:gd name="connsiteY3-2468" fmla="*/ 8795 h 10000"/>
              <a:gd name="connsiteX4-2469" fmla="*/ 8587 w 10000"/>
              <a:gd name="connsiteY4-2470" fmla="*/ 9051 h 10000"/>
              <a:gd name="connsiteX5-2471" fmla="*/ 9130 w 10000"/>
              <a:gd name="connsiteY5-2472" fmla="*/ 9205 h 10000"/>
              <a:gd name="connsiteX6-2473" fmla="*/ 9457 w 10000"/>
              <a:gd name="connsiteY6-2474" fmla="*/ 9333 h 10000"/>
              <a:gd name="connsiteX7-2475" fmla="*/ 9728 w 10000"/>
              <a:gd name="connsiteY7-2476" fmla="*/ 9462 h 10000"/>
              <a:gd name="connsiteX8-2477" fmla="*/ 10000 w 10000"/>
              <a:gd name="connsiteY8-2478" fmla="*/ 9615 h 10000"/>
              <a:gd name="connsiteX9-2479" fmla="*/ 10000 w 10000"/>
              <a:gd name="connsiteY9-2480" fmla="*/ 9744 h 10000"/>
              <a:gd name="connsiteX10-2481" fmla="*/ 10000 w 10000"/>
              <a:gd name="connsiteY10-2482" fmla="*/ 9744 h 10000"/>
              <a:gd name="connsiteX11-2483" fmla="*/ 10000 w 10000"/>
              <a:gd name="connsiteY11-2484" fmla="*/ 9744 h 10000"/>
              <a:gd name="connsiteX12-2485" fmla="*/ 10000 w 10000"/>
              <a:gd name="connsiteY12-2486" fmla="*/ 9872 h 10000"/>
              <a:gd name="connsiteX13-2487" fmla="*/ 9728 w 10000"/>
              <a:gd name="connsiteY13-2488" fmla="*/ 9872 h 10000"/>
              <a:gd name="connsiteX14-2489" fmla="*/ 9728 w 10000"/>
              <a:gd name="connsiteY14-2490" fmla="*/ 9872 h 10000"/>
              <a:gd name="connsiteX15-2491" fmla="*/ 9457 w 10000"/>
              <a:gd name="connsiteY15-2492" fmla="*/ 10000 h 10000"/>
              <a:gd name="connsiteX16-2493" fmla="*/ 9130 w 10000"/>
              <a:gd name="connsiteY16-2494" fmla="*/ 10000 h 10000"/>
              <a:gd name="connsiteX17-2495" fmla="*/ 8587 w 10000"/>
              <a:gd name="connsiteY17-2496" fmla="*/ 10000 h 10000"/>
              <a:gd name="connsiteX18-2497" fmla="*/ 8315 w 10000"/>
              <a:gd name="connsiteY18-2498" fmla="*/ 10000 h 10000"/>
              <a:gd name="connsiteX19-2499" fmla="*/ 7717 w 10000"/>
              <a:gd name="connsiteY19-2500" fmla="*/ 10000 h 10000"/>
              <a:gd name="connsiteX20-2501" fmla="*/ 2554 w 10000"/>
              <a:gd name="connsiteY20-2502" fmla="*/ 9872 h 10000"/>
              <a:gd name="connsiteX21-2503" fmla="*/ 2283 w 10000"/>
              <a:gd name="connsiteY21-2504" fmla="*/ 9872 h 10000"/>
              <a:gd name="connsiteX22-2505" fmla="*/ 1957 w 10000"/>
              <a:gd name="connsiteY22-2506" fmla="*/ 9744 h 10000"/>
              <a:gd name="connsiteX23-2507" fmla="*/ 1685 w 10000"/>
              <a:gd name="connsiteY23-2508" fmla="*/ 9744 h 10000"/>
              <a:gd name="connsiteX24-2509" fmla="*/ 1413 w 10000"/>
              <a:gd name="connsiteY24-2510" fmla="*/ 9615 h 10000"/>
              <a:gd name="connsiteX25-2511" fmla="*/ 1141 w 10000"/>
              <a:gd name="connsiteY25-2512" fmla="*/ 9615 h 10000"/>
              <a:gd name="connsiteX26-2513" fmla="*/ 815 w 10000"/>
              <a:gd name="connsiteY26-2514" fmla="*/ 9462 h 10000"/>
              <a:gd name="connsiteX27-2515" fmla="*/ 815 w 10000"/>
              <a:gd name="connsiteY27-2516" fmla="*/ 9205 h 10000"/>
              <a:gd name="connsiteX28-2517" fmla="*/ 543 w 10000"/>
              <a:gd name="connsiteY28-2518" fmla="*/ 9051 h 10000"/>
              <a:gd name="connsiteX29-2519" fmla="*/ 543 w 10000"/>
              <a:gd name="connsiteY29-2520" fmla="*/ 8923 h 10000"/>
              <a:gd name="connsiteX30-2521" fmla="*/ 272 w 10000"/>
              <a:gd name="connsiteY30-2522" fmla="*/ 8667 h 10000"/>
              <a:gd name="connsiteX31-2523" fmla="*/ 272 w 10000"/>
              <a:gd name="connsiteY31-2524" fmla="*/ 8385 h 10000"/>
              <a:gd name="connsiteX32-2525" fmla="*/ 272 w 10000"/>
              <a:gd name="connsiteY32-2526" fmla="*/ 8128 h 10000"/>
              <a:gd name="connsiteX33-2527" fmla="*/ 0 w 10000"/>
              <a:gd name="connsiteY33-2528" fmla="*/ 7718 h 10000"/>
              <a:gd name="connsiteX34-2529" fmla="*/ 0 w 10000"/>
              <a:gd name="connsiteY34-2530" fmla="*/ 7308 h 10000"/>
              <a:gd name="connsiteX35-2531" fmla="*/ 0 w 10000"/>
              <a:gd name="connsiteY35-2532" fmla="*/ 6897 h 10000"/>
              <a:gd name="connsiteX36-2533" fmla="*/ 272 w 10000"/>
              <a:gd name="connsiteY36-2534" fmla="*/ 6359 h 10000"/>
              <a:gd name="connsiteX37-2535" fmla="*/ 272 w 10000"/>
              <a:gd name="connsiteY37-2536" fmla="*/ 5821 h 10000"/>
              <a:gd name="connsiteX38-2537" fmla="*/ 272 w 10000"/>
              <a:gd name="connsiteY38-2538" fmla="*/ 5282 h 10000"/>
              <a:gd name="connsiteX39-2539" fmla="*/ 543 w 10000"/>
              <a:gd name="connsiteY39-2540" fmla="*/ 4051 h 10000"/>
              <a:gd name="connsiteX40-2541" fmla="*/ 543 w 10000"/>
              <a:gd name="connsiteY40-2542" fmla="*/ 2692 h 10000"/>
              <a:gd name="connsiteX41-2543" fmla="*/ 543 w 10000"/>
              <a:gd name="connsiteY41-2544" fmla="*/ 1333 h 10000"/>
              <a:gd name="connsiteX42-2545" fmla="*/ 272 w 10000"/>
              <a:gd name="connsiteY42-2546" fmla="*/ 0 h 10000"/>
              <a:gd name="connsiteX43-2547" fmla="*/ 1141 w 10000"/>
              <a:gd name="connsiteY43-2548" fmla="*/ 256 h 10000"/>
              <a:gd name="connsiteX44-2549" fmla="*/ 1685 w 10000"/>
              <a:gd name="connsiteY44-2550" fmla="*/ 538 h 10000"/>
              <a:gd name="connsiteX45-2551" fmla="*/ 1957 w 10000"/>
              <a:gd name="connsiteY45-2552" fmla="*/ 667 h 10000"/>
              <a:gd name="connsiteX46-2553" fmla="*/ 2554 w 10000"/>
              <a:gd name="connsiteY46-2554" fmla="*/ 949 h 10000"/>
              <a:gd name="connsiteX47-2555" fmla="*/ 2826 w 10000"/>
              <a:gd name="connsiteY47-2556" fmla="*/ 1077 h 10000"/>
              <a:gd name="connsiteX48-2557" fmla="*/ 3152 w 10000"/>
              <a:gd name="connsiteY48-2558" fmla="*/ 1205 h 10000"/>
              <a:gd name="connsiteX49-2559" fmla="*/ 3152 w 10000"/>
              <a:gd name="connsiteY49-2560" fmla="*/ 1333 h 10000"/>
              <a:gd name="connsiteX50-2561" fmla="*/ 3424 w 10000"/>
              <a:gd name="connsiteY50-2562" fmla="*/ 1487 h 10000"/>
              <a:gd name="connsiteX51-2563" fmla="*/ 3424 w 10000"/>
              <a:gd name="connsiteY51-2564" fmla="*/ 1615 h 10000"/>
              <a:gd name="connsiteX52-2565" fmla="*/ 3424 w 10000"/>
              <a:gd name="connsiteY52-2566" fmla="*/ 1897 h 10000"/>
              <a:gd name="connsiteX53-2567" fmla="*/ 3424 w 10000"/>
              <a:gd name="connsiteY53-2568" fmla="*/ 2026 h 10000"/>
              <a:gd name="connsiteX54-2569" fmla="*/ 3696 w 10000"/>
              <a:gd name="connsiteY54-2570" fmla="*/ 2026 h 10000"/>
              <a:gd name="connsiteX55-2571" fmla="*/ 3424 w 10000"/>
              <a:gd name="connsiteY55-2572" fmla="*/ 2154 h 10000"/>
              <a:gd name="connsiteX56-2573" fmla="*/ 3424 w 10000"/>
              <a:gd name="connsiteY56-2574" fmla="*/ 2154 h 10000"/>
              <a:gd name="connsiteX57-2575" fmla="*/ 3424 w 10000"/>
              <a:gd name="connsiteY57-2576" fmla="*/ 2282 h 10000"/>
              <a:gd name="connsiteX58-2577" fmla="*/ 3424 w 10000"/>
              <a:gd name="connsiteY58-2578" fmla="*/ 2564 h 10000"/>
              <a:gd name="connsiteX59-2579" fmla="*/ 3424 w 10000"/>
              <a:gd name="connsiteY59-2580" fmla="*/ 2692 h 10000"/>
              <a:gd name="connsiteX60-2581" fmla="*/ 3152 w 10000"/>
              <a:gd name="connsiteY60-2582" fmla="*/ 2974 h 10000"/>
              <a:gd name="connsiteX61-2583" fmla="*/ 3152 w 10000"/>
              <a:gd name="connsiteY61-2584" fmla="*/ 3231 h 10000"/>
              <a:gd name="connsiteX62-2585" fmla="*/ 2826 w 10000"/>
              <a:gd name="connsiteY62-2586" fmla="*/ 3641 h 10000"/>
              <a:gd name="connsiteX63-2587" fmla="*/ 2826 w 10000"/>
              <a:gd name="connsiteY63-2588" fmla="*/ 4333 h 10000"/>
              <a:gd name="connsiteX64-2589" fmla="*/ 2554 w 10000"/>
              <a:gd name="connsiteY64-2590" fmla="*/ 5000 h 10000"/>
              <a:gd name="connsiteX65-2591" fmla="*/ 2283 w 10000"/>
              <a:gd name="connsiteY65-2592" fmla="*/ 5667 h 10000"/>
              <a:gd name="connsiteX66-2593" fmla="*/ 2283 w 10000"/>
              <a:gd name="connsiteY66-2594" fmla="*/ 6359 h 10000"/>
              <a:gd name="connsiteX67-2595" fmla="*/ 1957 w 10000"/>
              <a:gd name="connsiteY67-2596" fmla="*/ 6615 h 10000"/>
              <a:gd name="connsiteX68-2597" fmla="*/ 1957 w 10000"/>
              <a:gd name="connsiteY68-2598" fmla="*/ 7026 h 10000"/>
              <a:gd name="connsiteX69-2599" fmla="*/ 1957 w 10000"/>
              <a:gd name="connsiteY69-2600" fmla="*/ 7308 h 10000"/>
              <a:gd name="connsiteX70-2601" fmla="*/ 1957 w 10000"/>
              <a:gd name="connsiteY70-2602" fmla="*/ 7564 h 10000"/>
              <a:gd name="connsiteX71-2603" fmla="*/ 2283 w 10000"/>
              <a:gd name="connsiteY71-2604" fmla="*/ 7974 h 10000"/>
              <a:gd name="connsiteX72-2605" fmla="*/ 2283 w 10000"/>
              <a:gd name="connsiteY72-2606" fmla="*/ 8385 h 10000"/>
              <a:gd name="connsiteX73-2607" fmla="*/ 2283 w 10000"/>
              <a:gd name="connsiteY73-2608" fmla="*/ 8385 h 10000"/>
              <a:gd name="connsiteX0-2609" fmla="*/ 2283 w 10000"/>
              <a:gd name="connsiteY0-2610" fmla="*/ 8385 h 10000"/>
              <a:gd name="connsiteX1-2611" fmla="*/ 2554 w 10000"/>
              <a:gd name="connsiteY1-2612" fmla="*/ 8513 h 10000"/>
              <a:gd name="connsiteX2-2613" fmla="*/ 2826 w 10000"/>
              <a:gd name="connsiteY2-2614" fmla="*/ 8667 h 10000"/>
              <a:gd name="connsiteX3-2615" fmla="*/ 3152 w 10000"/>
              <a:gd name="connsiteY3-2616" fmla="*/ 8795 h 10000"/>
              <a:gd name="connsiteX4-2617" fmla="*/ 9130 w 10000"/>
              <a:gd name="connsiteY4-2618" fmla="*/ 9205 h 10000"/>
              <a:gd name="connsiteX5-2619" fmla="*/ 9457 w 10000"/>
              <a:gd name="connsiteY5-2620" fmla="*/ 9333 h 10000"/>
              <a:gd name="connsiteX6-2621" fmla="*/ 9728 w 10000"/>
              <a:gd name="connsiteY6-2622" fmla="*/ 9462 h 10000"/>
              <a:gd name="connsiteX7-2623" fmla="*/ 10000 w 10000"/>
              <a:gd name="connsiteY7-2624" fmla="*/ 9615 h 10000"/>
              <a:gd name="connsiteX8-2625" fmla="*/ 10000 w 10000"/>
              <a:gd name="connsiteY8-2626" fmla="*/ 9744 h 10000"/>
              <a:gd name="connsiteX9-2627" fmla="*/ 10000 w 10000"/>
              <a:gd name="connsiteY9-2628" fmla="*/ 9744 h 10000"/>
              <a:gd name="connsiteX10-2629" fmla="*/ 10000 w 10000"/>
              <a:gd name="connsiteY10-2630" fmla="*/ 9744 h 10000"/>
              <a:gd name="connsiteX11-2631" fmla="*/ 10000 w 10000"/>
              <a:gd name="connsiteY11-2632" fmla="*/ 9872 h 10000"/>
              <a:gd name="connsiteX12-2633" fmla="*/ 9728 w 10000"/>
              <a:gd name="connsiteY12-2634" fmla="*/ 9872 h 10000"/>
              <a:gd name="connsiteX13-2635" fmla="*/ 9728 w 10000"/>
              <a:gd name="connsiteY13-2636" fmla="*/ 9872 h 10000"/>
              <a:gd name="connsiteX14-2637" fmla="*/ 9457 w 10000"/>
              <a:gd name="connsiteY14-2638" fmla="*/ 10000 h 10000"/>
              <a:gd name="connsiteX15-2639" fmla="*/ 9130 w 10000"/>
              <a:gd name="connsiteY15-2640" fmla="*/ 10000 h 10000"/>
              <a:gd name="connsiteX16-2641" fmla="*/ 8587 w 10000"/>
              <a:gd name="connsiteY16-2642" fmla="*/ 10000 h 10000"/>
              <a:gd name="connsiteX17-2643" fmla="*/ 8315 w 10000"/>
              <a:gd name="connsiteY17-2644" fmla="*/ 10000 h 10000"/>
              <a:gd name="connsiteX18-2645" fmla="*/ 7717 w 10000"/>
              <a:gd name="connsiteY18-2646" fmla="*/ 10000 h 10000"/>
              <a:gd name="connsiteX19-2647" fmla="*/ 2554 w 10000"/>
              <a:gd name="connsiteY19-2648" fmla="*/ 9872 h 10000"/>
              <a:gd name="connsiteX20-2649" fmla="*/ 2283 w 10000"/>
              <a:gd name="connsiteY20-2650" fmla="*/ 9872 h 10000"/>
              <a:gd name="connsiteX21-2651" fmla="*/ 1957 w 10000"/>
              <a:gd name="connsiteY21-2652" fmla="*/ 9744 h 10000"/>
              <a:gd name="connsiteX22-2653" fmla="*/ 1685 w 10000"/>
              <a:gd name="connsiteY22-2654" fmla="*/ 9744 h 10000"/>
              <a:gd name="connsiteX23-2655" fmla="*/ 1413 w 10000"/>
              <a:gd name="connsiteY23-2656" fmla="*/ 9615 h 10000"/>
              <a:gd name="connsiteX24-2657" fmla="*/ 1141 w 10000"/>
              <a:gd name="connsiteY24-2658" fmla="*/ 9615 h 10000"/>
              <a:gd name="connsiteX25-2659" fmla="*/ 815 w 10000"/>
              <a:gd name="connsiteY25-2660" fmla="*/ 9462 h 10000"/>
              <a:gd name="connsiteX26-2661" fmla="*/ 815 w 10000"/>
              <a:gd name="connsiteY26-2662" fmla="*/ 9205 h 10000"/>
              <a:gd name="connsiteX27-2663" fmla="*/ 543 w 10000"/>
              <a:gd name="connsiteY27-2664" fmla="*/ 9051 h 10000"/>
              <a:gd name="connsiteX28-2665" fmla="*/ 543 w 10000"/>
              <a:gd name="connsiteY28-2666" fmla="*/ 8923 h 10000"/>
              <a:gd name="connsiteX29-2667" fmla="*/ 272 w 10000"/>
              <a:gd name="connsiteY29-2668" fmla="*/ 8667 h 10000"/>
              <a:gd name="connsiteX30-2669" fmla="*/ 272 w 10000"/>
              <a:gd name="connsiteY30-2670" fmla="*/ 8385 h 10000"/>
              <a:gd name="connsiteX31-2671" fmla="*/ 272 w 10000"/>
              <a:gd name="connsiteY31-2672" fmla="*/ 8128 h 10000"/>
              <a:gd name="connsiteX32-2673" fmla="*/ 0 w 10000"/>
              <a:gd name="connsiteY32-2674" fmla="*/ 7718 h 10000"/>
              <a:gd name="connsiteX33-2675" fmla="*/ 0 w 10000"/>
              <a:gd name="connsiteY33-2676" fmla="*/ 7308 h 10000"/>
              <a:gd name="connsiteX34-2677" fmla="*/ 0 w 10000"/>
              <a:gd name="connsiteY34-2678" fmla="*/ 6897 h 10000"/>
              <a:gd name="connsiteX35-2679" fmla="*/ 272 w 10000"/>
              <a:gd name="connsiteY35-2680" fmla="*/ 6359 h 10000"/>
              <a:gd name="connsiteX36-2681" fmla="*/ 272 w 10000"/>
              <a:gd name="connsiteY36-2682" fmla="*/ 5821 h 10000"/>
              <a:gd name="connsiteX37-2683" fmla="*/ 272 w 10000"/>
              <a:gd name="connsiteY37-2684" fmla="*/ 5282 h 10000"/>
              <a:gd name="connsiteX38-2685" fmla="*/ 543 w 10000"/>
              <a:gd name="connsiteY38-2686" fmla="*/ 4051 h 10000"/>
              <a:gd name="connsiteX39-2687" fmla="*/ 543 w 10000"/>
              <a:gd name="connsiteY39-2688" fmla="*/ 2692 h 10000"/>
              <a:gd name="connsiteX40-2689" fmla="*/ 543 w 10000"/>
              <a:gd name="connsiteY40-2690" fmla="*/ 1333 h 10000"/>
              <a:gd name="connsiteX41-2691" fmla="*/ 272 w 10000"/>
              <a:gd name="connsiteY41-2692" fmla="*/ 0 h 10000"/>
              <a:gd name="connsiteX42-2693" fmla="*/ 1141 w 10000"/>
              <a:gd name="connsiteY42-2694" fmla="*/ 256 h 10000"/>
              <a:gd name="connsiteX43-2695" fmla="*/ 1685 w 10000"/>
              <a:gd name="connsiteY43-2696" fmla="*/ 538 h 10000"/>
              <a:gd name="connsiteX44-2697" fmla="*/ 1957 w 10000"/>
              <a:gd name="connsiteY44-2698" fmla="*/ 667 h 10000"/>
              <a:gd name="connsiteX45-2699" fmla="*/ 2554 w 10000"/>
              <a:gd name="connsiteY45-2700" fmla="*/ 949 h 10000"/>
              <a:gd name="connsiteX46-2701" fmla="*/ 2826 w 10000"/>
              <a:gd name="connsiteY46-2702" fmla="*/ 1077 h 10000"/>
              <a:gd name="connsiteX47-2703" fmla="*/ 3152 w 10000"/>
              <a:gd name="connsiteY47-2704" fmla="*/ 1205 h 10000"/>
              <a:gd name="connsiteX48-2705" fmla="*/ 3152 w 10000"/>
              <a:gd name="connsiteY48-2706" fmla="*/ 1333 h 10000"/>
              <a:gd name="connsiteX49-2707" fmla="*/ 3424 w 10000"/>
              <a:gd name="connsiteY49-2708" fmla="*/ 1487 h 10000"/>
              <a:gd name="connsiteX50-2709" fmla="*/ 3424 w 10000"/>
              <a:gd name="connsiteY50-2710" fmla="*/ 1615 h 10000"/>
              <a:gd name="connsiteX51-2711" fmla="*/ 3424 w 10000"/>
              <a:gd name="connsiteY51-2712" fmla="*/ 1897 h 10000"/>
              <a:gd name="connsiteX52-2713" fmla="*/ 3424 w 10000"/>
              <a:gd name="connsiteY52-2714" fmla="*/ 2026 h 10000"/>
              <a:gd name="connsiteX53-2715" fmla="*/ 3696 w 10000"/>
              <a:gd name="connsiteY53-2716" fmla="*/ 2026 h 10000"/>
              <a:gd name="connsiteX54-2717" fmla="*/ 3424 w 10000"/>
              <a:gd name="connsiteY54-2718" fmla="*/ 2154 h 10000"/>
              <a:gd name="connsiteX55-2719" fmla="*/ 3424 w 10000"/>
              <a:gd name="connsiteY55-2720" fmla="*/ 2154 h 10000"/>
              <a:gd name="connsiteX56-2721" fmla="*/ 3424 w 10000"/>
              <a:gd name="connsiteY56-2722" fmla="*/ 2282 h 10000"/>
              <a:gd name="connsiteX57-2723" fmla="*/ 3424 w 10000"/>
              <a:gd name="connsiteY57-2724" fmla="*/ 2564 h 10000"/>
              <a:gd name="connsiteX58-2725" fmla="*/ 3424 w 10000"/>
              <a:gd name="connsiteY58-2726" fmla="*/ 2692 h 10000"/>
              <a:gd name="connsiteX59-2727" fmla="*/ 3152 w 10000"/>
              <a:gd name="connsiteY59-2728" fmla="*/ 2974 h 10000"/>
              <a:gd name="connsiteX60-2729" fmla="*/ 3152 w 10000"/>
              <a:gd name="connsiteY60-2730" fmla="*/ 3231 h 10000"/>
              <a:gd name="connsiteX61-2731" fmla="*/ 2826 w 10000"/>
              <a:gd name="connsiteY61-2732" fmla="*/ 3641 h 10000"/>
              <a:gd name="connsiteX62-2733" fmla="*/ 2826 w 10000"/>
              <a:gd name="connsiteY62-2734" fmla="*/ 4333 h 10000"/>
              <a:gd name="connsiteX63-2735" fmla="*/ 2554 w 10000"/>
              <a:gd name="connsiteY63-2736" fmla="*/ 5000 h 10000"/>
              <a:gd name="connsiteX64-2737" fmla="*/ 2283 w 10000"/>
              <a:gd name="connsiteY64-2738" fmla="*/ 5667 h 10000"/>
              <a:gd name="connsiteX65-2739" fmla="*/ 2283 w 10000"/>
              <a:gd name="connsiteY65-2740" fmla="*/ 6359 h 10000"/>
              <a:gd name="connsiteX66-2741" fmla="*/ 1957 w 10000"/>
              <a:gd name="connsiteY66-2742" fmla="*/ 6615 h 10000"/>
              <a:gd name="connsiteX67-2743" fmla="*/ 1957 w 10000"/>
              <a:gd name="connsiteY67-2744" fmla="*/ 7026 h 10000"/>
              <a:gd name="connsiteX68-2745" fmla="*/ 1957 w 10000"/>
              <a:gd name="connsiteY68-2746" fmla="*/ 7308 h 10000"/>
              <a:gd name="connsiteX69-2747" fmla="*/ 1957 w 10000"/>
              <a:gd name="connsiteY69-2748" fmla="*/ 7564 h 10000"/>
              <a:gd name="connsiteX70-2749" fmla="*/ 2283 w 10000"/>
              <a:gd name="connsiteY70-2750" fmla="*/ 7974 h 10000"/>
              <a:gd name="connsiteX71-2751" fmla="*/ 2283 w 10000"/>
              <a:gd name="connsiteY71-2752" fmla="*/ 8385 h 10000"/>
              <a:gd name="connsiteX72-2753" fmla="*/ 2283 w 10000"/>
              <a:gd name="connsiteY72-2754" fmla="*/ 8385 h 10000"/>
              <a:gd name="connsiteX0-2755" fmla="*/ 2283 w 10000"/>
              <a:gd name="connsiteY0-2756" fmla="*/ 8385 h 10000"/>
              <a:gd name="connsiteX1-2757" fmla="*/ 2554 w 10000"/>
              <a:gd name="connsiteY1-2758" fmla="*/ 8513 h 10000"/>
              <a:gd name="connsiteX2-2759" fmla="*/ 2826 w 10000"/>
              <a:gd name="connsiteY2-2760" fmla="*/ 8667 h 10000"/>
              <a:gd name="connsiteX3-2761" fmla="*/ 3152 w 10000"/>
              <a:gd name="connsiteY3-2762" fmla="*/ 8795 h 10000"/>
              <a:gd name="connsiteX4-2763" fmla="*/ 9130 w 10000"/>
              <a:gd name="connsiteY4-2764" fmla="*/ 9205 h 10000"/>
              <a:gd name="connsiteX5-2765" fmla="*/ 9728 w 10000"/>
              <a:gd name="connsiteY5-2766" fmla="*/ 9462 h 10000"/>
              <a:gd name="connsiteX6-2767" fmla="*/ 10000 w 10000"/>
              <a:gd name="connsiteY6-2768" fmla="*/ 9615 h 10000"/>
              <a:gd name="connsiteX7-2769" fmla="*/ 10000 w 10000"/>
              <a:gd name="connsiteY7-2770" fmla="*/ 9744 h 10000"/>
              <a:gd name="connsiteX8-2771" fmla="*/ 10000 w 10000"/>
              <a:gd name="connsiteY8-2772" fmla="*/ 9744 h 10000"/>
              <a:gd name="connsiteX9-2773" fmla="*/ 10000 w 10000"/>
              <a:gd name="connsiteY9-2774" fmla="*/ 9744 h 10000"/>
              <a:gd name="connsiteX10-2775" fmla="*/ 10000 w 10000"/>
              <a:gd name="connsiteY10-2776" fmla="*/ 9872 h 10000"/>
              <a:gd name="connsiteX11-2777" fmla="*/ 9728 w 10000"/>
              <a:gd name="connsiteY11-2778" fmla="*/ 9872 h 10000"/>
              <a:gd name="connsiteX12-2779" fmla="*/ 9728 w 10000"/>
              <a:gd name="connsiteY12-2780" fmla="*/ 9872 h 10000"/>
              <a:gd name="connsiteX13-2781" fmla="*/ 9457 w 10000"/>
              <a:gd name="connsiteY13-2782" fmla="*/ 10000 h 10000"/>
              <a:gd name="connsiteX14-2783" fmla="*/ 9130 w 10000"/>
              <a:gd name="connsiteY14-2784" fmla="*/ 10000 h 10000"/>
              <a:gd name="connsiteX15-2785" fmla="*/ 8587 w 10000"/>
              <a:gd name="connsiteY15-2786" fmla="*/ 10000 h 10000"/>
              <a:gd name="connsiteX16-2787" fmla="*/ 8315 w 10000"/>
              <a:gd name="connsiteY16-2788" fmla="*/ 10000 h 10000"/>
              <a:gd name="connsiteX17-2789" fmla="*/ 7717 w 10000"/>
              <a:gd name="connsiteY17-2790" fmla="*/ 10000 h 10000"/>
              <a:gd name="connsiteX18-2791" fmla="*/ 2554 w 10000"/>
              <a:gd name="connsiteY18-2792" fmla="*/ 9872 h 10000"/>
              <a:gd name="connsiteX19-2793" fmla="*/ 2283 w 10000"/>
              <a:gd name="connsiteY19-2794" fmla="*/ 9872 h 10000"/>
              <a:gd name="connsiteX20-2795" fmla="*/ 1957 w 10000"/>
              <a:gd name="connsiteY20-2796" fmla="*/ 9744 h 10000"/>
              <a:gd name="connsiteX21-2797" fmla="*/ 1685 w 10000"/>
              <a:gd name="connsiteY21-2798" fmla="*/ 9744 h 10000"/>
              <a:gd name="connsiteX22-2799" fmla="*/ 1413 w 10000"/>
              <a:gd name="connsiteY22-2800" fmla="*/ 9615 h 10000"/>
              <a:gd name="connsiteX23-2801" fmla="*/ 1141 w 10000"/>
              <a:gd name="connsiteY23-2802" fmla="*/ 9615 h 10000"/>
              <a:gd name="connsiteX24-2803" fmla="*/ 815 w 10000"/>
              <a:gd name="connsiteY24-2804" fmla="*/ 9462 h 10000"/>
              <a:gd name="connsiteX25-2805" fmla="*/ 815 w 10000"/>
              <a:gd name="connsiteY25-2806" fmla="*/ 9205 h 10000"/>
              <a:gd name="connsiteX26-2807" fmla="*/ 543 w 10000"/>
              <a:gd name="connsiteY26-2808" fmla="*/ 9051 h 10000"/>
              <a:gd name="connsiteX27-2809" fmla="*/ 543 w 10000"/>
              <a:gd name="connsiteY27-2810" fmla="*/ 8923 h 10000"/>
              <a:gd name="connsiteX28-2811" fmla="*/ 272 w 10000"/>
              <a:gd name="connsiteY28-2812" fmla="*/ 8667 h 10000"/>
              <a:gd name="connsiteX29-2813" fmla="*/ 272 w 10000"/>
              <a:gd name="connsiteY29-2814" fmla="*/ 8385 h 10000"/>
              <a:gd name="connsiteX30-2815" fmla="*/ 272 w 10000"/>
              <a:gd name="connsiteY30-2816" fmla="*/ 8128 h 10000"/>
              <a:gd name="connsiteX31-2817" fmla="*/ 0 w 10000"/>
              <a:gd name="connsiteY31-2818" fmla="*/ 7718 h 10000"/>
              <a:gd name="connsiteX32-2819" fmla="*/ 0 w 10000"/>
              <a:gd name="connsiteY32-2820" fmla="*/ 7308 h 10000"/>
              <a:gd name="connsiteX33-2821" fmla="*/ 0 w 10000"/>
              <a:gd name="connsiteY33-2822" fmla="*/ 6897 h 10000"/>
              <a:gd name="connsiteX34-2823" fmla="*/ 272 w 10000"/>
              <a:gd name="connsiteY34-2824" fmla="*/ 6359 h 10000"/>
              <a:gd name="connsiteX35-2825" fmla="*/ 272 w 10000"/>
              <a:gd name="connsiteY35-2826" fmla="*/ 5821 h 10000"/>
              <a:gd name="connsiteX36-2827" fmla="*/ 272 w 10000"/>
              <a:gd name="connsiteY36-2828" fmla="*/ 5282 h 10000"/>
              <a:gd name="connsiteX37-2829" fmla="*/ 543 w 10000"/>
              <a:gd name="connsiteY37-2830" fmla="*/ 4051 h 10000"/>
              <a:gd name="connsiteX38-2831" fmla="*/ 543 w 10000"/>
              <a:gd name="connsiteY38-2832" fmla="*/ 2692 h 10000"/>
              <a:gd name="connsiteX39-2833" fmla="*/ 543 w 10000"/>
              <a:gd name="connsiteY39-2834" fmla="*/ 1333 h 10000"/>
              <a:gd name="connsiteX40-2835" fmla="*/ 272 w 10000"/>
              <a:gd name="connsiteY40-2836" fmla="*/ 0 h 10000"/>
              <a:gd name="connsiteX41-2837" fmla="*/ 1141 w 10000"/>
              <a:gd name="connsiteY41-2838" fmla="*/ 256 h 10000"/>
              <a:gd name="connsiteX42-2839" fmla="*/ 1685 w 10000"/>
              <a:gd name="connsiteY42-2840" fmla="*/ 538 h 10000"/>
              <a:gd name="connsiteX43-2841" fmla="*/ 1957 w 10000"/>
              <a:gd name="connsiteY43-2842" fmla="*/ 667 h 10000"/>
              <a:gd name="connsiteX44-2843" fmla="*/ 2554 w 10000"/>
              <a:gd name="connsiteY44-2844" fmla="*/ 949 h 10000"/>
              <a:gd name="connsiteX45-2845" fmla="*/ 2826 w 10000"/>
              <a:gd name="connsiteY45-2846" fmla="*/ 1077 h 10000"/>
              <a:gd name="connsiteX46-2847" fmla="*/ 3152 w 10000"/>
              <a:gd name="connsiteY46-2848" fmla="*/ 1205 h 10000"/>
              <a:gd name="connsiteX47-2849" fmla="*/ 3152 w 10000"/>
              <a:gd name="connsiteY47-2850" fmla="*/ 1333 h 10000"/>
              <a:gd name="connsiteX48-2851" fmla="*/ 3424 w 10000"/>
              <a:gd name="connsiteY48-2852" fmla="*/ 1487 h 10000"/>
              <a:gd name="connsiteX49-2853" fmla="*/ 3424 w 10000"/>
              <a:gd name="connsiteY49-2854" fmla="*/ 1615 h 10000"/>
              <a:gd name="connsiteX50-2855" fmla="*/ 3424 w 10000"/>
              <a:gd name="connsiteY50-2856" fmla="*/ 1897 h 10000"/>
              <a:gd name="connsiteX51-2857" fmla="*/ 3424 w 10000"/>
              <a:gd name="connsiteY51-2858" fmla="*/ 2026 h 10000"/>
              <a:gd name="connsiteX52-2859" fmla="*/ 3696 w 10000"/>
              <a:gd name="connsiteY52-2860" fmla="*/ 2026 h 10000"/>
              <a:gd name="connsiteX53-2861" fmla="*/ 3424 w 10000"/>
              <a:gd name="connsiteY53-2862" fmla="*/ 2154 h 10000"/>
              <a:gd name="connsiteX54-2863" fmla="*/ 3424 w 10000"/>
              <a:gd name="connsiteY54-2864" fmla="*/ 2154 h 10000"/>
              <a:gd name="connsiteX55-2865" fmla="*/ 3424 w 10000"/>
              <a:gd name="connsiteY55-2866" fmla="*/ 2282 h 10000"/>
              <a:gd name="connsiteX56-2867" fmla="*/ 3424 w 10000"/>
              <a:gd name="connsiteY56-2868" fmla="*/ 2564 h 10000"/>
              <a:gd name="connsiteX57-2869" fmla="*/ 3424 w 10000"/>
              <a:gd name="connsiteY57-2870" fmla="*/ 2692 h 10000"/>
              <a:gd name="connsiteX58-2871" fmla="*/ 3152 w 10000"/>
              <a:gd name="connsiteY58-2872" fmla="*/ 2974 h 10000"/>
              <a:gd name="connsiteX59-2873" fmla="*/ 3152 w 10000"/>
              <a:gd name="connsiteY59-2874" fmla="*/ 3231 h 10000"/>
              <a:gd name="connsiteX60-2875" fmla="*/ 2826 w 10000"/>
              <a:gd name="connsiteY60-2876" fmla="*/ 3641 h 10000"/>
              <a:gd name="connsiteX61-2877" fmla="*/ 2826 w 10000"/>
              <a:gd name="connsiteY61-2878" fmla="*/ 4333 h 10000"/>
              <a:gd name="connsiteX62-2879" fmla="*/ 2554 w 10000"/>
              <a:gd name="connsiteY62-2880" fmla="*/ 5000 h 10000"/>
              <a:gd name="connsiteX63-2881" fmla="*/ 2283 w 10000"/>
              <a:gd name="connsiteY63-2882" fmla="*/ 5667 h 10000"/>
              <a:gd name="connsiteX64-2883" fmla="*/ 2283 w 10000"/>
              <a:gd name="connsiteY64-2884" fmla="*/ 6359 h 10000"/>
              <a:gd name="connsiteX65-2885" fmla="*/ 1957 w 10000"/>
              <a:gd name="connsiteY65-2886" fmla="*/ 6615 h 10000"/>
              <a:gd name="connsiteX66-2887" fmla="*/ 1957 w 10000"/>
              <a:gd name="connsiteY66-2888" fmla="*/ 7026 h 10000"/>
              <a:gd name="connsiteX67-2889" fmla="*/ 1957 w 10000"/>
              <a:gd name="connsiteY67-2890" fmla="*/ 7308 h 10000"/>
              <a:gd name="connsiteX68-2891" fmla="*/ 1957 w 10000"/>
              <a:gd name="connsiteY68-2892" fmla="*/ 7564 h 10000"/>
              <a:gd name="connsiteX69-2893" fmla="*/ 2283 w 10000"/>
              <a:gd name="connsiteY69-2894" fmla="*/ 7974 h 10000"/>
              <a:gd name="connsiteX70-2895" fmla="*/ 2283 w 10000"/>
              <a:gd name="connsiteY70-2896" fmla="*/ 8385 h 10000"/>
              <a:gd name="connsiteX71-2897" fmla="*/ 2283 w 10000"/>
              <a:gd name="connsiteY71-2898" fmla="*/ 8385 h 10000"/>
              <a:gd name="connsiteX0-2899" fmla="*/ 2283 w 10000"/>
              <a:gd name="connsiteY0-2900" fmla="*/ 8385 h 10000"/>
              <a:gd name="connsiteX1-2901" fmla="*/ 2554 w 10000"/>
              <a:gd name="connsiteY1-2902" fmla="*/ 8513 h 10000"/>
              <a:gd name="connsiteX2-2903" fmla="*/ 2826 w 10000"/>
              <a:gd name="connsiteY2-2904" fmla="*/ 8667 h 10000"/>
              <a:gd name="connsiteX3-2905" fmla="*/ 3152 w 10000"/>
              <a:gd name="connsiteY3-2906" fmla="*/ 8795 h 10000"/>
              <a:gd name="connsiteX4-2907" fmla="*/ 9728 w 10000"/>
              <a:gd name="connsiteY4-2908" fmla="*/ 9462 h 10000"/>
              <a:gd name="connsiteX5-2909" fmla="*/ 10000 w 10000"/>
              <a:gd name="connsiteY5-2910" fmla="*/ 9615 h 10000"/>
              <a:gd name="connsiteX6-2911" fmla="*/ 10000 w 10000"/>
              <a:gd name="connsiteY6-2912" fmla="*/ 9744 h 10000"/>
              <a:gd name="connsiteX7-2913" fmla="*/ 10000 w 10000"/>
              <a:gd name="connsiteY7-2914" fmla="*/ 9744 h 10000"/>
              <a:gd name="connsiteX8-2915" fmla="*/ 10000 w 10000"/>
              <a:gd name="connsiteY8-2916" fmla="*/ 9744 h 10000"/>
              <a:gd name="connsiteX9-2917" fmla="*/ 10000 w 10000"/>
              <a:gd name="connsiteY9-2918" fmla="*/ 9872 h 10000"/>
              <a:gd name="connsiteX10-2919" fmla="*/ 9728 w 10000"/>
              <a:gd name="connsiteY10-2920" fmla="*/ 9872 h 10000"/>
              <a:gd name="connsiteX11-2921" fmla="*/ 9728 w 10000"/>
              <a:gd name="connsiteY11-2922" fmla="*/ 9872 h 10000"/>
              <a:gd name="connsiteX12-2923" fmla="*/ 9457 w 10000"/>
              <a:gd name="connsiteY12-2924" fmla="*/ 10000 h 10000"/>
              <a:gd name="connsiteX13-2925" fmla="*/ 9130 w 10000"/>
              <a:gd name="connsiteY13-2926" fmla="*/ 10000 h 10000"/>
              <a:gd name="connsiteX14-2927" fmla="*/ 8587 w 10000"/>
              <a:gd name="connsiteY14-2928" fmla="*/ 10000 h 10000"/>
              <a:gd name="connsiteX15-2929" fmla="*/ 8315 w 10000"/>
              <a:gd name="connsiteY15-2930" fmla="*/ 10000 h 10000"/>
              <a:gd name="connsiteX16-2931" fmla="*/ 7717 w 10000"/>
              <a:gd name="connsiteY16-2932" fmla="*/ 10000 h 10000"/>
              <a:gd name="connsiteX17-2933" fmla="*/ 2554 w 10000"/>
              <a:gd name="connsiteY17-2934" fmla="*/ 9872 h 10000"/>
              <a:gd name="connsiteX18-2935" fmla="*/ 2283 w 10000"/>
              <a:gd name="connsiteY18-2936" fmla="*/ 9872 h 10000"/>
              <a:gd name="connsiteX19-2937" fmla="*/ 1957 w 10000"/>
              <a:gd name="connsiteY19-2938" fmla="*/ 9744 h 10000"/>
              <a:gd name="connsiteX20-2939" fmla="*/ 1685 w 10000"/>
              <a:gd name="connsiteY20-2940" fmla="*/ 9744 h 10000"/>
              <a:gd name="connsiteX21-2941" fmla="*/ 1413 w 10000"/>
              <a:gd name="connsiteY21-2942" fmla="*/ 9615 h 10000"/>
              <a:gd name="connsiteX22-2943" fmla="*/ 1141 w 10000"/>
              <a:gd name="connsiteY22-2944" fmla="*/ 9615 h 10000"/>
              <a:gd name="connsiteX23-2945" fmla="*/ 815 w 10000"/>
              <a:gd name="connsiteY23-2946" fmla="*/ 9462 h 10000"/>
              <a:gd name="connsiteX24-2947" fmla="*/ 815 w 10000"/>
              <a:gd name="connsiteY24-2948" fmla="*/ 9205 h 10000"/>
              <a:gd name="connsiteX25-2949" fmla="*/ 543 w 10000"/>
              <a:gd name="connsiteY25-2950" fmla="*/ 9051 h 10000"/>
              <a:gd name="connsiteX26-2951" fmla="*/ 543 w 10000"/>
              <a:gd name="connsiteY26-2952" fmla="*/ 8923 h 10000"/>
              <a:gd name="connsiteX27-2953" fmla="*/ 272 w 10000"/>
              <a:gd name="connsiteY27-2954" fmla="*/ 8667 h 10000"/>
              <a:gd name="connsiteX28-2955" fmla="*/ 272 w 10000"/>
              <a:gd name="connsiteY28-2956" fmla="*/ 8385 h 10000"/>
              <a:gd name="connsiteX29-2957" fmla="*/ 272 w 10000"/>
              <a:gd name="connsiteY29-2958" fmla="*/ 8128 h 10000"/>
              <a:gd name="connsiteX30-2959" fmla="*/ 0 w 10000"/>
              <a:gd name="connsiteY30-2960" fmla="*/ 7718 h 10000"/>
              <a:gd name="connsiteX31-2961" fmla="*/ 0 w 10000"/>
              <a:gd name="connsiteY31-2962" fmla="*/ 7308 h 10000"/>
              <a:gd name="connsiteX32-2963" fmla="*/ 0 w 10000"/>
              <a:gd name="connsiteY32-2964" fmla="*/ 6897 h 10000"/>
              <a:gd name="connsiteX33-2965" fmla="*/ 272 w 10000"/>
              <a:gd name="connsiteY33-2966" fmla="*/ 6359 h 10000"/>
              <a:gd name="connsiteX34-2967" fmla="*/ 272 w 10000"/>
              <a:gd name="connsiteY34-2968" fmla="*/ 5821 h 10000"/>
              <a:gd name="connsiteX35-2969" fmla="*/ 272 w 10000"/>
              <a:gd name="connsiteY35-2970" fmla="*/ 5282 h 10000"/>
              <a:gd name="connsiteX36-2971" fmla="*/ 543 w 10000"/>
              <a:gd name="connsiteY36-2972" fmla="*/ 4051 h 10000"/>
              <a:gd name="connsiteX37-2973" fmla="*/ 543 w 10000"/>
              <a:gd name="connsiteY37-2974" fmla="*/ 2692 h 10000"/>
              <a:gd name="connsiteX38-2975" fmla="*/ 543 w 10000"/>
              <a:gd name="connsiteY38-2976" fmla="*/ 1333 h 10000"/>
              <a:gd name="connsiteX39-2977" fmla="*/ 272 w 10000"/>
              <a:gd name="connsiteY39-2978" fmla="*/ 0 h 10000"/>
              <a:gd name="connsiteX40-2979" fmla="*/ 1141 w 10000"/>
              <a:gd name="connsiteY40-2980" fmla="*/ 256 h 10000"/>
              <a:gd name="connsiteX41-2981" fmla="*/ 1685 w 10000"/>
              <a:gd name="connsiteY41-2982" fmla="*/ 538 h 10000"/>
              <a:gd name="connsiteX42-2983" fmla="*/ 1957 w 10000"/>
              <a:gd name="connsiteY42-2984" fmla="*/ 667 h 10000"/>
              <a:gd name="connsiteX43-2985" fmla="*/ 2554 w 10000"/>
              <a:gd name="connsiteY43-2986" fmla="*/ 949 h 10000"/>
              <a:gd name="connsiteX44-2987" fmla="*/ 2826 w 10000"/>
              <a:gd name="connsiteY44-2988" fmla="*/ 1077 h 10000"/>
              <a:gd name="connsiteX45-2989" fmla="*/ 3152 w 10000"/>
              <a:gd name="connsiteY45-2990" fmla="*/ 1205 h 10000"/>
              <a:gd name="connsiteX46-2991" fmla="*/ 3152 w 10000"/>
              <a:gd name="connsiteY46-2992" fmla="*/ 1333 h 10000"/>
              <a:gd name="connsiteX47-2993" fmla="*/ 3424 w 10000"/>
              <a:gd name="connsiteY47-2994" fmla="*/ 1487 h 10000"/>
              <a:gd name="connsiteX48-2995" fmla="*/ 3424 w 10000"/>
              <a:gd name="connsiteY48-2996" fmla="*/ 1615 h 10000"/>
              <a:gd name="connsiteX49-2997" fmla="*/ 3424 w 10000"/>
              <a:gd name="connsiteY49-2998" fmla="*/ 1897 h 10000"/>
              <a:gd name="connsiteX50-2999" fmla="*/ 3424 w 10000"/>
              <a:gd name="connsiteY50-3000" fmla="*/ 2026 h 10000"/>
              <a:gd name="connsiteX51-3001" fmla="*/ 3696 w 10000"/>
              <a:gd name="connsiteY51-3002" fmla="*/ 2026 h 10000"/>
              <a:gd name="connsiteX52-3003" fmla="*/ 3424 w 10000"/>
              <a:gd name="connsiteY52-3004" fmla="*/ 2154 h 10000"/>
              <a:gd name="connsiteX53-3005" fmla="*/ 3424 w 10000"/>
              <a:gd name="connsiteY53-3006" fmla="*/ 2154 h 10000"/>
              <a:gd name="connsiteX54-3007" fmla="*/ 3424 w 10000"/>
              <a:gd name="connsiteY54-3008" fmla="*/ 2282 h 10000"/>
              <a:gd name="connsiteX55-3009" fmla="*/ 3424 w 10000"/>
              <a:gd name="connsiteY55-3010" fmla="*/ 2564 h 10000"/>
              <a:gd name="connsiteX56-3011" fmla="*/ 3424 w 10000"/>
              <a:gd name="connsiteY56-3012" fmla="*/ 2692 h 10000"/>
              <a:gd name="connsiteX57-3013" fmla="*/ 3152 w 10000"/>
              <a:gd name="connsiteY57-3014" fmla="*/ 2974 h 10000"/>
              <a:gd name="connsiteX58-3015" fmla="*/ 3152 w 10000"/>
              <a:gd name="connsiteY58-3016" fmla="*/ 3231 h 10000"/>
              <a:gd name="connsiteX59-3017" fmla="*/ 2826 w 10000"/>
              <a:gd name="connsiteY59-3018" fmla="*/ 3641 h 10000"/>
              <a:gd name="connsiteX60-3019" fmla="*/ 2826 w 10000"/>
              <a:gd name="connsiteY60-3020" fmla="*/ 4333 h 10000"/>
              <a:gd name="connsiteX61-3021" fmla="*/ 2554 w 10000"/>
              <a:gd name="connsiteY61-3022" fmla="*/ 5000 h 10000"/>
              <a:gd name="connsiteX62-3023" fmla="*/ 2283 w 10000"/>
              <a:gd name="connsiteY62-3024" fmla="*/ 5667 h 10000"/>
              <a:gd name="connsiteX63-3025" fmla="*/ 2283 w 10000"/>
              <a:gd name="connsiteY63-3026" fmla="*/ 6359 h 10000"/>
              <a:gd name="connsiteX64-3027" fmla="*/ 1957 w 10000"/>
              <a:gd name="connsiteY64-3028" fmla="*/ 6615 h 10000"/>
              <a:gd name="connsiteX65-3029" fmla="*/ 1957 w 10000"/>
              <a:gd name="connsiteY65-3030" fmla="*/ 7026 h 10000"/>
              <a:gd name="connsiteX66-3031" fmla="*/ 1957 w 10000"/>
              <a:gd name="connsiteY66-3032" fmla="*/ 7308 h 10000"/>
              <a:gd name="connsiteX67-3033" fmla="*/ 1957 w 10000"/>
              <a:gd name="connsiteY67-3034" fmla="*/ 7564 h 10000"/>
              <a:gd name="connsiteX68-3035" fmla="*/ 2283 w 10000"/>
              <a:gd name="connsiteY68-3036" fmla="*/ 7974 h 10000"/>
              <a:gd name="connsiteX69-3037" fmla="*/ 2283 w 10000"/>
              <a:gd name="connsiteY69-3038" fmla="*/ 8385 h 10000"/>
              <a:gd name="connsiteX70-3039" fmla="*/ 2283 w 10000"/>
              <a:gd name="connsiteY70-3040" fmla="*/ 8385 h 10000"/>
              <a:gd name="connsiteX0-3041" fmla="*/ 2283 w 10000"/>
              <a:gd name="connsiteY0-3042" fmla="*/ 8385 h 10000"/>
              <a:gd name="connsiteX1-3043" fmla="*/ 2554 w 10000"/>
              <a:gd name="connsiteY1-3044" fmla="*/ 8513 h 10000"/>
              <a:gd name="connsiteX2-3045" fmla="*/ 2826 w 10000"/>
              <a:gd name="connsiteY2-3046" fmla="*/ 8667 h 10000"/>
              <a:gd name="connsiteX3-3047" fmla="*/ 3152 w 10000"/>
              <a:gd name="connsiteY3-3048" fmla="*/ 8795 h 10000"/>
              <a:gd name="connsiteX4-3049" fmla="*/ 9728 w 10000"/>
              <a:gd name="connsiteY4-3050" fmla="*/ 9462 h 10000"/>
              <a:gd name="connsiteX5-3051" fmla="*/ 10000 w 10000"/>
              <a:gd name="connsiteY5-3052" fmla="*/ 9744 h 10000"/>
              <a:gd name="connsiteX6-3053" fmla="*/ 10000 w 10000"/>
              <a:gd name="connsiteY6-3054" fmla="*/ 9744 h 10000"/>
              <a:gd name="connsiteX7-3055" fmla="*/ 10000 w 10000"/>
              <a:gd name="connsiteY7-3056" fmla="*/ 9744 h 10000"/>
              <a:gd name="connsiteX8-3057" fmla="*/ 10000 w 10000"/>
              <a:gd name="connsiteY8-3058" fmla="*/ 9872 h 10000"/>
              <a:gd name="connsiteX9-3059" fmla="*/ 9728 w 10000"/>
              <a:gd name="connsiteY9-3060" fmla="*/ 9872 h 10000"/>
              <a:gd name="connsiteX10-3061" fmla="*/ 9728 w 10000"/>
              <a:gd name="connsiteY10-3062" fmla="*/ 9872 h 10000"/>
              <a:gd name="connsiteX11-3063" fmla="*/ 9457 w 10000"/>
              <a:gd name="connsiteY11-3064" fmla="*/ 10000 h 10000"/>
              <a:gd name="connsiteX12-3065" fmla="*/ 9130 w 10000"/>
              <a:gd name="connsiteY12-3066" fmla="*/ 10000 h 10000"/>
              <a:gd name="connsiteX13-3067" fmla="*/ 8587 w 10000"/>
              <a:gd name="connsiteY13-3068" fmla="*/ 10000 h 10000"/>
              <a:gd name="connsiteX14-3069" fmla="*/ 8315 w 10000"/>
              <a:gd name="connsiteY14-3070" fmla="*/ 10000 h 10000"/>
              <a:gd name="connsiteX15-3071" fmla="*/ 7717 w 10000"/>
              <a:gd name="connsiteY15-3072" fmla="*/ 10000 h 10000"/>
              <a:gd name="connsiteX16-3073" fmla="*/ 2554 w 10000"/>
              <a:gd name="connsiteY16-3074" fmla="*/ 9872 h 10000"/>
              <a:gd name="connsiteX17-3075" fmla="*/ 2283 w 10000"/>
              <a:gd name="connsiteY17-3076" fmla="*/ 9872 h 10000"/>
              <a:gd name="connsiteX18-3077" fmla="*/ 1957 w 10000"/>
              <a:gd name="connsiteY18-3078" fmla="*/ 9744 h 10000"/>
              <a:gd name="connsiteX19-3079" fmla="*/ 1685 w 10000"/>
              <a:gd name="connsiteY19-3080" fmla="*/ 9744 h 10000"/>
              <a:gd name="connsiteX20-3081" fmla="*/ 1413 w 10000"/>
              <a:gd name="connsiteY20-3082" fmla="*/ 9615 h 10000"/>
              <a:gd name="connsiteX21-3083" fmla="*/ 1141 w 10000"/>
              <a:gd name="connsiteY21-3084" fmla="*/ 9615 h 10000"/>
              <a:gd name="connsiteX22-3085" fmla="*/ 815 w 10000"/>
              <a:gd name="connsiteY22-3086" fmla="*/ 9462 h 10000"/>
              <a:gd name="connsiteX23-3087" fmla="*/ 815 w 10000"/>
              <a:gd name="connsiteY23-3088" fmla="*/ 9205 h 10000"/>
              <a:gd name="connsiteX24-3089" fmla="*/ 543 w 10000"/>
              <a:gd name="connsiteY24-3090" fmla="*/ 9051 h 10000"/>
              <a:gd name="connsiteX25-3091" fmla="*/ 543 w 10000"/>
              <a:gd name="connsiteY25-3092" fmla="*/ 8923 h 10000"/>
              <a:gd name="connsiteX26-3093" fmla="*/ 272 w 10000"/>
              <a:gd name="connsiteY26-3094" fmla="*/ 8667 h 10000"/>
              <a:gd name="connsiteX27-3095" fmla="*/ 272 w 10000"/>
              <a:gd name="connsiteY27-3096" fmla="*/ 8385 h 10000"/>
              <a:gd name="connsiteX28-3097" fmla="*/ 272 w 10000"/>
              <a:gd name="connsiteY28-3098" fmla="*/ 8128 h 10000"/>
              <a:gd name="connsiteX29-3099" fmla="*/ 0 w 10000"/>
              <a:gd name="connsiteY29-3100" fmla="*/ 7718 h 10000"/>
              <a:gd name="connsiteX30-3101" fmla="*/ 0 w 10000"/>
              <a:gd name="connsiteY30-3102" fmla="*/ 7308 h 10000"/>
              <a:gd name="connsiteX31-3103" fmla="*/ 0 w 10000"/>
              <a:gd name="connsiteY31-3104" fmla="*/ 6897 h 10000"/>
              <a:gd name="connsiteX32-3105" fmla="*/ 272 w 10000"/>
              <a:gd name="connsiteY32-3106" fmla="*/ 6359 h 10000"/>
              <a:gd name="connsiteX33-3107" fmla="*/ 272 w 10000"/>
              <a:gd name="connsiteY33-3108" fmla="*/ 5821 h 10000"/>
              <a:gd name="connsiteX34-3109" fmla="*/ 272 w 10000"/>
              <a:gd name="connsiteY34-3110" fmla="*/ 5282 h 10000"/>
              <a:gd name="connsiteX35-3111" fmla="*/ 543 w 10000"/>
              <a:gd name="connsiteY35-3112" fmla="*/ 4051 h 10000"/>
              <a:gd name="connsiteX36-3113" fmla="*/ 543 w 10000"/>
              <a:gd name="connsiteY36-3114" fmla="*/ 2692 h 10000"/>
              <a:gd name="connsiteX37-3115" fmla="*/ 543 w 10000"/>
              <a:gd name="connsiteY37-3116" fmla="*/ 1333 h 10000"/>
              <a:gd name="connsiteX38-3117" fmla="*/ 272 w 10000"/>
              <a:gd name="connsiteY38-3118" fmla="*/ 0 h 10000"/>
              <a:gd name="connsiteX39-3119" fmla="*/ 1141 w 10000"/>
              <a:gd name="connsiteY39-3120" fmla="*/ 256 h 10000"/>
              <a:gd name="connsiteX40-3121" fmla="*/ 1685 w 10000"/>
              <a:gd name="connsiteY40-3122" fmla="*/ 538 h 10000"/>
              <a:gd name="connsiteX41-3123" fmla="*/ 1957 w 10000"/>
              <a:gd name="connsiteY41-3124" fmla="*/ 667 h 10000"/>
              <a:gd name="connsiteX42-3125" fmla="*/ 2554 w 10000"/>
              <a:gd name="connsiteY42-3126" fmla="*/ 949 h 10000"/>
              <a:gd name="connsiteX43-3127" fmla="*/ 2826 w 10000"/>
              <a:gd name="connsiteY43-3128" fmla="*/ 1077 h 10000"/>
              <a:gd name="connsiteX44-3129" fmla="*/ 3152 w 10000"/>
              <a:gd name="connsiteY44-3130" fmla="*/ 1205 h 10000"/>
              <a:gd name="connsiteX45-3131" fmla="*/ 3152 w 10000"/>
              <a:gd name="connsiteY45-3132" fmla="*/ 1333 h 10000"/>
              <a:gd name="connsiteX46-3133" fmla="*/ 3424 w 10000"/>
              <a:gd name="connsiteY46-3134" fmla="*/ 1487 h 10000"/>
              <a:gd name="connsiteX47-3135" fmla="*/ 3424 w 10000"/>
              <a:gd name="connsiteY47-3136" fmla="*/ 1615 h 10000"/>
              <a:gd name="connsiteX48-3137" fmla="*/ 3424 w 10000"/>
              <a:gd name="connsiteY48-3138" fmla="*/ 1897 h 10000"/>
              <a:gd name="connsiteX49-3139" fmla="*/ 3424 w 10000"/>
              <a:gd name="connsiteY49-3140" fmla="*/ 2026 h 10000"/>
              <a:gd name="connsiteX50-3141" fmla="*/ 3696 w 10000"/>
              <a:gd name="connsiteY50-3142" fmla="*/ 2026 h 10000"/>
              <a:gd name="connsiteX51-3143" fmla="*/ 3424 w 10000"/>
              <a:gd name="connsiteY51-3144" fmla="*/ 2154 h 10000"/>
              <a:gd name="connsiteX52-3145" fmla="*/ 3424 w 10000"/>
              <a:gd name="connsiteY52-3146" fmla="*/ 2154 h 10000"/>
              <a:gd name="connsiteX53-3147" fmla="*/ 3424 w 10000"/>
              <a:gd name="connsiteY53-3148" fmla="*/ 2282 h 10000"/>
              <a:gd name="connsiteX54-3149" fmla="*/ 3424 w 10000"/>
              <a:gd name="connsiteY54-3150" fmla="*/ 2564 h 10000"/>
              <a:gd name="connsiteX55-3151" fmla="*/ 3424 w 10000"/>
              <a:gd name="connsiteY55-3152" fmla="*/ 2692 h 10000"/>
              <a:gd name="connsiteX56-3153" fmla="*/ 3152 w 10000"/>
              <a:gd name="connsiteY56-3154" fmla="*/ 2974 h 10000"/>
              <a:gd name="connsiteX57-3155" fmla="*/ 3152 w 10000"/>
              <a:gd name="connsiteY57-3156" fmla="*/ 3231 h 10000"/>
              <a:gd name="connsiteX58-3157" fmla="*/ 2826 w 10000"/>
              <a:gd name="connsiteY58-3158" fmla="*/ 3641 h 10000"/>
              <a:gd name="connsiteX59-3159" fmla="*/ 2826 w 10000"/>
              <a:gd name="connsiteY59-3160" fmla="*/ 4333 h 10000"/>
              <a:gd name="connsiteX60-3161" fmla="*/ 2554 w 10000"/>
              <a:gd name="connsiteY60-3162" fmla="*/ 5000 h 10000"/>
              <a:gd name="connsiteX61-3163" fmla="*/ 2283 w 10000"/>
              <a:gd name="connsiteY61-3164" fmla="*/ 5667 h 10000"/>
              <a:gd name="connsiteX62-3165" fmla="*/ 2283 w 10000"/>
              <a:gd name="connsiteY62-3166" fmla="*/ 6359 h 10000"/>
              <a:gd name="connsiteX63-3167" fmla="*/ 1957 w 10000"/>
              <a:gd name="connsiteY63-3168" fmla="*/ 6615 h 10000"/>
              <a:gd name="connsiteX64-3169" fmla="*/ 1957 w 10000"/>
              <a:gd name="connsiteY64-3170" fmla="*/ 7026 h 10000"/>
              <a:gd name="connsiteX65-3171" fmla="*/ 1957 w 10000"/>
              <a:gd name="connsiteY65-3172" fmla="*/ 7308 h 10000"/>
              <a:gd name="connsiteX66-3173" fmla="*/ 1957 w 10000"/>
              <a:gd name="connsiteY66-3174" fmla="*/ 7564 h 10000"/>
              <a:gd name="connsiteX67-3175" fmla="*/ 2283 w 10000"/>
              <a:gd name="connsiteY67-3176" fmla="*/ 7974 h 10000"/>
              <a:gd name="connsiteX68-3177" fmla="*/ 2283 w 10000"/>
              <a:gd name="connsiteY68-3178" fmla="*/ 8385 h 10000"/>
              <a:gd name="connsiteX69-3179" fmla="*/ 2283 w 10000"/>
              <a:gd name="connsiteY69-3180" fmla="*/ 8385 h 10000"/>
              <a:gd name="connsiteX0-3181" fmla="*/ 2283 w 10000"/>
              <a:gd name="connsiteY0-3182" fmla="*/ 8385 h 10000"/>
              <a:gd name="connsiteX1-3183" fmla="*/ 2554 w 10000"/>
              <a:gd name="connsiteY1-3184" fmla="*/ 8513 h 10000"/>
              <a:gd name="connsiteX2-3185" fmla="*/ 2826 w 10000"/>
              <a:gd name="connsiteY2-3186" fmla="*/ 8667 h 10000"/>
              <a:gd name="connsiteX3-3187" fmla="*/ 3152 w 10000"/>
              <a:gd name="connsiteY3-3188" fmla="*/ 8795 h 10000"/>
              <a:gd name="connsiteX4-3189" fmla="*/ 9728 w 10000"/>
              <a:gd name="connsiteY4-3190" fmla="*/ 9462 h 10000"/>
              <a:gd name="connsiteX5-3191" fmla="*/ 10000 w 10000"/>
              <a:gd name="connsiteY5-3192" fmla="*/ 9744 h 10000"/>
              <a:gd name="connsiteX6-3193" fmla="*/ 10000 w 10000"/>
              <a:gd name="connsiteY6-3194" fmla="*/ 9744 h 10000"/>
              <a:gd name="connsiteX7-3195" fmla="*/ 10000 w 10000"/>
              <a:gd name="connsiteY7-3196" fmla="*/ 9872 h 10000"/>
              <a:gd name="connsiteX8-3197" fmla="*/ 9728 w 10000"/>
              <a:gd name="connsiteY8-3198" fmla="*/ 9872 h 10000"/>
              <a:gd name="connsiteX9-3199" fmla="*/ 9728 w 10000"/>
              <a:gd name="connsiteY9-3200" fmla="*/ 9872 h 10000"/>
              <a:gd name="connsiteX10-3201" fmla="*/ 9457 w 10000"/>
              <a:gd name="connsiteY10-3202" fmla="*/ 10000 h 10000"/>
              <a:gd name="connsiteX11-3203" fmla="*/ 9130 w 10000"/>
              <a:gd name="connsiteY11-3204" fmla="*/ 10000 h 10000"/>
              <a:gd name="connsiteX12-3205" fmla="*/ 8587 w 10000"/>
              <a:gd name="connsiteY12-3206" fmla="*/ 10000 h 10000"/>
              <a:gd name="connsiteX13-3207" fmla="*/ 8315 w 10000"/>
              <a:gd name="connsiteY13-3208" fmla="*/ 10000 h 10000"/>
              <a:gd name="connsiteX14-3209" fmla="*/ 7717 w 10000"/>
              <a:gd name="connsiteY14-3210" fmla="*/ 10000 h 10000"/>
              <a:gd name="connsiteX15-3211" fmla="*/ 2554 w 10000"/>
              <a:gd name="connsiteY15-3212" fmla="*/ 9872 h 10000"/>
              <a:gd name="connsiteX16-3213" fmla="*/ 2283 w 10000"/>
              <a:gd name="connsiteY16-3214" fmla="*/ 9872 h 10000"/>
              <a:gd name="connsiteX17-3215" fmla="*/ 1957 w 10000"/>
              <a:gd name="connsiteY17-3216" fmla="*/ 9744 h 10000"/>
              <a:gd name="connsiteX18-3217" fmla="*/ 1685 w 10000"/>
              <a:gd name="connsiteY18-3218" fmla="*/ 9744 h 10000"/>
              <a:gd name="connsiteX19-3219" fmla="*/ 1413 w 10000"/>
              <a:gd name="connsiteY19-3220" fmla="*/ 9615 h 10000"/>
              <a:gd name="connsiteX20-3221" fmla="*/ 1141 w 10000"/>
              <a:gd name="connsiteY20-3222" fmla="*/ 9615 h 10000"/>
              <a:gd name="connsiteX21-3223" fmla="*/ 815 w 10000"/>
              <a:gd name="connsiteY21-3224" fmla="*/ 9462 h 10000"/>
              <a:gd name="connsiteX22-3225" fmla="*/ 815 w 10000"/>
              <a:gd name="connsiteY22-3226" fmla="*/ 9205 h 10000"/>
              <a:gd name="connsiteX23-3227" fmla="*/ 543 w 10000"/>
              <a:gd name="connsiteY23-3228" fmla="*/ 9051 h 10000"/>
              <a:gd name="connsiteX24-3229" fmla="*/ 543 w 10000"/>
              <a:gd name="connsiteY24-3230" fmla="*/ 8923 h 10000"/>
              <a:gd name="connsiteX25-3231" fmla="*/ 272 w 10000"/>
              <a:gd name="connsiteY25-3232" fmla="*/ 8667 h 10000"/>
              <a:gd name="connsiteX26-3233" fmla="*/ 272 w 10000"/>
              <a:gd name="connsiteY26-3234" fmla="*/ 8385 h 10000"/>
              <a:gd name="connsiteX27-3235" fmla="*/ 272 w 10000"/>
              <a:gd name="connsiteY27-3236" fmla="*/ 8128 h 10000"/>
              <a:gd name="connsiteX28-3237" fmla="*/ 0 w 10000"/>
              <a:gd name="connsiteY28-3238" fmla="*/ 7718 h 10000"/>
              <a:gd name="connsiteX29-3239" fmla="*/ 0 w 10000"/>
              <a:gd name="connsiteY29-3240" fmla="*/ 7308 h 10000"/>
              <a:gd name="connsiteX30-3241" fmla="*/ 0 w 10000"/>
              <a:gd name="connsiteY30-3242" fmla="*/ 6897 h 10000"/>
              <a:gd name="connsiteX31-3243" fmla="*/ 272 w 10000"/>
              <a:gd name="connsiteY31-3244" fmla="*/ 6359 h 10000"/>
              <a:gd name="connsiteX32-3245" fmla="*/ 272 w 10000"/>
              <a:gd name="connsiteY32-3246" fmla="*/ 5821 h 10000"/>
              <a:gd name="connsiteX33-3247" fmla="*/ 272 w 10000"/>
              <a:gd name="connsiteY33-3248" fmla="*/ 5282 h 10000"/>
              <a:gd name="connsiteX34-3249" fmla="*/ 543 w 10000"/>
              <a:gd name="connsiteY34-3250" fmla="*/ 4051 h 10000"/>
              <a:gd name="connsiteX35-3251" fmla="*/ 543 w 10000"/>
              <a:gd name="connsiteY35-3252" fmla="*/ 2692 h 10000"/>
              <a:gd name="connsiteX36-3253" fmla="*/ 543 w 10000"/>
              <a:gd name="connsiteY36-3254" fmla="*/ 1333 h 10000"/>
              <a:gd name="connsiteX37-3255" fmla="*/ 272 w 10000"/>
              <a:gd name="connsiteY37-3256" fmla="*/ 0 h 10000"/>
              <a:gd name="connsiteX38-3257" fmla="*/ 1141 w 10000"/>
              <a:gd name="connsiteY38-3258" fmla="*/ 256 h 10000"/>
              <a:gd name="connsiteX39-3259" fmla="*/ 1685 w 10000"/>
              <a:gd name="connsiteY39-3260" fmla="*/ 538 h 10000"/>
              <a:gd name="connsiteX40-3261" fmla="*/ 1957 w 10000"/>
              <a:gd name="connsiteY40-3262" fmla="*/ 667 h 10000"/>
              <a:gd name="connsiteX41-3263" fmla="*/ 2554 w 10000"/>
              <a:gd name="connsiteY41-3264" fmla="*/ 949 h 10000"/>
              <a:gd name="connsiteX42-3265" fmla="*/ 2826 w 10000"/>
              <a:gd name="connsiteY42-3266" fmla="*/ 1077 h 10000"/>
              <a:gd name="connsiteX43-3267" fmla="*/ 3152 w 10000"/>
              <a:gd name="connsiteY43-3268" fmla="*/ 1205 h 10000"/>
              <a:gd name="connsiteX44-3269" fmla="*/ 3152 w 10000"/>
              <a:gd name="connsiteY44-3270" fmla="*/ 1333 h 10000"/>
              <a:gd name="connsiteX45-3271" fmla="*/ 3424 w 10000"/>
              <a:gd name="connsiteY45-3272" fmla="*/ 1487 h 10000"/>
              <a:gd name="connsiteX46-3273" fmla="*/ 3424 w 10000"/>
              <a:gd name="connsiteY46-3274" fmla="*/ 1615 h 10000"/>
              <a:gd name="connsiteX47-3275" fmla="*/ 3424 w 10000"/>
              <a:gd name="connsiteY47-3276" fmla="*/ 1897 h 10000"/>
              <a:gd name="connsiteX48-3277" fmla="*/ 3424 w 10000"/>
              <a:gd name="connsiteY48-3278" fmla="*/ 2026 h 10000"/>
              <a:gd name="connsiteX49-3279" fmla="*/ 3696 w 10000"/>
              <a:gd name="connsiteY49-3280" fmla="*/ 2026 h 10000"/>
              <a:gd name="connsiteX50-3281" fmla="*/ 3424 w 10000"/>
              <a:gd name="connsiteY50-3282" fmla="*/ 2154 h 10000"/>
              <a:gd name="connsiteX51-3283" fmla="*/ 3424 w 10000"/>
              <a:gd name="connsiteY51-3284" fmla="*/ 2154 h 10000"/>
              <a:gd name="connsiteX52-3285" fmla="*/ 3424 w 10000"/>
              <a:gd name="connsiteY52-3286" fmla="*/ 2282 h 10000"/>
              <a:gd name="connsiteX53-3287" fmla="*/ 3424 w 10000"/>
              <a:gd name="connsiteY53-3288" fmla="*/ 2564 h 10000"/>
              <a:gd name="connsiteX54-3289" fmla="*/ 3424 w 10000"/>
              <a:gd name="connsiteY54-3290" fmla="*/ 2692 h 10000"/>
              <a:gd name="connsiteX55-3291" fmla="*/ 3152 w 10000"/>
              <a:gd name="connsiteY55-3292" fmla="*/ 2974 h 10000"/>
              <a:gd name="connsiteX56-3293" fmla="*/ 3152 w 10000"/>
              <a:gd name="connsiteY56-3294" fmla="*/ 3231 h 10000"/>
              <a:gd name="connsiteX57-3295" fmla="*/ 2826 w 10000"/>
              <a:gd name="connsiteY57-3296" fmla="*/ 3641 h 10000"/>
              <a:gd name="connsiteX58-3297" fmla="*/ 2826 w 10000"/>
              <a:gd name="connsiteY58-3298" fmla="*/ 4333 h 10000"/>
              <a:gd name="connsiteX59-3299" fmla="*/ 2554 w 10000"/>
              <a:gd name="connsiteY59-3300" fmla="*/ 5000 h 10000"/>
              <a:gd name="connsiteX60-3301" fmla="*/ 2283 w 10000"/>
              <a:gd name="connsiteY60-3302" fmla="*/ 5667 h 10000"/>
              <a:gd name="connsiteX61-3303" fmla="*/ 2283 w 10000"/>
              <a:gd name="connsiteY61-3304" fmla="*/ 6359 h 10000"/>
              <a:gd name="connsiteX62-3305" fmla="*/ 1957 w 10000"/>
              <a:gd name="connsiteY62-3306" fmla="*/ 6615 h 10000"/>
              <a:gd name="connsiteX63-3307" fmla="*/ 1957 w 10000"/>
              <a:gd name="connsiteY63-3308" fmla="*/ 7026 h 10000"/>
              <a:gd name="connsiteX64-3309" fmla="*/ 1957 w 10000"/>
              <a:gd name="connsiteY64-3310" fmla="*/ 7308 h 10000"/>
              <a:gd name="connsiteX65-3311" fmla="*/ 1957 w 10000"/>
              <a:gd name="connsiteY65-3312" fmla="*/ 7564 h 10000"/>
              <a:gd name="connsiteX66-3313" fmla="*/ 2283 w 10000"/>
              <a:gd name="connsiteY66-3314" fmla="*/ 7974 h 10000"/>
              <a:gd name="connsiteX67-3315" fmla="*/ 2283 w 10000"/>
              <a:gd name="connsiteY67-3316" fmla="*/ 8385 h 10000"/>
              <a:gd name="connsiteX68-3317" fmla="*/ 2283 w 10000"/>
              <a:gd name="connsiteY68-3318" fmla="*/ 8385 h 10000"/>
              <a:gd name="connsiteX0-3319" fmla="*/ 2283 w 10000"/>
              <a:gd name="connsiteY0-3320" fmla="*/ 8385 h 10000"/>
              <a:gd name="connsiteX1-3321" fmla="*/ 2554 w 10000"/>
              <a:gd name="connsiteY1-3322" fmla="*/ 8513 h 10000"/>
              <a:gd name="connsiteX2-3323" fmla="*/ 2826 w 10000"/>
              <a:gd name="connsiteY2-3324" fmla="*/ 8667 h 10000"/>
              <a:gd name="connsiteX3-3325" fmla="*/ 3152 w 10000"/>
              <a:gd name="connsiteY3-3326" fmla="*/ 8795 h 10000"/>
              <a:gd name="connsiteX4-3327" fmla="*/ 10000 w 10000"/>
              <a:gd name="connsiteY4-3328" fmla="*/ 9744 h 10000"/>
              <a:gd name="connsiteX5-3329" fmla="*/ 10000 w 10000"/>
              <a:gd name="connsiteY5-3330" fmla="*/ 9744 h 10000"/>
              <a:gd name="connsiteX6-3331" fmla="*/ 10000 w 10000"/>
              <a:gd name="connsiteY6-3332" fmla="*/ 9872 h 10000"/>
              <a:gd name="connsiteX7-3333" fmla="*/ 9728 w 10000"/>
              <a:gd name="connsiteY7-3334" fmla="*/ 9872 h 10000"/>
              <a:gd name="connsiteX8-3335" fmla="*/ 9728 w 10000"/>
              <a:gd name="connsiteY8-3336" fmla="*/ 9872 h 10000"/>
              <a:gd name="connsiteX9-3337" fmla="*/ 9457 w 10000"/>
              <a:gd name="connsiteY9-3338" fmla="*/ 10000 h 10000"/>
              <a:gd name="connsiteX10-3339" fmla="*/ 9130 w 10000"/>
              <a:gd name="connsiteY10-3340" fmla="*/ 10000 h 10000"/>
              <a:gd name="connsiteX11-3341" fmla="*/ 8587 w 10000"/>
              <a:gd name="connsiteY11-3342" fmla="*/ 10000 h 10000"/>
              <a:gd name="connsiteX12-3343" fmla="*/ 8315 w 10000"/>
              <a:gd name="connsiteY12-3344" fmla="*/ 10000 h 10000"/>
              <a:gd name="connsiteX13-3345" fmla="*/ 7717 w 10000"/>
              <a:gd name="connsiteY13-3346" fmla="*/ 10000 h 10000"/>
              <a:gd name="connsiteX14-3347" fmla="*/ 2554 w 10000"/>
              <a:gd name="connsiteY14-3348" fmla="*/ 9872 h 10000"/>
              <a:gd name="connsiteX15-3349" fmla="*/ 2283 w 10000"/>
              <a:gd name="connsiteY15-3350" fmla="*/ 9872 h 10000"/>
              <a:gd name="connsiteX16-3351" fmla="*/ 1957 w 10000"/>
              <a:gd name="connsiteY16-3352" fmla="*/ 9744 h 10000"/>
              <a:gd name="connsiteX17-3353" fmla="*/ 1685 w 10000"/>
              <a:gd name="connsiteY17-3354" fmla="*/ 9744 h 10000"/>
              <a:gd name="connsiteX18-3355" fmla="*/ 1413 w 10000"/>
              <a:gd name="connsiteY18-3356" fmla="*/ 9615 h 10000"/>
              <a:gd name="connsiteX19-3357" fmla="*/ 1141 w 10000"/>
              <a:gd name="connsiteY19-3358" fmla="*/ 9615 h 10000"/>
              <a:gd name="connsiteX20-3359" fmla="*/ 815 w 10000"/>
              <a:gd name="connsiteY20-3360" fmla="*/ 9462 h 10000"/>
              <a:gd name="connsiteX21-3361" fmla="*/ 815 w 10000"/>
              <a:gd name="connsiteY21-3362" fmla="*/ 9205 h 10000"/>
              <a:gd name="connsiteX22-3363" fmla="*/ 543 w 10000"/>
              <a:gd name="connsiteY22-3364" fmla="*/ 9051 h 10000"/>
              <a:gd name="connsiteX23-3365" fmla="*/ 543 w 10000"/>
              <a:gd name="connsiteY23-3366" fmla="*/ 8923 h 10000"/>
              <a:gd name="connsiteX24-3367" fmla="*/ 272 w 10000"/>
              <a:gd name="connsiteY24-3368" fmla="*/ 8667 h 10000"/>
              <a:gd name="connsiteX25-3369" fmla="*/ 272 w 10000"/>
              <a:gd name="connsiteY25-3370" fmla="*/ 8385 h 10000"/>
              <a:gd name="connsiteX26-3371" fmla="*/ 272 w 10000"/>
              <a:gd name="connsiteY26-3372" fmla="*/ 8128 h 10000"/>
              <a:gd name="connsiteX27-3373" fmla="*/ 0 w 10000"/>
              <a:gd name="connsiteY27-3374" fmla="*/ 7718 h 10000"/>
              <a:gd name="connsiteX28-3375" fmla="*/ 0 w 10000"/>
              <a:gd name="connsiteY28-3376" fmla="*/ 7308 h 10000"/>
              <a:gd name="connsiteX29-3377" fmla="*/ 0 w 10000"/>
              <a:gd name="connsiteY29-3378" fmla="*/ 6897 h 10000"/>
              <a:gd name="connsiteX30-3379" fmla="*/ 272 w 10000"/>
              <a:gd name="connsiteY30-3380" fmla="*/ 6359 h 10000"/>
              <a:gd name="connsiteX31-3381" fmla="*/ 272 w 10000"/>
              <a:gd name="connsiteY31-3382" fmla="*/ 5821 h 10000"/>
              <a:gd name="connsiteX32-3383" fmla="*/ 272 w 10000"/>
              <a:gd name="connsiteY32-3384" fmla="*/ 5282 h 10000"/>
              <a:gd name="connsiteX33-3385" fmla="*/ 543 w 10000"/>
              <a:gd name="connsiteY33-3386" fmla="*/ 4051 h 10000"/>
              <a:gd name="connsiteX34-3387" fmla="*/ 543 w 10000"/>
              <a:gd name="connsiteY34-3388" fmla="*/ 2692 h 10000"/>
              <a:gd name="connsiteX35-3389" fmla="*/ 543 w 10000"/>
              <a:gd name="connsiteY35-3390" fmla="*/ 1333 h 10000"/>
              <a:gd name="connsiteX36-3391" fmla="*/ 272 w 10000"/>
              <a:gd name="connsiteY36-3392" fmla="*/ 0 h 10000"/>
              <a:gd name="connsiteX37-3393" fmla="*/ 1141 w 10000"/>
              <a:gd name="connsiteY37-3394" fmla="*/ 256 h 10000"/>
              <a:gd name="connsiteX38-3395" fmla="*/ 1685 w 10000"/>
              <a:gd name="connsiteY38-3396" fmla="*/ 538 h 10000"/>
              <a:gd name="connsiteX39-3397" fmla="*/ 1957 w 10000"/>
              <a:gd name="connsiteY39-3398" fmla="*/ 667 h 10000"/>
              <a:gd name="connsiteX40-3399" fmla="*/ 2554 w 10000"/>
              <a:gd name="connsiteY40-3400" fmla="*/ 949 h 10000"/>
              <a:gd name="connsiteX41-3401" fmla="*/ 2826 w 10000"/>
              <a:gd name="connsiteY41-3402" fmla="*/ 1077 h 10000"/>
              <a:gd name="connsiteX42-3403" fmla="*/ 3152 w 10000"/>
              <a:gd name="connsiteY42-3404" fmla="*/ 1205 h 10000"/>
              <a:gd name="connsiteX43-3405" fmla="*/ 3152 w 10000"/>
              <a:gd name="connsiteY43-3406" fmla="*/ 1333 h 10000"/>
              <a:gd name="connsiteX44-3407" fmla="*/ 3424 w 10000"/>
              <a:gd name="connsiteY44-3408" fmla="*/ 1487 h 10000"/>
              <a:gd name="connsiteX45-3409" fmla="*/ 3424 w 10000"/>
              <a:gd name="connsiteY45-3410" fmla="*/ 1615 h 10000"/>
              <a:gd name="connsiteX46-3411" fmla="*/ 3424 w 10000"/>
              <a:gd name="connsiteY46-3412" fmla="*/ 1897 h 10000"/>
              <a:gd name="connsiteX47-3413" fmla="*/ 3424 w 10000"/>
              <a:gd name="connsiteY47-3414" fmla="*/ 2026 h 10000"/>
              <a:gd name="connsiteX48-3415" fmla="*/ 3696 w 10000"/>
              <a:gd name="connsiteY48-3416" fmla="*/ 2026 h 10000"/>
              <a:gd name="connsiteX49-3417" fmla="*/ 3424 w 10000"/>
              <a:gd name="connsiteY49-3418" fmla="*/ 2154 h 10000"/>
              <a:gd name="connsiteX50-3419" fmla="*/ 3424 w 10000"/>
              <a:gd name="connsiteY50-3420" fmla="*/ 2154 h 10000"/>
              <a:gd name="connsiteX51-3421" fmla="*/ 3424 w 10000"/>
              <a:gd name="connsiteY51-3422" fmla="*/ 2282 h 10000"/>
              <a:gd name="connsiteX52-3423" fmla="*/ 3424 w 10000"/>
              <a:gd name="connsiteY52-3424" fmla="*/ 2564 h 10000"/>
              <a:gd name="connsiteX53-3425" fmla="*/ 3424 w 10000"/>
              <a:gd name="connsiteY53-3426" fmla="*/ 2692 h 10000"/>
              <a:gd name="connsiteX54-3427" fmla="*/ 3152 w 10000"/>
              <a:gd name="connsiteY54-3428" fmla="*/ 2974 h 10000"/>
              <a:gd name="connsiteX55-3429" fmla="*/ 3152 w 10000"/>
              <a:gd name="connsiteY55-3430" fmla="*/ 3231 h 10000"/>
              <a:gd name="connsiteX56-3431" fmla="*/ 2826 w 10000"/>
              <a:gd name="connsiteY56-3432" fmla="*/ 3641 h 10000"/>
              <a:gd name="connsiteX57-3433" fmla="*/ 2826 w 10000"/>
              <a:gd name="connsiteY57-3434" fmla="*/ 4333 h 10000"/>
              <a:gd name="connsiteX58-3435" fmla="*/ 2554 w 10000"/>
              <a:gd name="connsiteY58-3436" fmla="*/ 5000 h 10000"/>
              <a:gd name="connsiteX59-3437" fmla="*/ 2283 w 10000"/>
              <a:gd name="connsiteY59-3438" fmla="*/ 5667 h 10000"/>
              <a:gd name="connsiteX60-3439" fmla="*/ 2283 w 10000"/>
              <a:gd name="connsiteY60-3440" fmla="*/ 6359 h 10000"/>
              <a:gd name="connsiteX61-3441" fmla="*/ 1957 w 10000"/>
              <a:gd name="connsiteY61-3442" fmla="*/ 6615 h 10000"/>
              <a:gd name="connsiteX62-3443" fmla="*/ 1957 w 10000"/>
              <a:gd name="connsiteY62-3444" fmla="*/ 7026 h 10000"/>
              <a:gd name="connsiteX63-3445" fmla="*/ 1957 w 10000"/>
              <a:gd name="connsiteY63-3446" fmla="*/ 7308 h 10000"/>
              <a:gd name="connsiteX64-3447" fmla="*/ 1957 w 10000"/>
              <a:gd name="connsiteY64-3448" fmla="*/ 7564 h 10000"/>
              <a:gd name="connsiteX65-3449" fmla="*/ 2283 w 10000"/>
              <a:gd name="connsiteY65-3450" fmla="*/ 7974 h 10000"/>
              <a:gd name="connsiteX66-3451" fmla="*/ 2283 w 10000"/>
              <a:gd name="connsiteY66-3452" fmla="*/ 8385 h 10000"/>
              <a:gd name="connsiteX67-3453" fmla="*/ 2283 w 10000"/>
              <a:gd name="connsiteY67-3454" fmla="*/ 8385 h 10000"/>
              <a:gd name="connsiteX0-3455" fmla="*/ 2283 w 10000"/>
              <a:gd name="connsiteY0-3456" fmla="*/ 8385 h 10000"/>
              <a:gd name="connsiteX1-3457" fmla="*/ 2554 w 10000"/>
              <a:gd name="connsiteY1-3458" fmla="*/ 8513 h 10000"/>
              <a:gd name="connsiteX2-3459" fmla="*/ 2826 w 10000"/>
              <a:gd name="connsiteY2-3460" fmla="*/ 8667 h 10000"/>
              <a:gd name="connsiteX3-3461" fmla="*/ 3152 w 10000"/>
              <a:gd name="connsiteY3-3462" fmla="*/ 8795 h 10000"/>
              <a:gd name="connsiteX4-3463" fmla="*/ 10000 w 10000"/>
              <a:gd name="connsiteY4-3464" fmla="*/ 9744 h 10000"/>
              <a:gd name="connsiteX5-3465" fmla="*/ 10000 w 10000"/>
              <a:gd name="connsiteY5-3466" fmla="*/ 9744 h 10000"/>
              <a:gd name="connsiteX6-3467" fmla="*/ 10000 w 10000"/>
              <a:gd name="connsiteY6-3468" fmla="*/ 9872 h 10000"/>
              <a:gd name="connsiteX7-3469" fmla="*/ 9728 w 10000"/>
              <a:gd name="connsiteY7-3470" fmla="*/ 9872 h 10000"/>
              <a:gd name="connsiteX8-3471" fmla="*/ 9457 w 10000"/>
              <a:gd name="connsiteY8-3472" fmla="*/ 10000 h 10000"/>
              <a:gd name="connsiteX9-3473" fmla="*/ 9130 w 10000"/>
              <a:gd name="connsiteY9-3474" fmla="*/ 10000 h 10000"/>
              <a:gd name="connsiteX10-3475" fmla="*/ 8587 w 10000"/>
              <a:gd name="connsiteY10-3476" fmla="*/ 10000 h 10000"/>
              <a:gd name="connsiteX11-3477" fmla="*/ 8315 w 10000"/>
              <a:gd name="connsiteY11-3478" fmla="*/ 10000 h 10000"/>
              <a:gd name="connsiteX12-3479" fmla="*/ 7717 w 10000"/>
              <a:gd name="connsiteY12-3480" fmla="*/ 10000 h 10000"/>
              <a:gd name="connsiteX13-3481" fmla="*/ 2554 w 10000"/>
              <a:gd name="connsiteY13-3482" fmla="*/ 9872 h 10000"/>
              <a:gd name="connsiteX14-3483" fmla="*/ 2283 w 10000"/>
              <a:gd name="connsiteY14-3484" fmla="*/ 9872 h 10000"/>
              <a:gd name="connsiteX15-3485" fmla="*/ 1957 w 10000"/>
              <a:gd name="connsiteY15-3486" fmla="*/ 9744 h 10000"/>
              <a:gd name="connsiteX16-3487" fmla="*/ 1685 w 10000"/>
              <a:gd name="connsiteY16-3488" fmla="*/ 9744 h 10000"/>
              <a:gd name="connsiteX17-3489" fmla="*/ 1413 w 10000"/>
              <a:gd name="connsiteY17-3490" fmla="*/ 9615 h 10000"/>
              <a:gd name="connsiteX18-3491" fmla="*/ 1141 w 10000"/>
              <a:gd name="connsiteY18-3492" fmla="*/ 9615 h 10000"/>
              <a:gd name="connsiteX19-3493" fmla="*/ 815 w 10000"/>
              <a:gd name="connsiteY19-3494" fmla="*/ 9462 h 10000"/>
              <a:gd name="connsiteX20-3495" fmla="*/ 815 w 10000"/>
              <a:gd name="connsiteY20-3496" fmla="*/ 9205 h 10000"/>
              <a:gd name="connsiteX21-3497" fmla="*/ 543 w 10000"/>
              <a:gd name="connsiteY21-3498" fmla="*/ 9051 h 10000"/>
              <a:gd name="connsiteX22-3499" fmla="*/ 543 w 10000"/>
              <a:gd name="connsiteY22-3500" fmla="*/ 8923 h 10000"/>
              <a:gd name="connsiteX23-3501" fmla="*/ 272 w 10000"/>
              <a:gd name="connsiteY23-3502" fmla="*/ 8667 h 10000"/>
              <a:gd name="connsiteX24-3503" fmla="*/ 272 w 10000"/>
              <a:gd name="connsiteY24-3504" fmla="*/ 8385 h 10000"/>
              <a:gd name="connsiteX25-3505" fmla="*/ 272 w 10000"/>
              <a:gd name="connsiteY25-3506" fmla="*/ 8128 h 10000"/>
              <a:gd name="connsiteX26-3507" fmla="*/ 0 w 10000"/>
              <a:gd name="connsiteY26-3508" fmla="*/ 7718 h 10000"/>
              <a:gd name="connsiteX27-3509" fmla="*/ 0 w 10000"/>
              <a:gd name="connsiteY27-3510" fmla="*/ 7308 h 10000"/>
              <a:gd name="connsiteX28-3511" fmla="*/ 0 w 10000"/>
              <a:gd name="connsiteY28-3512" fmla="*/ 6897 h 10000"/>
              <a:gd name="connsiteX29-3513" fmla="*/ 272 w 10000"/>
              <a:gd name="connsiteY29-3514" fmla="*/ 6359 h 10000"/>
              <a:gd name="connsiteX30-3515" fmla="*/ 272 w 10000"/>
              <a:gd name="connsiteY30-3516" fmla="*/ 5821 h 10000"/>
              <a:gd name="connsiteX31-3517" fmla="*/ 272 w 10000"/>
              <a:gd name="connsiteY31-3518" fmla="*/ 5282 h 10000"/>
              <a:gd name="connsiteX32-3519" fmla="*/ 543 w 10000"/>
              <a:gd name="connsiteY32-3520" fmla="*/ 4051 h 10000"/>
              <a:gd name="connsiteX33-3521" fmla="*/ 543 w 10000"/>
              <a:gd name="connsiteY33-3522" fmla="*/ 2692 h 10000"/>
              <a:gd name="connsiteX34-3523" fmla="*/ 543 w 10000"/>
              <a:gd name="connsiteY34-3524" fmla="*/ 1333 h 10000"/>
              <a:gd name="connsiteX35-3525" fmla="*/ 272 w 10000"/>
              <a:gd name="connsiteY35-3526" fmla="*/ 0 h 10000"/>
              <a:gd name="connsiteX36-3527" fmla="*/ 1141 w 10000"/>
              <a:gd name="connsiteY36-3528" fmla="*/ 256 h 10000"/>
              <a:gd name="connsiteX37-3529" fmla="*/ 1685 w 10000"/>
              <a:gd name="connsiteY37-3530" fmla="*/ 538 h 10000"/>
              <a:gd name="connsiteX38-3531" fmla="*/ 1957 w 10000"/>
              <a:gd name="connsiteY38-3532" fmla="*/ 667 h 10000"/>
              <a:gd name="connsiteX39-3533" fmla="*/ 2554 w 10000"/>
              <a:gd name="connsiteY39-3534" fmla="*/ 949 h 10000"/>
              <a:gd name="connsiteX40-3535" fmla="*/ 2826 w 10000"/>
              <a:gd name="connsiteY40-3536" fmla="*/ 1077 h 10000"/>
              <a:gd name="connsiteX41-3537" fmla="*/ 3152 w 10000"/>
              <a:gd name="connsiteY41-3538" fmla="*/ 1205 h 10000"/>
              <a:gd name="connsiteX42-3539" fmla="*/ 3152 w 10000"/>
              <a:gd name="connsiteY42-3540" fmla="*/ 1333 h 10000"/>
              <a:gd name="connsiteX43-3541" fmla="*/ 3424 w 10000"/>
              <a:gd name="connsiteY43-3542" fmla="*/ 1487 h 10000"/>
              <a:gd name="connsiteX44-3543" fmla="*/ 3424 w 10000"/>
              <a:gd name="connsiteY44-3544" fmla="*/ 1615 h 10000"/>
              <a:gd name="connsiteX45-3545" fmla="*/ 3424 w 10000"/>
              <a:gd name="connsiteY45-3546" fmla="*/ 1897 h 10000"/>
              <a:gd name="connsiteX46-3547" fmla="*/ 3424 w 10000"/>
              <a:gd name="connsiteY46-3548" fmla="*/ 2026 h 10000"/>
              <a:gd name="connsiteX47-3549" fmla="*/ 3696 w 10000"/>
              <a:gd name="connsiteY47-3550" fmla="*/ 2026 h 10000"/>
              <a:gd name="connsiteX48-3551" fmla="*/ 3424 w 10000"/>
              <a:gd name="connsiteY48-3552" fmla="*/ 2154 h 10000"/>
              <a:gd name="connsiteX49-3553" fmla="*/ 3424 w 10000"/>
              <a:gd name="connsiteY49-3554" fmla="*/ 2154 h 10000"/>
              <a:gd name="connsiteX50-3555" fmla="*/ 3424 w 10000"/>
              <a:gd name="connsiteY50-3556" fmla="*/ 2282 h 10000"/>
              <a:gd name="connsiteX51-3557" fmla="*/ 3424 w 10000"/>
              <a:gd name="connsiteY51-3558" fmla="*/ 2564 h 10000"/>
              <a:gd name="connsiteX52-3559" fmla="*/ 3424 w 10000"/>
              <a:gd name="connsiteY52-3560" fmla="*/ 2692 h 10000"/>
              <a:gd name="connsiteX53-3561" fmla="*/ 3152 w 10000"/>
              <a:gd name="connsiteY53-3562" fmla="*/ 2974 h 10000"/>
              <a:gd name="connsiteX54-3563" fmla="*/ 3152 w 10000"/>
              <a:gd name="connsiteY54-3564" fmla="*/ 3231 h 10000"/>
              <a:gd name="connsiteX55-3565" fmla="*/ 2826 w 10000"/>
              <a:gd name="connsiteY55-3566" fmla="*/ 3641 h 10000"/>
              <a:gd name="connsiteX56-3567" fmla="*/ 2826 w 10000"/>
              <a:gd name="connsiteY56-3568" fmla="*/ 4333 h 10000"/>
              <a:gd name="connsiteX57-3569" fmla="*/ 2554 w 10000"/>
              <a:gd name="connsiteY57-3570" fmla="*/ 5000 h 10000"/>
              <a:gd name="connsiteX58-3571" fmla="*/ 2283 w 10000"/>
              <a:gd name="connsiteY58-3572" fmla="*/ 5667 h 10000"/>
              <a:gd name="connsiteX59-3573" fmla="*/ 2283 w 10000"/>
              <a:gd name="connsiteY59-3574" fmla="*/ 6359 h 10000"/>
              <a:gd name="connsiteX60-3575" fmla="*/ 1957 w 10000"/>
              <a:gd name="connsiteY60-3576" fmla="*/ 6615 h 10000"/>
              <a:gd name="connsiteX61-3577" fmla="*/ 1957 w 10000"/>
              <a:gd name="connsiteY61-3578" fmla="*/ 7026 h 10000"/>
              <a:gd name="connsiteX62-3579" fmla="*/ 1957 w 10000"/>
              <a:gd name="connsiteY62-3580" fmla="*/ 7308 h 10000"/>
              <a:gd name="connsiteX63-3581" fmla="*/ 1957 w 10000"/>
              <a:gd name="connsiteY63-3582" fmla="*/ 7564 h 10000"/>
              <a:gd name="connsiteX64-3583" fmla="*/ 2283 w 10000"/>
              <a:gd name="connsiteY64-3584" fmla="*/ 7974 h 10000"/>
              <a:gd name="connsiteX65-3585" fmla="*/ 2283 w 10000"/>
              <a:gd name="connsiteY65-3586" fmla="*/ 8385 h 10000"/>
              <a:gd name="connsiteX66-3587" fmla="*/ 2283 w 10000"/>
              <a:gd name="connsiteY66-3588" fmla="*/ 8385 h 10000"/>
              <a:gd name="connsiteX0-3589" fmla="*/ 2283 w 10000"/>
              <a:gd name="connsiteY0-3590" fmla="*/ 8385 h 10000"/>
              <a:gd name="connsiteX1-3591" fmla="*/ 2554 w 10000"/>
              <a:gd name="connsiteY1-3592" fmla="*/ 8513 h 10000"/>
              <a:gd name="connsiteX2-3593" fmla="*/ 2826 w 10000"/>
              <a:gd name="connsiteY2-3594" fmla="*/ 8667 h 10000"/>
              <a:gd name="connsiteX3-3595" fmla="*/ 3152 w 10000"/>
              <a:gd name="connsiteY3-3596" fmla="*/ 8795 h 10000"/>
              <a:gd name="connsiteX4-3597" fmla="*/ 10000 w 10000"/>
              <a:gd name="connsiteY4-3598" fmla="*/ 9744 h 10000"/>
              <a:gd name="connsiteX5-3599" fmla="*/ 10000 w 10000"/>
              <a:gd name="connsiteY5-3600" fmla="*/ 9744 h 10000"/>
              <a:gd name="connsiteX6-3601" fmla="*/ 10000 w 10000"/>
              <a:gd name="connsiteY6-3602" fmla="*/ 9872 h 10000"/>
              <a:gd name="connsiteX7-3603" fmla="*/ 9457 w 10000"/>
              <a:gd name="connsiteY7-3604" fmla="*/ 10000 h 10000"/>
              <a:gd name="connsiteX8-3605" fmla="*/ 9130 w 10000"/>
              <a:gd name="connsiteY8-3606" fmla="*/ 10000 h 10000"/>
              <a:gd name="connsiteX9-3607" fmla="*/ 8587 w 10000"/>
              <a:gd name="connsiteY9-3608" fmla="*/ 10000 h 10000"/>
              <a:gd name="connsiteX10-3609" fmla="*/ 8315 w 10000"/>
              <a:gd name="connsiteY10-3610" fmla="*/ 10000 h 10000"/>
              <a:gd name="connsiteX11-3611" fmla="*/ 7717 w 10000"/>
              <a:gd name="connsiteY11-3612" fmla="*/ 10000 h 10000"/>
              <a:gd name="connsiteX12-3613" fmla="*/ 2554 w 10000"/>
              <a:gd name="connsiteY12-3614" fmla="*/ 9872 h 10000"/>
              <a:gd name="connsiteX13-3615" fmla="*/ 2283 w 10000"/>
              <a:gd name="connsiteY13-3616" fmla="*/ 9872 h 10000"/>
              <a:gd name="connsiteX14-3617" fmla="*/ 1957 w 10000"/>
              <a:gd name="connsiteY14-3618" fmla="*/ 9744 h 10000"/>
              <a:gd name="connsiteX15-3619" fmla="*/ 1685 w 10000"/>
              <a:gd name="connsiteY15-3620" fmla="*/ 9744 h 10000"/>
              <a:gd name="connsiteX16-3621" fmla="*/ 1413 w 10000"/>
              <a:gd name="connsiteY16-3622" fmla="*/ 9615 h 10000"/>
              <a:gd name="connsiteX17-3623" fmla="*/ 1141 w 10000"/>
              <a:gd name="connsiteY17-3624" fmla="*/ 9615 h 10000"/>
              <a:gd name="connsiteX18-3625" fmla="*/ 815 w 10000"/>
              <a:gd name="connsiteY18-3626" fmla="*/ 9462 h 10000"/>
              <a:gd name="connsiteX19-3627" fmla="*/ 815 w 10000"/>
              <a:gd name="connsiteY19-3628" fmla="*/ 9205 h 10000"/>
              <a:gd name="connsiteX20-3629" fmla="*/ 543 w 10000"/>
              <a:gd name="connsiteY20-3630" fmla="*/ 9051 h 10000"/>
              <a:gd name="connsiteX21-3631" fmla="*/ 543 w 10000"/>
              <a:gd name="connsiteY21-3632" fmla="*/ 8923 h 10000"/>
              <a:gd name="connsiteX22-3633" fmla="*/ 272 w 10000"/>
              <a:gd name="connsiteY22-3634" fmla="*/ 8667 h 10000"/>
              <a:gd name="connsiteX23-3635" fmla="*/ 272 w 10000"/>
              <a:gd name="connsiteY23-3636" fmla="*/ 8385 h 10000"/>
              <a:gd name="connsiteX24-3637" fmla="*/ 272 w 10000"/>
              <a:gd name="connsiteY24-3638" fmla="*/ 8128 h 10000"/>
              <a:gd name="connsiteX25-3639" fmla="*/ 0 w 10000"/>
              <a:gd name="connsiteY25-3640" fmla="*/ 7718 h 10000"/>
              <a:gd name="connsiteX26-3641" fmla="*/ 0 w 10000"/>
              <a:gd name="connsiteY26-3642" fmla="*/ 7308 h 10000"/>
              <a:gd name="connsiteX27-3643" fmla="*/ 0 w 10000"/>
              <a:gd name="connsiteY27-3644" fmla="*/ 6897 h 10000"/>
              <a:gd name="connsiteX28-3645" fmla="*/ 272 w 10000"/>
              <a:gd name="connsiteY28-3646" fmla="*/ 6359 h 10000"/>
              <a:gd name="connsiteX29-3647" fmla="*/ 272 w 10000"/>
              <a:gd name="connsiteY29-3648" fmla="*/ 5821 h 10000"/>
              <a:gd name="connsiteX30-3649" fmla="*/ 272 w 10000"/>
              <a:gd name="connsiteY30-3650" fmla="*/ 5282 h 10000"/>
              <a:gd name="connsiteX31-3651" fmla="*/ 543 w 10000"/>
              <a:gd name="connsiteY31-3652" fmla="*/ 4051 h 10000"/>
              <a:gd name="connsiteX32-3653" fmla="*/ 543 w 10000"/>
              <a:gd name="connsiteY32-3654" fmla="*/ 2692 h 10000"/>
              <a:gd name="connsiteX33-3655" fmla="*/ 543 w 10000"/>
              <a:gd name="connsiteY33-3656" fmla="*/ 1333 h 10000"/>
              <a:gd name="connsiteX34-3657" fmla="*/ 272 w 10000"/>
              <a:gd name="connsiteY34-3658" fmla="*/ 0 h 10000"/>
              <a:gd name="connsiteX35-3659" fmla="*/ 1141 w 10000"/>
              <a:gd name="connsiteY35-3660" fmla="*/ 256 h 10000"/>
              <a:gd name="connsiteX36-3661" fmla="*/ 1685 w 10000"/>
              <a:gd name="connsiteY36-3662" fmla="*/ 538 h 10000"/>
              <a:gd name="connsiteX37-3663" fmla="*/ 1957 w 10000"/>
              <a:gd name="connsiteY37-3664" fmla="*/ 667 h 10000"/>
              <a:gd name="connsiteX38-3665" fmla="*/ 2554 w 10000"/>
              <a:gd name="connsiteY38-3666" fmla="*/ 949 h 10000"/>
              <a:gd name="connsiteX39-3667" fmla="*/ 2826 w 10000"/>
              <a:gd name="connsiteY39-3668" fmla="*/ 1077 h 10000"/>
              <a:gd name="connsiteX40-3669" fmla="*/ 3152 w 10000"/>
              <a:gd name="connsiteY40-3670" fmla="*/ 1205 h 10000"/>
              <a:gd name="connsiteX41-3671" fmla="*/ 3152 w 10000"/>
              <a:gd name="connsiteY41-3672" fmla="*/ 1333 h 10000"/>
              <a:gd name="connsiteX42-3673" fmla="*/ 3424 w 10000"/>
              <a:gd name="connsiteY42-3674" fmla="*/ 1487 h 10000"/>
              <a:gd name="connsiteX43-3675" fmla="*/ 3424 w 10000"/>
              <a:gd name="connsiteY43-3676" fmla="*/ 1615 h 10000"/>
              <a:gd name="connsiteX44-3677" fmla="*/ 3424 w 10000"/>
              <a:gd name="connsiteY44-3678" fmla="*/ 1897 h 10000"/>
              <a:gd name="connsiteX45-3679" fmla="*/ 3424 w 10000"/>
              <a:gd name="connsiteY45-3680" fmla="*/ 2026 h 10000"/>
              <a:gd name="connsiteX46-3681" fmla="*/ 3696 w 10000"/>
              <a:gd name="connsiteY46-3682" fmla="*/ 2026 h 10000"/>
              <a:gd name="connsiteX47-3683" fmla="*/ 3424 w 10000"/>
              <a:gd name="connsiteY47-3684" fmla="*/ 2154 h 10000"/>
              <a:gd name="connsiteX48-3685" fmla="*/ 3424 w 10000"/>
              <a:gd name="connsiteY48-3686" fmla="*/ 2154 h 10000"/>
              <a:gd name="connsiteX49-3687" fmla="*/ 3424 w 10000"/>
              <a:gd name="connsiteY49-3688" fmla="*/ 2282 h 10000"/>
              <a:gd name="connsiteX50-3689" fmla="*/ 3424 w 10000"/>
              <a:gd name="connsiteY50-3690" fmla="*/ 2564 h 10000"/>
              <a:gd name="connsiteX51-3691" fmla="*/ 3424 w 10000"/>
              <a:gd name="connsiteY51-3692" fmla="*/ 2692 h 10000"/>
              <a:gd name="connsiteX52-3693" fmla="*/ 3152 w 10000"/>
              <a:gd name="connsiteY52-3694" fmla="*/ 2974 h 10000"/>
              <a:gd name="connsiteX53-3695" fmla="*/ 3152 w 10000"/>
              <a:gd name="connsiteY53-3696" fmla="*/ 3231 h 10000"/>
              <a:gd name="connsiteX54-3697" fmla="*/ 2826 w 10000"/>
              <a:gd name="connsiteY54-3698" fmla="*/ 3641 h 10000"/>
              <a:gd name="connsiteX55-3699" fmla="*/ 2826 w 10000"/>
              <a:gd name="connsiteY55-3700" fmla="*/ 4333 h 10000"/>
              <a:gd name="connsiteX56-3701" fmla="*/ 2554 w 10000"/>
              <a:gd name="connsiteY56-3702" fmla="*/ 5000 h 10000"/>
              <a:gd name="connsiteX57-3703" fmla="*/ 2283 w 10000"/>
              <a:gd name="connsiteY57-3704" fmla="*/ 5667 h 10000"/>
              <a:gd name="connsiteX58-3705" fmla="*/ 2283 w 10000"/>
              <a:gd name="connsiteY58-3706" fmla="*/ 6359 h 10000"/>
              <a:gd name="connsiteX59-3707" fmla="*/ 1957 w 10000"/>
              <a:gd name="connsiteY59-3708" fmla="*/ 6615 h 10000"/>
              <a:gd name="connsiteX60-3709" fmla="*/ 1957 w 10000"/>
              <a:gd name="connsiteY60-3710" fmla="*/ 7026 h 10000"/>
              <a:gd name="connsiteX61-3711" fmla="*/ 1957 w 10000"/>
              <a:gd name="connsiteY61-3712" fmla="*/ 7308 h 10000"/>
              <a:gd name="connsiteX62-3713" fmla="*/ 1957 w 10000"/>
              <a:gd name="connsiteY62-3714" fmla="*/ 7564 h 10000"/>
              <a:gd name="connsiteX63-3715" fmla="*/ 2283 w 10000"/>
              <a:gd name="connsiteY63-3716" fmla="*/ 7974 h 10000"/>
              <a:gd name="connsiteX64-3717" fmla="*/ 2283 w 10000"/>
              <a:gd name="connsiteY64-3718" fmla="*/ 8385 h 10000"/>
              <a:gd name="connsiteX65-3719" fmla="*/ 2283 w 10000"/>
              <a:gd name="connsiteY65-3720" fmla="*/ 8385 h 10000"/>
              <a:gd name="connsiteX0-3721" fmla="*/ 2283 w 10000"/>
              <a:gd name="connsiteY0-3722" fmla="*/ 8385 h 10000"/>
              <a:gd name="connsiteX1-3723" fmla="*/ 2554 w 10000"/>
              <a:gd name="connsiteY1-3724" fmla="*/ 8513 h 10000"/>
              <a:gd name="connsiteX2-3725" fmla="*/ 2826 w 10000"/>
              <a:gd name="connsiteY2-3726" fmla="*/ 8667 h 10000"/>
              <a:gd name="connsiteX3-3727" fmla="*/ 3152 w 10000"/>
              <a:gd name="connsiteY3-3728" fmla="*/ 8795 h 10000"/>
              <a:gd name="connsiteX4-3729" fmla="*/ 10000 w 10000"/>
              <a:gd name="connsiteY4-3730" fmla="*/ 9744 h 10000"/>
              <a:gd name="connsiteX5-3731" fmla="*/ 10000 w 10000"/>
              <a:gd name="connsiteY5-3732" fmla="*/ 9744 h 10000"/>
              <a:gd name="connsiteX6-3733" fmla="*/ 9457 w 10000"/>
              <a:gd name="connsiteY6-3734" fmla="*/ 10000 h 10000"/>
              <a:gd name="connsiteX7-3735" fmla="*/ 9130 w 10000"/>
              <a:gd name="connsiteY7-3736" fmla="*/ 10000 h 10000"/>
              <a:gd name="connsiteX8-3737" fmla="*/ 8587 w 10000"/>
              <a:gd name="connsiteY8-3738" fmla="*/ 10000 h 10000"/>
              <a:gd name="connsiteX9-3739" fmla="*/ 8315 w 10000"/>
              <a:gd name="connsiteY9-3740" fmla="*/ 10000 h 10000"/>
              <a:gd name="connsiteX10-3741" fmla="*/ 7717 w 10000"/>
              <a:gd name="connsiteY10-3742" fmla="*/ 10000 h 10000"/>
              <a:gd name="connsiteX11-3743" fmla="*/ 2554 w 10000"/>
              <a:gd name="connsiteY11-3744" fmla="*/ 9872 h 10000"/>
              <a:gd name="connsiteX12-3745" fmla="*/ 2283 w 10000"/>
              <a:gd name="connsiteY12-3746" fmla="*/ 9872 h 10000"/>
              <a:gd name="connsiteX13-3747" fmla="*/ 1957 w 10000"/>
              <a:gd name="connsiteY13-3748" fmla="*/ 9744 h 10000"/>
              <a:gd name="connsiteX14-3749" fmla="*/ 1685 w 10000"/>
              <a:gd name="connsiteY14-3750" fmla="*/ 9744 h 10000"/>
              <a:gd name="connsiteX15-3751" fmla="*/ 1413 w 10000"/>
              <a:gd name="connsiteY15-3752" fmla="*/ 9615 h 10000"/>
              <a:gd name="connsiteX16-3753" fmla="*/ 1141 w 10000"/>
              <a:gd name="connsiteY16-3754" fmla="*/ 9615 h 10000"/>
              <a:gd name="connsiteX17-3755" fmla="*/ 815 w 10000"/>
              <a:gd name="connsiteY17-3756" fmla="*/ 9462 h 10000"/>
              <a:gd name="connsiteX18-3757" fmla="*/ 815 w 10000"/>
              <a:gd name="connsiteY18-3758" fmla="*/ 9205 h 10000"/>
              <a:gd name="connsiteX19-3759" fmla="*/ 543 w 10000"/>
              <a:gd name="connsiteY19-3760" fmla="*/ 9051 h 10000"/>
              <a:gd name="connsiteX20-3761" fmla="*/ 543 w 10000"/>
              <a:gd name="connsiteY20-3762" fmla="*/ 8923 h 10000"/>
              <a:gd name="connsiteX21-3763" fmla="*/ 272 w 10000"/>
              <a:gd name="connsiteY21-3764" fmla="*/ 8667 h 10000"/>
              <a:gd name="connsiteX22-3765" fmla="*/ 272 w 10000"/>
              <a:gd name="connsiteY22-3766" fmla="*/ 8385 h 10000"/>
              <a:gd name="connsiteX23-3767" fmla="*/ 272 w 10000"/>
              <a:gd name="connsiteY23-3768" fmla="*/ 8128 h 10000"/>
              <a:gd name="connsiteX24-3769" fmla="*/ 0 w 10000"/>
              <a:gd name="connsiteY24-3770" fmla="*/ 7718 h 10000"/>
              <a:gd name="connsiteX25-3771" fmla="*/ 0 w 10000"/>
              <a:gd name="connsiteY25-3772" fmla="*/ 7308 h 10000"/>
              <a:gd name="connsiteX26-3773" fmla="*/ 0 w 10000"/>
              <a:gd name="connsiteY26-3774" fmla="*/ 6897 h 10000"/>
              <a:gd name="connsiteX27-3775" fmla="*/ 272 w 10000"/>
              <a:gd name="connsiteY27-3776" fmla="*/ 6359 h 10000"/>
              <a:gd name="connsiteX28-3777" fmla="*/ 272 w 10000"/>
              <a:gd name="connsiteY28-3778" fmla="*/ 5821 h 10000"/>
              <a:gd name="connsiteX29-3779" fmla="*/ 272 w 10000"/>
              <a:gd name="connsiteY29-3780" fmla="*/ 5282 h 10000"/>
              <a:gd name="connsiteX30-3781" fmla="*/ 543 w 10000"/>
              <a:gd name="connsiteY30-3782" fmla="*/ 4051 h 10000"/>
              <a:gd name="connsiteX31-3783" fmla="*/ 543 w 10000"/>
              <a:gd name="connsiteY31-3784" fmla="*/ 2692 h 10000"/>
              <a:gd name="connsiteX32-3785" fmla="*/ 543 w 10000"/>
              <a:gd name="connsiteY32-3786" fmla="*/ 1333 h 10000"/>
              <a:gd name="connsiteX33-3787" fmla="*/ 272 w 10000"/>
              <a:gd name="connsiteY33-3788" fmla="*/ 0 h 10000"/>
              <a:gd name="connsiteX34-3789" fmla="*/ 1141 w 10000"/>
              <a:gd name="connsiteY34-3790" fmla="*/ 256 h 10000"/>
              <a:gd name="connsiteX35-3791" fmla="*/ 1685 w 10000"/>
              <a:gd name="connsiteY35-3792" fmla="*/ 538 h 10000"/>
              <a:gd name="connsiteX36-3793" fmla="*/ 1957 w 10000"/>
              <a:gd name="connsiteY36-3794" fmla="*/ 667 h 10000"/>
              <a:gd name="connsiteX37-3795" fmla="*/ 2554 w 10000"/>
              <a:gd name="connsiteY37-3796" fmla="*/ 949 h 10000"/>
              <a:gd name="connsiteX38-3797" fmla="*/ 2826 w 10000"/>
              <a:gd name="connsiteY38-3798" fmla="*/ 1077 h 10000"/>
              <a:gd name="connsiteX39-3799" fmla="*/ 3152 w 10000"/>
              <a:gd name="connsiteY39-3800" fmla="*/ 1205 h 10000"/>
              <a:gd name="connsiteX40-3801" fmla="*/ 3152 w 10000"/>
              <a:gd name="connsiteY40-3802" fmla="*/ 1333 h 10000"/>
              <a:gd name="connsiteX41-3803" fmla="*/ 3424 w 10000"/>
              <a:gd name="connsiteY41-3804" fmla="*/ 1487 h 10000"/>
              <a:gd name="connsiteX42-3805" fmla="*/ 3424 w 10000"/>
              <a:gd name="connsiteY42-3806" fmla="*/ 1615 h 10000"/>
              <a:gd name="connsiteX43-3807" fmla="*/ 3424 w 10000"/>
              <a:gd name="connsiteY43-3808" fmla="*/ 1897 h 10000"/>
              <a:gd name="connsiteX44-3809" fmla="*/ 3424 w 10000"/>
              <a:gd name="connsiteY44-3810" fmla="*/ 2026 h 10000"/>
              <a:gd name="connsiteX45-3811" fmla="*/ 3696 w 10000"/>
              <a:gd name="connsiteY45-3812" fmla="*/ 2026 h 10000"/>
              <a:gd name="connsiteX46-3813" fmla="*/ 3424 w 10000"/>
              <a:gd name="connsiteY46-3814" fmla="*/ 2154 h 10000"/>
              <a:gd name="connsiteX47-3815" fmla="*/ 3424 w 10000"/>
              <a:gd name="connsiteY47-3816" fmla="*/ 2154 h 10000"/>
              <a:gd name="connsiteX48-3817" fmla="*/ 3424 w 10000"/>
              <a:gd name="connsiteY48-3818" fmla="*/ 2282 h 10000"/>
              <a:gd name="connsiteX49-3819" fmla="*/ 3424 w 10000"/>
              <a:gd name="connsiteY49-3820" fmla="*/ 2564 h 10000"/>
              <a:gd name="connsiteX50-3821" fmla="*/ 3424 w 10000"/>
              <a:gd name="connsiteY50-3822" fmla="*/ 2692 h 10000"/>
              <a:gd name="connsiteX51-3823" fmla="*/ 3152 w 10000"/>
              <a:gd name="connsiteY51-3824" fmla="*/ 2974 h 10000"/>
              <a:gd name="connsiteX52-3825" fmla="*/ 3152 w 10000"/>
              <a:gd name="connsiteY52-3826" fmla="*/ 3231 h 10000"/>
              <a:gd name="connsiteX53-3827" fmla="*/ 2826 w 10000"/>
              <a:gd name="connsiteY53-3828" fmla="*/ 3641 h 10000"/>
              <a:gd name="connsiteX54-3829" fmla="*/ 2826 w 10000"/>
              <a:gd name="connsiteY54-3830" fmla="*/ 4333 h 10000"/>
              <a:gd name="connsiteX55-3831" fmla="*/ 2554 w 10000"/>
              <a:gd name="connsiteY55-3832" fmla="*/ 5000 h 10000"/>
              <a:gd name="connsiteX56-3833" fmla="*/ 2283 w 10000"/>
              <a:gd name="connsiteY56-3834" fmla="*/ 5667 h 10000"/>
              <a:gd name="connsiteX57-3835" fmla="*/ 2283 w 10000"/>
              <a:gd name="connsiteY57-3836" fmla="*/ 6359 h 10000"/>
              <a:gd name="connsiteX58-3837" fmla="*/ 1957 w 10000"/>
              <a:gd name="connsiteY58-3838" fmla="*/ 6615 h 10000"/>
              <a:gd name="connsiteX59-3839" fmla="*/ 1957 w 10000"/>
              <a:gd name="connsiteY59-3840" fmla="*/ 7026 h 10000"/>
              <a:gd name="connsiteX60-3841" fmla="*/ 1957 w 10000"/>
              <a:gd name="connsiteY60-3842" fmla="*/ 7308 h 10000"/>
              <a:gd name="connsiteX61-3843" fmla="*/ 1957 w 10000"/>
              <a:gd name="connsiteY61-3844" fmla="*/ 7564 h 10000"/>
              <a:gd name="connsiteX62-3845" fmla="*/ 2283 w 10000"/>
              <a:gd name="connsiteY62-3846" fmla="*/ 7974 h 10000"/>
              <a:gd name="connsiteX63-3847" fmla="*/ 2283 w 10000"/>
              <a:gd name="connsiteY63-3848" fmla="*/ 8385 h 10000"/>
              <a:gd name="connsiteX64-3849" fmla="*/ 2283 w 10000"/>
              <a:gd name="connsiteY64-3850" fmla="*/ 8385 h 10000"/>
              <a:gd name="connsiteX0-3851" fmla="*/ 2283 w 10000"/>
              <a:gd name="connsiteY0-3852" fmla="*/ 8385 h 10000"/>
              <a:gd name="connsiteX1-3853" fmla="*/ 2554 w 10000"/>
              <a:gd name="connsiteY1-3854" fmla="*/ 8513 h 10000"/>
              <a:gd name="connsiteX2-3855" fmla="*/ 2826 w 10000"/>
              <a:gd name="connsiteY2-3856" fmla="*/ 8667 h 10000"/>
              <a:gd name="connsiteX3-3857" fmla="*/ 3152 w 10000"/>
              <a:gd name="connsiteY3-3858" fmla="*/ 8795 h 10000"/>
              <a:gd name="connsiteX4-3859" fmla="*/ 10000 w 10000"/>
              <a:gd name="connsiteY4-3860" fmla="*/ 9744 h 10000"/>
              <a:gd name="connsiteX5-3861" fmla="*/ 9457 w 10000"/>
              <a:gd name="connsiteY5-3862" fmla="*/ 10000 h 10000"/>
              <a:gd name="connsiteX6-3863" fmla="*/ 9130 w 10000"/>
              <a:gd name="connsiteY6-3864" fmla="*/ 10000 h 10000"/>
              <a:gd name="connsiteX7-3865" fmla="*/ 8587 w 10000"/>
              <a:gd name="connsiteY7-3866" fmla="*/ 10000 h 10000"/>
              <a:gd name="connsiteX8-3867" fmla="*/ 8315 w 10000"/>
              <a:gd name="connsiteY8-3868" fmla="*/ 10000 h 10000"/>
              <a:gd name="connsiteX9-3869" fmla="*/ 7717 w 10000"/>
              <a:gd name="connsiteY9-3870" fmla="*/ 10000 h 10000"/>
              <a:gd name="connsiteX10-3871" fmla="*/ 2554 w 10000"/>
              <a:gd name="connsiteY10-3872" fmla="*/ 9872 h 10000"/>
              <a:gd name="connsiteX11-3873" fmla="*/ 2283 w 10000"/>
              <a:gd name="connsiteY11-3874" fmla="*/ 9872 h 10000"/>
              <a:gd name="connsiteX12-3875" fmla="*/ 1957 w 10000"/>
              <a:gd name="connsiteY12-3876" fmla="*/ 9744 h 10000"/>
              <a:gd name="connsiteX13-3877" fmla="*/ 1685 w 10000"/>
              <a:gd name="connsiteY13-3878" fmla="*/ 9744 h 10000"/>
              <a:gd name="connsiteX14-3879" fmla="*/ 1413 w 10000"/>
              <a:gd name="connsiteY14-3880" fmla="*/ 9615 h 10000"/>
              <a:gd name="connsiteX15-3881" fmla="*/ 1141 w 10000"/>
              <a:gd name="connsiteY15-3882" fmla="*/ 9615 h 10000"/>
              <a:gd name="connsiteX16-3883" fmla="*/ 815 w 10000"/>
              <a:gd name="connsiteY16-3884" fmla="*/ 9462 h 10000"/>
              <a:gd name="connsiteX17-3885" fmla="*/ 815 w 10000"/>
              <a:gd name="connsiteY17-3886" fmla="*/ 9205 h 10000"/>
              <a:gd name="connsiteX18-3887" fmla="*/ 543 w 10000"/>
              <a:gd name="connsiteY18-3888" fmla="*/ 9051 h 10000"/>
              <a:gd name="connsiteX19-3889" fmla="*/ 543 w 10000"/>
              <a:gd name="connsiteY19-3890" fmla="*/ 8923 h 10000"/>
              <a:gd name="connsiteX20-3891" fmla="*/ 272 w 10000"/>
              <a:gd name="connsiteY20-3892" fmla="*/ 8667 h 10000"/>
              <a:gd name="connsiteX21-3893" fmla="*/ 272 w 10000"/>
              <a:gd name="connsiteY21-3894" fmla="*/ 8385 h 10000"/>
              <a:gd name="connsiteX22-3895" fmla="*/ 272 w 10000"/>
              <a:gd name="connsiteY22-3896" fmla="*/ 8128 h 10000"/>
              <a:gd name="connsiteX23-3897" fmla="*/ 0 w 10000"/>
              <a:gd name="connsiteY23-3898" fmla="*/ 7718 h 10000"/>
              <a:gd name="connsiteX24-3899" fmla="*/ 0 w 10000"/>
              <a:gd name="connsiteY24-3900" fmla="*/ 7308 h 10000"/>
              <a:gd name="connsiteX25-3901" fmla="*/ 0 w 10000"/>
              <a:gd name="connsiteY25-3902" fmla="*/ 6897 h 10000"/>
              <a:gd name="connsiteX26-3903" fmla="*/ 272 w 10000"/>
              <a:gd name="connsiteY26-3904" fmla="*/ 6359 h 10000"/>
              <a:gd name="connsiteX27-3905" fmla="*/ 272 w 10000"/>
              <a:gd name="connsiteY27-3906" fmla="*/ 5821 h 10000"/>
              <a:gd name="connsiteX28-3907" fmla="*/ 272 w 10000"/>
              <a:gd name="connsiteY28-3908" fmla="*/ 5282 h 10000"/>
              <a:gd name="connsiteX29-3909" fmla="*/ 543 w 10000"/>
              <a:gd name="connsiteY29-3910" fmla="*/ 4051 h 10000"/>
              <a:gd name="connsiteX30-3911" fmla="*/ 543 w 10000"/>
              <a:gd name="connsiteY30-3912" fmla="*/ 2692 h 10000"/>
              <a:gd name="connsiteX31-3913" fmla="*/ 543 w 10000"/>
              <a:gd name="connsiteY31-3914" fmla="*/ 1333 h 10000"/>
              <a:gd name="connsiteX32-3915" fmla="*/ 272 w 10000"/>
              <a:gd name="connsiteY32-3916" fmla="*/ 0 h 10000"/>
              <a:gd name="connsiteX33-3917" fmla="*/ 1141 w 10000"/>
              <a:gd name="connsiteY33-3918" fmla="*/ 256 h 10000"/>
              <a:gd name="connsiteX34-3919" fmla="*/ 1685 w 10000"/>
              <a:gd name="connsiteY34-3920" fmla="*/ 538 h 10000"/>
              <a:gd name="connsiteX35-3921" fmla="*/ 1957 w 10000"/>
              <a:gd name="connsiteY35-3922" fmla="*/ 667 h 10000"/>
              <a:gd name="connsiteX36-3923" fmla="*/ 2554 w 10000"/>
              <a:gd name="connsiteY36-3924" fmla="*/ 949 h 10000"/>
              <a:gd name="connsiteX37-3925" fmla="*/ 2826 w 10000"/>
              <a:gd name="connsiteY37-3926" fmla="*/ 1077 h 10000"/>
              <a:gd name="connsiteX38-3927" fmla="*/ 3152 w 10000"/>
              <a:gd name="connsiteY38-3928" fmla="*/ 1205 h 10000"/>
              <a:gd name="connsiteX39-3929" fmla="*/ 3152 w 10000"/>
              <a:gd name="connsiteY39-3930" fmla="*/ 1333 h 10000"/>
              <a:gd name="connsiteX40-3931" fmla="*/ 3424 w 10000"/>
              <a:gd name="connsiteY40-3932" fmla="*/ 1487 h 10000"/>
              <a:gd name="connsiteX41-3933" fmla="*/ 3424 w 10000"/>
              <a:gd name="connsiteY41-3934" fmla="*/ 1615 h 10000"/>
              <a:gd name="connsiteX42-3935" fmla="*/ 3424 w 10000"/>
              <a:gd name="connsiteY42-3936" fmla="*/ 1897 h 10000"/>
              <a:gd name="connsiteX43-3937" fmla="*/ 3424 w 10000"/>
              <a:gd name="connsiteY43-3938" fmla="*/ 2026 h 10000"/>
              <a:gd name="connsiteX44-3939" fmla="*/ 3696 w 10000"/>
              <a:gd name="connsiteY44-3940" fmla="*/ 2026 h 10000"/>
              <a:gd name="connsiteX45-3941" fmla="*/ 3424 w 10000"/>
              <a:gd name="connsiteY45-3942" fmla="*/ 2154 h 10000"/>
              <a:gd name="connsiteX46-3943" fmla="*/ 3424 w 10000"/>
              <a:gd name="connsiteY46-3944" fmla="*/ 2154 h 10000"/>
              <a:gd name="connsiteX47-3945" fmla="*/ 3424 w 10000"/>
              <a:gd name="connsiteY47-3946" fmla="*/ 2282 h 10000"/>
              <a:gd name="connsiteX48-3947" fmla="*/ 3424 w 10000"/>
              <a:gd name="connsiteY48-3948" fmla="*/ 2564 h 10000"/>
              <a:gd name="connsiteX49-3949" fmla="*/ 3424 w 10000"/>
              <a:gd name="connsiteY49-3950" fmla="*/ 2692 h 10000"/>
              <a:gd name="connsiteX50-3951" fmla="*/ 3152 w 10000"/>
              <a:gd name="connsiteY50-3952" fmla="*/ 2974 h 10000"/>
              <a:gd name="connsiteX51-3953" fmla="*/ 3152 w 10000"/>
              <a:gd name="connsiteY51-3954" fmla="*/ 3231 h 10000"/>
              <a:gd name="connsiteX52-3955" fmla="*/ 2826 w 10000"/>
              <a:gd name="connsiteY52-3956" fmla="*/ 3641 h 10000"/>
              <a:gd name="connsiteX53-3957" fmla="*/ 2826 w 10000"/>
              <a:gd name="connsiteY53-3958" fmla="*/ 4333 h 10000"/>
              <a:gd name="connsiteX54-3959" fmla="*/ 2554 w 10000"/>
              <a:gd name="connsiteY54-3960" fmla="*/ 5000 h 10000"/>
              <a:gd name="connsiteX55-3961" fmla="*/ 2283 w 10000"/>
              <a:gd name="connsiteY55-3962" fmla="*/ 5667 h 10000"/>
              <a:gd name="connsiteX56-3963" fmla="*/ 2283 w 10000"/>
              <a:gd name="connsiteY56-3964" fmla="*/ 6359 h 10000"/>
              <a:gd name="connsiteX57-3965" fmla="*/ 1957 w 10000"/>
              <a:gd name="connsiteY57-3966" fmla="*/ 6615 h 10000"/>
              <a:gd name="connsiteX58-3967" fmla="*/ 1957 w 10000"/>
              <a:gd name="connsiteY58-3968" fmla="*/ 7026 h 10000"/>
              <a:gd name="connsiteX59-3969" fmla="*/ 1957 w 10000"/>
              <a:gd name="connsiteY59-3970" fmla="*/ 7308 h 10000"/>
              <a:gd name="connsiteX60-3971" fmla="*/ 1957 w 10000"/>
              <a:gd name="connsiteY60-3972" fmla="*/ 7564 h 10000"/>
              <a:gd name="connsiteX61-3973" fmla="*/ 2283 w 10000"/>
              <a:gd name="connsiteY61-3974" fmla="*/ 7974 h 10000"/>
              <a:gd name="connsiteX62-3975" fmla="*/ 2283 w 10000"/>
              <a:gd name="connsiteY62-3976" fmla="*/ 8385 h 10000"/>
              <a:gd name="connsiteX63-3977" fmla="*/ 2283 w 10000"/>
              <a:gd name="connsiteY63-3978" fmla="*/ 8385 h 10000"/>
              <a:gd name="connsiteX0-3979" fmla="*/ 2283 w 9457"/>
              <a:gd name="connsiteY0-3980" fmla="*/ 8385 h 10000"/>
              <a:gd name="connsiteX1-3981" fmla="*/ 2554 w 9457"/>
              <a:gd name="connsiteY1-3982" fmla="*/ 8513 h 10000"/>
              <a:gd name="connsiteX2-3983" fmla="*/ 2826 w 9457"/>
              <a:gd name="connsiteY2-3984" fmla="*/ 8667 h 10000"/>
              <a:gd name="connsiteX3-3985" fmla="*/ 3152 w 9457"/>
              <a:gd name="connsiteY3-3986" fmla="*/ 8795 h 10000"/>
              <a:gd name="connsiteX4-3987" fmla="*/ 9457 w 9457"/>
              <a:gd name="connsiteY4-3988" fmla="*/ 10000 h 10000"/>
              <a:gd name="connsiteX5-3989" fmla="*/ 9130 w 9457"/>
              <a:gd name="connsiteY5-3990" fmla="*/ 10000 h 10000"/>
              <a:gd name="connsiteX6-3991" fmla="*/ 8587 w 9457"/>
              <a:gd name="connsiteY6-3992" fmla="*/ 10000 h 10000"/>
              <a:gd name="connsiteX7-3993" fmla="*/ 8315 w 9457"/>
              <a:gd name="connsiteY7-3994" fmla="*/ 10000 h 10000"/>
              <a:gd name="connsiteX8-3995" fmla="*/ 7717 w 9457"/>
              <a:gd name="connsiteY8-3996" fmla="*/ 10000 h 10000"/>
              <a:gd name="connsiteX9-3997" fmla="*/ 2554 w 9457"/>
              <a:gd name="connsiteY9-3998" fmla="*/ 9872 h 10000"/>
              <a:gd name="connsiteX10-3999" fmla="*/ 2283 w 9457"/>
              <a:gd name="connsiteY10-4000" fmla="*/ 9872 h 10000"/>
              <a:gd name="connsiteX11-4001" fmla="*/ 1957 w 9457"/>
              <a:gd name="connsiteY11-4002" fmla="*/ 9744 h 10000"/>
              <a:gd name="connsiteX12-4003" fmla="*/ 1685 w 9457"/>
              <a:gd name="connsiteY12-4004" fmla="*/ 9744 h 10000"/>
              <a:gd name="connsiteX13-4005" fmla="*/ 1413 w 9457"/>
              <a:gd name="connsiteY13-4006" fmla="*/ 9615 h 10000"/>
              <a:gd name="connsiteX14-4007" fmla="*/ 1141 w 9457"/>
              <a:gd name="connsiteY14-4008" fmla="*/ 9615 h 10000"/>
              <a:gd name="connsiteX15-4009" fmla="*/ 815 w 9457"/>
              <a:gd name="connsiteY15-4010" fmla="*/ 9462 h 10000"/>
              <a:gd name="connsiteX16-4011" fmla="*/ 815 w 9457"/>
              <a:gd name="connsiteY16-4012" fmla="*/ 9205 h 10000"/>
              <a:gd name="connsiteX17-4013" fmla="*/ 543 w 9457"/>
              <a:gd name="connsiteY17-4014" fmla="*/ 9051 h 10000"/>
              <a:gd name="connsiteX18-4015" fmla="*/ 543 w 9457"/>
              <a:gd name="connsiteY18-4016" fmla="*/ 8923 h 10000"/>
              <a:gd name="connsiteX19-4017" fmla="*/ 272 w 9457"/>
              <a:gd name="connsiteY19-4018" fmla="*/ 8667 h 10000"/>
              <a:gd name="connsiteX20-4019" fmla="*/ 272 w 9457"/>
              <a:gd name="connsiteY20-4020" fmla="*/ 8385 h 10000"/>
              <a:gd name="connsiteX21-4021" fmla="*/ 272 w 9457"/>
              <a:gd name="connsiteY21-4022" fmla="*/ 8128 h 10000"/>
              <a:gd name="connsiteX22-4023" fmla="*/ 0 w 9457"/>
              <a:gd name="connsiteY22-4024" fmla="*/ 7718 h 10000"/>
              <a:gd name="connsiteX23-4025" fmla="*/ 0 w 9457"/>
              <a:gd name="connsiteY23-4026" fmla="*/ 7308 h 10000"/>
              <a:gd name="connsiteX24-4027" fmla="*/ 0 w 9457"/>
              <a:gd name="connsiteY24-4028" fmla="*/ 6897 h 10000"/>
              <a:gd name="connsiteX25-4029" fmla="*/ 272 w 9457"/>
              <a:gd name="connsiteY25-4030" fmla="*/ 6359 h 10000"/>
              <a:gd name="connsiteX26-4031" fmla="*/ 272 w 9457"/>
              <a:gd name="connsiteY26-4032" fmla="*/ 5821 h 10000"/>
              <a:gd name="connsiteX27-4033" fmla="*/ 272 w 9457"/>
              <a:gd name="connsiteY27-4034" fmla="*/ 5282 h 10000"/>
              <a:gd name="connsiteX28-4035" fmla="*/ 543 w 9457"/>
              <a:gd name="connsiteY28-4036" fmla="*/ 4051 h 10000"/>
              <a:gd name="connsiteX29-4037" fmla="*/ 543 w 9457"/>
              <a:gd name="connsiteY29-4038" fmla="*/ 2692 h 10000"/>
              <a:gd name="connsiteX30-4039" fmla="*/ 543 w 9457"/>
              <a:gd name="connsiteY30-4040" fmla="*/ 1333 h 10000"/>
              <a:gd name="connsiteX31-4041" fmla="*/ 272 w 9457"/>
              <a:gd name="connsiteY31-4042" fmla="*/ 0 h 10000"/>
              <a:gd name="connsiteX32-4043" fmla="*/ 1141 w 9457"/>
              <a:gd name="connsiteY32-4044" fmla="*/ 256 h 10000"/>
              <a:gd name="connsiteX33-4045" fmla="*/ 1685 w 9457"/>
              <a:gd name="connsiteY33-4046" fmla="*/ 538 h 10000"/>
              <a:gd name="connsiteX34-4047" fmla="*/ 1957 w 9457"/>
              <a:gd name="connsiteY34-4048" fmla="*/ 667 h 10000"/>
              <a:gd name="connsiteX35-4049" fmla="*/ 2554 w 9457"/>
              <a:gd name="connsiteY35-4050" fmla="*/ 949 h 10000"/>
              <a:gd name="connsiteX36-4051" fmla="*/ 2826 w 9457"/>
              <a:gd name="connsiteY36-4052" fmla="*/ 1077 h 10000"/>
              <a:gd name="connsiteX37-4053" fmla="*/ 3152 w 9457"/>
              <a:gd name="connsiteY37-4054" fmla="*/ 1205 h 10000"/>
              <a:gd name="connsiteX38-4055" fmla="*/ 3152 w 9457"/>
              <a:gd name="connsiteY38-4056" fmla="*/ 1333 h 10000"/>
              <a:gd name="connsiteX39-4057" fmla="*/ 3424 w 9457"/>
              <a:gd name="connsiteY39-4058" fmla="*/ 1487 h 10000"/>
              <a:gd name="connsiteX40-4059" fmla="*/ 3424 w 9457"/>
              <a:gd name="connsiteY40-4060" fmla="*/ 1615 h 10000"/>
              <a:gd name="connsiteX41-4061" fmla="*/ 3424 w 9457"/>
              <a:gd name="connsiteY41-4062" fmla="*/ 1897 h 10000"/>
              <a:gd name="connsiteX42-4063" fmla="*/ 3424 w 9457"/>
              <a:gd name="connsiteY42-4064" fmla="*/ 2026 h 10000"/>
              <a:gd name="connsiteX43-4065" fmla="*/ 3696 w 9457"/>
              <a:gd name="connsiteY43-4066" fmla="*/ 2026 h 10000"/>
              <a:gd name="connsiteX44-4067" fmla="*/ 3424 w 9457"/>
              <a:gd name="connsiteY44-4068" fmla="*/ 2154 h 10000"/>
              <a:gd name="connsiteX45-4069" fmla="*/ 3424 w 9457"/>
              <a:gd name="connsiteY45-4070" fmla="*/ 2154 h 10000"/>
              <a:gd name="connsiteX46-4071" fmla="*/ 3424 w 9457"/>
              <a:gd name="connsiteY46-4072" fmla="*/ 2282 h 10000"/>
              <a:gd name="connsiteX47-4073" fmla="*/ 3424 w 9457"/>
              <a:gd name="connsiteY47-4074" fmla="*/ 2564 h 10000"/>
              <a:gd name="connsiteX48-4075" fmla="*/ 3424 w 9457"/>
              <a:gd name="connsiteY48-4076" fmla="*/ 2692 h 10000"/>
              <a:gd name="connsiteX49-4077" fmla="*/ 3152 w 9457"/>
              <a:gd name="connsiteY49-4078" fmla="*/ 2974 h 10000"/>
              <a:gd name="connsiteX50-4079" fmla="*/ 3152 w 9457"/>
              <a:gd name="connsiteY50-4080" fmla="*/ 3231 h 10000"/>
              <a:gd name="connsiteX51-4081" fmla="*/ 2826 w 9457"/>
              <a:gd name="connsiteY51-4082" fmla="*/ 3641 h 10000"/>
              <a:gd name="connsiteX52-4083" fmla="*/ 2826 w 9457"/>
              <a:gd name="connsiteY52-4084" fmla="*/ 4333 h 10000"/>
              <a:gd name="connsiteX53-4085" fmla="*/ 2554 w 9457"/>
              <a:gd name="connsiteY53-4086" fmla="*/ 5000 h 10000"/>
              <a:gd name="connsiteX54-4087" fmla="*/ 2283 w 9457"/>
              <a:gd name="connsiteY54-4088" fmla="*/ 5667 h 10000"/>
              <a:gd name="connsiteX55-4089" fmla="*/ 2283 w 9457"/>
              <a:gd name="connsiteY55-4090" fmla="*/ 6359 h 10000"/>
              <a:gd name="connsiteX56-4091" fmla="*/ 1957 w 9457"/>
              <a:gd name="connsiteY56-4092" fmla="*/ 6615 h 10000"/>
              <a:gd name="connsiteX57-4093" fmla="*/ 1957 w 9457"/>
              <a:gd name="connsiteY57-4094" fmla="*/ 7026 h 10000"/>
              <a:gd name="connsiteX58-4095" fmla="*/ 1957 w 9457"/>
              <a:gd name="connsiteY58-4096" fmla="*/ 7308 h 10000"/>
              <a:gd name="connsiteX59-4097" fmla="*/ 1957 w 9457"/>
              <a:gd name="connsiteY59-4098" fmla="*/ 7564 h 10000"/>
              <a:gd name="connsiteX60-4099" fmla="*/ 2283 w 9457"/>
              <a:gd name="connsiteY60-4100" fmla="*/ 7974 h 10000"/>
              <a:gd name="connsiteX61-4101" fmla="*/ 2283 w 9457"/>
              <a:gd name="connsiteY61-4102" fmla="*/ 8385 h 10000"/>
              <a:gd name="connsiteX62-4103" fmla="*/ 2283 w 9457"/>
              <a:gd name="connsiteY62-4104" fmla="*/ 8385 h 10000"/>
              <a:gd name="connsiteX0-4105" fmla="*/ 2414 w 10000"/>
              <a:gd name="connsiteY0-4106" fmla="*/ 8385 h 10000"/>
              <a:gd name="connsiteX1-4107" fmla="*/ 2701 w 10000"/>
              <a:gd name="connsiteY1-4108" fmla="*/ 8513 h 10000"/>
              <a:gd name="connsiteX2-4109" fmla="*/ 2988 w 10000"/>
              <a:gd name="connsiteY2-4110" fmla="*/ 8667 h 10000"/>
              <a:gd name="connsiteX3-4111" fmla="*/ 3333 w 10000"/>
              <a:gd name="connsiteY3-4112" fmla="*/ 8795 h 10000"/>
              <a:gd name="connsiteX4-4113" fmla="*/ 10000 w 10000"/>
              <a:gd name="connsiteY4-4114" fmla="*/ 10000 h 10000"/>
              <a:gd name="connsiteX5-4115" fmla="*/ 9080 w 10000"/>
              <a:gd name="connsiteY5-4116" fmla="*/ 10000 h 10000"/>
              <a:gd name="connsiteX6-4117" fmla="*/ 8792 w 10000"/>
              <a:gd name="connsiteY6-4118" fmla="*/ 10000 h 10000"/>
              <a:gd name="connsiteX7-4119" fmla="*/ 8160 w 10000"/>
              <a:gd name="connsiteY7-4120" fmla="*/ 10000 h 10000"/>
              <a:gd name="connsiteX8-4121" fmla="*/ 2701 w 10000"/>
              <a:gd name="connsiteY8-4122" fmla="*/ 9872 h 10000"/>
              <a:gd name="connsiteX9-4123" fmla="*/ 2414 w 10000"/>
              <a:gd name="connsiteY9-4124" fmla="*/ 9872 h 10000"/>
              <a:gd name="connsiteX10-4125" fmla="*/ 2069 w 10000"/>
              <a:gd name="connsiteY10-4126" fmla="*/ 9744 h 10000"/>
              <a:gd name="connsiteX11-4127" fmla="*/ 1782 w 10000"/>
              <a:gd name="connsiteY11-4128" fmla="*/ 9744 h 10000"/>
              <a:gd name="connsiteX12-4129" fmla="*/ 1494 w 10000"/>
              <a:gd name="connsiteY12-4130" fmla="*/ 9615 h 10000"/>
              <a:gd name="connsiteX13-4131" fmla="*/ 1207 w 10000"/>
              <a:gd name="connsiteY13-4132" fmla="*/ 9615 h 10000"/>
              <a:gd name="connsiteX14-4133" fmla="*/ 862 w 10000"/>
              <a:gd name="connsiteY14-4134" fmla="*/ 9462 h 10000"/>
              <a:gd name="connsiteX15-4135" fmla="*/ 862 w 10000"/>
              <a:gd name="connsiteY15-4136" fmla="*/ 9205 h 10000"/>
              <a:gd name="connsiteX16-4137" fmla="*/ 574 w 10000"/>
              <a:gd name="connsiteY16-4138" fmla="*/ 9051 h 10000"/>
              <a:gd name="connsiteX17-4139" fmla="*/ 574 w 10000"/>
              <a:gd name="connsiteY17-4140" fmla="*/ 8923 h 10000"/>
              <a:gd name="connsiteX18-4141" fmla="*/ 288 w 10000"/>
              <a:gd name="connsiteY18-4142" fmla="*/ 8667 h 10000"/>
              <a:gd name="connsiteX19-4143" fmla="*/ 288 w 10000"/>
              <a:gd name="connsiteY19-4144" fmla="*/ 8385 h 10000"/>
              <a:gd name="connsiteX20-4145" fmla="*/ 288 w 10000"/>
              <a:gd name="connsiteY20-4146" fmla="*/ 8128 h 10000"/>
              <a:gd name="connsiteX21-4147" fmla="*/ 0 w 10000"/>
              <a:gd name="connsiteY21-4148" fmla="*/ 7718 h 10000"/>
              <a:gd name="connsiteX22-4149" fmla="*/ 0 w 10000"/>
              <a:gd name="connsiteY22-4150" fmla="*/ 7308 h 10000"/>
              <a:gd name="connsiteX23-4151" fmla="*/ 0 w 10000"/>
              <a:gd name="connsiteY23-4152" fmla="*/ 6897 h 10000"/>
              <a:gd name="connsiteX24-4153" fmla="*/ 288 w 10000"/>
              <a:gd name="connsiteY24-4154" fmla="*/ 6359 h 10000"/>
              <a:gd name="connsiteX25-4155" fmla="*/ 288 w 10000"/>
              <a:gd name="connsiteY25-4156" fmla="*/ 5821 h 10000"/>
              <a:gd name="connsiteX26-4157" fmla="*/ 288 w 10000"/>
              <a:gd name="connsiteY26-4158" fmla="*/ 5282 h 10000"/>
              <a:gd name="connsiteX27-4159" fmla="*/ 574 w 10000"/>
              <a:gd name="connsiteY27-4160" fmla="*/ 4051 h 10000"/>
              <a:gd name="connsiteX28-4161" fmla="*/ 574 w 10000"/>
              <a:gd name="connsiteY28-4162" fmla="*/ 2692 h 10000"/>
              <a:gd name="connsiteX29-4163" fmla="*/ 574 w 10000"/>
              <a:gd name="connsiteY29-4164" fmla="*/ 1333 h 10000"/>
              <a:gd name="connsiteX30-4165" fmla="*/ 288 w 10000"/>
              <a:gd name="connsiteY30-4166" fmla="*/ 0 h 10000"/>
              <a:gd name="connsiteX31-4167" fmla="*/ 1207 w 10000"/>
              <a:gd name="connsiteY31-4168" fmla="*/ 256 h 10000"/>
              <a:gd name="connsiteX32-4169" fmla="*/ 1782 w 10000"/>
              <a:gd name="connsiteY32-4170" fmla="*/ 538 h 10000"/>
              <a:gd name="connsiteX33-4171" fmla="*/ 2069 w 10000"/>
              <a:gd name="connsiteY33-4172" fmla="*/ 667 h 10000"/>
              <a:gd name="connsiteX34-4173" fmla="*/ 2701 w 10000"/>
              <a:gd name="connsiteY34-4174" fmla="*/ 949 h 10000"/>
              <a:gd name="connsiteX35-4175" fmla="*/ 2988 w 10000"/>
              <a:gd name="connsiteY35-4176" fmla="*/ 1077 h 10000"/>
              <a:gd name="connsiteX36-4177" fmla="*/ 3333 w 10000"/>
              <a:gd name="connsiteY36-4178" fmla="*/ 1205 h 10000"/>
              <a:gd name="connsiteX37-4179" fmla="*/ 3333 w 10000"/>
              <a:gd name="connsiteY37-4180" fmla="*/ 1333 h 10000"/>
              <a:gd name="connsiteX38-4181" fmla="*/ 3621 w 10000"/>
              <a:gd name="connsiteY38-4182" fmla="*/ 1487 h 10000"/>
              <a:gd name="connsiteX39-4183" fmla="*/ 3621 w 10000"/>
              <a:gd name="connsiteY39-4184" fmla="*/ 1615 h 10000"/>
              <a:gd name="connsiteX40-4185" fmla="*/ 3621 w 10000"/>
              <a:gd name="connsiteY40-4186" fmla="*/ 1897 h 10000"/>
              <a:gd name="connsiteX41-4187" fmla="*/ 3621 w 10000"/>
              <a:gd name="connsiteY41-4188" fmla="*/ 2026 h 10000"/>
              <a:gd name="connsiteX42-4189" fmla="*/ 3908 w 10000"/>
              <a:gd name="connsiteY42-4190" fmla="*/ 2026 h 10000"/>
              <a:gd name="connsiteX43-4191" fmla="*/ 3621 w 10000"/>
              <a:gd name="connsiteY43-4192" fmla="*/ 2154 h 10000"/>
              <a:gd name="connsiteX44-4193" fmla="*/ 3621 w 10000"/>
              <a:gd name="connsiteY44-4194" fmla="*/ 2154 h 10000"/>
              <a:gd name="connsiteX45-4195" fmla="*/ 3621 w 10000"/>
              <a:gd name="connsiteY45-4196" fmla="*/ 2282 h 10000"/>
              <a:gd name="connsiteX46-4197" fmla="*/ 3621 w 10000"/>
              <a:gd name="connsiteY46-4198" fmla="*/ 2564 h 10000"/>
              <a:gd name="connsiteX47-4199" fmla="*/ 3621 w 10000"/>
              <a:gd name="connsiteY47-4200" fmla="*/ 2692 h 10000"/>
              <a:gd name="connsiteX48-4201" fmla="*/ 3333 w 10000"/>
              <a:gd name="connsiteY48-4202" fmla="*/ 2974 h 10000"/>
              <a:gd name="connsiteX49-4203" fmla="*/ 3333 w 10000"/>
              <a:gd name="connsiteY49-4204" fmla="*/ 3231 h 10000"/>
              <a:gd name="connsiteX50-4205" fmla="*/ 2988 w 10000"/>
              <a:gd name="connsiteY50-4206" fmla="*/ 3641 h 10000"/>
              <a:gd name="connsiteX51-4207" fmla="*/ 2988 w 10000"/>
              <a:gd name="connsiteY51-4208" fmla="*/ 4333 h 10000"/>
              <a:gd name="connsiteX52-4209" fmla="*/ 2701 w 10000"/>
              <a:gd name="connsiteY52-4210" fmla="*/ 5000 h 10000"/>
              <a:gd name="connsiteX53-4211" fmla="*/ 2414 w 10000"/>
              <a:gd name="connsiteY53-4212" fmla="*/ 5667 h 10000"/>
              <a:gd name="connsiteX54-4213" fmla="*/ 2414 w 10000"/>
              <a:gd name="connsiteY54-4214" fmla="*/ 6359 h 10000"/>
              <a:gd name="connsiteX55-4215" fmla="*/ 2069 w 10000"/>
              <a:gd name="connsiteY55-4216" fmla="*/ 6615 h 10000"/>
              <a:gd name="connsiteX56-4217" fmla="*/ 2069 w 10000"/>
              <a:gd name="connsiteY56-4218" fmla="*/ 7026 h 10000"/>
              <a:gd name="connsiteX57-4219" fmla="*/ 2069 w 10000"/>
              <a:gd name="connsiteY57-4220" fmla="*/ 7308 h 10000"/>
              <a:gd name="connsiteX58-4221" fmla="*/ 2069 w 10000"/>
              <a:gd name="connsiteY58-4222" fmla="*/ 7564 h 10000"/>
              <a:gd name="connsiteX59-4223" fmla="*/ 2414 w 10000"/>
              <a:gd name="connsiteY59-4224" fmla="*/ 7974 h 10000"/>
              <a:gd name="connsiteX60-4225" fmla="*/ 2414 w 10000"/>
              <a:gd name="connsiteY60-4226" fmla="*/ 8385 h 10000"/>
              <a:gd name="connsiteX61-4227" fmla="*/ 2414 w 10000"/>
              <a:gd name="connsiteY61-4228" fmla="*/ 8385 h 10000"/>
              <a:gd name="connsiteX0-4229" fmla="*/ 2414 w 10000"/>
              <a:gd name="connsiteY0-4230" fmla="*/ 8385 h 10000"/>
              <a:gd name="connsiteX1-4231" fmla="*/ 2701 w 10000"/>
              <a:gd name="connsiteY1-4232" fmla="*/ 8513 h 10000"/>
              <a:gd name="connsiteX2-4233" fmla="*/ 2988 w 10000"/>
              <a:gd name="connsiteY2-4234" fmla="*/ 8667 h 10000"/>
              <a:gd name="connsiteX3-4235" fmla="*/ 3333 w 10000"/>
              <a:gd name="connsiteY3-4236" fmla="*/ 8795 h 10000"/>
              <a:gd name="connsiteX4-4237" fmla="*/ 10000 w 10000"/>
              <a:gd name="connsiteY4-4238" fmla="*/ 10000 h 10000"/>
              <a:gd name="connsiteX5-4239" fmla="*/ 9080 w 10000"/>
              <a:gd name="connsiteY5-4240" fmla="*/ 10000 h 10000"/>
              <a:gd name="connsiteX6-4241" fmla="*/ 8792 w 10000"/>
              <a:gd name="connsiteY6-4242" fmla="*/ 10000 h 10000"/>
              <a:gd name="connsiteX7-4243" fmla="*/ 2701 w 10000"/>
              <a:gd name="connsiteY7-4244" fmla="*/ 9872 h 10000"/>
              <a:gd name="connsiteX8-4245" fmla="*/ 2414 w 10000"/>
              <a:gd name="connsiteY8-4246" fmla="*/ 9872 h 10000"/>
              <a:gd name="connsiteX9-4247" fmla="*/ 2069 w 10000"/>
              <a:gd name="connsiteY9-4248" fmla="*/ 9744 h 10000"/>
              <a:gd name="connsiteX10-4249" fmla="*/ 1782 w 10000"/>
              <a:gd name="connsiteY10-4250" fmla="*/ 9744 h 10000"/>
              <a:gd name="connsiteX11-4251" fmla="*/ 1494 w 10000"/>
              <a:gd name="connsiteY11-4252" fmla="*/ 9615 h 10000"/>
              <a:gd name="connsiteX12-4253" fmla="*/ 1207 w 10000"/>
              <a:gd name="connsiteY12-4254" fmla="*/ 9615 h 10000"/>
              <a:gd name="connsiteX13-4255" fmla="*/ 862 w 10000"/>
              <a:gd name="connsiteY13-4256" fmla="*/ 9462 h 10000"/>
              <a:gd name="connsiteX14-4257" fmla="*/ 862 w 10000"/>
              <a:gd name="connsiteY14-4258" fmla="*/ 9205 h 10000"/>
              <a:gd name="connsiteX15-4259" fmla="*/ 574 w 10000"/>
              <a:gd name="connsiteY15-4260" fmla="*/ 9051 h 10000"/>
              <a:gd name="connsiteX16-4261" fmla="*/ 574 w 10000"/>
              <a:gd name="connsiteY16-4262" fmla="*/ 8923 h 10000"/>
              <a:gd name="connsiteX17-4263" fmla="*/ 288 w 10000"/>
              <a:gd name="connsiteY17-4264" fmla="*/ 8667 h 10000"/>
              <a:gd name="connsiteX18-4265" fmla="*/ 288 w 10000"/>
              <a:gd name="connsiteY18-4266" fmla="*/ 8385 h 10000"/>
              <a:gd name="connsiteX19-4267" fmla="*/ 288 w 10000"/>
              <a:gd name="connsiteY19-4268" fmla="*/ 8128 h 10000"/>
              <a:gd name="connsiteX20-4269" fmla="*/ 0 w 10000"/>
              <a:gd name="connsiteY20-4270" fmla="*/ 7718 h 10000"/>
              <a:gd name="connsiteX21-4271" fmla="*/ 0 w 10000"/>
              <a:gd name="connsiteY21-4272" fmla="*/ 7308 h 10000"/>
              <a:gd name="connsiteX22-4273" fmla="*/ 0 w 10000"/>
              <a:gd name="connsiteY22-4274" fmla="*/ 6897 h 10000"/>
              <a:gd name="connsiteX23-4275" fmla="*/ 288 w 10000"/>
              <a:gd name="connsiteY23-4276" fmla="*/ 6359 h 10000"/>
              <a:gd name="connsiteX24-4277" fmla="*/ 288 w 10000"/>
              <a:gd name="connsiteY24-4278" fmla="*/ 5821 h 10000"/>
              <a:gd name="connsiteX25-4279" fmla="*/ 288 w 10000"/>
              <a:gd name="connsiteY25-4280" fmla="*/ 5282 h 10000"/>
              <a:gd name="connsiteX26-4281" fmla="*/ 574 w 10000"/>
              <a:gd name="connsiteY26-4282" fmla="*/ 4051 h 10000"/>
              <a:gd name="connsiteX27-4283" fmla="*/ 574 w 10000"/>
              <a:gd name="connsiteY27-4284" fmla="*/ 2692 h 10000"/>
              <a:gd name="connsiteX28-4285" fmla="*/ 574 w 10000"/>
              <a:gd name="connsiteY28-4286" fmla="*/ 1333 h 10000"/>
              <a:gd name="connsiteX29-4287" fmla="*/ 288 w 10000"/>
              <a:gd name="connsiteY29-4288" fmla="*/ 0 h 10000"/>
              <a:gd name="connsiteX30-4289" fmla="*/ 1207 w 10000"/>
              <a:gd name="connsiteY30-4290" fmla="*/ 256 h 10000"/>
              <a:gd name="connsiteX31-4291" fmla="*/ 1782 w 10000"/>
              <a:gd name="connsiteY31-4292" fmla="*/ 538 h 10000"/>
              <a:gd name="connsiteX32-4293" fmla="*/ 2069 w 10000"/>
              <a:gd name="connsiteY32-4294" fmla="*/ 667 h 10000"/>
              <a:gd name="connsiteX33-4295" fmla="*/ 2701 w 10000"/>
              <a:gd name="connsiteY33-4296" fmla="*/ 949 h 10000"/>
              <a:gd name="connsiteX34-4297" fmla="*/ 2988 w 10000"/>
              <a:gd name="connsiteY34-4298" fmla="*/ 1077 h 10000"/>
              <a:gd name="connsiteX35-4299" fmla="*/ 3333 w 10000"/>
              <a:gd name="connsiteY35-4300" fmla="*/ 1205 h 10000"/>
              <a:gd name="connsiteX36-4301" fmla="*/ 3333 w 10000"/>
              <a:gd name="connsiteY36-4302" fmla="*/ 1333 h 10000"/>
              <a:gd name="connsiteX37-4303" fmla="*/ 3621 w 10000"/>
              <a:gd name="connsiteY37-4304" fmla="*/ 1487 h 10000"/>
              <a:gd name="connsiteX38-4305" fmla="*/ 3621 w 10000"/>
              <a:gd name="connsiteY38-4306" fmla="*/ 1615 h 10000"/>
              <a:gd name="connsiteX39-4307" fmla="*/ 3621 w 10000"/>
              <a:gd name="connsiteY39-4308" fmla="*/ 1897 h 10000"/>
              <a:gd name="connsiteX40-4309" fmla="*/ 3621 w 10000"/>
              <a:gd name="connsiteY40-4310" fmla="*/ 2026 h 10000"/>
              <a:gd name="connsiteX41-4311" fmla="*/ 3908 w 10000"/>
              <a:gd name="connsiteY41-4312" fmla="*/ 2026 h 10000"/>
              <a:gd name="connsiteX42-4313" fmla="*/ 3621 w 10000"/>
              <a:gd name="connsiteY42-4314" fmla="*/ 2154 h 10000"/>
              <a:gd name="connsiteX43-4315" fmla="*/ 3621 w 10000"/>
              <a:gd name="connsiteY43-4316" fmla="*/ 2154 h 10000"/>
              <a:gd name="connsiteX44-4317" fmla="*/ 3621 w 10000"/>
              <a:gd name="connsiteY44-4318" fmla="*/ 2282 h 10000"/>
              <a:gd name="connsiteX45-4319" fmla="*/ 3621 w 10000"/>
              <a:gd name="connsiteY45-4320" fmla="*/ 2564 h 10000"/>
              <a:gd name="connsiteX46-4321" fmla="*/ 3621 w 10000"/>
              <a:gd name="connsiteY46-4322" fmla="*/ 2692 h 10000"/>
              <a:gd name="connsiteX47-4323" fmla="*/ 3333 w 10000"/>
              <a:gd name="connsiteY47-4324" fmla="*/ 2974 h 10000"/>
              <a:gd name="connsiteX48-4325" fmla="*/ 3333 w 10000"/>
              <a:gd name="connsiteY48-4326" fmla="*/ 3231 h 10000"/>
              <a:gd name="connsiteX49-4327" fmla="*/ 2988 w 10000"/>
              <a:gd name="connsiteY49-4328" fmla="*/ 3641 h 10000"/>
              <a:gd name="connsiteX50-4329" fmla="*/ 2988 w 10000"/>
              <a:gd name="connsiteY50-4330" fmla="*/ 4333 h 10000"/>
              <a:gd name="connsiteX51-4331" fmla="*/ 2701 w 10000"/>
              <a:gd name="connsiteY51-4332" fmla="*/ 5000 h 10000"/>
              <a:gd name="connsiteX52-4333" fmla="*/ 2414 w 10000"/>
              <a:gd name="connsiteY52-4334" fmla="*/ 5667 h 10000"/>
              <a:gd name="connsiteX53-4335" fmla="*/ 2414 w 10000"/>
              <a:gd name="connsiteY53-4336" fmla="*/ 6359 h 10000"/>
              <a:gd name="connsiteX54-4337" fmla="*/ 2069 w 10000"/>
              <a:gd name="connsiteY54-4338" fmla="*/ 6615 h 10000"/>
              <a:gd name="connsiteX55-4339" fmla="*/ 2069 w 10000"/>
              <a:gd name="connsiteY55-4340" fmla="*/ 7026 h 10000"/>
              <a:gd name="connsiteX56-4341" fmla="*/ 2069 w 10000"/>
              <a:gd name="connsiteY56-4342" fmla="*/ 7308 h 10000"/>
              <a:gd name="connsiteX57-4343" fmla="*/ 2069 w 10000"/>
              <a:gd name="connsiteY57-4344" fmla="*/ 7564 h 10000"/>
              <a:gd name="connsiteX58-4345" fmla="*/ 2414 w 10000"/>
              <a:gd name="connsiteY58-4346" fmla="*/ 7974 h 10000"/>
              <a:gd name="connsiteX59-4347" fmla="*/ 2414 w 10000"/>
              <a:gd name="connsiteY59-4348" fmla="*/ 8385 h 10000"/>
              <a:gd name="connsiteX60-4349" fmla="*/ 2414 w 10000"/>
              <a:gd name="connsiteY60-4350" fmla="*/ 8385 h 10000"/>
              <a:gd name="connsiteX0-4351" fmla="*/ 2414 w 10000"/>
              <a:gd name="connsiteY0-4352" fmla="*/ 8385 h 10000"/>
              <a:gd name="connsiteX1-4353" fmla="*/ 2701 w 10000"/>
              <a:gd name="connsiteY1-4354" fmla="*/ 8513 h 10000"/>
              <a:gd name="connsiteX2-4355" fmla="*/ 2988 w 10000"/>
              <a:gd name="connsiteY2-4356" fmla="*/ 8667 h 10000"/>
              <a:gd name="connsiteX3-4357" fmla="*/ 3333 w 10000"/>
              <a:gd name="connsiteY3-4358" fmla="*/ 8795 h 10000"/>
              <a:gd name="connsiteX4-4359" fmla="*/ 10000 w 10000"/>
              <a:gd name="connsiteY4-4360" fmla="*/ 10000 h 10000"/>
              <a:gd name="connsiteX5-4361" fmla="*/ 9080 w 10000"/>
              <a:gd name="connsiteY5-4362" fmla="*/ 10000 h 10000"/>
              <a:gd name="connsiteX6-4363" fmla="*/ 2701 w 10000"/>
              <a:gd name="connsiteY6-4364" fmla="*/ 9872 h 10000"/>
              <a:gd name="connsiteX7-4365" fmla="*/ 2414 w 10000"/>
              <a:gd name="connsiteY7-4366" fmla="*/ 9872 h 10000"/>
              <a:gd name="connsiteX8-4367" fmla="*/ 2069 w 10000"/>
              <a:gd name="connsiteY8-4368" fmla="*/ 9744 h 10000"/>
              <a:gd name="connsiteX9-4369" fmla="*/ 1782 w 10000"/>
              <a:gd name="connsiteY9-4370" fmla="*/ 9744 h 10000"/>
              <a:gd name="connsiteX10-4371" fmla="*/ 1494 w 10000"/>
              <a:gd name="connsiteY10-4372" fmla="*/ 9615 h 10000"/>
              <a:gd name="connsiteX11-4373" fmla="*/ 1207 w 10000"/>
              <a:gd name="connsiteY11-4374" fmla="*/ 9615 h 10000"/>
              <a:gd name="connsiteX12-4375" fmla="*/ 862 w 10000"/>
              <a:gd name="connsiteY12-4376" fmla="*/ 9462 h 10000"/>
              <a:gd name="connsiteX13-4377" fmla="*/ 862 w 10000"/>
              <a:gd name="connsiteY13-4378" fmla="*/ 9205 h 10000"/>
              <a:gd name="connsiteX14-4379" fmla="*/ 574 w 10000"/>
              <a:gd name="connsiteY14-4380" fmla="*/ 9051 h 10000"/>
              <a:gd name="connsiteX15-4381" fmla="*/ 574 w 10000"/>
              <a:gd name="connsiteY15-4382" fmla="*/ 8923 h 10000"/>
              <a:gd name="connsiteX16-4383" fmla="*/ 288 w 10000"/>
              <a:gd name="connsiteY16-4384" fmla="*/ 8667 h 10000"/>
              <a:gd name="connsiteX17-4385" fmla="*/ 288 w 10000"/>
              <a:gd name="connsiteY17-4386" fmla="*/ 8385 h 10000"/>
              <a:gd name="connsiteX18-4387" fmla="*/ 288 w 10000"/>
              <a:gd name="connsiteY18-4388" fmla="*/ 8128 h 10000"/>
              <a:gd name="connsiteX19-4389" fmla="*/ 0 w 10000"/>
              <a:gd name="connsiteY19-4390" fmla="*/ 7718 h 10000"/>
              <a:gd name="connsiteX20-4391" fmla="*/ 0 w 10000"/>
              <a:gd name="connsiteY20-4392" fmla="*/ 7308 h 10000"/>
              <a:gd name="connsiteX21-4393" fmla="*/ 0 w 10000"/>
              <a:gd name="connsiteY21-4394" fmla="*/ 6897 h 10000"/>
              <a:gd name="connsiteX22-4395" fmla="*/ 288 w 10000"/>
              <a:gd name="connsiteY22-4396" fmla="*/ 6359 h 10000"/>
              <a:gd name="connsiteX23-4397" fmla="*/ 288 w 10000"/>
              <a:gd name="connsiteY23-4398" fmla="*/ 5821 h 10000"/>
              <a:gd name="connsiteX24-4399" fmla="*/ 288 w 10000"/>
              <a:gd name="connsiteY24-4400" fmla="*/ 5282 h 10000"/>
              <a:gd name="connsiteX25-4401" fmla="*/ 574 w 10000"/>
              <a:gd name="connsiteY25-4402" fmla="*/ 4051 h 10000"/>
              <a:gd name="connsiteX26-4403" fmla="*/ 574 w 10000"/>
              <a:gd name="connsiteY26-4404" fmla="*/ 2692 h 10000"/>
              <a:gd name="connsiteX27-4405" fmla="*/ 574 w 10000"/>
              <a:gd name="connsiteY27-4406" fmla="*/ 1333 h 10000"/>
              <a:gd name="connsiteX28-4407" fmla="*/ 288 w 10000"/>
              <a:gd name="connsiteY28-4408" fmla="*/ 0 h 10000"/>
              <a:gd name="connsiteX29-4409" fmla="*/ 1207 w 10000"/>
              <a:gd name="connsiteY29-4410" fmla="*/ 256 h 10000"/>
              <a:gd name="connsiteX30-4411" fmla="*/ 1782 w 10000"/>
              <a:gd name="connsiteY30-4412" fmla="*/ 538 h 10000"/>
              <a:gd name="connsiteX31-4413" fmla="*/ 2069 w 10000"/>
              <a:gd name="connsiteY31-4414" fmla="*/ 667 h 10000"/>
              <a:gd name="connsiteX32-4415" fmla="*/ 2701 w 10000"/>
              <a:gd name="connsiteY32-4416" fmla="*/ 949 h 10000"/>
              <a:gd name="connsiteX33-4417" fmla="*/ 2988 w 10000"/>
              <a:gd name="connsiteY33-4418" fmla="*/ 1077 h 10000"/>
              <a:gd name="connsiteX34-4419" fmla="*/ 3333 w 10000"/>
              <a:gd name="connsiteY34-4420" fmla="*/ 1205 h 10000"/>
              <a:gd name="connsiteX35-4421" fmla="*/ 3333 w 10000"/>
              <a:gd name="connsiteY35-4422" fmla="*/ 1333 h 10000"/>
              <a:gd name="connsiteX36-4423" fmla="*/ 3621 w 10000"/>
              <a:gd name="connsiteY36-4424" fmla="*/ 1487 h 10000"/>
              <a:gd name="connsiteX37-4425" fmla="*/ 3621 w 10000"/>
              <a:gd name="connsiteY37-4426" fmla="*/ 1615 h 10000"/>
              <a:gd name="connsiteX38-4427" fmla="*/ 3621 w 10000"/>
              <a:gd name="connsiteY38-4428" fmla="*/ 1897 h 10000"/>
              <a:gd name="connsiteX39-4429" fmla="*/ 3621 w 10000"/>
              <a:gd name="connsiteY39-4430" fmla="*/ 2026 h 10000"/>
              <a:gd name="connsiteX40-4431" fmla="*/ 3908 w 10000"/>
              <a:gd name="connsiteY40-4432" fmla="*/ 2026 h 10000"/>
              <a:gd name="connsiteX41-4433" fmla="*/ 3621 w 10000"/>
              <a:gd name="connsiteY41-4434" fmla="*/ 2154 h 10000"/>
              <a:gd name="connsiteX42-4435" fmla="*/ 3621 w 10000"/>
              <a:gd name="connsiteY42-4436" fmla="*/ 2154 h 10000"/>
              <a:gd name="connsiteX43-4437" fmla="*/ 3621 w 10000"/>
              <a:gd name="connsiteY43-4438" fmla="*/ 2282 h 10000"/>
              <a:gd name="connsiteX44-4439" fmla="*/ 3621 w 10000"/>
              <a:gd name="connsiteY44-4440" fmla="*/ 2564 h 10000"/>
              <a:gd name="connsiteX45-4441" fmla="*/ 3621 w 10000"/>
              <a:gd name="connsiteY45-4442" fmla="*/ 2692 h 10000"/>
              <a:gd name="connsiteX46-4443" fmla="*/ 3333 w 10000"/>
              <a:gd name="connsiteY46-4444" fmla="*/ 2974 h 10000"/>
              <a:gd name="connsiteX47-4445" fmla="*/ 3333 w 10000"/>
              <a:gd name="connsiteY47-4446" fmla="*/ 3231 h 10000"/>
              <a:gd name="connsiteX48-4447" fmla="*/ 2988 w 10000"/>
              <a:gd name="connsiteY48-4448" fmla="*/ 3641 h 10000"/>
              <a:gd name="connsiteX49-4449" fmla="*/ 2988 w 10000"/>
              <a:gd name="connsiteY49-4450" fmla="*/ 4333 h 10000"/>
              <a:gd name="connsiteX50-4451" fmla="*/ 2701 w 10000"/>
              <a:gd name="connsiteY50-4452" fmla="*/ 5000 h 10000"/>
              <a:gd name="connsiteX51-4453" fmla="*/ 2414 w 10000"/>
              <a:gd name="connsiteY51-4454" fmla="*/ 5667 h 10000"/>
              <a:gd name="connsiteX52-4455" fmla="*/ 2414 w 10000"/>
              <a:gd name="connsiteY52-4456" fmla="*/ 6359 h 10000"/>
              <a:gd name="connsiteX53-4457" fmla="*/ 2069 w 10000"/>
              <a:gd name="connsiteY53-4458" fmla="*/ 6615 h 10000"/>
              <a:gd name="connsiteX54-4459" fmla="*/ 2069 w 10000"/>
              <a:gd name="connsiteY54-4460" fmla="*/ 7026 h 10000"/>
              <a:gd name="connsiteX55-4461" fmla="*/ 2069 w 10000"/>
              <a:gd name="connsiteY55-4462" fmla="*/ 7308 h 10000"/>
              <a:gd name="connsiteX56-4463" fmla="*/ 2069 w 10000"/>
              <a:gd name="connsiteY56-4464" fmla="*/ 7564 h 10000"/>
              <a:gd name="connsiteX57-4465" fmla="*/ 2414 w 10000"/>
              <a:gd name="connsiteY57-4466" fmla="*/ 7974 h 10000"/>
              <a:gd name="connsiteX58-4467" fmla="*/ 2414 w 10000"/>
              <a:gd name="connsiteY58-4468" fmla="*/ 8385 h 10000"/>
              <a:gd name="connsiteX59-4469" fmla="*/ 2414 w 10000"/>
              <a:gd name="connsiteY59-4470" fmla="*/ 8385 h 10000"/>
              <a:gd name="connsiteX0-4471" fmla="*/ 2414 w 10000"/>
              <a:gd name="connsiteY0-4472" fmla="*/ 8385 h 10000"/>
              <a:gd name="connsiteX1-4473" fmla="*/ 2701 w 10000"/>
              <a:gd name="connsiteY1-4474" fmla="*/ 8513 h 10000"/>
              <a:gd name="connsiteX2-4475" fmla="*/ 2988 w 10000"/>
              <a:gd name="connsiteY2-4476" fmla="*/ 8667 h 10000"/>
              <a:gd name="connsiteX3-4477" fmla="*/ 3333 w 10000"/>
              <a:gd name="connsiteY3-4478" fmla="*/ 8795 h 10000"/>
              <a:gd name="connsiteX4-4479" fmla="*/ 10000 w 10000"/>
              <a:gd name="connsiteY4-4480" fmla="*/ 10000 h 10000"/>
              <a:gd name="connsiteX5-4481" fmla="*/ 2701 w 10000"/>
              <a:gd name="connsiteY5-4482" fmla="*/ 9872 h 10000"/>
              <a:gd name="connsiteX6-4483" fmla="*/ 2414 w 10000"/>
              <a:gd name="connsiteY6-4484" fmla="*/ 9872 h 10000"/>
              <a:gd name="connsiteX7-4485" fmla="*/ 2069 w 10000"/>
              <a:gd name="connsiteY7-4486" fmla="*/ 9744 h 10000"/>
              <a:gd name="connsiteX8-4487" fmla="*/ 1782 w 10000"/>
              <a:gd name="connsiteY8-4488" fmla="*/ 9744 h 10000"/>
              <a:gd name="connsiteX9-4489" fmla="*/ 1494 w 10000"/>
              <a:gd name="connsiteY9-4490" fmla="*/ 9615 h 10000"/>
              <a:gd name="connsiteX10-4491" fmla="*/ 1207 w 10000"/>
              <a:gd name="connsiteY10-4492" fmla="*/ 9615 h 10000"/>
              <a:gd name="connsiteX11-4493" fmla="*/ 862 w 10000"/>
              <a:gd name="connsiteY11-4494" fmla="*/ 9462 h 10000"/>
              <a:gd name="connsiteX12-4495" fmla="*/ 862 w 10000"/>
              <a:gd name="connsiteY12-4496" fmla="*/ 9205 h 10000"/>
              <a:gd name="connsiteX13-4497" fmla="*/ 574 w 10000"/>
              <a:gd name="connsiteY13-4498" fmla="*/ 9051 h 10000"/>
              <a:gd name="connsiteX14-4499" fmla="*/ 574 w 10000"/>
              <a:gd name="connsiteY14-4500" fmla="*/ 8923 h 10000"/>
              <a:gd name="connsiteX15-4501" fmla="*/ 288 w 10000"/>
              <a:gd name="connsiteY15-4502" fmla="*/ 8667 h 10000"/>
              <a:gd name="connsiteX16-4503" fmla="*/ 288 w 10000"/>
              <a:gd name="connsiteY16-4504" fmla="*/ 8385 h 10000"/>
              <a:gd name="connsiteX17-4505" fmla="*/ 288 w 10000"/>
              <a:gd name="connsiteY17-4506" fmla="*/ 8128 h 10000"/>
              <a:gd name="connsiteX18-4507" fmla="*/ 0 w 10000"/>
              <a:gd name="connsiteY18-4508" fmla="*/ 7718 h 10000"/>
              <a:gd name="connsiteX19-4509" fmla="*/ 0 w 10000"/>
              <a:gd name="connsiteY19-4510" fmla="*/ 7308 h 10000"/>
              <a:gd name="connsiteX20-4511" fmla="*/ 0 w 10000"/>
              <a:gd name="connsiteY20-4512" fmla="*/ 6897 h 10000"/>
              <a:gd name="connsiteX21-4513" fmla="*/ 288 w 10000"/>
              <a:gd name="connsiteY21-4514" fmla="*/ 6359 h 10000"/>
              <a:gd name="connsiteX22-4515" fmla="*/ 288 w 10000"/>
              <a:gd name="connsiteY22-4516" fmla="*/ 5821 h 10000"/>
              <a:gd name="connsiteX23-4517" fmla="*/ 288 w 10000"/>
              <a:gd name="connsiteY23-4518" fmla="*/ 5282 h 10000"/>
              <a:gd name="connsiteX24-4519" fmla="*/ 574 w 10000"/>
              <a:gd name="connsiteY24-4520" fmla="*/ 4051 h 10000"/>
              <a:gd name="connsiteX25-4521" fmla="*/ 574 w 10000"/>
              <a:gd name="connsiteY25-4522" fmla="*/ 2692 h 10000"/>
              <a:gd name="connsiteX26-4523" fmla="*/ 574 w 10000"/>
              <a:gd name="connsiteY26-4524" fmla="*/ 1333 h 10000"/>
              <a:gd name="connsiteX27-4525" fmla="*/ 288 w 10000"/>
              <a:gd name="connsiteY27-4526" fmla="*/ 0 h 10000"/>
              <a:gd name="connsiteX28-4527" fmla="*/ 1207 w 10000"/>
              <a:gd name="connsiteY28-4528" fmla="*/ 256 h 10000"/>
              <a:gd name="connsiteX29-4529" fmla="*/ 1782 w 10000"/>
              <a:gd name="connsiteY29-4530" fmla="*/ 538 h 10000"/>
              <a:gd name="connsiteX30-4531" fmla="*/ 2069 w 10000"/>
              <a:gd name="connsiteY30-4532" fmla="*/ 667 h 10000"/>
              <a:gd name="connsiteX31-4533" fmla="*/ 2701 w 10000"/>
              <a:gd name="connsiteY31-4534" fmla="*/ 949 h 10000"/>
              <a:gd name="connsiteX32-4535" fmla="*/ 2988 w 10000"/>
              <a:gd name="connsiteY32-4536" fmla="*/ 1077 h 10000"/>
              <a:gd name="connsiteX33-4537" fmla="*/ 3333 w 10000"/>
              <a:gd name="connsiteY33-4538" fmla="*/ 1205 h 10000"/>
              <a:gd name="connsiteX34-4539" fmla="*/ 3333 w 10000"/>
              <a:gd name="connsiteY34-4540" fmla="*/ 1333 h 10000"/>
              <a:gd name="connsiteX35-4541" fmla="*/ 3621 w 10000"/>
              <a:gd name="connsiteY35-4542" fmla="*/ 1487 h 10000"/>
              <a:gd name="connsiteX36-4543" fmla="*/ 3621 w 10000"/>
              <a:gd name="connsiteY36-4544" fmla="*/ 1615 h 10000"/>
              <a:gd name="connsiteX37-4545" fmla="*/ 3621 w 10000"/>
              <a:gd name="connsiteY37-4546" fmla="*/ 1897 h 10000"/>
              <a:gd name="connsiteX38-4547" fmla="*/ 3621 w 10000"/>
              <a:gd name="connsiteY38-4548" fmla="*/ 2026 h 10000"/>
              <a:gd name="connsiteX39-4549" fmla="*/ 3908 w 10000"/>
              <a:gd name="connsiteY39-4550" fmla="*/ 2026 h 10000"/>
              <a:gd name="connsiteX40-4551" fmla="*/ 3621 w 10000"/>
              <a:gd name="connsiteY40-4552" fmla="*/ 2154 h 10000"/>
              <a:gd name="connsiteX41-4553" fmla="*/ 3621 w 10000"/>
              <a:gd name="connsiteY41-4554" fmla="*/ 2154 h 10000"/>
              <a:gd name="connsiteX42-4555" fmla="*/ 3621 w 10000"/>
              <a:gd name="connsiteY42-4556" fmla="*/ 2282 h 10000"/>
              <a:gd name="connsiteX43-4557" fmla="*/ 3621 w 10000"/>
              <a:gd name="connsiteY43-4558" fmla="*/ 2564 h 10000"/>
              <a:gd name="connsiteX44-4559" fmla="*/ 3621 w 10000"/>
              <a:gd name="connsiteY44-4560" fmla="*/ 2692 h 10000"/>
              <a:gd name="connsiteX45-4561" fmla="*/ 3333 w 10000"/>
              <a:gd name="connsiteY45-4562" fmla="*/ 2974 h 10000"/>
              <a:gd name="connsiteX46-4563" fmla="*/ 3333 w 10000"/>
              <a:gd name="connsiteY46-4564" fmla="*/ 3231 h 10000"/>
              <a:gd name="connsiteX47-4565" fmla="*/ 2988 w 10000"/>
              <a:gd name="connsiteY47-4566" fmla="*/ 3641 h 10000"/>
              <a:gd name="connsiteX48-4567" fmla="*/ 2988 w 10000"/>
              <a:gd name="connsiteY48-4568" fmla="*/ 4333 h 10000"/>
              <a:gd name="connsiteX49-4569" fmla="*/ 2701 w 10000"/>
              <a:gd name="connsiteY49-4570" fmla="*/ 5000 h 10000"/>
              <a:gd name="connsiteX50-4571" fmla="*/ 2414 w 10000"/>
              <a:gd name="connsiteY50-4572" fmla="*/ 5667 h 10000"/>
              <a:gd name="connsiteX51-4573" fmla="*/ 2414 w 10000"/>
              <a:gd name="connsiteY51-4574" fmla="*/ 6359 h 10000"/>
              <a:gd name="connsiteX52-4575" fmla="*/ 2069 w 10000"/>
              <a:gd name="connsiteY52-4576" fmla="*/ 6615 h 10000"/>
              <a:gd name="connsiteX53-4577" fmla="*/ 2069 w 10000"/>
              <a:gd name="connsiteY53-4578" fmla="*/ 7026 h 10000"/>
              <a:gd name="connsiteX54-4579" fmla="*/ 2069 w 10000"/>
              <a:gd name="connsiteY54-4580" fmla="*/ 7308 h 10000"/>
              <a:gd name="connsiteX55-4581" fmla="*/ 2069 w 10000"/>
              <a:gd name="connsiteY55-4582" fmla="*/ 7564 h 10000"/>
              <a:gd name="connsiteX56-4583" fmla="*/ 2414 w 10000"/>
              <a:gd name="connsiteY56-4584" fmla="*/ 7974 h 10000"/>
              <a:gd name="connsiteX57-4585" fmla="*/ 2414 w 10000"/>
              <a:gd name="connsiteY57-4586" fmla="*/ 8385 h 10000"/>
              <a:gd name="connsiteX58-4587" fmla="*/ 2414 w 10000"/>
              <a:gd name="connsiteY58-4588" fmla="*/ 8385 h 10000"/>
              <a:gd name="connsiteX0-4589" fmla="*/ 2414 w 3908"/>
              <a:gd name="connsiteY0-4590" fmla="*/ 8385 h 9872"/>
              <a:gd name="connsiteX1-4591" fmla="*/ 2701 w 3908"/>
              <a:gd name="connsiteY1-4592" fmla="*/ 8513 h 9872"/>
              <a:gd name="connsiteX2-4593" fmla="*/ 2988 w 3908"/>
              <a:gd name="connsiteY2-4594" fmla="*/ 8667 h 9872"/>
              <a:gd name="connsiteX3-4595" fmla="*/ 3333 w 3908"/>
              <a:gd name="connsiteY3-4596" fmla="*/ 8795 h 9872"/>
              <a:gd name="connsiteX4-4597" fmla="*/ 2701 w 3908"/>
              <a:gd name="connsiteY4-4598" fmla="*/ 9872 h 9872"/>
              <a:gd name="connsiteX5-4599" fmla="*/ 2414 w 3908"/>
              <a:gd name="connsiteY5-4600" fmla="*/ 9872 h 9872"/>
              <a:gd name="connsiteX6-4601" fmla="*/ 2069 w 3908"/>
              <a:gd name="connsiteY6-4602" fmla="*/ 9744 h 9872"/>
              <a:gd name="connsiteX7-4603" fmla="*/ 1782 w 3908"/>
              <a:gd name="connsiteY7-4604" fmla="*/ 9744 h 9872"/>
              <a:gd name="connsiteX8-4605" fmla="*/ 1494 w 3908"/>
              <a:gd name="connsiteY8-4606" fmla="*/ 9615 h 9872"/>
              <a:gd name="connsiteX9-4607" fmla="*/ 1207 w 3908"/>
              <a:gd name="connsiteY9-4608" fmla="*/ 9615 h 9872"/>
              <a:gd name="connsiteX10-4609" fmla="*/ 862 w 3908"/>
              <a:gd name="connsiteY10-4610" fmla="*/ 9462 h 9872"/>
              <a:gd name="connsiteX11-4611" fmla="*/ 862 w 3908"/>
              <a:gd name="connsiteY11-4612" fmla="*/ 9205 h 9872"/>
              <a:gd name="connsiteX12-4613" fmla="*/ 574 w 3908"/>
              <a:gd name="connsiteY12-4614" fmla="*/ 9051 h 9872"/>
              <a:gd name="connsiteX13-4615" fmla="*/ 574 w 3908"/>
              <a:gd name="connsiteY13-4616" fmla="*/ 8923 h 9872"/>
              <a:gd name="connsiteX14-4617" fmla="*/ 288 w 3908"/>
              <a:gd name="connsiteY14-4618" fmla="*/ 8667 h 9872"/>
              <a:gd name="connsiteX15-4619" fmla="*/ 288 w 3908"/>
              <a:gd name="connsiteY15-4620" fmla="*/ 8385 h 9872"/>
              <a:gd name="connsiteX16-4621" fmla="*/ 288 w 3908"/>
              <a:gd name="connsiteY16-4622" fmla="*/ 8128 h 9872"/>
              <a:gd name="connsiteX17-4623" fmla="*/ 0 w 3908"/>
              <a:gd name="connsiteY17-4624" fmla="*/ 7718 h 9872"/>
              <a:gd name="connsiteX18-4625" fmla="*/ 0 w 3908"/>
              <a:gd name="connsiteY18-4626" fmla="*/ 7308 h 9872"/>
              <a:gd name="connsiteX19-4627" fmla="*/ 0 w 3908"/>
              <a:gd name="connsiteY19-4628" fmla="*/ 6897 h 9872"/>
              <a:gd name="connsiteX20-4629" fmla="*/ 288 w 3908"/>
              <a:gd name="connsiteY20-4630" fmla="*/ 6359 h 9872"/>
              <a:gd name="connsiteX21-4631" fmla="*/ 288 w 3908"/>
              <a:gd name="connsiteY21-4632" fmla="*/ 5821 h 9872"/>
              <a:gd name="connsiteX22-4633" fmla="*/ 288 w 3908"/>
              <a:gd name="connsiteY22-4634" fmla="*/ 5282 h 9872"/>
              <a:gd name="connsiteX23-4635" fmla="*/ 574 w 3908"/>
              <a:gd name="connsiteY23-4636" fmla="*/ 4051 h 9872"/>
              <a:gd name="connsiteX24-4637" fmla="*/ 574 w 3908"/>
              <a:gd name="connsiteY24-4638" fmla="*/ 2692 h 9872"/>
              <a:gd name="connsiteX25-4639" fmla="*/ 574 w 3908"/>
              <a:gd name="connsiteY25-4640" fmla="*/ 1333 h 9872"/>
              <a:gd name="connsiteX26-4641" fmla="*/ 288 w 3908"/>
              <a:gd name="connsiteY26-4642" fmla="*/ 0 h 9872"/>
              <a:gd name="connsiteX27-4643" fmla="*/ 1207 w 3908"/>
              <a:gd name="connsiteY27-4644" fmla="*/ 256 h 9872"/>
              <a:gd name="connsiteX28-4645" fmla="*/ 1782 w 3908"/>
              <a:gd name="connsiteY28-4646" fmla="*/ 538 h 9872"/>
              <a:gd name="connsiteX29-4647" fmla="*/ 2069 w 3908"/>
              <a:gd name="connsiteY29-4648" fmla="*/ 667 h 9872"/>
              <a:gd name="connsiteX30-4649" fmla="*/ 2701 w 3908"/>
              <a:gd name="connsiteY30-4650" fmla="*/ 949 h 9872"/>
              <a:gd name="connsiteX31-4651" fmla="*/ 2988 w 3908"/>
              <a:gd name="connsiteY31-4652" fmla="*/ 1077 h 9872"/>
              <a:gd name="connsiteX32-4653" fmla="*/ 3333 w 3908"/>
              <a:gd name="connsiteY32-4654" fmla="*/ 1205 h 9872"/>
              <a:gd name="connsiteX33-4655" fmla="*/ 3333 w 3908"/>
              <a:gd name="connsiteY33-4656" fmla="*/ 1333 h 9872"/>
              <a:gd name="connsiteX34-4657" fmla="*/ 3621 w 3908"/>
              <a:gd name="connsiteY34-4658" fmla="*/ 1487 h 9872"/>
              <a:gd name="connsiteX35-4659" fmla="*/ 3621 w 3908"/>
              <a:gd name="connsiteY35-4660" fmla="*/ 1615 h 9872"/>
              <a:gd name="connsiteX36-4661" fmla="*/ 3621 w 3908"/>
              <a:gd name="connsiteY36-4662" fmla="*/ 1897 h 9872"/>
              <a:gd name="connsiteX37-4663" fmla="*/ 3621 w 3908"/>
              <a:gd name="connsiteY37-4664" fmla="*/ 2026 h 9872"/>
              <a:gd name="connsiteX38-4665" fmla="*/ 3908 w 3908"/>
              <a:gd name="connsiteY38-4666" fmla="*/ 2026 h 9872"/>
              <a:gd name="connsiteX39-4667" fmla="*/ 3621 w 3908"/>
              <a:gd name="connsiteY39-4668" fmla="*/ 2154 h 9872"/>
              <a:gd name="connsiteX40-4669" fmla="*/ 3621 w 3908"/>
              <a:gd name="connsiteY40-4670" fmla="*/ 2154 h 9872"/>
              <a:gd name="connsiteX41-4671" fmla="*/ 3621 w 3908"/>
              <a:gd name="connsiteY41-4672" fmla="*/ 2282 h 9872"/>
              <a:gd name="connsiteX42-4673" fmla="*/ 3621 w 3908"/>
              <a:gd name="connsiteY42-4674" fmla="*/ 2564 h 9872"/>
              <a:gd name="connsiteX43-4675" fmla="*/ 3621 w 3908"/>
              <a:gd name="connsiteY43-4676" fmla="*/ 2692 h 9872"/>
              <a:gd name="connsiteX44-4677" fmla="*/ 3333 w 3908"/>
              <a:gd name="connsiteY44-4678" fmla="*/ 2974 h 9872"/>
              <a:gd name="connsiteX45-4679" fmla="*/ 3333 w 3908"/>
              <a:gd name="connsiteY45-4680" fmla="*/ 3231 h 9872"/>
              <a:gd name="connsiteX46-4681" fmla="*/ 2988 w 3908"/>
              <a:gd name="connsiteY46-4682" fmla="*/ 3641 h 9872"/>
              <a:gd name="connsiteX47-4683" fmla="*/ 2988 w 3908"/>
              <a:gd name="connsiteY47-4684" fmla="*/ 4333 h 9872"/>
              <a:gd name="connsiteX48-4685" fmla="*/ 2701 w 3908"/>
              <a:gd name="connsiteY48-4686" fmla="*/ 5000 h 9872"/>
              <a:gd name="connsiteX49-4687" fmla="*/ 2414 w 3908"/>
              <a:gd name="connsiteY49-4688" fmla="*/ 5667 h 9872"/>
              <a:gd name="connsiteX50-4689" fmla="*/ 2414 w 3908"/>
              <a:gd name="connsiteY50-4690" fmla="*/ 6359 h 9872"/>
              <a:gd name="connsiteX51-4691" fmla="*/ 2069 w 3908"/>
              <a:gd name="connsiteY51-4692" fmla="*/ 6615 h 9872"/>
              <a:gd name="connsiteX52-4693" fmla="*/ 2069 w 3908"/>
              <a:gd name="connsiteY52-4694" fmla="*/ 7026 h 9872"/>
              <a:gd name="connsiteX53-4695" fmla="*/ 2069 w 3908"/>
              <a:gd name="connsiteY53-4696" fmla="*/ 7308 h 9872"/>
              <a:gd name="connsiteX54-4697" fmla="*/ 2069 w 3908"/>
              <a:gd name="connsiteY54-4698" fmla="*/ 7564 h 9872"/>
              <a:gd name="connsiteX55-4699" fmla="*/ 2414 w 3908"/>
              <a:gd name="connsiteY55-4700" fmla="*/ 7974 h 9872"/>
              <a:gd name="connsiteX56-4701" fmla="*/ 2414 w 3908"/>
              <a:gd name="connsiteY56-4702" fmla="*/ 8385 h 9872"/>
              <a:gd name="connsiteX57-4703" fmla="*/ 2414 w 3908"/>
              <a:gd name="connsiteY57-4704" fmla="*/ 8385 h 9872"/>
              <a:gd name="connsiteX0-4705" fmla="*/ 6177 w 10000"/>
              <a:gd name="connsiteY0-4706" fmla="*/ 8494 h 10000"/>
              <a:gd name="connsiteX1-4707" fmla="*/ 6911 w 10000"/>
              <a:gd name="connsiteY1-4708" fmla="*/ 8623 h 10000"/>
              <a:gd name="connsiteX2-4709" fmla="*/ 7646 w 10000"/>
              <a:gd name="connsiteY2-4710" fmla="*/ 8779 h 10000"/>
              <a:gd name="connsiteX3-4711" fmla="*/ 8529 w 10000"/>
              <a:gd name="connsiteY3-4712" fmla="*/ 8909 h 10000"/>
              <a:gd name="connsiteX4-4713" fmla="*/ 6911 w 10000"/>
              <a:gd name="connsiteY4-4714" fmla="*/ 10000 h 10000"/>
              <a:gd name="connsiteX5-4715" fmla="*/ 6177 w 10000"/>
              <a:gd name="connsiteY5-4716" fmla="*/ 10000 h 10000"/>
              <a:gd name="connsiteX6-4717" fmla="*/ 4560 w 10000"/>
              <a:gd name="connsiteY6-4718" fmla="*/ 9870 h 10000"/>
              <a:gd name="connsiteX7-4719" fmla="*/ 3823 w 10000"/>
              <a:gd name="connsiteY7-4720" fmla="*/ 9740 h 10000"/>
              <a:gd name="connsiteX8-4721" fmla="*/ 3089 w 10000"/>
              <a:gd name="connsiteY8-4722" fmla="*/ 9740 h 10000"/>
              <a:gd name="connsiteX9-4723" fmla="*/ 2206 w 10000"/>
              <a:gd name="connsiteY9-4724" fmla="*/ 9585 h 10000"/>
              <a:gd name="connsiteX10-4725" fmla="*/ 2206 w 10000"/>
              <a:gd name="connsiteY10-4726" fmla="*/ 9324 h 10000"/>
              <a:gd name="connsiteX11-4727" fmla="*/ 1469 w 10000"/>
              <a:gd name="connsiteY11-4728" fmla="*/ 9168 h 10000"/>
              <a:gd name="connsiteX12-4729" fmla="*/ 1469 w 10000"/>
              <a:gd name="connsiteY12-4730" fmla="*/ 9039 h 10000"/>
              <a:gd name="connsiteX13-4731" fmla="*/ 737 w 10000"/>
              <a:gd name="connsiteY13-4732" fmla="*/ 8779 h 10000"/>
              <a:gd name="connsiteX14-4733" fmla="*/ 737 w 10000"/>
              <a:gd name="connsiteY14-4734" fmla="*/ 8494 h 10000"/>
              <a:gd name="connsiteX15-4735" fmla="*/ 737 w 10000"/>
              <a:gd name="connsiteY15-4736" fmla="*/ 8233 h 10000"/>
              <a:gd name="connsiteX16-4737" fmla="*/ 0 w 10000"/>
              <a:gd name="connsiteY16-4738" fmla="*/ 7818 h 10000"/>
              <a:gd name="connsiteX17-4739" fmla="*/ 0 w 10000"/>
              <a:gd name="connsiteY17-4740" fmla="*/ 7403 h 10000"/>
              <a:gd name="connsiteX18-4741" fmla="*/ 0 w 10000"/>
              <a:gd name="connsiteY18-4742" fmla="*/ 6986 h 10000"/>
              <a:gd name="connsiteX19-4743" fmla="*/ 737 w 10000"/>
              <a:gd name="connsiteY19-4744" fmla="*/ 6441 h 10000"/>
              <a:gd name="connsiteX20-4745" fmla="*/ 737 w 10000"/>
              <a:gd name="connsiteY20-4746" fmla="*/ 5896 h 10000"/>
              <a:gd name="connsiteX21-4747" fmla="*/ 737 w 10000"/>
              <a:gd name="connsiteY21-4748" fmla="*/ 5350 h 10000"/>
              <a:gd name="connsiteX22-4749" fmla="*/ 1469 w 10000"/>
              <a:gd name="connsiteY22-4750" fmla="*/ 4104 h 10000"/>
              <a:gd name="connsiteX23-4751" fmla="*/ 1469 w 10000"/>
              <a:gd name="connsiteY23-4752" fmla="*/ 2727 h 10000"/>
              <a:gd name="connsiteX24-4753" fmla="*/ 1469 w 10000"/>
              <a:gd name="connsiteY24-4754" fmla="*/ 1350 h 10000"/>
              <a:gd name="connsiteX25-4755" fmla="*/ 737 w 10000"/>
              <a:gd name="connsiteY25-4756" fmla="*/ 0 h 10000"/>
              <a:gd name="connsiteX26-4757" fmla="*/ 3089 w 10000"/>
              <a:gd name="connsiteY26-4758" fmla="*/ 259 h 10000"/>
              <a:gd name="connsiteX27-4759" fmla="*/ 4560 w 10000"/>
              <a:gd name="connsiteY27-4760" fmla="*/ 545 h 10000"/>
              <a:gd name="connsiteX28-4761" fmla="*/ 5294 w 10000"/>
              <a:gd name="connsiteY28-4762" fmla="*/ 676 h 10000"/>
              <a:gd name="connsiteX29-4763" fmla="*/ 6911 w 10000"/>
              <a:gd name="connsiteY29-4764" fmla="*/ 961 h 10000"/>
              <a:gd name="connsiteX30-4765" fmla="*/ 7646 w 10000"/>
              <a:gd name="connsiteY30-4766" fmla="*/ 1091 h 10000"/>
              <a:gd name="connsiteX31-4767" fmla="*/ 8529 w 10000"/>
              <a:gd name="connsiteY31-4768" fmla="*/ 1221 h 10000"/>
              <a:gd name="connsiteX32-4769" fmla="*/ 8529 w 10000"/>
              <a:gd name="connsiteY32-4770" fmla="*/ 1350 h 10000"/>
              <a:gd name="connsiteX33-4771" fmla="*/ 9266 w 10000"/>
              <a:gd name="connsiteY33-4772" fmla="*/ 1506 h 10000"/>
              <a:gd name="connsiteX34-4773" fmla="*/ 9266 w 10000"/>
              <a:gd name="connsiteY34-4774" fmla="*/ 1636 h 10000"/>
              <a:gd name="connsiteX35-4775" fmla="*/ 9266 w 10000"/>
              <a:gd name="connsiteY35-4776" fmla="*/ 1922 h 10000"/>
              <a:gd name="connsiteX36-4777" fmla="*/ 9266 w 10000"/>
              <a:gd name="connsiteY36-4778" fmla="*/ 2052 h 10000"/>
              <a:gd name="connsiteX37-4779" fmla="*/ 10000 w 10000"/>
              <a:gd name="connsiteY37-4780" fmla="*/ 2052 h 10000"/>
              <a:gd name="connsiteX38-4781" fmla="*/ 9266 w 10000"/>
              <a:gd name="connsiteY38-4782" fmla="*/ 2182 h 10000"/>
              <a:gd name="connsiteX39-4783" fmla="*/ 9266 w 10000"/>
              <a:gd name="connsiteY39-4784" fmla="*/ 2182 h 10000"/>
              <a:gd name="connsiteX40-4785" fmla="*/ 9266 w 10000"/>
              <a:gd name="connsiteY40-4786" fmla="*/ 2312 h 10000"/>
              <a:gd name="connsiteX41-4787" fmla="*/ 9266 w 10000"/>
              <a:gd name="connsiteY41-4788" fmla="*/ 2597 h 10000"/>
              <a:gd name="connsiteX42-4789" fmla="*/ 9266 w 10000"/>
              <a:gd name="connsiteY42-4790" fmla="*/ 2727 h 10000"/>
              <a:gd name="connsiteX43-4791" fmla="*/ 8529 w 10000"/>
              <a:gd name="connsiteY43-4792" fmla="*/ 3013 h 10000"/>
              <a:gd name="connsiteX44-4793" fmla="*/ 8529 w 10000"/>
              <a:gd name="connsiteY44-4794" fmla="*/ 3273 h 10000"/>
              <a:gd name="connsiteX45-4795" fmla="*/ 7646 w 10000"/>
              <a:gd name="connsiteY45-4796" fmla="*/ 3688 h 10000"/>
              <a:gd name="connsiteX46-4797" fmla="*/ 7646 w 10000"/>
              <a:gd name="connsiteY46-4798" fmla="*/ 4389 h 10000"/>
              <a:gd name="connsiteX47-4799" fmla="*/ 6911 w 10000"/>
              <a:gd name="connsiteY47-4800" fmla="*/ 5065 h 10000"/>
              <a:gd name="connsiteX48-4801" fmla="*/ 6177 w 10000"/>
              <a:gd name="connsiteY48-4802" fmla="*/ 5740 h 10000"/>
              <a:gd name="connsiteX49-4803" fmla="*/ 6177 w 10000"/>
              <a:gd name="connsiteY49-4804" fmla="*/ 6441 h 10000"/>
              <a:gd name="connsiteX50-4805" fmla="*/ 5294 w 10000"/>
              <a:gd name="connsiteY50-4806" fmla="*/ 6701 h 10000"/>
              <a:gd name="connsiteX51-4807" fmla="*/ 5294 w 10000"/>
              <a:gd name="connsiteY51-4808" fmla="*/ 7117 h 10000"/>
              <a:gd name="connsiteX52-4809" fmla="*/ 5294 w 10000"/>
              <a:gd name="connsiteY52-4810" fmla="*/ 7403 h 10000"/>
              <a:gd name="connsiteX53-4811" fmla="*/ 5294 w 10000"/>
              <a:gd name="connsiteY53-4812" fmla="*/ 7662 h 10000"/>
              <a:gd name="connsiteX54-4813" fmla="*/ 6177 w 10000"/>
              <a:gd name="connsiteY54-4814" fmla="*/ 8077 h 10000"/>
              <a:gd name="connsiteX55-4815" fmla="*/ 6177 w 10000"/>
              <a:gd name="connsiteY55-4816" fmla="*/ 8494 h 10000"/>
              <a:gd name="connsiteX56-4817" fmla="*/ 6177 w 10000"/>
              <a:gd name="connsiteY56-4818" fmla="*/ 8494 h 10000"/>
              <a:gd name="connsiteX0-4819" fmla="*/ 6177 w 10000"/>
              <a:gd name="connsiteY0-4820" fmla="*/ 8494 h 10000"/>
              <a:gd name="connsiteX1-4821" fmla="*/ 6911 w 10000"/>
              <a:gd name="connsiteY1-4822" fmla="*/ 8623 h 10000"/>
              <a:gd name="connsiteX2-4823" fmla="*/ 7646 w 10000"/>
              <a:gd name="connsiteY2-4824" fmla="*/ 8779 h 10000"/>
              <a:gd name="connsiteX3-4825" fmla="*/ 8529 w 10000"/>
              <a:gd name="connsiteY3-4826" fmla="*/ 8909 h 10000"/>
              <a:gd name="connsiteX4-4827" fmla="*/ 6177 w 10000"/>
              <a:gd name="connsiteY4-4828" fmla="*/ 10000 h 10000"/>
              <a:gd name="connsiteX5-4829" fmla="*/ 4560 w 10000"/>
              <a:gd name="connsiteY5-4830" fmla="*/ 9870 h 10000"/>
              <a:gd name="connsiteX6-4831" fmla="*/ 3823 w 10000"/>
              <a:gd name="connsiteY6-4832" fmla="*/ 9740 h 10000"/>
              <a:gd name="connsiteX7-4833" fmla="*/ 3089 w 10000"/>
              <a:gd name="connsiteY7-4834" fmla="*/ 9740 h 10000"/>
              <a:gd name="connsiteX8-4835" fmla="*/ 2206 w 10000"/>
              <a:gd name="connsiteY8-4836" fmla="*/ 9585 h 10000"/>
              <a:gd name="connsiteX9-4837" fmla="*/ 2206 w 10000"/>
              <a:gd name="connsiteY9-4838" fmla="*/ 9324 h 10000"/>
              <a:gd name="connsiteX10-4839" fmla="*/ 1469 w 10000"/>
              <a:gd name="connsiteY10-4840" fmla="*/ 9168 h 10000"/>
              <a:gd name="connsiteX11-4841" fmla="*/ 1469 w 10000"/>
              <a:gd name="connsiteY11-4842" fmla="*/ 9039 h 10000"/>
              <a:gd name="connsiteX12-4843" fmla="*/ 737 w 10000"/>
              <a:gd name="connsiteY12-4844" fmla="*/ 8779 h 10000"/>
              <a:gd name="connsiteX13-4845" fmla="*/ 737 w 10000"/>
              <a:gd name="connsiteY13-4846" fmla="*/ 8494 h 10000"/>
              <a:gd name="connsiteX14-4847" fmla="*/ 737 w 10000"/>
              <a:gd name="connsiteY14-4848" fmla="*/ 8233 h 10000"/>
              <a:gd name="connsiteX15-4849" fmla="*/ 0 w 10000"/>
              <a:gd name="connsiteY15-4850" fmla="*/ 7818 h 10000"/>
              <a:gd name="connsiteX16-4851" fmla="*/ 0 w 10000"/>
              <a:gd name="connsiteY16-4852" fmla="*/ 7403 h 10000"/>
              <a:gd name="connsiteX17-4853" fmla="*/ 0 w 10000"/>
              <a:gd name="connsiteY17-4854" fmla="*/ 6986 h 10000"/>
              <a:gd name="connsiteX18-4855" fmla="*/ 737 w 10000"/>
              <a:gd name="connsiteY18-4856" fmla="*/ 6441 h 10000"/>
              <a:gd name="connsiteX19-4857" fmla="*/ 737 w 10000"/>
              <a:gd name="connsiteY19-4858" fmla="*/ 5896 h 10000"/>
              <a:gd name="connsiteX20-4859" fmla="*/ 737 w 10000"/>
              <a:gd name="connsiteY20-4860" fmla="*/ 5350 h 10000"/>
              <a:gd name="connsiteX21-4861" fmla="*/ 1469 w 10000"/>
              <a:gd name="connsiteY21-4862" fmla="*/ 4104 h 10000"/>
              <a:gd name="connsiteX22-4863" fmla="*/ 1469 w 10000"/>
              <a:gd name="connsiteY22-4864" fmla="*/ 2727 h 10000"/>
              <a:gd name="connsiteX23-4865" fmla="*/ 1469 w 10000"/>
              <a:gd name="connsiteY23-4866" fmla="*/ 1350 h 10000"/>
              <a:gd name="connsiteX24-4867" fmla="*/ 737 w 10000"/>
              <a:gd name="connsiteY24-4868" fmla="*/ 0 h 10000"/>
              <a:gd name="connsiteX25-4869" fmla="*/ 3089 w 10000"/>
              <a:gd name="connsiteY25-4870" fmla="*/ 259 h 10000"/>
              <a:gd name="connsiteX26-4871" fmla="*/ 4560 w 10000"/>
              <a:gd name="connsiteY26-4872" fmla="*/ 545 h 10000"/>
              <a:gd name="connsiteX27-4873" fmla="*/ 5294 w 10000"/>
              <a:gd name="connsiteY27-4874" fmla="*/ 676 h 10000"/>
              <a:gd name="connsiteX28-4875" fmla="*/ 6911 w 10000"/>
              <a:gd name="connsiteY28-4876" fmla="*/ 961 h 10000"/>
              <a:gd name="connsiteX29-4877" fmla="*/ 7646 w 10000"/>
              <a:gd name="connsiteY29-4878" fmla="*/ 1091 h 10000"/>
              <a:gd name="connsiteX30-4879" fmla="*/ 8529 w 10000"/>
              <a:gd name="connsiteY30-4880" fmla="*/ 1221 h 10000"/>
              <a:gd name="connsiteX31-4881" fmla="*/ 8529 w 10000"/>
              <a:gd name="connsiteY31-4882" fmla="*/ 1350 h 10000"/>
              <a:gd name="connsiteX32-4883" fmla="*/ 9266 w 10000"/>
              <a:gd name="connsiteY32-4884" fmla="*/ 1506 h 10000"/>
              <a:gd name="connsiteX33-4885" fmla="*/ 9266 w 10000"/>
              <a:gd name="connsiteY33-4886" fmla="*/ 1636 h 10000"/>
              <a:gd name="connsiteX34-4887" fmla="*/ 9266 w 10000"/>
              <a:gd name="connsiteY34-4888" fmla="*/ 1922 h 10000"/>
              <a:gd name="connsiteX35-4889" fmla="*/ 9266 w 10000"/>
              <a:gd name="connsiteY35-4890" fmla="*/ 2052 h 10000"/>
              <a:gd name="connsiteX36-4891" fmla="*/ 10000 w 10000"/>
              <a:gd name="connsiteY36-4892" fmla="*/ 2052 h 10000"/>
              <a:gd name="connsiteX37-4893" fmla="*/ 9266 w 10000"/>
              <a:gd name="connsiteY37-4894" fmla="*/ 2182 h 10000"/>
              <a:gd name="connsiteX38-4895" fmla="*/ 9266 w 10000"/>
              <a:gd name="connsiteY38-4896" fmla="*/ 2182 h 10000"/>
              <a:gd name="connsiteX39-4897" fmla="*/ 9266 w 10000"/>
              <a:gd name="connsiteY39-4898" fmla="*/ 2312 h 10000"/>
              <a:gd name="connsiteX40-4899" fmla="*/ 9266 w 10000"/>
              <a:gd name="connsiteY40-4900" fmla="*/ 2597 h 10000"/>
              <a:gd name="connsiteX41-4901" fmla="*/ 9266 w 10000"/>
              <a:gd name="connsiteY41-4902" fmla="*/ 2727 h 10000"/>
              <a:gd name="connsiteX42-4903" fmla="*/ 8529 w 10000"/>
              <a:gd name="connsiteY42-4904" fmla="*/ 3013 h 10000"/>
              <a:gd name="connsiteX43-4905" fmla="*/ 8529 w 10000"/>
              <a:gd name="connsiteY43-4906" fmla="*/ 3273 h 10000"/>
              <a:gd name="connsiteX44-4907" fmla="*/ 7646 w 10000"/>
              <a:gd name="connsiteY44-4908" fmla="*/ 3688 h 10000"/>
              <a:gd name="connsiteX45-4909" fmla="*/ 7646 w 10000"/>
              <a:gd name="connsiteY45-4910" fmla="*/ 4389 h 10000"/>
              <a:gd name="connsiteX46-4911" fmla="*/ 6911 w 10000"/>
              <a:gd name="connsiteY46-4912" fmla="*/ 5065 h 10000"/>
              <a:gd name="connsiteX47-4913" fmla="*/ 6177 w 10000"/>
              <a:gd name="connsiteY47-4914" fmla="*/ 5740 h 10000"/>
              <a:gd name="connsiteX48-4915" fmla="*/ 6177 w 10000"/>
              <a:gd name="connsiteY48-4916" fmla="*/ 6441 h 10000"/>
              <a:gd name="connsiteX49-4917" fmla="*/ 5294 w 10000"/>
              <a:gd name="connsiteY49-4918" fmla="*/ 6701 h 10000"/>
              <a:gd name="connsiteX50-4919" fmla="*/ 5294 w 10000"/>
              <a:gd name="connsiteY50-4920" fmla="*/ 7117 h 10000"/>
              <a:gd name="connsiteX51-4921" fmla="*/ 5294 w 10000"/>
              <a:gd name="connsiteY51-4922" fmla="*/ 7403 h 10000"/>
              <a:gd name="connsiteX52-4923" fmla="*/ 5294 w 10000"/>
              <a:gd name="connsiteY52-4924" fmla="*/ 7662 h 10000"/>
              <a:gd name="connsiteX53-4925" fmla="*/ 6177 w 10000"/>
              <a:gd name="connsiteY53-4926" fmla="*/ 8077 h 10000"/>
              <a:gd name="connsiteX54-4927" fmla="*/ 6177 w 10000"/>
              <a:gd name="connsiteY54-4928" fmla="*/ 8494 h 10000"/>
              <a:gd name="connsiteX55-4929" fmla="*/ 6177 w 10000"/>
              <a:gd name="connsiteY55-4930" fmla="*/ 8494 h 10000"/>
              <a:gd name="connsiteX0-4931" fmla="*/ 6177 w 10000"/>
              <a:gd name="connsiteY0-4932" fmla="*/ 8494 h 9870"/>
              <a:gd name="connsiteX1-4933" fmla="*/ 6911 w 10000"/>
              <a:gd name="connsiteY1-4934" fmla="*/ 8623 h 9870"/>
              <a:gd name="connsiteX2-4935" fmla="*/ 7646 w 10000"/>
              <a:gd name="connsiteY2-4936" fmla="*/ 8779 h 9870"/>
              <a:gd name="connsiteX3-4937" fmla="*/ 8529 w 10000"/>
              <a:gd name="connsiteY3-4938" fmla="*/ 8909 h 9870"/>
              <a:gd name="connsiteX4-4939" fmla="*/ 4560 w 10000"/>
              <a:gd name="connsiteY4-4940" fmla="*/ 9870 h 9870"/>
              <a:gd name="connsiteX5-4941" fmla="*/ 3823 w 10000"/>
              <a:gd name="connsiteY5-4942" fmla="*/ 9740 h 9870"/>
              <a:gd name="connsiteX6-4943" fmla="*/ 3089 w 10000"/>
              <a:gd name="connsiteY6-4944" fmla="*/ 9740 h 9870"/>
              <a:gd name="connsiteX7-4945" fmla="*/ 2206 w 10000"/>
              <a:gd name="connsiteY7-4946" fmla="*/ 9585 h 9870"/>
              <a:gd name="connsiteX8-4947" fmla="*/ 2206 w 10000"/>
              <a:gd name="connsiteY8-4948" fmla="*/ 9324 h 9870"/>
              <a:gd name="connsiteX9-4949" fmla="*/ 1469 w 10000"/>
              <a:gd name="connsiteY9-4950" fmla="*/ 9168 h 9870"/>
              <a:gd name="connsiteX10-4951" fmla="*/ 1469 w 10000"/>
              <a:gd name="connsiteY10-4952" fmla="*/ 9039 h 9870"/>
              <a:gd name="connsiteX11-4953" fmla="*/ 737 w 10000"/>
              <a:gd name="connsiteY11-4954" fmla="*/ 8779 h 9870"/>
              <a:gd name="connsiteX12-4955" fmla="*/ 737 w 10000"/>
              <a:gd name="connsiteY12-4956" fmla="*/ 8494 h 9870"/>
              <a:gd name="connsiteX13-4957" fmla="*/ 737 w 10000"/>
              <a:gd name="connsiteY13-4958" fmla="*/ 8233 h 9870"/>
              <a:gd name="connsiteX14-4959" fmla="*/ 0 w 10000"/>
              <a:gd name="connsiteY14-4960" fmla="*/ 7818 h 9870"/>
              <a:gd name="connsiteX15-4961" fmla="*/ 0 w 10000"/>
              <a:gd name="connsiteY15-4962" fmla="*/ 7403 h 9870"/>
              <a:gd name="connsiteX16-4963" fmla="*/ 0 w 10000"/>
              <a:gd name="connsiteY16-4964" fmla="*/ 6986 h 9870"/>
              <a:gd name="connsiteX17-4965" fmla="*/ 737 w 10000"/>
              <a:gd name="connsiteY17-4966" fmla="*/ 6441 h 9870"/>
              <a:gd name="connsiteX18-4967" fmla="*/ 737 w 10000"/>
              <a:gd name="connsiteY18-4968" fmla="*/ 5896 h 9870"/>
              <a:gd name="connsiteX19-4969" fmla="*/ 737 w 10000"/>
              <a:gd name="connsiteY19-4970" fmla="*/ 5350 h 9870"/>
              <a:gd name="connsiteX20-4971" fmla="*/ 1469 w 10000"/>
              <a:gd name="connsiteY20-4972" fmla="*/ 4104 h 9870"/>
              <a:gd name="connsiteX21-4973" fmla="*/ 1469 w 10000"/>
              <a:gd name="connsiteY21-4974" fmla="*/ 2727 h 9870"/>
              <a:gd name="connsiteX22-4975" fmla="*/ 1469 w 10000"/>
              <a:gd name="connsiteY22-4976" fmla="*/ 1350 h 9870"/>
              <a:gd name="connsiteX23-4977" fmla="*/ 737 w 10000"/>
              <a:gd name="connsiteY23-4978" fmla="*/ 0 h 9870"/>
              <a:gd name="connsiteX24-4979" fmla="*/ 3089 w 10000"/>
              <a:gd name="connsiteY24-4980" fmla="*/ 259 h 9870"/>
              <a:gd name="connsiteX25-4981" fmla="*/ 4560 w 10000"/>
              <a:gd name="connsiteY25-4982" fmla="*/ 545 h 9870"/>
              <a:gd name="connsiteX26-4983" fmla="*/ 5294 w 10000"/>
              <a:gd name="connsiteY26-4984" fmla="*/ 676 h 9870"/>
              <a:gd name="connsiteX27-4985" fmla="*/ 6911 w 10000"/>
              <a:gd name="connsiteY27-4986" fmla="*/ 961 h 9870"/>
              <a:gd name="connsiteX28-4987" fmla="*/ 7646 w 10000"/>
              <a:gd name="connsiteY28-4988" fmla="*/ 1091 h 9870"/>
              <a:gd name="connsiteX29-4989" fmla="*/ 8529 w 10000"/>
              <a:gd name="connsiteY29-4990" fmla="*/ 1221 h 9870"/>
              <a:gd name="connsiteX30-4991" fmla="*/ 8529 w 10000"/>
              <a:gd name="connsiteY30-4992" fmla="*/ 1350 h 9870"/>
              <a:gd name="connsiteX31-4993" fmla="*/ 9266 w 10000"/>
              <a:gd name="connsiteY31-4994" fmla="*/ 1506 h 9870"/>
              <a:gd name="connsiteX32-4995" fmla="*/ 9266 w 10000"/>
              <a:gd name="connsiteY32-4996" fmla="*/ 1636 h 9870"/>
              <a:gd name="connsiteX33-4997" fmla="*/ 9266 w 10000"/>
              <a:gd name="connsiteY33-4998" fmla="*/ 1922 h 9870"/>
              <a:gd name="connsiteX34-4999" fmla="*/ 9266 w 10000"/>
              <a:gd name="connsiteY34-5000" fmla="*/ 2052 h 9870"/>
              <a:gd name="connsiteX35-5001" fmla="*/ 10000 w 10000"/>
              <a:gd name="connsiteY35-5002" fmla="*/ 2052 h 9870"/>
              <a:gd name="connsiteX36-5003" fmla="*/ 9266 w 10000"/>
              <a:gd name="connsiteY36-5004" fmla="*/ 2182 h 9870"/>
              <a:gd name="connsiteX37-5005" fmla="*/ 9266 w 10000"/>
              <a:gd name="connsiteY37-5006" fmla="*/ 2182 h 9870"/>
              <a:gd name="connsiteX38-5007" fmla="*/ 9266 w 10000"/>
              <a:gd name="connsiteY38-5008" fmla="*/ 2312 h 9870"/>
              <a:gd name="connsiteX39-5009" fmla="*/ 9266 w 10000"/>
              <a:gd name="connsiteY39-5010" fmla="*/ 2597 h 9870"/>
              <a:gd name="connsiteX40-5011" fmla="*/ 9266 w 10000"/>
              <a:gd name="connsiteY40-5012" fmla="*/ 2727 h 9870"/>
              <a:gd name="connsiteX41-5013" fmla="*/ 8529 w 10000"/>
              <a:gd name="connsiteY41-5014" fmla="*/ 3013 h 9870"/>
              <a:gd name="connsiteX42-5015" fmla="*/ 8529 w 10000"/>
              <a:gd name="connsiteY42-5016" fmla="*/ 3273 h 9870"/>
              <a:gd name="connsiteX43-5017" fmla="*/ 7646 w 10000"/>
              <a:gd name="connsiteY43-5018" fmla="*/ 3688 h 9870"/>
              <a:gd name="connsiteX44-5019" fmla="*/ 7646 w 10000"/>
              <a:gd name="connsiteY44-5020" fmla="*/ 4389 h 9870"/>
              <a:gd name="connsiteX45-5021" fmla="*/ 6911 w 10000"/>
              <a:gd name="connsiteY45-5022" fmla="*/ 5065 h 9870"/>
              <a:gd name="connsiteX46-5023" fmla="*/ 6177 w 10000"/>
              <a:gd name="connsiteY46-5024" fmla="*/ 5740 h 9870"/>
              <a:gd name="connsiteX47-5025" fmla="*/ 6177 w 10000"/>
              <a:gd name="connsiteY47-5026" fmla="*/ 6441 h 9870"/>
              <a:gd name="connsiteX48-5027" fmla="*/ 5294 w 10000"/>
              <a:gd name="connsiteY48-5028" fmla="*/ 6701 h 9870"/>
              <a:gd name="connsiteX49-5029" fmla="*/ 5294 w 10000"/>
              <a:gd name="connsiteY49-5030" fmla="*/ 7117 h 9870"/>
              <a:gd name="connsiteX50-5031" fmla="*/ 5294 w 10000"/>
              <a:gd name="connsiteY50-5032" fmla="*/ 7403 h 9870"/>
              <a:gd name="connsiteX51-5033" fmla="*/ 5294 w 10000"/>
              <a:gd name="connsiteY51-5034" fmla="*/ 7662 h 9870"/>
              <a:gd name="connsiteX52-5035" fmla="*/ 6177 w 10000"/>
              <a:gd name="connsiteY52-5036" fmla="*/ 8077 h 9870"/>
              <a:gd name="connsiteX53-5037" fmla="*/ 6177 w 10000"/>
              <a:gd name="connsiteY53-5038" fmla="*/ 8494 h 9870"/>
              <a:gd name="connsiteX54-5039" fmla="*/ 6177 w 10000"/>
              <a:gd name="connsiteY54-5040" fmla="*/ 8494 h 98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</a:cxnLst>
            <a:rect l="l" t="t" r="r" b="b"/>
            <a:pathLst>
              <a:path w="10000" h="9870">
                <a:moveTo>
                  <a:pt x="6177" y="8494"/>
                </a:moveTo>
                <a:lnTo>
                  <a:pt x="6911" y="8623"/>
                </a:lnTo>
                <a:lnTo>
                  <a:pt x="7646" y="8779"/>
                </a:lnTo>
                <a:lnTo>
                  <a:pt x="8529" y="8909"/>
                </a:lnTo>
                <a:lnTo>
                  <a:pt x="4560" y="9870"/>
                </a:lnTo>
                <a:lnTo>
                  <a:pt x="3823" y="9740"/>
                </a:lnTo>
                <a:lnTo>
                  <a:pt x="3089" y="9740"/>
                </a:lnTo>
                <a:lnTo>
                  <a:pt x="2206" y="9585"/>
                </a:lnTo>
                <a:lnTo>
                  <a:pt x="2206" y="9324"/>
                </a:lnTo>
                <a:lnTo>
                  <a:pt x="1469" y="9168"/>
                </a:lnTo>
                <a:lnTo>
                  <a:pt x="1469" y="9039"/>
                </a:lnTo>
                <a:lnTo>
                  <a:pt x="737" y="8779"/>
                </a:lnTo>
                <a:lnTo>
                  <a:pt x="737" y="8494"/>
                </a:lnTo>
                <a:lnTo>
                  <a:pt x="737" y="8233"/>
                </a:lnTo>
                <a:lnTo>
                  <a:pt x="0" y="7818"/>
                </a:lnTo>
                <a:lnTo>
                  <a:pt x="0" y="7403"/>
                </a:lnTo>
                <a:lnTo>
                  <a:pt x="0" y="6986"/>
                </a:lnTo>
                <a:lnTo>
                  <a:pt x="737" y="6441"/>
                </a:lnTo>
                <a:lnTo>
                  <a:pt x="737" y="5896"/>
                </a:lnTo>
                <a:lnTo>
                  <a:pt x="737" y="5350"/>
                </a:lnTo>
                <a:lnTo>
                  <a:pt x="1469" y="4104"/>
                </a:lnTo>
                <a:lnTo>
                  <a:pt x="1469" y="2727"/>
                </a:lnTo>
                <a:lnTo>
                  <a:pt x="1469" y="1350"/>
                </a:lnTo>
                <a:lnTo>
                  <a:pt x="737" y="0"/>
                </a:lnTo>
                <a:lnTo>
                  <a:pt x="3089" y="259"/>
                </a:lnTo>
                <a:lnTo>
                  <a:pt x="4560" y="545"/>
                </a:lnTo>
                <a:lnTo>
                  <a:pt x="5294" y="676"/>
                </a:lnTo>
                <a:lnTo>
                  <a:pt x="6911" y="961"/>
                </a:lnTo>
                <a:lnTo>
                  <a:pt x="7646" y="1091"/>
                </a:lnTo>
                <a:lnTo>
                  <a:pt x="8529" y="1221"/>
                </a:lnTo>
                <a:lnTo>
                  <a:pt x="8529" y="1350"/>
                </a:lnTo>
                <a:lnTo>
                  <a:pt x="9266" y="1506"/>
                </a:lnTo>
                <a:lnTo>
                  <a:pt x="9266" y="1636"/>
                </a:lnTo>
                <a:lnTo>
                  <a:pt x="9266" y="1922"/>
                </a:lnTo>
                <a:lnTo>
                  <a:pt x="9266" y="2052"/>
                </a:lnTo>
                <a:lnTo>
                  <a:pt x="10000" y="2052"/>
                </a:lnTo>
                <a:lnTo>
                  <a:pt x="9266" y="2182"/>
                </a:lnTo>
                <a:lnTo>
                  <a:pt x="9266" y="2182"/>
                </a:lnTo>
                <a:lnTo>
                  <a:pt x="9266" y="2312"/>
                </a:lnTo>
                <a:lnTo>
                  <a:pt x="9266" y="2597"/>
                </a:lnTo>
                <a:lnTo>
                  <a:pt x="9266" y="2727"/>
                </a:lnTo>
                <a:lnTo>
                  <a:pt x="8529" y="3013"/>
                </a:lnTo>
                <a:lnTo>
                  <a:pt x="8529" y="3273"/>
                </a:lnTo>
                <a:lnTo>
                  <a:pt x="7646" y="3688"/>
                </a:lnTo>
                <a:lnTo>
                  <a:pt x="7646" y="4389"/>
                </a:lnTo>
                <a:lnTo>
                  <a:pt x="6911" y="5065"/>
                </a:lnTo>
                <a:lnTo>
                  <a:pt x="6177" y="5740"/>
                </a:lnTo>
                <a:lnTo>
                  <a:pt x="6177" y="6441"/>
                </a:lnTo>
                <a:lnTo>
                  <a:pt x="5294" y="6701"/>
                </a:lnTo>
                <a:lnTo>
                  <a:pt x="5294" y="7117"/>
                </a:lnTo>
                <a:lnTo>
                  <a:pt x="5294" y="7403"/>
                </a:lnTo>
                <a:lnTo>
                  <a:pt x="5294" y="7662"/>
                </a:lnTo>
                <a:lnTo>
                  <a:pt x="6177" y="8077"/>
                </a:lnTo>
                <a:lnTo>
                  <a:pt x="6177" y="8494"/>
                </a:lnTo>
                <a:lnTo>
                  <a:pt x="6177" y="8494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Freeform 46"/>
          <p:cNvSpPr/>
          <p:nvPr/>
        </p:nvSpPr>
        <p:spPr bwMode="auto">
          <a:xfrm>
            <a:off x="9791700" y="4003675"/>
            <a:ext cx="142875" cy="277813"/>
          </a:xfrm>
          <a:custGeom>
            <a:avLst/>
            <a:gdLst>
              <a:gd name="connsiteX0" fmla="*/ 8189 w 10000"/>
              <a:gd name="connsiteY0" fmla="*/ 204 h 10000"/>
              <a:gd name="connsiteX1" fmla="*/ 8258 w 10000"/>
              <a:gd name="connsiteY1" fmla="*/ 93 h 10000"/>
              <a:gd name="connsiteX2" fmla="*/ 8409 w 10000"/>
              <a:gd name="connsiteY2" fmla="*/ 93 h 10000"/>
              <a:gd name="connsiteX3" fmla="*/ 8477 w 10000"/>
              <a:gd name="connsiteY3" fmla="*/ 0 h 10000"/>
              <a:gd name="connsiteX4" fmla="*/ 8546 w 10000"/>
              <a:gd name="connsiteY4" fmla="*/ 0 h 10000"/>
              <a:gd name="connsiteX5" fmla="*/ 8697 w 10000"/>
              <a:gd name="connsiteY5" fmla="*/ 93 h 10000"/>
              <a:gd name="connsiteX6" fmla="*/ 8916 w 10000"/>
              <a:gd name="connsiteY6" fmla="*/ 204 h 10000"/>
              <a:gd name="connsiteX7" fmla="*/ 8985 w 10000"/>
              <a:gd name="connsiteY7" fmla="*/ 297 h 10000"/>
              <a:gd name="connsiteX8" fmla="*/ 9122 w 10000"/>
              <a:gd name="connsiteY8" fmla="*/ 482 h 10000"/>
              <a:gd name="connsiteX9" fmla="*/ 9204 w 10000"/>
              <a:gd name="connsiteY9" fmla="*/ 594 h 10000"/>
              <a:gd name="connsiteX10" fmla="*/ 9342 w 10000"/>
              <a:gd name="connsiteY10" fmla="*/ 686 h 10000"/>
              <a:gd name="connsiteX11" fmla="*/ 9492 w 10000"/>
              <a:gd name="connsiteY11" fmla="*/ 891 h 10000"/>
              <a:gd name="connsiteX12" fmla="*/ 9630 w 10000"/>
              <a:gd name="connsiteY12" fmla="*/ 983 h 10000"/>
              <a:gd name="connsiteX13" fmla="*/ 9712 w 10000"/>
              <a:gd name="connsiteY13" fmla="*/ 1169 h 10000"/>
              <a:gd name="connsiteX14" fmla="*/ 9849 w 10000"/>
              <a:gd name="connsiteY14" fmla="*/ 1280 h 10000"/>
              <a:gd name="connsiteX15" fmla="*/ 9918 w 10000"/>
              <a:gd name="connsiteY15" fmla="*/ 1373 h 10000"/>
              <a:gd name="connsiteX16" fmla="*/ 9918 w 10000"/>
              <a:gd name="connsiteY16" fmla="*/ 1466 h 10000"/>
              <a:gd name="connsiteX17" fmla="*/ 10000 w 10000"/>
              <a:gd name="connsiteY17" fmla="*/ 1466 h 10000"/>
              <a:gd name="connsiteX18" fmla="*/ 10000 w 10000"/>
              <a:gd name="connsiteY18" fmla="*/ 1577 h 10000"/>
              <a:gd name="connsiteX19" fmla="*/ 10000 w 10000"/>
              <a:gd name="connsiteY19" fmla="*/ 1670 h 10000"/>
              <a:gd name="connsiteX20" fmla="*/ 9918 w 10000"/>
              <a:gd name="connsiteY20" fmla="*/ 1763 h 10000"/>
              <a:gd name="connsiteX21" fmla="*/ 9849 w 10000"/>
              <a:gd name="connsiteY21" fmla="*/ 1763 h 10000"/>
              <a:gd name="connsiteX22" fmla="*/ 9781 w 10000"/>
              <a:gd name="connsiteY22" fmla="*/ 1855 h 10000"/>
              <a:gd name="connsiteX23" fmla="*/ 9712 w 10000"/>
              <a:gd name="connsiteY23" fmla="*/ 1855 h 10000"/>
              <a:gd name="connsiteX24" fmla="*/ 9712 w 10000"/>
              <a:gd name="connsiteY24" fmla="*/ 1967 h 10000"/>
              <a:gd name="connsiteX25" fmla="*/ 9630 w 10000"/>
              <a:gd name="connsiteY25" fmla="*/ 2059 h 10000"/>
              <a:gd name="connsiteX26" fmla="*/ 9561 w 10000"/>
              <a:gd name="connsiteY26" fmla="*/ 2263 h 10000"/>
              <a:gd name="connsiteX27" fmla="*/ 9561 w 10000"/>
              <a:gd name="connsiteY27" fmla="*/ 2449 h 10000"/>
              <a:gd name="connsiteX28" fmla="*/ 9492 w 10000"/>
              <a:gd name="connsiteY28" fmla="*/ 2653 h 10000"/>
              <a:gd name="connsiteX29" fmla="*/ 9492 w 10000"/>
              <a:gd name="connsiteY29" fmla="*/ 2950 h 10000"/>
              <a:gd name="connsiteX30" fmla="*/ 9492 w 10000"/>
              <a:gd name="connsiteY30" fmla="*/ 3135 h 10000"/>
              <a:gd name="connsiteX31" fmla="*/ 9410 w 10000"/>
              <a:gd name="connsiteY31" fmla="*/ 3432 h 10000"/>
              <a:gd name="connsiteX32" fmla="*/ 9410 w 10000"/>
              <a:gd name="connsiteY32" fmla="*/ 3822 h 10000"/>
              <a:gd name="connsiteX33" fmla="*/ 9342 w 10000"/>
              <a:gd name="connsiteY33" fmla="*/ 4119 h 10000"/>
              <a:gd name="connsiteX34" fmla="*/ 9273 w 10000"/>
              <a:gd name="connsiteY34" fmla="*/ 4508 h 10000"/>
              <a:gd name="connsiteX35" fmla="*/ 9204 w 10000"/>
              <a:gd name="connsiteY35" fmla="*/ 4898 h 10000"/>
              <a:gd name="connsiteX36" fmla="*/ 9122 w 10000"/>
              <a:gd name="connsiteY36" fmla="*/ 5288 h 10000"/>
              <a:gd name="connsiteX37" fmla="*/ 8985 w 10000"/>
              <a:gd name="connsiteY37" fmla="*/ 6178 h 10000"/>
              <a:gd name="connsiteX38" fmla="*/ 8916 w 10000"/>
              <a:gd name="connsiteY38" fmla="*/ 6568 h 10000"/>
              <a:gd name="connsiteX39" fmla="*/ 8834 w 10000"/>
              <a:gd name="connsiteY39" fmla="*/ 6957 h 10000"/>
              <a:gd name="connsiteX40" fmla="*/ 8765 w 10000"/>
              <a:gd name="connsiteY40" fmla="*/ 7347 h 10000"/>
              <a:gd name="connsiteX41" fmla="*/ 8697 w 10000"/>
              <a:gd name="connsiteY41" fmla="*/ 7737 h 10000"/>
              <a:gd name="connsiteX42" fmla="*/ 8615 w 10000"/>
              <a:gd name="connsiteY42" fmla="*/ 8033 h 10000"/>
              <a:gd name="connsiteX43" fmla="*/ 8615 w 10000"/>
              <a:gd name="connsiteY43" fmla="*/ 8237 h 10000"/>
              <a:gd name="connsiteX44" fmla="*/ 8546 w 10000"/>
              <a:gd name="connsiteY44" fmla="*/ 8534 h 10000"/>
              <a:gd name="connsiteX45" fmla="*/ 8477 w 10000"/>
              <a:gd name="connsiteY45" fmla="*/ 8720 h 10000"/>
              <a:gd name="connsiteX46" fmla="*/ 8326 w 10000"/>
              <a:gd name="connsiteY46" fmla="*/ 9017 h 10000"/>
              <a:gd name="connsiteX47" fmla="*/ 8189 w 10000"/>
              <a:gd name="connsiteY47" fmla="*/ 9314 h 10000"/>
              <a:gd name="connsiteX48" fmla="*/ 8038 w 10000"/>
              <a:gd name="connsiteY48" fmla="*/ 9610 h 10000"/>
              <a:gd name="connsiteX49" fmla="*/ 7901 w 10000"/>
              <a:gd name="connsiteY49" fmla="*/ 9703 h 10000"/>
              <a:gd name="connsiteX50" fmla="*/ 7750 w 10000"/>
              <a:gd name="connsiteY50" fmla="*/ 9889 h 10000"/>
              <a:gd name="connsiteX51" fmla="*/ 7599 w 10000"/>
              <a:gd name="connsiteY51" fmla="*/ 10000 h 10000"/>
              <a:gd name="connsiteX52" fmla="*/ 7462 w 10000"/>
              <a:gd name="connsiteY52" fmla="*/ 10000 h 10000"/>
              <a:gd name="connsiteX53" fmla="*/ 7311 w 10000"/>
              <a:gd name="connsiteY53" fmla="*/ 10000 h 10000"/>
              <a:gd name="connsiteX54" fmla="*/ 7311 w 10000"/>
              <a:gd name="connsiteY54" fmla="*/ 9889 h 10000"/>
              <a:gd name="connsiteX55" fmla="*/ 7243 w 10000"/>
              <a:gd name="connsiteY55" fmla="*/ 9889 h 10000"/>
              <a:gd name="connsiteX56" fmla="*/ 7243 w 10000"/>
              <a:gd name="connsiteY56" fmla="*/ 9796 h 10000"/>
              <a:gd name="connsiteX57" fmla="*/ 7243 w 10000"/>
              <a:gd name="connsiteY57" fmla="*/ 9610 h 10000"/>
              <a:gd name="connsiteX58" fmla="*/ 7243 w 10000"/>
              <a:gd name="connsiteY58" fmla="*/ 9499 h 10000"/>
              <a:gd name="connsiteX59" fmla="*/ 7243 w 10000"/>
              <a:gd name="connsiteY59" fmla="*/ 9406 h 10000"/>
              <a:gd name="connsiteX60" fmla="*/ 7243 w 10000"/>
              <a:gd name="connsiteY60" fmla="*/ 9202 h 10000"/>
              <a:gd name="connsiteX61" fmla="*/ 7243 w 10000"/>
              <a:gd name="connsiteY61" fmla="*/ 9017 h 10000"/>
              <a:gd name="connsiteX62" fmla="*/ 7174 w 10000"/>
              <a:gd name="connsiteY62" fmla="*/ 8813 h 10000"/>
              <a:gd name="connsiteX63" fmla="*/ 7092 w 10000"/>
              <a:gd name="connsiteY63" fmla="*/ 8534 h 10000"/>
              <a:gd name="connsiteX64" fmla="*/ 6955 w 10000"/>
              <a:gd name="connsiteY64" fmla="*/ 8126 h 10000"/>
              <a:gd name="connsiteX65" fmla="*/ 6886 w 10000"/>
              <a:gd name="connsiteY65" fmla="*/ 7737 h 10000"/>
              <a:gd name="connsiteX66" fmla="*/ 6667 w 10000"/>
              <a:gd name="connsiteY66" fmla="*/ 7347 h 10000"/>
              <a:gd name="connsiteX67" fmla="*/ 6516 w 10000"/>
              <a:gd name="connsiteY67" fmla="*/ 6753 h 10000"/>
              <a:gd name="connsiteX68" fmla="*/ 6667 w 10000"/>
              <a:gd name="connsiteY68" fmla="*/ 6957 h 10000"/>
              <a:gd name="connsiteX69" fmla="*/ 6886 w 10000"/>
              <a:gd name="connsiteY69" fmla="*/ 7161 h 10000"/>
              <a:gd name="connsiteX70" fmla="*/ 7023 w 10000"/>
              <a:gd name="connsiteY70" fmla="*/ 7347 h 10000"/>
              <a:gd name="connsiteX71" fmla="*/ 7174 w 10000"/>
              <a:gd name="connsiteY71" fmla="*/ 7440 h 10000"/>
              <a:gd name="connsiteX72" fmla="*/ 7311 w 10000"/>
              <a:gd name="connsiteY72" fmla="*/ 7551 h 10000"/>
              <a:gd name="connsiteX73" fmla="*/ 7394 w 10000"/>
              <a:gd name="connsiteY73" fmla="*/ 7551 h 10000"/>
              <a:gd name="connsiteX74" fmla="*/ 7462 w 10000"/>
              <a:gd name="connsiteY74" fmla="*/ 7644 h 10000"/>
              <a:gd name="connsiteX75" fmla="*/ 7531 w 10000"/>
              <a:gd name="connsiteY75" fmla="*/ 7644 h 10000"/>
              <a:gd name="connsiteX76" fmla="*/ 7599 w 10000"/>
              <a:gd name="connsiteY76" fmla="*/ 7644 h 10000"/>
              <a:gd name="connsiteX77" fmla="*/ 7682 w 10000"/>
              <a:gd name="connsiteY77" fmla="*/ 7644 h 10000"/>
              <a:gd name="connsiteX78" fmla="*/ 7750 w 10000"/>
              <a:gd name="connsiteY78" fmla="*/ 7551 h 10000"/>
              <a:gd name="connsiteX79" fmla="*/ 7819 w 10000"/>
              <a:gd name="connsiteY79" fmla="*/ 7440 h 10000"/>
              <a:gd name="connsiteX80" fmla="*/ 7819 w 10000"/>
              <a:gd name="connsiteY80" fmla="*/ 7347 h 10000"/>
              <a:gd name="connsiteX81" fmla="*/ 7901 w 10000"/>
              <a:gd name="connsiteY81" fmla="*/ 7254 h 10000"/>
              <a:gd name="connsiteX82" fmla="*/ 7970 w 10000"/>
              <a:gd name="connsiteY82" fmla="*/ 7050 h 10000"/>
              <a:gd name="connsiteX83" fmla="*/ 7970 w 10000"/>
              <a:gd name="connsiteY83" fmla="*/ 6865 h 10000"/>
              <a:gd name="connsiteX84" fmla="*/ 8038 w 10000"/>
              <a:gd name="connsiteY84" fmla="*/ 6660 h 10000"/>
              <a:gd name="connsiteX85" fmla="*/ 8107 w 10000"/>
              <a:gd name="connsiteY85" fmla="*/ 6364 h 10000"/>
              <a:gd name="connsiteX86" fmla="*/ 8189 w 10000"/>
              <a:gd name="connsiteY86" fmla="*/ 6067 h 10000"/>
              <a:gd name="connsiteX87" fmla="*/ 8189 w 10000"/>
              <a:gd name="connsiteY87" fmla="*/ 5677 h 10000"/>
              <a:gd name="connsiteX88" fmla="*/ 8326 w 10000"/>
              <a:gd name="connsiteY88" fmla="*/ 4991 h 10000"/>
              <a:gd name="connsiteX89" fmla="*/ 8409 w 10000"/>
              <a:gd name="connsiteY89" fmla="*/ 4212 h 10000"/>
              <a:gd name="connsiteX90" fmla="*/ 8409 w 10000"/>
              <a:gd name="connsiteY90" fmla="*/ 3525 h 10000"/>
              <a:gd name="connsiteX91" fmla="*/ 8477 w 10000"/>
              <a:gd name="connsiteY91" fmla="*/ 2839 h 10000"/>
              <a:gd name="connsiteX92" fmla="*/ 8477 w 10000"/>
              <a:gd name="connsiteY92" fmla="*/ 2542 h 10000"/>
              <a:gd name="connsiteX93" fmla="*/ 8477 w 10000"/>
              <a:gd name="connsiteY93" fmla="*/ 2263 h 10000"/>
              <a:gd name="connsiteX94" fmla="*/ 8477 w 10000"/>
              <a:gd name="connsiteY94" fmla="*/ 2059 h 10000"/>
              <a:gd name="connsiteX95" fmla="*/ 8477 w 10000"/>
              <a:gd name="connsiteY95" fmla="*/ 1855 h 10000"/>
              <a:gd name="connsiteX96" fmla="*/ 8477 w 10000"/>
              <a:gd name="connsiteY96" fmla="*/ 1670 h 10000"/>
              <a:gd name="connsiteX97" fmla="*/ 8477 w 10000"/>
              <a:gd name="connsiteY97" fmla="*/ 1577 h 10000"/>
              <a:gd name="connsiteX98" fmla="*/ 8409 w 10000"/>
              <a:gd name="connsiteY98" fmla="*/ 1466 h 10000"/>
              <a:gd name="connsiteX99" fmla="*/ 8409 w 10000"/>
              <a:gd name="connsiteY99" fmla="*/ 1373 h 10000"/>
              <a:gd name="connsiteX100" fmla="*/ 8409 w 10000"/>
              <a:gd name="connsiteY100" fmla="*/ 1280 h 10000"/>
              <a:gd name="connsiteX101" fmla="*/ 8326 w 10000"/>
              <a:gd name="connsiteY101" fmla="*/ 1280 h 10000"/>
              <a:gd name="connsiteX102" fmla="*/ 8258 w 10000"/>
              <a:gd name="connsiteY102" fmla="*/ 1169 h 10000"/>
              <a:gd name="connsiteX103" fmla="*/ 8258 w 10000"/>
              <a:gd name="connsiteY103" fmla="*/ 1169 h 10000"/>
              <a:gd name="connsiteX104" fmla="*/ 8107 w 10000"/>
              <a:gd name="connsiteY104" fmla="*/ 1169 h 10000"/>
              <a:gd name="connsiteX105" fmla="*/ 8038 w 10000"/>
              <a:gd name="connsiteY105" fmla="*/ 1169 h 10000"/>
              <a:gd name="connsiteX106" fmla="*/ 7970 w 10000"/>
              <a:gd name="connsiteY106" fmla="*/ 1169 h 10000"/>
              <a:gd name="connsiteX107" fmla="*/ 7819 w 10000"/>
              <a:gd name="connsiteY107" fmla="*/ 1169 h 10000"/>
              <a:gd name="connsiteX108" fmla="*/ 7682 w 10000"/>
              <a:gd name="connsiteY108" fmla="*/ 1169 h 10000"/>
              <a:gd name="connsiteX109" fmla="*/ 7462 w 10000"/>
              <a:gd name="connsiteY109" fmla="*/ 1169 h 10000"/>
              <a:gd name="connsiteX110" fmla="*/ 7311 w 10000"/>
              <a:gd name="connsiteY110" fmla="*/ 1169 h 10000"/>
              <a:gd name="connsiteX111" fmla="*/ 7092 w 10000"/>
              <a:gd name="connsiteY111" fmla="*/ 1169 h 10000"/>
              <a:gd name="connsiteX112" fmla="*/ 6804 w 10000"/>
              <a:gd name="connsiteY112" fmla="*/ 1169 h 10000"/>
              <a:gd name="connsiteX113" fmla="*/ 6516 w 10000"/>
              <a:gd name="connsiteY113" fmla="*/ 1280 h 10000"/>
              <a:gd name="connsiteX114" fmla="*/ 6228 w 10000"/>
              <a:gd name="connsiteY114" fmla="*/ 1280 h 10000"/>
              <a:gd name="connsiteX115" fmla="*/ 5871 w 10000"/>
              <a:gd name="connsiteY115" fmla="*/ 1373 h 10000"/>
              <a:gd name="connsiteX116" fmla="*/ 5144 w 10000"/>
              <a:gd name="connsiteY116" fmla="*/ 1466 h 10000"/>
              <a:gd name="connsiteX117" fmla="*/ 4417 w 10000"/>
              <a:gd name="connsiteY117" fmla="*/ 1670 h 10000"/>
              <a:gd name="connsiteX118" fmla="*/ 3690 w 10000"/>
              <a:gd name="connsiteY118" fmla="*/ 1763 h 10000"/>
              <a:gd name="connsiteX119" fmla="*/ 2963 w 10000"/>
              <a:gd name="connsiteY119" fmla="*/ 1855 h 10000"/>
              <a:gd name="connsiteX120" fmla="*/ 2167 w 10000"/>
              <a:gd name="connsiteY120" fmla="*/ 1967 h 10000"/>
              <a:gd name="connsiteX121" fmla="*/ 1454 w 10000"/>
              <a:gd name="connsiteY121" fmla="*/ 2059 h 10000"/>
              <a:gd name="connsiteX122" fmla="*/ 727 w 10000"/>
              <a:gd name="connsiteY122" fmla="*/ 2152 h 10000"/>
              <a:gd name="connsiteX123" fmla="*/ 0 w 10000"/>
              <a:gd name="connsiteY123" fmla="*/ 1670 h 10000"/>
              <a:gd name="connsiteX124" fmla="*/ 576 w 10000"/>
              <a:gd name="connsiteY124" fmla="*/ 1577 h 10000"/>
              <a:gd name="connsiteX125" fmla="*/ 1152 w 10000"/>
              <a:gd name="connsiteY125" fmla="*/ 1466 h 10000"/>
              <a:gd name="connsiteX126" fmla="*/ 1660 w 10000"/>
              <a:gd name="connsiteY126" fmla="*/ 1373 h 10000"/>
              <a:gd name="connsiteX127" fmla="*/ 2167 w 10000"/>
              <a:gd name="connsiteY127" fmla="*/ 1280 h 10000"/>
              <a:gd name="connsiteX128" fmla="*/ 2675 w 10000"/>
              <a:gd name="connsiteY128" fmla="*/ 1280 h 10000"/>
              <a:gd name="connsiteX129" fmla="*/ 3114 w 10000"/>
              <a:gd name="connsiteY129" fmla="*/ 1169 h 10000"/>
              <a:gd name="connsiteX130" fmla="*/ 3553 w 10000"/>
              <a:gd name="connsiteY130" fmla="*/ 1076 h 10000"/>
              <a:gd name="connsiteX131" fmla="*/ 3978 w 10000"/>
              <a:gd name="connsiteY131" fmla="*/ 1076 h 10000"/>
              <a:gd name="connsiteX132" fmla="*/ 4348 w 10000"/>
              <a:gd name="connsiteY132" fmla="*/ 983 h 10000"/>
              <a:gd name="connsiteX133" fmla="*/ 4705 w 10000"/>
              <a:gd name="connsiteY133" fmla="*/ 891 h 10000"/>
              <a:gd name="connsiteX134" fmla="*/ 5075 w 10000"/>
              <a:gd name="connsiteY134" fmla="*/ 891 h 10000"/>
              <a:gd name="connsiteX135" fmla="*/ 5364 w 10000"/>
              <a:gd name="connsiteY135" fmla="*/ 779 h 10000"/>
              <a:gd name="connsiteX136" fmla="*/ 5720 w 10000"/>
              <a:gd name="connsiteY136" fmla="*/ 779 h 10000"/>
              <a:gd name="connsiteX137" fmla="*/ 5940 w 10000"/>
              <a:gd name="connsiteY137" fmla="*/ 779 h 10000"/>
              <a:gd name="connsiteX138" fmla="*/ 6228 w 10000"/>
              <a:gd name="connsiteY138" fmla="*/ 686 h 10000"/>
              <a:gd name="connsiteX139" fmla="*/ 6447 w 10000"/>
              <a:gd name="connsiteY139" fmla="*/ 686 h 10000"/>
              <a:gd name="connsiteX140" fmla="*/ 6804 w 10000"/>
              <a:gd name="connsiteY140" fmla="*/ 594 h 10000"/>
              <a:gd name="connsiteX141" fmla="*/ 7174 w 10000"/>
              <a:gd name="connsiteY141" fmla="*/ 594 h 10000"/>
              <a:gd name="connsiteX142" fmla="*/ 7462 w 10000"/>
              <a:gd name="connsiteY142" fmla="*/ 482 h 10000"/>
              <a:gd name="connsiteX143" fmla="*/ 7750 w 10000"/>
              <a:gd name="connsiteY143" fmla="*/ 482 h 10000"/>
              <a:gd name="connsiteX144" fmla="*/ 7901 w 10000"/>
              <a:gd name="connsiteY144" fmla="*/ 390 h 10000"/>
              <a:gd name="connsiteX145" fmla="*/ 8038 w 10000"/>
              <a:gd name="connsiteY145" fmla="*/ 297 h 10000"/>
              <a:gd name="connsiteX146" fmla="*/ 8189 w 10000"/>
              <a:gd name="connsiteY146" fmla="*/ 297 h 10000"/>
              <a:gd name="connsiteX147" fmla="*/ 8189 w 10000"/>
              <a:gd name="connsiteY147" fmla="*/ 204 h 10000"/>
              <a:gd name="connsiteX148" fmla="*/ 8189 w 10000"/>
              <a:gd name="connsiteY148" fmla="*/ 204 h 10000"/>
              <a:gd name="connsiteX0-1" fmla="*/ 7613 w 9424"/>
              <a:gd name="connsiteY0-2" fmla="*/ 204 h 10000"/>
              <a:gd name="connsiteX1-3" fmla="*/ 7682 w 9424"/>
              <a:gd name="connsiteY1-4" fmla="*/ 93 h 10000"/>
              <a:gd name="connsiteX2-5" fmla="*/ 7833 w 9424"/>
              <a:gd name="connsiteY2-6" fmla="*/ 93 h 10000"/>
              <a:gd name="connsiteX3-7" fmla="*/ 7901 w 9424"/>
              <a:gd name="connsiteY3-8" fmla="*/ 0 h 10000"/>
              <a:gd name="connsiteX4-9" fmla="*/ 7970 w 9424"/>
              <a:gd name="connsiteY4-10" fmla="*/ 0 h 10000"/>
              <a:gd name="connsiteX5-11" fmla="*/ 8121 w 9424"/>
              <a:gd name="connsiteY5-12" fmla="*/ 93 h 10000"/>
              <a:gd name="connsiteX6-13" fmla="*/ 8340 w 9424"/>
              <a:gd name="connsiteY6-14" fmla="*/ 204 h 10000"/>
              <a:gd name="connsiteX7-15" fmla="*/ 8409 w 9424"/>
              <a:gd name="connsiteY7-16" fmla="*/ 297 h 10000"/>
              <a:gd name="connsiteX8-17" fmla="*/ 8546 w 9424"/>
              <a:gd name="connsiteY8-18" fmla="*/ 482 h 10000"/>
              <a:gd name="connsiteX9-19" fmla="*/ 8628 w 9424"/>
              <a:gd name="connsiteY9-20" fmla="*/ 594 h 10000"/>
              <a:gd name="connsiteX10-21" fmla="*/ 8766 w 9424"/>
              <a:gd name="connsiteY10-22" fmla="*/ 686 h 10000"/>
              <a:gd name="connsiteX11-23" fmla="*/ 8916 w 9424"/>
              <a:gd name="connsiteY11-24" fmla="*/ 891 h 10000"/>
              <a:gd name="connsiteX12-25" fmla="*/ 9054 w 9424"/>
              <a:gd name="connsiteY12-26" fmla="*/ 983 h 10000"/>
              <a:gd name="connsiteX13-27" fmla="*/ 9136 w 9424"/>
              <a:gd name="connsiteY13-28" fmla="*/ 1169 h 10000"/>
              <a:gd name="connsiteX14-29" fmla="*/ 9273 w 9424"/>
              <a:gd name="connsiteY14-30" fmla="*/ 1280 h 10000"/>
              <a:gd name="connsiteX15-31" fmla="*/ 9342 w 9424"/>
              <a:gd name="connsiteY15-32" fmla="*/ 1373 h 10000"/>
              <a:gd name="connsiteX16-33" fmla="*/ 9342 w 9424"/>
              <a:gd name="connsiteY16-34" fmla="*/ 1466 h 10000"/>
              <a:gd name="connsiteX17-35" fmla="*/ 9424 w 9424"/>
              <a:gd name="connsiteY17-36" fmla="*/ 1466 h 10000"/>
              <a:gd name="connsiteX18-37" fmla="*/ 9424 w 9424"/>
              <a:gd name="connsiteY18-38" fmla="*/ 1577 h 10000"/>
              <a:gd name="connsiteX19-39" fmla="*/ 9424 w 9424"/>
              <a:gd name="connsiteY19-40" fmla="*/ 1670 h 10000"/>
              <a:gd name="connsiteX20-41" fmla="*/ 9342 w 9424"/>
              <a:gd name="connsiteY20-42" fmla="*/ 1763 h 10000"/>
              <a:gd name="connsiteX21-43" fmla="*/ 9273 w 9424"/>
              <a:gd name="connsiteY21-44" fmla="*/ 1763 h 10000"/>
              <a:gd name="connsiteX22-45" fmla="*/ 9205 w 9424"/>
              <a:gd name="connsiteY22-46" fmla="*/ 1855 h 10000"/>
              <a:gd name="connsiteX23-47" fmla="*/ 9136 w 9424"/>
              <a:gd name="connsiteY23-48" fmla="*/ 1855 h 10000"/>
              <a:gd name="connsiteX24-49" fmla="*/ 9136 w 9424"/>
              <a:gd name="connsiteY24-50" fmla="*/ 1967 h 10000"/>
              <a:gd name="connsiteX25-51" fmla="*/ 9054 w 9424"/>
              <a:gd name="connsiteY25-52" fmla="*/ 2059 h 10000"/>
              <a:gd name="connsiteX26-53" fmla="*/ 8985 w 9424"/>
              <a:gd name="connsiteY26-54" fmla="*/ 2263 h 10000"/>
              <a:gd name="connsiteX27-55" fmla="*/ 8985 w 9424"/>
              <a:gd name="connsiteY27-56" fmla="*/ 2449 h 10000"/>
              <a:gd name="connsiteX28-57" fmla="*/ 8916 w 9424"/>
              <a:gd name="connsiteY28-58" fmla="*/ 2653 h 10000"/>
              <a:gd name="connsiteX29-59" fmla="*/ 8916 w 9424"/>
              <a:gd name="connsiteY29-60" fmla="*/ 2950 h 10000"/>
              <a:gd name="connsiteX30-61" fmla="*/ 8916 w 9424"/>
              <a:gd name="connsiteY30-62" fmla="*/ 3135 h 10000"/>
              <a:gd name="connsiteX31-63" fmla="*/ 8834 w 9424"/>
              <a:gd name="connsiteY31-64" fmla="*/ 3432 h 10000"/>
              <a:gd name="connsiteX32-65" fmla="*/ 8834 w 9424"/>
              <a:gd name="connsiteY32-66" fmla="*/ 3822 h 10000"/>
              <a:gd name="connsiteX33-67" fmla="*/ 8766 w 9424"/>
              <a:gd name="connsiteY33-68" fmla="*/ 4119 h 10000"/>
              <a:gd name="connsiteX34-69" fmla="*/ 8697 w 9424"/>
              <a:gd name="connsiteY34-70" fmla="*/ 4508 h 10000"/>
              <a:gd name="connsiteX35-71" fmla="*/ 8628 w 9424"/>
              <a:gd name="connsiteY35-72" fmla="*/ 4898 h 10000"/>
              <a:gd name="connsiteX36-73" fmla="*/ 8546 w 9424"/>
              <a:gd name="connsiteY36-74" fmla="*/ 5288 h 10000"/>
              <a:gd name="connsiteX37-75" fmla="*/ 8409 w 9424"/>
              <a:gd name="connsiteY37-76" fmla="*/ 6178 h 10000"/>
              <a:gd name="connsiteX38-77" fmla="*/ 8340 w 9424"/>
              <a:gd name="connsiteY38-78" fmla="*/ 6568 h 10000"/>
              <a:gd name="connsiteX39-79" fmla="*/ 8258 w 9424"/>
              <a:gd name="connsiteY39-80" fmla="*/ 6957 h 10000"/>
              <a:gd name="connsiteX40-81" fmla="*/ 8189 w 9424"/>
              <a:gd name="connsiteY40-82" fmla="*/ 7347 h 10000"/>
              <a:gd name="connsiteX41-83" fmla="*/ 8121 w 9424"/>
              <a:gd name="connsiteY41-84" fmla="*/ 7737 h 10000"/>
              <a:gd name="connsiteX42-85" fmla="*/ 8039 w 9424"/>
              <a:gd name="connsiteY42-86" fmla="*/ 8033 h 10000"/>
              <a:gd name="connsiteX43-87" fmla="*/ 8039 w 9424"/>
              <a:gd name="connsiteY43-88" fmla="*/ 8237 h 10000"/>
              <a:gd name="connsiteX44-89" fmla="*/ 7970 w 9424"/>
              <a:gd name="connsiteY44-90" fmla="*/ 8534 h 10000"/>
              <a:gd name="connsiteX45-91" fmla="*/ 7901 w 9424"/>
              <a:gd name="connsiteY45-92" fmla="*/ 8720 h 10000"/>
              <a:gd name="connsiteX46-93" fmla="*/ 7750 w 9424"/>
              <a:gd name="connsiteY46-94" fmla="*/ 9017 h 10000"/>
              <a:gd name="connsiteX47-95" fmla="*/ 7613 w 9424"/>
              <a:gd name="connsiteY47-96" fmla="*/ 9314 h 10000"/>
              <a:gd name="connsiteX48-97" fmla="*/ 7462 w 9424"/>
              <a:gd name="connsiteY48-98" fmla="*/ 9610 h 10000"/>
              <a:gd name="connsiteX49-99" fmla="*/ 7325 w 9424"/>
              <a:gd name="connsiteY49-100" fmla="*/ 9703 h 10000"/>
              <a:gd name="connsiteX50-101" fmla="*/ 7174 w 9424"/>
              <a:gd name="connsiteY50-102" fmla="*/ 9889 h 10000"/>
              <a:gd name="connsiteX51-103" fmla="*/ 7023 w 9424"/>
              <a:gd name="connsiteY51-104" fmla="*/ 10000 h 10000"/>
              <a:gd name="connsiteX52-105" fmla="*/ 6886 w 9424"/>
              <a:gd name="connsiteY52-106" fmla="*/ 10000 h 10000"/>
              <a:gd name="connsiteX53-107" fmla="*/ 6735 w 9424"/>
              <a:gd name="connsiteY53-108" fmla="*/ 10000 h 10000"/>
              <a:gd name="connsiteX54-109" fmla="*/ 6735 w 9424"/>
              <a:gd name="connsiteY54-110" fmla="*/ 9889 h 10000"/>
              <a:gd name="connsiteX55-111" fmla="*/ 6667 w 9424"/>
              <a:gd name="connsiteY55-112" fmla="*/ 9889 h 10000"/>
              <a:gd name="connsiteX56-113" fmla="*/ 6667 w 9424"/>
              <a:gd name="connsiteY56-114" fmla="*/ 9796 h 10000"/>
              <a:gd name="connsiteX57-115" fmla="*/ 6667 w 9424"/>
              <a:gd name="connsiteY57-116" fmla="*/ 9610 h 10000"/>
              <a:gd name="connsiteX58-117" fmla="*/ 6667 w 9424"/>
              <a:gd name="connsiteY58-118" fmla="*/ 9499 h 10000"/>
              <a:gd name="connsiteX59-119" fmla="*/ 6667 w 9424"/>
              <a:gd name="connsiteY59-120" fmla="*/ 9406 h 10000"/>
              <a:gd name="connsiteX60-121" fmla="*/ 6667 w 9424"/>
              <a:gd name="connsiteY60-122" fmla="*/ 9202 h 10000"/>
              <a:gd name="connsiteX61-123" fmla="*/ 6667 w 9424"/>
              <a:gd name="connsiteY61-124" fmla="*/ 9017 h 10000"/>
              <a:gd name="connsiteX62-125" fmla="*/ 6598 w 9424"/>
              <a:gd name="connsiteY62-126" fmla="*/ 8813 h 10000"/>
              <a:gd name="connsiteX63-127" fmla="*/ 6516 w 9424"/>
              <a:gd name="connsiteY63-128" fmla="*/ 8534 h 10000"/>
              <a:gd name="connsiteX64-129" fmla="*/ 6379 w 9424"/>
              <a:gd name="connsiteY64-130" fmla="*/ 8126 h 10000"/>
              <a:gd name="connsiteX65-131" fmla="*/ 6310 w 9424"/>
              <a:gd name="connsiteY65-132" fmla="*/ 7737 h 10000"/>
              <a:gd name="connsiteX66-133" fmla="*/ 6091 w 9424"/>
              <a:gd name="connsiteY66-134" fmla="*/ 7347 h 10000"/>
              <a:gd name="connsiteX67-135" fmla="*/ 5940 w 9424"/>
              <a:gd name="connsiteY67-136" fmla="*/ 6753 h 10000"/>
              <a:gd name="connsiteX68-137" fmla="*/ 6091 w 9424"/>
              <a:gd name="connsiteY68-138" fmla="*/ 6957 h 10000"/>
              <a:gd name="connsiteX69-139" fmla="*/ 6310 w 9424"/>
              <a:gd name="connsiteY69-140" fmla="*/ 7161 h 10000"/>
              <a:gd name="connsiteX70-141" fmla="*/ 6447 w 9424"/>
              <a:gd name="connsiteY70-142" fmla="*/ 7347 h 10000"/>
              <a:gd name="connsiteX71-143" fmla="*/ 6598 w 9424"/>
              <a:gd name="connsiteY71-144" fmla="*/ 7440 h 10000"/>
              <a:gd name="connsiteX72-145" fmla="*/ 6735 w 9424"/>
              <a:gd name="connsiteY72-146" fmla="*/ 7551 h 10000"/>
              <a:gd name="connsiteX73-147" fmla="*/ 6818 w 9424"/>
              <a:gd name="connsiteY73-148" fmla="*/ 7551 h 10000"/>
              <a:gd name="connsiteX74-149" fmla="*/ 6886 w 9424"/>
              <a:gd name="connsiteY74-150" fmla="*/ 7644 h 10000"/>
              <a:gd name="connsiteX75-151" fmla="*/ 6955 w 9424"/>
              <a:gd name="connsiteY75-152" fmla="*/ 7644 h 10000"/>
              <a:gd name="connsiteX76-153" fmla="*/ 7023 w 9424"/>
              <a:gd name="connsiteY76-154" fmla="*/ 7644 h 10000"/>
              <a:gd name="connsiteX77-155" fmla="*/ 7106 w 9424"/>
              <a:gd name="connsiteY77-156" fmla="*/ 7644 h 10000"/>
              <a:gd name="connsiteX78-157" fmla="*/ 7174 w 9424"/>
              <a:gd name="connsiteY78-158" fmla="*/ 7551 h 10000"/>
              <a:gd name="connsiteX79-159" fmla="*/ 7243 w 9424"/>
              <a:gd name="connsiteY79-160" fmla="*/ 7440 h 10000"/>
              <a:gd name="connsiteX80-161" fmla="*/ 7243 w 9424"/>
              <a:gd name="connsiteY80-162" fmla="*/ 7347 h 10000"/>
              <a:gd name="connsiteX81-163" fmla="*/ 7325 w 9424"/>
              <a:gd name="connsiteY81-164" fmla="*/ 7254 h 10000"/>
              <a:gd name="connsiteX82-165" fmla="*/ 7394 w 9424"/>
              <a:gd name="connsiteY82-166" fmla="*/ 7050 h 10000"/>
              <a:gd name="connsiteX83-167" fmla="*/ 7394 w 9424"/>
              <a:gd name="connsiteY83-168" fmla="*/ 6865 h 10000"/>
              <a:gd name="connsiteX84-169" fmla="*/ 7462 w 9424"/>
              <a:gd name="connsiteY84-170" fmla="*/ 6660 h 10000"/>
              <a:gd name="connsiteX85-171" fmla="*/ 7531 w 9424"/>
              <a:gd name="connsiteY85-172" fmla="*/ 6364 h 10000"/>
              <a:gd name="connsiteX86-173" fmla="*/ 7613 w 9424"/>
              <a:gd name="connsiteY86-174" fmla="*/ 6067 h 10000"/>
              <a:gd name="connsiteX87-175" fmla="*/ 7613 w 9424"/>
              <a:gd name="connsiteY87-176" fmla="*/ 5677 h 10000"/>
              <a:gd name="connsiteX88-177" fmla="*/ 7750 w 9424"/>
              <a:gd name="connsiteY88-178" fmla="*/ 4991 h 10000"/>
              <a:gd name="connsiteX89-179" fmla="*/ 7833 w 9424"/>
              <a:gd name="connsiteY89-180" fmla="*/ 4212 h 10000"/>
              <a:gd name="connsiteX90-181" fmla="*/ 7833 w 9424"/>
              <a:gd name="connsiteY90-182" fmla="*/ 3525 h 10000"/>
              <a:gd name="connsiteX91-183" fmla="*/ 7901 w 9424"/>
              <a:gd name="connsiteY91-184" fmla="*/ 2839 h 10000"/>
              <a:gd name="connsiteX92-185" fmla="*/ 7901 w 9424"/>
              <a:gd name="connsiteY92-186" fmla="*/ 2542 h 10000"/>
              <a:gd name="connsiteX93-187" fmla="*/ 7901 w 9424"/>
              <a:gd name="connsiteY93-188" fmla="*/ 2263 h 10000"/>
              <a:gd name="connsiteX94-189" fmla="*/ 7901 w 9424"/>
              <a:gd name="connsiteY94-190" fmla="*/ 2059 h 10000"/>
              <a:gd name="connsiteX95-191" fmla="*/ 7901 w 9424"/>
              <a:gd name="connsiteY95-192" fmla="*/ 1855 h 10000"/>
              <a:gd name="connsiteX96-193" fmla="*/ 7901 w 9424"/>
              <a:gd name="connsiteY96-194" fmla="*/ 1670 h 10000"/>
              <a:gd name="connsiteX97-195" fmla="*/ 7901 w 9424"/>
              <a:gd name="connsiteY97-196" fmla="*/ 1577 h 10000"/>
              <a:gd name="connsiteX98-197" fmla="*/ 7833 w 9424"/>
              <a:gd name="connsiteY98-198" fmla="*/ 1466 h 10000"/>
              <a:gd name="connsiteX99-199" fmla="*/ 7833 w 9424"/>
              <a:gd name="connsiteY99-200" fmla="*/ 1373 h 10000"/>
              <a:gd name="connsiteX100-201" fmla="*/ 7833 w 9424"/>
              <a:gd name="connsiteY100-202" fmla="*/ 1280 h 10000"/>
              <a:gd name="connsiteX101-203" fmla="*/ 7750 w 9424"/>
              <a:gd name="connsiteY101-204" fmla="*/ 1280 h 10000"/>
              <a:gd name="connsiteX102-205" fmla="*/ 7682 w 9424"/>
              <a:gd name="connsiteY102-206" fmla="*/ 1169 h 10000"/>
              <a:gd name="connsiteX103-207" fmla="*/ 7682 w 9424"/>
              <a:gd name="connsiteY103-208" fmla="*/ 1169 h 10000"/>
              <a:gd name="connsiteX104-209" fmla="*/ 7531 w 9424"/>
              <a:gd name="connsiteY104-210" fmla="*/ 1169 h 10000"/>
              <a:gd name="connsiteX105-211" fmla="*/ 7462 w 9424"/>
              <a:gd name="connsiteY105-212" fmla="*/ 1169 h 10000"/>
              <a:gd name="connsiteX106-213" fmla="*/ 7394 w 9424"/>
              <a:gd name="connsiteY106-214" fmla="*/ 1169 h 10000"/>
              <a:gd name="connsiteX107-215" fmla="*/ 7243 w 9424"/>
              <a:gd name="connsiteY107-216" fmla="*/ 1169 h 10000"/>
              <a:gd name="connsiteX108-217" fmla="*/ 7106 w 9424"/>
              <a:gd name="connsiteY108-218" fmla="*/ 1169 h 10000"/>
              <a:gd name="connsiteX109-219" fmla="*/ 6886 w 9424"/>
              <a:gd name="connsiteY109-220" fmla="*/ 1169 h 10000"/>
              <a:gd name="connsiteX110-221" fmla="*/ 6735 w 9424"/>
              <a:gd name="connsiteY110-222" fmla="*/ 1169 h 10000"/>
              <a:gd name="connsiteX111-223" fmla="*/ 6516 w 9424"/>
              <a:gd name="connsiteY111-224" fmla="*/ 1169 h 10000"/>
              <a:gd name="connsiteX112-225" fmla="*/ 6228 w 9424"/>
              <a:gd name="connsiteY112-226" fmla="*/ 1169 h 10000"/>
              <a:gd name="connsiteX113-227" fmla="*/ 5940 w 9424"/>
              <a:gd name="connsiteY113-228" fmla="*/ 1280 h 10000"/>
              <a:gd name="connsiteX114-229" fmla="*/ 5652 w 9424"/>
              <a:gd name="connsiteY114-230" fmla="*/ 1280 h 10000"/>
              <a:gd name="connsiteX115-231" fmla="*/ 5295 w 9424"/>
              <a:gd name="connsiteY115-232" fmla="*/ 1373 h 10000"/>
              <a:gd name="connsiteX116-233" fmla="*/ 4568 w 9424"/>
              <a:gd name="connsiteY116-234" fmla="*/ 1466 h 10000"/>
              <a:gd name="connsiteX117-235" fmla="*/ 3841 w 9424"/>
              <a:gd name="connsiteY117-236" fmla="*/ 1670 h 10000"/>
              <a:gd name="connsiteX118-237" fmla="*/ 3114 w 9424"/>
              <a:gd name="connsiteY118-238" fmla="*/ 1763 h 10000"/>
              <a:gd name="connsiteX119-239" fmla="*/ 2387 w 9424"/>
              <a:gd name="connsiteY119-240" fmla="*/ 1855 h 10000"/>
              <a:gd name="connsiteX120-241" fmla="*/ 1591 w 9424"/>
              <a:gd name="connsiteY120-242" fmla="*/ 1967 h 10000"/>
              <a:gd name="connsiteX121-243" fmla="*/ 878 w 9424"/>
              <a:gd name="connsiteY121-244" fmla="*/ 2059 h 10000"/>
              <a:gd name="connsiteX122-245" fmla="*/ 151 w 9424"/>
              <a:gd name="connsiteY122-246" fmla="*/ 2152 h 10000"/>
              <a:gd name="connsiteX123-247" fmla="*/ 0 w 9424"/>
              <a:gd name="connsiteY123-248" fmla="*/ 1577 h 10000"/>
              <a:gd name="connsiteX124-249" fmla="*/ 576 w 9424"/>
              <a:gd name="connsiteY124-250" fmla="*/ 1466 h 10000"/>
              <a:gd name="connsiteX125-251" fmla="*/ 1084 w 9424"/>
              <a:gd name="connsiteY125-252" fmla="*/ 1373 h 10000"/>
              <a:gd name="connsiteX126-253" fmla="*/ 1591 w 9424"/>
              <a:gd name="connsiteY126-254" fmla="*/ 1280 h 10000"/>
              <a:gd name="connsiteX127-255" fmla="*/ 2099 w 9424"/>
              <a:gd name="connsiteY127-256" fmla="*/ 1280 h 10000"/>
              <a:gd name="connsiteX128-257" fmla="*/ 2538 w 9424"/>
              <a:gd name="connsiteY128-258" fmla="*/ 1169 h 10000"/>
              <a:gd name="connsiteX129-259" fmla="*/ 2977 w 9424"/>
              <a:gd name="connsiteY129-260" fmla="*/ 1076 h 10000"/>
              <a:gd name="connsiteX130-261" fmla="*/ 3402 w 9424"/>
              <a:gd name="connsiteY130-262" fmla="*/ 1076 h 10000"/>
              <a:gd name="connsiteX131-263" fmla="*/ 3772 w 9424"/>
              <a:gd name="connsiteY131-264" fmla="*/ 983 h 10000"/>
              <a:gd name="connsiteX132-265" fmla="*/ 4129 w 9424"/>
              <a:gd name="connsiteY132-266" fmla="*/ 891 h 10000"/>
              <a:gd name="connsiteX133-267" fmla="*/ 4499 w 9424"/>
              <a:gd name="connsiteY133-268" fmla="*/ 891 h 10000"/>
              <a:gd name="connsiteX134-269" fmla="*/ 4788 w 9424"/>
              <a:gd name="connsiteY134-270" fmla="*/ 779 h 10000"/>
              <a:gd name="connsiteX135-271" fmla="*/ 5144 w 9424"/>
              <a:gd name="connsiteY135-272" fmla="*/ 779 h 10000"/>
              <a:gd name="connsiteX136-273" fmla="*/ 5364 w 9424"/>
              <a:gd name="connsiteY136-274" fmla="*/ 779 h 10000"/>
              <a:gd name="connsiteX137-275" fmla="*/ 5652 w 9424"/>
              <a:gd name="connsiteY137-276" fmla="*/ 686 h 10000"/>
              <a:gd name="connsiteX138-277" fmla="*/ 5871 w 9424"/>
              <a:gd name="connsiteY138-278" fmla="*/ 686 h 10000"/>
              <a:gd name="connsiteX139-279" fmla="*/ 6228 w 9424"/>
              <a:gd name="connsiteY139-280" fmla="*/ 594 h 10000"/>
              <a:gd name="connsiteX140-281" fmla="*/ 6598 w 9424"/>
              <a:gd name="connsiteY140-282" fmla="*/ 594 h 10000"/>
              <a:gd name="connsiteX141-283" fmla="*/ 6886 w 9424"/>
              <a:gd name="connsiteY141-284" fmla="*/ 482 h 10000"/>
              <a:gd name="connsiteX142-285" fmla="*/ 7174 w 9424"/>
              <a:gd name="connsiteY142-286" fmla="*/ 482 h 10000"/>
              <a:gd name="connsiteX143-287" fmla="*/ 7325 w 9424"/>
              <a:gd name="connsiteY143-288" fmla="*/ 390 h 10000"/>
              <a:gd name="connsiteX144-289" fmla="*/ 7462 w 9424"/>
              <a:gd name="connsiteY144-290" fmla="*/ 297 h 10000"/>
              <a:gd name="connsiteX145-291" fmla="*/ 7613 w 9424"/>
              <a:gd name="connsiteY145-292" fmla="*/ 297 h 10000"/>
              <a:gd name="connsiteX146-293" fmla="*/ 7613 w 9424"/>
              <a:gd name="connsiteY146-294" fmla="*/ 204 h 10000"/>
              <a:gd name="connsiteX147-295" fmla="*/ 7613 w 9424"/>
              <a:gd name="connsiteY147-296" fmla="*/ 204 h 10000"/>
              <a:gd name="connsiteX0-297" fmla="*/ 7971 w 9893"/>
              <a:gd name="connsiteY0-298" fmla="*/ 204 h 10000"/>
              <a:gd name="connsiteX1-299" fmla="*/ 8045 w 9893"/>
              <a:gd name="connsiteY1-300" fmla="*/ 93 h 10000"/>
              <a:gd name="connsiteX2-301" fmla="*/ 8205 w 9893"/>
              <a:gd name="connsiteY2-302" fmla="*/ 93 h 10000"/>
              <a:gd name="connsiteX3-303" fmla="*/ 8277 w 9893"/>
              <a:gd name="connsiteY3-304" fmla="*/ 0 h 10000"/>
              <a:gd name="connsiteX4-305" fmla="*/ 8350 w 9893"/>
              <a:gd name="connsiteY4-306" fmla="*/ 0 h 10000"/>
              <a:gd name="connsiteX5-307" fmla="*/ 8510 w 9893"/>
              <a:gd name="connsiteY5-308" fmla="*/ 93 h 10000"/>
              <a:gd name="connsiteX6-309" fmla="*/ 8743 w 9893"/>
              <a:gd name="connsiteY6-310" fmla="*/ 204 h 10000"/>
              <a:gd name="connsiteX7-311" fmla="*/ 8816 w 9893"/>
              <a:gd name="connsiteY7-312" fmla="*/ 297 h 10000"/>
              <a:gd name="connsiteX8-313" fmla="*/ 8961 w 9893"/>
              <a:gd name="connsiteY8-314" fmla="*/ 482 h 10000"/>
              <a:gd name="connsiteX9-315" fmla="*/ 9048 w 9893"/>
              <a:gd name="connsiteY9-316" fmla="*/ 594 h 10000"/>
              <a:gd name="connsiteX10-317" fmla="*/ 9195 w 9893"/>
              <a:gd name="connsiteY10-318" fmla="*/ 686 h 10000"/>
              <a:gd name="connsiteX11-319" fmla="*/ 9354 w 9893"/>
              <a:gd name="connsiteY11-320" fmla="*/ 891 h 10000"/>
              <a:gd name="connsiteX12-321" fmla="*/ 9500 w 9893"/>
              <a:gd name="connsiteY12-322" fmla="*/ 983 h 10000"/>
              <a:gd name="connsiteX13-323" fmla="*/ 9587 w 9893"/>
              <a:gd name="connsiteY13-324" fmla="*/ 1169 h 10000"/>
              <a:gd name="connsiteX14-325" fmla="*/ 9733 w 9893"/>
              <a:gd name="connsiteY14-326" fmla="*/ 1280 h 10000"/>
              <a:gd name="connsiteX15-327" fmla="*/ 9806 w 9893"/>
              <a:gd name="connsiteY15-328" fmla="*/ 1373 h 10000"/>
              <a:gd name="connsiteX16-329" fmla="*/ 9806 w 9893"/>
              <a:gd name="connsiteY16-330" fmla="*/ 1466 h 10000"/>
              <a:gd name="connsiteX17-331" fmla="*/ 9893 w 9893"/>
              <a:gd name="connsiteY17-332" fmla="*/ 1466 h 10000"/>
              <a:gd name="connsiteX18-333" fmla="*/ 9893 w 9893"/>
              <a:gd name="connsiteY18-334" fmla="*/ 1577 h 10000"/>
              <a:gd name="connsiteX19-335" fmla="*/ 9893 w 9893"/>
              <a:gd name="connsiteY19-336" fmla="*/ 1670 h 10000"/>
              <a:gd name="connsiteX20-337" fmla="*/ 9806 w 9893"/>
              <a:gd name="connsiteY20-338" fmla="*/ 1763 h 10000"/>
              <a:gd name="connsiteX21-339" fmla="*/ 9733 w 9893"/>
              <a:gd name="connsiteY21-340" fmla="*/ 1763 h 10000"/>
              <a:gd name="connsiteX22-341" fmla="*/ 9661 w 9893"/>
              <a:gd name="connsiteY22-342" fmla="*/ 1855 h 10000"/>
              <a:gd name="connsiteX23-343" fmla="*/ 9587 w 9893"/>
              <a:gd name="connsiteY23-344" fmla="*/ 1855 h 10000"/>
              <a:gd name="connsiteX24-345" fmla="*/ 9587 w 9893"/>
              <a:gd name="connsiteY24-346" fmla="*/ 1967 h 10000"/>
              <a:gd name="connsiteX25-347" fmla="*/ 9500 w 9893"/>
              <a:gd name="connsiteY25-348" fmla="*/ 2059 h 10000"/>
              <a:gd name="connsiteX26-349" fmla="*/ 9427 w 9893"/>
              <a:gd name="connsiteY26-350" fmla="*/ 2263 h 10000"/>
              <a:gd name="connsiteX27-351" fmla="*/ 9427 w 9893"/>
              <a:gd name="connsiteY27-352" fmla="*/ 2449 h 10000"/>
              <a:gd name="connsiteX28-353" fmla="*/ 9354 w 9893"/>
              <a:gd name="connsiteY28-354" fmla="*/ 2653 h 10000"/>
              <a:gd name="connsiteX29-355" fmla="*/ 9354 w 9893"/>
              <a:gd name="connsiteY29-356" fmla="*/ 2950 h 10000"/>
              <a:gd name="connsiteX30-357" fmla="*/ 9354 w 9893"/>
              <a:gd name="connsiteY30-358" fmla="*/ 3135 h 10000"/>
              <a:gd name="connsiteX31-359" fmla="*/ 9267 w 9893"/>
              <a:gd name="connsiteY31-360" fmla="*/ 3432 h 10000"/>
              <a:gd name="connsiteX32-361" fmla="*/ 9267 w 9893"/>
              <a:gd name="connsiteY32-362" fmla="*/ 3822 h 10000"/>
              <a:gd name="connsiteX33-363" fmla="*/ 9195 w 9893"/>
              <a:gd name="connsiteY33-364" fmla="*/ 4119 h 10000"/>
              <a:gd name="connsiteX34-365" fmla="*/ 9122 w 9893"/>
              <a:gd name="connsiteY34-366" fmla="*/ 4508 h 10000"/>
              <a:gd name="connsiteX35-367" fmla="*/ 9048 w 9893"/>
              <a:gd name="connsiteY35-368" fmla="*/ 4898 h 10000"/>
              <a:gd name="connsiteX36-369" fmla="*/ 8961 w 9893"/>
              <a:gd name="connsiteY36-370" fmla="*/ 5288 h 10000"/>
              <a:gd name="connsiteX37-371" fmla="*/ 8816 w 9893"/>
              <a:gd name="connsiteY37-372" fmla="*/ 6178 h 10000"/>
              <a:gd name="connsiteX38-373" fmla="*/ 8743 w 9893"/>
              <a:gd name="connsiteY38-374" fmla="*/ 6568 h 10000"/>
              <a:gd name="connsiteX39-375" fmla="*/ 8656 w 9893"/>
              <a:gd name="connsiteY39-376" fmla="*/ 6957 h 10000"/>
              <a:gd name="connsiteX40-377" fmla="*/ 8583 w 9893"/>
              <a:gd name="connsiteY40-378" fmla="*/ 7347 h 10000"/>
              <a:gd name="connsiteX41-379" fmla="*/ 8510 w 9893"/>
              <a:gd name="connsiteY41-380" fmla="*/ 7737 h 10000"/>
              <a:gd name="connsiteX42-381" fmla="*/ 8423 w 9893"/>
              <a:gd name="connsiteY42-382" fmla="*/ 8033 h 10000"/>
              <a:gd name="connsiteX43-383" fmla="*/ 8423 w 9893"/>
              <a:gd name="connsiteY43-384" fmla="*/ 8237 h 10000"/>
              <a:gd name="connsiteX44-385" fmla="*/ 8350 w 9893"/>
              <a:gd name="connsiteY44-386" fmla="*/ 8534 h 10000"/>
              <a:gd name="connsiteX45-387" fmla="*/ 8277 w 9893"/>
              <a:gd name="connsiteY45-388" fmla="*/ 8720 h 10000"/>
              <a:gd name="connsiteX46-389" fmla="*/ 8117 w 9893"/>
              <a:gd name="connsiteY46-390" fmla="*/ 9017 h 10000"/>
              <a:gd name="connsiteX47-391" fmla="*/ 7971 w 9893"/>
              <a:gd name="connsiteY47-392" fmla="*/ 9314 h 10000"/>
              <a:gd name="connsiteX48-393" fmla="*/ 7811 w 9893"/>
              <a:gd name="connsiteY48-394" fmla="*/ 9610 h 10000"/>
              <a:gd name="connsiteX49-395" fmla="*/ 7666 w 9893"/>
              <a:gd name="connsiteY49-396" fmla="*/ 9703 h 10000"/>
              <a:gd name="connsiteX50-397" fmla="*/ 7505 w 9893"/>
              <a:gd name="connsiteY50-398" fmla="*/ 9889 h 10000"/>
              <a:gd name="connsiteX51-399" fmla="*/ 7345 w 9893"/>
              <a:gd name="connsiteY51-400" fmla="*/ 10000 h 10000"/>
              <a:gd name="connsiteX52-401" fmla="*/ 7200 w 9893"/>
              <a:gd name="connsiteY52-402" fmla="*/ 10000 h 10000"/>
              <a:gd name="connsiteX53-403" fmla="*/ 7040 w 9893"/>
              <a:gd name="connsiteY53-404" fmla="*/ 10000 h 10000"/>
              <a:gd name="connsiteX54-405" fmla="*/ 7040 w 9893"/>
              <a:gd name="connsiteY54-406" fmla="*/ 9889 h 10000"/>
              <a:gd name="connsiteX55-407" fmla="*/ 6967 w 9893"/>
              <a:gd name="connsiteY55-408" fmla="*/ 9889 h 10000"/>
              <a:gd name="connsiteX56-409" fmla="*/ 6967 w 9893"/>
              <a:gd name="connsiteY56-410" fmla="*/ 9796 h 10000"/>
              <a:gd name="connsiteX57-411" fmla="*/ 6967 w 9893"/>
              <a:gd name="connsiteY57-412" fmla="*/ 9610 h 10000"/>
              <a:gd name="connsiteX58-413" fmla="*/ 6967 w 9893"/>
              <a:gd name="connsiteY58-414" fmla="*/ 9499 h 10000"/>
              <a:gd name="connsiteX59-415" fmla="*/ 6967 w 9893"/>
              <a:gd name="connsiteY59-416" fmla="*/ 9406 h 10000"/>
              <a:gd name="connsiteX60-417" fmla="*/ 6967 w 9893"/>
              <a:gd name="connsiteY60-418" fmla="*/ 9202 h 10000"/>
              <a:gd name="connsiteX61-419" fmla="*/ 6967 w 9893"/>
              <a:gd name="connsiteY61-420" fmla="*/ 9017 h 10000"/>
              <a:gd name="connsiteX62-421" fmla="*/ 6894 w 9893"/>
              <a:gd name="connsiteY62-422" fmla="*/ 8813 h 10000"/>
              <a:gd name="connsiteX63-423" fmla="*/ 6807 w 9893"/>
              <a:gd name="connsiteY63-424" fmla="*/ 8534 h 10000"/>
              <a:gd name="connsiteX64-425" fmla="*/ 6662 w 9893"/>
              <a:gd name="connsiteY64-426" fmla="*/ 8126 h 10000"/>
              <a:gd name="connsiteX65-427" fmla="*/ 6589 w 9893"/>
              <a:gd name="connsiteY65-428" fmla="*/ 7737 h 10000"/>
              <a:gd name="connsiteX66-429" fmla="*/ 6356 w 9893"/>
              <a:gd name="connsiteY66-430" fmla="*/ 7347 h 10000"/>
              <a:gd name="connsiteX67-431" fmla="*/ 6196 w 9893"/>
              <a:gd name="connsiteY67-432" fmla="*/ 6753 h 10000"/>
              <a:gd name="connsiteX68-433" fmla="*/ 6356 w 9893"/>
              <a:gd name="connsiteY68-434" fmla="*/ 6957 h 10000"/>
              <a:gd name="connsiteX69-435" fmla="*/ 6589 w 9893"/>
              <a:gd name="connsiteY69-436" fmla="*/ 7161 h 10000"/>
              <a:gd name="connsiteX70-437" fmla="*/ 6734 w 9893"/>
              <a:gd name="connsiteY70-438" fmla="*/ 7347 h 10000"/>
              <a:gd name="connsiteX71-439" fmla="*/ 6894 w 9893"/>
              <a:gd name="connsiteY71-440" fmla="*/ 7440 h 10000"/>
              <a:gd name="connsiteX72-441" fmla="*/ 7040 w 9893"/>
              <a:gd name="connsiteY72-442" fmla="*/ 7551 h 10000"/>
              <a:gd name="connsiteX73-443" fmla="*/ 7128 w 9893"/>
              <a:gd name="connsiteY73-444" fmla="*/ 7551 h 10000"/>
              <a:gd name="connsiteX74-445" fmla="*/ 7200 w 9893"/>
              <a:gd name="connsiteY74-446" fmla="*/ 7644 h 10000"/>
              <a:gd name="connsiteX75-447" fmla="*/ 7273 w 9893"/>
              <a:gd name="connsiteY75-448" fmla="*/ 7644 h 10000"/>
              <a:gd name="connsiteX76-449" fmla="*/ 7345 w 9893"/>
              <a:gd name="connsiteY76-450" fmla="*/ 7644 h 10000"/>
              <a:gd name="connsiteX77-451" fmla="*/ 7433 w 9893"/>
              <a:gd name="connsiteY77-452" fmla="*/ 7644 h 10000"/>
              <a:gd name="connsiteX78-453" fmla="*/ 7505 w 9893"/>
              <a:gd name="connsiteY78-454" fmla="*/ 7551 h 10000"/>
              <a:gd name="connsiteX79-455" fmla="*/ 7579 w 9893"/>
              <a:gd name="connsiteY79-456" fmla="*/ 7440 h 10000"/>
              <a:gd name="connsiteX80-457" fmla="*/ 7579 w 9893"/>
              <a:gd name="connsiteY80-458" fmla="*/ 7347 h 10000"/>
              <a:gd name="connsiteX81-459" fmla="*/ 7666 w 9893"/>
              <a:gd name="connsiteY81-460" fmla="*/ 7254 h 10000"/>
              <a:gd name="connsiteX82-461" fmla="*/ 7739 w 9893"/>
              <a:gd name="connsiteY82-462" fmla="*/ 7050 h 10000"/>
              <a:gd name="connsiteX83-463" fmla="*/ 7739 w 9893"/>
              <a:gd name="connsiteY83-464" fmla="*/ 6865 h 10000"/>
              <a:gd name="connsiteX84-465" fmla="*/ 7811 w 9893"/>
              <a:gd name="connsiteY84-466" fmla="*/ 6660 h 10000"/>
              <a:gd name="connsiteX85-467" fmla="*/ 7884 w 9893"/>
              <a:gd name="connsiteY85-468" fmla="*/ 6364 h 10000"/>
              <a:gd name="connsiteX86-469" fmla="*/ 7971 w 9893"/>
              <a:gd name="connsiteY86-470" fmla="*/ 6067 h 10000"/>
              <a:gd name="connsiteX87-471" fmla="*/ 7971 w 9893"/>
              <a:gd name="connsiteY87-472" fmla="*/ 5677 h 10000"/>
              <a:gd name="connsiteX88-473" fmla="*/ 8117 w 9893"/>
              <a:gd name="connsiteY88-474" fmla="*/ 4991 h 10000"/>
              <a:gd name="connsiteX89-475" fmla="*/ 8205 w 9893"/>
              <a:gd name="connsiteY89-476" fmla="*/ 4212 h 10000"/>
              <a:gd name="connsiteX90-477" fmla="*/ 8205 w 9893"/>
              <a:gd name="connsiteY90-478" fmla="*/ 3525 h 10000"/>
              <a:gd name="connsiteX91-479" fmla="*/ 8277 w 9893"/>
              <a:gd name="connsiteY91-480" fmla="*/ 2839 h 10000"/>
              <a:gd name="connsiteX92-481" fmla="*/ 8277 w 9893"/>
              <a:gd name="connsiteY92-482" fmla="*/ 2542 h 10000"/>
              <a:gd name="connsiteX93-483" fmla="*/ 8277 w 9893"/>
              <a:gd name="connsiteY93-484" fmla="*/ 2263 h 10000"/>
              <a:gd name="connsiteX94-485" fmla="*/ 8277 w 9893"/>
              <a:gd name="connsiteY94-486" fmla="*/ 2059 h 10000"/>
              <a:gd name="connsiteX95-487" fmla="*/ 8277 w 9893"/>
              <a:gd name="connsiteY95-488" fmla="*/ 1855 h 10000"/>
              <a:gd name="connsiteX96-489" fmla="*/ 8277 w 9893"/>
              <a:gd name="connsiteY96-490" fmla="*/ 1670 h 10000"/>
              <a:gd name="connsiteX97-491" fmla="*/ 8277 w 9893"/>
              <a:gd name="connsiteY97-492" fmla="*/ 1577 h 10000"/>
              <a:gd name="connsiteX98-493" fmla="*/ 8205 w 9893"/>
              <a:gd name="connsiteY98-494" fmla="*/ 1466 h 10000"/>
              <a:gd name="connsiteX99-495" fmla="*/ 8205 w 9893"/>
              <a:gd name="connsiteY99-496" fmla="*/ 1373 h 10000"/>
              <a:gd name="connsiteX100-497" fmla="*/ 8205 w 9893"/>
              <a:gd name="connsiteY100-498" fmla="*/ 1280 h 10000"/>
              <a:gd name="connsiteX101-499" fmla="*/ 8117 w 9893"/>
              <a:gd name="connsiteY101-500" fmla="*/ 1280 h 10000"/>
              <a:gd name="connsiteX102-501" fmla="*/ 8045 w 9893"/>
              <a:gd name="connsiteY102-502" fmla="*/ 1169 h 10000"/>
              <a:gd name="connsiteX103-503" fmla="*/ 8045 w 9893"/>
              <a:gd name="connsiteY103-504" fmla="*/ 1169 h 10000"/>
              <a:gd name="connsiteX104-505" fmla="*/ 7884 w 9893"/>
              <a:gd name="connsiteY104-506" fmla="*/ 1169 h 10000"/>
              <a:gd name="connsiteX105-507" fmla="*/ 7811 w 9893"/>
              <a:gd name="connsiteY105-508" fmla="*/ 1169 h 10000"/>
              <a:gd name="connsiteX106-509" fmla="*/ 7739 w 9893"/>
              <a:gd name="connsiteY106-510" fmla="*/ 1169 h 10000"/>
              <a:gd name="connsiteX107-511" fmla="*/ 7579 w 9893"/>
              <a:gd name="connsiteY107-512" fmla="*/ 1169 h 10000"/>
              <a:gd name="connsiteX108-513" fmla="*/ 7433 w 9893"/>
              <a:gd name="connsiteY108-514" fmla="*/ 1169 h 10000"/>
              <a:gd name="connsiteX109-515" fmla="*/ 7200 w 9893"/>
              <a:gd name="connsiteY109-516" fmla="*/ 1169 h 10000"/>
              <a:gd name="connsiteX110-517" fmla="*/ 7040 w 9893"/>
              <a:gd name="connsiteY110-518" fmla="*/ 1169 h 10000"/>
              <a:gd name="connsiteX111-519" fmla="*/ 6807 w 9893"/>
              <a:gd name="connsiteY111-520" fmla="*/ 1169 h 10000"/>
              <a:gd name="connsiteX112-521" fmla="*/ 6502 w 9893"/>
              <a:gd name="connsiteY112-522" fmla="*/ 1169 h 10000"/>
              <a:gd name="connsiteX113-523" fmla="*/ 6196 w 9893"/>
              <a:gd name="connsiteY113-524" fmla="*/ 1280 h 10000"/>
              <a:gd name="connsiteX114-525" fmla="*/ 5890 w 9893"/>
              <a:gd name="connsiteY114-526" fmla="*/ 1280 h 10000"/>
              <a:gd name="connsiteX115-527" fmla="*/ 5512 w 9893"/>
              <a:gd name="connsiteY115-528" fmla="*/ 1373 h 10000"/>
              <a:gd name="connsiteX116-529" fmla="*/ 4740 w 9893"/>
              <a:gd name="connsiteY116-530" fmla="*/ 1466 h 10000"/>
              <a:gd name="connsiteX117-531" fmla="*/ 3969 w 9893"/>
              <a:gd name="connsiteY117-532" fmla="*/ 1670 h 10000"/>
              <a:gd name="connsiteX118-533" fmla="*/ 3197 w 9893"/>
              <a:gd name="connsiteY118-534" fmla="*/ 1763 h 10000"/>
              <a:gd name="connsiteX119-535" fmla="*/ 2426 w 9893"/>
              <a:gd name="connsiteY119-536" fmla="*/ 1855 h 10000"/>
              <a:gd name="connsiteX120-537" fmla="*/ 1581 w 9893"/>
              <a:gd name="connsiteY120-538" fmla="*/ 1967 h 10000"/>
              <a:gd name="connsiteX121-539" fmla="*/ 825 w 9893"/>
              <a:gd name="connsiteY121-540" fmla="*/ 2059 h 10000"/>
              <a:gd name="connsiteX122-541" fmla="*/ 53 w 9893"/>
              <a:gd name="connsiteY122-542" fmla="*/ 2152 h 10000"/>
              <a:gd name="connsiteX123-543" fmla="*/ 504 w 9893"/>
              <a:gd name="connsiteY123-544" fmla="*/ 1466 h 10000"/>
              <a:gd name="connsiteX124-545" fmla="*/ 1043 w 9893"/>
              <a:gd name="connsiteY124-546" fmla="*/ 1373 h 10000"/>
              <a:gd name="connsiteX125-547" fmla="*/ 1581 w 9893"/>
              <a:gd name="connsiteY125-548" fmla="*/ 1280 h 10000"/>
              <a:gd name="connsiteX126-549" fmla="*/ 2120 w 9893"/>
              <a:gd name="connsiteY126-550" fmla="*/ 1280 h 10000"/>
              <a:gd name="connsiteX127-551" fmla="*/ 2586 w 9893"/>
              <a:gd name="connsiteY127-552" fmla="*/ 1169 h 10000"/>
              <a:gd name="connsiteX128-553" fmla="*/ 3052 w 9893"/>
              <a:gd name="connsiteY128-554" fmla="*/ 1076 h 10000"/>
              <a:gd name="connsiteX129-555" fmla="*/ 3503 w 9893"/>
              <a:gd name="connsiteY129-556" fmla="*/ 1076 h 10000"/>
              <a:gd name="connsiteX130-557" fmla="*/ 3896 w 9893"/>
              <a:gd name="connsiteY130-558" fmla="*/ 983 h 10000"/>
              <a:gd name="connsiteX131-559" fmla="*/ 4274 w 9893"/>
              <a:gd name="connsiteY131-560" fmla="*/ 891 h 10000"/>
              <a:gd name="connsiteX132-561" fmla="*/ 4667 w 9893"/>
              <a:gd name="connsiteY132-562" fmla="*/ 891 h 10000"/>
              <a:gd name="connsiteX133-563" fmla="*/ 4974 w 9893"/>
              <a:gd name="connsiteY133-564" fmla="*/ 779 h 10000"/>
              <a:gd name="connsiteX134-565" fmla="*/ 5351 w 9893"/>
              <a:gd name="connsiteY134-566" fmla="*/ 779 h 10000"/>
              <a:gd name="connsiteX135-567" fmla="*/ 5585 w 9893"/>
              <a:gd name="connsiteY135-568" fmla="*/ 779 h 10000"/>
              <a:gd name="connsiteX136-569" fmla="*/ 5890 w 9893"/>
              <a:gd name="connsiteY136-570" fmla="*/ 686 h 10000"/>
              <a:gd name="connsiteX137-571" fmla="*/ 6123 w 9893"/>
              <a:gd name="connsiteY137-572" fmla="*/ 686 h 10000"/>
              <a:gd name="connsiteX138-573" fmla="*/ 6502 w 9893"/>
              <a:gd name="connsiteY138-574" fmla="*/ 594 h 10000"/>
              <a:gd name="connsiteX139-575" fmla="*/ 6894 w 9893"/>
              <a:gd name="connsiteY139-576" fmla="*/ 594 h 10000"/>
              <a:gd name="connsiteX140-577" fmla="*/ 7200 w 9893"/>
              <a:gd name="connsiteY140-578" fmla="*/ 482 h 10000"/>
              <a:gd name="connsiteX141-579" fmla="*/ 7505 w 9893"/>
              <a:gd name="connsiteY141-580" fmla="*/ 482 h 10000"/>
              <a:gd name="connsiteX142-581" fmla="*/ 7666 w 9893"/>
              <a:gd name="connsiteY142-582" fmla="*/ 390 h 10000"/>
              <a:gd name="connsiteX143-583" fmla="*/ 7811 w 9893"/>
              <a:gd name="connsiteY143-584" fmla="*/ 297 h 10000"/>
              <a:gd name="connsiteX144-585" fmla="*/ 7971 w 9893"/>
              <a:gd name="connsiteY144-586" fmla="*/ 297 h 10000"/>
              <a:gd name="connsiteX145-587" fmla="*/ 7971 w 9893"/>
              <a:gd name="connsiteY145-588" fmla="*/ 204 h 10000"/>
              <a:gd name="connsiteX146-589" fmla="*/ 7971 w 9893"/>
              <a:gd name="connsiteY146-590" fmla="*/ 204 h 10000"/>
              <a:gd name="connsiteX0-591" fmla="*/ 7548 w 9491"/>
              <a:gd name="connsiteY0-592" fmla="*/ 204 h 10000"/>
              <a:gd name="connsiteX1-593" fmla="*/ 7623 w 9491"/>
              <a:gd name="connsiteY1-594" fmla="*/ 93 h 10000"/>
              <a:gd name="connsiteX2-595" fmla="*/ 7785 w 9491"/>
              <a:gd name="connsiteY2-596" fmla="*/ 93 h 10000"/>
              <a:gd name="connsiteX3-597" fmla="*/ 7858 w 9491"/>
              <a:gd name="connsiteY3-598" fmla="*/ 0 h 10000"/>
              <a:gd name="connsiteX4-599" fmla="*/ 7931 w 9491"/>
              <a:gd name="connsiteY4-600" fmla="*/ 0 h 10000"/>
              <a:gd name="connsiteX5-601" fmla="*/ 8093 w 9491"/>
              <a:gd name="connsiteY5-602" fmla="*/ 93 h 10000"/>
              <a:gd name="connsiteX6-603" fmla="*/ 8329 w 9491"/>
              <a:gd name="connsiteY6-604" fmla="*/ 204 h 10000"/>
              <a:gd name="connsiteX7-605" fmla="*/ 8402 w 9491"/>
              <a:gd name="connsiteY7-606" fmla="*/ 297 h 10000"/>
              <a:gd name="connsiteX8-607" fmla="*/ 8549 w 9491"/>
              <a:gd name="connsiteY8-608" fmla="*/ 482 h 10000"/>
              <a:gd name="connsiteX9-609" fmla="*/ 8637 w 9491"/>
              <a:gd name="connsiteY9-610" fmla="*/ 594 h 10000"/>
              <a:gd name="connsiteX10-611" fmla="*/ 8785 w 9491"/>
              <a:gd name="connsiteY10-612" fmla="*/ 686 h 10000"/>
              <a:gd name="connsiteX11-613" fmla="*/ 8946 w 9491"/>
              <a:gd name="connsiteY11-614" fmla="*/ 891 h 10000"/>
              <a:gd name="connsiteX12-615" fmla="*/ 9094 w 9491"/>
              <a:gd name="connsiteY12-616" fmla="*/ 983 h 10000"/>
              <a:gd name="connsiteX13-617" fmla="*/ 9182 w 9491"/>
              <a:gd name="connsiteY13-618" fmla="*/ 1169 h 10000"/>
              <a:gd name="connsiteX14-619" fmla="*/ 9329 w 9491"/>
              <a:gd name="connsiteY14-620" fmla="*/ 1280 h 10000"/>
              <a:gd name="connsiteX15-621" fmla="*/ 9403 w 9491"/>
              <a:gd name="connsiteY15-622" fmla="*/ 1373 h 10000"/>
              <a:gd name="connsiteX16-623" fmla="*/ 9403 w 9491"/>
              <a:gd name="connsiteY16-624" fmla="*/ 1466 h 10000"/>
              <a:gd name="connsiteX17-625" fmla="*/ 9491 w 9491"/>
              <a:gd name="connsiteY17-626" fmla="*/ 1466 h 10000"/>
              <a:gd name="connsiteX18-627" fmla="*/ 9491 w 9491"/>
              <a:gd name="connsiteY18-628" fmla="*/ 1577 h 10000"/>
              <a:gd name="connsiteX19-629" fmla="*/ 9491 w 9491"/>
              <a:gd name="connsiteY19-630" fmla="*/ 1670 h 10000"/>
              <a:gd name="connsiteX20-631" fmla="*/ 9403 w 9491"/>
              <a:gd name="connsiteY20-632" fmla="*/ 1763 h 10000"/>
              <a:gd name="connsiteX21-633" fmla="*/ 9329 w 9491"/>
              <a:gd name="connsiteY21-634" fmla="*/ 1763 h 10000"/>
              <a:gd name="connsiteX22-635" fmla="*/ 9256 w 9491"/>
              <a:gd name="connsiteY22-636" fmla="*/ 1855 h 10000"/>
              <a:gd name="connsiteX23-637" fmla="*/ 9182 w 9491"/>
              <a:gd name="connsiteY23-638" fmla="*/ 1855 h 10000"/>
              <a:gd name="connsiteX24-639" fmla="*/ 9182 w 9491"/>
              <a:gd name="connsiteY24-640" fmla="*/ 1967 h 10000"/>
              <a:gd name="connsiteX25-641" fmla="*/ 9094 w 9491"/>
              <a:gd name="connsiteY25-642" fmla="*/ 2059 h 10000"/>
              <a:gd name="connsiteX26-643" fmla="*/ 9020 w 9491"/>
              <a:gd name="connsiteY26-644" fmla="*/ 2263 h 10000"/>
              <a:gd name="connsiteX27-645" fmla="*/ 9020 w 9491"/>
              <a:gd name="connsiteY27-646" fmla="*/ 2449 h 10000"/>
              <a:gd name="connsiteX28-647" fmla="*/ 8946 w 9491"/>
              <a:gd name="connsiteY28-648" fmla="*/ 2653 h 10000"/>
              <a:gd name="connsiteX29-649" fmla="*/ 8946 w 9491"/>
              <a:gd name="connsiteY29-650" fmla="*/ 2950 h 10000"/>
              <a:gd name="connsiteX30-651" fmla="*/ 8946 w 9491"/>
              <a:gd name="connsiteY30-652" fmla="*/ 3135 h 10000"/>
              <a:gd name="connsiteX31-653" fmla="*/ 8858 w 9491"/>
              <a:gd name="connsiteY31-654" fmla="*/ 3432 h 10000"/>
              <a:gd name="connsiteX32-655" fmla="*/ 8858 w 9491"/>
              <a:gd name="connsiteY32-656" fmla="*/ 3822 h 10000"/>
              <a:gd name="connsiteX33-657" fmla="*/ 8785 w 9491"/>
              <a:gd name="connsiteY33-658" fmla="*/ 4119 h 10000"/>
              <a:gd name="connsiteX34-659" fmla="*/ 8712 w 9491"/>
              <a:gd name="connsiteY34-660" fmla="*/ 4508 h 10000"/>
              <a:gd name="connsiteX35-661" fmla="*/ 8637 w 9491"/>
              <a:gd name="connsiteY35-662" fmla="*/ 4898 h 10000"/>
              <a:gd name="connsiteX36-663" fmla="*/ 8549 w 9491"/>
              <a:gd name="connsiteY36-664" fmla="*/ 5288 h 10000"/>
              <a:gd name="connsiteX37-665" fmla="*/ 8402 w 9491"/>
              <a:gd name="connsiteY37-666" fmla="*/ 6178 h 10000"/>
              <a:gd name="connsiteX38-667" fmla="*/ 8329 w 9491"/>
              <a:gd name="connsiteY38-668" fmla="*/ 6568 h 10000"/>
              <a:gd name="connsiteX39-669" fmla="*/ 8241 w 9491"/>
              <a:gd name="connsiteY39-670" fmla="*/ 6957 h 10000"/>
              <a:gd name="connsiteX40-671" fmla="*/ 8167 w 9491"/>
              <a:gd name="connsiteY40-672" fmla="*/ 7347 h 10000"/>
              <a:gd name="connsiteX41-673" fmla="*/ 8093 w 9491"/>
              <a:gd name="connsiteY41-674" fmla="*/ 7737 h 10000"/>
              <a:gd name="connsiteX42-675" fmla="*/ 8005 w 9491"/>
              <a:gd name="connsiteY42-676" fmla="*/ 8033 h 10000"/>
              <a:gd name="connsiteX43-677" fmla="*/ 8005 w 9491"/>
              <a:gd name="connsiteY43-678" fmla="*/ 8237 h 10000"/>
              <a:gd name="connsiteX44-679" fmla="*/ 7931 w 9491"/>
              <a:gd name="connsiteY44-680" fmla="*/ 8534 h 10000"/>
              <a:gd name="connsiteX45-681" fmla="*/ 7858 w 9491"/>
              <a:gd name="connsiteY45-682" fmla="*/ 8720 h 10000"/>
              <a:gd name="connsiteX46-683" fmla="*/ 7696 w 9491"/>
              <a:gd name="connsiteY46-684" fmla="*/ 9017 h 10000"/>
              <a:gd name="connsiteX47-685" fmla="*/ 7548 w 9491"/>
              <a:gd name="connsiteY47-686" fmla="*/ 9314 h 10000"/>
              <a:gd name="connsiteX48-687" fmla="*/ 7386 w 9491"/>
              <a:gd name="connsiteY48-688" fmla="*/ 9610 h 10000"/>
              <a:gd name="connsiteX49-689" fmla="*/ 7240 w 9491"/>
              <a:gd name="connsiteY49-690" fmla="*/ 9703 h 10000"/>
              <a:gd name="connsiteX50-691" fmla="*/ 7077 w 9491"/>
              <a:gd name="connsiteY50-692" fmla="*/ 9889 h 10000"/>
              <a:gd name="connsiteX51-693" fmla="*/ 6915 w 9491"/>
              <a:gd name="connsiteY51-694" fmla="*/ 10000 h 10000"/>
              <a:gd name="connsiteX52-695" fmla="*/ 6769 w 9491"/>
              <a:gd name="connsiteY52-696" fmla="*/ 10000 h 10000"/>
              <a:gd name="connsiteX53-697" fmla="*/ 6607 w 9491"/>
              <a:gd name="connsiteY53-698" fmla="*/ 10000 h 10000"/>
              <a:gd name="connsiteX54-699" fmla="*/ 6607 w 9491"/>
              <a:gd name="connsiteY54-700" fmla="*/ 9889 h 10000"/>
              <a:gd name="connsiteX55-701" fmla="*/ 6533 w 9491"/>
              <a:gd name="connsiteY55-702" fmla="*/ 9889 h 10000"/>
              <a:gd name="connsiteX56-703" fmla="*/ 6533 w 9491"/>
              <a:gd name="connsiteY56-704" fmla="*/ 9796 h 10000"/>
              <a:gd name="connsiteX57-705" fmla="*/ 6533 w 9491"/>
              <a:gd name="connsiteY57-706" fmla="*/ 9610 h 10000"/>
              <a:gd name="connsiteX58-707" fmla="*/ 6533 w 9491"/>
              <a:gd name="connsiteY58-708" fmla="*/ 9499 h 10000"/>
              <a:gd name="connsiteX59-709" fmla="*/ 6533 w 9491"/>
              <a:gd name="connsiteY59-710" fmla="*/ 9406 h 10000"/>
              <a:gd name="connsiteX60-711" fmla="*/ 6533 w 9491"/>
              <a:gd name="connsiteY60-712" fmla="*/ 9202 h 10000"/>
              <a:gd name="connsiteX61-713" fmla="*/ 6533 w 9491"/>
              <a:gd name="connsiteY61-714" fmla="*/ 9017 h 10000"/>
              <a:gd name="connsiteX62-715" fmla="*/ 6460 w 9491"/>
              <a:gd name="connsiteY62-716" fmla="*/ 8813 h 10000"/>
              <a:gd name="connsiteX63-717" fmla="*/ 6372 w 9491"/>
              <a:gd name="connsiteY63-718" fmla="*/ 8534 h 10000"/>
              <a:gd name="connsiteX64-719" fmla="*/ 6225 w 9491"/>
              <a:gd name="connsiteY64-720" fmla="*/ 8126 h 10000"/>
              <a:gd name="connsiteX65-721" fmla="*/ 6151 w 9491"/>
              <a:gd name="connsiteY65-722" fmla="*/ 7737 h 10000"/>
              <a:gd name="connsiteX66-723" fmla="*/ 5916 w 9491"/>
              <a:gd name="connsiteY66-724" fmla="*/ 7347 h 10000"/>
              <a:gd name="connsiteX67-725" fmla="*/ 5754 w 9491"/>
              <a:gd name="connsiteY67-726" fmla="*/ 6753 h 10000"/>
              <a:gd name="connsiteX68-727" fmla="*/ 5916 w 9491"/>
              <a:gd name="connsiteY68-728" fmla="*/ 6957 h 10000"/>
              <a:gd name="connsiteX69-729" fmla="*/ 6151 w 9491"/>
              <a:gd name="connsiteY69-730" fmla="*/ 7161 h 10000"/>
              <a:gd name="connsiteX70-731" fmla="*/ 6298 w 9491"/>
              <a:gd name="connsiteY70-732" fmla="*/ 7347 h 10000"/>
              <a:gd name="connsiteX71-733" fmla="*/ 6460 w 9491"/>
              <a:gd name="connsiteY71-734" fmla="*/ 7440 h 10000"/>
              <a:gd name="connsiteX72-735" fmla="*/ 6607 w 9491"/>
              <a:gd name="connsiteY72-736" fmla="*/ 7551 h 10000"/>
              <a:gd name="connsiteX73-737" fmla="*/ 6696 w 9491"/>
              <a:gd name="connsiteY73-738" fmla="*/ 7551 h 10000"/>
              <a:gd name="connsiteX74-739" fmla="*/ 6769 w 9491"/>
              <a:gd name="connsiteY74-740" fmla="*/ 7644 h 10000"/>
              <a:gd name="connsiteX75-741" fmla="*/ 6843 w 9491"/>
              <a:gd name="connsiteY75-742" fmla="*/ 7644 h 10000"/>
              <a:gd name="connsiteX76-743" fmla="*/ 6915 w 9491"/>
              <a:gd name="connsiteY76-744" fmla="*/ 7644 h 10000"/>
              <a:gd name="connsiteX77-745" fmla="*/ 7004 w 9491"/>
              <a:gd name="connsiteY77-746" fmla="*/ 7644 h 10000"/>
              <a:gd name="connsiteX78-747" fmla="*/ 7077 w 9491"/>
              <a:gd name="connsiteY78-748" fmla="*/ 7551 h 10000"/>
              <a:gd name="connsiteX79-749" fmla="*/ 7152 w 9491"/>
              <a:gd name="connsiteY79-750" fmla="*/ 7440 h 10000"/>
              <a:gd name="connsiteX80-751" fmla="*/ 7152 w 9491"/>
              <a:gd name="connsiteY80-752" fmla="*/ 7347 h 10000"/>
              <a:gd name="connsiteX81-753" fmla="*/ 7240 w 9491"/>
              <a:gd name="connsiteY81-754" fmla="*/ 7254 h 10000"/>
              <a:gd name="connsiteX82-755" fmla="*/ 7314 w 9491"/>
              <a:gd name="connsiteY82-756" fmla="*/ 7050 h 10000"/>
              <a:gd name="connsiteX83-757" fmla="*/ 7314 w 9491"/>
              <a:gd name="connsiteY83-758" fmla="*/ 6865 h 10000"/>
              <a:gd name="connsiteX84-759" fmla="*/ 7386 w 9491"/>
              <a:gd name="connsiteY84-760" fmla="*/ 6660 h 10000"/>
              <a:gd name="connsiteX85-761" fmla="*/ 7460 w 9491"/>
              <a:gd name="connsiteY85-762" fmla="*/ 6364 h 10000"/>
              <a:gd name="connsiteX86-763" fmla="*/ 7548 w 9491"/>
              <a:gd name="connsiteY86-764" fmla="*/ 6067 h 10000"/>
              <a:gd name="connsiteX87-765" fmla="*/ 7548 w 9491"/>
              <a:gd name="connsiteY87-766" fmla="*/ 5677 h 10000"/>
              <a:gd name="connsiteX88-767" fmla="*/ 7696 w 9491"/>
              <a:gd name="connsiteY88-768" fmla="*/ 4991 h 10000"/>
              <a:gd name="connsiteX89-769" fmla="*/ 7785 w 9491"/>
              <a:gd name="connsiteY89-770" fmla="*/ 4212 h 10000"/>
              <a:gd name="connsiteX90-771" fmla="*/ 7785 w 9491"/>
              <a:gd name="connsiteY90-772" fmla="*/ 3525 h 10000"/>
              <a:gd name="connsiteX91-773" fmla="*/ 7858 w 9491"/>
              <a:gd name="connsiteY91-774" fmla="*/ 2839 h 10000"/>
              <a:gd name="connsiteX92-775" fmla="*/ 7858 w 9491"/>
              <a:gd name="connsiteY92-776" fmla="*/ 2542 h 10000"/>
              <a:gd name="connsiteX93-777" fmla="*/ 7858 w 9491"/>
              <a:gd name="connsiteY93-778" fmla="*/ 2263 h 10000"/>
              <a:gd name="connsiteX94-779" fmla="*/ 7858 w 9491"/>
              <a:gd name="connsiteY94-780" fmla="*/ 2059 h 10000"/>
              <a:gd name="connsiteX95-781" fmla="*/ 7858 w 9491"/>
              <a:gd name="connsiteY95-782" fmla="*/ 1855 h 10000"/>
              <a:gd name="connsiteX96-783" fmla="*/ 7858 w 9491"/>
              <a:gd name="connsiteY96-784" fmla="*/ 1670 h 10000"/>
              <a:gd name="connsiteX97-785" fmla="*/ 7858 w 9491"/>
              <a:gd name="connsiteY97-786" fmla="*/ 1577 h 10000"/>
              <a:gd name="connsiteX98-787" fmla="*/ 7785 w 9491"/>
              <a:gd name="connsiteY98-788" fmla="*/ 1466 h 10000"/>
              <a:gd name="connsiteX99-789" fmla="*/ 7785 w 9491"/>
              <a:gd name="connsiteY99-790" fmla="*/ 1373 h 10000"/>
              <a:gd name="connsiteX100-791" fmla="*/ 7785 w 9491"/>
              <a:gd name="connsiteY100-792" fmla="*/ 1280 h 10000"/>
              <a:gd name="connsiteX101-793" fmla="*/ 7696 w 9491"/>
              <a:gd name="connsiteY101-794" fmla="*/ 1280 h 10000"/>
              <a:gd name="connsiteX102-795" fmla="*/ 7623 w 9491"/>
              <a:gd name="connsiteY102-796" fmla="*/ 1169 h 10000"/>
              <a:gd name="connsiteX103-797" fmla="*/ 7623 w 9491"/>
              <a:gd name="connsiteY103-798" fmla="*/ 1169 h 10000"/>
              <a:gd name="connsiteX104-799" fmla="*/ 7460 w 9491"/>
              <a:gd name="connsiteY104-800" fmla="*/ 1169 h 10000"/>
              <a:gd name="connsiteX105-801" fmla="*/ 7386 w 9491"/>
              <a:gd name="connsiteY105-802" fmla="*/ 1169 h 10000"/>
              <a:gd name="connsiteX106-803" fmla="*/ 7314 w 9491"/>
              <a:gd name="connsiteY106-804" fmla="*/ 1169 h 10000"/>
              <a:gd name="connsiteX107-805" fmla="*/ 7152 w 9491"/>
              <a:gd name="connsiteY107-806" fmla="*/ 1169 h 10000"/>
              <a:gd name="connsiteX108-807" fmla="*/ 7004 w 9491"/>
              <a:gd name="connsiteY108-808" fmla="*/ 1169 h 10000"/>
              <a:gd name="connsiteX109-809" fmla="*/ 6769 w 9491"/>
              <a:gd name="connsiteY109-810" fmla="*/ 1169 h 10000"/>
              <a:gd name="connsiteX110-811" fmla="*/ 6607 w 9491"/>
              <a:gd name="connsiteY110-812" fmla="*/ 1169 h 10000"/>
              <a:gd name="connsiteX111-813" fmla="*/ 6372 w 9491"/>
              <a:gd name="connsiteY111-814" fmla="*/ 1169 h 10000"/>
              <a:gd name="connsiteX112-815" fmla="*/ 6063 w 9491"/>
              <a:gd name="connsiteY112-816" fmla="*/ 1169 h 10000"/>
              <a:gd name="connsiteX113-817" fmla="*/ 5754 w 9491"/>
              <a:gd name="connsiteY113-818" fmla="*/ 1280 h 10000"/>
              <a:gd name="connsiteX114-819" fmla="*/ 5445 w 9491"/>
              <a:gd name="connsiteY114-820" fmla="*/ 1280 h 10000"/>
              <a:gd name="connsiteX115-821" fmla="*/ 5063 w 9491"/>
              <a:gd name="connsiteY115-822" fmla="*/ 1373 h 10000"/>
              <a:gd name="connsiteX116-823" fmla="*/ 4282 w 9491"/>
              <a:gd name="connsiteY116-824" fmla="*/ 1466 h 10000"/>
              <a:gd name="connsiteX117-825" fmla="*/ 3503 w 9491"/>
              <a:gd name="connsiteY117-826" fmla="*/ 1670 h 10000"/>
              <a:gd name="connsiteX118-827" fmla="*/ 2723 w 9491"/>
              <a:gd name="connsiteY118-828" fmla="*/ 1763 h 10000"/>
              <a:gd name="connsiteX119-829" fmla="*/ 1943 w 9491"/>
              <a:gd name="connsiteY119-830" fmla="*/ 1855 h 10000"/>
              <a:gd name="connsiteX120-831" fmla="*/ 1089 w 9491"/>
              <a:gd name="connsiteY120-832" fmla="*/ 1967 h 10000"/>
              <a:gd name="connsiteX121-833" fmla="*/ 325 w 9491"/>
              <a:gd name="connsiteY121-834" fmla="*/ 2059 h 10000"/>
              <a:gd name="connsiteX122-835" fmla="*/ 0 w 9491"/>
              <a:gd name="connsiteY122-836" fmla="*/ 1466 h 10000"/>
              <a:gd name="connsiteX123-837" fmla="*/ 545 w 9491"/>
              <a:gd name="connsiteY123-838" fmla="*/ 1373 h 10000"/>
              <a:gd name="connsiteX124-839" fmla="*/ 1089 w 9491"/>
              <a:gd name="connsiteY124-840" fmla="*/ 1280 h 10000"/>
              <a:gd name="connsiteX125-841" fmla="*/ 1634 w 9491"/>
              <a:gd name="connsiteY125-842" fmla="*/ 1280 h 10000"/>
              <a:gd name="connsiteX126-843" fmla="*/ 2105 w 9491"/>
              <a:gd name="connsiteY126-844" fmla="*/ 1169 h 10000"/>
              <a:gd name="connsiteX127-845" fmla="*/ 2576 w 9491"/>
              <a:gd name="connsiteY127-846" fmla="*/ 1076 h 10000"/>
              <a:gd name="connsiteX128-847" fmla="*/ 3032 w 9491"/>
              <a:gd name="connsiteY128-848" fmla="*/ 1076 h 10000"/>
              <a:gd name="connsiteX129-849" fmla="*/ 3429 w 9491"/>
              <a:gd name="connsiteY129-850" fmla="*/ 983 h 10000"/>
              <a:gd name="connsiteX130-851" fmla="*/ 3811 w 9491"/>
              <a:gd name="connsiteY130-852" fmla="*/ 891 h 10000"/>
              <a:gd name="connsiteX131-853" fmla="*/ 4208 w 9491"/>
              <a:gd name="connsiteY131-854" fmla="*/ 891 h 10000"/>
              <a:gd name="connsiteX132-855" fmla="*/ 4519 w 9491"/>
              <a:gd name="connsiteY132-856" fmla="*/ 779 h 10000"/>
              <a:gd name="connsiteX133-857" fmla="*/ 4900 w 9491"/>
              <a:gd name="connsiteY133-858" fmla="*/ 779 h 10000"/>
              <a:gd name="connsiteX134-859" fmla="*/ 5136 w 9491"/>
              <a:gd name="connsiteY134-860" fmla="*/ 779 h 10000"/>
              <a:gd name="connsiteX135-861" fmla="*/ 5445 w 9491"/>
              <a:gd name="connsiteY135-862" fmla="*/ 686 h 10000"/>
              <a:gd name="connsiteX136-863" fmla="*/ 5680 w 9491"/>
              <a:gd name="connsiteY136-864" fmla="*/ 686 h 10000"/>
              <a:gd name="connsiteX137-865" fmla="*/ 6063 w 9491"/>
              <a:gd name="connsiteY137-866" fmla="*/ 594 h 10000"/>
              <a:gd name="connsiteX138-867" fmla="*/ 6460 w 9491"/>
              <a:gd name="connsiteY138-868" fmla="*/ 594 h 10000"/>
              <a:gd name="connsiteX139-869" fmla="*/ 6769 w 9491"/>
              <a:gd name="connsiteY139-870" fmla="*/ 482 h 10000"/>
              <a:gd name="connsiteX140-871" fmla="*/ 7077 w 9491"/>
              <a:gd name="connsiteY140-872" fmla="*/ 482 h 10000"/>
              <a:gd name="connsiteX141-873" fmla="*/ 7240 w 9491"/>
              <a:gd name="connsiteY141-874" fmla="*/ 390 h 10000"/>
              <a:gd name="connsiteX142-875" fmla="*/ 7386 w 9491"/>
              <a:gd name="connsiteY142-876" fmla="*/ 297 h 10000"/>
              <a:gd name="connsiteX143-877" fmla="*/ 7548 w 9491"/>
              <a:gd name="connsiteY143-878" fmla="*/ 297 h 10000"/>
              <a:gd name="connsiteX144-879" fmla="*/ 7548 w 9491"/>
              <a:gd name="connsiteY144-880" fmla="*/ 204 h 10000"/>
              <a:gd name="connsiteX145-881" fmla="*/ 7548 w 9491"/>
              <a:gd name="connsiteY145-882" fmla="*/ 204 h 10000"/>
              <a:gd name="connsiteX0-883" fmla="*/ 7953 w 10000"/>
              <a:gd name="connsiteY0-884" fmla="*/ 204 h 10000"/>
              <a:gd name="connsiteX1-885" fmla="*/ 8032 w 10000"/>
              <a:gd name="connsiteY1-886" fmla="*/ 93 h 10000"/>
              <a:gd name="connsiteX2-887" fmla="*/ 8203 w 10000"/>
              <a:gd name="connsiteY2-888" fmla="*/ 93 h 10000"/>
              <a:gd name="connsiteX3-889" fmla="*/ 8279 w 10000"/>
              <a:gd name="connsiteY3-890" fmla="*/ 0 h 10000"/>
              <a:gd name="connsiteX4-891" fmla="*/ 8356 w 10000"/>
              <a:gd name="connsiteY4-892" fmla="*/ 0 h 10000"/>
              <a:gd name="connsiteX5-893" fmla="*/ 8527 w 10000"/>
              <a:gd name="connsiteY5-894" fmla="*/ 93 h 10000"/>
              <a:gd name="connsiteX6-895" fmla="*/ 8776 w 10000"/>
              <a:gd name="connsiteY6-896" fmla="*/ 204 h 10000"/>
              <a:gd name="connsiteX7-897" fmla="*/ 8853 w 10000"/>
              <a:gd name="connsiteY7-898" fmla="*/ 297 h 10000"/>
              <a:gd name="connsiteX8-899" fmla="*/ 9007 w 10000"/>
              <a:gd name="connsiteY8-900" fmla="*/ 482 h 10000"/>
              <a:gd name="connsiteX9-901" fmla="*/ 9100 w 10000"/>
              <a:gd name="connsiteY9-902" fmla="*/ 594 h 10000"/>
              <a:gd name="connsiteX10-903" fmla="*/ 9256 w 10000"/>
              <a:gd name="connsiteY10-904" fmla="*/ 686 h 10000"/>
              <a:gd name="connsiteX11-905" fmla="*/ 9426 w 10000"/>
              <a:gd name="connsiteY11-906" fmla="*/ 891 h 10000"/>
              <a:gd name="connsiteX12-907" fmla="*/ 9582 w 10000"/>
              <a:gd name="connsiteY12-908" fmla="*/ 983 h 10000"/>
              <a:gd name="connsiteX13-909" fmla="*/ 9674 w 10000"/>
              <a:gd name="connsiteY13-910" fmla="*/ 1169 h 10000"/>
              <a:gd name="connsiteX14-911" fmla="*/ 9829 w 10000"/>
              <a:gd name="connsiteY14-912" fmla="*/ 1280 h 10000"/>
              <a:gd name="connsiteX15-913" fmla="*/ 9907 w 10000"/>
              <a:gd name="connsiteY15-914" fmla="*/ 1373 h 10000"/>
              <a:gd name="connsiteX16-915" fmla="*/ 9907 w 10000"/>
              <a:gd name="connsiteY16-916" fmla="*/ 1466 h 10000"/>
              <a:gd name="connsiteX17-917" fmla="*/ 10000 w 10000"/>
              <a:gd name="connsiteY17-918" fmla="*/ 1466 h 10000"/>
              <a:gd name="connsiteX18-919" fmla="*/ 10000 w 10000"/>
              <a:gd name="connsiteY18-920" fmla="*/ 1577 h 10000"/>
              <a:gd name="connsiteX19-921" fmla="*/ 10000 w 10000"/>
              <a:gd name="connsiteY19-922" fmla="*/ 1670 h 10000"/>
              <a:gd name="connsiteX20-923" fmla="*/ 9907 w 10000"/>
              <a:gd name="connsiteY20-924" fmla="*/ 1763 h 10000"/>
              <a:gd name="connsiteX21-925" fmla="*/ 9829 w 10000"/>
              <a:gd name="connsiteY21-926" fmla="*/ 1763 h 10000"/>
              <a:gd name="connsiteX22-927" fmla="*/ 9752 w 10000"/>
              <a:gd name="connsiteY22-928" fmla="*/ 1855 h 10000"/>
              <a:gd name="connsiteX23-929" fmla="*/ 9674 w 10000"/>
              <a:gd name="connsiteY23-930" fmla="*/ 1855 h 10000"/>
              <a:gd name="connsiteX24-931" fmla="*/ 9674 w 10000"/>
              <a:gd name="connsiteY24-932" fmla="*/ 1967 h 10000"/>
              <a:gd name="connsiteX25-933" fmla="*/ 9582 w 10000"/>
              <a:gd name="connsiteY25-934" fmla="*/ 2059 h 10000"/>
              <a:gd name="connsiteX26-935" fmla="*/ 9504 w 10000"/>
              <a:gd name="connsiteY26-936" fmla="*/ 2263 h 10000"/>
              <a:gd name="connsiteX27-937" fmla="*/ 9504 w 10000"/>
              <a:gd name="connsiteY27-938" fmla="*/ 2449 h 10000"/>
              <a:gd name="connsiteX28-939" fmla="*/ 9426 w 10000"/>
              <a:gd name="connsiteY28-940" fmla="*/ 2653 h 10000"/>
              <a:gd name="connsiteX29-941" fmla="*/ 9426 w 10000"/>
              <a:gd name="connsiteY29-942" fmla="*/ 2950 h 10000"/>
              <a:gd name="connsiteX30-943" fmla="*/ 9426 w 10000"/>
              <a:gd name="connsiteY30-944" fmla="*/ 3135 h 10000"/>
              <a:gd name="connsiteX31-945" fmla="*/ 9333 w 10000"/>
              <a:gd name="connsiteY31-946" fmla="*/ 3432 h 10000"/>
              <a:gd name="connsiteX32-947" fmla="*/ 9333 w 10000"/>
              <a:gd name="connsiteY32-948" fmla="*/ 3822 h 10000"/>
              <a:gd name="connsiteX33-949" fmla="*/ 9256 w 10000"/>
              <a:gd name="connsiteY33-950" fmla="*/ 4119 h 10000"/>
              <a:gd name="connsiteX34-951" fmla="*/ 9179 w 10000"/>
              <a:gd name="connsiteY34-952" fmla="*/ 4508 h 10000"/>
              <a:gd name="connsiteX35-953" fmla="*/ 9100 w 10000"/>
              <a:gd name="connsiteY35-954" fmla="*/ 4898 h 10000"/>
              <a:gd name="connsiteX36-955" fmla="*/ 9007 w 10000"/>
              <a:gd name="connsiteY36-956" fmla="*/ 5288 h 10000"/>
              <a:gd name="connsiteX37-957" fmla="*/ 8853 w 10000"/>
              <a:gd name="connsiteY37-958" fmla="*/ 6178 h 10000"/>
              <a:gd name="connsiteX38-959" fmla="*/ 8776 w 10000"/>
              <a:gd name="connsiteY38-960" fmla="*/ 6568 h 10000"/>
              <a:gd name="connsiteX39-961" fmla="*/ 8683 w 10000"/>
              <a:gd name="connsiteY39-962" fmla="*/ 6957 h 10000"/>
              <a:gd name="connsiteX40-963" fmla="*/ 8605 w 10000"/>
              <a:gd name="connsiteY40-964" fmla="*/ 7347 h 10000"/>
              <a:gd name="connsiteX41-965" fmla="*/ 8527 w 10000"/>
              <a:gd name="connsiteY41-966" fmla="*/ 7737 h 10000"/>
              <a:gd name="connsiteX42-967" fmla="*/ 8434 w 10000"/>
              <a:gd name="connsiteY42-968" fmla="*/ 8033 h 10000"/>
              <a:gd name="connsiteX43-969" fmla="*/ 8434 w 10000"/>
              <a:gd name="connsiteY43-970" fmla="*/ 8237 h 10000"/>
              <a:gd name="connsiteX44-971" fmla="*/ 8356 w 10000"/>
              <a:gd name="connsiteY44-972" fmla="*/ 8534 h 10000"/>
              <a:gd name="connsiteX45-973" fmla="*/ 8279 w 10000"/>
              <a:gd name="connsiteY45-974" fmla="*/ 8720 h 10000"/>
              <a:gd name="connsiteX46-975" fmla="*/ 8109 w 10000"/>
              <a:gd name="connsiteY46-976" fmla="*/ 9017 h 10000"/>
              <a:gd name="connsiteX47-977" fmla="*/ 7953 w 10000"/>
              <a:gd name="connsiteY47-978" fmla="*/ 9314 h 10000"/>
              <a:gd name="connsiteX48-979" fmla="*/ 7782 w 10000"/>
              <a:gd name="connsiteY48-980" fmla="*/ 9610 h 10000"/>
              <a:gd name="connsiteX49-981" fmla="*/ 7628 w 10000"/>
              <a:gd name="connsiteY49-982" fmla="*/ 9703 h 10000"/>
              <a:gd name="connsiteX50-983" fmla="*/ 7457 w 10000"/>
              <a:gd name="connsiteY50-984" fmla="*/ 9889 h 10000"/>
              <a:gd name="connsiteX51-985" fmla="*/ 7286 w 10000"/>
              <a:gd name="connsiteY51-986" fmla="*/ 10000 h 10000"/>
              <a:gd name="connsiteX52-987" fmla="*/ 7132 w 10000"/>
              <a:gd name="connsiteY52-988" fmla="*/ 10000 h 10000"/>
              <a:gd name="connsiteX53-989" fmla="*/ 6961 w 10000"/>
              <a:gd name="connsiteY53-990" fmla="*/ 10000 h 10000"/>
              <a:gd name="connsiteX54-991" fmla="*/ 6961 w 10000"/>
              <a:gd name="connsiteY54-992" fmla="*/ 9889 h 10000"/>
              <a:gd name="connsiteX55-993" fmla="*/ 6883 w 10000"/>
              <a:gd name="connsiteY55-994" fmla="*/ 9889 h 10000"/>
              <a:gd name="connsiteX56-995" fmla="*/ 6883 w 10000"/>
              <a:gd name="connsiteY56-996" fmla="*/ 9796 h 10000"/>
              <a:gd name="connsiteX57-997" fmla="*/ 6883 w 10000"/>
              <a:gd name="connsiteY57-998" fmla="*/ 9610 h 10000"/>
              <a:gd name="connsiteX58-999" fmla="*/ 6883 w 10000"/>
              <a:gd name="connsiteY58-1000" fmla="*/ 9499 h 10000"/>
              <a:gd name="connsiteX59-1001" fmla="*/ 6883 w 10000"/>
              <a:gd name="connsiteY59-1002" fmla="*/ 9406 h 10000"/>
              <a:gd name="connsiteX60-1003" fmla="*/ 6883 w 10000"/>
              <a:gd name="connsiteY60-1004" fmla="*/ 9202 h 10000"/>
              <a:gd name="connsiteX61-1005" fmla="*/ 6883 w 10000"/>
              <a:gd name="connsiteY61-1006" fmla="*/ 9017 h 10000"/>
              <a:gd name="connsiteX62-1007" fmla="*/ 6806 w 10000"/>
              <a:gd name="connsiteY62-1008" fmla="*/ 8813 h 10000"/>
              <a:gd name="connsiteX63-1009" fmla="*/ 6714 w 10000"/>
              <a:gd name="connsiteY63-1010" fmla="*/ 8534 h 10000"/>
              <a:gd name="connsiteX64-1011" fmla="*/ 6559 w 10000"/>
              <a:gd name="connsiteY64-1012" fmla="*/ 8126 h 10000"/>
              <a:gd name="connsiteX65-1013" fmla="*/ 6481 w 10000"/>
              <a:gd name="connsiteY65-1014" fmla="*/ 7737 h 10000"/>
              <a:gd name="connsiteX66-1015" fmla="*/ 6233 w 10000"/>
              <a:gd name="connsiteY66-1016" fmla="*/ 7347 h 10000"/>
              <a:gd name="connsiteX67-1017" fmla="*/ 6063 w 10000"/>
              <a:gd name="connsiteY67-1018" fmla="*/ 6753 h 10000"/>
              <a:gd name="connsiteX68-1019" fmla="*/ 6233 w 10000"/>
              <a:gd name="connsiteY68-1020" fmla="*/ 6957 h 10000"/>
              <a:gd name="connsiteX69-1021" fmla="*/ 6481 w 10000"/>
              <a:gd name="connsiteY69-1022" fmla="*/ 7161 h 10000"/>
              <a:gd name="connsiteX70-1023" fmla="*/ 6636 w 10000"/>
              <a:gd name="connsiteY70-1024" fmla="*/ 7347 h 10000"/>
              <a:gd name="connsiteX71-1025" fmla="*/ 6806 w 10000"/>
              <a:gd name="connsiteY71-1026" fmla="*/ 7440 h 10000"/>
              <a:gd name="connsiteX72-1027" fmla="*/ 6961 w 10000"/>
              <a:gd name="connsiteY72-1028" fmla="*/ 7551 h 10000"/>
              <a:gd name="connsiteX73-1029" fmla="*/ 7055 w 10000"/>
              <a:gd name="connsiteY73-1030" fmla="*/ 7551 h 10000"/>
              <a:gd name="connsiteX74-1031" fmla="*/ 7132 w 10000"/>
              <a:gd name="connsiteY74-1032" fmla="*/ 7644 h 10000"/>
              <a:gd name="connsiteX75-1033" fmla="*/ 7210 w 10000"/>
              <a:gd name="connsiteY75-1034" fmla="*/ 7644 h 10000"/>
              <a:gd name="connsiteX76-1035" fmla="*/ 7286 w 10000"/>
              <a:gd name="connsiteY76-1036" fmla="*/ 7644 h 10000"/>
              <a:gd name="connsiteX77-1037" fmla="*/ 7380 w 10000"/>
              <a:gd name="connsiteY77-1038" fmla="*/ 7644 h 10000"/>
              <a:gd name="connsiteX78-1039" fmla="*/ 7457 w 10000"/>
              <a:gd name="connsiteY78-1040" fmla="*/ 7551 h 10000"/>
              <a:gd name="connsiteX79-1041" fmla="*/ 7536 w 10000"/>
              <a:gd name="connsiteY79-1042" fmla="*/ 7440 h 10000"/>
              <a:gd name="connsiteX80-1043" fmla="*/ 7536 w 10000"/>
              <a:gd name="connsiteY80-1044" fmla="*/ 7347 h 10000"/>
              <a:gd name="connsiteX81-1045" fmla="*/ 7628 w 10000"/>
              <a:gd name="connsiteY81-1046" fmla="*/ 7254 h 10000"/>
              <a:gd name="connsiteX82-1047" fmla="*/ 7706 w 10000"/>
              <a:gd name="connsiteY82-1048" fmla="*/ 7050 h 10000"/>
              <a:gd name="connsiteX83-1049" fmla="*/ 7706 w 10000"/>
              <a:gd name="connsiteY83-1050" fmla="*/ 6865 h 10000"/>
              <a:gd name="connsiteX84-1051" fmla="*/ 7782 w 10000"/>
              <a:gd name="connsiteY84-1052" fmla="*/ 6660 h 10000"/>
              <a:gd name="connsiteX85-1053" fmla="*/ 7860 w 10000"/>
              <a:gd name="connsiteY85-1054" fmla="*/ 6364 h 10000"/>
              <a:gd name="connsiteX86-1055" fmla="*/ 7953 w 10000"/>
              <a:gd name="connsiteY86-1056" fmla="*/ 6067 h 10000"/>
              <a:gd name="connsiteX87-1057" fmla="*/ 7953 w 10000"/>
              <a:gd name="connsiteY87-1058" fmla="*/ 5677 h 10000"/>
              <a:gd name="connsiteX88-1059" fmla="*/ 8109 w 10000"/>
              <a:gd name="connsiteY88-1060" fmla="*/ 4991 h 10000"/>
              <a:gd name="connsiteX89-1061" fmla="*/ 8203 w 10000"/>
              <a:gd name="connsiteY89-1062" fmla="*/ 4212 h 10000"/>
              <a:gd name="connsiteX90-1063" fmla="*/ 8203 w 10000"/>
              <a:gd name="connsiteY90-1064" fmla="*/ 3525 h 10000"/>
              <a:gd name="connsiteX91-1065" fmla="*/ 8279 w 10000"/>
              <a:gd name="connsiteY91-1066" fmla="*/ 2839 h 10000"/>
              <a:gd name="connsiteX92-1067" fmla="*/ 8279 w 10000"/>
              <a:gd name="connsiteY92-1068" fmla="*/ 2542 h 10000"/>
              <a:gd name="connsiteX93-1069" fmla="*/ 8279 w 10000"/>
              <a:gd name="connsiteY93-1070" fmla="*/ 2263 h 10000"/>
              <a:gd name="connsiteX94-1071" fmla="*/ 8279 w 10000"/>
              <a:gd name="connsiteY94-1072" fmla="*/ 2059 h 10000"/>
              <a:gd name="connsiteX95-1073" fmla="*/ 8279 w 10000"/>
              <a:gd name="connsiteY95-1074" fmla="*/ 1855 h 10000"/>
              <a:gd name="connsiteX96-1075" fmla="*/ 8279 w 10000"/>
              <a:gd name="connsiteY96-1076" fmla="*/ 1670 h 10000"/>
              <a:gd name="connsiteX97-1077" fmla="*/ 8279 w 10000"/>
              <a:gd name="connsiteY97-1078" fmla="*/ 1577 h 10000"/>
              <a:gd name="connsiteX98-1079" fmla="*/ 8203 w 10000"/>
              <a:gd name="connsiteY98-1080" fmla="*/ 1466 h 10000"/>
              <a:gd name="connsiteX99-1081" fmla="*/ 8203 w 10000"/>
              <a:gd name="connsiteY99-1082" fmla="*/ 1373 h 10000"/>
              <a:gd name="connsiteX100-1083" fmla="*/ 8203 w 10000"/>
              <a:gd name="connsiteY100-1084" fmla="*/ 1280 h 10000"/>
              <a:gd name="connsiteX101-1085" fmla="*/ 8109 w 10000"/>
              <a:gd name="connsiteY101-1086" fmla="*/ 1280 h 10000"/>
              <a:gd name="connsiteX102-1087" fmla="*/ 8032 w 10000"/>
              <a:gd name="connsiteY102-1088" fmla="*/ 1169 h 10000"/>
              <a:gd name="connsiteX103-1089" fmla="*/ 8032 w 10000"/>
              <a:gd name="connsiteY103-1090" fmla="*/ 1169 h 10000"/>
              <a:gd name="connsiteX104-1091" fmla="*/ 7860 w 10000"/>
              <a:gd name="connsiteY104-1092" fmla="*/ 1169 h 10000"/>
              <a:gd name="connsiteX105-1093" fmla="*/ 7782 w 10000"/>
              <a:gd name="connsiteY105-1094" fmla="*/ 1169 h 10000"/>
              <a:gd name="connsiteX106-1095" fmla="*/ 7706 w 10000"/>
              <a:gd name="connsiteY106-1096" fmla="*/ 1169 h 10000"/>
              <a:gd name="connsiteX107-1097" fmla="*/ 7536 w 10000"/>
              <a:gd name="connsiteY107-1098" fmla="*/ 1169 h 10000"/>
              <a:gd name="connsiteX108-1099" fmla="*/ 7380 w 10000"/>
              <a:gd name="connsiteY108-1100" fmla="*/ 1169 h 10000"/>
              <a:gd name="connsiteX109-1101" fmla="*/ 7132 w 10000"/>
              <a:gd name="connsiteY109-1102" fmla="*/ 1169 h 10000"/>
              <a:gd name="connsiteX110-1103" fmla="*/ 6961 w 10000"/>
              <a:gd name="connsiteY110-1104" fmla="*/ 1169 h 10000"/>
              <a:gd name="connsiteX111-1105" fmla="*/ 6714 w 10000"/>
              <a:gd name="connsiteY111-1106" fmla="*/ 1169 h 10000"/>
              <a:gd name="connsiteX112-1107" fmla="*/ 6388 w 10000"/>
              <a:gd name="connsiteY112-1108" fmla="*/ 1169 h 10000"/>
              <a:gd name="connsiteX113-1109" fmla="*/ 6063 w 10000"/>
              <a:gd name="connsiteY113-1110" fmla="*/ 1280 h 10000"/>
              <a:gd name="connsiteX114-1111" fmla="*/ 5737 w 10000"/>
              <a:gd name="connsiteY114-1112" fmla="*/ 1280 h 10000"/>
              <a:gd name="connsiteX115-1113" fmla="*/ 5335 w 10000"/>
              <a:gd name="connsiteY115-1114" fmla="*/ 1373 h 10000"/>
              <a:gd name="connsiteX116-1115" fmla="*/ 4512 w 10000"/>
              <a:gd name="connsiteY116-1116" fmla="*/ 1466 h 10000"/>
              <a:gd name="connsiteX117-1117" fmla="*/ 3691 w 10000"/>
              <a:gd name="connsiteY117-1118" fmla="*/ 1670 h 10000"/>
              <a:gd name="connsiteX118-1119" fmla="*/ 2869 w 10000"/>
              <a:gd name="connsiteY118-1120" fmla="*/ 1763 h 10000"/>
              <a:gd name="connsiteX119-1121" fmla="*/ 2047 w 10000"/>
              <a:gd name="connsiteY119-1122" fmla="*/ 1855 h 10000"/>
              <a:gd name="connsiteX120-1123" fmla="*/ 1147 w 10000"/>
              <a:gd name="connsiteY120-1124" fmla="*/ 1967 h 10000"/>
              <a:gd name="connsiteX121-1125" fmla="*/ 0 w 10000"/>
              <a:gd name="connsiteY121-1126" fmla="*/ 1466 h 10000"/>
              <a:gd name="connsiteX122-1127" fmla="*/ 574 w 10000"/>
              <a:gd name="connsiteY122-1128" fmla="*/ 1373 h 10000"/>
              <a:gd name="connsiteX123-1129" fmla="*/ 1147 w 10000"/>
              <a:gd name="connsiteY123-1130" fmla="*/ 1280 h 10000"/>
              <a:gd name="connsiteX124-1131" fmla="*/ 1722 w 10000"/>
              <a:gd name="connsiteY124-1132" fmla="*/ 1280 h 10000"/>
              <a:gd name="connsiteX125-1133" fmla="*/ 2218 w 10000"/>
              <a:gd name="connsiteY125-1134" fmla="*/ 1169 h 10000"/>
              <a:gd name="connsiteX126-1135" fmla="*/ 2714 w 10000"/>
              <a:gd name="connsiteY126-1136" fmla="*/ 1076 h 10000"/>
              <a:gd name="connsiteX127-1137" fmla="*/ 3195 w 10000"/>
              <a:gd name="connsiteY127-1138" fmla="*/ 1076 h 10000"/>
              <a:gd name="connsiteX128-1139" fmla="*/ 3613 w 10000"/>
              <a:gd name="connsiteY128-1140" fmla="*/ 983 h 10000"/>
              <a:gd name="connsiteX129-1141" fmla="*/ 4015 w 10000"/>
              <a:gd name="connsiteY129-1142" fmla="*/ 891 h 10000"/>
              <a:gd name="connsiteX130-1143" fmla="*/ 4434 w 10000"/>
              <a:gd name="connsiteY130-1144" fmla="*/ 891 h 10000"/>
              <a:gd name="connsiteX131-1145" fmla="*/ 4761 w 10000"/>
              <a:gd name="connsiteY131-1146" fmla="*/ 779 h 10000"/>
              <a:gd name="connsiteX132-1147" fmla="*/ 5163 w 10000"/>
              <a:gd name="connsiteY132-1148" fmla="*/ 779 h 10000"/>
              <a:gd name="connsiteX133-1149" fmla="*/ 5411 w 10000"/>
              <a:gd name="connsiteY133-1150" fmla="*/ 779 h 10000"/>
              <a:gd name="connsiteX134-1151" fmla="*/ 5737 w 10000"/>
              <a:gd name="connsiteY134-1152" fmla="*/ 686 h 10000"/>
              <a:gd name="connsiteX135-1153" fmla="*/ 5985 w 10000"/>
              <a:gd name="connsiteY135-1154" fmla="*/ 686 h 10000"/>
              <a:gd name="connsiteX136-1155" fmla="*/ 6388 w 10000"/>
              <a:gd name="connsiteY136-1156" fmla="*/ 594 h 10000"/>
              <a:gd name="connsiteX137-1157" fmla="*/ 6806 w 10000"/>
              <a:gd name="connsiteY137-1158" fmla="*/ 594 h 10000"/>
              <a:gd name="connsiteX138-1159" fmla="*/ 7132 w 10000"/>
              <a:gd name="connsiteY138-1160" fmla="*/ 482 h 10000"/>
              <a:gd name="connsiteX139-1161" fmla="*/ 7457 w 10000"/>
              <a:gd name="connsiteY139-1162" fmla="*/ 482 h 10000"/>
              <a:gd name="connsiteX140-1163" fmla="*/ 7628 w 10000"/>
              <a:gd name="connsiteY140-1164" fmla="*/ 390 h 10000"/>
              <a:gd name="connsiteX141-1165" fmla="*/ 7782 w 10000"/>
              <a:gd name="connsiteY141-1166" fmla="*/ 297 h 10000"/>
              <a:gd name="connsiteX142-1167" fmla="*/ 7953 w 10000"/>
              <a:gd name="connsiteY142-1168" fmla="*/ 297 h 10000"/>
              <a:gd name="connsiteX143-1169" fmla="*/ 7953 w 10000"/>
              <a:gd name="connsiteY143-1170" fmla="*/ 204 h 10000"/>
              <a:gd name="connsiteX144-1171" fmla="*/ 7953 w 10000"/>
              <a:gd name="connsiteY144-1172" fmla="*/ 204 h 10000"/>
              <a:gd name="connsiteX0-1173" fmla="*/ 7379 w 9426"/>
              <a:gd name="connsiteY0-1174" fmla="*/ 204 h 10000"/>
              <a:gd name="connsiteX1-1175" fmla="*/ 7458 w 9426"/>
              <a:gd name="connsiteY1-1176" fmla="*/ 93 h 10000"/>
              <a:gd name="connsiteX2-1177" fmla="*/ 7629 w 9426"/>
              <a:gd name="connsiteY2-1178" fmla="*/ 93 h 10000"/>
              <a:gd name="connsiteX3-1179" fmla="*/ 7705 w 9426"/>
              <a:gd name="connsiteY3-1180" fmla="*/ 0 h 10000"/>
              <a:gd name="connsiteX4-1181" fmla="*/ 7782 w 9426"/>
              <a:gd name="connsiteY4-1182" fmla="*/ 0 h 10000"/>
              <a:gd name="connsiteX5-1183" fmla="*/ 7953 w 9426"/>
              <a:gd name="connsiteY5-1184" fmla="*/ 93 h 10000"/>
              <a:gd name="connsiteX6-1185" fmla="*/ 8202 w 9426"/>
              <a:gd name="connsiteY6-1186" fmla="*/ 204 h 10000"/>
              <a:gd name="connsiteX7-1187" fmla="*/ 8279 w 9426"/>
              <a:gd name="connsiteY7-1188" fmla="*/ 297 h 10000"/>
              <a:gd name="connsiteX8-1189" fmla="*/ 8433 w 9426"/>
              <a:gd name="connsiteY8-1190" fmla="*/ 482 h 10000"/>
              <a:gd name="connsiteX9-1191" fmla="*/ 8526 w 9426"/>
              <a:gd name="connsiteY9-1192" fmla="*/ 594 h 10000"/>
              <a:gd name="connsiteX10-1193" fmla="*/ 8682 w 9426"/>
              <a:gd name="connsiteY10-1194" fmla="*/ 686 h 10000"/>
              <a:gd name="connsiteX11-1195" fmla="*/ 8852 w 9426"/>
              <a:gd name="connsiteY11-1196" fmla="*/ 891 h 10000"/>
              <a:gd name="connsiteX12-1197" fmla="*/ 9008 w 9426"/>
              <a:gd name="connsiteY12-1198" fmla="*/ 983 h 10000"/>
              <a:gd name="connsiteX13-1199" fmla="*/ 9100 w 9426"/>
              <a:gd name="connsiteY13-1200" fmla="*/ 1169 h 10000"/>
              <a:gd name="connsiteX14-1201" fmla="*/ 9255 w 9426"/>
              <a:gd name="connsiteY14-1202" fmla="*/ 1280 h 10000"/>
              <a:gd name="connsiteX15-1203" fmla="*/ 9333 w 9426"/>
              <a:gd name="connsiteY15-1204" fmla="*/ 1373 h 10000"/>
              <a:gd name="connsiteX16-1205" fmla="*/ 9333 w 9426"/>
              <a:gd name="connsiteY16-1206" fmla="*/ 1466 h 10000"/>
              <a:gd name="connsiteX17-1207" fmla="*/ 9426 w 9426"/>
              <a:gd name="connsiteY17-1208" fmla="*/ 1466 h 10000"/>
              <a:gd name="connsiteX18-1209" fmla="*/ 9426 w 9426"/>
              <a:gd name="connsiteY18-1210" fmla="*/ 1577 h 10000"/>
              <a:gd name="connsiteX19-1211" fmla="*/ 9426 w 9426"/>
              <a:gd name="connsiteY19-1212" fmla="*/ 1670 h 10000"/>
              <a:gd name="connsiteX20-1213" fmla="*/ 9333 w 9426"/>
              <a:gd name="connsiteY20-1214" fmla="*/ 1763 h 10000"/>
              <a:gd name="connsiteX21-1215" fmla="*/ 9255 w 9426"/>
              <a:gd name="connsiteY21-1216" fmla="*/ 1763 h 10000"/>
              <a:gd name="connsiteX22-1217" fmla="*/ 9178 w 9426"/>
              <a:gd name="connsiteY22-1218" fmla="*/ 1855 h 10000"/>
              <a:gd name="connsiteX23-1219" fmla="*/ 9100 w 9426"/>
              <a:gd name="connsiteY23-1220" fmla="*/ 1855 h 10000"/>
              <a:gd name="connsiteX24-1221" fmla="*/ 9100 w 9426"/>
              <a:gd name="connsiteY24-1222" fmla="*/ 1967 h 10000"/>
              <a:gd name="connsiteX25-1223" fmla="*/ 9008 w 9426"/>
              <a:gd name="connsiteY25-1224" fmla="*/ 2059 h 10000"/>
              <a:gd name="connsiteX26-1225" fmla="*/ 8930 w 9426"/>
              <a:gd name="connsiteY26-1226" fmla="*/ 2263 h 10000"/>
              <a:gd name="connsiteX27-1227" fmla="*/ 8930 w 9426"/>
              <a:gd name="connsiteY27-1228" fmla="*/ 2449 h 10000"/>
              <a:gd name="connsiteX28-1229" fmla="*/ 8852 w 9426"/>
              <a:gd name="connsiteY28-1230" fmla="*/ 2653 h 10000"/>
              <a:gd name="connsiteX29-1231" fmla="*/ 8852 w 9426"/>
              <a:gd name="connsiteY29-1232" fmla="*/ 2950 h 10000"/>
              <a:gd name="connsiteX30-1233" fmla="*/ 8852 w 9426"/>
              <a:gd name="connsiteY30-1234" fmla="*/ 3135 h 10000"/>
              <a:gd name="connsiteX31-1235" fmla="*/ 8759 w 9426"/>
              <a:gd name="connsiteY31-1236" fmla="*/ 3432 h 10000"/>
              <a:gd name="connsiteX32-1237" fmla="*/ 8759 w 9426"/>
              <a:gd name="connsiteY32-1238" fmla="*/ 3822 h 10000"/>
              <a:gd name="connsiteX33-1239" fmla="*/ 8682 w 9426"/>
              <a:gd name="connsiteY33-1240" fmla="*/ 4119 h 10000"/>
              <a:gd name="connsiteX34-1241" fmla="*/ 8605 w 9426"/>
              <a:gd name="connsiteY34-1242" fmla="*/ 4508 h 10000"/>
              <a:gd name="connsiteX35-1243" fmla="*/ 8526 w 9426"/>
              <a:gd name="connsiteY35-1244" fmla="*/ 4898 h 10000"/>
              <a:gd name="connsiteX36-1245" fmla="*/ 8433 w 9426"/>
              <a:gd name="connsiteY36-1246" fmla="*/ 5288 h 10000"/>
              <a:gd name="connsiteX37-1247" fmla="*/ 8279 w 9426"/>
              <a:gd name="connsiteY37-1248" fmla="*/ 6178 h 10000"/>
              <a:gd name="connsiteX38-1249" fmla="*/ 8202 w 9426"/>
              <a:gd name="connsiteY38-1250" fmla="*/ 6568 h 10000"/>
              <a:gd name="connsiteX39-1251" fmla="*/ 8109 w 9426"/>
              <a:gd name="connsiteY39-1252" fmla="*/ 6957 h 10000"/>
              <a:gd name="connsiteX40-1253" fmla="*/ 8031 w 9426"/>
              <a:gd name="connsiteY40-1254" fmla="*/ 7347 h 10000"/>
              <a:gd name="connsiteX41-1255" fmla="*/ 7953 w 9426"/>
              <a:gd name="connsiteY41-1256" fmla="*/ 7737 h 10000"/>
              <a:gd name="connsiteX42-1257" fmla="*/ 7860 w 9426"/>
              <a:gd name="connsiteY42-1258" fmla="*/ 8033 h 10000"/>
              <a:gd name="connsiteX43-1259" fmla="*/ 7860 w 9426"/>
              <a:gd name="connsiteY43-1260" fmla="*/ 8237 h 10000"/>
              <a:gd name="connsiteX44-1261" fmla="*/ 7782 w 9426"/>
              <a:gd name="connsiteY44-1262" fmla="*/ 8534 h 10000"/>
              <a:gd name="connsiteX45-1263" fmla="*/ 7705 w 9426"/>
              <a:gd name="connsiteY45-1264" fmla="*/ 8720 h 10000"/>
              <a:gd name="connsiteX46-1265" fmla="*/ 7535 w 9426"/>
              <a:gd name="connsiteY46-1266" fmla="*/ 9017 h 10000"/>
              <a:gd name="connsiteX47-1267" fmla="*/ 7379 w 9426"/>
              <a:gd name="connsiteY47-1268" fmla="*/ 9314 h 10000"/>
              <a:gd name="connsiteX48-1269" fmla="*/ 7208 w 9426"/>
              <a:gd name="connsiteY48-1270" fmla="*/ 9610 h 10000"/>
              <a:gd name="connsiteX49-1271" fmla="*/ 7054 w 9426"/>
              <a:gd name="connsiteY49-1272" fmla="*/ 9703 h 10000"/>
              <a:gd name="connsiteX50-1273" fmla="*/ 6883 w 9426"/>
              <a:gd name="connsiteY50-1274" fmla="*/ 9889 h 10000"/>
              <a:gd name="connsiteX51-1275" fmla="*/ 6712 w 9426"/>
              <a:gd name="connsiteY51-1276" fmla="*/ 10000 h 10000"/>
              <a:gd name="connsiteX52-1277" fmla="*/ 6558 w 9426"/>
              <a:gd name="connsiteY52-1278" fmla="*/ 10000 h 10000"/>
              <a:gd name="connsiteX53-1279" fmla="*/ 6387 w 9426"/>
              <a:gd name="connsiteY53-1280" fmla="*/ 10000 h 10000"/>
              <a:gd name="connsiteX54-1281" fmla="*/ 6387 w 9426"/>
              <a:gd name="connsiteY54-1282" fmla="*/ 9889 h 10000"/>
              <a:gd name="connsiteX55-1283" fmla="*/ 6309 w 9426"/>
              <a:gd name="connsiteY55-1284" fmla="*/ 9889 h 10000"/>
              <a:gd name="connsiteX56-1285" fmla="*/ 6309 w 9426"/>
              <a:gd name="connsiteY56-1286" fmla="*/ 9796 h 10000"/>
              <a:gd name="connsiteX57-1287" fmla="*/ 6309 w 9426"/>
              <a:gd name="connsiteY57-1288" fmla="*/ 9610 h 10000"/>
              <a:gd name="connsiteX58-1289" fmla="*/ 6309 w 9426"/>
              <a:gd name="connsiteY58-1290" fmla="*/ 9499 h 10000"/>
              <a:gd name="connsiteX59-1291" fmla="*/ 6309 w 9426"/>
              <a:gd name="connsiteY59-1292" fmla="*/ 9406 h 10000"/>
              <a:gd name="connsiteX60-1293" fmla="*/ 6309 w 9426"/>
              <a:gd name="connsiteY60-1294" fmla="*/ 9202 h 10000"/>
              <a:gd name="connsiteX61-1295" fmla="*/ 6309 w 9426"/>
              <a:gd name="connsiteY61-1296" fmla="*/ 9017 h 10000"/>
              <a:gd name="connsiteX62-1297" fmla="*/ 6232 w 9426"/>
              <a:gd name="connsiteY62-1298" fmla="*/ 8813 h 10000"/>
              <a:gd name="connsiteX63-1299" fmla="*/ 6140 w 9426"/>
              <a:gd name="connsiteY63-1300" fmla="*/ 8534 h 10000"/>
              <a:gd name="connsiteX64-1301" fmla="*/ 5985 w 9426"/>
              <a:gd name="connsiteY64-1302" fmla="*/ 8126 h 10000"/>
              <a:gd name="connsiteX65-1303" fmla="*/ 5907 w 9426"/>
              <a:gd name="connsiteY65-1304" fmla="*/ 7737 h 10000"/>
              <a:gd name="connsiteX66-1305" fmla="*/ 5659 w 9426"/>
              <a:gd name="connsiteY66-1306" fmla="*/ 7347 h 10000"/>
              <a:gd name="connsiteX67-1307" fmla="*/ 5489 w 9426"/>
              <a:gd name="connsiteY67-1308" fmla="*/ 6753 h 10000"/>
              <a:gd name="connsiteX68-1309" fmla="*/ 5659 w 9426"/>
              <a:gd name="connsiteY68-1310" fmla="*/ 6957 h 10000"/>
              <a:gd name="connsiteX69-1311" fmla="*/ 5907 w 9426"/>
              <a:gd name="connsiteY69-1312" fmla="*/ 7161 h 10000"/>
              <a:gd name="connsiteX70-1313" fmla="*/ 6062 w 9426"/>
              <a:gd name="connsiteY70-1314" fmla="*/ 7347 h 10000"/>
              <a:gd name="connsiteX71-1315" fmla="*/ 6232 w 9426"/>
              <a:gd name="connsiteY71-1316" fmla="*/ 7440 h 10000"/>
              <a:gd name="connsiteX72-1317" fmla="*/ 6387 w 9426"/>
              <a:gd name="connsiteY72-1318" fmla="*/ 7551 h 10000"/>
              <a:gd name="connsiteX73-1319" fmla="*/ 6481 w 9426"/>
              <a:gd name="connsiteY73-1320" fmla="*/ 7551 h 10000"/>
              <a:gd name="connsiteX74-1321" fmla="*/ 6558 w 9426"/>
              <a:gd name="connsiteY74-1322" fmla="*/ 7644 h 10000"/>
              <a:gd name="connsiteX75-1323" fmla="*/ 6636 w 9426"/>
              <a:gd name="connsiteY75-1324" fmla="*/ 7644 h 10000"/>
              <a:gd name="connsiteX76-1325" fmla="*/ 6712 w 9426"/>
              <a:gd name="connsiteY76-1326" fmla="*/ 7644 h 10000"/>
              <a:gd name="connsiteX77-1327" fmla="*/ 6806 w 9426"/>
              <a:gd name="connsiteY77-1328" fmla="*/ 7644 h 10000"/>
              <a:gd name="connsiteX78-1329" fmla="*/ 6883 w 9426"/>
              <a:gd name="connsiteY78-1330" fmla="*/ 7551 h 10000"/>
              <a:gd name="connsiteX79-1331" fmla="*/ 6962 w 9426"/>
              <a:gd name="connsiteY79-1332" fmla="*/ 7440 h 10000"/>
              <a:gd name="connsiteX80-1333" fmla="*/ 6962 w 9426"/>
              <a:gd name="connsiteY80-1334" fmla="*/ 7347 h 10000"/>
              <a:gd name="connsiteX81-1335" fmla="*/ 7054 w 9426"/>
              <a:gd name="connsiteY81-1336" fmla="*/ 7254 h 10000"/>
              <a:gd name="connsiteX82-1337" fmla="*/ 7132 w 9426"/>
              <a:gd name="connsiteY82-1338" fmla="*/ 7050 h 10000"/>
              <a:gd name="connsiteX83-1339" fmla="*/ 7132 w 9426"/>
              <a:gd name="connsiteY83-1340" fmla="*/ 6865 h 10000"/>
              <a:gd name="connsiteX84-1341" fmla="*/ 7208 w 9426"/>
              <a:gd name="connsiteY84-1342" fmla="*/ 6660 h 10000"/>
              <a:gd name="connsiteX85-1343" fmla="*/ 7286 w 9426"/>
              <a:gd name="connsiteY85-1344" fmla="*/ 6364 h 10000"/>
              <a:gd name="connsiteX86-1345" fmla="*/ 7379 w 9426"/>
              <a:gd name="connsiteY86-1346" fmla="*/ 6067 h 10000"/>
              <a:gd name="connsiteX87-1347" fmla="*/ 7379 w 9426"/>
              <a:gd name="connsiteY87-1348" fmla="*/ 5677 h 10000"/>
              <a:gd name="connsiteX88-1349" fmla="*/ 7535 w 9426"/>
              <a:gd name="connsiteY88-1350" fmla="*/ 4991 h 10000"/>
              <a:gd name="connsiteX89-1351" fmla="*/ 7629 w 9426"/>
              <a:gd name="connsiteY89-1352" fmla="*/ 4212 h 10000"/>
              <a:gd name="connsiteX90-1353" fmla="*/ 7629 w 9426"/>
              <a:gd name="connsiteY90-1354" fmla="*/ 3525 h 10000"/>
              <a:gd name="connsiteX91-1355" fmla="*/ 7705 w 9426"/>
              <a:gd name="connsiteY91-1356" fmla="*/ 2839 h 10000"/>
              <a:gd name="connsiteX92-1357" fmla="*/ 7705 w 9426"/>
              <a:gd name="connsiteY92-1358" fmla="*/ 2542 h 10000"/>
              <a:gd name="connsiteX93-1359" fmla="*/ 7705 w 9426"/>
              <a:gd name="connsiteY93-1360" fmla="*/ 2263 h 10000"/>
              <a:gd name="connsiteX94-1361" fmla="*/ 7705 w 9426"/>
              <a:gd name="connsiteY94-1362" fmla="*/ 2059 h 10000"/>
              <a:gd name="connsiteX95-1363" fmla="*/ 7705 w 9426"/>
              <a:gd name="connsiteY95-1364" fmla="*/ 1855 h 10000"/>
              <a:gd name="connsiteX96-1365" fmla="*/ 7705 w 9426"/>
              <a:gd name="connsiteY96-1366" fmla="*/ 1670 h 10000"/>
              <a:gd name="connsiteX97-1367" fmla="*/ 7705 w 9426"/>
              <a:gd name="connsiteY97-1368" fmla="*/ 1577 h 10000"/>
              <a:gd name="connsiteX98-1369" fmla="*/ 7629 w 9426"/>
              <a:gd name="connsiteY98-1370" fmla="*/ 1466 h 10000"/>
              <a:gd name="connsiteX99-1371" fmla="*/ 7629 w 9426"/>
              <a:gd name="connsiteY99-1372" fmla="*/ 1373 h 10000"/>
              <a:gd name="connsiteX100-1373" fmla="*/ 7629 w 9426"/>
              <a:gd name="connsiteY100-1374" fmla="*/ 1280 h 10000"/>
              <a:gd name="connsiteX101-1375" fmla="*/ 7535 w 9426"/>
              <a:gd name="connsiteY101-1376" fmla="*/ 1280 h 10000"/>
              <a:gd name="connsiteX102-1377" fmla="*/ 7458 w 9426"/>
              <a:gd name="connsiteY102-1378" fmla="*/ 1169 h 10000"/>
              <a:gd name="connsiteX103-1379" fmla="*/ 7458 w 9426"/>
              <a:gd name="connsiteY103-1380" fmla="*/ 1169 h 10000"/>
              <a:gd name="connsiteX104-1381" fmla="*/ 7286 w 9426"/>
              <a:gd name="connsiteY104-1382" fmla="*/ 1169 h 10000"/>
              <a:gd name="connsiteX105-1383" fmla="*/ 7208 w 9426"/>
              <a:gd name="connsiteY105-1384" fmla="*/ 1169 h 10000"/>
              <a:gd name="connsiteX106-1385" fmla="*/ 7132 w 9426"/>
              <a:gd name="connsiteY106-1386" fmla="*/ 1169 h 10000"/>
              <a:gd name="connsiteX107-1387" fmla="*/ 6962 w 9426"/>
              <a:gd name="connsiteY107-1388" fmla="*/ 1169 h 10000"/>
              <a:gd name="connsiteX108-1389" fmla="*/ 6806 w 9426"/>
              <a:gd name="connsiteY108-1390" fmla="*/ 1169 h 10000"/>
              <a:gd name="connsiteX109-1391" fmla="*/ 6558 w 9426"/>
              <a:gd name="connsiteY109-1392" fmla="*/ 1169 h 10000"/>
              <a:gd name="connsiteX110-1393" fmla="*/ 6387 w 9426"/>
              <a:gd name="connsiteY110-1394" fmla="*/ 1169 h 10000"/>
              <a:gd name="connsiteX111-1395" fmla="*/ 6140 w 9426"/>
              <a:gd name="connsiteY111-1396" fmla="*/ 1169 h 10000"/>
              <a:gd name="connsiteX112-1397" fmla="*/ 5814 w 9426"/>
              <a:gd name="connsiteY112-1398" fmla="*/ 1169 h 10000"/>
              <a:gd name="connsiteX113-1399" fmla="*/ 5489 w 9426"/>
              <a:gd name="connsiteY113-1400" fmla="*/ 1280 h 10000"/>
              <a:gd name="connsiteX114-1401" fmla="*/ 5163 w 9426"/>
              <a:gd name="connsiteY114-1402" fmla="*/ 1280 h 10000"/>
              <a:gd name="connsiteX115-1403" fmla="*/ 4761 w 9426"/>
              <a:gd name="connsiteY115-1404" fmla="*/ 1373 h 10000"/>
              <a:gd name="connsiteX116-1405" fmla="*/ 3938 w 9426"/>
              <a:gd name="connsiteY116-1406" fmla="*/ 1466 h 10000"/>
              <a:gd name="connsiteX117-1407" fmla="*/ 3117 w 9426"/>
              <a:gd name="connsiteY117-1408" fmla="*/ 1670 h 10000"/>
              <a:gd name="connsiteX118-1409" fmla="*/ 2295 w 9426"/>
              <a:gd name="connsiteY118-1410" fmla="*/ 1763 h 10000"/>
              <a:gd name="connsiteX119-1411" fmla="*/ 1473 w 9426"/>
              <a:gd name="connsiteY119-1412" fmla="*/ 1855 h 10000"/>
              <a:gd name="connsiteX120-1413" fmla="*/ 573 w 9426"/>
              <a:gd name="connsiteY120-1414" fmla="*/ 1967 h 10000"/>
              <a:gd name="connsiteX121-1415" fmla="*/ 0 w 9426"/>
              <a:gd name="connsiteY121-1416" fmla="*/ 1373 h 10000"/>
              <a:gd name="connsiteX122-1417" fmla="*/ 573 w 9426"/>
              <a:gd name="connsiteY122-1418" fmla="*/ 1280 h 10000"/>
              <a:gd name="connsiteX123-1419" fmla="*/ 1148 w 9426"/>
              <a:gd name="connsiteY123-1420" fmla="*/ 1280 h 10000"/>
              <a:gd name="connsiteX124-1421" fmla="*/ 1644 w 9426"/>
              <a:gd name="connsiteY124-1422" fmla="*/ 1169 h 10000"/>
              <a:gd name="connsiteX125-1423" fmla="*/ 2140 w 9426"/>
              <a:gd name="connsiteY125-1424" fmla="*/ 1076 h 10000"/>
              <a:gd name="connsiteX126-1425" fmla="*/ 2621 w 9426"/>
              <a:gd name="connsiteY126-1426" fmla="*/ 1076 h 10000"/>
              <a:gd name="connsiteX127-1427" fmla="*/ 3039 w 9426"/>
              <a:gd name="connsiteY127-1428" fmla="*/ 983 h 10000"/>
              <a:gd name="connsiteX128-1429" fmla="*/ 3441 w 9426"/>
              <a:gd name="connsiteY128-1430" fmla="*/ 891 h 10000"/>
              <a:gd name="connsiteX129-1431" fmla="*/ 3860 w 9426"/>
              <a:gd name="connsiteY129-1432" fmla="*/ 891 h 10000"/>
              <a:gd name="connsiteX130-1433" fmla="*/ 4187 w 9426"/>
              <a:gd name="connsiteY130-1434" fmla="*/ 779 h 10000"/>
              <a:gd name="connsiteX131-1435" fmla="*/ 4589 w 9426"/>
              <a:gd name="connsiteY131-1436" fmla="*/ 779 h 10000"/>
              <a:gd name="connsiteX132-1437" fmla="*/ 4837 w 9426"/>
              <a:gd name="connsiteY132-1438" fmla="*/ 779 h 10000"/>
              <a:gd name="connsiteX133-1439" fmla="*/ 5163 w 9426"/>
              <a:gd name="connsiteY133-1440" fmla="*/ 686 h 10000"/>
              <a:gd name="connsiteX134-1441" fmla="*/ 5411 w 9426"/>
              <a:gd name="connsiteY134-1442" fmla="*/ 686 h 10000"/>
              <a:gd name="connsiteX135-1443" fmla="*/ 5814 w 9426"/>
              <a:gd name="connsiteY135-1444" fmla="*/ 594 h 10000"/>
              <a:gd name="connsiteX136-1445" fmla="*/ 6232 w 9426"/>
              <a:gd name="connsiteY136-1446" fmla="*/ 594 h 10000"/>
              <a:gd name="connsiteX137-1447" fmla="*/ 6558 w 9426"/>
              <a:gd name="connsiteY137-1448" fmla="*/ 482 h 10000"/>
              <a:gd name="connsiteX138-1449" fmla="*/ 6883 w 9426"/>
              <a:gd name="connsiteY138-1450" fmla="*/ 482 h 10000"/>
              <a:gd name="connsiteX139-1451" fmla="*/ 7054 w 9426"/>
              <a:gd name="connsiteY139-1452" fmla="*/ 390 h 10000"/>
              <a:gd name="connsiteX140-1453" fmla="*/ 7208 w 9426"/>
              <a:gd name="connsiteY140-1454" fmla="*/ 297 h 10000"/>
              <a:gd name="connsiteX141-1455" fmla="*/ 7379 w 9426"/>
              <a:gd name="connsiteY141-1456" fmla="*/ 297 h 10000"/>
              <a:gd name="connsiteX142-1457" fmla="*/ 7379 w 9426"/>
              <a:gd name="connsiteY142-1458" fmla="*/ 204 h 10000"/>
              <a:gd name="connsiteX143-1459" fmla="*/ 7379 w 9426"/>
              <a:gd name="connsiteY143-1460" fmla="*/ 204 h 10000"/>
              <a:gd name="connsiteX0-1461" fmla="*/ 7220 w 9392"/>
              <a:gd name="connsiteY0-1462" fmla="*/ 204 h 10000"/>
              <a:gd name="connsiteX1-1463" fmla="*/ 7304 w 9392"/>
              <a:gd name="connsiteY1-1464" fmla="*/ 93 h 10000"/>
              <a:gd name="connsiteX2-1465" fmla="*/ 7486 w 9392"/>
              <a:gd name="connsiteY2-1466" fmla="*/ 93 h 10000"/>
              <a:gd name="connsiteX3-1467" fmla="*/ 7566 w 9392"/>
              <a:gd name="connsiteY3-1468" fmla="*/ 0 h 10000"/>
              <a:gd name="connsiteX4-1469" fmla="*/ 7648 w 9392"/>
              <a:gd name="connsiteY4-1470" fmla="*/ 0 h 10000"/>
              <a:gd name="connsiteX5-1471" fmla="*/ 7829 w 9392"/>
              <a:gd name="connsiteY5-1472" fmla="*/ 93 h 10000"/>
              <a:gd name="connsiteX6-1473" fmla="*/ 8093 w 9392"/>
              <a:gd name="connsiteY6-1474" fmla="*/ 204 h 10000"/>
              <a:gd name="connsiteX7-1475" fmla="*/ 8175 w 9392"/>
              <a:gd name="connsiteY7-1476" fmla="*/ 297 h 10000"/>
              <a:gd name="connsiteX8-1477" fmla="*/ 8339 w 9392"/>
              <a:gd name="connsiteY8-1478" fmla="*/ 482 h 10000"/>
              <a:gd name="connsiteX9-1479" fmla="*/ 8437 w 9392"/>
              <a:gd name="connsiteY9-1480" fmla="*/ 594 h 10000"/>
              <a:gd name="connsiteX10-1481" fmla="*/ 8603 w 9392"/>
              <a:gd name="connsiteY10-1482" fmla="*/ 686 h 10000"/>
              <a:gd name="connsiteX11-1483" fmla="*/ 8783 w 9392"/>
              <a:gd name="connsiteY11-1484" fmla="*/ 891 h 10000"/>
              <a:gd name="connsiteX12-1485" fmla="*/ 8949 w 9392"/>
              <a:gd name="connsiteY12-1486" fmla="*/ 983 h 10000"/>
              <a:gd name="connsiteX13-1487" fmla="*/ 9046 w 9392"/>
              <a:gd name="connsiteY13-1488" fmla="*/ 1169 h 10000"/>
              <a:gd name="connsiteX14-1489" fmla="*/ 9211 w 9392"/>
              <a:gd name="connsiteY14-1490" fmla="*/ 1280 h 10000"/>
              <a:gd name="connsiteX15-1491" fmla="*/ 9293 w 9392"/>
              <a:gd name="connsiteY15-1492" fmla="*/ 1373 h 10000"/>
              <a:gd name="connsiteX16-1493" fmla="*/ 9293 w 9392"/>
              <a:gd name="connsiteY16-1494" fmla="*/ 1466 h 10000"/>
              <a:gd name="connsiteX17-1495" fmla="*/ 9392 w 9392"/>
              <a:gd name="connsiteY17-1496" fmla="*/ 1466 h 10000"/>
              <a:gd name="connsiteX18-1497" fmla="*/ 9392 w 9392"/>
              <a:gd name="connsiteY18-1498" fmla="*/ 1577 h 10000"/>
              <a:gd name="connsiteX19-1499" fmla="*/ 9392 w 9392"/>
              <a:gd name="connsiteY19-1500" fmla="*/ 1670 h 10000"/>
              <a:gd name="connsiteX20-1501" fmla="*/ 9293 w 9392"/>
              <a:gd name="connsiteY20-1502" fmla="*/ 1763 h 10000"/>
              <a:gd name="connsiteX21-1503" fmla="*/ 9211 w 9392"/>
              <a:gd name="connsiteY21-1504" fmla="*/ 1763 h 10000"/>
              <a:gd name="connsiteX22-1505" fmla="*/ 9129 w 9392"/>
              <a:gd name="connsiteY22-1506" fmla="*/ 1855 h 10000"/>
              <a:gd name="connsiteX23-1507" fmla="*/ 9046 w 9392"/>
              <a:gd name="connsiteY23-1508" fmla="*/ 1855 h 10000"/>
              <a:gd name="connsiteX24-1509" fmla="*/ 9046 w 9392"/>
              <a:gd name="connsiteY24-1510" fmla="*/ 1967 h 10000"/>
              <a:gd name="connsiteX25-1511" fmla="*/ 8949 w 9392"/>
              <a:gd name="connsiteY25-1512" fmla="*/ 2059 h 10000"/>
              <a:gd name="connsiteX26-1513" fmla="*/ 8866 w 9392"/>
              <a:gd name="connsiteY26-1514" fmla="*/ 2263 h 10000"/>
              <a:gd name="connsiteX27-1515" fmla="*/ 8866 w 9392"/>
              <a:gd name="connsiteY27-1516" fmla="*/ 2449 h 10000"/>
              <a:gd name="connsiteX28-1517" fmla="*/ 8783 w 9392"/>
              <a:gd name="connsiteY28-1518" fmla="*/ 2653 h 10000"/>
              <a:gd name="connsiteX29-1519" fmla="*/ 8783 w 9392"/>
              <a:gd name="connsiteY29-1520" fmla="*/ 2950 h 10000"/>
              <a:gd name="connsiteX30-1521" fmla="*/ 8783 w 9392"/>
              <a:gd name="connsiteY30-1522" fmla="*/ 3135 h 10000"/>
              <a:gd name="connsiteX31-1523" fmla="*/ 8684 w 9392"/>
              <a:gd name="connsiteY31-1524" fmla="*/ 3432 h 10000"/>
              <a:gd name="connsiteX32-1525" fmla="*/ 8684 w 9392"/>
              <a:gd name="connsiteY32-1526" fmla="*/ 3822 h 10000"/>
              <a:gd name="connsiteX33-1527" fmla="*/ 8603 w 9392"/>
              <a:gd name="connsiteY33-1528" fmla="*/ 4119 h 10000"/>
              <a:gd name="connsiteX34-1529" fmla="*/ 8521 w 9392"/>
              <a:gd name="connsiteY34-1530" fmla="*/ 4508 h 10000"/>
              <a:gd name="connsiteX35-1531" fmla="*/ 8437 w 9392"/>
              <a:gd name="connsiteY35-1532" fmla="*/ 4898 h 10000"/>
              <a:gd name="connsiteX36-1533" fmla="*/ 8339 w 9392"/>
              <a:gd name="connsiteY36-1534" fmla="*/ 5288 h 10000"/>
              <a:gd name="connsiteX37-1535" fmla="*/ 8175 w 9392"/>
              <a:gd name="connsiteY37-1536" fmla="*/ 6178 h 10000"/>
              <a:gd name="connsiteX38-1537" fmla="*/ 8093 w 9392"/>
              <a:gd name="connsiteY38-1538" fmla="*/ 6568 h 10000"/>
              <a:gd name="connsiteX39-1539" fmla="*/ 7995 w 9392"/>
              <a:gd name="connsiteY39-1540" fmla="*/ 6957 h 10000"/>
              <a:gd name="connsiteX40-1541" fmla="*/ 7912 w 9392"/>
              <a:gd name="connsiteY40-1542" fmla="*/ 7347 h 10000"/>
              <a:gd name="connsiteX41-1543" fmla="*/ 7829 w 9392"/>
              <a:gd name="connsiteY41-1544" fmla="*/ 7737 h 10000"/>
              <a:gd name="connsiteX42-1545" fmla="*/ 7731 w 9392"/>
              <a:gd name="connsiteY42-1546" fmla="*/ 8033 h 10000"/>
              <a:gd name="connsiteX43-1547" fmla="*/ 7731 w 9392"/>
              <a:gd name="connsiteY43-1548" fmla="*/ 8237 h 10000"/>
              <a:gd name="connsiteX44-1549" fmla="*/ 7648 w 9392"/>
              <a:gd name="connsiteY44-1550" fmla="*/ 8534 h 10000"/>
              <a:gd name="connsiteX45-1551" fmla="*/ 7566 w 9392"/>
              <a:gd name="connsiteY45-1552" fmla="*/ 8720 h 10000"/>
              <a:gd name="connsiteX46-1553" fmla="*/ 7386 w 9392"/>
              <a:gd name="connsiteY46-1554" fmla="*/ 9017 h 10000"/>
              <a:gd name="connsiteX47-1555" fmla="*/ 7220 w 9392"/>
              <a:gd name="connsiteY47-1556" fmla="*/ 9314 h 10000"/>
              <a:gd name="connsiteX48-1557" fmla="*/ 7039 w 9392"/>
              <a:gd name="connsiteY48-1558" fmla="*/ 9610 h 10000"/>
              <a:gd name="connsiteX49-1559" fmla="*/ 6876 w 9392"/>
              <a:gd name="connsiteY49-1560" fmla="*/ 9703 h 10000"/>
              <a:gd name="connsiteX50-1561" fmla="*/ 6694 w 9392"/>
              <a:gd name="connsiteY50-1562" fmla="*/ 9889 h 10000"/>
              <a:gd name="connsiteX51-1563" fmla="*/ 6513 w 9392"/>
              <a:gd name="connsiteY51-1564" fmla="*/ 10000 h 10000"/>
              <a:gd name="connsiteX52-1565" fmla="*/ 6349 w 9392"/>
              <a:gd name="connsiteY52-1566" fmla="*/ 10000 h 10000"/>
              <a:gd name="connsiteX53-1567" fmla="*/ 6168 w 9392"/>
              <a:gd name="connsiteY53-1568" fmla="*/ 10000 h 10000"/>
              <a:gd name="connsiteX54-1569" fmla="*/ 6168 w 9392"/>
              <a:gd name="connsiteY54-1570" fmla="*/ 9889 h 10000"/>
              <a:gd name="connsiteX55-1571" fmla="*/ 6085 w 9392"/>
              <a:gd name="connsiteY55-1572" fmla="*/ 9889 h 10000"/>
              <a:gd name="connsiteX56-1573" fmla="*/ 6085 w 9392"/>
              <a:gd name="connsiteY56-1574" fmla="*/ 9796 h 10000"/>
              <a:gd name="connsiteX57-1575" fmla="*/ 6085 w 9392"/>
              <a:gd name="connsiteY57-1576" fmla="*/ 9610 h 10000"/>
              <a:gd name="connsiteX58-1577" fmla="*/ 6085 w 9392"/>
              <a:gd name="connsiteY58-1578" fmla="*/ 9499 h 10000"/>
              <a:gd name="connsiteX59-1579" fmla="*/ 6085 w 9392"/>
              <a:gd name="connsiteY59-1580" fmla="*/ 9406 h 10000"/>
              <a:gd name="connsiteX60-1581" fmla="*/ 6085 w 9392"/>
              <a:gd name="connsiteY60-1582" fmla="*/ 9202 h 10000"/>
              <a:gd name="connsiteX61-1583" fmla="*/ 6085 w 9392"/>
              <a:gd name="connsiteY61-1584" fmla="*/ 9017 h 10000"/>
              <a:gd name="connsiteX62-1585" fmla="*/ 6004 w 9392"/>
              <a:gd name="connsiteY62-1586" fmla="*/ 8813 h 10000"/>
              <a:gd name="connsiteX63-1587" fmla="*/ 5906 w 9392"/>
              <a:gd name="connsiteY63-1588" fmla="*/ 8534 h 10000"/>
              <a:gd name="connsiteX64-1589" fmla="*/ 5741 w 9392"/>
              <a:gd name="connsiteY64-1590" fmla="*/ 8126 h 10000"/>
              <a:gd name="connsiteX65-1591" fmla="*/ 5659 w 9392"/>
              <a:gd name="connsiteY65-1592" fmla="*/ 7737 h 10000"/>
              <a:gd name="connsiteX66-1593" fmla="*/ 5396 w 9392"/>
              <a:gd name="connsiteY66-1594" fmla="*/ 7347 h 10000"/>
              <a:gd name="connsiteX67-1595" fmla="*/ 5215 w 9392"/>
              <a:gd name="connsiteY67-1596" fmla="*/ 6753 h 10000"/>
              <a:gd name="connsiteX68-1597" fmla="*/ 5396 w 9392"/>
              <a:gd name="connsiteY68-1598" fmla="*/ 6957 h 10000"/>
              <a:gd name="connsiteX69-1599" fmla="*/ 5659 w 9392"/>
              <a:gd name="connsiteY69-1600" fmla="*/ 7161 h 10000"/>
              <a:gd name="connsiteX70-1601" fmla="*/ 5823 w 9392"/>
              <a:gd name="connsiteY70-1602" fmla="*/ 7347 h 10000"/>
              <a:gd name="connsiteX71-1603" fmla="*/ 6004 w 9392"/>
              <a:gd name="connsiteY71-1604" fmla="*/ 7440 h 10000"/>
              <a:gd name="connsiteX72-1605" fmla="*/ 6168 w 9392"/>
              <a:gd name="connsiteY72-1606" fmla="*/ 7551 h 10000"/>
              <a:gd name="connsiteX73-1607" fmla="*/ 6268 w 9392"/>
              <a:gd name="connsiteY73-1608" fmla="*/ 7551 h 10000"/>
              <a:gd name="connsiteX74-1609" fmla="*/ 6349 w 9392"/>
              <a:gd name="connsiteY74-1610" fmla="*/ 7644 h 10000"/>
              <a:gd name="connsiteX75-1611" fmla="*/ 6432 w 9392"/>
              <a:gd name="connsiteY75-1612" fmla="*/ 7644 h 10000"/>
              <a:gd name="connsiteX76-1613" fmla="*/ 6513 w 9392"/>
              <a:gd name="connsiteY76-1614" fmla="*/ 7644 h 10000"/>
              <a:gd name="connsiteX77-1615" fmla="*/ 6612 w 9392"/>
              <a:gd name="connsiteY77-1616" fmla="*/ 7644 h 10000"/>
              <a:gd name="connsiteX78-1617" fmla="*/ 6694 w 9392"/>
              <a:gd name="connsiteY78-1618" fmla="*/ 7551 h 10000"/>
              <a:gd name="connsiteX79-1619" fmla="*/ 6778 w 9392"/>
              <a:gd name="connsiteY79-1620" fmla="*/ 7440 h 10000"/>
              <a:gd name="connsiteX80-1621" fmla="*/ 6778 w 9392"/>
              <a:gd name="connsiteY80-1622" fmla="*/ 7347 h 10000"/>
              <a:gd name="connsiteX81-1623" fmla="*/ 6876 w 9392"/>
              <a:gd name="connsiteY81-1624" fmla="*/ 7254 h 10000"/>
              <a:gd name="connsiteX82-1625" fmla="*/ 6958 w 9392"/>
              <a:gd name="connsiteY82-1626" fmla="*/ 7050 h 10000"/>
              <a:gd name="connsiteX83-1627" fmla="*/ 6958 w 9392"/>
              <a:gd name="connsiteY83-1628" fmla="*/ 6865 h 10000"/>
              <a:gd name="connsiteX84-1629" fmla="*/ 7039 w 9392"/>
              <a:gd name="connsiteY84-1630" fmla="*/ 6660 h 10000"/>
              <a:gd name="connsiteX85-1631" fmla="*/ 7122 w 9392"/>
              <a:gd name="connsiteY85-1632" fmla="*/ 6364 h 10000"/>
              <a:gd name="connsiteX86-1633" fmla="*/ 7220 w 9392"/>
              <a:gd name="connsiteY86-1634" fmla="*/ 6067 h 10000"/>
              <a:gd name="connsiteX87-1635" fmla="*/ 7220 w 9392"/>
              <a:gd name="connsiteY87-1636" fmla="*/ 5677 h 10000"/>
              <a:gd name="connsiteX88-1637" fmla="*/ 7386 w 9392"/>
              <a:gd name="connsiteY88-1638" fmla="*/ 4991 h 10000"/>
              <a:gd name="connsiteX89-1639" fmla="*/ 7486 w 9392"/>
              <a:gd name="connsiteY89-1640" fmla="*/ 4212 h 10000"/>
              <a:gd name="connsiteX90-1641" fmla="*/ 7486 w 9392"/>
              <a:gd name="connsiteY90-1642" fmla="*/ 3525 h 10000"/>
              <a:gd name="connsiteX91-1643" fmla="*/ 7566 w 9392"/>
              <a:gd name="connsiteY91-1644" fmla="*/ 2839 h 10000"/>
              <a:gd name="connsiteX92-1645" fmla="*/ 7566 w 9392"/>
              <a:gd name="connsiteY92-1646" fmla="*/ 2542 h 10000"/>
              <a:gd name="connsiteX93-1647" fmla="*/ 7566 w 9392"/>
              <a:gd name="connsiteY93-1648" fmla="*/ 2263 h 10000"/>
              <a:gd name="connsiteX94-1649" fmla="*/ 7566 w 9392"/>
              <a:gd name="connsiteY94-1650" fmla="*/ 2059 h 10000"/>
              <a:gd name="connsiteX95-1651" fmla="*/ 7566 w 9392"/>
              <a:gd name="connsiteY95-1652" fmla="*/ 1855 h 10000"/>
              <a:gd name="connsiteX96-1653" fmla="*/ 7566 w 9392"/>
              <a:gd name="connsiteY96-1654" fmla="*/ 1670 h 10000"/>
              <a:gd name="connsiteX97-1655" fmla="*/ 7566 w 9392"/>
              <a:gd name="connsiteY97-1656" fmla="*/ 1577 h 10000"/>
              <a:gd name="connsiteX98-1657" fmla="*/ 7486 w 9392"/>
              <a:gd name="connsiteY98-1658" fmla="*/ 1466 h 10000"/>
              <a:gd name="connsiteX99-1659" fmla="*/ 7486 w 9392"/>
              <a:gd name="connsiteY99-1660" fmla="*/ 1373 h 10000"/>
              <a:gd name="connsiteX100-1661" fmla="*/ 7486 w 9392"/>
              <a:gd name="connsiteY100-1662" fmla="*/ 1280 h 10000"/>
              <a:gd name="connsiteX101-1663" fmla="*/ 7386 w 9392"/>
              <a:gd name="connsiteY101-1664" fmla="*/ 1280 h 10000"/>
              <a:gd name="connsiteX102-1665" fmla="*/ 7304 w 9392"/>
              <a:gd name="connsiteY102-1666" fmla="*/ 1169 h 10000"/>
              <a:gd name="connsiteX103-1667" fmla="*/ 7304 w 9392"/>
              <a:gd name="connsiteY103-1668" fmla="*/ 1169 h 10000"/>
              <a:gd name="connsiteX104-1669" fmla="*/ 7122 w 9392"/>
              <a:gd name="connsiteY104-1670" fmla="*/ 1169 h 10000"/>
              <a:gd name="connsiteX105-1671" fmla="*/ 7039 w 9392"/>
              <a:gd name="connsiteY105-1672" fmla="*/ 1169 h 10000"/>
              <a:gd name="connsiteX106-1673" fmla="*/ 6958 w 9392"/>
              <a:gd name="connsiteY106-1674" fmla="*/ 1169 h 10000"/>
              <a:gd name="connsiteX107-1675" fmla="*/ 6778 w 9392"/>
              <a:gd name="connsiteY107-1676" fmla="*/ 1169 h 10000"/>
              <a:gd name="connsiteX108-1677" fmla="*/ 6612 w 9392"/>
              <a:gd name="connsiteY108-1678" fmla="*/ 1169 h 10000"/>
              <a:gd name="connsiteX109-1679" fmla="*/ 6349 w 9392"/>
              <a:gd name="connsiteY109-1680" fmla="*/ 1169 h 10000"/>
              <a:gd name="connsiteX110-1681" fmla="*/ 6168 w 9392"/>
              <a:gd name="connsiteY110-1682" fmla="*/ 1169 h 10000"/>
              <a:gd name="connsiteX111-1683" fmla="*/ 5906 w 9392"/>
              <a:gd name="connsiteY111-1684" fmla="*/ 1169 h 10000"/>
              <a:gd name="connsiteX112-1685" fmla="*/ 5560 w 9392"/>
              <a:gd name="connsiteY112-1686" fmla="*/ 1169 h 10000"/>
              <a:gd name="connsiteX113-1687" fmla="*/ 5215 w 9392"/>
              <a:gd name="connsiteY113-1688" fmla="*/ 1280 h 10000"/>
              <a:gd name="connsiteX114-1689" fmla="*/ 4869 w 9392"/>
              <a:gd name="connsiteY114-1690" fmla="*/ 1280 h 10000"/>
              <a:gd name="connsiteX115-1691" fmla="*/ 4443 w 9392"/>
              <a:gd name="connsiteY115-1692" fmla="*/ 1373 h 10000"/>
              <a:gd name="connsiteX116-1693" fmla="*/ 3570 w 9392"/>
              <a:gd name="connsiteY116-1694" fmla="*/ 1466 h 10000"/>
              <a:gd name="connsiteX117-1695" fmla="*/ 2699 w 9392"/>
              <a:gd name="connsiteY117-1696" fmla="*/ 1670 h 10000"/>
              <a:gd name="connsiteX118-1697" fmla="*/ 1827 w 9392"/>
              <a:gd name="connsiteY118-1698" fmla="*/ 1763 h 10000"/>
              <a:gd name="connsiteX119-1699" fmla="*/ 955 w 9392"/>
              <a:gd name="connsiteY119-1700" fmla="*/ 1855 h 10000"/>
              <a:gd name="connsiteX120-1701" fmla="*/ 0 w 9392"/>
              <a:gd name="connsiteY120-1702" fmla="*/ 1967 h 10000"/>
              <a:gd name="connsiteX121-1703" fmla="*/ 0 w 9392"/>
              <a:gd name="connsiteY121-1704" fmla="*/ 1280 h 10000"/>
              <a:gd name="connsiteX122-1705" fmla="*/ 610 w 9392"/>
              <a:gd name="connsiteY122-1706" fmla="*/ 1280 h 10000"/>
              <a:gd name="connsiteX123-1707" fmla="*/ 1136 w 9392"/>
              <a:gd name="connsiteY123-1708" fmla="*/ 1169 h 10000"/>
              <a:gd name="connsiteX124-1709" fmla="*/ 1662 w 9392"/>
              <a:gd name="connsiteY124-1710" fmla="*/ 1076 h 10000"/>
              <a:gd name="connsiteX125-1711" fmla="*/ 2173 w 9392"/>
              <a:gd name="connsiteY125-1712" fmla="*/ 1076 h 10000"/>
              <a:gd name="connsiteX126-1713" fmla="*/ 2616 w 9392"/>
              <a:gd name="connsiteY126-1714" fmla="*/ 983 h 10000"/>
              <a:gd name="connsiteX127-1715" fmla="*/ 3043 w 9392"/>
              <a:gd name="connsiteY127-1716" fmla="*/ 891 h 10000"/>
              <a:gd name="connsiteX128-1717" fmla="*/ 3487 w 9392"/>
              <a:gd name="connsiteY128-1718" fmla="*/ 891 h 10000"/>
              <a:gd name="connsiteX129-1719" fmla="*/ 3834 w 9392"/>
              <a:gd name="connsiteY129-1720" fmla="*/ 779 h 10000"/>
              <a:gd name="connsiteX130-1721" fmla="*/ 4260 w 9392"/>
              <a:gd name="connsiteY130-1722" fmla="*/ 779 h 10000"/>
              <a:gd name="connsiteX131-1723" fmla="*/ 4524 w 9392"/>
              <a:gd name="connsiteY131-1724" fmla="*/ 779 h 10000"/>
              <a:gd name="connsiteX132-1725" fmla="*/ 4869 w 9392"/>
              <a:gd name="connsiteY132-1726" fmla="*/ 686 h 10000"/>
              <a:gd name="connsiteX133-1727" fmla="*/ 5133 w 9392"/>
              <a:gd name="connsiteY133-1728" fmla="*/ 686 h 10000"/>
              <a:gd name="connsiteX134-1729" fmla="*/ 5560 w 9392"/>
              <a:gd name="connsiteY134-1730" fmla="*/ 594 h 10000"/>
              <a:gd name="connsiteX135-1731" fmla="*/ 6004 w 9392"/>
              <a:gd name="connsiteY135-1732" fmla="*/ 594 h 10000"/>
              <a:gd name="connsiteX136-1733" fmla="*/ 6349 w 9392"/>
              <a:gd name="connsiteY136-1734" fmla="*/ 482 h 10000"/>
              <a:gd name="connsiteX137-1735" fmla="*/ 6694 w 9392"/>
              <a:gd name="connsiteY137-1736" fmla="*/ 482 h 10000"/>
              <a:gd name="connsiteX138-1737" fmla="*/ 6876 w 9392"/>
              <a:gd name="connsiteY138-1738" fmla="*/ 390 h 10000"/>
              <a:gd name="connsiteX139-1739" fmla="*/ 7039 w 9392"/>
              <a:gd name="connsiteY139-1740" fmla="*/ 297 h 10000"/>
              <a:gd name="connsiteX140-1741" fmla="*/ 7220 w 9392"/>
              <a:gd name="connsiteY140-1742" fmla="*/ 297 h 10000"/>
              <a:gd name="connsiteX141-1743" fmla="*/ 7220 w 9392"/>
              <a:gd name="connsiteY141-1744" fmla="*/ 204 h 10000"/>
              <a:gd name="connsiteX142-1745" fmla="*/ 7220 w 9392"/>
              <a:gd name="connsiteY142-1746" fmla="*/ 204 h 10000"/>
              <a:gd name="connsiteX0-1747" fmla="*/ 7687 w 10000"/>
              <a:gd name="connsiteY0-1748" fmla="*/ 204 h 10000"/>
              <a:gd name="connsiteX1-1749" fmla="*/ 7777 w 10000"/>
              <a:gd name="connsiteY1-1750" fmla="*/ 93 h 10000"/>
              <a:gd name="connsiteX2-1751" fmla="*/ 7971 w 10000"/>
              <a:gd name="connsiteY2-1752" fmla="*/ 93 h 10000"/>
              <a:gd name="connsiteX3-1753" fmla="*/ 8056 w 10000"/>
              <a:gd name="connsiteY3-1754" fmla="*/ 0 h 10000"/>
              <a:gd name="connsiteX4-1755" fmla="*/ 8143 w 10000"/>
              <a:gd name="connsiteY4-1756" fmla="*/ 0 h 10000"/>
              <a:gd name="connsiteX5-1757" fmla="*/ 8336 w 10000"/>
              <a:gd name="connsiteY5-1758" fmla="*/ 93 h 10000"/>
              <a:gd name="connsiteX6-1759" fmla="*/ 8617 w 10000"/>
              <a:gd name="connsiteY6-1760" fmla="*/ 204 h 10000"/>
              <a:gd name="connsiteX7-1761" fmla="*/ 8704 w 10000"/>
              <a:gd name="connsiteY7-1762" fmla="*/ 297 h 10000"/>
              <a:gd name="connsiteX8-1763" fmla="*/ 8879 w 10000"/>
              <a:gd name="connsiteY8-1764" fmla="*/ 482 h 10000"/>
              <a:gd name="connsiteX9-1765" fmla="*/ 8983 w 10000"/>
              <a:gd name="connsiteY9-1766" fmla="*/ 594 h 10000"/>
              <a:gd name="connsiteX10-1767" fmla="*/ 9160 w 10000"/>
              <a:gd name="connsiteY10-1768" fmla="*/ 686 h 10000"/>
              <a:gd name="connsiteX11-1769" fmla="*/ 9352 w 10000"/>
              <a:gd name="connsiteY11-1770" fmla="*/ 891 h 10000"/>
              <a:gd name="connsiteX12-1771" fmla="*/ 9528 w 10000"/>
              <a:gd name="connsiteY12-1772" fmla="*/ 983 h 10000"/>
              <a:gd name="connsiteX13-1773" fmla="*/ 9632 w 10000"/>
              <a:gd name="connsiteY13-1774" fmla="*/ 1169 h 10000"/>
              <a:gd name="connsiteX14-1775" fmla="*/ 9807 w 10000"/>
              <a:gd name="connsiteY14-1776" fmla="*/ 1280 h 10000"/>
              <a:gd name="connsiteX15-1777" fmla="*/ 9895 w 10000"/>
              <a:gd name="connsiteY15-1778" fmla="*/ 1373 h 10000"/>
              <a:gd name="connsiteX16-1779" fmla="*/ 9895 w 10000"/>
              <a:gd name="connsiteY16-1780" fmla="*/ 1466 h 10000"/>
              <a:gd name="connsiteX17-1781" fmla="*/ 10000 w 10000"/>
              <a:gd name="connsiteY17-1782" fmla="*/ 1466 h 10000"/>
              <a:gd name="connsiteX18-1783" fmla="*/ 10000 w 10000"/>
              <a:gd name="connsiteY18-1784" fmla="*/ 1577 h 10000"/>
              <a:gd name="connsiteX19-1785" fmla="*/ 10000 w 10000"/>
              <a:gd name="connsiteY19-1786" fmla="*/ 1670 h 10000"/>
              <a:gd name="connsiteX20-1787" fmla="*/ 9895 w 10000"/>
              <a:gd name="connsiteY20-1788" fmla="*/ 1763 h 10000"/>
              <a:gd name="connsiteX21-1789" fmla="*/ 9807 w 10000"/>
              <a:gd name="connsiteY21-1790" fmla="*/ 1763 h 10000"/>
              <a:gd name="connsiteX22-1791" fmla="*/ 9720 w 10000"/>
              <a:gd name="connsiteY22-1792" fmla="*/ 1855 h 10000"/>
              <a:gd name="connsiteX23-1793" fmla="*/ 9632 w 10000"/>
              <a:gd name="connsiteY23-1794" fmla="*/ 1855 h 10000"/>
              <a:gd name="connsiteX24-1795" fmla="*/ 9632 w 10000"/>
              <a:gd name="connsiteY24-1796" fmla="*/ 1967 h 10000"/>
              <a:gd name="connsiteX25-1797" fmla="*/ 9528 w 10000"/>
              <a:gd name="connsiteY25-1798" fmla="*/ 2059 h 10000"/>
              <a:gd name="connsiteX26-1799" fmla="*/ 9440 w 10000"/>
              <a:gd name="connsiteY26-1800" fmla="*/ 2263 h 10000"/>
              <a:gd name="connsiteX27-1801" fmla="*/ 9440 w 10000"/>
              <a:gd name="connsiteY27-1802" fmla="*/ 2449 h 10000"/>
              <a:gd name="connsiteX28-1803" fmla="*/ 9352 w 10000"/>
              <a:gd name="connsiteY28-1804" fmla="*/ 2653 h 10000"/>
              <a:gd name="connsiteX29-1805" fmla="*/ 9352 w 10000"/>
              <a:gd name="connsiteY29-1806" fmla="*/ 2950 h 10000"/>
              <a:gd name="connsiteX30-1807" fmla="*/ 9352 w 10000"/>
              <a:gd name="connsiteY30-1808" fmla="*/ 3135 h 10000"/>
              <a:gd name="connsiteX31-1809" fmla="*/ 9246 w 10000"/>
              <a:gd name="connsiteY31-1810" fmla="*/ 3432 h 10000"/>
              <a:gd name="connsiteX32-1811" fmla="*/ 9246 w 10000"/>
              <a:gd name="connsiteY32-1812" fmla="*/ 3822 h 10000"/>
              <a:gd name="connsiteX33-1813" fmla="*/ 9160 w 10000"/>
              <a:gd name="connsiteY33-1814" fmla="*/ 4119 h 10000"/>
              <a:gd name="connsiteX34-1815" fmla="*/ 9073 w 10000"/>
              <a:gd name="connsiteY34-1816" fmla="*/ 4508 h 10000"/>
              <a:gd name="connsiteX35-1817" fmla="*/ 8983 w 10000"/>
              <a:gd name="connsiteY35-1818" fmla="*/ 4898 h 10000"/>
              <a:gd name="connsiteX36-1819" fmla="*/ 8879 w 10000"/>
              <a:gd name="connsiteY36-1820" fmla="*/ 5288 h 10000"/>
              <a:gd name="connsiteX37-1821" fmla="*/ 8704 w 10000"/>
              <a:gd name="connsiteY37-1822" fmla="*/ 6178 h 10000"/>
              <a:gd name="connsiteX38-1823" fmla="*/ 8617 w 10000"/>
              <a:gd name="connsiteY38-1824" fmla="*/ 6568 h 10000"/>
              <a:gd name="connsiteX39-1825" fmla="*/ 8513 w 10000"/>
              <a:gd name="connsiteY39-1826" fmla="*/ 6957 h 10000"/>
              <a:gd name="connsiteX40-1827" fmla="*/ 8424 w 10000"/>
              <a:gd name="connsiteY40-1828" fmla="*/ 7347 h 10000"/>
              <a:gd name="connsiteX41-1829" fmla="*/ 8336 w 10000"/>
              <a:gd name="connsiteY41-1830" fmla="*/ 7737 h 10000"/>
              <a:gd name="connsiteX42-1831" fmla="*/ 8231 w 10000"/>
              <a:gd name="connsiteY42-1832" fmla="*/ 8033 h 10000"/>
              <a:gd name="connsiteX43-1833" fmla="*/ 8231 w 10000"/>
              <a:gd name="connsiteY43-1834" fmla="*/ 8237 h 10000"/>
              <a:gd name="connsiteX44-1835" fmla="*/ 8143 w 10000"/>
              <a:gd name="connsiteY44-1836" fmla="*/ 8534 h 10000"/>
              <a:gd name="connsiteX45-1837" fmla="*/ 8056 w 10000"/>
              <a:gd name="connsiteY45-1838" fmla="*/ 8720 h 10000"/>
              <a:gd name="connsiteX46-1839" fmla="*/ 7864 w 10000"/>
              <a:gd name="connsiteY46-1840" fmla="*/ 9017 h 10000"/>
              <a:gd name="connsiteX47-1841" fmla="*/ 7687 w 10000"/>
              <a:gd name="connsiteY47-1842" fmla="*/ 9314 h 10000"/>
              <a:gd name="connsiteX48-1843" fmla="*/ 7495 w 10000"/>
              <a:gd name="connsiteY48-1844" fmla="*/ 9610 h 10000"/>
              <a:gd name="connsiteX49-1845" fmla="*/ 7321 w 10000"/>
              <a:gd name="connsiteY49-1846" fmla="*/ 9703 h 10000"/>
              <a:gd name="connsiteX50-1847" fmla="*/ 7127 w 10000"/>
              <a:gd name="connsiteY50-1848" fmla="*/ 9889 h 10000"/>
              <a:gd name="connsiteX51-1849" fmla="*/ 6935 w 10000"/>
              <a:gd name="connsiteY51-1850" fmla="*/ 10000 h 10000"/>
              <a:gd name="connsiteX52-1851" fmla="*/ 6760 w 10000"/>
              <a:gd name="connsiteY52-1852" fmla="*/ 10000 h 10000"/>
              <a:gd name="connsiteX53-1853" fmla="*/ 6567 w 10000"/>
              <a:gd name="connsiteY53-1854" fmla="*/ 10000 h 10000"/>
              <a:gd name="connsiteX54-1855" fmla="*/ 6567 w 10000"/>
              <a:gd name="connsiteY54-1856" fmla="*/ 9889 h 10000"/>
              <a:gd name="connsiteX55-1857" fmla="*/ 6479 w 10000"/>
              <a:gd name="connsiteY55-1858" fmla="*/ 9889 h 10000"/>
              <a:gd name="connsiteX56-1859" fmla="*/ 6479 w 10000"/>
              <a:gd name="connsiteY56-1860" fmla="*/ 9796 h 10000"/>
              <a:gd name="connsiteX57-1861" fmla="*/ 6479 w 10000"/>
              <a:gd name="connsiteY57-1862" fmla="*/ 9610 h 10000"/>
              <a:gd name="connsiteX58-1863" fmla="*/ 6479 w 10000"/>
              <a:gd name="connsiteY58-1864" fmla="*/ 9499 h 10000"/>
              <a:gd name="connsiteX59-1865" fmla="*/ 6479 w 10000"/>
              <a:gd name="connsiteY59-1866" fmla="*/ 9406 h 10000"/>
              <a:gd name="connsiteX60-1867" fmla="*/ 6479 w 10000"/>
              <a:gd name="connsiteY60-1868" fmla="*/ 9202 h 10000"/>
              <a:gd name="connsiteX61-1869" fmla="*/ 6479 w 10000"/>
              <a:gd name="connsiteY61-1870" fmla="*/ 9017 h 10000"/>
              <a:gd name="connsiteX62-1871" fmla="*/ 6393 w 10000"/>
              <a:gd name="connsiteY62-1872" fmla="*/ 8813 h 10000"/>
              <a:gd name="connsiteX63-1873" fmla="*/ 6288 w 10000"/>
              <a:gd name="connsiteY63-1874" fmla="*/ 8534 h 10000"/>
              <a:gd name="connsiteX64-1875" fmla="*/ 6113 w 10000"/>
              <a:gd name="connsiteY64-1876" fmla="*/ 8126 h 10000"/>
              <a:gd name="connsiteX65-1877" fmla="*/ 6025 w 10000"/>
              <a:gd name="connsiteY65-1878" fmla="*/ 7737 h 10000"/>
              <a:gd name="connsiteX66-1879" fmla="*/ 5745 w 10000"/>
              <a:gd name="connsiteY66-1880" fmla="*/ 7347 h 10000"/>
              <a:gd name="connsiteX67-1881" fmla="*/ 5553 w 10000"/>
              <a:gd name="connsiteY67-1882" fmla="*/ 6753 h 10000"/>
              <a:gd name="connsiteX68-1883" fmla="*/ 5745 w 10000"/>
              <a:gd name="connsiteY68-1884" fmla="*/ 6957 h 10000"/>
              <a:gd name="connsiteX69-1885" fmla="*/ 6025 w 10000"/>
              <a:gd name="connsiteY69-1886" fmla="*/ 7161 h 10000"/>
              <a:gd name="connsiteX70-1887" fmla="*/ 6200 w 10000"/>
              <a:gd name="connsiteY70-1888" fmla="*/ 7347 h 10000"/>
              <a:gd name="connsiteX71-1889" fmla="*/ 6393 w 10000"/>
              <a:gd name="connsiteY71-1890" fmla="*/ 7440 h 10000"/>
              <a:gd name="connsiteX72-1891" fmla="*/ 6567 w 10000"/>
              <a:gd name="connsiteY72-1892" fmla="*/ 7551 h 10000"/>
              <a:gd name="connsiteX73-1893" fmla="*/ 6674 w 10000"/>
              <a:gd name="connsiteY73-1894" fmla="*/ 7551 h 10000"/>
              <a:gd name="connsiteX74-1895" fmla="*/ 6760 w 10000"/>
              <a:gd name="connsiteY74-1896" fmla="*/ 7644 h 10000"/>
              <a:gd name="connsiteX75-1897" fmla="*/ 6848 w 10000"/>
              <a:gd name="connsiteY75-1898" fmla="*/ 7644 h 10000"/>
              <a:gd name="connsiteX76-1899" fmla="*/ 6935 w 10000"/>
              <a:gd name="connsiteY76-1900" fmla="*/ 7644 h 10000"/>
              <a:gd name="connsiteX77-1901" fmla="*/ 7040 w 10000"/>
              <a:gd name="connsiteY77-1902" fmla="*/ 7644 h 10000"/>
              <a:gd name="connsiteX78-1903" fmla="*/ 7127 w 10000"/>
              <a:gd name="connsiteY78-1904" fmla="*/ 7551 h 10000"/>
              <a:gd name="connsiteX79-1905" fmla="*/ 7217 w 10000"/>
              <a:gd name="connsiteY79-1906" fmla="*/ 7440 h 10000"/>
              <a:gd name="connsiteX80-1907" fmla="*/ 7217 w 10000"/>
              <a:gd name="connsiteY80-1908" fmla="*/ 7347 h 10000"/>
              <a:gd name="connsiteX81-1909" fmla="*/ 7321 w 10000"/>
              <a:gd name="connsiteY81-1910" fmla="*/ 7254 h 10000"/>
              <a:gd name="connsiteX82-1911" fmla="*/ 7408 w 10000"/>
              <a:gd name="connsiteY82-1912" fmla="*/ 7050 h 10000"/>
              <a:gd name="connsiteX83-1913" fmla="*/ 7408 w 10000"/>
              <a:gd name="connsiteY83-1914" fmla="*/ 6865 h 10000"/>
              <a:gd name="connsiteX84-1915" fmla="*/ 7495 w 10000"/>
              <a:gd name="connsiteY84-1916" fmla="*/ 6660 h 10000"/>
              <a:gd name="connsiteX85-1917" fmla="*/ 7583 w 10000"/>
              <a:gd name="connsiteY85-1918" fmla="*/ 6364 h 10000"/>
              <a:gd name="connsiteX86-1919" fmla="*/ 7687 w 10000"/>
              <a:gd name="connsiteY86-1920" fmla="*/ 6067 h 10000"/>
              <a:gd name="connsiteX87-1921" fmla="*/ 7687 w 10000"/>
              <a:gd name="connsiteY87-1922" fmla="*/ 5677 h 10000"/>
              <a:gd name="connsiteX88-1923" fmla="*/ 7864 w 10000"/>
              <a:gd name="connsiteY88-1924" fmla="*/ 4991 h 10000"/>
              <a:gd name="connsiteX89-1925" fmla="*/ 7971 w 10000"/>
              <a:gd name="connsiteY89-1926" fmla="*/ 4212 h 10000"/>
              <a:gd name="connsiteX90-1927" fmla="*/ 7971 w 10000"/>
              <a:gd name="connsiteY90-1928" fmla="*/ 3525 h 10000"/>
              <a:gd name="connsiteX91-1929" fmla="*/ 8056 w 10000"/>
              <a:gd name="connsiteY91-1930" fmla="*/ 2839 h 10000"/>
              <a:gd name="connsiteX92-1931" fmla="*/ 8056 w 10000"/>
              <a:gd name="connsiteY92-1932" fmla="*/ 2542 h 10000"/>
              <a:gd name="connsiteX93-1933" fmla="*/ 8056 w 10000"/>
              <a:gd name="connsiteY93-1934" fmla="*/ 2263 h 10000"/>
              <a:gd name="connsiteX94-1935" fmla="*/ 8056 w 10000"/>
              <a:gd name="connsiteY94-1936" fmla="*/ 2059 h 10000"/>
              <a:gd name="connsiteX95-1937" fmla="*/ 8056 w 10000"/>
              <a:gd name="connsiteY95-1938" fmla="*/ 1855 h 10000"/>
              <a:gd name="connsiteX96-1939" fmla="*/ 8056 w 10000"/>
              <a:gd name="connsiteY96-1940" fmla="*/ 1670 h 10000"/>
              <a:gd name="connsiteX97-1941" fmla="*/ 8056 w 10000"/>
              <a:gd name="connsiteY97-1942" fmla="*/ 1577 h 10000"/>
              <a:gd name="connsiteX98-1943" fmla="*/ 7971 w 10000"/>
              <a:gd name="connsiteY98-1944" fmla="*/ 1466 h 10000"/>
              <a:gd name="connsiteX99-1945" fmla="*/ 7971 w 10000"/>
              <a:gd name="connsiteY99-1946" fmla="*/ 1373 h 10000"/>
              <a:gd name="connsiteX100-1947" fmla="*/ 7971 w 10000"/>
              <a:gd name="connsiteY100-1948" fmla="*/ 1280 h 10000"/>
              <a:gd name="connsiteX101-1949" fmla="*/ 7864 w 10000"/>
              <a:gd name="connsiteY101-1950" fmla="*/ 1280 h 10000"/>
              <a:gd name="connsiteX102-1951" fmla="*/ 7777 w 10000"/>
              <a:gd name="connsiteY102-1952" fmla="*/ 1169 h 10000"/>
              <a:gd name="connsiteX103-1953" fmla="*/ 7777 w 10000"/>
              <a:gd name="connsiteY103-1954" fmla="*/ 1169 h 10000"/>
              <a:gd name="connsiteX104-1955" fmla="*/ 7583 w 10000"/>
              <a:gd name="connsiteY104-1956" fmla="*/ 1169 h 10000"/>
              <a:gd name="connsiteX105-1957" fmla="*/ 7495 w 10000"/>
              <a:gd name="connsiteY105-1958" fmla="*/ 1169 h 10000"/>
              <a:gd name="connsiteX106-1959" fmla="*/ 7408 w 10000"/>
              <a:gd name="connsiteY106-1960" fmla="*/ 1169 h 10000"/>
              <a:gd name="connsiteX107-1961" fmla="*/ 7217 w 10000"/>
              <a:gd name="connsiteY107-1962" fmla="*/ 1169 h 10000"/>
              <a:gd name="connsiteX108-1963" fmla="*/ 7040 w 10000"/>
              <a:gd name="connsiteY108-1964" fmla="*/ 1169 h 10000"/>
              <a:gd name="connsiteX109-1965" fmla="*/ 6760 w 10000"/>
              <a:gd name="connsiteY109-1966" fmla="*/ 1169 h 10000"/>
              <a:gd name="connsiteX110-1967" fmla="*/ 6567 w 10000"/>
              <a:gd name="connsiteY110-1968" fmla="*/ 1169 h 10000"/>
              <a:gd name="connsiteX111-1969" fmla="*/ 6288 w 10000"/>
              <a:gd name="connsiteY111-1970" fmla="*/ 1169 h 10000"/>
              <a:gd name="connsiteX112-1971" fmla="*/ 5920 w 10000"/>
              <a:gd name="connsiteY112-1972" fmla="*/ 1169 h 10000"/>
              <a:gd name="connsiteX113-1973" fmla="*/ 5553 w 10000"/>
              <a:gd name="connsiteY113-1974" fmla="*/ 1280 h 10000"/>
              <a:gd name="connsiteX114-1975" fmla="*/ 5184 w 10000"/>
              <a:gd name="connsiteY114-1976" fmla="*/ 1280 h 10000"/>
              <a:gd name="connsiteX115-1977" fmla="*/ 4731 w 10000"/>
              <a:gd name="connsiteY115-1978" fmla="*/ 1373 h 10000"/>
              <a:gd name="connsiteX116-1979" fmla="*/ 3801 w 10000"/>
              <a:gd name="connsiteY116-1980" fmla="*/ 1466 h 10000"/>
              <a:gd name="connsiteX117-1981" fmla="*/ 2874 w 10000"/>
              <a:gd name="connsiteY117-1982" fmla="*/ 1670 h 10000"/>
              <a:gd name="connsiteX118-1983" fmla="*/ 1945 w 10000"/>
              <a:gd name="connsiteY118-1984" fmla="*/ 1763 h 10000"/>
              <a:gd name="connsiteX119-1985" fmla="*/ 1017 w 10000"/>
              <a:gd name="connsiteY119-1986" fmla="*/ 1855 h 10000"/>
              <a:gd name="connsiteX120-1987" fmla="*/ 0 w 10000"/>
              <a:gd name="connsiteY120-1988" fmla="*/ 1280 h 10000"/>
              <a:gd name="connsiteX121-1989" fmla="*/ 649 w 10000"/>
              <a:gd name="connsiteY121-1990" fmla="*/ 1280 h 10000"/>
              <a:gd name="connsiteX122-1991" fmla="*/ 1210 w 10000"/>
              <a:gd name="connsiteY122-1992" fmla="*/ 1169 h 10000"/>
              <a:gd name="connsiteX123-1993" fmla="*/ 1770 w 10000"/>
              <a:gd name="connsiteY123-1994" fmla="*/ 1076 h 10000"/>
              <a:gd name="connsiteX124-1995" fmla="*/ 2314 w 10000"/>
              <a:gd name="connsiteY124-1996" fmla="*/ 1076 h 10000"/>
              <a:gd name="connsiteX125-1997" fmla="*/ 2785 w 10000"/>
              <a:gd name="connsiteY125-1998" fmla="*/ 983 h 10000"/>
              <a:gd name="connsiteX126-1999" fmla="*/ 3240 w 10000"/>
              <a:gd name="connsiteY126-2000" fmla="*/ 891 h 10000"/>
              <a:gd name="connsiteX127-2001" fmla="*/ 3713 w 10000"/>
              <a:gd name="connsiteY127-2002" fmla="*/ 891 h 10000"/>
              <a:gd name="connsiteX128-2003" fmla="*/ 4082 w 10000"/>
              <a:gd name="connsiteY128-2004" fmla="*/ 779 h 10000"/>
              <a:gd name="connsiteX129-2005" fmla="*/ 4536 w 10000"/>
              <a:gd name="connsiteY129-2006" fmla="*/ 779 h 10000"/>
              <a:gd name="connsiteX130-2007" fmla="*/ 4817 w 10000"/>
              <a:gd name="connsiteY130-2008" fmla="*/ 779 h 10000"/>
              <a:gd name="connsiteX131-2009" fmla="*/ 5184 w 10000"/>
              <a:gd name="connsiteY131-2010" fmla="*/ 686 h 10000"/>
              <a:gd name="connsiteX132-2011" fmla="*/ 5465 w 10000"/>
              <a:gd name="connsiteY132-2012" fmla="*/ 686 h 10000"/>
              <a:gd name="connsiteX133-2013" fmla="*/ 5920 w 10000"/>
              <a:gd name="connsiteY133-2014" fmla="*/ 594 h 10000"/>
              <a:gd name="connsiteX134-2015" fmla="*/ 6393 w 10000"/>
              <a:gd name="connsiteY134-2016" fmla="*/ 594 h 10000"/>
              <a:gd name="connsiteX135-2017" fmla="*/ 6760 w 10000"/>
              <a:gd name="connsiteY135-2018" fmla="*/ 482 h 10000"/>
              <a:gd name="connsiteX136-2019" fmla="*/ 7127 w 10000"/>
              <a:gd name="connsiteY136-2020" fmla="*/ 482 h 10000"/>
              <a:gd name="connsiteX137-2021" fmla="*/ 7321 w 10000"/>
              <a:gd name="connsiteY137-2022" fmla="*/ 390 h 10000"/>
              <a:gd name="connsiteX138-2023" fmla="*/ 7495 w 10000"/>
              <a:gd name="connsiteY138-2024" fmla="*/ 297 h 10000"/>
              <a:gd name="connsiteX139-2025" fmla="*/ 7687 w 10000"/>
              <a:gd name="connsiteY139-2026" fmla="*/ 297 h 10000"/>
              <a:gd name="connsiteX140-2027" fmla="*/ 7687 w 10000"/>
              <a:gd name="connsiteY140-2028" fmla="*/ 204 h 10000"/>
              <a:gd name="connsiteX141-2029" fmla="*/ 7687 w 10000"/>
              <a:gd name="connsiteY141-2030" fmla="*/ 204 h 10000"/>
              <a:gd name="connsiteX0-2031" fmla="*/ 7038 w 9351"/>
              <a:gd name="connsiteY0-2032" fmla="*/ 204 h 10000"/>
              <a:gd name="connsiteX1-2033" fmla="*/ 7128 w 9351"/>
              <a:gd name="connsiteY1-2034" fmla="*/ 93 h 10000"/>
              <a:gd name="connsiteX2-2035" fmla="*/ 7322 w 9351"/>
              <a:gd name="connsiteY2-2036" fmla="*/ 93 h 10000"/>
              <a:gd name="connsiteX3-2037" fmla="*/ 7407 w 9351"/>
              <a:gd name="connsiteY3-2038" fmla="*/ 0 h 10000"/>
              <a:gd name="connsiteX4-2039" fmla="*/ 7494 w 9351"/>
              <a:gd name="connsiteY4-2040" fmla="*/ 0 h 10000"/>
              <a:gd name="connsiteX5-2041" fmla="*/ 7687 w 9351"/>
              <a:gd name="connsiteY5-2042" fmla="*/ 93 h 10000"/>
              <a:gd name="connsiteX6-2043" fmla="*/ 7968 w 9351"/>
              <a:gd name="connsiteY6-2044" fmla="*/ 204 h 10000"/>
              <a:gd name="connsiteX7-2045" fmla="*/ 8055 w 9351"/>
              <a:gd name="connsiteY7-2046" fmla="*/ 297 h 10000"/>
              <a:gd name="connsiteX8-2047" fmla="*/ 8230 w 9351"/>
              <a:gd name="connsiteY8-2048" fmla="*/ 482 h 10000"/>
              <a:gd name="connsiteX9-2049" fmla="*/ 8334 w 9351"/>
              <a:gd name="connsiteY9-2050" fmla="*/ 594 h 10000"/>
              <a:gd name="connsiteX10-2051" fmla="*/ 8511 w 9351"/>
              <a:gd name="connsiteY10-2052" fmla="*/ 686 h 10000"/>
              <a:gd name="connsiteX11-2053" fmla="*/ 8703 w 9351"/>
              <a:gd name="connsiteY11-2054" fmla="*/ 891 h 10000"/>
              <a:gd name="connsiteX12-2055" fmla="*/ 8879 w 9351"/>
              <a:gd name="connsiteY12-2056" fmla="*/ 983 h 10000"/>
              <a:gd name="connsiteX13-2057" fmla="*/ 8983 w 9351"/>
              <a:gd name="connsiteY13-2058" fmla="*/ 1169 h 10000"/>
              <a:gd name="connsiteX14-2059" fmla="*/ 9158 w 9351"/>
              <a:gd name="connsiteY14-2060" fmla="*/ 1280 h 10000"/>
              <a:gd name="connsiteX15-2061" fmla="*/ 9246 w 9351"/>
              <a:gd name="connsiteY15-2062" fmla="*/ 1373 h 10000"/>
              <a:gd name="connsiteX16-2063" fmla="*/ 9246 w 9351"/>
              <a:gd name="connsiteY16-2064" fmla="*/ 1466 h 10000"/>
              <a:gd name="connsiteX17-2065" fmla="*/ 9351 w 9351"/>
              <a:gd name="connsiteY17-2066" fmla="*/ 1466 h 10000"/>
              <a:gd name="connsiteX18-2067" fmla="*/ 9351 w 9351"/>
              <a:gd name="connsiteY18-2068" fmla="*/ 1577 h 10000"/>
              <a:gd name="connsiteX19-2069" fmla="*/ 9351 w 9351"/>
              <a:gd name="connsiteY19-2070" fmla="*/ 1670 h 10000"/>
              <a:gd name="connsiteX20-2071" fmla="*/ 9246 w 9351"/>
              <a:gd name="connsiteY20-2072" fmla="*/ 1763 h 10000"/>
              <a:gd name="connsiteX21-2073" fmla="*/ 9158 w 9351"/>
              <a:gd name="connsiteY21-2074" fmla="*/ 1763 h 10000"/>
              <a:gd name="connsiteX22-2075" fmla="*/ 9071 w 9351"/>
              <a:gd name="connsiteY22-2076" fmla="*/ 1855 h 10000"/>
              <a:gd name="connsiteX23-2077" fmla="*/ 8983 w 9351"/>
              <a:gd name="connsiteY23-2078" fmla="*/ 1855 h 10000"/>
              <a:gd name="connsiteX24-2079" fmla="*/ 8983 w 9351"/>
              <a:gd name="connsiteY24-2080" fmla="*/ 1967 h 10000"/>
              <a:gd name="connsiteX25-2081" fmla="*/ 8879 w 9351"/>
              <a:gd name="connsiteY25-2082" fmla="*/ 2059 h 10000"/>
              <a:gd name="connsiteX26-2083" fmla="*/ 8791 w 9351"/>
              <a:gd name="connsiteY26-2084" fmla="*/ 2263 h 10000"/>
              <a:gd name="connsiteX27-2085" fmla="*/ 8791 w 9351"/>
              <a:gd name="connsiteY27-2086" fmla="*/ 2449 h 10000"/>
              <a:gd name="connsiteX28-2087" fmla="*/ 8703 w 9351"/>
              <a:gd name="connsiteY28-2088" fmla="*/ 2653 h 10000"/>
              <a:gd name="connsiteX29-2089" fmla="*/ 8703 w 9351"/>
              <a:gd name="connsiteY29-2090" fmla="*/ 2950 h 10000"/>
              <a:gd name="connsiteX30-2091" fmla="*/ 8703 w 9351"/>
              <a:gd name="connsiteY30-2092" fmla="*/ 3135 h 10000"/>
              <a:gd name="connsiteX31-2093" fmla="*/ 8597 w 9351"/>
              <a:gd name="connsiteY31-2094" fmla="*/ 3432 h 10000"/>
              <a:gd name="connsiteX32-2095" fmla="*/ 8597 w 9351"/>
              <a:gd name="connsiteY32-2096" fmla="*/ 3822 h 10000"/>
              <a:gd name="connsiteX33-2097" fmla="*/ 8511 w 9351"/>
              <a:gd name="connsiteY33-2098" fmla="*/ 4119 h 10000"/>
              <a:gd name="connsiteX34-2099" fmla="*/ 8424 w 9351"/>
              <a:gd name="connsiteY34-2100" fmla="*/ 4508 h 10000"/>
              <a:gd name="connsiteX35-2101" fmla="*/ 8334 w 9351"/>
              <a:gd name="connsiteY35-2102" fmla="*/ 4898 h 10000"/>
              <a:gd name="connsiteX36-2103" fmla="*/ 8230 w 9351"/>
              <a:gd name="connsiteY36-2104" fmla="*/ 5288 h 10000"/>
              <a:gd name="connsiteX37-2105" fmla="*/ 8055 w 9351"/>
              <a:gd name="connsiteY37-2106" fmla="*/ 6178 h 10000"/>
              <a:gd name="connsiteX38-2107" fmla="*/ 7968 w 9351"/>
              <a:gd name="connsiteY38-2108" fmla="*/ 6568 h 10000"/>
              <a:gd name="connsiteX39-2109" fmla="*/ 7864 w 9351"/>
              <a:gd name="connsiteY39-2110" fmla="*/ 6957 h 10000"/>
              <a:gd name="connsiteX40-2111" fmla="*/ 7775 w 9351"/>
              <a:gd name="connsiteY40-2112" fmla="*/ 7347 h 10000"/>
              <a:gd name="connsiteX41-2113" fmla="*/ 7687 w 9351"/>
              <a:gd name="connsiteY41-2114" fmla="*/ 7737 h 10000"/>
              <a:gd name="connsiteX42-2115" fmla="*/ 7582 w 9351"/>
              <a:gd name="connsiteY42-2116" fmla="*/ 8033 h 10000"/>
              <a:gd name="connsiteX43-2117" fmla="*/ 7582 w 9351"/>
              <a:gd name="connsiteY43-2118" fmla="*/ 8237 h 10000"/>
              <a:gd name="connsiteX44-2119" fmla="*/ 7494 w 9351"/>
              <a:gd name="connsiteY44-2120" fmla="*/ 8534 h 10000"/>
              <a:gd name="connsiteX45-2121" fmla="*/ 7407 w 9351"/>
              <a:gd name="connsiteY45-2122" fmla="*/ 8720 h 10000"/>
              <a:gd name="connsiteX46-2123" fmla="*/ 7215 w 9351"/>
              <a:gd name="connsiteY46-2124" fmla="*/ 9017 h 10000"/>
              <a:gd name="connsiteX47-2125" fmla="*/ 7038 w 9351"/>
              <a:gd name="connsiteY47-2126" fmla="*/ 9314 h 10000"/>
              <a:gd name="connsiteX48-2127" fmla="*/ 6846 w 9351"/>
              <a:gd name="connsiteY48-2128" fmla="*/ 9610 h 10000"/>
              <a:gd name="connsiteX49-2129" fmla="*/ 6672 w 9351"/>
              <a:gd name="connsiteY49-2130" fmla="*/ 9703 h 10000"/>
              <a:gd name="connsiteX50-2131" fmla="*/ 6478 w 9351"/>
              <a:gd name="connsiteY50-2132" fmla="*/ 9889 h 10000"/>
              <a:gd name="connsiteX51-2133" fmla="*/ 6286 w 9351"/>
              <a:gd name="connsiteY51-2134" fmla="*/ 10000 h 10000"/>
              <a:gd name="connsiteX52-2135" fmla="*/ 6111 w 9351"/>
              <a:gd name="connsiteY52-2136" fmla="*/ 10000 h 10000"/>
              <a:gd name="connsiteX53-2137" fmla="*/ 5918 w 9351"/>
              <a:gd name="connsiteY53-2138" fmla="*/ 10000 h 10000"/>
              <a:gd name="connsiteX54-2139" fmla="*/ 5918 w 9351"/>
              <a:gd name="connsiteY54-2140" fmla="*/ 9889 h 10000"/>
              <a:gd name="connsiteX55-2141" fmla="*/ 5830 w 9351"/>
              <a:gd name="connsiteY55-2142" fmla="*/ 9889 h 10000"/>
              <a:gd name="connsiteX56-2143" fmla="*/ 5830 w 9351"/>
              <a:gd name="connsiteY56-2144" fmla="*/ 9796 h 10000"/>
              <a:gd name="connsiteX57-2145" fmla="*/ 5830 w 9351"/>
              <a:gd name="connsiteY57-2146" fmla="*/ 9610 h 10000"/>
              <a:gd name="connsiteX58-2147" fmla="*/ 5830 w 9351"/>
              <a:gd name="connsiteY58-2148" fmla="*/ 9499 h 10000"/>
              <a:gd name="connsiteX59-2149" fmla="*/ 5830 w 9351"/>
              <a:gd name="connsiteY59-2150" fmla="*/ 9406 h 10000"/>
              <a:gd name="connsiteX60-2151" fmla="*/ 5830 w 9351"/>
              <a:gd name="connsiteY60-2152" fmla="*/ 9202 h 10000"/>
              <a:gd name="connsiteX61-2153" fmla="*/ 5830 w 9351"/>
              <a:gd name="connsiteY61-2154" fmla="*/ 9017 h 10000"/>
              <a:gd name="connsiteX62-2155" fmla="*/ 5744 w 9351"/>
              <a:gd name="connsiteY62-2156" fmla="*/ 8813 h 10000"/>
              <a:gd name="connsiteX63-2157" fmla="*/ 5639 w 9351"/>
              <a:gd name="connsiteY63-2158" fmla="*/ 8534 h 10000"/>
              <a:gd name="connsiteX64-2159" fmla="*/ 5464 w 9351"/>
              <a:gd name="connsiteY64-2160" fmla="*/ 8126 h 10000"/>
              <a:gd name="connsiteX65-2161" fmla="*/ 5376 w 9351"/>
              <a:gd name="connsiteY65-2162" fmla="*/ 7737 h 10000"/>
              <a:gd name="connsiteX66-2163" fmla="*/ 5096 w 9351"/>
              <a:gd name="connsiteY66-2164" fmla="*/ 7347 h 10000"/>
              <a:gd name="connsiteX67-2165" fmla="*/ 4904 w 9351"/>
              <a:gd name="connsiteY67-2166" fmla="*/ 6753 h 10000"/>
              <a:gd name="connsiteX68-2167" fmla="*/ 5096 w 9351"/>
              <a:gd name="connsiteY68-2168" fmla="*/ 6957 h 10000"/>
              <a:gd name="connsiteX69-2169" fmla="*/ 5376 w 9351"/>
              <a:gd name="connsiteY69-2170" fmla="*/ 7161 h 10000"/>
              <a:gd name="connsiteX70-2171" fmla="*/ 5551 w 9351"/>
              <a:gd name="connsiteY70-2172" fmla="*/ 7347 h 10000"/>
              <a:gd name="connsiteX71-2173" fmla="*/ 5744 w 9351"/>
              <a:gd name="connsiteY71-2174" fmla="*/ 7440 h 10000"/>
              <a:gd name="connsiteX72-2175" fmla="*/ 5918 w 9351"/>
              <a:gd name="connsiteY72-2176" fmla="*/ 7551 h 10000"/>
              <a:gd name="connsiteX73-2177" fmla="*/ 6025 w 9351"/>
              <a:gd name="connsiteY73-2178" fmla="*/ 7551 h 10000"/>
              <a:gd name="connsiteX74-2179" fmla="*/ 6111 w 9351"/>
              <a:gd name="connsiteY74-2180" fmla="*/ 7644 h 10000"/>
              <a:gd name="connsiteX75-2181" fmla="*/ 6199 w 9351"/>
              <a:gd name="connsiteY75-2182" fmla="*/ 7644 h 10000"/>
              <a:gd name="connsiteX76-2183" fmla="*/ 6286 w 9351"/>
              <a:gd name="connsiteY76-2184" fmla="*/ 7644 h 10000"/>
              <a:gd name="connsiteX77-2185" fmla="*/ 6391 w 9351"/>
              <a:gd name="connsiteY77-2186" fmla="*/ 7644 h 10000"/>
              <a:gd name="connsiteX78-2187" fmla="*/ 6478 w 9351"/>
              <a:gd name="connsiteY78-2188" fmla="*/ 7551 h 10000"/>
              <a:gd name="connsiteX79-2189" fmla="*/ 6568 w 9351"/>
              <a:gd name="connsiteY79-2190" fmla="*/ 7440 h 10000"/>
              <a:gd name="connsiteX80-2191" fmla="*/ 6568 w 9351"/>
              <a:gd name="connsiteY80-2192" fmla="*/ 7347 h 10000"/>
              <a:gd name="connsiteX81-2193" fmla="*/ 6672 w 9351"/>
              <a:gd name="connsiteY81-2194" fmla="*/ 7254 h 10000"/>
              <a:gd name="connsiteX82-2195" fmla="*/ 6759 w 9351"/>
              <a:gd name="connsiteY82-2196" fmla="*/ 7050 h 10000"/>
              <a:gd name="connsiteX83-2197" fmla="*/ 6759 w 9351"/>
              <a:gd name="connsiteY83-2198" fmla="*/ 6865 h 10000"/>
              <a:gd name="connsiteX84-2199" fmla="*/ 6846 w 9351"/>
              <a:gd name="connsiteY84-2200" fmla="*/ 6660 h 10000"/>
              <a:gd name="connsiteX85-2201" fmla="*/ 6934 w 9351"/>
              <a:gd name="connsiteY85-2202" fmla="*/ 6364 h 10000"/>
              <a:gd name="connsiteX86-2203" fmla="*/ 7038 w 9351"/>
              <a:gd name="connsiteY86-2204" fmla="*/ 6067 h 10000"/>
              <a:gd name="connsiteX87-2205" fmla="*/ 7038 w 9351"/>
              <a:gd name="connsiteY87-2206" fmla="*/ 5677 h 10000"/>
              <a:gd name="connsiteX88-2207" fmla="*/ 7215 w 9351"/>
              <a:gd name="connsiteY88-2208" fmla="*/ 4991 h 10000"/>
              <a:gd name="connsiteX89-2209" fmla="*/ 7322 w 9351"/>
              <a:gd name="connsiteY89-2210" fmla="*/ 4212 h 10000"/>
              <a:gd name="connsiteX90-2211" fmla="*/ 7322 w 9351"/>
              <a:gd name="connsiteY90-2212" fmla="*/ 3525 h 10000"/>
              <a:gd name="connsiteX91-2213" fmla="*/ 7407 w 9351"/>
              <a:gd name="connsiteY91-2214" fmla="*/ 2839 h 10000"/>
              <a:gd name="connsiteX92-2215" fmla="*/ 7407 w 9351"/>
              <a:gd name="connsiteY92-2216" fmla="*/ 2542 h 10000"/>
              <a:gd name="connsiteX93-2217" fmla="*/ 7407 w 9351"/>
              <a:gd name="connsiteY93-2218" fmla="*/ 2263 h 10000"/>
              <a:gd name="connsiteX94-2219" fmla="*/ 7407 w 9351"/>
              <a:gd name="connsiteY94-2220" fmla="*/ 2059 h 10000"/>
              <a:gd name="connsiteX95-2221" fmla="*/ 7407 w 9351"/>
              <a:gd name="connsiteY95-2222" fmla="*/ 1855 h 10000"/>
              <a:gd name="connsiteX96-2223" fmla="*/ 7407 w 9351"/>
              <a:gd name="connsiteY96-2224" fmla="*/ 1670 h 10000"/>
              <a:gd name="connsiteX97-2225" fmla="*/ 7407 w 9351"/>
              <a:gd name="connsiteY97-2226" fmla="*/ 1577 h 10000"/>
              <a:gd name="connsiteX98-2227" fmla="*/ 7322 w 9351"/>
              <a:gd name="connsiteY98-2228" fmla="*/ 1466 h 10000"/>
              <a:gd name="connsiteX99-2229" fmla="*/ 7322 w 9351"/>
              <a:gd name="connsiteY99-2230" fmla="*/ 1373 h 10000"/>
              <a:gd name="connsiteX100-2231" fmla="*/ 7322 w 9351"/>
              <a:gd name="connsiteY100-2232" fmla="*/ 1280 h 10000"/>
              <a:gd name="connsiteX101-2233" fmla="*/ 7215 w 9351"/>
              <a:gd name="connsiteY101-2234" fmla="*/ 1280 h 10000"/>
              <a:gd name="connsiteX102-2235" fmla="*/ 7128 w 9351"/>
              <a:gd name="connsiteY102-2236" fmla="*/ 1169 h 10000"/>
              <a:gd name="connsiteX103-2237" fmla="*/ 7128 w 9351"/>
              <a:gd name="connsiteY103-2238" fmla="*/ 1169 h 10000"/>
              <a:gd name="connsiteX104-2239" fmla="*/ 6934 w 9351"/>
              <a:gd name="connsiteY104-2240" fmla="*/ 1169 h 10000"/>
              <a:gd name="connsiteX105-2241" fmla="*/ 6846 w 9351"/>
              <a:gd name="connsiteY105-2242" fmla="*/ 1169 h 10000"/>
              <a:gd name="connsiteX106-2243" fmla="*/ 6759 w 9351"/>
              <a:gd name="connsiteY106-2244" fmla="*/ 1169 h 10000"/>
              <a:gd name="connsiteX107-2245" fmla="*/ 6568 w 9351"/>
              <a:gd name="connsiteY107-2246" fmla="*/ 1169 h 10000"/>
              <a:gd name="connsiteX108-2247" fmla="*/ 6391 w 9351"/>
              <a:gd name="connsiteY108-2248" fmla="*/ 1169 h 10000"/>
              <a:gd name="connsiteX109-2249" fmla="*/ 6111 w 9351"/>
              <a:gd name="connsiteY109-2250" fmla="*/ 1169 h 10000"/>
              <a:gd name="connsiteX110-2251" fmla="*/ 5918 w 9351"/>
              <a:gd name="connsiteY110-2252" fmla="*/ 1169 h 10000"/>
              <a:gd name="connsiteX111-2253" fmla="*/ 5639 w 9351"/>
              <a:gd name="connsiteY111-2254" fmla="*/ 1169 h 10000"/>
              <a:gd name="connsiteX112-2255" fmla="*/ 5271 w 9351"/>
              <a:gd name="connsiteY112-2256" fmla="*/ 1169 h 10000"/>
              <a:gd name="connsiteX113-2257" fmla="*/ 4904 w 9351"/>
              <a:gd name="connsiteY113-2258" fmla="*/ 1280 h 10000"/>
              <a:gd name="connsiteX114-2259" fmla="*/ 4535 w 9351"/>
              <a:gd name="connsiteY114-2260" fmla="*/ 1280 h 10000"/>
              <a:gd name="connsiteX115-2261" fmla="*/ 4082 w 9351"/>
              <a:gd name="connsiteY115-2262" fmla="*/ 1373 h 10000"/>
              <a:gd name="connsiteX116-2263" fmla="*/ 3152 w 9351"/>
              <a:gd name="connsiteY116-2264" fmla="*/ 1466 h 10000"/>
              <a:gd name="connsiteX117-2265" fmla="*/ 2225 w 9351"/>
              <a:gd name="connsiteY117-2266" fmla="*/ 1670 h 10000"/>
              <a:gd name="connsiteX118-2267" fmla="*/ 1296 w 9351"/>
              <a:gd name="connsiteY118-2268" fmla="*/ 1763 h 10000"/>
              <a:gd name="connsiteX119-2269" fmla="*/ 368 w 9351"/>
              <a:gd name="connsiteY119-2270" fmla="*/ 1855 h 10000"/>
              <a:gd name="connsiteX120-2271" fmla="*/ 0 w 9351"/>
              <a:gd name="connsiteY120-2272" fmla="*/ 1280 h 10000"/>
              <a:gd name="connsiteX121-2273" fmla="*/ 561 w 9351"/>
              <a:gd name="connsiteY121-2274" fmla="*/ 1169 h 10000"/>
              <a:gd name="connsiteX122-2275" fmla="*/ 1121 w 9351"/>
              <a:gd name="connsiteY122-2276" fmla="*/ 1076 h 10000"/>
              <a:gd name="connsiteX123-2277" fmla="*/ 1665 w 9351"/>
              <a:gd name="connsiteY123-2278" fmla="*/ 1076 h 10000"/>
              <a:gd name="connsiteX124-2279" fmla="*/ 2136 w 9351"/>
              <a:gd name="connsiteY124-2280" fmla="*/ 983 h 10000"/>
              <a:gd name="connsiteX125-2281" fmla="*/ 2591 w 9351"/>
              <a:gd name="connsiteY125-2282" fmla="*/ 891 h 10000"/>
              <a:gd name="connsiteX126-2283" fmla="*/ 3064 w 9351"/>
              <a:gd name="connsiteY126-2284" fmla="*/ 891 h 10000"/>
              <a:gd name="connsiteX127-2285" fmla="*/ 3433 w 9351"/>
              <a:gd name="connsiteY127-2286" fmla="*/ 779 h 10000"/>
              <a:gd name="connsiteX128-2287" fmla="*/ 3887 w 9351"/>
              <a:gd name="connsiteY128-2288" fmla="*/ 779 h 10000"/>
              <a:gd name="connsiteX129-2289" fmla="*/ 4168 w 9351"/>
              <a:gd name="connsiteY129-2290" fmla="*/ 779 h 10000"/>
              <a:gd name="connsiteX130-2291" fmla="*/ 4535 w 9351"/>
              <a:gd name="connsiteY130-2292" fmla="*/ 686 h 10000"/>
              <a:gd name="connsiteX131-2293" fmla="*/ 4816 w 9351"/>
              <a:gd name="connsiteY131-2294" fmla="*/ 686 h 10000"/>
              <a:gd name="connsiteX132-2295" fmla="*/ 5271 w 9351"/>
              <a:gd name="connsiteY132-2296" fmla="*/ 594 h 10000"/>
              <a:gd name="connsiteX133-2297" fmla="*/ 5744 w 9351"/>
              <a:gd name="connsiteY133-2298" fmla="*/ 594 h 10000"/>
              <a:gd name="connsiteX134-2299" fmla="*/ 6111 w 9351"/>
              <a:gd name="connsiteY134-2300" fmla="*/ 482 h 10000"/>
              <a:gd name="connsiteX135-2301" fmla="*/ 6478 w 9351"/>
              <a:gd name="connsiteY135-2302" fmla="*/ 482 h 10000"/>
              <a:gd name="connsiteX136-2303" fmla="*/ 6672 w 9351"/>
              <a:gd name="connsiteY136-2304" fmla="*/ 390 h 10000"/>
              <a:gd name="connsiteX137-2305" fmla="*/ 6846 w 9351"/>
              <a:gd name="connsiteY137-2306" fmla="*/ 297 h 10000"/>
              <a:gd name="connsiteX138-2307" fmla="*/ 7038 w 9351"/>
              <a:gd name="connsiteY138-2308" fmla="*/ 297 h 10000"/>
              <a:gd name="connsiteX139-2309" fmla="*/ 7038 w 9351"/>
              <a:gd name="connsiteY139-2310" fmla="*/ 204 h 10000"/>
              <a:gd name="connsiteX140-2311" fmla="*/ 7038 w 9351"/>
              <a:gd name="connsiteY140-2312" fmla="*/ 204 h 10000"/>
              <a:gd name="connsiteX0-2313" fmla="*/ 7132 w 9606"/>
              <a:gd name="connsiteY0-2314" fmla="*/ 204 h 10000"/>
              <a:gd name="connsiteX1-2315" fmla="*/ 7229 w 9606"/>
              <a:gd name="connsiteY1-2316" fmla="*/ 93 h 10000"/>
              <a:gd name="connsiteX2-2317" fmla="*/ 7436 w 9606"/>
              <a:gd name="connsiteY2-2318" fmla="*/ 93 h 10000"/>
              <a:gd name="connsiteX3-2319" fmla="*/ 7527 w 9606"/>
              <a:gd name="connsiteY3-2320" fmla="*/ 0 h 10000"/>
              <a:gd name="connsiteX4-2321" fmla="*/ 7620 w 9606"/>
              <a:gd name="connsiteY4-2322" fmla="*/ 0 h 10000"/>
              <a:gd name="connsiteX5-2323" fmla="*/ 7827 w 9606"/>
              <a:gd name="connsiteY5-2324" fmla="*/ 93 h 10000"/>
              <a:gd name="connsiteX6-2325" fmla="*/ 8127 w 9606"/>
              <a:gd name="connsiteY6-2326" fmla="*/ 204 h 10000"/>
              <a:gd name="connsiteX7-2327" fmla="*/ 8220 w 9606"/>
              <a:gd name="connsiteY7-2328" fmla="*/ 297 h 10000"/>
              <a:gd name="connsiteX8-2329" fmla="*/ 8407 w 9606"/>
              <a:gd name="connsiteY8-2330" fmla="*/ 482 h 10000"/>
              <a:gd name="connsiteX9-2331" fmla="*/ 8518 w 9606"/>
              <a:gd name="connsiteY9-2332" fmla="*/ 594 h 10000"/>
              <a:gd name="connsiteX10-2333" fmla="*/ 8708 w 9606"/>
              <a:gd name="connsiteY10-2334" fmla="*/ 686 h 10000"/>
              <a:gd name="connsiteX11-2335" fmla="*/ 8913 w 9606"/>
              <a:gd name="connsiteY11-2336" fmla="*/ 891 h 10000"/>
              <a:gd name="connsiteX12-2337" fmla="*/ 9101 w 9606"/>
              <a:gd name="connsiteY12-2338" fmla="*/ 983 h 10000"/>
              <a:gd name="connsiteX13-2339" fmla="*/ 9212 w 9606"/>
              <a:gd name="connsiteY13-2340" fmla="*/ 1169 h 10000"/>
              <a:gd name="connsiteX14-2341" fmla="*/ 9400 w 9606"/>
              <a:gd name="connsiteY14-2342" fmla="*/ 1280 h 10000"/>
              <a:gd name="connsiteX15-2343" fmla="*/ 9494 w 9606"/>
              <a:gd name="connsiteY15-2344" fmla="*/ 1373 h 10000"/>
              <a:gd name="connsiteX16-2345" fmla="*/ 9494 w 9606"/>
              <a:gd name="connsiteY16-2346" fmla="*/ 1466 h 10000"/>
              <a:gd name="connsiteX17-2347" fmla="*/ 9606 w 9606"/>
              <a:gd name="connsiteY17-2348" fmla="*/ 1466 h 10000"/>
              <a:gd name="connsiteX18-2349" fmla="*/ 9606 w 9606"/>
              <a:gd name="connsiteY18-2350" fmla="*/ 1577 h 10000"/>
              <a:gd name="connsiteX19-2351" fmla="*/ 9606 w 9606"/>
              <a:gd name="connsiteY19-2352" fmla="*/ 1670 h 10000"/>
              <a:gd name="connsiteX20-2353" fmla="*/ 9494 w 9606"/>
              <a:gd name="connsiteY20-2354" fmla="*/ 1763 h 10000"/>
              <a:gd name="connsiteX21-2355" fmla="*/ 9400 w 9606"/>
              <a:gd name="connsiteY21-2356" fmla="*/ 1763 h 10000"/>
              <a:gd name="connsiteX22-2357" fmla="*/ 9307 w 9606"/>
              <a:gd name="connsiteY22-2358" fmla="*/ 1855 h 10000"/>
              <a:gd name="connsiteX23-2359" fmla="*/ 9212 w 9606"/>
              <a:gd name="connsiteY23-2360" fmla="*/ 1855 h 10000"/>
              <a:gd name="connsiteX24-2361" fmla="*/ 9212 w 9606"/>
              <a:gd name="connsiteY24-2362" fmla="*/ 1967 h 10000"/>
              <a:gd name="connsiteX25-2363" fmla="*/ 9101 w 9606"/>
              <a:gd name="connsiteY25-2364" fmla="*/ 2059 h 10000"/>
              <a:gd name="connsiteX26-2365" fmla="*/ 9007 w 9606"/>
              <a:gd name="connsiteY26-2366" fmla="*/ 2263 h 10000"/>
              <a:gd name="connsiteX27-2367" fmla="*/ 9007 w 9606"/>
              <a:gd name="connsiteY27-2368" fmla="*/ 2449 h 10000"/>
              <a:gd name="connsiteX28-2369" fmla="*/ 8913 w 9606"/>
              <a:gd name="connsiteY28-2370" fmla="*/ 2653 h 10000"/>
              <a:gd name="connsiteX29-2371" fmla="*/ 8913 w 9606"/>
              <a:gd name="connsiteY29-2372" fmla="*/ 2950 h 10000"/>
              <a:gd name="connsiteX30-2373" fmla="*/ 8913 w 9606"/>
              <a:gd name="connsiteY30-2374" fmla="*/ 3135 h 10000"/>
              <a:gd name="connsiteX31-2375" fmla="*/ 8800 w 9606"/>
              <a:gd name="connsiteY31-2376" fmla="*/ 3432 h 10000"/>
              <a:gd name="connsiteX32-2377" fmla="*/ 8800 w 9606"/>
              <a:gd name="connsiteY32-2378" fmla="*/ 3822 h 10000"/>
              <a:gd name="connsiteX33-2379" fmla="*/ 8708 w 9606"/>
              <a:gd name="connsiteY33-2380" fmla="*/ 4119 h 10000"/>
              <a:gd name="connsiteX34-2381" fmla="*/ 8615 w 9606"/>
              <a:gd name="connsiteY34-2382" fmla="*/ 4508 h 10000"/>
              <a:gd name="connsiteX35-2383" fmla="*/ 8518 w 9606"/>
              <a:gd name="connsiteY35-2384" fmla="*/ 4898 h 10000"/>
              <a:gd name="connsiteX36-2385" fmla="*/ 8407 w 9606"/>
              <a:gd name="connsiteY36-2386" fmla="*/ 5288 h 10000"/>
              <a:gd name="connsiteX37-2387" fmla="*/ 8220 w 9606"/>
              <a:gd name="connsiteY37-2388" fmla="*/ 6178 h 10000"/>
              <a:gd name="connsiteX38-2389" fmla="*/ 8127 w 9606"/>
              <a:gd name="connsiteY38-2390" fmla="*/ 6568 h 10000"/>
              <a:gd name="connsiteX39-2391" fmla="*/ 8016 w 9606"/>
              <a:gd name="connsiteY39-2392" fmla="*/ 6957 h 10000"/>
              <a:gd name="connsiteX40-2393" fmla="*/ 7921 w 9606"/>
              <a:gd name="connsiteY40-2394" fmla="*/ 7347 h 10000"/>
              <a:gd name="connsiteX41-2395" fmla="*/ 7827 w 9606"/>
              <a:gd name="connsiteY41-2396" fmla="*/ 7737 h 10000"/>
              <a:gd name="connsiteX42-2397" fmla="*/ 7714 w 9606"/>
              <a:gd name="connsiteY42-2398" fmla="*/ 8033 h 10000"/>
              <a:gd name="connsiteX43-2399" fmla="*/ 7714 w 9606"/>
              <a:gd name="connsiteY43-2400" fmla="*/ 8237 h 10000"/>
              <a:gd name="connsiteX44-2401" fmla="*/ 7620 w 9606"/>
              <a:gd name="connsiteY44-2402" fmla="*/ 8534 h 10000"/>
              <a:gd name="connsiteX45-2403" fmla="*/ 7527 w 9606"/>
              <a:gd name="connsiteY45-2404" fmla="*/ 8720 h 10000"/>
              <a:gd name="connsiteX46-2405" fmla="*/ 7322 w 9606"/>
              <a:gd name="connsiteY46-2406" fmla="*/ 9017 h 10000"/>
              <a:gd name="connsiteX47-2407" fmla="*/ 7132 w 9606"/>
              <a:gd name="connsiteY47-2408" fmla="*/ 9314 h 10000"/>
              <a:gd name="connsiteX48-2409" fmla="*/ 6927 w 9606"/>
              <a:gd name="connsiteY48-2410" fmla="*/ 9610 h 10000"/>
              <a:gd name="connsiteX49-2411" fmla="*/ 6741 w 9606"/>
              <a:gd name="connsiteY49-2412" fmla="*/ 9703 h 10000"/>
              <a:gd name="connsiteX50-2413" fmla="*/ 6534 w 9606"/>
              <a:gd name="connsiteY50-2414" fmla="*/ 9889 h 10000"/>
              <a:gd name="connsiteX51-2415" fmla="*/ 6328 w 9606"/>
              <a:gd name="connsiteY51-2416" fmla="*/ 10000 h 10000"/>
              <a:gd name="connsiteX52-2417" fmla="*/ 6141 w 9606"/>
              <a:gd name="connsiteY52-2418" fmla="*/ 10000 h 10000"/>
              <a:gd name="connsiteX53-2419" fmla="*/ 5935 w 9606"/>
              <a:gd name="connsiteY53-2420" fmla="*/ 10000 h 10000"/>
              <a:gd name="connsiteX54-2421" fmla="*/ 5935 w 9606"/>
              <a:gd name="connsiteY54-2422" fmla="*/ 9889 h 10000"/>
              <a:gd name="connsiteX55-2423" fmla="*/ 5841 w 9606"/>
              <a:gd name="connsiteY55-2424" fmla="*/ 9889 h 10000"/>
              <a:gd name="connsiteX56-2425" fmla="*/ 5841 w 9606"/>
              <a:gd name="connsiteY56-2426" fmla="*/ 9796 h 10000"/>
              <a:gd name="connsiteX57-2427" fmla="*/ 5841 w 9606"/>
              <a:gd name="connsiteY57-2428" fmla="*/ 9610 h 10000"/>
              <a:gd name="connsiteX58-2429" fmla="*/ 5841 w 9606"/>
              <a:gd name="connsiteY58-2430" fmla="*/ 9499 h 10000"/>
              <a:gd name="connsiteX59-2431" fmla="*/ 5841 w 9606"/>
              <a:gd name="connsiteY59-2432" fmla="*/ 9406 h 10000"/>
              <a:gd name="connsiteX60-2433" fmla="*/ 5841 w 9606"/>
              <a:gd name="connsiteY60-2434" fmla="*/ 9202 h 10000"/>
              <a:gd name="connsiteX61-2435" fmla="*/ 5841 w 9606"/>
              <a:gd name="connsiteY61-2436" fmla="*/ 9017 h 10000"/>
              <a:gd name="connsiteX62-2437" fmla="*/ 5749 w 9606"/>
              <a:gd name="connsiteY62-2438" fmla="*/ 8813 h 10000"/>
              <a:gd name="connsiteX63-2439" fmla="*/ 5636 w 9606"/>
              <a:gd name="connsiteY63-2440" fmla="*/ 8534 h 10000"/>
              <a:gd name="connsiteX64-2441" fmla="*/ 5449 w 9606"/>
              <a:gd name="connsiteY64-2442" fmla="*/ 8126 h 10000"/>
              <a:gd name="connsiteX65-2443" fmla="*/ 5355 w 9606"/>
              <a:gd name="connsiteY65-2444" fmla="*/ 7737 h 10000"/>
              <a:gd name="connsiteX66-2445" fmla="*/ 5056 w 9606"/>
              <a:gd name="connsiteY66-2446" fmla="*/ 7347 h 10000"/>
              <a:gd name="connsiteX67-2447" fmla="*/ 4850 w 9606"/>
              <a:gd name="connsiteY67-2448" fmla="*/ 6753 h 10000"/>
              <a:gd name="connsiteX68-2449" fmla="*/ 5056 w 9606"/>
              <a:gd name="connsiteY68-2450" fmla="*/ 6957 h 10000"/>
              <a:gd name="connsiteX69-2451" fmla="*/ 5355 w 9606"/>
              <a:gd name="connsiteY69-2452" fmla="*/ 7161 h 10000"/>
              <a:gd name="connsiteX70-2453" fmla="*/ 5542 w 9606"/>
              <a:gd name="connsiteY70-2454" fmla="*/ 7347 h 10000"/>
              <a:gd name="connsiteX71-2455" fmla="*/ 5749 w 9606"/>
              <a:gd name="connsiteY71-2456" fmla="*/ 7440 h 10000"/>
              <a:gd name="connsiteX72-2457" fmla="*/ 5935 w 9606"/>
              <a:gd name="connsiteY72-2458" fmla="*/ 7551 h 10000"/>
              <a:gd name="connsiteX73-2459" fmla="*/ 6049 w 9606"/>
              <a:gd name="connsiteY73-2460" fmla="*/ 7551 h 10000"/>
              <a:gd name="connsiteX74-2461" fmla="*/ 6141 w 9606"/>
              <a:gd name="connsiteY74-2462" fmla="*/ 7644 h 10000"/>
              <a:gd name="connsiteX75-2463" fmla="*/ 6235 w 9606"/>
              <a:gd name="connsiteY75-2464" fmla="*/ 7644 h 10000"/>
              <a:gd name="connsiteX76-2465" fmla="*/ 6328 w 9606"/>
              <a:gd name="connsiteY76-2466" fmla="*/ 7644 h 10000"/>
              <a:gd name="connsiteX77-2467" fmla="*/ 6441 w 9606"/>
              <a:gd name="connsiteY77-2468" fmla="*/ 7644 h 10000"/>
              <a:gd name="connsiteX78-2469" fmla="*/ 6534 w 9606"/>
              <a:gd name="connsiteY78-2470" fmla="*/ 7551 h 10000"/>
              <a:gd name="connsiteX79-2471" fmla="*/ 6630 w 9606"/>
              <a:gd name="connsiteY79-2472" fmla="*/ 7440 h 10000"/>
              <a:gd name="connsiteX80-2473" fmla="*/ 6630 w 9606"/>
              <a:gd name="connsiteY80-2474" fmla="*/ 7347 h 10000"/>
              <a:gd name="connsiteX81-2475" fmla="*/ 6741 w 9606"/>
              <a:gd name="connsiteY81-2476" fmla="*/ 7254 h 10000"/>
              <a:gd name="connsiteX82-2477" fmla="*/ 6834 w 9606"/>
              <a:gd name="connsiteY82-2478" fmla="*/ 7050 h 10000"/>
              <a:gd name="connsiteX83-2479" fmla="*/ 6834 w 9606"/>
              <a:gd name="connsiteY83-2480" fmla="*/ 6865 h 10000"/>
              <a:gd name="connsiteX84-2481" fmla="*/ 6927 w 9606"/>
              <a:gd name="connsiteY84-2482" fmla="*/ 6660 h 10000"/>
              <a:gd name="connsiteX85-2483" fmla="*/ 7021 w 9606"/>
              <a:gd name="connsiteY85-2484" fmla="*/ 6364 h 10000"/>
              <a:gd name="connsiteX86-2485" fmla="*/ 7132 w 9606"/>
              <a:gd name="connsiteY86-2486" fmla="*/ 6067 h 10000"/>
              <a:gd name="connsiteX87-2487" fmla="*/ 7132 w 9606"/>
              <a:gd name="connsiteY87-2488" fmla="*/ 5677 h 10000"/>
              <a:gd name="connsiteX88-2489" fmla="*/ 7322 w 9606"/>
              <a:gd name="connsiteY88-2490" fmla="*/ 4991 h 10000"/>
              <a:gd name="connsiteX89-2491" fmla="*/ 7436 w 9606"/>
              <a:gd name="connsiteY89-2492" fmla="*/ 4212 h 10000"/>
              <a:gd name="connsiteX90-2493" fmla="*/ 7436 w 9606"/>
              <a:gd name="connsiteY90-2494" fmla="*/ 3525 h 10000"/>
              <a:gd name="connsiteX91-2495" fmla="*/ 7527 w 9606"/>
              <a:gd name="connsiteY91-2496" fmla="*/ 2839 h 10000"/>
              <a:gd name="connsiteX92-2497" fmla="*/ 7527 w 9606"/>
              <a:gd name="connsiteY92-2498" fmla="*/ 2542 h 10000"/>
              <a:gd name="connsiteX93-2499" fmla="*/ 7527 w 9606"/>
              <a:gd name="connsiteY93-2500" fmla="*/ 2263 h 10000"/>
              <a:gd name="connsiteX94-2501" fmla="*/ 7527 w 9606"/>
              <a:gd name="connsiteY94-2502" fmla="*/ 2059 h 10000"/>
              <a:gd name="connsiteX95-2503" fmla="*/ 7527 w 9606"/>
              <a:gd name="connsiteY95-2504" fmla="*/ 1855 h 10000"/>
              <a:gd name="connsiteX96-2505" fmla="*/ 7527 w 9606"/>
              <a:gd name="connsiteY96-2506" fmla="*/ 1670 h 10000"/>
              <a:gd name="connsiteX97-2507" fmla="*/ 7527 w 9606"/>
              <a:gd name="connsiteY97-2508" fmla="*/ 1577 h 10000"/>
              <a:gd name="connsiteX98-2509" fmla="*/ 7436 w 9606"/>
              <a:gd name="connsiteY98-2510" fmla="*/ 1466 h 10000"/>
              <a:gd name="connsiteX99-2511" fmla="*/ 7436 w 9606"/>
              <a:gd name="connsiteY99-2512" fmla="*/ 1373 h 10000"/>
              <a:gd name="connsiteX100-2513" fmla="*/ 7436 w 9606"/>
              <a:gd name="connsiteY100-2514" fmla="*/ 1280 h 10000"/>
              <a:gd name="connsiteX101-2515" fmla="*/ 7322 w 9606"/>
              <a:gd name="connsiteY101-2516" fmla="*/ 1280 h 10000"/>
              <a:gd name="connsiteX102-2517" fmla="*/ 7229 w 9606"/>
              <a:gd name="connsiteY102-2518" fmla="*/ 1169 h 10000"/>
              <a:gd name="connsiteX103-2519" fmla="*/ 7229 w 9606"/>
              <a:gd name="connsiteY103-2520" fmla="*/ 1169 h 10000"/>
              <a:gd name="connsiteX104-2521" fmla="*/ 7021 w 9606"/>
              <a:gd name="connsiteY104-2522" fmla="*/ 1169 h 10000"/>
              <a:gd name="connsiteX105-2523" fmla="*/ 6927 w 9606"/>
              <a:gd name="connsiteY105-2524" fmla="*/ 1169 h 10000"/>
              <a:gd name="connsiteX106-2525" fmla="*/ 6834 w 9606"/>
              <a:gd name="connsiteY106-2526" fmla="*/ 1169 h 10000"/>
              <a:gd name="connsiteX107-2527" fmla="*/ 6630 w 9606"/>
              <a:gd name="connsiteY107-2528" fmla="*/ 1169 h 10000"/>
              <a:gd name="connsiteX108-2529" fmla="*/ 6441 w 9606"/>
              <a:gd name="connsiteY108-2530" fmla="*/ 1169 h 10000"/>
              <a:gd name="connsiteX109-2531" fmla="*/ 6141 w 9606"/>
              <a:gd name="connsiteY109-2532" fmla="*/ 1169 h 10000"/>
              <a:gd name="connsiteX110-2533" fmla="*/ 5935 w 9606"/>
              <a:gd name="connsiteY110-2534" fmla="*/ 1169 h 10000"/>
              <a:gd name="connsiteX111-2535" fmla="*/ 5636 w 9606"/>
              <a:gd name="connsiteY111-2536" fmla="*/ 1169 h 10000"/>
              <a:gd name="connsiteX112-2537" fmla="*/ 5243 w 9606"/>
              <a:gd name="connsiteY112-2538" fmla="*/ 1169 h 10000"/>
              <a:gd name="connsiteX113-2539" fmla="*/ 4850 w 9606"/>
              <a:gd name="connsiteY113-2540" fmla="*/ 1280 h 10000"/>
              <a:gd name="connsiteX114-2541" fmla="*/ 4456 w 9606"/>
              <a:gd name="connsiteY114-2542" fmla="*/ 1280 h 10000"/>
              <a:gd name="connsiteX115-2543" fmla="*/ 3971 w 9606"/>
              <a:gd name="connsiteY115-2544" fmla="*/ 1373 h 10000"/>
              <a:gd name="connsiteX116-2545" fmla="*/ 2977 w 9606"/>
              <a:gd name="connsiteY116-2546" fmla="*/ 1466 h 10000"/>
              <a:gd name="connsiteX117-2547" fmla="*/ 1985 w 9606"/>
              <a:gd name="connsiteY117-2548" fmla="*/ 1670 h 10000"/>
              <a:gd name="connsiteX118-2549" fmla="*/ 992 w 9606"/>
              <a:gd name="connsiteY118-2550" fmla="*/ 1763 h 10000"/>
              <a:gd name="connsiteX119-2551" fmla="*/ 0 w 9606"/>
              <a:gd name="connsiteY119-2552" fmla="*/ 1855 h 10000"/>
              <a:gd name="connsiteX120-2553" fmla="*/ 206 w 9606"/>
              <a:gd name="connsiteY120-2554" fmla="*/ 1169 h 10000"/>
              <a:gd name="connsiteX121-2555" fmla="*/ 805 w 9606"/>
              <a:gd name="connsiteY121-2556" fmla="*/ 1076 h 10000"/>
              <a:gd name="connsiteX122-2557" fmla="*/ 1387 w 9606"/>
              <a:gd name="connsiteY122-2558" fmla="*/ 1076 h 10000"/>
              <a:gd name="connsiteX123-2559" fmla="*/ 1890 w 9606"/>
              <a:gd name="connsiteY123-2560" fmla="*/ 983 h 10000"/>
              <a:gd name="connsiteX124-2561" fmla="*/ 2377 w 9606"/>
              <a:gd name="connsiteY124-2562" fmla="*/ 891 h 10000"/>
              <a:gd name="connsiteX125-2563" fmla="*/ 2883 w 9606"/>
              <a:gd name="connsiteY125-2564" fmla="*/ 891 h 10000"/>
              <a:gd name="connsiteX126-2565" fmla="*/ 3277 w 9606"/>
              <a:gd name="connsiteY126-2566" fmla="*/ 779 h 10000"/>
              <a:gd name="connsiteX127-2567" fmla="*/ 3763 w 9606"/>
              <a:gd name="connsiteY127-2568" fmla="*/ 779 h 10000"/>
              <a:gd name="connsiteX128-2569" fmla="*/ 4063 w 9606"/>
              <a:gd name="connsiteY128-2570" fmla="*/ 779 h 10000"/>
              <a:gd name="connsiteX129-2571" fmla="*/ 4456 w 9606"/>
              <a:gd name="connsiteY129-2572" fmla="*/ 686 h 10000"/>
              <a:gd name="connsiteX130-2573" fmla="*/ 4756 w 9606"/>
              <a:gd name="connsiteY130-2574" fmla="*/ 686 h 10000"/>
              <a:gd name="connsiteX131-2575" fmla="*/ 5243 w 9606"/>
              <a:gd name="connsiteY131-2576" fmla="*/ 594 h 10000"/>
              <a:gd name="connsiteX132-2577" fmla="*/ 5749 w 9606"/>
              <a:gd name="connsiteY132-2578" fmla="*/ 594 h 10000"/>
              <a:gd name="connsiteX133-2579" fmla="*/ 6141 w 9606"/>
              <a:gd name="connsiteY133-2580" fmla="*/ 482 h 10000"/>
              <a:gd name="connsiteX134-2581" fmla="*/ 6534 w 9606"/>
              <a:gd name="connsiteY134-2582" fmla="*/ 482 h 10000"/>
              <a:gd name="connsiteX135-2583" fmla="*/ 6741 w 9606"/>
              <a:gd name="connsiteY135-2584" fmla="*/ 390 h 10000"/>
              <a:gd name="connsiteX136-2585" fmla="*/ 6927 w 9606"/>
              <a:gd name="connsiteY136-2586" fmla="*/ 297 h 10000"/>
              <a:gd name="connsiteX137-2587" fmla="*/ 7132 w 9606"/>
              <a:gd name="connsiteY137-2588" fmla="*/ 297 h 10000"/>
              <a:gd name="connsiteX138-2589" fmla="*/ 7132 w 9606"/>
              <a:gd name="connsiteY138-2590" fmla="*/ 204 h 10000"/>
              <a:gd name="connsiteX139-2591" fmla="*/ 7132 w 9606"/>
              <a:gd name="connsiteY139-2592" fmla="*/ 204 h 10000"/>
              <a:gd name="connsiteX0-2593" fmla="*/ 7211 w 9786"/>
              <a:gd name="connsiteY0-2594" fmla="*/ 204 h 10000"/>
              <a:gd name="connsiteX1-2595" fmla="*/ 7312 w 9786"/>
              <a:gd name="connsiteY1-2596" fmla="*/ 93 h 10000"/>
              <a:gd name="connsiteX2-2597" fmla="*/ 7527 w 9786"/>
              <a:gd name="connsiteY2-2598" fmla="*/ 93 h 10000"/>
              <a:gd name="connsiteX3-2599" fmla="*/ 7622 w 9786"/>
              <a:gd name="connsiteY3-2600" fmla="*/ 0 h 10000"/>
              <a:gd name="connsiteX4-2601" fmla="*/ 7719 w 9786"/>
              <a:gd name="connsiteY4-2602" fmla="*/ 0 h 10000"/>
              <a:gd name="connsiteX5-2603" fmla="*/ 7934 w 9786"/>
              <a:gd name="connsiteY5-2604" fmla="*/ 93 h 10000"/>
              <a:gd name="connsiteX6-2605" fmla="*/ 8246 w 9786"/>
              <a:gd name="connsiteY6-2606" fmla="*/ 204 h 10000"/>
              <a:gd name="connsiteX7-2607" fmla="*/ 8343 w 9786"/>
              <a:gd name="connsiteY7-2608" fmla="*/ 297 h 10000"/>
              <a:gd name="connsiteX8-2609" fmla="*/ 8538 w 9786"/>
              <a:gd name="connsiteY8-2610" fmla="*/ 482 h 10000"/>
              <a:gd name="connsiteX9-2611" fmla="*/ 8653 w 9786"/>
              <a:gd name="connsiteY9-2612" fmla="*/ 594 h 10000"/>
              <a:gd name="connsiteX10-2613" fmla="*/ 8851 w 9786"/>
              <a:gd name="connsiteY10-2614" fmla="*/ 686 h 10000"/>
              <a:gd name="connsiteX11-2615" fmla="*/ 9065 w 9786"/>
              <a:gd name="connsiteY11-2616" fmla="*/ 891 h 10000"/>
              <a:gd name="connsiteX12-2617" fmla="*/ 9260 w 9786"/>
              <a:gd name="connsiteY12-2618" fmla="*/ 983 h 10000"/>
              <a:gd name="connsiteX13-2619" fmla="*/ 9376 w 9786"/>
              <a:gd name="connsiteY13-2620" fmla="*/ 1169 h 10000"/>
              <a:gd name="connsiteX14-2621" fmla="*/ 9572 w 9786"/>
              <a:gd name="connsiteY14-2622" fmla="*/ 1280 h 10000"/>
              <a:gd name="connsiteX15-2623" fmla="*/ 9669 w 9786"/>
              <a:gd name="connsiteY15-2624" fmla="*/ 1373 h 10000"/>
              <a:gd name="connsiteX16-2625" fmla="*/ 9669 w 9786"/>
              <a:gd name="connsiteY16-2626" fmla="*/ 1466 h 10000"/>
              <a:gd name="connsiteX17-2627" fmla="*/ 9786 w 9786"/>
              <a:gd name="connsiteY17-2628" fmla="*/ 1466 h 10000"/>
              <a:gd name="connsiteX18-2629" fmla="*/ 9786 w 9786"/>
              <a:gd name="connsiteY18-2630" fmla="*/ 1577 h 10000"/>
              <a:gd name="connsiteX19-2631" fmla="*/ 9786 w 9786"/>
              <a:gd name="connsiteY19-2632" fmla="*/ 1670 h 10000"/>
              <a:gd name="connsiteX20-2633" fmla="*/ 9669 w 9786"/>
              <a:gd name="connsiteY20-2634" fmla="*/ 1763 h 10000"/>
              <a:gd name="connsiteX21-2635" fmla="*/ 9572 w 9786"/>
              <a:gd name="connsiteY21-2636" fmla="*/ 1763 h 10000"/>
              <a:gd name="connsiteX22-2637" fmla="*/ 9475 w 9786"/>
              <a:gd name="connsiteY22-2638" fmla="*/ 1855 h 10000"/>
              <a:gd name="connsiteX23-2639" fmla="*/ 9376 w 9786"/>
              <a:gd name="connsiteY23-2640" fmla="*/ 1855 h 10000"/>
              <a:gd name="connsiteX24-2641" fmla="*/ 9376 w 9786"/>
              <a:gd name="connsiteY24-2642" fmla="*/ 1967 h 10000"/>
              <a:gd name="connsiteX25-2643" fmla="*/ 9260 w 9786"/>
              <a:gd name="connsiteY25-2644" fmla="*/ 2059 h 10000"/>
              <a:gd name="connsiteX26-2645" fmla="*/ 9162 w 9786"/>
              <a:gd name="connsiteY26-2646" fmla="*/ 2263 h 10000"/>
              <a:gd name="connsiteX27-2647" fmla="*/ 9162 w 9786"/>
              <a:gd name="connsiteY27-2648" fmla="*/ 2449 h 10000"/>
              <a:gd name="connsiteX28-2649" fmla="*/ 9065 w 9786"/>
              <a:gd name="connsiteY28-2650" fmla="*/ 2653 h 10000"/>
              <a:gd name="connsiteX29-2651" fmla="*/ 9065 w 9786"/>
              <a:gd name="connsiteY29-2652" fmla="*/ 2950 h 10000"/>
              <a:gd name="connsiteX30-2653" fmla="*/ 9065 w 9786"/>
              <a:gd name="connsiteY30-2654" fmla="*/ 3135 h 10000"/>
              <a:gd name="connsiteX31-2655" fmla="*/ 8947 w 9786"/>
              <a:gd name="connsiteY31-2656" fmla="*/ 3432 h 10000"/>
              <a:gd name="connsiteX32-2657" fmla="*/ 8947 w 9786"/>
              <a:gd name="connsiteY32-2658" fmla="*/ 3822 h 10000"/>
              <a:gd name="connsiteX33-2659" fmla="*/ 8851 w 9786"/>
              <a:gd name="connsiteY33-2660" fmla="*/ 4119 h 10000"/>
              <a:gd name="connsiteX34-2661" fmla="*/ 8754 w 9786"/>
              <a:gd name="connsiteY34-2662" fmla="*/ 4508 h 10000"/>
              <a:gd name="connsiteX35-2663" fmla="*/ 8653 w 9786"/>
              <a:gd name="connsiteY35-2664" fmla="*/ 4898 h 10000"/>
              <a:gd name="connsiteX36-2665" fmla="*/ 8538 w 9786"/>
              <a:gd name="connsiteY36-2666" fmla="*/ 5288 h 10000"/>
              <a:gd name="connsiteX37-2667" fmla="*/ 8343 w 9786"/>
              <a:gd name="connsiteY37-2668" fmla="*/ 6178 h 10000"/>
              <a:gd name="connsiteX38-2669" fmla="*/ 8246 w 9786"/>
              <a:gd name="connsiteY38-2670" fmla="*/ 6568 h 10000"/>
              <a:gd name="connsiteX39-2671" fmla="*/ 8131 w 9786"/>
              <a:gd name="connsiteY39-2672" fmla="*/ 6957 h 10000"/>
              <a:gd name="connsiteX40-2673" fmla="*/ 8032 w 9786"/>
              <a:gd name="connsiteY40-2674" fmla="*/ 7347 h 10000"/>
              <a:gd name="connsiteX41-2675" fmla="*/ 7934 w 9786"/>
              <a:gd name="connsiteY41-2676" fmla="*/ 7737 h 10000"/>
              <a:gd name="connsiteX42-2677" fmla="*/ 7816 w 9786"/>
              <a:gd name="connsiteY42-2678" fmla="*/ 8033 h 10000"/>
              <a:gd name="connsiteX43-2679" fmla="*/ 7816 w 9786"/>
              <a:gd name="connsiteY43-2680" fmla="*/ 8237 h 10000"/>
              <a:gd name="connsiteX44-2681" fmla="*/ 7719 w 9786"/>
              <a:gd name="connsiteY44-2682" fmla="*/ 8534 h 10000"/>
              <a:gd name="connsiteX45-2683" fmla="*/ 7622 w 9786"/>
              <a:gd name="connsiteY45-2684" fmla="*/ 8720 h 10000"/>
              <a:gd name="connsiteX46-2685" fmla="*/ 7408 w 9786"/>
              <a:gd name="connsiteY46-2686" fmla="*/ 9017 h 10000"/>
              <a:gd name="connsiteX47-2687" fmla="*/ 7211 w 9786"/>
              <a:gd name="connsiteY47-2688" fmla="*/ 9314 h 10000"/>
              <a:gd name="connsiteX48-2689" fmla="*/ 6997 w 9786"/>
              <a:gd name="connsiteY48-2690" fmla="*/ 9610 h 10000"/>
              <a:gd name="connsiteX49-2691" fmla="*/ 6803 w 9786"/>
              <a:gd name="connsiteY49-2692" fmla="*/ 9703 h 10000"/>
              <a:gd name="connsiteX50-2693" fmla="*/ 6588 w 9786"/>
              <a:gd name="connsiteY50-2694" fmla="*/ 9889 h 10000"/>
              <a:gd name="connsiteX51-2695" fmla="*/ 6374 w 9786"/>
              <a:gd name="connsiteY51-2696" fmla="*/ 10000 h 10000"/>
              <a:gd name="connsiteX52-2697" fmla="*/ 6179 w 9786"/>
              <a:gd name="connsiteY52-2698" fmla="*/ 10000 h 10000"/>
              <a:gd name="connsiteX53-2699" fmla="*/ 5964 w 9786"/>
              <a:gd name="connsiteY53-2700" fmla="*/ 10000 h 10000"/>
              <a:gd name="connsiteX54-2701" fmla="*/ 5964 w 9786"/>
              <a:gd name="connsiteY54-2702" fmla="*/ 9889 h 10000"/>
              <a:gd name="connsiteX55-2703" fmla="*/ 5867 w 9786"/>
              <a:gd name="connsiteY55-2704" fmla="*/ 9889 h 10000"/>
              <a:gd name="connsiteX56-2705" fmla="*/ 5867 w 9786"/>
              <a:gd name="connsiteY56-2706" fmla="*/ 9796 h 10000"/>
              <a:gd name="connsiteX57-2707" fmla="*/ 5867 w 9786"/>
              <a:gd name="connsiteY57-2708" fmla="*/ 9610 h 10000"/>
              <a:gd name="connsiteX58-2709" fmla="*/ 5867 w 9786"/>
              <a:gd name="connsiteY58-2710" fmla="*/ 9499 h 10000"/>
              <a:gd name="connsiteX59-2711" fmla="*/ 5867 w 9786"/>
              <a:gd name="connsiteY59-2712" fmla="*/ 9406 h 10000"/>
              <a:gd name="connsiteX60-2713" fmla="*/ 5867 w 9786"/>
              <a:gd name="connsiteY60-2714" fmla="*/ 9202 h 10000"/>
              <a:gd name="connsiteX61-2715" fmla="*/ 5867 w 9786"/>
              <a:gd name="connsiteY61-2716" fmla="*/ 9017 h 10000"/>
              <a:gd name="connsiteX62-2717" fmla="*/ 5771 w 9786"/>
              <a:gd name="connsiteY62-2718" fmla="*/ 8813 h 10000"/>
              <a:gd name="connsiteX63-2719" fmla="*/ 5653 w 9786"/>
              <a:gd name="connsiteY63-2720" fmla="*/ 8534 h 10000"/>
              <a:gd name="connsiteX64-2721" fmla="*/ 5458 w 9786"/>
              <a:gd name="connsiteY64-2722" fmla="*/ 8126 h 10000"/>
              <a:gd name="connsiteX65-2723" fmla="*/ 5361 w 9786"/>
              <a:gd name="connsiteY65-2724" fmla="*/ 7737 h 10000"/>
              <a:gd name="connsiteX66-2725" fmla="*/ 5049 w 9786"/>
              <a:gd name="connsiteY66-2726" fmla="*/ 7347 h 10000"/>
              <a:gd name="connsiteX67-2727" fmla="*/ 4835 w 9786"/>
              <a:gd name="connsiteY67-2728" fmla="*/ 6753 h 10000"/>
              <a:gd name="connsiteX68-2729" fmla="*/ 5049 w 9786"/>
              <a:gd name="connsiteY68-2730" fmla="*/ 6957 h 10000"/>
              <a:gd name="connsiteX69-2731" fmla="*/ 5361 w 9786"/>
              <a:gd name="connsiteY69-2732" fmla="*/ 7161 h 10000"/>
              <a:gd name="connsiteX70-2733" fmla="*/ 5555 w 9786"/>
              <a:gd name="connsiteY70-2734" fmla="*/ 7347 h 10000"/>
              <a:gd name="connsiteX71-2735" fmla="*/ 5771 w 9786"/>
              <a:gd name="connsiteY71-2736" fmla="*/ 7440 h 10000"/>
              <a:gd name="connsiteX72-2737" fmla="*/ 5964 w 9786"/>
              <a:gd name="connsiteY72-2738" fmla="*/ 7551 h 10000"/>
              <a:gd name="connsiteX73-2739" fmla="*/ 6083 w 9786"/>
              <a:gd name="connsiteY73-2740" fmla="*/ 7551 h 10000"/>
              <a:gd name="connsiteX74-2741" fmla="*/ 6179 w 9786"/>
              <a:gd name="connsiteY74-2742" fmla="*/ 7644 h 10000"/>
              <a:gd name="connsiteX75-2743" fmla="*/ 6277 w 9786"/>
              <a:gd name="connsiteY75-2744" fmla="*/ 7644 h 10000"/>
              <a:gd name="connsiteX76-2745" fmla="*/ 6374 w 9786"/>
              <a:gd name="connsiteY76-2746" fmla="*/ 7644 h 10000"/>
              <a:gd name="connsiteX77-2747" fmla="*/ 6491 w 9786"/>
              <a:gd name="connsiteY77-2748" fmla="*/ 7644 h 10000"/>
              <a:gd name="connsiteX78-2749" fmla="*/ 6588 w 9786"/>
              <a:gd name="connsiteY78-2750" fmla="*/ 7551 h 10000"/>
              <a:gd name="connsiteX79-2751" fmla="*/ 6688 w 9786"/>
              <a:gd name="connsiteY79-2752" fmla="*/ 7440 h 10000"/>
              <a:gd name="connsiteX80-2753" fmla="*/ 6688 w 9786"/>
              <a:gd name="connsiteY80-2754" fmla="*/ 7347 h 10000"/>
              <a:gd name="connsiteX81-2755" fmla="*/ 6803 w 9786"/>
              <a:gd name="connsiteY81-2756" fmla="*/ 7254 h 10000"/>
              <a:gd name="connsiteX82-2757" fmla="*/ 6900 w 9786"/>
              <a:gd name="connsiteY82-2758" fmla="*/ 7050 h 10000"/>
              <a:gd name="connsiteX83-2759" fmla="*/ 6900 w 9786"/>
              <a:gd name="connsiteY83-2760" fmla="*/ 6865 h 10000"/>
              <a:gd name="connsiteX84-2761" fmla="*/ 6997 w 9786"/>
              <a:gd name="connsiteY84-2762" fmla="*/ 6660 h 10000"/>
              <a:gd name="connsiteX85-2763" fmla="*/ 7095 w 9786"/>
              <a:gd name="connsiteY85-2764" fmla="*/ 6364 h 10000"/>
              <a:gd name="connsiteX86-2765" fmla="*/ 7211 w 9786"/>
              <a:gd name="connsiteY86-2766" fmla="*/ 6067 h 10000"/>
              <a:gd name="connsiteX87-2767" fmla="*/ 7211 w 9786"/>
              <a:gd name="connsiteY87-2768" fmla="*/ 5677 h 10000"/>
              <a:gd name="connsiteX88-2769" fmla="*/ 7408 w 9786"/>
              <a:gd name="connsiteY88-2770" fmla="*/ 4991 h 10000"/>
              <a:gd name="connsiteX89-2771" fmla="*/ 7527 w 9786"/>
              <a:gd name="connsiteY89-2772" fmla="*/ 4212 h 10000"/>
              <a:gd name="connsiteX90-2773" fmla="*/ 7527 w 9786"/>
              <a:gd name="connsiteY90-2774" fmla="*/ 3525 h 10000"/>
              <a:gd name="connsiteX91-2775" fmla="*/ 7622 w 9786"/>
              <a:gd name="connsiteY91-2776" fmla="*/ 2839 h 10000"/>
              <a:gd name="connsiteX92-2777" fmla="*/ 7622 w 9786"/>
              <a:gd name="connsiteY92-2778" fmla="*/ 2542 h 10000"/>
              <a:gd name="connsiteX93-2779" fmla="*/ 7622 w 9786"/>
              <a:gd name="connsiteY93-2780" fmla="*/ 2263 h 10000"/>
              <a:gd name="connsiteX94-2781" fmla="*/ 7622 w 9786"/>
              <a:gd name="connsiteY94-2782" fmla="*/ 2059 h 10000"/>
              <a:gd name="connsiteX95-2783" fmla="*/ 7622 w 9786"/>
              <a:gd name="connsiteY95-2784" fmla="*/ 1855 h 10000"/>
              <a:gd name="connsiteX96-2785" fmla="*/ 7622 w 9786"/>
              <a:gd name="connsiteY96-2786" fmla="*/ 1670 h 10000"/>
              <a:gd name="connsiteX97-2787" fmla="*/ 7622 w 9786"/>
              <a:gd name="connsiteY97-2788" fmla="*/ 1577 h 10000"/>
              <a:gd name="connsiteX98-2789" fmla="*/ 7527 w 9786"/>
              <a:gd name="connsiteY98-2790" fmla="*/ 1466 h 10000"/>
              <a:gd name="connsiteX99-2791" fmla="*/ 7527 w 9786"/>
              <a:gd name="connsiteY99-2792" fmla="*/ 1373 h 10000"/>
              <a:gd name="connsiteX100-2793" fmla="*/ 7527 w 9786"/>
              <a:gd name="connsiteY100-2794" fmla="*/ 1280 h 10000"/>
              <a:gd name="connsiteX101-2795" fmla="*/ 7408 w 9786"/>
              <a:gd name="connsiteY101-2796" fmla="*/ 1280 h 10000"/>
              <a:gd name="connsiteX102-2797" fmla="*/ 7312 w 9786"/>
              <a:gd name="connsiteY102-2798" fmla="*/ 1169 h 10000"/>
              <a:gd name="connsiteX103-2799" fmla="*/ 7312 w 9786"/>
              <a:gd name="connsiteY103-2800" fmla="*/ 1169 h 10000"/>
              <a:gd name="connsiteX104-2801" fmla="*/ 7095 w 9786"/>
              <a:gd name="connsiteY104-2802" fmla="*/ 1169 h 10000"/>
              <a:gd name="connsiteX105-2803" fmla="*/ 6997 w 9786"/>
              <a:gd name="connsiteY105-2804" fmla="*/ 1169 h 10000"/>
              <a:gd name="connsiteX106-2805" fmla="*/ 6900 w 9786"/>
              <a:gd name="connsiteY106-2806" fmla="*/ 1169 h 10000"/>
              <a:gd name="connsiteX107-2807" fmla="*/ 6688 w 9786"/>
              <a:gd name="connsiteY107-2808" fmla="*/ 1169 h 10000"/>
              <a:gd name="connsiteX108-2809" fmla="*/ 6491 w 9786"/>
              <a:gd name="connsiteY108-2810" fmla="*/ 1169 h 10000"/>
              <a:gd name="connsiteX109-2811" fmla="*/ 6179 w 9786"/>
              <a:gd name="connsiteY109-2812" fmla="*/ 1169 h 10000"/>
              <a:gd name="connsiteX110-2813" fmla="*/ 5964 w 9786"/>
              <a:gd name="connsiteY110-2814" fmla="*/ 1169 h 10000"/>
              <a:gd name="connsiteX111-2815" fmla="*/ 5653 w 9786"/>
              <a:gd name="connsiteY111-2816" fmla="*/ 1169 h 10000"/>
              <a:gd name="connsiteX112-2817" fmla="*/ 5244 w 9786"/>
              <a:gd name="connsiteY112-2818" fmla="*/ 1169 h 10000"/>
              <a:gd name="connsiteX113-2819" fmla="*/ 4835 w 9786"/>
              <a:gd name="connsiteY113-2820" fmla="*/ 1280 h 10000"/>
              <a:gd name="connsiteX114-2821" fmla="*/ 4425 w 9786"/>
              <a:gd name="connsiteY114-2822" fmla="*/ 1280 h 10000"/>
              <a:gd name="connsiteX115-2823" fmla="*/ 3920 w 9786"/>
              <a:gd name="connsiteY115-2824" fmla="*/ 1373 h 10000"/>
              <a:gd name="connsiteX116-2825" fmla="*/ 2885 w 9786"/>
              <a:gd name="connsiteY116-2826" fmla="*/ 1466 h 10000"/>
              <a:gd name="connsiteX117-2827" fmla="*/ 1852 w 9786"/>
              <a:gd name="connsiteY117-2828" fmla="*/ 1670 h 10000"/>
              <a:gd name="connsiteX118-2829" fmla="*/ 819 w 9786"/>
              <a:gd name="connsiteY118-2830" fmla="*/ 1763 h 10000"/>
              <a:gd name="connsiteX119-2831" fmla="*/ 0 w 9786"/>
              <a:gd name="connsiteY119-2832" fmla="*/ 1169 h 10000"/>
              <a:gd name="connsiteX120-2833" fmla="*/ 624 w 9786"/>
              <a:gd name="connsiteY120-2834" fmla="*/ 1076 h 10000"/>
              <a:gd name="connsiteX121-2835" fmla="*/ 1230 w 9786"/>
              <a:gd name="connsiteY121-2836" fmla="*/ 1076 h 10000"/>
              <a:gd name="connsiteX122-2837" fmla="*/ 1754 w 9786"/>
              <a:gd name="connsiteY122-2838" fmla="*/ 983 h 10000"/>
              <a:gd name="connsiteX123-2839" fmla="*/ 2260 w 9786"/>
              <a:gd name="connsiteY123-2840" fmla="*/ 891 h 10000"/>
              <a:gd name="connsiteX124-2841" fmla="*/ 2787 w 9786"/>
              <a:gd name="connsiteY124-2842" fmla="*/ 891 h 10000"/>
              <a:gd name="connsiteX125-2843" fmla="*/ 3197 w 9786"/>
              <a:gd name="connsiteY125-2844" fmla="*/ 779 h 10000"/>
              <a:gd name="connsiteX126-2845" fmla="*/ 3703 w 9786"/>
              <a:gd name="connsiteY126-2846" fmla="*/ 779 h 10000"/>
              <a:gd name="connsiteX127-2847" fmla="*/ 4016 w 9786"/>
              <a:gd name="connsiteY127-2848" fmla="*/ 779 h 10000"/>
              <a:gd name="connsiteX128-2849" fmla="*/ 4425 w 9786"/>
              <a:gd name="connsiteY128-2850" fmla="*/ 686 h 10000"/>
              <a:gd name="connsiteX129-2851" fmla="*/ 4737 w 9786"/>
              <a:gd name="connsiteY129-2852" fmla="*/ 686 h 10000"/>
              <a:gd name="connsiteX130-2853" fmla="*/ 5244 w 9786"/>
              <a:gd name="connsiteY130-2854" fmla="*/ 594 h 10000"/>
              <a:gd name="connsiteX131-2855" fmla="*/ 5771 w 9786"/>
              <a:gd name="connsiteY131-2856" fmla="*/ 594 h 10000"/>
              <a:gd name="connsiteX132-2857" fmla="*/ 6179 w 9786"/>
              <a:gd name="connsiteY132-2858" fmla="*/ 482 h 10000"/>
              <a:gd name="connsiteX133-2859" fmla="*/ 6588 w 9786"/>
              <a:gd name="connsiteY133-2860" fmla="*/ 482 h 10000"/>
              <a:gd name="connsiteX134-2861" fmla="*/ 6803 w 9786"/>
              <a:gd name="connsiteY134-2862" fmla="*/ 390 h 10000"/>
              <a:gd name="connsiteX135-2863" fmla="*/ 6997 w 9786"/>
              <a:gd name="connsiteY135-2864" fmla="*/ 297 h 10000"/>
              <a:gd name="connsiteX136-2865" fmla="*/ 7211 w 9786"/>
              <a:gd name="connsiteY136-2866" fmla="*/ 297 h 10000"/>
              <a:gd name="connsiteX137-2867" fmla="*/ 7211 w 9786"/>
              <a:gd name="connsiteY137-2868" fmla="*/ 204 h 10000"/>
              <a:gd name="connsiteX138-2869" fmla="*/ 7211 w 9786"/>
              <a:gd name="connsiteY138-2870" fmla="*/ 204 h 10000"/>
              <a:gd name="connsiteX0-2871" fmla="*/ 7369 w 10000"/>
              <a:gd name="connsiteY0-2872" fmla="*/ 204 h 10000"/>
              <a:gd name="connsiteX1-2873" fmla="*/ 7472 w 10000"/>
              <a:gd name="connsiteY1-2874" fmla="*/ 93 h 10000"/>
              <a:gd name="connsiteX2-2875" fmla="*/ 7692 w 10000"/>
              <a:gd name="connsiteY2-2876" fmla="*/ 93 h 10000"/>
              <a:gd name="connsiteX3-2877" fmla="*/ 7789 w 10000"/>
              <a:gd name="connsiteY3-2878" fmla="*/ 0 h 10000"/>
              <a:gd name="connsiteX4-2879" fmla="*/ 7888 w 10000"/>
              <a:gd name="connsiteY4-2880" fmla="*/ 0 h 10000"/>
              <a:gd name="connsiteX5-2881" fmla="*/ 8108 w 10000"/>
              <a:gd name="connsiteY5-2882" fmla="*/ 93 h 10000"/>
              <a:gd name="connsiteX6-2883" fmla="*/ 8426 w 10000"/>
              <a:gd name="connsiteY6-2884" fmla="*/ 204 h 10000"/>
              <a:gd name="connsiteX7-2885" fmla="*/ 8525 w 10000"/>
              <a:gd name="connsiteY7-2886" fmla="*/ 297 h 10000"/>
              <a:gd name="connsiteX8-2887" fmla="*/ 8725 w 10000"/>
              <a:gd name="connsiteY8-2888" fmla="*/ 482 h 10000"/>
              <a:gd name="connsiteX9-2889" fmla="*/ 8842 w 10000"/>
              <a:gd name="connsiteY9-2890" fmla="*/ 594 h 10000"/>
              <a:gd name="connsiteX10-2891" fmla="*/ 9045 w 10000"/>
              <a:gd name="connsiteY10-2892" fmla="*/ 686 h 10000"/>
              <a:gd name="connsiteX11-2893" fmla="*/ 9263 w 10000"/>
              <a:gd name="connsiteY11-2894" fmla="*/ 891 h 10000"/>
              <a:gd name="connsiteX12-2895" fmla="*/ 9462 w 10000"/>
              <a:gd name="connsiteY12-2896" fmla="*/ 983 h 10000"/>
              <a:gd name="connsiteX13-2897" fmla="*/ 9581 w 10000"/>
              <a:gd name="connsiteY13-2898" fmla="*/ 1169 h 10000"/>
              <a:gd name="connsiteX14-2899" fmla="*/ 9781 w 10000"/>
              <a:gd name="connsiteY14-2900" fmla="*/ 1280 h 10000"/>
              <a:gd name="connsiteX15-2901" fmla="*/ 9880 w 10000"/>
              <a:gd name="connsiteY15-2902" fmla="*/ 1373 h 10000"/>
              <a:gd name="connsiteX16-2903" fmla="*/ 9880 w 10000"/>
              <a:gd name="connsiteY16-2904" fmla="*/ 1466 h 10000"/>
              <a:gd name="connsiteX17-2905" fmla="*/ 10000 w 10000"/>
              <a:gd name="connsiteY17-2906" fmla="*/ 1466 h 10000"/>
              <a:gd name="connsiteX18-2907" fmla="*/ 10000 w 10000"/>
              <a:gd name="connsiteY18-2908" fmla="*/ 1577 h 10000"/>
              <a:gd name="connsiteX19-2909" fmla="*/ 10000 w 10000"/>
              <a:gd name="connsiteY19-2910" fmla="*/ 1670 h 10000"/>
              <a:gd name="connsiteX20-2911" fmla="*/ 9880 w 10000"/>
              <a:gd name="connsiteY20-2912" fmla="*/ 1763 h 10000"/>
              <a:gd name="connsiteX21-2913" fmla="*/ 9781 w 10000"/>
              <a:gd name="connsiteY21-2914" fmla="*/ 1763 h 10000"/>
              <a:gd name="connsiteX22-2915" fmla="*/ 9682 w 10000"/>
              <a:gd name="connsiteY22-2916" fmla="*/ 1855 h 10000"/>
              <a:gd name="connsiteX23-2917" fmla="*/ 9581 w 10000"/>
              <a:gd name="connsiteY23-2918" fmla="*/ 1855 h 10000"/>
              <a:gd name="connsiteX24-2919" fmla="*/ 9581 w 10000"/>
              <a:gd name="connsiteY24-2920" fmla="*/ 1967 h 10000"/>
              <a:gd name="connsiteX25-2921" fmla="*/ 9462 w 10000"/>
              <a:gd name="connsiteY25-2922" fmla="*/ 2059 h 10000"/>
              <a:gd name="connsiteX26-2923" fmla="*/ 9362 w 10000"/>
              <a:gd name="connsiteY26-2924" fmla="*/ 2263 h 10000"/>
              <a:gd name="connsiteX27-2925" fmla="*/ 9362 w 10000"/>
              <a:gd name="connsiteY27-2926" fmla="*/ 2449 h 10000"/>
              <a:gd name="connsiteX28-2927" fmla="*/ 9263 w 10000"/>
              <a:gd name="connsiteY28-2928" fmla="*/ 2653 h 10000"/>
              <a:gd name="connsiteX29-2929" fmla="*/ 9263 w 10000"/>
              <a:gd name="connsiteY29-2930" fmla="*/ 2950 h 10000"/>
              <a:gd name="connsiteX30-2931" fmla="*/ 9263 w 10000"/>
              <a:gd name="connsiteY30-2932" fmla="*/ 3135 h 10000"/>
              <a:gd name="connsiteX31-2933" fmla="*/ 9143 w 10000"/>
              <a:gd name="connsiteY31-2934" fmla="*/ 3432 h 10000"/>
              <a:gd name="connsiteX32-2935" fmla="*/ 9143 w 10000"/>
              <a:gd name="connsiteY32-2936" fmla="*/ 3822 h 10000"/>
              <a:gd name="connsiteX33-2937" fmla="*/ 9045 w 10000"/>
              <a:gd name="connsiteY33-2938" fmla="*/ 4119 h 10000"/>
              <a:gd name="connsiteX34-2939" fmla="*/ 8945 w 10000"/>
              <a:gd name="connsiteY34-2940" fmla="*/ 4508 h 10000"/>
              <a:gd name="connsiteX35-2941" fmla="*/ 8842 w 10000"/>
              <a:gd name="connsiteY35-2942" fmla="*/ 4898 h 10000"/>
              <a:gd name="connsiteX36-2943" fmla="*/ 8725 w 10000"/>
              <a:gd name="connsiteY36-2944" fmla="*/ 5288 h 10000"/>
              <a:gd name="connsiteX37-2945" fmla="*/ 8525 w 10000"/>
              <a:gd name="connsiteY37-2946" fmla="*/ 6178 h 10000"/>
              <a:gd name="connsiteX38-2947" fmla="*/ 8426 w 10000"/>
              <a:gd name="connsiteY38-2948" fmla="*/ 6568 h 10000"/>
              <a:gd name="connsiteX39-2949" fmla="*/ 8309 w 10000"/>
              <a:gd name="connsiteY39-2950" fmla="*/ 6957 h 10000"/>
              <a:gd name="connsiteX40-2951" fmla="*/ 8208 w 10000"/>
              <a:gd name="connsiteY40-2952" fmla="*/ 7347 h 10000"/>
              <a:gd name="connsiteX41-2953" fmla="*/ 8108 w 10000"/>
              <a:gd name="connsiteY41-2954" fmla="*/ 7737 h 10000"/>
              <a:gd name="connsiteX42-2955" fmla="*/ 7987 w 10000"/>
              <a:gd name="connsiteY42-2956" fmla="*/ 8033 h 10000"/>
              <a:gd name="connsiteX43-2957" fmla="*/ 7987 w 10000"/>
              <a:gd name="connsiteY43-2958" fmla="*/ 8237 h 10000"/>
              <a:gd name="connsiteX44-2959" fmla="*/ 7888 w 10000"/>
              <a:gd name="connsiteY44-2960" fmla="*/ 8534 h 10000"/>
              <a:gd name="connsiteX45-2961" fmla="*/ 7789 w 10000"/>
              <a:gd name="connsiteY45-2962" fmla="*/ 8720 h 10000"/>
              <a:gd name="connsiteX46-2963" fmla="*/ 7570 w 10000"/>
              <a:gd name="connsiteY46-2964" fmla="*/ 9017 h 10000"/>
              <a:gd name="connsiteX47-2965" fmla="*/ 7369 w 10000"/>
              <a:gd name="connsiteY47-2966" fmla="*/ 9314 h 10000"/>
              <a:gd name="connsiteX48-2967" fmla="*/ 7150 w 10000"/>
              <a:gd name="connsiteY48-2968" fmla="*/ 9610 h 10000"/>
              <a:gd name="connsiteX49-2969" fmla="*/ 6952 w 10000"/>
              <a:gd name="connsiteY49-2970" fmla="*/ 9703 h 10000"/>
              <a:gd name="connsiteX50-2971" fmla="*/ 6732 w 10000"/>
              <a:gd name="connsiteY50-2972" fmla="*/ 9889 h 10000"/>
              <a:gd name="connsiteX51-2973" fmla="*/ 6513 w 10000"/>
              <a:gd name="connsiteY51-2974" fmla="*/ 10000 h 10000"/>
              <a:gd name="connsiteX52-2975" fmla="*/ 6314 w 10000"/>
              <a:gd name="connsiteY52-2976" fmla="*/ 10000 h 10000"/>
              <a:gd name="connsiteX53-2977" fmla="*/ 6094 w 10000"/>
              <a:gd name="connsiteY53-2978" fmla="*/ 10000 h 10000"/>
              <a:gd name="connsiteX54-2979" fmla="*/ 6094 w 10000"/>
              <a:gd name="connsiteY54-2980" fmla="*/ 9889 h 10000"/>
              <a:gd name="connsiteX55-2981" fmla="*/ 5995 w 10000"/>
              <a:gd name="connsiteY55-2982" fmla="*/ 9889 h 10000"/>
              <a:gd name="connsiteX56-2983" fmla="*/ 5995 w 10000"/>
              <a:gd name="connsiteY56-2984" fmla="*/ 9796 h 10000"/>
              <a:gd name="connsiteX57-2985" fmla="*/ 5995 w 10000"/>
              <a:gd name="connsiteY57-2986" fmla="*/ 9610 h 10000"/>
              <a:gd name="connsiteX58-2987" fmla="*/ 5995 w 10000"/>
              <a:gd name="connsiteY58-2988" fmla="*/ 9499 h 10000"/>
              <a:gd name="connsiteX59-2989" fmla="*/ 5995 w 10000"/>
              <a:gd name="connsiteY59-2990" fmla="*/ 9406 h 10000"/>
              <a:gd name="connsiteX60-2991" fmla="*/ 5995 w 10000"/>
              <a:gd name="connsiteY60-2992" fmla="*/ 9202 h 10000"/>
              <a:gd name="connsiteX61-2993" fmla="*/ 5995 w 10000"/>
              <a:gd name="connsiteY61-2994" fmla="*/ 9017 h 10000"/>
              <a:gd name="connsiteX62-2995" fmla="*/ 5897 w 10000"/>
              <a:gd name="connsiteY62-2996" fmla="*/ 8813 h 10000"/>
              <a:gd name="connsiteX63-2997" fmla="*/ 5777 w 10000"/>
              <a:gd name="connsiteY63-2998" fmla="*/ 8534 h 10000"/>
              <a:gd name="connsiteX64-2999" fmla="*/ 5577 w 10000"/>
              <a:gd name="connsiteY64-3000" fmla="*/ 8126 h 10000"/>
              <a:gd name="connsiteX65-3001" fmla="*/ 5478 w 10000"/>
              <a:gd name="connsiteY65-3002" fmla="*/ 7737 h 10000"/>
              <a:gd name="connsiteX66-3003" fmla="*/ 5159 w 10000"/>
              <a:gd name="connsiteY66-3004" fmla="*/ 7347 h 10000"/>
              <a:gd name="connsiteX67-3005" fmla="*/ 4941 w 10000"/>
              <a:gd name="connsiteY67-3006" fmla="*/ 6753 h 10000"/>
              <a:gd name="connsiteX68-3007" fmla="*/ 5159 w 10000"/>
              <a:gd name="connsiteY68-3008" fmla="*/ 6957 h 10000"/>
              <a:gd name="connsiteX69-3009" fmla="*/ 5478 w 10000"/>
              <a:gd name="connsiteY69-3010" fmla="*/ 7161 h 10000"/>
              <a:gd name="connsiteX70-3011" fmla="*/ 5676 w 10000"/>
              <a:gd name="connsiteY70-3012" fmla="*/ 7347 h 10000"/>
              <a:gd name="connsiteX71-3013" fmla="*/ 5897 w 10000"/>
              <a:gd name="connsiteY71-3014" fmla="*/ 7440 h 10000"/>
              <a:gd name="connsiteX72-3015" fmla="*/ 6094 w 10000"/>
              <a:gd name="connsiteY72-3016" fmla="*/ 7551 h 10000"/>
              <a:gd name="connsiteX73-3017" fmla="*/ 6216 w 10000"/>
              <a:gd name="connsiteY73-3018" fmla="*/ 7551 h 10000"/>
              <a:gd name="connsiteX74-3019" fmla="*/ 6314 w 10000"/>
              <a:gd name="connsiteY74-3020" fmla="*/ 7644 h 10000"/>
              <a:gd name="connsiteX75-3021" fmla="*/ 6414 w 10000"/>
              <a:gd name="connsiteY75-3022" fmla="*/ 7644 h 10000"/>
              <a:gd name="connsiteX76-3023" fmla="*/ 6513 w 10000"/>
              <a:gd name="connsiteY76-3024" fmla="*/ 7644 h 10000"/>
              <a:gd name="connsiteX77-3025" fmla="*/ 6633 w 10000"/>
              <a:gd name="connsiteY77-3026" fmla="*/ 7644 h 10000"/>
              <a:gd name="connsiteX78-3027" fmla="*/ 6732 w 10000"/>
              <a:gd name="connsiteY78-3028" fmla="*/ 7551 h 10000"/>
              <a:gd name="connsiteX79-3029" fmla="*/ 6834 w 10000"/>
              <a:gd name="connsiteY79-3030" fmla="*/ 7440 h 10000"/>
              <a:gd name="connsiteX80-3031" fmla="*/ 6834 w 10000"/>
              <a:gd name="connsiteY80-3032" fmla="*/ 7347 h 10000"/>
              <a:gd name="connsiteX81-3033" fmla="*/ 6952 w 10000"/>
              <a:gd name="connsiteY81-3034" fmla="*/ 7254 h 10000"/>
              <a:gd name="connsiteX82-3035" fmla="*/ 7051 w 10000"/>
              <a:gd name="connsiteY82-3036" fmla="*/ 7050 h 10000"/>
              <a:gd name="connsiteX83-3037" fmla="*/ 7051 w 10000"/>
              <a:gd name="connsiteY83-3038" fmla="*/ 6865 h 10000"/>
              <a:gd name="connsiteX84-3039" fmla="*/ 7150 w 10000"/>
              <a:gd name="connsiteY84-3040" fmla="*/ 6660 h 10000"/>
              <a:gd name="connsiteX85-3041" fmla="*/ 7250 w 10000"/>
              <a:gd name="connsiteY85-3042" fmla="*/ 6364 h 10000"/>
              <a:gd name="connsiteX86-3043" fmla="*/ 7369 w 10000"/>
              <a:gd name="connsiteY86-3044" fmla="*/ 6067 h 10000"/>
              <a:gd name="connsiteX87-3045" fmla="*/ 7369 w 10000"/>
              <a:gd name="connsiteY87-3046" fmla="*/ 5677 h 10000"/>
              <a:gd name="connsiteX88-3047" fmla="*/ 7570 w 10000"/>
              <a:gd name="connsiteY88-3048" fmla="*/ 4991 h 10000"/>
              <a:gd name="connsiteX89-3049" fmla="*/ 7692 w 10000"/>
              <a:gd name="connsiteY89-3050" fmla="*/ 4212 h 10000"/>
              <a:gd name="connsiteX90-3051" fmla="*/ 7692 w 10000"/>
              <a:gd name="connsiteY90-3052" fmla="*/ 3525 h 10000"/>
              <a:gd name="connsiteX91-3053" fmla="*/ 7789 w 10000"/>
              <a:gd name="connsiteY91-3054" fmla="*/ 2839 h 10000"/>
              <a:gd name="connsiteX92-3055" fmla="*/ 7789 w 10000"/>
              <a:gd name="connsiteY92-3056" fmla="*/ 2542 h 10000"/>
              <a:gd name="connsiteX93-3057" fmla="*/ 7789 w 10000"/>
              <a:gd name="connsiteY93-3058" fmla="*/ 2263 h 10000"/>
              <a:gd name="connsiteX94-3059" fmla="*/ 7789 w 10000"/>
              <a:gd name="connsiteY94-3060" fmla="*/ 2059 h 10000"/>
              <a:gd name="connsiteX95-3061" fmla="*/ 7789 w 10000"/>
              <a:gd name="connsiteY95-3062" fmla="*/ 1855 h 10000"/>
              <a:gd name="connsiteX96-3063" fmla="*/ 7789 w 10000"/>
              <a:gd name="connsiteY96-3064" fmla="*/ 1670 h 10000"/>
              <a:gd name="connsiteX97-3065" fmla="*/ 7789 w 10000"/>
              <a:gd name="connsiteY97-3066" fmla="*/ 1577 h 10000"/>
              <a:gd name="connsiteX98-3067" fmla="*/ 7692 w 10000"/>
              <a:gd name="connsiteY98-3068" fmla="*/ 1466 h 10000"/>
              <a:gd name="connsiteX99-3069" fmla="*/ 7692 w 10000"/>
              <a:gd name="connsiteY99-3070" fmla="*/ 1373 h 10000"/>
              <a:gd name="connsiteX100-3071" fmla="*/ 7692 w 10000"/>
              <a:gd name="connsiteY100-3072" fmla="*/ 1280 h 10000"/>
              <a:gd name="connsiteX101-3073" fmla="*/ 7570 w 10000"/>
              <a:gd name="connsiteY101-3074" fmla="*/ 1280 h 10000"/>
              <a:gd name="connsiteX102-3075" fmla="*/ 7472 w 10000"/>
              <a:gd name="connsiteY102-3076" fmla="*/ 1169 h 10000"/>
              <a:gd name="connsiteX103-3077" fmla="*/ 7472 w 10000"/>
              <a:gd name="connsiteY103-3078" fmla="*/ 1169 h 10000"/>
              <a:gd name="connsiteX104-3079" fmla="*/ 7250 w 10000"/>
              <a:gd name="connsiteY104-3080" fmla="*/ 1169 h 10000"/>
              <a:gd name="connsiteX105-3081" fmla="*/ 7150 w 10000"/>
              <a:gd name="connsiteY105-3082" fmla="*/ 1169 h 10000"/>
              <a:gd name="connsiteX106-3083" fmla="*/ 7051 w 10000"/>
              <a:gd name="connsiteY106-3084" fmla="*/ 1169 h 10000"/>
              <a:gd name="connsiteX107-3085" fmla="*/ 6834 w 10000"/>
              <a:gd name="connsiteY107-3086" fmla="*/ 1169 h 10000"/>
              <a:gd name="connsiteX108-3087" fmla="*/ 6633 w 10000"/>
              <a:gd name="connsiteY108-3088" fmla="*/ 1169 h 10000"/>
              <a:gd name="connsiteX109-3089" fmla="*/ 6314 w 10000"/>
              <a:gd name="connsiteY109-3090" fmla="*/ 1169 h 10000"/>
              <a:gd name="connsiteX110-3091" fmla="*/ 6094 w 10000"/>
              <a:gd name="connsiteY110-3092" fmla="*/ 1169 h 10000"/>
              <a:gd name="connsiteX111-3093" fmla="*/ 5777 w 10000"/>
              <a:gd name="connsiteY111-3094" fmla="*/ 1169 h 10000"/>
              <a:gd name="connsiteX112-3095" fmla="*/ 5359 w 10000"/>
              <a:gd name="connsiteY112-3096" fmla="*/ 1169 h 10000"/>
              <a:gd name="connsiteX113-3097" fmla="*/ 4941 w 10000"/>
              <a:gd name="connsiteY113-3098" fmla="*/ 1280 h 10000"/>
              <a:gd name="connsiteX114-3099" fmla="*/ 4522 w 10000"/>
              <a:gd name="connsiteY114-3100" fmla="*/ 1280 h 10000"/>
              <a:gd name="connsiteX115-3101" fmla="*/ 4006 w 10000"/>
              <a:gd name="connsiteY115-3102" fmla="*/ 1373 h 10000"/>
              <a:gd name="connsiteX116-3103" fmla="*/ 2948 w 10000"/>
              <a:gd name="connsiteY116-3104" fmla="*/ 1466 h 10000"/>
              <a:gd name="connsiteX117-3105" fmla="*/ 1892 w 10000"/>
              <a:gd name="connsiteY117-3106" fmla="*/ 1670 h 10000"/>
              <a:gd name="connsiteX118-3107" fmla="*/ 0 w 10000"/>
              <a:gd name="connsiteY118-3108" fmla="*/ 1169 h 10000"/>
              <a:gd name="connsiteX119-3109" fmla="*/ 638 w 10000"/>
              <a:gd name="connsiteY119-3110" fmla="*/ 1076 h 10000"/>
              <a:gd name="connsiteX120-3111" fmla="*/ 1257 w 10000"/>
              <a:gd name="connsiteY120-3112" fmla="*/ 1076 h 10000"/>
              <a:gd name="connsiteX121-3113" fmla="*/ 1792 w 10000"/>
              <a:gd name="connsiteY121-3114" fmla="*/ 983 h 10000"/>
              <a:gd name="connsiteX122-3115" fmla="*/ 2309 w 10000"/>
              <a:gd name="connsiteY122-3116" fmla="*/ 891 h 10000"/>
              <a:gd name="connsiteX123-3117" fmla="*/ 2848 w 10000"/>
              <a:gd name="connsiteY123-3118" fmla="*/ 891 h 10000"/>
              <a:gd name="connsiteX124-3119" fmla="*/ 3267 w 10000"/>
              <a:gd name="connsiteY124-3120" fmla="*/ 779 h 10000"/>
              <a:gd name="connsiteX125-3121" fmla="*/ 3784 w 10000"/>
              <a:gd name="connsiteY125-3122" fmla="*/ 779 h 10000"/>
              <a:gd name="connsiteX126-3123" fmla="*/ 4104 w 10000"/>
              <a:gd name="connsiteY126-3124" fmla="*/ 779 h 10000"/>
              <a:gd name="connsiteX127-3125" fmla="*/ 4522 w 10000"/>
              <a:gd name="connsiteY127-3126" fmla="*/ 686 h 10000"/>
              <a:gd name="connsiteX128-3127" fmla="*/ 4841 w 10000"/>
              <a:gd name="connsiteY128-3128" fmla="*/ 686 h 10000"/>
              <a:gd name="connsiteX129-3129" fmla="*/ 5359 w 10000"/>
              <a:gd name="connsiteY129-3130" fmla="*/ 594 h 10000"/>
              <a:gd name="connsiteX130-3131" fmla="*/ 5897 w 10000"/>
              <a:gd name="connsiteY130-3132" fmla="*/ 594 h 10000"/>
              <a:gd name="connsiteX131-3133" fmla="*/ 6314 w 10000"/>
              <a:gd name="connsiteY131-3134" fmla="*/ 482 h 10000"/>
              <a:gd name="connsiteX132-3135" fmla="*/ 6732 w 10000"/>
              <a:gd name="connsiteY132-3136" fmla="*/ 482 h 10000"/>
              <a:gd name="connsiteX133-3137" fmla="*/ 6952 w 10000"/>
              <a:gd name="connsiteY133-3138" fmla="*/ 390 h 10000"/>
              <a:gd name="connsiteX134-3139" fmla="*/ 7150 w 10000"/>
              <a:gd name="connsiteY134-3140" fmla="*/ 297 h 10000"/>
              <a:gd name="connsiteX135-3141" fmla="*/ 7369 w 10000"/>
              <a:gd name="connsiteY135-3142" fmla="*/ 297 h 10000"/>
              <a:gd name="connsiteX136-3143" fmla="*/ 7369 w 10000"/>
              <a:gd name="connsiteY136-3144" fmla="*/ 204 h 10000"/>
              <a:gd name="connsiteX137-3145" fmla="*/ 7369 w 10000"/>
              <a:gd name="connsiteY137-3146" fmla="*/ 204 h 10000"/>
              <a:gd name="connsiteX0-3147" fmla="*/ 6731 w 9362"/>
              <a:gd name="connsiteY0-3148" fmla="*/ 204 h 10000"/>
              <a:gd name="connsiteX1-3149" fmla="*/ 6834 w 9362"/>
              <a:gd name="connsiteY1-3150" fmla="*/ 93 h 10000"/>
              <a:gd name="connsiteX2-3151" fmla="*/ 7054 w 9362"/>
              <a:gd name="connsiteY2-3152" fmla="*/ 93 h 10000"/>
              <a:gd name="connsiteX3-3153" fmla="*/ 7151 w 9362"/>
              <a:gd name="connsiteY3-3154" fmla="*/ 0 h 10000"/>
              <a:gd name="connsiteX4-3155" fmla="*/ 7250 w 9362"/>
              <a:gd name="connsiteY4-3156" fmla="*/ 0 h 10000"/>
              <a:gd name="connsiteX5-3157" fmla="*/ 7470 w 9362"/>
              <a:gd name="connsiteY5-3158" fmla="*/ 93 h 10000"/>
              <a:gd name="connsiteX6-3159" fmla="*/ 7788 w 9362"/>
              <a:gd name="connsiteY6-3160" fmla="*/ 204 h 10000"/>
              <a:gd name="connsiteX7-3161" fmla="*/ 7887 w 9362"/>
              <a:gd name="connsiteY7-3162" fmla="*/ 297 h 10000"/>
              <a:gd name="connsiteX8-3163" fmla="*/ 8087 w 9362"/>
              <a:gd name="connsiteY8-3164" fmla="*/ 482 h 10000"/>
              <a:gd name="connsiteX9-3165" fmla="*/ 8204 w 9362"/>
              <a:gd name="connsiteY9-3166" fmla="*/ 594 h 10000"/>
              <a:gd name="connsiteX10-3167" fmla="*/ 8407 w 9362"/>
              <a:gd name="connsiteY10-3168" fmla="*/ 686 h 10000"/>
              <a:gd name="connsiteX11-3169" fmla="*/ 8625 w 9362"/>
              <a:gd name="connsiteY11-3170" fmla="*/ 891 h 10000"/>
              <a:gd name="connsiteX12-3171" fmla="*/ 8824 w 9362"/>
              <a:gd name="connsiteY12-3172" fmla="*/ 983 h 10000"/>
              <a:gd name="connsiteX13-3173" fmla="*/ 8943 w 9362"/>
              <a:gd name="connsiteY13-3174" fmla="*/ 1169 h 10000"/>
              <a:gd name="connsiteX14-3175" fmla="*/ 9143 w 9362"/>
              <a:gd name="connsiteY14-3176" fmla="*/ 1280 h 10000"/>
              <a:gd name="connsiteX15-3177" fmla="*/ 9242 w 9362"/>
              <a:gd name="connsiteY15-3178" fmla="*/ 1373 h 10000"/>
              <a:gd name="connsiteX16-3179" fmla="*/ 9242 w 9362"/>
              <a:gd name="connsiteY16-3180" fmla="*/ 1466 h 10000"/>
              <a:gd name="connsiteX17-3181" fmla="*/ 9362 w 9362"/>
              <a:gd name="connsiteY17-3182" fmla="*/ 1466 h 10000"/>
              <a:gd name="connsiteX18-3183" fmla="*/ 9362 w 9362"/>
              <a:gd name="connsiteY18-3184" fmla="*/ 1577 h 10000"/>
              <a:gd name="connsiteX19-3185" fmla="*/ 9362 w 9362"/>
              <a:gd name="connsiteY19-3186" fmla="*/ 1670 h 10000"/>
              <a:gd name="connsiteX20-3187" fmla="*/ 9242 w 9362"/>
              <a:gd name="connsiteY20-3188" fmla="*/ 1763 h 10000"/>
              <a:gd name="connsiteX21-3189" fmla="*/ 9143 w 9362"/>
              <a:gd name="connsiteY21-3190" fmla="*/ 1763 h 10000"/>
              <a:gd name="connsiteX22-3191" fmla="*/ 9044 w 9362"/>
              <a:gd name="connsiteY22-3192" fmla="*/ 1855 h 10000"/>
              <a:gd name="connsiteX23-3193" fmla="*/ 8943 w 9362"/>
              <a:gd name="connsiteY23-3194" fmla="*/ 1855 h 10000"/>
              <a:gd name="connsiteX24-3195" fmla="*/ 8943 w 9362"/>
              <a:gd name="connsiteY24-3196" fmla="*/ 1967 h 10000"/>
              <a:gd name="connsiteX25-3197" fmla="*/ 8824 w 9362"/>
              <a:gd name="connsiteY25-3198" fmla="*/ 2059 h 10000"/>
              <a:gd name="connsiteX26-3199" fmla="*/ 8724 w 9362"/>
              <a:gd name="connsiteY26-3200" fmla="*/ 2263 h 10000"/>
              <a:gd name="connsiteX27-3201" fmla="*/ 8724 w 9362"/>
              <a:gd name="connsiteY27-3202" fmla="*/ 2449 h 10000"/>
              <a:gd name="connsiteX28-3203" fmla="*/ 8625 w 9362"/>
              <a:gd name="connsiteY28-3204" fmla="*/ 2653 h 10000"/>
              <a:gd name="connsiteX29-3205" fmla="*/ 8625 w 9362"/>
              <a:gd name="connsiteY29-3206" fmla="*/ 2950 h 10000"/>
              <a:gd name="connsiteX30-3207" fmla="*/ 8625 w 9362"/>
              <a:gd name="connsiteY30-3208" fmla="*/ 3135 h 10000"/>
              <a:gd name="connsiteX31-3209" fmla="*/ 8505 w 9362"/>
              <a:gd name="connsiteY31-3210" fmla="*/ 3432 h 10000"/>
              <a:gd name="connsiteX32-3211" fmla="*/ 8505 w 9362"/>
              <a:gd name="connsiteY32-3212" fmla="*/ 3822 h 10000"/>
              <a:gd name="connsiteX33-3213" fmla="*/ 8407 w 9362"/>
              <a:gd name="connsiteY33-3214" fmla="*/ 4119 h 10000"/>
              <a:gd name="connsiteX34-3215" fmla="*/ 8307 w 9362"/>
              <a:gd name="connsiteY34-3216" fmla="*/ 4508 h 10000"/>
              <a:gd name="connsiteX35-3217" fmla="*/ 8204 w 9362"/>
              <a:gd name="connsiteY35-3218" fmla="*/ 4898 h 10000"/>
              <a:gd name="connsiteX36-3219" fmla="*/ 8087 w 9362"/>
              <a:gd name="connsiteY36-3220" fmla="*/ 5288 h 10000"/>
              <a:gd name="connsiteX37-3221" fmla="*/ 7887 w 9362"/>
              <a:gd name="connsiteY37-3222" fmla="*/ 6178 h 10000"/>
              <a:gd name="connsiteX38-3223" fmla="*/ 7788 w 9362"/>
              <a:gd name="connsiteY38-3224" fmla="*/ 6568 h 10000"/>
              <a:gd name="connsiteX39-3225" fmla="*/ 7671 w 9362"/>
              <a:gd name="connsiteY39-3226" fmla="*/ 6957 h 10000"/>
              <a:gd name="connsiteX40-3227" fmla="*/ 7570 w 9362"/>
              <a:gd name="connsiteY40-3228" fmla="*/ 7347 h 10000"/>
              <a:gd name="connsiteX41-3229" fmla="*/ 7470 w 9362"/>
              <a:gd name="connsiteY41-3230" fmla="*/ 7737 h 10000"/>
              <a:gd name="connsiteX42-3231" fmla="*/ 7349 w 9362"/>
              <a:gd name="connsiteY42-3232" fmla="*/ 8033 h 10000"/>
              <a:gd name="connsiteX43-3233" fmla="*/ 7349 w 9362"/>
              <a:gd name="connsiteY43-3234" fmla="*/ 8237 h 10000"/>
              <a:gd name="connsiteX44-3235" fmla="*/ 7250 w 9362"/>
              <a:gd name="connsiteY44-3236" fmla="*/ 8534 h 10000"/>
              <a:gd name="connsiteX45-3237" fmla="*/ 7151 w 9362"/>
              <a:gd name="connsiteY45-3238" fmla="*/ 8720 h 10000"/>
              <a:gd name="connsiteX46-3239" fmla="*/ 6932 w 9362"/>
              <a:gd name="connsiteY46-3240" fmla="*/ 9017 h 10000"/>
              <a:gd name="connsiteX47-3241" fmla="*/ 6731 w 9362"/>
              <a:gd name="connsiteY47-3242" fmla="*/ 9314 h 10000"/>
              <a:gd name="connsiteX48-3243" fmla="*/ 6512 w 9362"/>
              <a:gd name="connsiteY48-3244" fmla="*/ 9610 h 10000"/>
              <a:gd name="connsiteX49-3245" fmla="*/ 6314 w 9362"/>
              <a:gd name="connsiteY49-3246" fmla="*/ 9703 h 10000"/>
              <a:gd name="connsiteX50-3247" fmla="*/ 6094 w 9362"/>
              <a:gd name="connsiteY50-3248" fmla="*/ 9889 h 10000"/>
              <a:gd name="connsiteX51-3249" fmla="*/ 5875 w 9362"/>
              <a:gd name="connsiteY51-3250" fmla="*/ 10000 h 10000"/>
              <a:gd name="connsiteX52-3251" fmla="*/ 5676 w 9362"/>
              <a:gd name="connsiteY52-3252" fmla="*/ 10000 h 10000"/>
              <a:gd name="connsiteX53-3253" fmla="*/ 5456 w 9362"/>
              <a:gd name="connsiteY53-3254" fmla="*/ 10000 h 10000"/>
              <a:gd name="connsiteX54-3255" fmla="*/ 5456 w 9362"/>
              <a:gd name="connsiteY54-3256" fmla="*/ 9889 h 10000"/>
              <a:gd name="connsiteX55-3257" fmla="*/ 5357 w 9362"/>
              <a:gd name="connsiteY55-3258" fmla="*/ 9889 h 10000"/>
              <a:gd name="connsiteX56-3259" fmla="*/ 5357 w 9362"/>
              <a:gd name="connsiteY56-3260" fmla="*/ 9796 h 10000"/>
              <a:gd name="connsiteX57-3261" fmla="*/ 5357 w 9362"/>
              <a:gd name="connsiteY57-3262" fmla="*/ 9610 h 10000"/>
              <a:gd name="connsiteX58-3263" fmla="*/ 5357 w 9362"/>
              <a:gd name="connsiteY58-3264" fmla="*/ 9499 h 10000"/>
              <a:gd name="connsiteX59-3265" fmla="*/ 5357 w 9362"/>
              <a:gd name="connsiteY59-3266" fmla="*/ 9406 h 10000"/>
              <a:gd name="connsiteX60-3267" fmla="*/ 5357 w 9362"/>
              <a:gd name="connsiteY60-3268" fmla="*/ 9202 h 10000"/>
              <a:gd name="connsiteX61-3269" fmla="*/ 5357 w 9362"/>
              <a:gd name="connsiteY61-3270" fmla="*/ 9017 h 10000"/>
              <a:gd name="connsiteX62-3271" fmla="*/ 5259 w 9362"/>
              <a:gd name="connsiteY62-3272" fmla="*/ 8813 h 10000"/>
              <a:gd name="connsiteX63-3273" fmla="*/ 5139 w 9362"/>
              <a:gd name="connsiteY63-3274" fmla="*/ 8534 h 10000"/>
              <a:gd name="connsiteX64-3275" fmla="*/ 4939 w 9362"/>
              <a:gd name="connsiteY64-3276" fmla="*/ 8126 h 10000"/>
              <a:gd name="connsiteX65-3277" fmla="*/ 4840 w 9362"/>
              <a:gd name="connsiteY65-3278" fmla="*/ 7737 h 10000"/>
              <a:gd name="connsiteX66-3279" fmla="*/ 4521 w 9362"/>
              <a:gd name="connsiteY66-3280" fmla="*/ 7347 h 10000"/>
              <a:gd name="connsiteX67-3281" fmla="*/ 4303 w 9362"/>
              <a:gd name="connsiteY67-3282" fmla="*/ 6753 h 10000"/>
              <a:gd name="connsiteX68-3283" fmla="*/ 4521 w 9362"/>
              <a:gd name="connsiteY68-3284" fmla="*/ 6957 h 10000"/>
              <a:gd name="connsiteX69-3285" fmla="*/ 4840 w 9362"/>
              <a:gd name="connsiteY69-3286" fmla="*/ 7161 h 10000"/>
              <a:gd name="connsiteX70-3287" fmla="*/ 5038 w 9362"/>
              <a:gd name="connsiteY70-3288" fmla="*/ 7347 h 10000"/>
              <a:gd name="connsiteX71-3289" fmla="*/ 5259 w 9362"/>
              <a:gd name="connsiteY71-3290" fmla="*/ 7440 h 10000"/>
              <a:gd name="connsiteX72-3291" fmla="*/ 5456 w 9362"/>
              <a:gd name="connsiteY72-3292" fmla="*/ 7551 h 10000"/>
              <a:gd name="connsiteX73-3293" fmla="*/ 5578 w 9362"/>
              <a:gd name="connsiteY73-3294" fmla="*/ 7551 h 10000"/>
              <a:gd name="connsiteX74-3295" fmla="*/ 5676 w 9362"/>
              <a:gd name="connsiteY74-3296" fmla="*/ 7644 h 10000"/>
              <a:gd name="connsiteX75-3297" fmla="*/ 5776 w 9362"/>
              <a:gd name="connsiteY75-3298" fmla="*/ 7644 h 10000"/>
              <a:gd name="connsiteX76-3299" fmla="*/ 5875 w 9362"/>
              <a:gd name="connsiteY76-3300" fmla="*/ 7644 h 10000"/>
              <a:gd name="connsiteX77-3301" fmla="*/ 5995 w 9362"/>
              <a:gd name="connsiteY77-3302" fmla="*/ 7644 h 10000"/>
              <a:gd name="connsiteX78-3303" fmla="*/ 6094 w 9362"/>
              <a:gd name="connsiteY78-3304" fmla="*/ 7551 h 10000"/>
              <a:gd name="connsiteX79-3305" fmla="*/ 6196 w 9362"/>
              <a:gd name="connsiteY79-3306" fmla="*/ 7440 h 10000"/>
              <a:gd name="connsiteX80-3307" fmla="*/ 6196 w 9362"/>
              <a:gd name="connsiteY80-3308" fmla="*/ 7347 h 10000"/>
              <a:gd name="connsiteX81-3309" fmla="*/ 6314 w 9362"/>
              <a:gd name="connsiteY81-3310" fmla="*/ 7254 h 10000"/>
              <a:gd name="connsiteX82-3311" fmla="*/ 6413 w 9362"/>
              <a:gd name="connsiteY82-3312" fmla="*/ 7050 h 10000"/>
              <a:gd name="connsiteX83-3313" fmla="*/ 6413 w 9362"/>
              <a:gd name="connsiteY83-3314" fmla="*/ 6865 h 10000"/>
              <a:gd name="connsiteX84-3315" fmla="*/ 6512 w 9362"/>
              <a:gd name="connsiteY84-3316" fmla="*/ 6660 h 10000"/>
              <a:gd name="connsiteX85-3317" fmla="*/ 6612 w 9362"/>
              <a:gd name="connsiteY85-3318" fmla="*/ 6364 h 10000"/>
              <a:gd name="connsiteX86-3319" fmla="*/ 6731 w 9362"/>
              <a:gd name="connsiteY86-3320" fmla="*/ 6067 h 10000"/>
              <a:gd name="connsiteX87-3321" fmla="*/ 6731 w 9362"/>
              <a:gd name="connsiteY87-3322" fmla="*/ 5677 h 10000"/>
              <a:gd name="connsiteX88-3323" fmla="*/ 6932 w 9362"/>
              <a:gd name="connsiteY88-3324" fmla="*/ 4991 h 10000"/>
              <a:gd name="connsiteX89-3325" fmla="*/ 7054 w 9362"/>
              <a:gd name="connsiteY89-3326" fmla="*/ 4212 h 10000"/>
              <a:gd name="connsiteX90-3327" fmla="*/ 7054 w 9362"/>
              <a:gd name="connsiteY90-3328" fmla="*/ 3525 h 10000"/>
              <a:gd name="connsiteX91-3329" fmla="*/ 7151 w 9362"/>
              <a:gd name="connsiteY91-3330" fmla="*/ 2839 h 10000"/>
              <a:gd name="connsiteX92-3331" fmla="*/ 7151 w 9362"/>
              <a:gd name="connsiteY92-3332" fmla="*/ 2542 h 10000"/>
              <a:gd name="connsiteX93-3333" fmla="*/ 7151 w 9362"/>
              <a:gd name="connsiteY93-3334" fmla="*/ 2263 h 10000"/>
              <a:gd name="connsiteX94-3335" fmla="*/ 7151 w 9362"/>
              <a:gd name="connsiteY94-3336" fmla="*/ 2059 h 10000"/>
              <a:gd name="connsiteX95-3337" fmla="*/ 7151 w 9362"/>
              <a:gd name="connsiteY95-3338" fmla="*/ 1855 h 10000"/>
              <a:gd name="connsiteX96-3339" fmla="*/ 7151 w 9362"/>
              <a:gd name="connsiteY96-3340" fmla="*/ 1670 h 10000"/>
              <a:gd name="connsiteX97-3341" fmla="*/ 7151 w 9362"/>
              <a:gd name="connsiteY97-3342" fmla="*/ 1577 h 10000"/>
              <a:gd name="connsiteX98-3343" fmla="*/ 7054 w 9362"/>
              <a:gd name="connsiteY98-3344" fmla="*/ 1466 h 10000"/>
              <a:gd name="connsiteX99-3345" fmla="*/ 7054 w 9362"/>
              <a:gd name="connsiteY99-3346" fmla="*/ 1373 h 10000"/>
              <a:gd name="connsiteX100-3347" fmla="*/ 7054 w 9362"/>
              <a:gd name="connsiteY100-3348" fmla="*/ 1280 h 10000"/>
              <a:gd name="connsiteX101-3349" fmla="*/ 6932 w 9362"/>
              <a:gd name="connsiteY101-3350" fmla="*/ 1280 h 10000"/>
              <a:gd name="connsiteX102-3351" fmla="*/ 6834 w 9362"/>
              <a:gd name="connsiteY102-3352" fmla="*/ 1169 h 10000"/>
              <a:gd name="connsiteX103-3353" fmla="*/ 6834 w 9362"/>
              <a:gd name="connsiteY103-3354" fmla="*/ 1169 h 10000"/>
              <a:gd name="connsiteX104-3355" fmla="*/ 6612 w 9362"/>
              <a:gd name="connsiteY104-3356" fmla="*/ 1169 h 10000"/>
              <a:gd name="connsiteX105-3357" fmla="*/ 6512 w 9362"/>
              <a:gd name="connsiteY105-3358" fmla="*/ 1169 h 10000"/>
              <a:gd name="connsiteX106-3359" fmla="*/ 6413 w 9362"/>
              <a:gd name="connsiteY106-3360" fmla="*/ 1169 h 10000"/>
              <a:gd name="connsiteX107-3361" fmla="*/ 6196 w 9362"/>
              <a:gd name="connsiteY107-3362" fmla="*/ 1169 h 10000"/>
              <a:gd name="connsiteX108-3363" fmla="*/ 5995 w 9362"/>
              <a:gd name="connsiteY108-3364" fmla="*/ 1169 h 10000"/>
              <a:gd name="connsiteX109-3365" fmla="*/ 5676 w 9362"/>
              <a:gd name="connsiteY109-3366" fmla="*/ 1169 h 10000"/>
              <a:gd name="connsiteX110-3367" fmla="*/ 5456 w 9362"/>
              <a:gd name="connsiteY110-3368" fmla="*/ 1169 h 10000"/>
              <a:gd name="connsiteX111-3369" fmla="*/ 5139 w 9362"/>
              <a:gd name="connsiteY111-3370" fmla="*/ 1169 h 10000"/>
              <a:gd name="connsiteX112-3371" fmla="*/ 4721 w 9362"/>
              <a:gd name="connsiteY112-3372" fmla="*/ 1169 h 10000"/>
              <a:gd name="connsiteX113-3373" fmla="*/ 4303 w 9362"/>
              <a:gd name="connsiteY113-3374" fmla="*/ 1280 h 10000"/>
              <a:gd name="connsiteX114-3375" fmla="*/ 3884 w 9362"/>
              <a:gd name="connsiteY114-3376" fmla="*/ 1280 h 10000"/>
              <a:gd name="connsiteX115-3377" fmla="*/ 3368 w 9362"/>
              <a:gd name="connsiteY115-3378" fmla="*/ 1373 h 10000"/>
              <a:gd name="connsiteX116-3379" fmla="*/ 2310 w 9362"/>
              <a:gd name="connsiteY116-3380" fmla="*/ 1466 h 10000"/>
              <a:gd name="connsiteX117-3381" fmla="*/ 1254 w 9362"/>
              <a:gd name="connsiteY117-3382" fmla="*/ 1670 h 10000"/>
              <a:gd name="connsiteX118-3383" fmla="*/ 0 w 9362"/>
              <a:gd name="connsiteY118-3384" fmla="*/ 1076 h 10000"/>
              <a:gd name="connsiteX119-3385" fmla="*/ 619 w 9362"/>
              <a:gd name="connsiteY119-3386" fmla="*/ 1076 h 10000"/>
              <a:gd name="connsiteX120-3387" fmla="*/ 1154 w 9362"/>
              <a:gd name="connsiteY120-3388" fmla="*/ 983 h 10000"/>
              <a:gd name="connsiteX121-3389" fmla="*/ 1671 w 9362"/>
              <a:gd name="connsiteY121-3390" fmla="*/ 891 h 10000"/>
              <a:gd name="connsiteX122-3391" fmla="*/ 2210 w 9362"/>
              <a:gd name="connsiteY122-3392" fmla="*/ 891 h 10000"/>
              <a:gd name="connsiteX123-3393" fmla="*/ 2629 w 9362"/>
              <a:gd name="connsiteY123-3394" fmla="*/ 779 h 10000"/>
              <a:gd name="connsiteX124-3395" fmla="*/ 3146 w 9362"/>
              <a:gd name="connsiteY124-3396" fmla="*/ 779 h 10000"/>
              <a:gd name="connsiteX125-3397" fmla="*/ 3466 w 9362"/>
              <a:gd name="connsiteY125-3398" fmla="*/ 779 h 10000"/>
              <a:gd name="connsiteX126-3399" fmla="*/ 3884 w 9362"/>
              <a:gd name="connsiteY126-3400" fmla="*/ 686 h 10000"/>
              <a:gd name="connsiteX127-3401" fmla="*/ 4203 w 9362"/>
              <a:gd name="connsiteY127-3402" fmla="*/ 686 h 10000"/>
              <a:gd name="connsiteX128-3403" fmla="*/ 4721 w 9362"/>
              <a:gd name="connsiteY128-3404" fmla="*/ 594 h 10000"/>
              <a:gd name="connsiteX129-3405" fmla="*/ 5259 w 9362"/>
              <a:gd name="connsiteY129-3406" fmla="*/ 594 h 10000"/>
              <a:gd name="connsiteX130-3407" fmla="*/ 5676 w 9362"/>
              <a:gd name="connsiteY130-3408" fmla="*/ 482 h 10000"/>
              <a:gd name="connsiteX131-3409" fmla="*/ 6094 w 9362"/>
              <a:gd name="connsiteY131-3410" fmla="*/ 482 h 10000"/>
              <a:gd name="connsiteX132-3411" fmla="*/ 6314 w 9362"/>
              <a:gd name="connsiteY132-3412" fmla="*/ 390 h 10000"/>
              <a:gd name="connsiteX133-3413" fmla="*/ 6512 w 9362"/>
              <a:gd name="connsiteY133-3414" fmla="*/ 297 h 10000"/>
              <a:gd name="connsiteX134-3415" fmla="*/ 6731 w 9362"/>
              <a:gd name="connsiteY134-3416" fmla="*/ 297 h 10000"/>
              <a:gd name="connsiteX135-3417" fmla="*/ 6731 w 9362"/>
              <a:gd name="connsiteY135-3418" fmla="*/ 204 h 10000"/>
              <a:gd name="connsiteX136-3419" fmla="*/ 6731 w 9362"/>
              <a:gd name="connsiteY136-3420" fmla="*/ 204 h 10000"/>
              <a:gd name="connsiteX0-3421" fmla="*/ 6529 w 9339"/>
              <a:gd name="connsiteY0-3422" fmla="*/ 204 h 10000"/>
              <a:gd name="connsiteX1-3423" fmla="*/ 6639 w 9339"/>
              <a:gd name="connsiteY1-3424" fmla="*/ 93 h 10000"/>
              <a:gd name="connsiteX2-3425" fmla="*/ 6874 w 9339"/>
              <a:gd name="connsiteY2-3426" fmla="*/ 93 h 10000"/>
              <a:gd name="connsiteX3-3427" fmla="*/ 6977 w 9339"/>
              <a:gd name="connsiteY3-3428" fmla="*/ 0 h 10000"/>
              <a:gd name="connsiteX4-3429" fmla="*/ 7083 w 9339"/>
              <a:gd name="connsiteY4-3430" fmla="*/ 0 h 10000"/>
              <a:gd name="connsiteX5-3431" fmla="*/ 7318 w 9339"/>
              <a:gd name="connsiteY5-3432" fmla="*/ 93 h 10000"/>
              <a:gd name="connsiteX6-3433" fmla="*/ 7658 w 9339"/>
              <a:gd name="connsiteY6-3434" fmla="*/ 204 h 10000"/>
              <a:gd name="connsiteX7-3435" fmla="*/ 7763 w 9339"/>
              <a:gd name="connsiteY7-3436" fmla="*/ 297 h 10000"/>
              <a:gd name="connsiteX8-3437" fmla="*/ 7977 w 9339"/>
              <a:gd name="connsiteY8-3438" fmla="*/ 482 h 10000"/>
              <a:gd name="connsiteX9-3439" fmla="*/ 8102 w 9339"/>
              <a:gd name="connsiteY9-3440" fmla="*/ 594 h 10000"/>
              <a:gd name="connsiteX10-3441" fmla="*/ 8319 w 9339"/>
              <a:gd name="connsiteY10-3442" fmla="*/ 686 h 10000"/>
              <a:gd name="connsiteX11-3443" fmla="*/ 8552 w 9339"/>
              <a:gd name="connsiteY11-3444" fmla="*/ 891 h 10000"/>
              <a:gd name="connsiteX12-3445" fmla="*/ 8764 w 9339"/>
              <a:gd name="connsiteY12-3446" fmla="*/ 983 h 10000"/>
              <a:gd name="connsiteX13-3447" fmla="*/ 8891 w 9339"/>
              <a:gd name="connsiteY13-3448" fmla="*/ 1169 h 10000"/>
              <a:gd name="connsiteX14-3449" fmla="*/ 9105 w 9339"/>
              <a:gd name="connsiteY14-3450" fmla="*/ 1280 h 10000"/>
              <a:gd name="connsiteX15-3451" fmla="*/ 9211 w 9339"/>
              <a:gd name="connsiteY15-3452" fmla="*/ 1373 h 10000"/>
              <a:gd name="connsiteX16-3453" fmla="*/ 9211 w 9339"/>
              <a:gd name="connsiteY16-3454" fmla="*/ 1466 h 10000"/>
              <a:gd name="connsiteX17-3455" fmla="*/ 9339 w 9339"/>
              <a:gd name="connsiteY17-3456" fmla="*/ 1466 h 10000"/>
              <a:gd name="connsiteX18-3457" fmla="*/ 9339 w 9339"/>
              <a:gd name="connsiteY18-3458" fmla="*/ 1577 h 10000"/>
              <a:gd name="connsiteX19-3459" fmla="*/ 9339 w 9339"/>
              <a:gd name="connsiteY19-3460" fmla="*/ 1670 h 10000"/>
              <a:gd name="connsiteX20-3461" fmla="*/ 9211 w 9339"/>
              <a:gd name="connsiteY20-3462" fmla="*/ 1763 h 10000"/>
              <a:gd name="connsiteX21-3463" fmla="*/ 9105 w 9339"/>
              <a:gd name="connsiteY21-3464" fmla="*/ 1763 h 10000"/>
              <a:gd name="connsiteX22-3465" fmla="*/ 8999 w 9339"/>
              <a:gd name="connsiteY22-3466" fmla="*/ 1855 h 10000"/>
              <a:gd name="connsiteX23-3467" fmla="*/ 8891 w 9339"/>
              <a:gd name="connsiteY23-3468" fmla="*/ 1855 h 10000"/>
              <a:gd name="connsiteX24-3469" fmla="*/ 8891 w 9339"/>
              <a:gd name="connsiteY24-3470" fmla="*/ 1967 h 10000"/>
              <a:gd name="connsiteX25-3471" fmla="*/ 8764 w 9339"/>
              <a:gd name="connsiteY25-3472" fmla="*/ 2059 h 10000"/>
              <a:gd name="connsiteX26-3473" fmla="*/ 8658 w 9339"/>
              <a:gd name="connsiteY26-3474" fmla="*/ 2263 h 10000"/>
              <a:gd name="connsiteX27-3475" fmla="*/ 8658 w 9339"/>
              <a:gd name="connsiteY27-3476" fmla="*/ 2449 h 10000"/>
              <a:gd name="connsiteX28-3477" fmla="*/ 8552 w 9339"/>
              <a:gd name="connsiteY28-3478" fmla="*/ 2653 h 10000"/>
              <a:gd name="connsiteX29-3479" fmla="*/ 8552 w 9339"/>
              <a:gd name="connsiteY29-3480" fmla="*/ 2950 h 10000"/>
              <a:gd name="connsiteX30-3481" fmla="*/ 8552 w 9339"/>
              <a:gd name="connsiteY30-3482" fmla="*/ 3135 h 10000"/>
              <a:gd name="connsiteX31-3483" fmla="*/ 8424 w 9339"/>
              <a:gd name="connsiteY31-3484" fmla="*/ 3432 h 10000"/>
              <a:gd name="connsiteX32-3485" fmla="*/ 8424 w 9339"/>
              <a:gd name="connsiteY32-3486" fmla="*/ 3822 h 10000"/>
              <a:gd name="connsiteX33-3487" fmla="*/ 8319 w 9339"/>
              <a:gd name="connsiteY33-3488" fmla="*/ 4119 h 10000"/>
              <a:gd name="connsiteX34-3489" fmla="*/ 8212 w 9339"/>
              <a:gd name="connsiteY34-3490" fmla="*/ 4508 h 10000"/>
              <a:gd name="connsiteX35-3491" fmla="*/ 8102 w 9339"/>
              <a:gd name="connsiteY35-3492" fmla="*/ 4898 h 10000"/>
              <a:gd name="connsiteX36-3493" fmla="*/ 7977 w 9339"/>
              <a:gd name="connsiteY36-3494" fmla="*/ 5288 h 10000"/>
              <a:gd name="connsiteX37-3495" fmla="*/ 7763 w 9339"/>
              <a:gd name="connsiteY37-3496" fmla="*/ 6178 h 10000"/>
              <a:gd name="connsiteX38-3497" fmla="*/ 7658 w 9339"/>
              <a:gd name="connsiteY38-3498" fmla="*/ 6568 h 10000"/>
              <a:gd name="connsiteX39-3499" fmla="*/ 7533 w 9339"/>
              <a:gd name="connsiteY39-3500" fmla="*/ 6957 h 10000"/>
              <a:gd name="connsiteX40-3501" fmla="*/ 7425 w 9339"/>
              <a:gd name="connsiteY40-3502" fmla="*/ 7347 h 10000"/>
              <a:gd name="connsiteX41-3503" fmla="*/ 7318 w 9339"/>
              <a:gd name="connsiteY41-3504" fmla="*/ 7737 h 10000"/>
              <a:gd name="connsiteX42-3505" fmla="*/ 7189 w 9339"/>
              <a:gd name="connsiteY42-3506" fmla="*/ 8033 h 10000"/>
              <a:gd name="connsiteX43-3507" fmla="*/ 7189 w 9339"/>
              <a:gd name="connsiteY43-3508" fmla="*/ 8237 h 10000"/>
              <a:gd name="connsiteX44-3509" fmla="*/ 7083 w 9339"/>
              <a:gd name="connsiteY44-3510" fmla="*/ 8534 h 10000"/>
              <a:gd name="connsiteX45-3511" fmla="*/ 6977 w 9339"/>
              <a:gd name="connsiteY45-3512" fmla="*/ 8720 h 10000"/>
              <a:gd name="connsiteX46-3513" fmla="*/ 6743 w 9339"/>
              <a:gd name="connsiteY46-3514" fmla="*/ 9017 h 10000"/>
              <a:gd name="connsiteX47-3515" fmla="*/ 6529 w 9339"/>
              <a:gd name="connsiteY47-3516" fmla="*/ 9314 h 10000"/>
              <a:gd name="connsiteX48-3517" fmla="*/ 6295 w 9339"/>
              <a:gd name="connsiteY48-3518" fmla="*/ 9610 h 10000"/>
              <a:gd name="connsiteX49-3519" fmla="*/ 6083 w 9339"/>
              <a:gd name="connsiteY49-3520" fmla="*/ 9703 h 10000"/>
              <a:gd name="connsiteX50-3521" fmla="*/ 5848 w 9339"/>
              <a:gd name="connsiteY50-3522" fmla="*/ 9889 h 10000"/>
              <a:gd name="connsiteX51-3523" fmla="*/ 5614 w 9339"/>
              <a:gd name="connsiteY51-3524" fmla="*/ 10000 h 10000"/>
              <a:gd name="connsiteX52-3525" fmla="*/ 5402 w 9339"/>
              <a:gd name="connsiteY52-3526" fmla="*/ 10000 h 10000"/>
              <a:gd name="connsiteX53-3527" fmla="*/ 5167 w 9339"/>
              <a:gd name="connsiteY53-3528" fmla="*/ 10000 h 10000"/>
              <a:gd name="connsiteX54-3529" fmla="*/ 5167 w 9339"/>
              <a:gd name="connsiteY54-3530" fmla="*/ 9889 h 10000"/>
              <a:gd name="connsiteX55-3531" fmla="*/ 5061 w 9339"/>
              <a:gd name="connsiteY55-3532" fmla="*/ 9889 h 10000"/>
              <a:gd name="connsiteX56-3533" fmla="*/ 5061 w 9339"/>
              <a:gd name="connsiteY56-3534" fmla="*/ 9796 h 10000"/>
              <a:gd name="connsiteX57-3535" fmla="*/ 5061 w 9339"/>
              <a:gd name="connsiteY57-3536" fmla="*/ 9610 h 10000"/>
              <a:gd name="connsiteX58-3537" fmla="*/ 5061 w 9339"/>
              <a:gd name="connsiteY58-3538" fmla="*/ 9499 h 10000"/>
              <a:gd name="connsiteX59-3539" fmla="*/ 5061 w 9339"/>
              <a:gd name="connsiteY59-3540" fmla="*/ 9406 h 10000"/>
              <a:gd name="connsiteX60-3541" fmla="*/ 5061 w 9339"/>
              <a:gd name="connsiteY60-3542" fmla="*/ 9202 h 10000"/>
              <a:gd name="connsiteX61-3543" fmla="*/ 5061 w 9339"/>
              <a:gd name="connsiteY61-3544" fmla="*/ 9017 h 10000"/>
              <a:gd name="connsiteX62-3545" fmla="*/ 4956 w 9339"/>
              <a:gd name="connsiteY62-3546" fmla="*/ 8813 h 10000"/>
              <a:gd name="connsiteX63-3547" fmla="*/ 4828 w 9339"/>
              <a:gd name="connsiteY63-3548" fmla="*/ 8534 h 10000"/>
              <a:gd name="connsiteX64-3549" fmla="*/ 4615 w 9339"/>
              <a:gd name="connsiteY64-3550" fmla="*/ 8126 h 10000"/>
              <a:gd name="connsiteX65-3551" fmla="*/ 4509 w 9339"/>
              <a:gd name="connsiteY65-3552" fmla="*/ 7737 h 10000"/>
              <a:gd name="connsiteX66-3553" fmla="*/ 4168 w 9339"/>
              <a:gd name="connsiteY66-3554" fmla="*/ 7347 h 10000"/>
              <a:gd name="connsiteX67-3555" fmla="*/ 3935 w 9339"/>
              <a:gd name="connsiteY67-3556" fmla="*/ 6753 h 10000"/>
              <a:gd name="connsiteX68-3557" fmla="*/ 4168 w 9339"/>
              <a:gd name="connsiteY68-3558" fmla="*/ 6957 h 10000"/>
              <a:gd name="connsiteX69-3559" fmla="*/ 4509 w 9339"/>
              <a:gd name="connsiteY69-3560" fmla="*/ 7161 h 10000"/>
              <a:gd name="connsiteX70-3561" fmla="*/ 4720 w 9339"/>
              <a:gd name="connsiteY70-3562" fmla="*/ 7347 h 10000"/>
              <a:gd name="connsiteX71-3563" fmla="*/ 4956 w 9339"/>
              <a:gd name="connsiteY71-3564" fmla="*/ 7440 h 10000"/>
              <a:gd name="connsiteX72-3565" fmla="*/ 5167 w 9339"/>
              <a:gd name="connsiteY72-3566" fmla="*/ 7551 h 10000"/>
              <a:gd name="connsiteX73-3567" fmla="*/ 5297 w 9339"/>
              <a:gd name="connsiteY73-3568" fmla="*/ 7551 h 10000"/>
              <a:gd name="connsiteX74-3569" fmla="*/ 5402 w 9339"/>
              <a:gd name="connsiteY74-3570" fmla="*/ 7644 h 10000"/>
              <a:gd name="connsiteX75-3571" fmla="*/ 5509 w 9339"/>
              <a:gd name="connsiteY75-3572" fmla="*/ 7644 h 10000"/>
              <a:gd name="connsiteX76-3573" fmla="*/ 5614 w 9339"/>
              <a:gd name="connsiteY76-3574" fmla="*/ 7644 h 10000"/>
              <a:gd name="connsiteX77-3575" fmla="*/ 5743 w 9339"/>
              <a:gd name="connsiteY77-3576" fmla="*/ 7644 h 10000"/>
              <a:gd name="connsiteX78-3577" fmla="*/ 5848 w 9339"/>
              <a:gd name="connsiteY78-3578" fmla="*/ 7551 h 10000"/>
              <a:gd name="connsiteX79-3579" fmla="*/ 5957 w 9339"/>
              <a:gd name="connsiteY79-3580" fmla="*/ 7440 h 10000"/>
              <a:gd name="connsiteX80-3581" fmla="*/ 5957 w 9339"/>
              <a:gd name="connsiteY80-3582" fmla="*/ 7347 h 10000"/>
              <a:gd name="connsiteX81-3583" fmla="*/ 6083 w 9339"/>
              <a:gd name="connsiteY81-3584" fmla="*/ 7254 h 10000"/>
              <a:gd name="connsiteX82-3585" fmla="*/ 6189 w 9339"/>
              <a:gd name="connsiteY82-3586" fmla="*/ 7050 h 10000"/>
              <a:gd name="connsiteX83-3587" fmla="*/ 6189 w 9339"/>
              <a:gd name="connsiteY83-3588" fmla="*/ 6865 h 10000"/>
              <a:gd name="connsiteX84-3589" fmla="*/ 6295 w 9339"/>
              <a:gd name="connsiteY84-3590" fmla="*/ 6660 h 10000"/>
              <a:gd name="connsiteX85-3591" fmla="*/ 6402 w 9339"/>
              <a:gd name="connsiteY85-3592" fmla="*/ 6364 h 10000"/>
              <a:gd name="connsiteX86-3593" fmla="*/ 6529 w 9339"/>
              <a:gd name="connsiteY86-3594" fmla="*/ 6067 h 10000"/>
              <a:gd name="connsiteX87-3595" fmla="*/ 6529 w 9339"/>
              <a:gd name="connsiteY87-3596" fmla="*/ 5677 h 10000"/>
              <a:gd name="connsiteX88-3597" fmla="*/ 6743 w 9339"/>
              <a:gd name="connsiteY88-3598" fmla="*/ 4991 h 10000"/>
              <a:gd name="connsiteX89-3599" fmla="*/ 6874 w 9339"/>
              <a:gd name="connsiteY89-3600" fmla="*/ 4212 h 10000"/>
              <a:gd name="connsiteX90-3601" fmla="*/ 6874 w 9339"/>
              <a:gd name="connsiteY90-3602" fmla="*/ 3525 h 10000"/>
              <a:gd name="connsiteX91-3603" fmla="*/ 6977 w 9339"/>
              <a:gd name="connsiteY91-3604" fmla="*/ 2839 h 10000"/>
              <a:gd name="connsiteX92-3605" fmla="*/ 6977 w 9339"/>
              <a:gd name="connsiteY92-3606" fmla="*/ 2542 h 10000"/>
              <a:gd name="connsiteX93-3607" fmla="*/ 6977 w 9339"/>
              <a:gd name="connsiteY93-3608" fmla="*/ 2263 h 10000"/>
              <a:gd name="connsiteX94-3609" fmla="*/ 6977 w 9339"/>
              <a:gd name="connsiteY94-3610" fmla="*/ 2059 h 10000"/>
              <a:gd name="connsiteX95-3611" fmla="*/ 6977 w 9339"/>
              <a:gd name="connsiteY95-3612" fmla="*/ 1855 h 10000"/>
              <a:gd name="connsiteX96-3613" fmla="*/ 6977 w 9339"/>
              <a:gd name="connsiteY96-3614" fmla="*/ 1670 h 10000"/>
              <a:gd name="connsiteX97-3615" fmla="*/ 6977 w 9339"/>
              <a:gd name="connsiteY97-3616" fmla="*/ 1577 h 10000"/>
              <a:gd name="connsiteX98-3617" fmla="*/ 6874 w 9339"/>
              <a:gd name="connsiteY98-3618" fmla="*/ 1466 h 10000"/>
              <a:gd name="connsiteX99-3619" fmla="*/ 6874 w 9339"/>
              <a:gd name="connsiteY99-3620" fmla="*/ 1373 h 10000"/>
              <a:gd name="connsiteX100-3621" fmla="*/ 6874 w 9339"/>
              <a:gd name="connsiteY100-3622" fmla="*/ 1280 h 10000"/>
              <a:gd name="connsiteX101-3623" fmla="*/ 6743 w 9339"/>
              <a:gd name="connsiteY101-3624" fmla="*/ 1280 h 10000"/>
              <a:gd name="connsiteX102-3625" fmla="*/ 6639 w 9339"/>
              <a:gd name="connsiteY102-3626" fmla="*/ 1169 h 10000"/>
              <a:gd name="connsiteX103-3627" fmla="*/ 6639 w 9339"/>
              <a:gd name="connsiteY103-3628" fmla="*/ 1169 h 10000"/>
              <a:gd name="connsiteX104-3629" fmla="*/ 6402 w 9339"/>
              <a:gd name="connsiteY104-3630" fmla="*/ 1169 h 10000"/>
              <a:gd name="connsiteX105-3631" fmla="*/ 6295 w 9339"/>
              <a:gd name="connsiteY105-3632" fmla="*/ 1169 h 10000"/>
              <a:gd name="connsiteX106-3633" fmla="*/ 6189 w 9339"/>
              <a:gd name="connsiteY106-3634" fmla="*/ 1169 h 10000"/>
              <a:gd name="connsiteX107-3635" fmla="*/ 5957 w 9339"/>
              <a:gd name="connsiteY107-3636" fmla="*/ 1169 h 10000"/>
              <a:gd name="connsiteX108-3637" fmla="*/ 5743 w 9339"/>
              <a:gd name="connsiteY108-3638" fmla="*/ 1169 h 10000"/>
              <a:gd name="connsiteX109-3639" fmla="*/ 5402 w 9339"/>
              <a:gd name="connsiteY109-3640" fmla="*/ 1169 h 10000"/>
              <a:gd name="connsiteX110-3641" fmla="*/ 5167 w 9339"/>
              <a:gd name="connsiteY110-3642" fmla="*/ 1169 h 10000"/>
              <a:gd name="connsiteX111-3643" fmla="*/ 4828 w 9339"/>
              <a:gd name="connsiteY111-3644" fmla="*/ 1169 h 10000"/>
              <a:gd name="connsiteX112-3645" fmla="*/ 4382 w 9339"/>
              <a:gd name="connsiteY112-3646" fmla="*/ 1169 h 10000"/>
              <a:gd name="connsiteX113-3647" fmla="*/ 3935 w 9339"/>
              <a:gd name="connsiteY113-3648" fmla="*/ 1280 h 10000"/>
              <a:gd name="connsiteX114-3649" fmla="*/ 3488 w 9339"/>
              <a:gd name="connsiteY114-3650" fmla="*/ 1280 h 10000"/>
              <a:gd name="connsiteX115-3651" fmla="*/ 2937 w 9339"/>
              <a:gd name="connsiteY115-3652" fmla="*/ 1373 h 10000"/>
              <a:gd name="connsiteX116-3653" fmla="*/ 1806 w 9339"/>
              <a:gd name="connsiteY116-3654" fmla="*/ 1466 h 10000"/>
              <a:gd name="connsiteX117-3655" fmla="*/ 678 w 9339"/>
              <a:gd name="connsiteY117-3656" fmla="*/ 1670 h 10000"/>
              <a:gd name="connsiteX118-3657" fmla="*/ 0 w 9339"/>
              <a:gd name="connsiteY118-3658" fmla="*/ 1076 h 10000"/>
              <a:gd name="connsiteX119-3659" fmla="*/ 572 w 9339"/>
              <a:gd name="connsiteY119-3660" fmla="*/ 983 h 10000"/>
              <a:gd name="connsiteX120-3661" fmla="*/ 1124 w 9339"/>
              <a:gd name="connsiteY120-3662" fmla="*/ 891 h 10000"/>
              <a:gd name="connsiteX121-3663" fmla="*/ 1700 w 9339"/>
              <a:gd name="connsiteY121-3664" fmla="*/ 891 h 10000"/>
              <a:gd name="connsiteX122-3665" fmla="*/ 2147 w 9339"/>
              <a:gd name="connsiteY122-3666" fmla="*/ 779 h 10000"/>
              <a:gd name="connsiteX123-3667" fmla="*/ 2699 w 9339"/>
              <a:gd name="connsiteY123-3668" fmla="*/ 779 h 10000"/>
              <a:gd name="connsiteX124-3669" fmla="*/ 3041 w 9339"/>
              <a:gd name="connsiteY124-3670" fmla="*/ 779 h 10000"/>
              <a:gd name="connsiteX125-3671" fmla="*/ 3488 w 9339"/>
              <a:gd name="connsiteY125-3672" fmla="*/ 686 h 10000"/>
              <a:gd name="connsiteX126-3673" fmla="*/ 3828 w 9339"/>
              <a:gd name="connsiteY126-3674" fmla="*/ 686 h 10000"/>
              <a:gd name="connsiteX127-3675" fmla="*/ 4382 w 9339"/>
              <a:gd name="connsiteY127-3676" fmla="*/ 594 h 10000"/>
              <a:gd name="connsiteX128-3677" fmla="*/ 4956 w 9339"/>
              <a:gd name="connsiteY128-3678" fmla="*/ 594 h 10000"/>
              <a:gd name="connsiteX129-3679" fmla="*/ 5402 w 9339"/>
              <a:gd name="connsiteY129-3680" fmla="*/ 482 h 10000"/>
              <a:gd name="connsiteX130-3681" fmla="*/ 5848 w 9339"/>
              <a:gd name="connsiteY130-3682" fmla="*/ 482 h 10000"/>
              <a:gd name="connsiteX131-3683" fmla="*/ 6083 w 9339"/>
              <a:gd name="connsiteY131-3684" fmla="*/ 390 h 10000"/>
              <a:gd name="connsiteX132-3685" fmla="*/ 6295 w 9339"/>
              <a:gd name="connsiteY132-3686" fmla="*/ 297 h 10000"/>
              <a:gd name="connsiteX133-3687" fmla="*/ 6529 w 9339"/>
              <a:gd name="connsiteY133-3688" fmla="*/ 297 h 10000"/>
              <a:gd name="connsiteX134-3689" fmla="*/ 6529 w 9339"/>
              <a:gd name="connsiteY134-3690" fmla="*/ 204 h 10000"/>
              <a:gd name="connsiteX135-3691" fmla="*/ 6529 w 9339"/>
              <a:gd name="connsiteY135-3692" fmla="*/ 204 h 10000"/>
              <a:gd name="connsiteX0-3693" fmla="*/ 6379 w 9388"/>
              <a:gd name="connsiteY0-3694" fmla="*/ 204 h 10000"/>
              <a:gd name="connsiteX1-3695" fmla="*/ 6497 w 9388"/>
              <a:gd name="connsiteY1-3696" fmla="*/ 93 h 10000"/>
              <a:gd name="connsiteX2-3697" fmla="*/ 6749 w 9388"/>
              <a:gd name="connsiteY2-3698" fmla="*/ 93 h 10000"/>
              <a:gd name="connsiteX3-3699" fmla="*/ 6859 w 9388"/>
              <a:gd name="connsiteY3-3700" fmla="*/ 0 h 10000"/>
              <a:gd name="connsiteX4-3701" fmla="*/ 6972 w 9388"/>
              <a:gd name="connsiteY4-3702" fmla="*/ 0 h 10000"/>
              <a:gd name="connsiteX5-3703" fmla="*/ 7224 w 9388"/>
              <a:gd name="connsiteY5-3704" fmla="*/ 93 h 10000"/>
              <a:gd name="connsiteX6-3705" fmla="*/ 7588 w 9388"/>
              <a:gd name="connsiteY6-3706" fmla="*/ 204 h 10000"/>
              <a:gd name="connsiteX7-3707" fmla="*/ 7700 w 9388"/>
              <a:gd name="connsiteY7-3708" fmla="*/ 297 h 10000"/>
              <a:gd name="connsiteX8-3709" fmla="*/ 7930 w 9388"/>
              <a:gd name="connsiteY8-3710" fmla="*/ 482 h 10000"/>
              <a:gd name="connsiteX9-3711" fmla="*/ 8063 w 9388"/>
              <a:gd name="connsiteY9-3712" fmla="*/ 594 h 10000"/>
              <a:gd name="connsiteX10-3713" fmla="*/ 8296 w 9388"/>
              <a:gd name="connsiteY10-3714" fmla="*/ 686 h 10000"/>
              <a:gd name="connsiteX11-3715" fmla="*/ 8545 w 9388"/>
              <a:gd name="connsiteY11-3716" fmla="*/ 891 h 10000"/>
              <a:gd name="connsiteX12-3717" fmla="*/ 8772 w 9388"/>
              <a:gd name="connsiteY12-3718" fmla="*/ 983 h 10000"/>
              <a:gd name="connsiteX13-3719" fmla="*/ 8908 w 9388"/>
              <a:gd name="connsiteY13-3720" fmla="*/ 1169 h 10000"/>
              <a:gd name="connsiteX14-3721" fmla="*/ 9137 w 9388"/>
              <a:gd name="connsiteY14-3722" fmla="*/ 1280 h 10000"/>
              <a:gd name="connsiteX15-3723" fmla="*/ 9251 w 9388"/>
              <a:gd name="connsiteY15-3724" fmla="*/ 1373 h 10000"/>
              <a:gd name="connsiteX16-3725" fmla="*/ 9251 w 9388"/>
              <a:gd name="connsiteY16-3726" fmla="*/ 1466 h 10000"/>
              <a:gd name="connsiteX17-3727" fmla="*/ 9388 w 9388"/>
              <a:gd name="connsiteY17-3728" fmla="*/ 1466 h 10000"/>
              <a:gd name="connsiteX18-3729" fmla="*/ 9388 w 9388"/>
              <a:gd name="connsiteY18-3730" fmla="*/ 1577 h 10000"/>
              <a:gd name="connsiteX19-3731" fmla="*/ 9388 w 9388"/>
              <a:gd name="connsiteY19-3732" fmla="*/ 1670 h 10000"/>
              <a:gd name="connsiteX20-3733" fmla="*/ 9251 w 9388"/>
              <a:gd name="connsiteY20-3734" fmla="*/ 1763 h 10000"/>
              <a:gd name="connsiteX21-3735" fmla="*/ 9137 w 9388"/>
              <a:gd name="connsiteY21-3736" fmla="*/ 1763 h 10000"/>
              <a:gd name="connsiteX22-3737" fmla="*/ 9024 w 9388"/>
              <a:gd name="connsiteY22-3738" fmla="*/ 1855 h 10000"/>
              <a:gd name="connsiteX23-3739" fmla="*/ 8908 w 9388"/>
              <a:gd name="connsiteY23-3740" fmla="*/ 1855 h 10000"/>
              <a:gd name="connsiteX24-3741" fmla="*/ 8908 w 9388"/>
              <a:gd name="connsiteY24-3742" fmla="*/ 1967 h 10000"/>
              <a:gd name="connsiteX25-3743" fmla="*/ 8772 w 9388"/>
              <a:gd name="connsiteY25-3744" fmla="*/ 2059 h 10000"/>
              <a:gd name="connsiteX26-3745" fmla="*/ 8659 w 9388"/>
              <a:gd name="connsiteY26-3746" fmla="*/ 2263 h 10000"/>
              <a:gd name="connsiteX27-3747" fmla="*/ 8659 w 9388"/>
              <a:gd name="connsiteY27-3748" fmla="*/ 2449 h 10000"/>
              <a:gd name="connsiteX28-3749" fmla="*/ 8545 w 9388"/>
              <a:gd name="connsiteY28-3750" fmla="*/ 2653 h 10000"/>
              <a:gd name="connsiteX29-3751" fmla="*/ 8545 w 9388"/>
              <a:gd name="connsiteY29-3752" fmla="*/ 2950 h 10000"/>
              <a:gd name="connsiteX30-3753" fmla="*/ 8545 w 9388"/>
              <a:gd name="connsiteY30-3754" fmla="*/ 3135 h 10000"/>
              <a:gd name="connsiteX31-3755" fmla="*/ 8408 w 9388"/>
              <a:gd name="connsiteY31-3756" fmla="*/ 3432 h 10000"/>
              <a:gd name="connsiteX32-3757" fmla="*/ 8408 w 9388"/>
              <a:gd name="connsiteY32-3758" fmla="*/ 3822 h 10000"/>
              <a:gd name="connsiteX33-3759" fmla="*/ 8296 w 9388"/>
              <a:gd name="connsiteY33-3760" fmla="*/ 4119 h 10000"/>
              <a:gd name="connsiteX34-3761" fmla="*/ 8181 w 9388"/>
              <a:gd name="connsiteY34-3762" fmla="*/ 4508 h 10000"/>
              <a:gd name="connsiteX35-3763" fmla="*/ 8063 w 9388"/>
              <a:gd name="connsiteY35-3764" fmla="*/ 4898 h 10000"/>
              <a:gd name="connsiteX36-3765" fmla="*/ 7930 w 9388"/>
              <a:gd name="connsiteY36-3766" fmla="*/ 5288 h 10000"/>
              <a:gd name="connsiteX37-3767" fmla="*/ 7700 w 9388"/>
              <a:gd name="connsiteY37-3768" fmla="*/ 6178 h 10000"/>
              <a:gd name="connsiteX38-3769" fmla="*/ 7588 w 9388"/>
              <a:gd name="connsiteY38-3770" fmla="*/ 6568 h 10000"/>
              <a:gd name="connsiteX39-3771" fmla="*/ 7454 w 9388"/>
              <a:gd name="connsiteY39-3772" fmla="*/ 6957 h 10000"/>
              <a:gd name="connsiteX40-3773" fmla="*/ 7339 w 9388"/>
              <a:gd name="connsiteY40-3774" fmla="*/ 7347 h 10000"/>
              <a:gd name="connsiteX41-3775" fmla="*/ 7224 w 9388"/>
              <a:gd name="connsiteY41-3776" fmla="*/ 7737 h 10000"/>
              <a:gd name="connsiteX42-3777" fmla="*/ 7086 w 9388"/>
              <a:gd name="connsiteY42-3778" fmla="*/ 8033 h 10000"/>
              <a:gd name="connsiteX43-3779" fmla="*/ 7086 w 9388"/>
              <a:gd name="connsiteY43-3780" fmla="*/ 8237 h 10000"/>
              <a:gd name="connsiteX44-3781" fmla="*/ 6972 w 9388"/>
              <a:gd name="connsiteY44-3782" fmla="*/ 8534 h 10000"/>
              <a:gd name="connsiteX45-3783" fmla="*/ 6859 w 9388"/>
              <a:gd name="connsiteY45-3784" fmla="*/ 8720 h 10000"/>
              <a:gd name="connsiteX46-3785" fmla="*/ 6608 w 9388"/>
              <a:gd name="connsiteY46-3786" fmla="*/ 9017 h 10000"/>
              <a:gd name="connsiteX47-3787" fmla="*/ 6379 w 9388"/>
              <a:gd name="connsiteY47-3788" fmla="*/ 9314 h 10000"/>
              <a:gd name="connsiteX48-3789" fmla="*/ 6129 w 9388"/>
              <a:gd name="connsiteY48-3790" fmla="*/ 9610 h 10000"/>
              <a:gd name="connsiteX49-3791" fmla="*/ 5902 w 9388"/>
              <a:gd name="connsiteY49-3792" fmla="*/ 9703 h 10000"/>
              <a:gd name="connsiteX50-3793" fmla="*/ 5650 w 9388"/>
              <a:gd name="connsiteY50-3794" fmla="*/ 9889 h 10000"/>
              <a:gd name="connsiteX51-3795" fmla="*/ 5399 w 9388"/>
              <a:gd name="connsiteY51-3796" fmla="*/ 10000 h 10000"/>
              <a:gd name="connsiteX52-3797" fmla="*/ 5172 w 9388"/>
              <a:gd name="connsiteY52-3798" fmla="*/ 10000 h 10000"/>
              <a:gd name="connsiteX53-3799" fmla="*/ 4921 w 9388"/>
              <a:gd name="connsiteY53-3800" fmla="*/ 10000 h 10000"/>
              <a:gd name="connsiteX54-3801" fmla="*/ 4921 w 9388"/>
              <a:gd name="connsiteY54-3802" fmla="*/ 9889 h 10000"/>
              <a:gd name="connsiteX55-3803" fmla="*/ 4807 w 9388"/>
              <a:gd name="connsiteY55-3804" fmla="*/ 9889 h 10000"/>
              <a:gd name="connsiteX56-3805" fmla="*/ 4807 w 9388"/>
              <a:gd name="connsiteY56-3806" fmla="*/ 9796 h 10000"/>
              <a:gd name="connsiteX57-3807" fmla="*/ 4807 w 9388"/>
              <a:gd name="connsiteY57-3808" fmla="*/ 9610 h 10000"/>
              <a:gd name="connsiteX58-3809" fmla="*/ 4807 w 9388"/>
              <a:gd name="connsiteY58-3810" fmla="*/ 9499 h 10000"/>
              <a:gd name="connsiteX59-3811" fmla="*/ 4807 w 9388"/>
              <a:gd name="connsiteY59-3812" fmla="*/ 9406 h 10000"/>
              <a:gd name="connsiteX60-3813" fmla="*/ 4807 w 9388"/>
              <a:gd name="connsiteY60-3814" fmla="*/ 9202 h 10000"/>
              <a:gd name="connsiteX61-3815" fmla="*/ 4807 w 9388"/>
              <a:gd name="connsiteY61-3816" fmla="*/ 9017 h 10000"/>
              <a:gd name="connsiteX62-3817" fmla="*/ 4695 w 9388"/>
              <a:gd name="connsiteY62-3818" fmla="*/ 8813 h 10000"/>
              <a:gd name="connsiteX63-3819" fmla="*/ 4558 w 9388"/>
              <a:gd name="connsiteY63-3820" fmla="*/ 8534 h 10000"/>
              <a:gd name="connsiteX64-3821" fmla="*/ 4330 w 9388"/>
              <a:gd name="connsiteY64-3822" fmla="*/ 8126 h 10000"/>
              <a:gd name="connsiteX65-3823" fmla="*/ 4216 w 9388"/>
              <a:gd name="connsiteY65-3824" fmla="*/ 7737 h 10000"/>
              <a:gd name="connsiteX66-3825" fmla="*/ 3851 w 9388"/>
              <a:gd name="connsiteY66-3826" fmla="*/ 7347 h 10000"/>
              <a:gd name="connsiteX67-3827" fmla="*/ 3602 w 9388"/>
              <a:gd name="connsiteY67-3828" fmla="*/ 6753 h 10000"/>
              <a:gd name="connsiteX68-3829" fmla="*/ 3851 w 9388"/>
              <a:gd name="connsiteY68-3830" fmla="*/ 6957 h 10000"/>
              <a:gd name="connsiteX69-3831" fmla="*/ 4216 w 9388"/>
              <a:gd name="connsiteY69-3832" fmla="*/ 7161 h 10000"/>
              <a:gd name="connsiteX70-3833" fmla="*/ 4442 w 9388"/>
              <a:gd name="connsiteY70-3834" fmla="*/ 7347 h 10000"/>
              <a:gd name="connsiteX71-3835" fmla="*/ 4695 w 9388"/>
              <a:gd name="connsiteY71-3836" fmla="*/ 7440 h 10000"/>
              <a:gd name="connsiteX72-3837" fmla="*/ 4921 w 9388"/>
              <a:gd name="connsiteY72-3838" fmla="*/ 7551 h 10000"/>
              <a:gd name="connsiteX73-3839" fmla="*/ 5060 w 9388"/>
              <a:gd name="connsiteY73-3840" fmla="*/ 7551 h 10000"/>
              <a:gd name="connsiteX74-3841" fmla="*/ 5172 w 9388"/>
              <a:gd name="connsiteY74-3842" fmla="*/ 7644 h 10000"/>
              <a:gd name="connsiteX75-3843" fmla="*/ 5287 w 9388"/>
              <a:gd name="connsiteY75-3844" fmla="*/ 7644 h 10000"/>
              <a:gd name="connsiteX76-3845" fmla="*/ 5399 w 9388"/>
              <a:gd name="connsiteY76-3846" fmla="*/ 7644 h 10000"/>
              <a:gd name="connsiteX77-3847" fmla="*/ 5537 w 9388"/>
              <a:gd name="connsiteY77-3848" fmla="*/ 7644 h 10000"/>
              <a:gd name="connsiteX78-3849" fmla="*/ 5650 w 9388"/>
              <a:gd name="connsiteY78-3850" fmla="*/ 7551 h 10000"/>
              <a:gd name="connsiteX79-3851" fmla="*/ 5767 w 9388"/>
              <a:gd name="connsiteY79-3852" fmla="*/ 7440 h 10000"/>
              <a:gd name="connsiteX80-3853" fmla="*/ 5767 w 9388"/>
              <a:gd name="connsiteY80-3854" fmla="*/ 7347 h 10000"/>
              <a:gd name="connsiteX81-3855" fmla="*/ 5902 w 9388"/>
              <a:gd name="connsiteY81-3856" fmla="*/ 7254 h 10000"/>
              <a:gd name="connsiteX82-3857" fmla="*/ 6015 w 9388"/>
              <a:gd name="connsiteY82-3858" fmla="*/ 7050 h 10000"/>
              <a:gd name="connsiteX83-3859" fmla="*/ 6015 w 9388"/>
              <a:gd name="connsiteY83-3860" fmla="*/ 6865 h 10000"/>
              <a:gd name="connsiteX84-3861" fmla="*/ 6129 w 9388"/>
              <a:gd name="connsiteY84-3862" fmla="*/ 6660 h 10000"/>
              <a:gd name="connsiteX85-3863" fmla="*/ 6243 w 9388"/>
              <a:gd name="connsiteY85-3864" fmla="*/ 6364 h 10000"/>
              <a:gd name="connsiteX86-3865" fmla="*/ 6379 w 9388"/>
              <a:gd name="connsiteY86-3866" fmla="*/ 6067 h 10000"/>
              <a:gd name="connsiteX87-3867" fmla="*/ 6379 w 9388"/>
              <a:gd name="connsiteY87-3868" fmla="*/ 5677 h 10000"/>
              <a:gd name="connsiteX88-3869" fmla="*/ 6608 w 9388"/>
              <a:gd name="connsiteY88-3870" fmla="*/ 4991 h 10000"/>
              <a:gd name="connsiteX89-3871" fmla="*/ 6749 w 9388"/>
              <a:gd name="connsiteY89-3872" fmla="*/ 4212 h 10000"/>
              <a:gd name="connsiteX90-3873" fmla="*/ 6749 w 9388"/>
              <a:gd name="connsiteY90-3874" fmla="*/ 3525 h 10000"/>
              <a:gd name="connsiteX91-3875" fmla="*/ 6859 w 9388"/>
              <a:gd name="connsiteY91-3876" fmla="*/ 2839 h 10000"/>
              <a:gd name="connsiteX92-3877" fmla="*/ 6859 w 9388"/>
              <a:gd name="connsiteY92-3878" fmla="*/ 2542 h 10000"/>
              <a:gd name="connsiteX93-3879" fmla="*/ 6859 w 9388"/>
              <a:gd name="connsiteY93-3880" fmla="*/ 2263 h 10000"/>
              <a:gd name="connsiteX94-3881" fmla="*/ 6859 w 9388"/>
              <a:gd name="connsiteY94-3882" fmla="*/ 2059 h 10000"/>
              <a:gd name="connsiteX95-3883" fmla="*/ 6859 w 9388"/>
              <a:gd name="connsiteY95-3884" fmla="*/ 1855 h 10000"/>
              <a:gd name="connsiteX96-3885" fmla="*/ 6859 w 9388"/>
              <a:gd name="connsiteY96-3886" fmla="*/ 1670 h 10000"/>
              <a:gd name="connsiteX97-3887" fmla="*/ 6859 w 9388"/>
              <a:gd name="connsiteY97-3888" fmla="*/ 1577 h 10000"/>
              <a:gd name="connsiteX98-3889" fmla="*/ 6749 w 9388"/>
              <a:gd name="connsiteY98-3890" fmla="*/ 1466 h 10000"/>
              <a:gd name="connsiteX99-3891" fmla="*/ 6749 w 9388"/>
              <a:gd name="connsiteY99-3892" fmla="*/ 1373 h 10000"/>
              <a:gd name="connsiteX100-3893" fmla="*/ 6749 w 9388"/>
              <a:gd name="connsiteY100-3894" fmla="*/ 1280 h 10000"/>
              <a:gd name="connsiteX101-3895" fmla="*/ 6608 w 9388"/>
              <a:gd name="connsiteY101-3896" fmla="*/ 1280 h 10000"/>
              <a:gd name="connsiteX102-3897" fmla="*/ 6497 w 9388"/>
              <a:gd name="connsiteY102-3898" fmla="*/ 1169 h 10000"/>
              <a:gd name="connsiteX103-3899" fmla="*/ 6497 w 9388"/>
              <a:gd name="connsiteY103-3900" fmla="*/ 1169 h 10000"/>
              <a:gd name="connsiteX104-3901" fmla="*/ 6243 w 9388"/>
              <a:gd name="connsiteY104-3902" fmla="*/ 1169 h 10000"/>
              <a:gd name="connsiteX105-3903" fmla="*/ 6129 w 9388"/>
              <a:gd name="connsiteY105-3904" fmla="*/ 1169 h 10000"/>
              <a:gd name="connsiteX106-3905" fmla="*/ 6015 w 9388"/>
              <a:gd name="connsiteY106-3906" fmla="*/ 1169 h 10000"/>
              <a:gd name="connsiteX107-3907" fmla="*/ 5767 w 9388"/>
              <a:gd name="connsiteY107-3908" fmla="*/ 1169 h 10000"/>
              <a:gd name="connsiteX108-3909" fmla="*/ 5537 w 9388"/>
              <a:gd name="connsiteY108-3910" fmla="*/ 1169 h 10000"/>
              <a:gd name="connsiteX109-3911" fmla="*/ 5172 w 9388"/>
              <a:gd name="connsiteY109-3912" fmla="*/ 1169 h 10000"/>
              <a:gd name="connsiteX110-3913" fmla="*/ 4921 w 9388"/>
              <a:gd name="connsiteY110-3914" fmla="*/ 1169 h 10000"/>
              <a:gd name="connsiteX111-3915" fmla="*/ 4558 w 9388"/>
              <a:gd name="connsiteY111-3916" fmla="*/ 1169 h 10000"/>
              <a:gd name="connsiteX112-3917" fmla="*/ 4080 w 9388"/>
              <a:gd name="connsiteY112-3918" fmla="*/ 1169 h 10000"/>
              <a:gd name="connsiteX113-3919" fmla="*/ 3602 w 9388"/>
              <a:gd name="connsiteY113-3920" fmla="*/ 1280 h 10000"/>
              <a:gd name="connsiteX114-3921" fmla="*/ 3123 w 9388"/>
              <a:gd name="connsiteY114-3922" fmla="*/ 1280 h 10000"/>
              <a:gd name="connsiteX115-3923" fmla="*/ 2533 w 9388"/>
              <a:gd name="connsiteY115-3924" fmla="*/ 1373 h 10000"/>
              <a:gd name="connsiteX116-3925" fmla="*/ 1322 w 9388"/>
              <a:gd name="connsiteY116-3926" fmla="*/ 1466 h 10000"/>
              <a:gd name="connsiteX117-3927" fmla="*/ 114 w 9388"/>
              <a:gd name="connsiteY117-3928" fmla="*/ 1670 h 10000"/>
              <a:gd name="connsiteX118-3929" fmla="*/ 0 w 9388"/>
              <a:gd name="connsiteY118-3930" fmla="*/ 983 h 10000"/>
              <a:gd name="connsiteX119-3931" fmla="*/ 592 w 9388"/>
              <a:gd name="connsiteY119-3932" fmla="*/ 891 h 10000"/>
              <a:gd name="connsiteX120-3933" fmla="*/ 1208 w 9388"/>
              <a:gd name="connsiteY120-3934" fmla="*/ 891 h 10000"/>
              <a:gd name="connsiteX121-3935" fmla="*/ 1687 w 9388"/>
              <a:gd name="connsiteY121-3936" fmla="*/ 779 h 10000"/>
              <a:gd name="connsiteX122-3937" fmla="*/ 2278 w 9388"/>
              <a:gd name="connsiteY122-3938" fmla="*/ 779 h 10000"/>
              <a:gd name="connsiteX123-3939" fmla="*/ 2644 w 9388"/>
              <a:gd name="connsiteY123-3940" fmla="*/ 779 h 10000"/>
              <a:gd name="connsiteX124-3941" fmla="*/ 3123 w 9388"/>
              <a:gd name="connsiteY124-3942" fmla="*/ 686 h 10000"/>
              <a:gd name="connsiteX125-3943" fmla="*/ 3487 w 9388"/>
              <a:gd name="connsiteY125-3944" fmla="*/ 686 h 10000"/>
              <a:gd name="connsiteX126-3945" fmla="*/ 4080 w 9388"/>
              <a:gd name="connsiteY126-3946" fmla="*/ 594 h 10000"/>
              <a:gd name="connsiteX127-3947" fmla="*/ 4695 w 9388"/>
              <a:gd name="connsiteY127-3948" fmla="*/ 594 h 10000"/>
              <a:gd name="connsiteX128-3949" fmla="*/ 5172 w 9388"/>
              <a:gd name="connsiteY128-3950" fmla="*/ 482 h 10000"/>
              <a:gd name="connsiteX129-3951" fmla="*/ 5650 w 9388"/>
              <a:gd name="connsiteY129-3952" fmla="*/ 482 h 10000"/>
              <a:gd name="connsiteX130-3953" fmla="*/ 5902 w 9388"/>
              <a:gd name="connsiteY130-3954" fmla="*/ 390 h 10000"/>
              <a:gd name="connsiteX131-3955" fmla="*/ 6129 w 9388"/>
              <a:gd name="connsiteY131-3956" fmla="*/ 297 h 10000"/>
              <a:gd name="connsiteX132-3957" fmla="*/ 6379 w 9388"/>
              <a:gd name="connsiteY132-3958" fmla="*/ 297 h 10000"/>
              <a:gd name="connsiteX133-3959" fmla="*/ 6379 w 9388"/>
              <a:gd name="connsiteY133-3960" fmla="*/ 204 h 10000"/>
              <a:gd name="connsiteX134-3961" fmla="*/ 6379 w 9388"/>
              <a:gd name="connsiteY134-3962" fmla="*/ 204 h 10000"/>
              <a:gd name="connsiteX0-3963" fmla="*/ 6795 w 10000"/>
              <a:gd name="connsiteY0-3964" fmla="*/ 204 h 10000"/>
              <a:gd name="connsiteX1-3965" fmla="*/ 6921 w 10000"/>
              <a:gd name="connsiteY1-3966" fmla="*/ 93 h 10000"/>
              <a:gd name="connsiteX2-3967" fmla="*/ 7189 w 10000"/>
              <a:gd name="connsiteY2-3968" fmla="*/ 93 h 10000"/>
              <a:gd name="connsiteX3-3969" fmla="*/ 7306 w 10000"/>
              <a:gd name="connsiteY3-3970" fmla="*/ 0 h 10000"/>
              <a:gd name="connsiteX4-3971" fmla="*/ 7427 w 10000"/>
              <a:gd name="connsiteY4-3972" fmla="*/ 0 h 10000"/>
              <a:gd name="connsiteX5-3973" fmla="*/ 7695 w 10000"/>
              <a:gd name="connsiteY5-3974" fmla="*/ 93 h 10000"/>
              <a:gd name="connsiteX6-3975" fmla="*/ 8083 w 10000"/>
              <a:gd name="connsiteY6-3976" fmla="*/ 204 h 10000"/>
              <a:gd name="connsiteX7-3977" fmla="*/ 8202 w 10000"/>
              <a:gd name="connsiteY7-3978" fmla="*/ 297 h 10000"/>
              <a:gd name="connsiteX8-3979" fmla="*/ 8447 w 10000"/>
              <a:gd name="connsiteY8-3980" fmla="*/ 482 h 10000"/>
              <a:gd name="connsiteX9-3981" fmla="*/ 8589 w 10000"/>
              <a:gd name="connsiteY9-3982" fmla="*/ 594 h 10000"/>
              <a:gd name="connsiteX10-3983" fmla="*/ 8837 w 10000"/>
              <a:gd name="connsiteY10-3984" fmla="*/ 686 h 10000"/>
              <a:gd name="connsiteX11-3985" fmla="*/ 9102 w 10000"/>
              <a:gd name="connsiteY11-3986" fmla="*/ 891 h 10000"/>
              <a:gd name="connsiteX12-3987" fmla="*/ 9344 w 10000"/>
              <a:gd name="connsiteY12-3988" fmla="*/ 983 h 10000"/>
              <a:gd name="connsiteX13-3989" fmla="*/ 9489 w 10000"/>
              <a:gd name="connsiteY13-3990" fmla="*/ 1169 h 10000"/>
              <a:gd name="connsiteX14-3991" fmla="*/ 9733 w 10000"/>
              <a:gd name="connsiteY14-3992" fmla="*/ 1280 h 10000"/>
              <a:gd name="connsiteX15-3993" fmla="*/ 9854 w 10000"/>
              <a:gd name="connsiteY15-3994" fmla="*/ 1373 h 10000"/>
              <a:gd name="connsiteX16-3995" fmla="*/ 9854 w 10000"/>
              <a:gd name="connsiteY16-3996" fmla="*/ 1466 h 10000"/>
              <a:gd name="connsiteX17-3997" fmla="*/ 10000 w 10000"/>
              <a:gd name="connsiteY17-3998" fmla="*/ 1466 h 10000"/>
              <a:gd name="connsiteX18-3999" fmla="*/ 10000 w 10000"/>
              <a:gd name="connsiteY18-4000" fmla="*/ 1577 h 10000"/>
              <a:gd name="connsiteX19-4001" fmla="*/ 10000 w 10000"/>
              <a:gd name="connsiteY19-4002" fmla="*/ 1670 h 10000"/>
              <a:gd name="connsiteX20-4003" fmla="*/ 9854 w 10000"/>
              <a:gd name="connsiteY20-4004" fmla="*/ 1763 h 10000"/>
              <a:gd name="connsiteX21-4005" fmla="*/ 9733 w 10000"/>
              <a:gd name="connsiteY21-4006" fmla="*/ 1763 h 10000"/>
              <a:gd name="connsiteX22-4007" fmla="*/ 9612 w 10000"/>
              <a:gd name="connsiteY22-4008" fmla="*/ 1855 h 10000"/>
              <a:gd name="connsiteX23-4009" fmla="*/ 9489 w 10000"/>
              <a:gd name="connsiteY23-4010" fmla="*/ 1855 h 10000"/>
              <a:gd name="connsiteX24-4011" fmla="*/ 9489 w 10000"/>
              <a:gd name="connsiteY24-4012" fmla="*/ 1967 h 10000"/>
              <a:gd name="connsiteX25-4013" fmla="*/ 9344 w 10000"/>
              <a:gd name="connsiteY25-4014" fmla="*/ 2059 h 10000"/>
              <a:gd name="connsiteX26-4015" fmla="*/ 9223 w 10000"/>
              <a:gd name="connsiteY26-4016" fmla="*/ 2263 h 10000"/>
              <a:gd name="connsiteX27-4017" fmla="*/ 9223 w 10000"/>
              <a:gd name="connsiteY27-4018" fmla="*/ 2449 h 10000"/>
              <a:gd name="connsiteX28-4019" fmla="*/ 9102 w 10000"/>
              <a:gd name="connsiteY28-4020" fmla="*/ 2653 h 10000"/>
              <a:gd name="connsiteX29-4021" fmla="*/ 9102 w 10000"/>
              <a:gd name="connsiteY29-4022" fmla="*/ 2950 h 10000"/>
              <a:gd name="connsiteX30-4023" fmla="*/ 9102 w 10000"/>
              <a:gd name="connsiteY30-4024" fmla="*/ 3135 h 10000"/>
              <a:gd name="connsiteX31-4025" fmla="*/ 8956 w 10000"/>
              <a:gd name="connsiteY31-4026" fmla="*/ 3432 h 10000"/>
              <a:gd name="connsiteX32-4027" fmla="*/ 8956 w 10000"/>
              <a:gd name="connsiteY32-4028" fmla="*/ 3822 h 10000"/>
              <a:gd name="connsiteX33-4029" fmla="*/ 8837 w 10000"/>
              <a:gd name="connsiteY33-4030" fmla="*/ 4119 h 10000"/>
              <a:gd name="connsiteX34-4031" fmla="*/ 8714 w 10000"/>
              <a:gd name="connsiteY34-4032" fmla="*/ 4508 h 10000"/>
              <a:gd name="connsiteX35-4033" fmla="*/ 8589 w 10000"/>
              <a:gd name="connsiteY35-4034" fmla="*/ 4898 h 10000"/>
              <a:gd name="connsiteX36-4035" fmla="*/ 8447 w 10000"/>
              <a:gd name="connsiteY36-4036" fmla="*/ 5288 h 10000"/>
              <a:gd name="connsiteX37-4037" fmla="*/ 8202 w 10000"/>
              <a:gd name="connsiteY37-4038" fmla="*/ 6178 h 10000"/>
              <a:gd name="connsiteX38-4039" fmla="*/ 8083 w 10000"/>
              <a:gd name="connsiteY38-4040" fmla="*/ 6568 h 10000"/>
              <a:gd name="connsiteX39-4041" fmla="*/ 7940 w 10000"/>
              <a:gd name="connsiteY39-4042" fmla="*/ 6957 h 10000"/>
              <a:gd name="connsiteX40-4043" fmla="*/ 7817 w 10000"/>
              <a:gd name="connsiteY40-4044" fmla="*/ 7347 h 10000"/>
              <a:gd name="connsiteX41-4045" fmla="*/ 7695 w 10000"/>
              <a:gd name="connsiteY41-4046" fmla="*/ 7737 h 10000"/>
              <a:gd name="connsiteX42-4047" fmla="*/ 7548 w 10000"/>
              <a:gd name="connsiteY42-4048" fmla="*/ 8033 h 10000"/>
              <a:gd name="connsiteX43-4049" fmla="*/ 7548 w 10000"/>
              <a:gd name="connsiteY43-4050" fmla="*/ 8237 h 10000"/>
              <a:gd name="connsiteX44-4051" fmla="*/ 7427 w 10000"/>
              <a:gd name="connsiteY44-4052" fmla="*/ 8534 h 10000"/>
              <a:gd name="connsiteX45-4053" fmla="*/ 7306 w 10000"/>
              <a:gd name="connsiteY45-4054" fmla="*/ 8720 h 10000"/>
              <a:gd name="connsiteX46-4055" fmla="*/ 7039 w 10000"/>
              <a:gd name="connsiteY46-4056" fmla="*/ 9017 h 10000"/>
              <a:gd name="connsiteX47-4057" fmla="*/ 6795 w 10000"/>
              <a:gd name="connsiteY47-4058" fmla="*/ 9314 h 10000"/>
              <a:gd name="connsiteX48-4059" fmla="*/ 6529 w 10000"/>
              <a:gd name="connsiteY48-4060" fmla="*/ 9610 h 10000"/>
              <a:gd name="connsiteX49-4061" fmla="*/ 6287 w 10000"/>
              <a:gd name="connsiteY49-4062" fmla="*/ 9703 h 10000"/>
              <a:gd name="connsiteX50-4063" fmla="*/ 6018 w 10000"/>
              <a:gd name="connsiteY50-4064" fmla="*/ 9889 h 10000"/>
              <a:gd name="connsiteX51-4065" fmla="*/ 5751 w 10000"/>
              <a:gd name="connsiteY51-4066" fmla="*/ 10000 h 10000"/>
              <a:gd name="connsiteX52-4067" fmla="*/ 5509 w 10000"/>
              <a:gd name="connsiteY52-4068" fmla="*/ 10000 h 10000"/>
              <a:gd name="connsiteX53-4069" fmla="*/ 5242 w 10000"/>
              <a:gd name="connsiteY53-4070" fmla="*/ 10000 h 10000"/>
              <a:gd name="connsiteX54-4071" fmla="*/ 5242 w 10000"/>
              <a:gd name="connsiteY54-4072" fmla="*/ 9889 h 10000"/>
              <a:gd name="connsiteX55-4073" fmla="*/ 5120 w 10000"/>
              <a:gd name="connsiteY55-4074" fmla="*/ 9889 h 10000"/>
              <a:gd name="connsiteX56-4075" fmla="*/ 5120 w 10000"/>
              <a:gd name="connsiteY56-4076" fmla="*/ 9796 h 10000"/>
              <a:gd name="connsiteX57-4077" fmla="*/ 5120 w 10000"/>
              <a:gd name="connsiteY57-4078" fmla="*/ 9610 h 10000"/>
              <a:gd name="connsiteX58-4079" fmla="*/ 5120 w 10000"/>
              <a:gd name="connsiteY58-4080" fmla="*/ 9499 h 10000"/>
              <a:gd name="connsiteX59-4081" fmla="*/ 5120 w 10000"/>
              <a:gd name="connsiteY59-4082" fmla="*/ 9406 h 10000"/>
              <a:gd name="connsiteX60-4083" fmla="*/ 5120 w 10000"/>
              <a:gd name="connsiteY60-4084" fmla="*/ 9202 h 10000"/>
              <a:gd name="connsiteX61-4085" fmla="*/ 5120 w 10000"/>
              <a:gd name="connsiteY61-4086" fmla="*/ 9017 h 10000"/>
              <a:gd name="connsiteX62-4087" fmla="*/ 5001 w 10000"/>
              <a:gd name="connsiteY62-4088" fmla="*/ 8813 h 10000"/>
              <a:gd name="connsiteX63-4089" fmla="*/ 4855 w 10000"/>
              <a:gd name="connsiteY63-4090" fmla="*/ 8534 h 10000"/>
              <a:gd name="connsiteX64-4091" fmla="*/ 4612 w 10000"/>
              <a:gd name="connsiteY64-4092" fmla="*/ 8126 h 10000"/>
              <a:gd name="connsiteX65-4093" fmla="*/ 4491 w 10000"/>
              <a:gd name="connsiteY65-4094" fmla="*/ 7737 h 10000"/>
              <a:gd name="connsiteX66-4095" fmla="*/ 4102 w 10000"/>
              <a:gd name="connsiteY66-4096" fmla="*/ 7347 h 10000"/>
              <a:gd name="connsiteX67-4097" fmla="*/ 3837 w 10000"/>
              <a:gd name="connsiteY67-4098" fmla="*/ 6753 h 10000"/>
              <a:gd name="connsiteX68-4099" fmla="*/ 4102 w 10000"/>
              <a:gd name="connsiteY68-4100" fmla="*/ 6957 h 10000"/>
              <a:gd name="connsiteX69-4101" fmla="*/ 4491 w 10000"/>
              <a:gd name="connsiteY69-4102" fmla="*/ 7161 h 10000"/>
              <a:gd name="connsiteX70-4103" fmla="*/ 4732 w 10000"/>
              <a:gd name="connsiteY70-4104" fmla="*/ 7347 h 10000"/>
              <a:gd name="connsiteX71-4105" fmla="*/ 5001 w 10000"/>
              <a:gd name="connsiteY71-4106" fmla="*/ 7440 h 10000"/>
              <a:gd name="connsiteX72-4107" fmla="*/ 5242 w 10000"/>
              <a:gd name="connsiteY72-4108" fmla="*/ 7551 h 10000"/>
              <a:gd name="connsiteX73-4109" fmla="*/ 5390 w 10000"/>
              <a:gd name="connsiteY73-4110" fmla="*/ 7551 h 10000"/>
              <a:gd name="connsiteX74-4111" fmla="*/ 5509 w 10000"/>
              <a:gd name="connsiteY74-4112" fmla="*/ 7644 h 10000"/>
              <a:gd name="connsiteX75-4113" fmla="*/ 5632 w 10000"/>
              <a:gd name="connsiteY75-4114" fmla="*/ 7644 h 10000"/>
              <a:gd name="connsiteX76-4115" fmla="*/ 5751 w 10000"/>
              <a:gd name="connsiteY76-4116" fmla="*/ 7644 h 10000"/>
              <a:gd name="connsiteX77-4117" fmla="*/ 5898 w 10000"/>
              <a:gd name="connsiteY77-4118" fmla="*/ 7644 h 10000"/>
              <a:gd name="connsiteX78-4119" fmla="*/ 6018 w 10000"/>
              <a:gd name="connsiteY78-4120" fmla="*/ 7551 h 10000"/>
              <a:gd name="connsiteX79-4121" fmla="*/ 6143 w 10000"/>
              <a:gd name="connsiteY79-4122" fmla="*/ 7440 h 10000"/>
              <a:gd name="connsiteX80-4123" fmla="*/ 6143 w 10000"/>
              <a:gd name="connsiteY80-4124" fmla="*/ 7347 h 10000"/>
              <a:gd name="connsiteX81-4125" fmla="*/ 6287 w 10000"/>
              <a:gd name="connsiteY81-4126" fmla="*/ 7254 h 10000"/>
              <a:gd name="connsiteX82-4127" fmla="*/ 6407 w 10000"/>
              <a:gd name="connsiteY82-4128" fmla="*/ 7050 h 10000"/>
              <a:gd name="connsiteX83-4129" fmla="*/ 6407 w 10000"/>
              <a:gd name="connsiteY83-4130" fmla="*/ 6865 h 10000"/>
              <a:gd name="connsiteX84-4131" fmla="*/ 6529 w 10000"/>
              <a:gd name="connsiteY84-4132" fmla="*/ 6660 h 10000"/>
              <a:gd name="connsiteX85-4133" fmla="*/ 6650 w 10000"/>
              <a:gd name="connsiteY85-4134" fmla="*/ 6364 h 10000"/>
              <a:gd name="connsiteX86-4135" fmla="*/ 6795 w 10000"/>
              <a:gd name="connsiteY86-4136" fmla="*/ 6067 h 10000"/>
              <a:gd name="connsiteX87-4137" fmla="*/ 6795 w 10000"/>
              <a:gd name="connsiteY87-4138" fmla="*/ 5677 h 10000"/>
              <a:gd name="connsiteX88-4139" fmla="*/ 7039 w 10000"/>
              <a:gd name="connsiteY88-4140" fmla="*/ 4991 h 10000"/>
              <a:gd name="connsiteX89-4141" fmla="*/ 7189 w 10000"/>
              <a:gd name="connsiteY89-4142" fmla="*/ 4212 h 10000"/>
              <a:gd name="connsiteX90-4143" fmla="*/ 7189 w 10000"/>
              <a:gd name="connsiteY90-4144" fmla="*/ 3525 h 10000"/>
              <a:gd name="connsiteX91-4145" fmla="*/ 7306 w 10000"/>
              <a:gd name="connsiteY91-4146" fmla="*/ 2839 h 10000"/>
              <a:gd name="connsiteX92-4147" fmla="*/ 7306 w 10000"/>
              <a:gd name="connsiteY92-4148" fmla="*/ 2542 h 10000"/>
              <a:gd name="connsiteX93-4149" fmla="*/ 7306 w 10000"/>
              <a:gd name="connsiteY93-4150" fmla="*/ 2263 h 10000"/>
              <a:gd name="connsiteX94-4151" fmla="*/ 7306 w 10000"/>
              <a:gd name="connsiteY94-4152" fmla="*/ 2059 h 10000"/>
              <a:gd name="connsiteX95-4153" fmla="*/ 7306 w 10000"/>
              <a:gd name="connsiteY95-4154" fmla="*/ 1855 h 10000"/>
              <a:gd name="connsiteX96-4155" fmla="*/ 7306 w 10000"/>
              <a:gd name="connsiteY96-4156" fmla="*/ 1670 h 10000"/>
              <a:gd name="connsiteX97-4157" fmla="*/ 7306 w 10000"/>
              <a:gd name="connsiteY97-4158" fmla="*/ 1577 h 10000"/>
              <a:gd name="connsiteX98-4159" fmla="*/ 7189 w 10000"/>
              <a:gd name="connsiteY98-4160" fmla="*/ 1466 h 10000"/>
              <a:gd name="connsiteX99-4161" fmla="*/ 7189 w 10000"/>
              <a:gd name="connsiteY99-4162" fmla="*/ 1373 h 10000"/>
              <a:gd name="connsiteX100-4163" fmla="*/ 7189 w 10000"/>
              <a:gd name="connsiteY100-4164" fmla="*/ 1280 h 10000"/>
              <a:gd name="connsiteX101-4165" fmla="*/ 7039 w 10000"/>
              <a:gd name="connsiteY101-4166" fmla="*/ 1280 h 10000"/>
              <a:gd name="connsiteX102-4167" fmla="*/ 6921 w 10000"/>
              <a:gd name="connsiteY102-4168" fmla="*/ 1169 h 10000"/>
              <a:gd name="connsiteX103-4169" fmla="*/ 6921 w 10000"/>
              <a:gd name="connsiteY103-4170" fmla="*/ 1169 h 10000"/>
              <a:gd name="connsiteX104-4171" fmla="*/ 6650 w 10000"/>
              <a:gd name="connsiteY104-4172" fmla="*/ 1169 h 10000"/>
              <a:gd name="connsiteX105-4173" fmla="*/ 6529 w 10000"/>
              <a:gd name="connsiteY105-4174" fmla="*/ 1169 h 10000"/>
              <a:gd name="connsiteX106-4175" fmla="*/ 6407 w 10000"/>
              <a:gd name="connsiteY106-4176" fmla="*/ 1169 h 10000"/>
              <a:gd name="connsiteX107-4177" fmla="*/ 6143 w 10000"/>
              <a:gd name="connsiteY107-4178" fmla="*/ 1169 h 10000"/>
              <a:gd name="connsiteX108-4179" fmla="*/ 5898 w 10000"/>
              <a:gd name="connsiteY108-4180" fmla="*/ 1169 h 10000"/>
              <a:gd name="connsiteX109-4181" fmla="*/ 5509 w 10000"/>
              <a:gd name="connsiteY109-4182" fmla="*/ 1169 h 10000"/>
              <a:gd name="connsiteX110-4183" fmla="*/ 5242 w 10000"/>
              <a:gd name="connsiteY110-4184" fmla="*/ 1169 h 10000"/>
              <a:gd name="connsiteX111-4185" fmla="*/ 4855 w 10000"/>
              <a:gd name="connsiteY111-4186" fmla="*/ 1169 h 10000"/>
              <a:gd name="connsiteX112-4187" fmla="*/ 4346 w 10000"/>
              <a:gd name="connsiteY112-4188" fmla="*/ 1169 h 10000"/>
              <a:gd name="connsiteX113-4189" fmla="*/ 3837 w 10000"/>
              <a:gd name="connsiteY113-4190" fmla="*/ 1280 h 10000"/>
              <a:gd name="connsiteX114-4191" fmla="*/ 3327 w 10000"/>
              <a:gd name="connsiteY114-4192" fmla="*/ 1280 h 10000"/>
              <a:gd name="connsiteX115-4193" fmla="*/ 2698 w 10000"/>
              <a:gd name="connsiteY115-4194" fmla="*/ 1373 h 10000"/>
              <a:gd name="connsiteX116-4195" fmla="*/ 1408 w 10000"/>
              <a:gd name="connsiteY116-4196" fmla="*/ 1466 h 10000"/>
              <a:gd name="connsiteX117-4197" fmla="*/ 0 w 10000"/>
              <a:gd name="connsiteY117-4198" fmla="*/ 983 h 10000"/>
              <a:gd name="connsiteX118-4199" fmla="*/ 631 w 10000"/>
              <a:gd name="connsiteY118-4200" fmla="*/ 891 h 10000"/>
              <a:gd name="connsiteX119-4201" fmla="*/ 1287 w 10000"/>
              <a:gd name="connsiteY119-4202" fmla="*/ 891 h 10000"/>
              <a:gd name="connsiteX120-4203" fmla="*/ 1797 w 10000"/>
              <a:gd name="connsiteY120-4204" fmla="*/ 779 h 10000"/>
              <a:gd name="connsiteX121-4205" fmla="*/ 2427 w 10000"/>
              <a:gd name="connsiteY121-4206" fmla="*/ 779 h 10000"/>
              <a:gd name="connsiteX122-4207" fmla="*/ 2816 w 10000"/>
              <a:gd name="connsiteY122-4208" fmla="*/ 779 h 10000"/>
              <a:gd name="connsiteX123-4209" fmla="*/ 3327 w 10000"/>
              <a:gd name="connsiteY123-4210" fmla="*/ 686 h 10000"/>
              <a:gd name="connsiteX124-4211" fmla="*/ 3714 w 10000"/>
              <a:gd name="connsiteY124-4212" fmla="*/ 686 h 10000"/>
              <a:gd name="connsiteX125-4213" fmla="*/ 4346 w 10000"/>
              <a:gd name="connsiteY125-4214" fmla="*/ 594 h 10000"/>
              <a:gd name="connsiteX126-4215" fmla="*/ 5001 w 10000"/>
              <a:gd name="connsiteY126-4216" fmla="*/ 594 h 10000"/>
              <a:gd name="connsiteX127-4217" fmla="*/ 5509 w 10000"/>
              <a:gd name="connsiteY127-4218" fmla="*/ 482 h 10000"/>
              <a:gd name="connsiteX128-4219" fmla="*/ 6018 w 10000"/>
              <a:gd name="connsiteY128-4220" fmla="*/ 482 h 10000"/>
              <a:gd name="connsiteX129-4221" fmla="*/ 6287 w 10000"/>
              <a:gd name="connsiteY129-4222" fmla="*/ 390 h 10000"/>
              <a:gd name="connsiteX130-4223" fmla="*/ 6529 w 10000"/>
              <a:gd name="connsiteY130-4224" fmla="*/ 297 h 10000"/>
              <a:gd name="connsiteX131-4225" fmla="*/ 6795 w 10000"/>
              <a:gd name="connsiteY131-4226" fmla="*/ 297 h 10000"/>
              <a:gd name="connsiteX132-4227" fmla="*/ 6795 w 10000"/>
              <a:gd name="connsiteY132-4228" fmla="*/ 204 h 10000"/>
              <a:gd name="connsiteX133-4229" fmla="*/ 6795 w 10000"/>
              <a:gd name="connsiteY133-4230" fmla="*/ 204 h 10000"/>
              <a:gd name="connsiteX0-4231" fmla="*/ 6164 w 9369"/>
              <a:gd name="connsiteY0-4232" fmla="*/ 204 h 10000"/>
              <a:gd name="connsiteX1-4233" fmla="*/ 6290 w 9369"/>
              <a:gd name="connsiteY1-4234" fmla="*/ 93 h 10000"/>
              <a:gd name="connsiteX2-4235" fmla="*/ 6558 w 9369"/>
              <a:gd name="connsiteY2-4236" fmla="*/ 93 h 10000"/>
              <a:gd name="connsiteX3-4237" fmla="*/ 6675 w 9369"/>
              <a:gd name="connsiteY3-4238" fmla="*/ 0 h 10000"/>
              <a:gd name="connsiteX4-4239" fmla="*/ 6796 w 9369"/>
              <a:gd name="connsiteY4-4240" fmla="*/ 0 h 10000"/>
              <a:gd name="connsiteX5-4241" fmla="*/ 7064 w 9369"/>
              <a:gd name="connsiteY5-4242" fmla="*/ 93 h 10000"/>
              <a:gd name="connsiteX6-4243" fmla="*/ 7452 w 9369"/>
              <a:gd name="connsiteY6-4244" fmla="*/ 204 h 10000"/>
              <a:gd name="connsiteX7-4245" fmla="*/ 7571 w 9369"/>
              <a:gd name="connsiteY7-4246" fmla="*/ 297 h 10000"/>
              <a:gd name="connsiteX8-4247" fmla="*/ 7816 w 9369"/>
              <a:gd name="connsiteY8-4248" fmla="*/ 482 h 10000"/>
              <a:gd name="connsiteX9-4249" fmla="*/ 7958 w 9369"/>
              <a:gd name="connsiteY9-4250" fmla="*/ 594 h 10000"/>
              <a:gd name="connsiteX10-4251" fmla="*/ 8206 w 9369"/>
              <a:gd name="connsiteY10-4252" fmla="*/ 686 h 10000"/>
              <a:gd name="connsiteX11-4253" fmla="*/ 8471 w 9369"/>
              <a:gd name="connsiteY11-4254" fmla="*/ 891 h 10000"/>
              <a:gd name="connsiteX12-4255" fmla="*/ 8713 w 9369"/>
              <a:gd name="connsiteY12-4256" fmla="*/ 983 h 10000"/>
              <a:gd name="connsiteX13-4257" fmla="*/ 8858 w 9369"/>
              <a:gd name="connsiteY13-4258" fmla="*/ 1169 h 10000"/>
              <a:gd name="connsiteX14-4259" fmla="*/ 9102 w 9369"/>
              <a:gd name="connsiteY14-4260" fmla="*/ 1280 h 10000"/>
              <a:gd name="connsiteX15-4261" fmla="*/ 9223 w 9369"/>
              <a:gd name="connsiteY15-4262" fmla="*/ 1373 h 10000"/>
              <a:gd name="connsiteX16-4263" fmla="*/ 9223 w 9369"/>
              <a:gd name="connsiteY16-4264" fmla="*/ 1466 h 10000"/>
              <a:gd name="connsiteX17-4265" fmla="*/ 9369 w 9369"/>
              <a:gd name="connsiteY17-4266" fmla="*/ 1466 h 10000"/>
              <a:gd name="connsiteX18-4267" fmla="*/ 9369 w 9369"/>
              <a:gd name="connsiteY18-4268" fmla="*/ 1577 h 10000"/>
              <a:gd name="connsiteX19-4269" fmla="*/ 9369 w 9369"/>
              <a:gd name="connsiteY19-4270" fmla="*/ 1670 h 10000"/>
              <a:gd name="connsiteX20-4271" fmla="*/ 9223 w 9369"/>
              <a:gd name="connsiteY20-4272" fmla="*/ 1763 h 10000"/>
              <a:gd name="connsiteX21-4273" fmla="*/ 9102 w 9369"/>
              <a:gd name="connsiteY21-4274" fmla="*/ 1763 h 10000"/>
              <a:gd name="connsiteX22-4275" fmla="*/ 8981 w 9369"/>
              <a:gd name="connsiteY22-4276" fmla="*/ 1855 h 10000"/>
              <a:gd name="connsiteX23-4277" fmla="*/ 8858 w 9369"/>
              <a:gd name="connsiteY23-4278" fmla="*/ 1855 h 10000"/>
              <a:gd name="connsiteX24-4279" fmla="*/ 8858 w 9369"/>
              <a:gd name="connsiteY24-4280" fmla="*/ 1967 h 10000"/>
              <a:gd name="connsiteX25-4281" fmla="*/ 8713 w 9369"/>
              <a:gd name="connsiteY25-4282" fmla="*/ 2059 h 10000"/>
              <a:gd name="connsiteX26-4283" fmla="*/ 8592 w 9369"/>
              <a:gd name="connsiteY26-4284" fmla="*/ 2263 h 10000"/>
              <a:gd name="connsiteX27-4285" fmla="*/ 8592 w 9369"/>
              <a:gd name="connsiteY27-4286" fmla="*/ 2449 h 10000"/>
              <a:gd name="connsiteX28-4287" fmla="*/ 8471 w 9369"/>
              <a:gd name="connsiteY28-4288" fmla="*/ 2653 h 10000"/>
              <a:gd name="connsiteX29-4289" fmla="*/ 8471 w 9369"/>
              <a:gd name="connsiteY29-4290" fmla="*/ 2950 h 10000"/>
              <a:gd name="connsiteX30-4291" fmla="*/ 8471 w 9369"/>
              <a:gd name="connsiteY30-4292" fmla="*/ 3135 h 10000"/>
              <a:gd name="connsiteX31-4293" fmla="*/ 8325 w 9369"/>
              <a:gd name="connsiteY31-4294" fmla="*/ 3432 h 10000"/>
              <a:gd name="connsiteX32-4295" fmla="*/ 8325 w 9369"/>
              <a:gd name="connsiteY32-4296" fmla="*/ 3822 h 10000"/>
              <a:gd name="connsiteX33-4297" fmla="*/ 8206 w 9369"/>
              <a:gd name="connsiteY33-4298" fmla="*/ 4119 h 10000"/>
              <a:gd name="connsiteX34-4299" fmla="*/ 8083 w 9369"/>
              <a:gd name="connsiteY34-4300" fmla="*/ 4508 h 10000"/>
              <a:gd name="connsiteX35-4301" fmla="*/ 7958 w 9369"/>
              <a:gd name="connsiteY35-4302" fmla="*/ 4898 h 10000"/>
              <a:gd name="connsiteX36-4303" fmla="*/ 7816 w 9369"/>
              <a:gd name="connsiteY36-4304" fmla="*/ 5288 h 10000"/>
              <a:gd name="connsiteX37-4305" fmla="*/ 7571 w 9369"/>
              <a:gd name="connsiteY37-4306" fmla="*/ 6178 h 10000"/>
              <a:gd name="connsiteX38-4307" fmla="*/ 7452 w 9369"/>
              <a:gd name="connsiteY38-4308" fmla="*/ 6568 h 10000"/>
              <a:gd name="connsiteX39-4309" fmla="*/ 7309 w 9369"/>
              <a:gd name="connsiteY39-4310" fmla="*/ 6957 h 10000"/>
              <a:gd name="connsiteX40-4311" fmla="*/ 7186 w 9369"/>
              <a:gd name="connsiteY40-4312" fmla="*/ 7347 h 10000"/>
              <a:gd name="connsiteX41-4313" fmla="*/ 7064 w 9369"/>
              <a:gd name="connsiteY41-4314" fmla="*/ 7737 h 10000"/>
              <a:gd name="connsiteX42-4315" fmla="*/ 6917 w 9369"/>
              <a:gd name="connsiteY42-4316" fmla="*/ 8033 h 10000"/>
              <a:gd name="connsiteX43-4317" fmla="*/ 6917 w 9369"/>
              <a:gd name="connsiteY43-4318" fmla="*/ 8237 h 10000"/>
              <a:gd name="connsiteX44-4319" fmla="*/ 6796 w 9369"/>
              <a:gd name="connsiteY44-4320" fmla="*/ 8534 h 10000"/>
              <a:gd name="connsiteX45-4321" fmla="*/ 6675 w 9369"/>
              <a:gd name="connsiteY45-4322" fmla="*/ 8720 h 10000"/>
              <a:gd name="connsiteX46-4323" fmla="*/ 6408 w 9369"/>
              <a:gd name="connsiteY46-4324" fmla="*/ 9017 h 10000"/>
              <a:gd name="connsiteX47-4325" fmla="*/ 6164 w 9369"/>
              <a:gd name="connsiteY47-4326" fmla="*/ 9314 h 10000"/>
              <a:gd name="connsiteX48-4327" fmla="*/ 5898 w 9369"/>
              <a:gd name="connsiteY48-4328" fmla="*/ 9610 h 10000"/>
              <a:gd name="connsiteX49-4329" fmla="*/ 5656 w 9369"/>
              <a:gd name="connsiteY49-4330" fmla="*/ 9703 h 10000"/>
              <a:gd name="connsiteX50-4331" fmla="*/ 5387 w 9369"/>
              <a:gd name="connsiteY50-4332" fmla="*/ 9889 h 10000"/>
              <a:gd name="connsiteX51-4333" fmla="*/ 5120 w 9369"/>
              <a:gd name="connsiteY51-4334" fmla="*/ 10000 h 10000"/>
              <a:gd name="connsiteX52-4335" fmla="*/ 4878 w 9369"/>
              <a:gd name="connsiteY52-4336" fmla="*/ 10000 h 10000"/>
              <a:gd name="connsiteX53-4337" fmla="*/ 4611 w 9369"/>
              <a:gd name="connsiteY53-4338" fmla="*/ 10000 h 10000"/>
              <a:gd name="connsiteX54-4339" fmla="*/ 4611 w 9369"/>
              <a:gd name="connsiteY54-4340" fmla="*/ 9889 h 10000"/>
              <a:gd name="connsiteX55-4341" fmla="*/ 4489 w 9369"/>
              <a:gd name="connsiteY55-4342" fmla="*/ 9889 h 10000"/>
              <a:gd name="connsiteX56-4343" fmla="*/ 4489 w 9369"/>
              <a:gd name="connsiteY56-4344" fmla="*/ 9796 h 10000"/>
              <a:gd name="connsiteX57-4345" fmla="*/ 4489 w 9369"/>
              <a:gd name="connsiteY57-4346" fmla="*/ 9610 h 10000"/>
              <a:gd name="connsiteX58-4347" fmla="*/ 4489 w 9369"/>
              <a:gd name="connsiteY58-4348" fmla="*/ 9499 h 10000"/>
              <a:gd name="connsiteX59-4349" fmla="*/ 4489 w 9369"/>
              <a:gd name="connsiteY59-4350" fmla="*/ 9406 h 10000"/>
              <a:gd name="connsiteX60-4351" fmla="*/ 4489 w 9369"/>
              <a:gd name="connsiteY60-4352" fmla="*/ 9202 h 10000"/>
              <a:gd name="connsiteX61-4353" fmla="*/ 4489 w 9369"/>
              <a:gd name="connsiteY61-4354" fmla="*/ 9017 h 10000"/>
              <a:gd name="connsiteX62-4355" fmla="*/ 4370 w 9369"/>
              <a:gd name="connsiteY62-4356" fmla="*/ 8813 h 10000"/>
              <a:gd name="connsiteX63-4357" fmla="*/ 4224 w 9369"/>
              <a:gd name="connsiteY63-4358" fmla="*/ 8534 h 10000"/>
              <a:gd name="connsiteX64-4359" fmla="*/ 3981 w 9369"/>
              <a:gd name="connsiteY64-4360" fmla="*/ 8126 h 10000"/>
              <a:gd name="connsiteX65-4361" fmla="*/ 3860 w 9369"/>
              <a:gd name="connsiteY65-4362" fmla="*/ 7737 h 10000"/>
              <a:gd name="connsiteX66-4363" fmla="*/ 3471 w 9369"/>
              <a:gd name="connsiteY66-4364" fmla="*/ 7347 h 10000"/>
              <a:gd name="connsiteX67-4365" fmla="*/ 3206 w 9369"/>
              <a:gd name="connsiteY67-4366" fmla="*/ 6753 h 10000"/>
              <a:gd name="connsiteX68-4367" fmla="*/ 3471 w 9369"/>
              <a:gd name="connsiteY68-4368" fmla="*/ 6957 h 10000"/>
              <a:gd name="connsiteX69-4369" fmla="*/ 3860 w 9369"/>
              <a:gd name="connsiteY69-4370" fmla="*/ 7161 h 10000"/>
              <a:gd name="connsiteX70-4371" fmla="*/ 4101 w 9369"/>
              <a:gd name="connsiteY70-4372" fmla="*/ 7347 h 10000"/>
              <a:gd name="connsiteX71-4373" fmla="*/ 4370 w 9369"/>
              <a:gd name="connsiteY71-4374" fmla="*/ 7440 h 10000"/>
              <a:gd name="connsiteX72-4375" fmla="*/ 4611 w 9369"/>
              <a:gd name="connsiteY72-4376" fmla="*/ 7551 h 10000"/>
              <a:gd name="connsiteX73-4377" fmla="*/ 4759 w 9369"/>
              <a:gd name="connsiteY73-4378" fmla="*/ 7551 h 10000"/>
              <a:gd name="connsiteX74-4379" fmla="*/ 4878 w 9369"/>
              <a:gd name="connsiteY74-4380" fmla="*/ 7644 h 10000"/>
              <a:gd name="connsiteX75-4381" fmla="*/ 5001 w 9369"/>
              <a:gd name="connsiteY75-4382" fmla="*/ 7644 h 10000"/>
              <a:gd name="connsiteX76-4383" fmla="*/ 5120 w 9369"/>
              <a:gd name="connsiteY76-4384" fmla="*/ 7644 h 10000"/>
              <a:gd name="connsiteX77-4385" fmla="*/ 5267 w 9369"/>
              <a:gd name="connsiteY77-4386" fmla="*/ 7644 h 10000"/>
              <a:gd name="connsiteX78-4387" fmla="*/ 5387 w 9369"/>
              <a:gd name="connsiteY78-4388" fmla="*/ 7551 h 10000"/>
              <a:gd name="connsiteX79-4389" fmla="*/ 5512 w 9369"/>
              <a:gd name="connsiteY79-4390" fmla="*/ 7440 h 10000"/>
              <a:gd name="connsiteX80-4391" fmla="*/ 5512 w 9369"/>
              <a:gd name="connsiteY80-4392" fmla="*/ 7347 h 10000"/>
              <a:gd name="connsiteX81-4393" fmla="*/ 5656 w 9369"/>
              <a:gd name="connsiteY81-4394" fmla="*/ 7254 h 10000"/>
              <a:gd name="connsiteX82-4395" fmla="*/ 5776 w 9369"/>
              <a:gd name="connsiteY82-4396" fmla="*/ 7050 h 10000"/>
              <a:gd name="connsiteX83-4397" fmla="*/ 5776 w 9369"/>
              <a:gd name="connsiteY83-4398" fmla="*/ 6865 h 10000"/>
              <a:gd name="connsiteX84-4399" fmla="*/ 5898 w 9369"/>
              <a:gd name="connsiteY84-4400" fmla="*/ 6660 h 10000"/>
              <a:gd name="connsiteX85-4401" fmla="*/ 6019 w 9369"/>
              <a:gd name="connsiteY85-4402" fmla="*/ 6364 h 10000"/>
              <a:gd name="connsiteX86-4403" fmla="*/ 6164 w 9369"/>
              <a:gd name="connsiteY86-4404" fmla="*/ 6067 h 10000"/>
              <a:gd name="connsiteX87-4405" fmla="*/ 6164 w 9369"/>
              <a:gd name="connsiteY87-4406" fmla="*/ 5677 h 10000"/>
              <a:gd name="connsiteX88-4407" fmla="*/ 6408 w 9369"/>
              <a:gd name="connsiteY88-4408" fmla="*/ 4991 h 10000"/>
              <a:gd name="connsiteX89-4409" fmla="*/ 6558 w 9369"/>
              <a:gd name="connsiteY89-4410" fmla="*/ 4212 h 10000"/>
              <a:gd name="connsiteX90-4411" fmla="*/ 6558 w 9369"/>
              <a:gd name="connsiteY90-4412" fmla="*/ 3525 h 10000"/>
              <a:gd name="connsiteX91-4413" fmla="*/ 6675 w 9369"/>
              <a:gd name="connsiteY91-4414" fmla="*/ 2839 h 10000"/>
              <a:gd name="connsiteX92-4415" fmla="*/ 6675 w 9369"/>
              <a:gd name="connsiteY92-4416" fmla="*/ 2542 h 10000"/>
              <a:gd name="connsiteX93-4417" fmla="*/ 6675 w 9369"/>
              <a:gd name="connsiteY93-4418" fmla="*/ 2263 h 10000"/>
              <a:gd name="connsiteX94-4419" fmla="*/ 6675 w 9369"/>
              <a:gd name="connsiteY94-4420" fmla="*/ 2059 h 10000"/>
              <a:gd name="connsiteX95-4421" fmla="*/ 6675 w 9369"/>
              <a:gd name="connsiteY95-4422" fmla="*/ 1855 h 10000"/>
              <a:gd name="connsiteX96-4423" fmla="*/ 6675 w 9369"/>
              <a:gd name="connsiteY96-4424" fmla="*/ 1670 h 10000"/>
              <a:gd name="connsiteX97-4425" fmla="*/ 6675 w 9369"/>
              <a:gd name="connsiteY97-4426" fmla="*/ 1577 h 10000"/>
              <a:gd name="connsiteX98-4427" fmla="*/ 6558 w 9369"/>
              <a:gd name="connsiteY98-4428" fmla="*/ 1466 h 10000"/>
              <a:gd name="connsiteX99-4429" fmla="*/ 6558 w 9369"/>
              <a:gd name="connsiteY99-4430" fmla="*/ 1373 h 10000"/>
              <a:gd name="connsiteX100-4431" fmla="*/ 6558 w 9369"/>
              <a:gd name="connsiteY100-4432" fmla="*/ 1280 h 10000"/>
              <a:gd name="connsiteX101-4433" fmla="*/ 6408 w 9369"/>
              <a:gd name="connsiteY101-4434" fmla="*/ 1280 h 10000"/>
              <a:gd name="connsiteX102-4435" fmla="*/ 6290 w 9369"/>
              <a:gd name="connsiteY102-4436" fmla="*/ 1169 h 10000"/>
              <a:gd name="connsiteX103-4437" fmla="*/ 6290 w 9369"/>
              <a:gd name="connsiteY103-4438" fmla="*/ 1169 h 10000"/>
              <a:gd name="connsiteX104-4439" fmla="*/ 6019 w 9369"/>
              <a:gd name="connsiteY104-4440" fmla="*/ 1169 h 10000"/>
              <a:gd name="connsiteX105-4441" fmla="*/ 5898 w 9369"/>
              <a:gd name="connsiteY105-4442" fmla="*/ 1169 h 10000"/>
              <a:gd name="connsiteX106-4443" fmla="*/ 5776 w 9369"/>
              <a:gd name="connsiteY106-4444" fmla="*/ 1169 h 10000"/>
              <a:gd name="connsiteX107-4445" fmla="*/ 5512 w 9369"/>
              <a:gd name="connsiteY107-4446" fmla="*/ 1169 h 10000"/>
              <a:gd name="connsiteX108-4447" fmla="*/ 5267 w 9369"/>
              <a:gd name="connsiteY108-4448" fmla="*/ 1169 h 10000"/>
              <a:gd name="connsiteX109-4449" fmla="*/ 4878 w 9369"/>
              <a:gd name="connsiteY109-4450" fmla="*/ 1169 h 10000"/>
              <a:gd name="connsiteX110-4451" fmla="*/ 4611 w 9369"/>
              <a:gd name="connsiteY110-4452" fmla="*/ 1169 h 10000"/>
              <a:gd name="connsiteX111-4453" fmla="*/ 4224 w 9369"/>
              <a:gd name="connsiteY111-4454" fmla="*/ 1169 h 10000"/>
              <a:gd name="connsiteX112-4455" fmla="*/ 3715 w 9369"/>
              <a:gd name="connsiteY112-4456" fmla="*/ 1169 h 10000"/>
              <a:gd name="connsiteX113-4457" fmla="*/ 3206 w 9369"/>
              <a:gd name="connsiteY113-4458" fmla="*/ 1280 h 10000"/>
              <a:gd name="connsiteX114-4459" fmla="*/ 2696 w 9369"/>
              <a:gd name="connsiteY114-4460" fmla="*/ 1280 h 10000"/>
              <a:gd name="connsiteX115-4461" fmla="*/ 2067 w 9369"/>
              <a:gd name="connsiteY115-4462" fmla="*/ 1373 h 10000"/>
              <a:gd name="connsiteX116-4463" fmla="*/ 777 w 9369"/>
              <a:gd name="connsiteY116-4464" fmla="*/ 1466 h 10000"/>
              <a:gd name="connsiteX117-4465" fmla="*/ 0 w 9369"/>
              <a:gd name="connsiteY117-4466" fmla="*/ 891 h 10000"/>
              <a:gd name="connsiteX118-4467" fmla="*/ 656 w 9369"/>
              <a:gd name="connsiteY118-4468" fmla="*/ 891 h 10000"/>
              <a:gd name="connsiteX119-4469" fmla="*/ 1166 w 9369"/>
              <a:gd name="connsiteY119-4470" fmla="*/ 779 h 10000"/>
              <a:gd name="connsiteX120-4471" fmla="*/ 1796 w 9369"/>
              <a:gd name="connsiteY120-4472" fmla="*/ 779 h 10000"/>
              <a:gd name="connsiteX121-4473" fmla="*/ 2185 w 9369"/>
              <a:gd name="connsiteY121-4474" fmla="*/ 779 h 10000"/>
              <a:gd name="connsiteX122-4475" fmla="*/ 2696 w 9369"/>
              <a:gd name="connsiteY122-4476" fmla="*/ 686 h 10000"/>
              <a:gd name="connsiteX123-4477" fmla="*/ 3083 w 9369"/>
              <a:gd name="connsiteY123-4478" fmla="*/ 686 h 10000"/>
              <a:gd name="connsiteX124-4479" fmla="*/ 3715 w 9369"/>
              <a:gd name="connsiteY124-4480" fmla="*/ 594 h 10000"/>
              <a:gd name="connsiteX125-4481" fmla="*/ 4370 w 9369"/>
              <a:gd name="connsiteY125-4482" fmla="*/ 594 h 10000"/>
              <a:gd name="connsiteX126-4483" fmla="*/ 4878 w 9369"/>
              <a:gd name="connsiteY126-4484" fmla="*/ 482 h 10000"/>
              <a:gd name="connsiteX127-4485" fmla="*/ 5387 w 9369"/>
              <a:gd name="connsiteY127-4486" fmla="*/ 482 h 10000"/>
              <a:gd name="connsiteX128-4487" fmla="*/ 5656 w 9369"/>
              <a:gd name="connsiteY128-4488" fmla="*/ 390 h 10000"/>
              <a:gd name="connsiteX129-4489" fmla="*/ 5898 w 9369"/>
              <a:gd name="connsiteY129-4490" fmla="*/ 297 h 10000"/>
              <a:gd name="connsiteX130-4491" fmla="*/ 6164 w 9369"/>
              <a:gd name="connsiteY130-4492" fmla="*/ 297 h 10000"/>
              <a:gd name="connsiteX131-4493" fmla="*/ 6164 w 9369"/>
              <a:gd name="connsiteY131-4494" fmla="*/ 204 h 10000"/>
              <a:gd name="connsiteX132-4495" fmla="*/ 6164 w 9369"/>
              <a:gd name="connsiteY132-4496" fmla="*/ 204 h 10000"/>
              <a:gd name="connsiteX0-4497" fmla="*/ 5879 w 9300"/>
              <a:gd name="connsiteY0-4498" fmla="*/ 204 h 10000"/>
              <a:gd name="connsiteX1-4499" fmla="*/ 6014 w 9300"/>
              <a:gd name="connsiteY1-4500" fmla="*/ 93 h 10000"/>
              <a:gd name="connsiteX2-4501" fmla="*/ 6300 w 9300"/>
              <a:gd name="connsiteY2-4502" fmla="*/ 93 h 10000"/>
              <a:gd name="connsiteX3-4503" fmla="*/ 6425 w 9300"/>
              <a:gd name="connsiteY3-4504" fmla="*/ 0 h 10000"/>
              <a:gd name="connsiteX4-4505" fmla="*/ 6554 w 9300"/>
              <a:gd name="connsiteY4-4506" fmla="*/ 0 h 10000"/>
              <a:gd name="connsiteX5-4507" fmla="*/ 6840 w 9300"/>
              <a:gd name="connsiteY5-4508" fmla="*/ 93 h 10000"/>
              <a:gd name="connsiteX6-4509" fmla="*/ 7254 w 9300"/>
              <a:gd name="connsiteY6-4510" fmla="*/ 204 h 10000"/>
              <a:gd name="connsiteX7-4511" fmla="*/ 7381 w 9300"/>
              <a:gd name="connsiteY7-4512" fmla="*/ 297 h 10000"/>
              <a:gd name="connsiteX8-4513" fmla="*/ 7642 w 9300"/>
              <a:gd name="connsiteY8-4514" fmla="*/ 482 h 10000"/>
              <a:gd name="connsiteX9-4515" fmla="*/ 7794 w 9300"/>
              <a:gd name="connsiteY9-4516" fmla="*/ 594 h 10000"/>
              <a:gd name="connsiteX10-4517" fmla="*/ 8059 w 9300"/>
              <a:gd name="connsiteY10-4518" fmla="*/ 686 h 10000"/>
              <a:gd name="connsiteX11-4519" fmla="*/ 8342 w 9300"/>
              <a:gd name="connsiteY11-4520" fmla="*/ 891 h 10000"/>
              <a:gd name="connsiteX12-4521" fmla="*/ 8600 w 9300"/>
              <a:gd name="connsiteY12-4522" fmla="*/ 983 h 10000"/>
              <a:gd name="connsiteX13-4523" fmla="*/ 8755 w 9300"/>
              <a:gd name="connsiteY13-4524" fmla="*/ 1169 h 10000"/>
              <a:gd name="connsiteX14-4525" fmla="*/ 9015 w 9300"/>
              <a:gd name="connsiteY14-4526" fmla="*/ 1280 h 10000"/>
              <a:gd name="connsiteX15-4527" fmla="*/ 9144 w 9300"/>
              <a:gd name="connsiteY15-4528" fmla="*/ 1373 h 10000"/>
              <a:gd name="connsiteX16-4529" fmla="*/ 9144 w 9300"/>
              <a:gd name="connsiteY16-4530" fmla="*/ 1466 h 10000"/>
              <a:gd name="connsiteX17-4531" fmla="*/ 9300 w 9300"/>
              <a:gd name="connsiteY17-4532" fmla="*/ 1466 h 10000"/>
              <a:gd name="connsiteX18-4533" fmla="*/ 9300 w 9300"/>
              <a:gd name="connsiteY18-4534" fmla="*/ 1577 h 10000"/>
              <a:gd name="connsiteX19-4535" fmla="*/ 9300 w 9300"/>
              <a:gd name="connsiteY19-4536" fmla="*/ 1670 h 10000"/>
              <a:gd name="connsiteX20-4537" fmla="*/ 9144 w 9300"/>
              <a:gd name="connsiteY20-4538" fmla="*/ 1763 h 10000"/>
              <a:gd name="connsiteX21-4539" fmla="*/ 9015 w 9300"/>
              <a:gd name="connsiteY21-4540" fmla="*/ 1763 h 10000"/>
              <a:gd name="connsiteX22-4541" fmla="*/ 8886 w 9300"/>
              <a:gd name="connsiteY22-4542" fmla="*/ 1855 h 10000"/>
              <a:gd name="connsiteX23-4543" fmla="*/ 8755 w 9300"/>
              <a:gd name="connsiteY23-4544" fmla="*/ 1855 h 10000"/>
              <a:gd name="connsiteX24-4545" fmla="*/ 8755 w 9300"/>
              <a:gd name="connsiteY24-4546" fmla="*/ 1967 h 10000"/>
              <a:gd name="connsiteX25-4547" fmla="*/ 8600 w 9300"/>
              <a:gd name="connsiteY25-4548" fmla="*/ 2059 h 10000"/>
              <a:gd name="connsiteX26-4549" fmla="*/ 8471 w 9300"/>
              <a:gd name="connsiteY26-4550" fmla="*/ 2263 h 10000"/>
              <a:gd name="connsiteX27-4551" fmla="*/ 8471 w 9300"/>
              <a:gd name="connsiteY27-4552" fmla="*/ 2449 h 10000"/>
              <a:gd name="connsiteX28-4553" fmla="*/ 8342 w 9300"/>
              <a:gd name="connsiteY28-4554" fmla="*/ 2653 h 10000"/>
              <a:gd name="connsiteX29-4555" fmla="*/ 8342 w 9300"/>
              <a:gd name="connsiteY29-4556" fmla="*/ 2950 h 10000"/>
              <a:gd name="connsiteX30-4557" fmla="*/ 8342 w 9300"/>
              <a:gd name="connsiteY30-4558" fmla="*/ 3135 h 10000"/>
              <a:gd name="connsiteX31-4559" fmla="*/ 8186 w 9300"/>
              <a:gd name="connsiteY31-4560" fmla="*/ 3432 h 10000"/>
              <a:gd name="connsiteX32-4561" fmla="*/ 8186 w 9300"/>
              <a:gd name="connsiteY32-4562" fmla="*/ 3822 h 10000"/>
              <a:gd name="connsiteX33-4563" fmla="*/ 8059 w 9300"/>
              <a:gd name="connsiteY33-4564" fmla="*/ 4119 h 10000"/>
              <a:gd name="connsiteX34-4565" fmla="*/ 7927 w 9300"/>
              <a:gd name="connsiteY34-4566" fmla="*/ 4508 h 10000"/>
              <a:gd name="connsiteX35-4567" fmla="*/ 7794 w 9300"/>
              <a:gd name="connsiteY35-4568" fmla="*/ 4898 h 10000"/>
              <a:gd name="connsiteX36-4569" fmla="*/ 7642 w 9300"/>
              <a:gd name="connsiteY36-4570" fmla="*/ 5288 h 10000"/>
              <a:gd name="connsiteX37-4571" fmla="*/ 7381 w 9300"/>
              <a:gd name="connsiteY37-4572" fmla="*/ 6178 h 10000"/>
              <a:gd name="connsiteX38-4573" fmla="*/ 7254 w 9300"/>
              <a:gd name="connsiteY38-4574" fmla="*/ 6568 h 10000"/>
              <a:gd name="connsiteX39-4575" fmla="*/ 7101 w 9300"/>
              <a:gd name="connsiteY39-4576" fmla="*/ 6957 h 10000"/>
              <a:gd name="connsiteX40-4577" fmla="*/ 6970 w 9300"/>
              <a:gd name="connsiteY40-4578" fmla="*/ 7347 h 10000"/>
              <a:gd name="connsiteX41-4579" fmla="*/ 6840 w 9300"/>
              <a:gd name="connsiteY41-4580" fmla="*/ 7737 h 10000"/>
              <a:gd name="connsiteX42-4581" fmla="*/ 6683 w 9300"/>
              <a:gd name="connsiteY42-4582" fmla="*/ 8033 h 10000"/>
              <a:gd name="connsiteX43-4583" fmla="*/ 6683 w 9300"/>
              <a:gd name="connsiteY43-4584" fmla="*/ 8237 h 10000"/>
              <a:gd name="connsiteX44-4585" fmla="*/ 6554 w 9300"/>
              <a:gd name="connsiteY44-4586" fmla="*/ 8534 h 10000"/>
              <a:gd name="connsiteX45-4587" fmla="*/ 6425 w 9300"/>
              <a:gd name="connsiteY45-4588" fmla="*/ 8720 h 10000"/>
              <a:gd name="connsiteX46-4589" fmla="*/ 6140 w 9300"/>
              <a:gd name="connsiteY46-4590" fmla="*/ 9017 h 10000"/>
              <a:gd name="connsiteX47-4591" fmla="*/ 5879 w 9300"/>
              <a:gd name="connsiteY47-4592" fmla="*/ 9314 h 10000"/>
              <a:gd name="connsiteX48-4593" fmla="*/ 5595 w 9300"/>
              <a:gd name="connsiteY48-4594" fmla="*/ 9610 h 10000"/>
              <a:gd name="connsiteX49-4595" fmla="*/ 5337 w 9300"/>
              <a:gd name="connsiteY49-4596" fmla="*/ 9703 h 10000"/>
              <a:gd name="connsiteX50-4597" fmla="*/ 5050 w 9300"/>
              <a:gd name="connsiteY50-4598" fmla="*/ 9889 h 10000"/>
              <a:gd name="connsiteX51-4599" fmla="*/ 4765 w 9300"/>
              <a:gd name="connsiteY51-4600" fmla="*/ 10000 h 10000"/>
              <a:gd name="connsiteX52-4601" fmla="*/ 4507 w 9300"/>
              <a:gd name="connsiteY52-4602" fmla="*/ 10000 h 10000"/>
              <a:gd name="connsiteX53-4603" fmla="*/ 4222 w 9300"/>
              <a:gd name="connsiteY53-4604" fmla="*/ 10000 h 10000"/>
              <a:gd name="connsiteX54-4605" fmla="*/ 4222 w 9300"/>
              <a:gd name="connsiteY54-4606" fmla="*/ 9889 h 10000"/>
              <a:gd name="connsiteX55-4607" fmla="*/ 4091 w 9300"/>
              <a:gd name="connsiteY55-4608" fmla="*/ 9889 h 10000"/>
              <a:gd name="connsiteX56-4609" fmla="*/ 4091 w 9300"/>
              <a:gd name="connsiteY56-4610" fmla="*/ 9796 h 10000"/>
              <a:gd name="connsiteX57-4611" fmla="*/ 4091 w 9300"/>
              <a:gd name="connsiteY57-4612" fmla="*/ 9610 h 10000"/>
              <a:gd name="connsiteX58-4613" fmla="*/ 4091 w 9300"/>
              <a:gd name="connsiteY58-4614" fmla="*/ 9499 h 10000"/>
              <a:gd name="connsiteX59-4615" fmla="*/ 4091 w 9300"/>
              <a:gd name="connsiteY59-4616" fmla="*/ 9406 h 10000"/>
              <a:gd name="connsiteX60-4617" fmla="*/ 4091 w 9300"/>
              <a:gd name="connsiteY60-4618" fmla="*/ 9202 h 10000"/>
              <a:gd name="connsiteX61-4619" fmla="*/ 4091 w 9300"/>
              <a:gd name="connsiteY61-4620" fmla="*/ 9017 h 10000"/>
              <a:gd name="connsiteX62-4621" fmla="*/ 3964 w 9300"/>
              <a:gd name="connsiteY62-4622" fmla="*/ 8813 h 10000"/>
              <a:gd name="connsiteX63-4623" fmla="*/ 3808 w 9300"/>
              <a:gd name="connsiteY63-4624" fmla="*/ 8534 h 10000"/>
              <a:gd name="connsiteX64-4625" fmla="*/ 3549 w 9300"/>
              <a:gd name="connsiteY64-4626" fmla="*/ 8126 h 10000"/>
              <a:gd name="connsiteX65-4627" fmla="*/ 3420 w 9300"/>
              <a:gd name="connsiteY65-4628" fmla="*/ 7737 h 10000"/>
              <a:gd name="connsiteX66-4629" fmla="*/ 3005 w 9300"/>
              <a:gd name="connsiteY66-4630" fmla="*/ 7347 h 10000"/>
              <a:gd name="connsiteX67-4631" fmla="*/ 2722 w 9300"/>
              <a:gd name="connsiteY67-4632" fmla="*/ 6753 h 10000"/>
              <a:gd name="connsiteX68-4633" fmla="*/ 3005 w 9300"/>
              <a:gd name="connsiteY68-4634" fmla="*/ 6957 h 10000"/>
              <a:gd name="connsiteX69-4635" fmla="*/ 3420 w 9300"/>
              <a:gd name="connsiteY69-4636" fmla="*/ 7161 h 10000"/>
              <a:gd name="connsiteX70-4637" fmla="*/ 3677 w 9300"/>
              <a:gd name="connsiteY70-4638" fmla="*/ 7347 h 10000"/>
              <a:gd name="connsiteX71-4639" fmla="*/ 3964 w 9300"/>
              <a:gd name="connsiteY71-4640" fmla="*/ 7440 h 10000"/>
              <a:gd name="connsiteX72-4641" fmla="*/ 4222 w 9300"/>
              <a:gd name="connsiteY72-4642" fmla="*/ 7551 h 10000"/>
              <a:gd name="connsiteX73-4643" fmla="*/ 4380 w 9300"/>
              <a:gd name="connsiteY73-4644" fmla="*/ 7551 h 10000"/>
              <a:gd name="connsiteX74-4645" fmla="*/ 4507 w 9300"/>
              <a:gd name="connsiteY74-4646" fmla="*/ 7644 h 10000"/>
              <a:gd name="connsiteX75-4647" fmla="*/ 4638 w 9300"/>
              <a:gd name="connsiteY75-4648" fmla="*/ 7644 h 10000"/>
              <a:gd name="connsiteX76-4649" fmla="*/ 4765 w 9300"/>
              <a:gd name="connsiteY76-4650" fmla="*/ 7644 h 10000"/>
              <a:gd name="connsiteX77-4651" fmla="*/ 4922 w 9300"/>
              <a:gd name="connsiteY77-4652" fmla="*/ 7644 h 10000"/>
              <a:gd name="connsiteX78-4653" fmla="*/ 5050 w 9300"/>
              <a:gd name="connsiteY78-4654" fmla="*/ 7551 h 10000"/>
              <a:gd name="connsiteX79-4655" fmla="*/ 5183 w 9300"/>
              <a:gd name="connsiteY79-4656" fmla="*/ 7440 h 10000"/>
              <a:gd name="connsiteX80-4657" fmla="*/ 5183 w 9300"/>
              <a:gd name="connsiteY80-4658" fmla="*/ 7347 h 10000"/>
              <a:gd name="connsiteX81-4659" fmla="*/ 5337 w 9300"/>
              <a:gd name="connsiteY81-4660" fmla="*/ 7254 h 10000"/>
              <a:gd name="connsiteX82-4661" fmla="*/ 5465 w 9300"/>
              <a:gd name="connsiteY82-4662" fmla="*/ 7050 h 10000"/>
              <a:gd name="connsiteX83-4663" fmla="*/ 5465 w 9300"/>
              <a:gd name="connsiteY83-4664" fmla="*/ 6865 h 10000"/>
              <a:gd name="connsiteX84-4665" fmla="*/ 5595 w 9300"/>
              <a:gd name="connsiteY84-4666" fmla="*/ 6660 h 10000"/>
              <a:gd name="connsiteX85-4667" fmla="*/ 5724 w 9300"/>
              <a:gd name="connsiteY85-4668" fmla="*/ 6364 h 10000"/>
              <a:gd name="connsiteX86-4669" fmla="*/ 5879 w 9300"/>
              <a:gd name="connsiteY86-4670" fmla="*/ 6067 h 10000"/>
              <a:gd name="connsiteX87-4671" fmla="*/ 5879 w 9300"/>
              <a:gd name="connsiteY87-4672" fmla="*/ 5677 h 10000"/>
              <a:gd name="connsiteX88-4673" fmla="*/ 6140 w 9300"/>
              <a:gd name="connsiteY88-4674" fmla="*/ 4991 h 10000"/>
              <a:gd name="connsiteX89-4675" fmla="*/ 6300 w 9300"/>
              <a:gd name="connsiteY89-4676" fmla="*/ 4212 h 10000"/>
              <a:gd name="connsiteX90-4677" fmla="*/ 6300 w 9300"/>
              <a:gd name="connsiteY90-4678" fmla="*/ 3525 h 10000"/>
              <a:gd name="connsiteX91-4679" fmla="*/ 6425 w 9300"/>
              <a:gd name="connsiteY91-4680" fmla="*/ 2839 h 10000"/>
              <a:gd name="connsiteX92-4681" fmla="*/ 6425 w 9300"/>
              <a:gd name="connsiteY92-4682" fmla="*/ 2542 h 10000"/>
              <a:gd name="connsiteX93-4683" fmla="*/ 6425 w 9300"/>
              <a:gd name="connsiteY93-4684" fmla="*/ 2263 h 10000"/>
              <a:gd name="connsiteX94-4685" fmla="*/ 6425 w 9300"/>
              <a:gd name="connsiteY94-4686" fmla="*/ 2059 h 10000"/>
              <a:gd name="connsiteX95-4687" fmla="*/ 6425 w 9300"/>
              <a:gd name="connsiteY95-4688" fmla="*/ 1855 h 10000"/>
              <a:gd name="connsiteX96-4689" fmla="*/ 6425 w 9300"/>
              <a:gd name="connsiteY96-4690" fmla="*/ 1670 h 10000"/>
              <a:gd name="connsiteX97-4691" fmla="*/ 6425 w 9300"/>
              <a:gd name="connsiteY97-4692" fmla="*/ 1577 h 10000"/>
              <a:gd name="connsiteX98-4693" fmla="*/ 6300 w 9300"/>
              <a:gd name="connsiteY98-4694" fmla="*/ 1466 h 10000"/>
              <a:gd name="connsiteX99-4695" fmla="*/ 6300 w 9300"/>
              <a:gd name="connsiteY99-4696" fmla="*/ 1373 h 10000"/>
              <a:gd name="connsiteX100-4697" fmla="*/ 6300 w 9300"/>
              <a:gd name="connsiteY100-4698" fmla="*/ 1280 h 10000"/>
              <a:gd name="connsiteX101-4699" fmla="*/ 6140 w 9300"/>
              <a:gd name="connsiteY101-4700" fmla="*/ 1280 h 10000"/>
              <a:gd name="connsiteX102-4701" fmla="*/ 6014 w 9300"/>
              <a:gd name="connsiteY102-4702" fmla="*/ 1169 h 10000"/>
              <a:gd name="connsiteX103-4703" fmla="*/ 6014 w 9300"/>
              <a:gd name="connsiteY103-4704" fmla="*/ 1169 h 10000"/>
              <a:gd name="connsiteX104-4705" fmla="*/ 5724 w 9300"/>
              <a:gd name="connsiteY104-4706" fmla="*/ 1169 h 10000"/>
              <a:gd name="connsiteX105-4707" fmla="*/ 5595 w 9300"/>
              <a:gd name="connsiteY105-4708" fmla="*/ 1169 h 10000"/>
              <a:gd name="connsiteX106-4709" fmla="*/ 5465 w 9300"/>
              <a:gd name="connsiteY106-4710" fmla="*/ 1169 h 10000"/>
              <a:gd name="connsiteX107-4711" fmla="*/ 5183 w 9300"/>
              <a:gd name="connsiteY107-4712" fmla="*/ 1169 h 10000"/>
              <a:gd name="connsiteX108-4713" fmla="*/ 4922 w 9300"/>
              <a:gd name="connsiteY108-4714" fmla="*/ 1169 h 10000"/>
              <a:gd name="connsiteX109-4715" fmla="*/ 4507 w 9300"/>
              <a:gd name="connsiteY109-4716" fmla="*/ 1169 h 10000"/>
              <a:gd name="connsiteX110-4717" fmla="*/ 4222 w 9300"/>
              <a:gd name="connsiteY110-4718" fmla="*/ 1169 h 10000"/>
              <a:gd name="connsiteX111-4719" fmla="*/ 3808 w 9300"/>
              <a:gd name="connsiteY111-4720" fmla="*/ 1169 h 10000"/>
              <a:gd name="connsiteX112-4721" fmla="*/ 3265 w 9300"/>
              <a:gd name="connsiteY112-4722" fmla="*/ 1169 h 10000"/>
              <a:gd name="connsiteX113-4723" fmla="*/ 2722 w 9300"/>
              <a:gd name="connsiteY113-4724" fmla="*/ 1280 h 10000"/>
              <a:gd name="connsiteX114-4725" fmla="*/ 2178 w 9300"/>
              <a:gd name="connsiteY114-4726" fmla="*/ 1280 h 10000"/>
              <a:gd name="connsiteX115-4727" fmla="*/ 1506 w 9300"/>
              <a:gd name="connsiteY115-4728" fmla="*/ 1373 h 10000"/>
              <a:gd name="connsiteX116-4729" fmla="*/ 129 w 9300"/>
              <a:gd name="connsiteY116-4730" fmla="*/ 1466 h 10000"/>
              <a:gd name="connsiteX117-4731" fmla="*/ 0 w 9300"/>
              <a:gd name="connsiteY117-4732" fmla="*/ 891 h 10000"/>
              <a:gd name="connsiteX118-4733" fmla="*/ 545 w 9300"/>
              <a:gd name="connsiteY118-4734" fmla="*/ 779 h 10000"/>
              <a:gd name="connsiteX119-4735" fmla="*/ 1217 w 9300"/>
              <a:gd name="connsiteY119-4736" fmla="*/ 779 h 10000"/>
              <a:gd name="connsiteX120-4737" fmla="*/ 1632 w 9300"/>
              <a:gd name="connsiteY120-4738" fmla="*/ 779 h 10000"/>
              <a:gd name="connsiteX121-4739" fmla="*/ 2178 w 9300"/>
              <a:gd name="connsiteY121-4740" fmla="*/ 686 h 10000"/>
              <a:gd name="connsiteX122-4741" fmla="*/ 2591 w 9300"/>
              <a:gd name="connsiteY122-4742" fmla="*/ 686 h 10000"/>
              <a:gd name="connsiteX123-4743" fmla="*/ 3265 w 9300"/>
              <a:gd name="connsiteY123-4744" fmla="*/ 594 h 10000"/>
              <a:gd name="connsiteX124-4745" fmla="*/ 3964 w 9300"/>
              <a:gd name="connsiteY124-4746" fmla="*/ 594 h 10000"/>
              <a:gd name="connsiteX125-4747" fmla="*/ 4507 w 9300"/>
              <a:gd name="connsiteY125-4748" fmla="*/ 482 h 10000"/>
              <a:gd name="connsiteX126-4749" fmla="*/ 5050 w 9300"/>
              <a:gd name="connsiteY126-4750" fmla="*/ 482 h 10000"/>
              <a:gd name="connsiteX127-4751" fmla="*/ 5337 w 9300"/>
              <a:gd name="connsiteY127-4752" fmla="*/ 390 h 10000"/>
              <a:gd name="connsiteX128-4753" fmla="*/ 5595 w 9300"/>
              <a:gd name="connsiteY128-4754" fmla="*/ 297 h 10000"/>
              <a:gd name="connsiteX129-4755" fmla="*/ 5879 w 9300"/>
              <a:gd name="connsiteY129-4756" fmla="*/ 297 h 10000"/>
              <a:gd name="connsiteX130-4757" fmla="*/ 5879 w 9300"/>
              <a:gd name="connsiteY130-4758" fmla="*/ 204 h 10000"/>
              <a:gd name="connsiteX131-4759" fmla="*/ 5879 w 9300"/>
              <a:gd name="connsiteY131-4760" fmla="*/ 204 h 10000"/>
              <a:gd name="connsiteX0-4761" fmla="*/ 6355 w 10033"/>
              <a:gd name="connsiteY0-4762" fmla="*/ 204 h 10000"/>
              <a:gd name="connsiteX1-4763" fmla="*/ 6500 w 10033"/>
              <a:gd name="connsiteY1-4764" fmla="*/ 93 h 10000"/>
              <a:gd name="connsiteX2-4765" fmla="*/ 6807 w 10033"/>
              <a:gd name="connsiteY2-4766" fmla="*/ 93 h 10000"/>
              <a:gd name="connsiteX3-4767" fmla="*/ 6942 w 10033"/>
              <a:gd name="connsiteY3-4768" fmla="*/ 0 h 10000"/>
              <a:gd name="connsiteX4-4769" fmla="*/ 7080 w 10033"/>
              <a:gd name="connsiteY4-4770" fmla="*/ 0 h 10000"/>
              <a:gd name="connsiteX5-4771" fmla="*/ 7388 w 10033"/>
              <a:gd name="connsiteY5-4772" fmla="*/ 93 h 10000"/>
              <a:gd name="connsiteX6-4773" fmla="*/ 7833 w 10033"/>
              <a:gd name="connsiteY6-4774" fmla="*/ 204 h 10000"/>
              <a:gd name="connsiteX7-4775" fmla="*/ 7970 w 10033"/>
              <a:gd name="connsiteY7-4776" fmla="*/ 297 h 10000"/>
              <a:gd name="connsiteX8-4777" fmla="*/ 8250 w 10033"/>
              <a:gd name="connsiteY8-4778" fmla="*/ 482 h 10000"/>
              <a:gd name="connsiteX9-4779" fmla="*/ 8414 w 10033"/>
              <a:gd name="connsiteY9-4780" fmla="*/ 594 h 10000"/>
              <a:gd name="connsiteX10-4781" fmla="*/ 8699 w 10033"/>
              <a:gd name="connsiteY10-4782" fmla="*/ 686 h 10000"/>
              <a:gd name="connsiteX11-4783" fmla="*/ 9003 w 10033"/>
              <a:gd name="connsiteY11-4784" fmla="*/ 891 h 10000"/>
              <a:gd name="connsiteX12-4785" fmla="*/ 9280 w 10033"/>
              <a:gd name="connsiteY12-4786" fmla="*/ 983 h 10000"/>
              <a:gd name="connsiteX13-4787" fmla="*/ 9447 w 10033"/>
              <a:gd name="connsiteY13-4788" fmla="*/ 1169 h 10000"/>
              <a:gd name="connsiteX14-4789" fmla="*/ 9727 w 10033"/>
              <a:gd name="connsiteY14-4790" fmla="*/ 1280 h 10000"/>
              <a:gd name="connsiteX15-4791" fmla="*/ 9865 w 10033"/>
              <a:gd name="connsiteY15-4792" fmla="*/ 1373 h 10000"/>
              <a:gd name="connsiteX16-4793" fmla="*/ 9865 w 10033"/>
              <a:gd name="connsiteY16-4794" fmla="*/ 1466 h 10000"/>
              <a:gd name="connsiteX17-4795" fmla="*/ 10033 w 10033"/>
              <a:gd name="connsiteY17-4796" fmla="*/ 1466 h 10000"/>
              <a:gd name="connsiteX18-4797" fmla="*/ 10033 w 10033"/>
              <a:gd name="connsiteY18-4798" fmla="*/ 1577 h 10000"/>
              <a:gd name="connsiteX19-4799" fmla="*/ 10033 w 10033"/>
              <a:gd name="connsiteY19-4800" fmla="*/ 1670 h 10000"/>
              <a:gd name="connsiteX20-4801" fmla="*/ 9865 w 10033"/>
              <a:gd name="connsiteY20-4802" fmla="*/ 1763 h 10000"/>
              <a:gd name="connsiteX21-4803" fmla="*/ 9727 w 10033"/>
              <a:gd name="connsiteY21-4804" fmla="*/ 1763 h 10000"/>
              <a:gd name="connsiteX22-4805" fmla="*/ 9588 w 10033"/>
              <a:gd name="connsiteY22-4806" fmla="*/ 1855 h 10000"/>
              <a:gd name="connsiteX23-4807" fmla="*/ 9447 w 10033"/>
              <a:gd name="connsiteY23-4808" fmla="*/ 1855 h 10000"/>
              <a:gd name="connsiteX24-4809" fmla="*/ 9447 w 10033"/>
              <a:gd name="connsiteY24-4810" fmla="*/ 1967 h 10000"/>
              <a:gd name="connsiteX25-4811" fmla="*/ 9280 w 10033"/>
              <a:gd name="connsiteY25-4812" fmla="*/ 2059 h 10000"/>
              <a:gd name="connsiteX26-4813" fmla="*/ 9142 w 10033"/>
              <a:gd name="connsiteY26-4814" fmla="*/ 2263 h 10000"/>
              <a:gd name="connsiteX27-4815" fmla="*/ 9142 w 10033"/>
              <a:gd name="connsiteY27-4816" fmla="*/ 2449 h 10000"/>
              <a:gd name="connsiteX28-4817" fmla="*/ 9003 w 10033"/>
              <a:gd name="connsiteY28-4818" fmla="*/ 2653 h 10000"/>
              <a:gd name="connsiteX29-4819" fmla="*/ 9003 w 10033"/>
              <a:gd name="connsiteY29-4820" fmla="*/ 2950 h 10000"/>
              <a:gd name="connsiteX30-4821" fmla="*/ 9003 w 10033"/>
              <a:gd name="connsiteY30-4822" fmla="*/ 3135 h 10000"/>
              <a:gd name="connsiteX31-4823" fmla="*/ 8835 w 10033"/>
              <a:gd name="connsiteY31-4824" fmla="*/ 3432 h 10000"/>
              <a:gd name="connsiteX32-4825" fmla="*/ 8835 w 10033"/>
              <a:gd name="connsiteY32-4826" fmla="*/ 3822 h 10000"/>
              <a:gd name="connsiteX33-4827" fmla="*/ 8699 w 10033"/>
              <a:gd name="connsiteY33-4828" fmla="*/ 4119 h 10000"/>
              <a:gd name="connsiteX34-4829" fmla="*/ 8557 w 10033"/>
              <a:gd name="connsiteY34-4830" fmla="*/ 4508 h 10000"/>
              <a:gd name="connsiteX35-4831" fmla="*/ 8414 w 10033"/>
              <a:gd name="connsiteY35-4832" fmla="*/ 4898 h 10000"/>
              <a:gd name="connsiteX36-4833" fmla="*/ 8250 w 10033"/>
              <a:gd name="connsiteY36-4834" fmla="*/ 5288 h 10000"/>
              <a:gd name="connsiteX37-4835" fmla="*/ 7970 w 10033"/>
              <a:gd name="connsiteY37-4836" fmla="*/ 6178 h 10000"/>
              <a:gd name="connsiteX38-4837" fmla="*/ 7833 w 10033"/>
              <a:gd name="connsiteY38-4838" fmla="*/ 6568 h 10000"/>
              <a:gd name="connsiteX39-4839" fmla="*/ 7668 w 10033"/>
              <a:gd name="connsiteY39-4840" fmla="*/ 6957 h 10000"/>
              <a:gd name="connsiteX40-4841" fmla="*/ 7528 w 10033"/>
              <a:gd name="connsiteY40-4842" fmla="*/ 7347 h 10000"/>
              <a:gd name="connsiteX41-4843" fmla="*/ 7388 w 10033"/>
              <a:gd name="connsiteY41-4844" fmla="*/ 7737 h 10000"/>
              <a:gd name="connsiteX42-4845" fmla="*/ 7219 w 10033"/>
              <a:gd name="connsiteY42-4846" fmla="*/ 8033 h 10000"/>
              <a:gd name="connsiteX43-4847" fmla="*/ 7219 w 10033"/>
              <a:gd name="connsiteY43-4848" fmla="*/ 8237 h 10000"/>
              <a:gd name="connsiteX44-4849" fmla="*/ 7080 w 10033"/>
              <a:gd name="connsiteY44-4850" fmla="*/ 8534 h 10000"/>
              <a:gd name="connsiteX45-4851" fmla="*/ 6942 w 10033"/>
              <a:gd name="connsiteY45-4852" fmla="*/ 8720 h 10000"/>
              <a:gd name="connsiteX46-4853" fmla="*/ 6635 w 10033"/>
              <a:gd name="connsiteY46-4854" fmla="*/ 9017 h 10000"/>
              <a:gd name="connsiteX47-4855" fmla="*/ 6355 w 10033"/>
              <a:gd name="connsiteY47-4856" fmla="*/ 9314 h 10000"/>
              <a:gd name="connsiteX48-4857" fmla="*/ 6049 w 10033"/>
              <a:gd name="connsiteY48-4858" fmla="*/ 9610 h 10000"/>
              <a:gd name="connsiteX49-4859" fmla="*/ 5772 w 10033"/>
              <a:gd name="connsiteY49-4860" fmla="*/ 9703 h 10000"/>
              <a:gd name="connsiteX50-4861" fmla="*/ 5463 w 10033"/>
              <a:gd name="connsiteY50-4862" fmla="*/ 9889 h 10000"/>
              <a:gd name="connsiteX51-4863" fmla="*/ 5157 w 10033"/>
              <a:gd name="connsiteY51-4864" fmla="*/ 10000 h 10000"/>
              <a:gd name="connsiteX52-4865" fmla="*/ 4879 w 10033"/>
              <a:gd name="connsiteY52-4866" fmla="*/ 10000 h 10000"/>
              <a:gd name="connsiteX53-4867" fmla="*/ 4573 w 10033"/>
              <a:gd name="connsiteY53-4868" fmla="*/ 10000 h 10000"/>
              <a:gd name="connsiteX54-4869" fmla="*/ 4573 w 10033"/>
              <a:gd name="connsiteY54-4870" fmla="*/ 9889 h 10000"/>
              <a:gd name="connsiteX55-4871" fmla="*/ 4432 w 10033"/>
              <a:gd name="connsiteY55-4872" fmla="*/ 9889 h 10000"/>
              <a:gd name="connsiteX56-4873" fmla="*/ 4432 w 10033"/>
              <a:gd name="connsiteY56-4874" fmla="*/ 9796 h 10000"/>
              <a:gd name="connsiteX57-4875" fmla="*/ 4432 w 10033"/>
              <a:gd name="connsiteY57-4876" fmla="*/ 9610 h 10000"/>
              <a:gd name="connsiteX58-4877" fmla="*/ 4432 w 10033"/>
              <a:gd name="connsiteY58-4878" fmla="*/ 9499 h 10000"/>
              <a:gd name="connsiteX59-4879" fmla="*/ 4432 w 10033"/>
              <a:gd name="connsiteY59-4880" fmla="*/ 9406 h 10000"/>
              <a:gd name="connsiteX60-4881" fmla="*/ 4432 w 10033"/>
              <a:gd name="connsiteY60-4882" fmla="*/ 9202 h 10000"/>
              <a:gd name="connsiteX61-4883" fmla="*/ 4432 w 10033"/>
              <a:gd name="connsiteY61-4884" fmla="*/ 9017 h 10000"/>
              <a:gd name="connsiteX62-4885" fmla="*/ 4295 w 10033"/>
              <a:gd name="connsiteY62-4886" fmla="*/ 8813 h 10000"/>
              <a:gd name="connsiteX63-4887" fmla="*/ 4128 w 10033"/>
              <a:gd name="connsiteY63-4888" fmla="*/ 8534 h 10000"/>
              <a:gd name="connsiteX64-4889" fmla="*/ 3849 w 10033"/>
              <a:gd name="connsiteY64-4890" fmla="*/ 8126 h 10000"/>
              <a:gd name="connsiteX65-4891" fmla="*/ 3710 w 10033"/>
              <a:gd name="connsiteY65-4892" fmla="*/ 7737 h 10000"/>
              <a:gd name="connsiteX66-4893" fmla="*/ 3264 w 10033"/>
              <a:gd name="connsiteY66-4894" fmla="*/ 7347 h 10000"/>
              <a:gd name="connsiteX67-4895" fmla="*/ 2960 w 10033"/>
              <a:gd name="connsiteY67-4896" fmla="*/ 6753 h 10000"/>
              <a:gd name="connsiteX68-4897" fmla="*/ 3264 w 10033"/>
              <a:gd name="connsiteY68-4898" fmla="*/ 6957 h 10000"/>
              <a:gd name="connsiteX69-4899" fmla="*/ 3710 w 10033"/>
              <a:gd name="connsiteY69-4900" fmla="*/ 7161 h 10000"/>
              <a:gd name="connsiteX70-4901" fmla="*/ 3987 w 10033"/>
              <a:gd name="connsiteY70-4902" fmla="*/ 7347 h 10000"/>
              <a:gd name="connsiteX71-4903" fmla="*/ 4295 w 10033"/>
              <a:gd name="connsiteY71-4904" fmla="*/ 7440 h 10000"/>
              <a:gd name="connsiteX72-4905" fmla="*/ 4573 w 10033"/>
              <a:gd name="connsiteY72-4906" fmla="*/ 7551 h 10000"/>
              <a:gd name="connsiteX73-4907" fmla="*/ 4743 w 10033"/>
              <a:gd name="connsiteY73-4908" fmla="*/ 7551 h 10000"/>
              <a:gd name="connsiteX74-4909" fmla="*/ 4879 w 10033"/>
              <a:gd name="connsiteY74-4910" fmla="*/ 7644 h 10000"/>
              <a:gd name="connsiteX75-4911" fmla="*/ 5020 w 10033"/>
              <a:gd name="connsiteY75-4912" fmla="*/ 7644 h 10000"/>
              <a:gd name="connsiteX76-4913" fmla="*/ 5157 w 10033"/>
              <a:gd name="connsiteY76-4914" fmla="*/ 7644 h 10000"/>
              <a:gd name="connsiteX77-4915" fmla="*/ 5325 w 10033"/>
              <a:gd name="connsiteY77-4916" fmla="*/ 7644 h 10000"/>
              <a:gd name="connsiteX78-4917" fmla="*/ 5463 w 10033"/>
              <a:gd name="connsiteY78-4918" fmla="*/ 7551 h 10000"/>
              <a:gd name="connsiteX79-4919" fmla="*/ 5606 w 10033"/>
              <a:gd name="connsiteY79-4920" fmla="*/ 7440 h 10000"/>
              <a:gd name="connsiteX80-4921" fmla="*/ 5606 w 10033"/>
              <a:gd name="connsiteY80-4922" fmla="*/ 7347 h 10000"/>
              <a:gd name="connsiteX81-4923" fmla="*/ 5772 w 10033"/>
              <a:gd name="connsiteY81-4924" fmla="*/ 7254 h 10000"/>
              <a:gd name="connsiteX82-4925" fmla="*/ 5909 w 10033"/>
              <a:gd name="connsiteY82-4926" fmla="*/ 7050 h 10000"/>
              <a:gd name="connsiteX83-4927" fmla="*/ 5909 w 10033"/>
              <a:gd name="connsiteY83-4928" fmla="*/ 6865 h 10000"/>
              <a:gd name="connsiteX84-4929" fmla="*/ 6049 w 10033"/>
              <a:gd name="connsiteY84-4930" fmla="*/ 6660 h 10000"/>
              <a:gd name="connsiteX85-4931" fmla="*/ 6188 w 10033"/>
              <a:gd name="connsiteY85-4932" fmla="*/ 6364 h 10000"/>
              <a:gd name="connsiteX86-4933" fmla="*/ 6355 w 10033"/>
              <a:gd name="connsiteY86-4934" fmla="*/ 6067 h 10000"/>
              <a:gd name="connsiteX87-4935" fmla="*/ 6355 w 10033"/>
              <a:gd name="connsiteY87-4936" fmla="*/ 5677 h 10000"/>
              <a:gd name="connsiteX88-4937" fmla="*/ 6635 w 10033"/>
              <a:gd name="connsiteY88-4938" fmla="*/ 4991 h 10000"/>
              <a:gd name="connsiteX89-4939" fmla="*/ 6807 w 10033"/>
              <a:gd name="connsiteY89-4940" fmla="*/ 4212 h 10000"/>
              <a:gd name="connsiteX90-4941" fmla="*/ 6807 w 10033"/>
              <a:gd name="connsiteY90-4942" fmla="*/ 3525 h 10000"/>
              <a:gd name="connsiteX91-4943" fmla="*/ 6942 w 10033"/>
              <a:gd name="connsiteY91-4944" fmla="*/ 2839 h 10000"/>
              <a:gd name="connsiteX92-4945" fmla="*/ 6942 w 10033"/>
              <a:gd name="connsiteY92-4946" fmla="*/ 2542 h 10000"/>
              <a:gd name="connsiteX93-4947" fmla="*/ 6942 w 10033"/>
              <a:gd name="connsiteY93-4948" fmla="*/ 2263 h 10000"/>
              <a:gd name="connsiteX94-4949" fmla="*/ 6942 w 10033"/>
              <a:gd name="connsiteY94-4950" fmla="*/ 2059 h 10000"/>
              <a:gd name="connsiteX95-4951" fmla="*/ 6942 w 10033"/>
              <a:gd name="connsiteY95-4952" fmla="*/ 1855 h 10000"/>
              <a:gd name="connsiteX96-4953" fmla="*/ 6942 w 10033"/>
              <a:gd name="connsiteY96-4954" fmla="*/ 1670 h 10000"/>
              <a:gd name="connsiteX97-4955" fmla="*/ 6942 w 10033"/>
              <a:gd name="connsiteY97-4956" fmla="*/ 1577 h 10000"/>
              <a:gd name="connsiteX98-4957" fmla="*/ 6807 w 10033"/>
              <a:gd name="connsiteY98-4958" fmla="*/ 1466 h 10000"/>
              <a:gd name="connsiteX99-4959" fmla="*/ 6807 w 10033"/>
              <a:gd name="connsiteY99-4960" fmla="*/ 1373 h 10000"/>
              <a:gd name="connsiteX100-4961" fmla="*/ 6807 w 10033"/>
              <a:gd name="connsiteY100-4962" fmla="*/ 1280 h 10000"/>
              <a:gd name="connsiteX101-4963" fmla="*/ 6635 w 10033"/>
              <a:gd name="connsiteY101-4964" fmla="*/ 1280 h 10000"/>
              <a:gd name="connsiteX102-4965" fmla="*/ 6500 w 10033"/>
              <a:gd name="connsiteY102-4966" fmla="*/ 1169 h 10000"/>
              <a:gd name="connsiteX103-4967" fmla="*/ 6500 w 10033"/>
              <a:gd name="connsiteY103-4968" fmla="*/ 1169 h 10000"/>
              <a:gd name="connsiteX104-4969" fmla="*/ 6188 w 10033"/>
              <a:gd name="connsiteY104-4970" fmla="*/ 1169 h 10000"/>
              <a:gd name="connsiteX105-4971" fmla="*/ 6049 w 10033"/>
              <a:gd name="connsiteY105-4972" fmla="*/ 1169 h 10000"/>
              <a:gd name="connsiteX106-4973" fmla="*/ 5909 w 10033"/>
              <a:gd name="connsiteY106-4974" fmla="*/ 1169 h 10000"/>
              <a:gd name="connsiteX107-4975" fmla="*/ 5606 w 10033"/>
              <a:gd name="connsiteY107-4976" fmla="*/ 1169 h 10000"/>
              <a:gd name="connsiteX108-4977" fmla="*/ 5325 w 10033"/>
              <a:gd name="connsiteY108-4978" fmla="*/ 1169 h 10000"/>
              <a:gd name="connsiteX109-4979" fmla="*/ 4879 w 10033"/>
              <a:gd name="connsiteY109-4980" fmla="*/ 1169 h 10000"/>
              <a:gd name="connsiteX110-4981" fmla="*/ 4573 w 10033"/>
              <a:gd name="connsiteY110-4982" fmla="*/ 1169 h 10000"/>
              <a:gd name="connsiteX111-4983" fmla="*/ 4128 w 10033"/>
              <a:gd name="connsiteY111-4984" fmla="*/ 1169 h 10000"/>
              <a:gd name="connsiteX112-4985" fmla="*/ 3544 w 10033"/>
              <a:gd name="connsiteY112-4986" fmla="*/ 1169 h 10000"/>
              <a:gd name="connsiteX113-4987" fmla="*/ 2960 w 10033"/>
              <a:gd name="connsiteY113-4988" fmla="*/ 1280 h 10000"/>
              <a:gd name="connsiteX114-4989" fmla="*/ 2375 w 10033"/>
              <a:gd name="connsiteY114-4990" fmla="*/ 1280 h 10000"/>
              <a:gd name="connsiteX115-4991" fmla="*/ 1652 w 10033"/>
              <a:gd name="connsiteY115-4992" fmla="*/ 1373 h 10000"/>
              <a:gd name="connsiteX116-4993" fmla="*/ 172 w 10033"/>
              <a:gd name="connsiteY116-4994" fmla="*/ 1466 h 10000"/>
              <a:gd name="connsiteX117-4995" fmla="*/ 619 w 10033"/>
              <a:gd name="connsiteY117-4996" fmla="*/ 779 h 10000"/>
              <a:gd name="connsiteX118-4997" fmla="*/ 1342 w 10033"/>
              <a:gd name="connsiteY118-4998" fmla="*/ 779 h 10000"/>
              <a:gd name="connsiteX119-4999" fmla="*/ 1788 w 10033"/>
              <a:gd name="connsiteY119-5000" fmla="*/ 779 h 10000"/>
              <a:gd name="connsiteX120-5001" fmla="*/ 2375 w 10033"/>
              <a:gd name="connsiteY120-5002" fmla="*/ 686 h 10000"/>
              <a:gd name="connsiteX121-5003" fmla="*/ 2819 w 10033"/>
              <a:gd name="connsiteY121-5004" fmla="*/ 686 h 10000"/>
              <a:gd name="connsiteX122-5005" fmla="*/ 3544 w 10033"/>
              <a:gd name="connsiteY122-5006" fmla="*/ 594 h 10000"/>
              <a:gd name="connsiteX123-5007" fmla="*/ 4295 w 10033"/>
              <a:gd name="connsiteY123-5008" fmla="*/ 594 h 10000"/>
              <a:gd name="connsiteX124-5009" fmla="*/ 4879 w 10033"/>
              <a:gd name="connsiteY124-5010" fmla="*/ 482 h 10000"/>
              <a:gd name="connsiteX125-5011" fmla="*/ 5463 w 10033"/>
              <a:gd name="connsiteY125-5012" fmla="*/ 482 h 10000"/>
              <a:gd name="connsiteX126-5013" fmla="*/ 5772 w 10033"/>
              <a:gd name="connsiteY126-5014" fmla="*/ 390 h 10000"/>
              <a:gd name="connsiteX127-5015" fmla="*/ 6049 w 10033"/>
              <a:gd name="connsiteY127-5016" fmla="*/ 297 h 10000"/>
              <a:gd name="connsiteX128-5017" fmla="*/ 6355 w 10033"/>
              <a:gd name="connsiteY128-5018" fmla="*/ 297 h 10000"/>
              <a:gd name="connsiteX129-5019" fmla="*/ 6355 w 10033"/>
              <a:gd name="connsiteY129-5020" fmla="*/ 204 h 10000"/>
              <a:gd name="connsiteX130-5021" fmla="*/ 6355 w 10033"/>
              <a:gd name="connsiteY130-5022" fmla="*/ 204 h 10000"/>
              <a:gd name="connsiteX0-5023" fmla="*/ 5736 w 9414"/>
              <a:gd name="connsiteY0-5024" fmla="*/ 204 h 10000"/>
              <a:gd name="connsiteX1-5025" fmla="*/ 5881 w 9414"/>
              <a:gd name="connsiteY1-5026" fmla="*/ 93 h 10000"/>
              <a:gd name="connsiteX2-5027" fmla="*/ 6188 w 9414"/>
              <a:gd name="connsiteY2-5028" fmla="*/ 93 h 10000"/>
              <a:gd name="connsiteX3-5029" fmla="*/ 6323 w 9414"/>
              <a:gd name="connsiteY3-5030" fmla="*/ 0 h 10000"/>
              <a:gd name="connsiteX4-5031" fmla="*/ 6461 w 9414"/>
              <a:gd name="connsiteY4-5032" fmla="*/ 0 h 10000"/>
              <a:gd name="connsiteX5-5033" fmla="*/ 6769 w 9414"/>
              <a:gd name="connsiteY5-5034" fmla="*/ 93 h 10000"/>
              <a:gd name="connsiteX6-5035" fmla="*/ 7214 w 9414"/>
              <a:gd name="connsiteY6-5036" fmla="*/ 204 h 10000"/>
              <a:gd name="connsiteX7-5037" fmla="*/ 7351 w 9414"/>
              <a:gd name="connsiteY7-5038" fmla="*/ 297 h 10000"/>
              <a:gd name="connsiteX8-5039" fmla="*/ 7631 w 9414"/>
              <a:gd name="connsiteY8-5040" fmla="*/ 482 h 10000"/>
              <a:gd name="connsiteX9-5041" fmla="*/ 7795 w 9414"/>
              <a:gd name="connsiteY9-5042" fmla="*/ 594 h 10000"/>
              <a:gd name="connsiteX10-5043" fmla="*/ 8080 w 9414"/>
              <a:gd name="connsiteY10-5044" fmla="*/ 686 h 10000"/>
              <a:gd name="connsiteX11-5045" fmla="*/ 8384 w 9414"/>
              <a:gd name="connsiteY11-5046" fmla="*/ 891 h 10000"/>
              <a:gd name="connsiteX12-5047" fmla="*/ 8661 w 9414"/>
              <a:gd name="connsiteY12-5048" fmla="*/ 983 h 10000"/>
              <a:gd name="connsiteX13-5049" fmla="*/ 8828 w 9414"/>
              <a:gd name="connsiteY13-5050" fmla="*/ 1169 h 10000"/>
              <a:gd name="connsiteX14-5051" fmla="*/ 9108 w 9414"/>
              <a:gd name="connsiteY14-5052" fmla="*/ 1280 h 10000"/>
              <a:gd name="connsiteX15-5053" fmla="*/ 9246 w 9414"/>
              <a:gd name="connsiteY15-5054" fmla="*/ 1373 h 10000"/>
              <a:gd name="connsiteX16-5055" fmla="*/ 9246 w 9414"/>
              <a:gd name="connsiteY16-5056" fmla="*/ 1466 h 10000"/>
              <a:gd name="connsiteX17-5057" fmla="*/ 9414 w 9414"/>
              <a:gd name="connsiteY17-5058" fmla="*/ 1466 h 10000"/>
              <a:gd name="connsiteX18-5059" fmla="*/ 9414 w 9414"/>
              <a:gd name="connsiteY18-5060" fmla="*/ 1577 h 10000"/>
              <a:gd name="connsiteX19-5061" fmla="*/ 9414 w 9414"/>
              <a:gd name="connsiteY19-5062" fmla="*/ 1670 h 10000"/>
              <a:gd name="connsiteX20-5063" fmla="*/ 9246 w 9414"/>
              <a:gd name="connsiteY20-5064" fmla="*/ 1763 h 10000"/>
              <a:gd name="connsiteX21-5065" fmla="*/ 9108 w 9414"/>
              <a:gd name="connsiteY21-5066" fmla="*/ 1763 h 10000"/>
              <a:gd name="connsiteX22-5067" fmla="*/ 8969 w 9414"/>
              <a:gd name="connsiteY22-5068" fmla="*/ 1855 h 10000"/>
              <a:gd name="connsiteX23-5069" fmla="*/ 8828 w 9414"/>
              <a:gd name="connsiteY23-5070" fmla="*/ 1855 h 10000"/>
              <a:gd name="connsiteX24-5071" fmla="*/ 8828 w 9414"/>
              <a:gd name="connsiteY24-5072" fmla="*/ 1967 h 10000"/>
              <a:gd name="connsiteX25-5073" fmla="*/ 8661 w 9414"/>
              <a:gd name="connsiteY25-5074" fmla="*/ 2059 h 10000"/>
              <a:gd name="connsiteX26-5075" fmla="*/ 8523 w 9414"/>
              <a:gd name="connsiteY26-5076" fmla="*/ 2263 h 10000"/>
              <a:gd name="connsiteX27-5077" fmla="*/ 8523 w 9414"/>
              <a:gd name="connsiteY27-5078" fmla="*/ 2449 h 10000"/>
              <a:gd name="connsiteX28-5079" fmla="*/ 8384 w 9414"/>
              <a:gd name="connsiteY28-5080" fmla="*/ 2653 h 10000"/>
              <a:gd name="connsiteX29-5081" fmla="*/ 8384 w 9414"/>
              <a:gd name="connsiteY29-5082" fmla="*/ 2950 h 10000"/>
              <a:gd name="connsiteX30-5083" fmla="*/ 8384 w 9414"/>
              <a:gd name="connsiteY30-5084" fmla="*/ 3135 h 10000"/>
              <a:gd name="connsiteX31-5085" fmla="*/ 8216 w 9414"/>
              <a:gd name="connsiteY31-5086" fmla="*/ 3432 h 10000"/>
              <a:gd name="connsiteX32-5087" fmla="*/ 8216 w 9414"/>
              <a:gd name="connsiteY32-5088" fmla="*/ 3822 h 10000"/>
              <a:gd name="connsiteX33-5089" fmla="*/ 8080 w 9414"/>
              <a:gd name="connsiteY33-5090" fmla="*/ 4119 h 10000"/>
              <a:gd name="connsiteX34-5091" fmla="*/ 7938 w 9414"/>
              <a:gd name="connsiteY34-5092" fmla="*/ 4508 h 10000"/>
              <a:gd name="connsiteX35-5093" fmla="*/ 7795 w 9414"/>
              <a:gd name="connsiteY35-5094" fmla="*/ 4898 h 10000"/>
              <a:gd name="connsiteX36-5095" fmla="*/ 7631 w 9414"/>
              <a:gd name="connsiteY36-5096" fmla="*/ 5288 h 10000"/>
              <a:gd name="connsiteX37-5097" fmla="*/ 7351 w 9414"/>
              <a:gd name="connsiteY37-5098" fmla="*/ 6178 h 10000"/>
              <a:gd name="connsiteX38-5099" fmla="*/ 7214 w 9414"/>
              <a:gd name="connsiteY38-5100" fmla="*/ 6568 h 10000"/>
              <a:gd name="connsiteX39-5101" fmla="*/ 7049 w 9414"/>
              <a:gd name="connsiteY39-5102" fmla="*/ 6957 h 10000"/>
              <a:gd name="connsiteX40-5103" fmla="*/ 6909 w 9414"/>
              <a:gd name="connsiteY40-5104" fmla="*/ 7347 h 10000"/>
              <a:gd name="connsiteX41-5105" fmla="*/ 6769 w 9414"/>
              <a:gd name="connsiteY41-5106" fmla="*/ 7737 h 10000"/>
              <a:gd name="connsiteX42-5107" fmla="*/ 6600 w 9414"/>
              <a:gd name="connsiteY42-5108" fmla="*/ 8033 h 10000"/>
              <a:gd name="connsiteX43-5109" fmla="*/ 6600 w 9414"/>
              <a:gd name="connsiteY43-5110" fmla="*/ 8237 h 10000"/>
              <a:gd name="connsiteX44-5111" fmla="*/ 6461 w 9414"/>
              <a:gd name="connsiteY44-5112" fmla="*/ 8534 h 10000"/>
              <a:gd name="connsiteX45-5113" fmla="*/ 6323 w 9414"/>
              <a:gd name="connsiteY45-5114" fmla="*/ 8720 h 10000"/>
              <a:gd name="connsiteX46-5115" fmla="*/ 6016 w 9414"/>
              <a:gd name="connsiteY46-5116" fmla="*/ 9017 h 10000"/>
              <a:gd name="connsiteX47-5117" fmla="*/ 5736 w 9414"/>
              <a:gd name="connsiteY47-5118" fmla="*/ 9314 h 10000"/>
              <a:gd name="connsiteX48-5119" fmla="*/ 5430 w 9414"/>
              <a:gd name="connsiteY48-5120" fmla="*/ 9610 h 10000"/>
              <a:gd name="connsiteX49-5121" fmla="*/ 5153 w 9414"/>
              <a:gd name="connsiteY49-5122" fmla="*/ 9703 h 10000"/>
              <a:gd name="connsiteX50-5123" fmla="*/ 4844 w 9414"/>
              <a:gd name="connsiteY50-5124" fmla="*/ 9889 h 10000"/>
              <a:gd name="connsiteX51-5125" fmla="*/ 4538 w 9414"/>
              <a:gd name="connsiteY51-5126" fmla="*/ 10000 h 10000"/>
              <a:gd name="connsiteX52-5127" fmla="*/ 4260 w 9414"/>
              <a:gd name="connsiteY52-5128" fmla="*/ 10000 h 10000"/>
              <a:gd name="connsiteX53-5129" fmla="*/ 3954 w 9414"/>
              <a:gd name="connsiteY53-5130" fmla="*/ 10000 h 10000"/>
              <a:gd name="connsiteX54-5131" fmla="*/ 3954 w 9414"/>
              <a:gd name="connsiteY54-5132" fmla="*/ 9889 h 10000"/>
              <a:gd name="connsiteX55-5133" fmla="*/ 3813 w 9414"/>
              <a:gd name="connsiteY55-5134" fmla="*/ 9889 h 10000"/>
              <a:gd name="connsiteX56-5135" fmla="*/ 3813 w 9414"/>
              <a:gd name="connsiteY56-5136" fmla="*/ 9796 h 10000"/>
              <a:gd name="connsiteX57-5137" fmla="*/ 3813 w 9414"/>
              <a:gd name="connsiteY57-5138" fmla="*/ 9610 h 10000"/>
              <a:gd name="connsiteX58-5139" fmla="*/ 3813 w 9414"/>
              <a:gd name="connsiteY58-5140" fmla="*/ 9499 h 10000"/>
              <a:gd name="connsiteX59-5141" fmla="*/ 3813 w 9414"/>
              <a:gd name="connsiteY59-5142" fmla="*/ 9406 h 10000"/>
              <a:gd name="connsiteX60-5143" fmla="*/ 3813 w 9414"/>
              <a:gd name="connsiteY60-5144" fmla="*/ 9202 h 10000"/>
              <a:gd name="connsiteX61-5145" fmla="*/ 3813 w 9414"/>
              <a:gd name="connsiteY61-5146" fmla="*/ 9017 h 10000"/>
              <a:gd name="connsiteX62-5147" fmla="*/ 3676 w 9414"/>
              <a:gd name="connsiteY62-5148" fmla="*/ 8813 h 10000"/>
              <a:gd name="connsiteX63-5149" fmla="*/ 3509 w 9414"/>
              <a:gd name="connsiteY63-5150" fmla="*/ 8534 h 10000"/>
              <a:gd name="connsiteX64-5151" fmla="*/ 3230 w 9414"/>
              <a:gd name="connsiteY64-5152" fmla="*/ 8126 h 10000"/>
              <a:gd name="connsiteX65-5153" fmla="*/ 3091 w 9414"/>
              <a:gd name="connsiteY65-5154" fmla="*/ 7737 h 10000"/>
              <a:gd name="connsiteX66-5155" fmla="*/ 2645 w 9414"/>
              <a:gd name="connsiteY66-5156" fmla="*/ 7347 h 10000"/>
              <a:gd name="connsiteX67-5157" fmla="*/ 2341 w 9414"/>
              <a:gd name="connsiteY67-5158" fmla="*/ 6753 h 10000"/>
              <a:gd name="connsiteX68-5159" fmla="*/ 2645 w 9414"/>
              <a:gd name="connsiteY68-5160" fmla="*/ 6957 h 10000"/>
              <a:gd name="connsiteX69-5161" fmla="*/ 3091 w 9414"/>
              <a:gd name="connsiteY69-5162" fmla="*/ 7161 h 10000"/>
              <a:gd name="connsiteX70-5163" fmla="*/ 3368 w 9414"/>
              <a:gd name="connsiteY70-5164" fmla="*/ 7347 h 10000"/>
              <a:gd name="connsiteX71-5165" fmla="*/ 3676 w 9414"/>
              <a:gd name="connsiteY71-5166" fmla="*/ 7440 h 10000"/>
              <a:gd name="connsiteX72-5167" fmla="*/ 3954 w 9414"/>
              <a:gd name="connsiteY72-5168" fmla="*/ 7551 h 10000"/>
              <a:gd name="connsiteX73-5169" fmla="*/ 4124 w 9414"/>
              <a:gd name="connsiteY73-5170" fmla="*/ 7551 h 10000"/>
              <a:gd name="connsiteX74-5171" fmla="*/ 4260 w 9414"/>
              <a:gd name="connsiteY74-5172" fmla="*/ 7644 h 10000"/>
              <a:gd name="connsiteX75-5173" fmla="*/ 4401 w 9414"/>
              <a:gd name="connsiteY75-5174" fmla="*/ 7644 h 10000"/>
              <a:gd name="connsiteX76-5175" fmla="*/ 4538 w 9414"/>
              <a:gd name="connsiteY76-5176" fmla="*/ 7644 h 10000"/>
              <a:gd name="connsiteX77-5177" fmla="*/ 4706 w 9414"/>
              <a:gd name="connsiteY77-5178" fmla="*/ 7644 h 10000"/>
              <a:gd name="connsiteX78-5179" fmla="*/ 4844 w 9414"/>
              <a:gd name="connsiteY78-5180" fmla="*/ 7551 h 10000"/>
              <a:gd name="connsiteX79-5181" fmla="*/ 4987 w 9414"/>
              <a:gd name="connsiteY79-5182" fmla="*/ 7440 h 10000"/>
              <a:gd name="connsiteX80-5183" fmla="*/ 4987 w 9414"/>
              <a:gd name="connsiteY80-5184" fmla="*/ 7347 h 10000"/>
              <a:gd name="connsiteX81-5185" fmla="*/ 5153 w 9414"/>
              <a:gd name="connsiteY81-5186" fmla="*/ 7254 h 10000"/>
              <a:gd name="connsiteX82-5187" fmla="*/ 5290 w 9414"/>
              <a:gd name="connsiteY82-5188" fmla="*/ 7050 h 10000"/>
              <a:gd name="connsiteX83-5189" fmla="*/ 5290 w 9414"/>
              <a:gd name="connsiteY83-5190" fmla="*/ 6865 h 10000"/>
              <a:gd name="connsiteX84-5191" fmla="*/ 5430 w 9414"/>
              <a:gd name="connsiteY84-5192" fmla="*/ 6660 h 10000"/>
              <a:gd name="connsiteX85-5193" fmla="*/ 5569 w 9414"/>
              <a:gd name="connsiteY85-5194" fmla="*/ 6364 h 10000"/>
              <a:gd name="connsiteX86-5195" fmla="*/ 5736 w 9414"/>
              <a:gd name="connsiteY86-5196" fmla="*/ 6067 h 10000"/>
              <a:gd name="connsiteX87-5197" fmla="*/ 5736 w 9414"/>
              <a:gd name="connsiteY87-5198" fmla="*/ 5677 h 10000"/>
              <a:gd name="connsiteX88-5199" fmla="*/ 6016 w 9414"/>
              <a:gd name="connsiteY88-5200" fmla="*/ 4991 h 10000"/>
              <a:gd name="connsiteX89-5201" fmla="*/ 6188 w 9414"/>
              <a:gd name="connsiteY89-5202" fmla="*/ 4212 h 10000"/>
              <a:gd name="connsiteX90-5203" fmla="*/ 6188 w 9414"/>
              <a:gd name="connsiteY90-5204" fmla="*/ 3525 h 10000"/>
              <a:gd name="connsiteX91-5205" fmla="*/ 6323 w 9414"/>
              <a:gd name="connsiteY91-5206" fmla="*/ 2839 h 10000"/>
              <a:gd name="connsiteX92-5207" fmla="*/ 6323 w 9414"/>
              <a:gd name="connsiteY92-5208" fmla="*/ 2542 h 10000"/>
              <a:gd name="connsiteX93-5209" fmla="*/ 6323 w 9414"/>
              <a:gd name="connsiteY93-5210" fmla="*/ 2263 h 10000"/>
              <a:gd name="connsiteX94-5211" fmla="*/ 6323 w 9414"/>
              <a:gd name="connsiteY94-5212" fmla="*/ 2059 h 10000"/>
              <a:gd name="connsiteX95-5213" fmla="*/ 6323 w 9414"/>
              <a:gd name="connsiteY95-5214" fmla="*/ 1855 h 10000"/>
              <a:gd name="connsiteX96-5215" fmla="*/ 6323 w 9414"/>
              <a:gd name="connsiteY96-5216" fmla="*/ 1670 h 10000"/>
              <a:gd name="connsiteX97-5217" fmla="*/ 6323 w 9414"/>
              <a:gd name="connsiteY97-5218" fmla="*/ 1577 h 10000"/>
              <a:gd name="connsiteX98-5219" fmla="*/ 6188 w 9414"/>
              <a:gd name="connsiteY98-5220" fmla="*/ 1466 h 10000"/>
              <a:gd name="connsiteX99-5221" fmla="*/ 6188 w 9414"/>
              <a:gd name="connsiteY99-5222" fmla="*/ 1373 h 10000"/>
              <a:gd name="connsiteX100-5223" fmla="*/ 6188 w 9414"/>
              <a:gd name="connsiteY100-5224" fmla="*/ 1280 h 10000"/>
              <a:gd name="connsiteX101-5225" fmla="*/ 6016 w 9414"/>
              <a:gd name="connsiteY101-5226" fmla="*/ 1280 h 10000"/>
              <a:gd name="connsiteX102-5227" fmla="*/ 5881 w 9414"/>
              <a:gd name="connsiteY102-5228" fmla="*/ 1169 h 10000"/>
              <a:gd name="connsiteX103-5229" fmla="*/ 5881 w 9414"/>
              <a:gd name="connsiteY103-5230" fmla="*/ 1169 h 10000"/>
              <a:gd name="connsiteX104-5231" fmla="*/ 5569 w 9414"/>
              <a:gd name="connsiteY104-5232" fmla="*/ 1169 h 10000"/>
              <a:gd name="connsiteX105-5233" fmla="*/ 5430 w 9414"/>
              <a:gd name="connsiteY105-5234" fmla="*/ 1169 h 10000"/>
              <a:gd name="connsiteX106-5235" fmla="*/ 5290 w 9414"/>
              <a:gd name="connsiteY106-5236" fmla="*/ 1169 h 10000"/>
              <a:gd name="connsiteX107-5237" fmla="*/ 4987 w 9414"/>
              <a:gd name="connsiteY107-5238" fmla="*/ 1169 h 10000"/>
              <a:gd name="connsiteX108-5239" fmla="*/ 4706 w 9414"/>
              <a:gd name="connsiteY108-5240" fmla="*/ 1169 h 10000"/>
              <a:gd name="connsiteX109-5241" fmla="*/ 4260 w 9414"/>
              <a:gd name="connsiteY109-5242" fmla="*/ 1169 h 10000"/>
              <a:gd name="connsiteX110-5243" fmla="*/ 3954 w 9414"/>
              <a:gd name="connsiteY110-5244" fmla="*/ 1169 h 10000"/>
              <a:gd name="connsiteX111-5245" fmla="*/ 3509 w 9414"/>
              <a:gd name="connsiteY111-5246" fmla="*/ 1169 h 10000"/>
              <a:gd name="connsiteX112-5247" fmla="*/ 2925 w 9414"/>
              <a:gd name="connsiteY112-5248" fmla="*/ 1169 h 10000"/>
              <a:gd name="connsiteX113-5249" fmla="*/ 2341 w 9414"/>
              <a:gd name="connsiteY113-5250" fmla="*/ 1280 h 10000"/>
              <a:gd name="connsiteX114-5251" fmla="*/ 1756 w 9414"/>
              <a:gd name="connsiteY114-5252" fmla="*/ 1280 h 10000"/>
              <a:gd name="connsiteX115-5253" fmla="*/ 1033 w 9414"/>
              <a:gd name="connsiteY115-5254" fmla="*/ 1373 h 10000"/>
              <a:gd name="connsiteX116-5255" fmla="*/ 0 w 9414"/>
              <a:gd name="connsiteY116-5256" fmla="*/ 779 h 10000"/>
              <a:gd name="connsiteX117-5257" fmla="*/ 723 w 9414"/>
              <a:gd name="connsiteY117-5258" fmla="*/ 779 h 10000"/>
              <a:gd name="connsiteX118-5259" fmla="*/ 1169 w 9414"/>
              <a:gd name="connsiteY118-5260" fmla="*/ 779 h 10000"/>
              <a:gd name="connsiteX119-5261" fmla="*/ 1756 w 9414"/>
              <a:gd name="connsiteY119-5262" fmla="*/ 686 h 10000"/>
              <a:gd name="connsiteX120-5263" fmla="*/ 2200 w 9414"/>
              <a:gd name="connsiteY120-5264" fmla="*/ 686 h 10000"/>
              <a:gd name="connsiteX121-5265" fmla="*/ 2925 w 9414"/>
              <a:gd name="connsiteY121-5266" fmla="*/ 594 h 10000"/>
              <a:gd name="connsiteX122-5267" fmla="*/ 3676 w 9414"/>
              <a:gd name="connsiteY122-5268" fmla="*/ 594 h 10000"/>
              <a:gd name="connsiteX123-5269" fmla="*/ 4260 w 9414"/>
              <a:gd name="connsiteY123-5270" fmla="*/ 482 h 10000"/>
              <a:gd name="connsiteX124-5271" fmla="*/ 4844 w 9414"/>
              <a:gd name="connsiteY124-5272" fmla="*/ 482 h 10000"/>
              <a:gd name="connsiteX125-5273" fmla="*/ 5153 w 9414"/>
              <a:gd name="connsiteY125-5274" fmla="*/ 390 h 10000"/>
              <a:gd name="connsiteX126-5275" fmla="*/ 5430 w 9414"/>
              <a:gd name="connsiteY126-5276" fmla="*/ 297 h 10000"/>
              <a:gd name="connsiteX127-5277" fmla="*/ 5736 w 9414"/>
              <a:gd name="connsiteY127-5278" fmla="*/ 297 h 10000"/>
              <a:gd name="connsiteX128-5279" fmla="*/ 5736 w 9414"/>
              <a:gd name="connsiteY128-5280" fmla="*/ 204 h 10000"/>
              <a:gd name="connsiteX129-5281" fmla="*/ 5736 w 9414"/>
              <a:gd name="connsiteY129-5282" fmla="*/ 204 h 10000"/>
              <a:gd name="connsiteX0-5283" fmla="*/ 6093 w 10000"/>
              <a:gd name="connsiteY0-5284" fmla="*/ 204 h 10000"/>
              <a:gd name="connsiteX1-5285" fmla="*/ 6247 w 10000"/>
              <a:gd name="connsiteY1-5286" fmla="*/ 93 h 10000"/>
              <a:gd name="connsiteX2-5287" fmla="*/ 6573 w 10000"/>
              <a:gd name="connsiteY2-5288" fmla="*/ 93 h 10000"/>
              <a:gd name="connsiteX3-5289" fmla="*/ 6717 w 10000"/>
              <a:gd name="connsiteY3-5290" fmla="*/ 0 h 10000"/>
              <a:gd name="connsiteX4-5291" fmla="*/ 6863 w 10000"/>
              <a:gd name="connsiteY4-5292" fmla="*/ 0 h 10000"/>
              <a:gd name="connsiteX5-5293" fmla="*/ 7190 w 10000"/>
              <a:gd name="connsiteY5-5294" fmla="*/ 93 h 10000"/>
              <a:gd name="connsiteX6-5295" fmla="*/ 7663 w 10000"/>
              <a:gd name="connsiteY6-5296" fmla="*/ 204 h 10000"/>
              <a:gd name="connsiteX7-5297" fmla="*/ 7809 w 10000"/>
              <a:gd name="connsiteY7-5298" fmla="*/ 297 h 10000"/>
              <a:gd name="connsiteX8-5299" fmla="*/ 8106 w 10000"/>
              <a:gd name="connsiteY8-5300" fmla="*/ 482 h 10000"/>
              <a:gd name="connsiteX9-5301" fmla="*/ 8280 w 10000"/>
              <a:gd name="connsiteY9-5302" fmla="*/ 594 h 10000"/>
              <a:gd name="connsiteX10-5303" fmla="*/ 8583 w 10000"/>
              <a:gd name="connsiteY10-5304" fmla="*/ 686 h 10000"/>
              <a:gd name="connsiteX11-5305" fmla="*/ 8906 w 10000"/>
              <a:gd name="connsiteY11-5306" fmla="*/ 891 h 10000"/>
              <a:gd name="connsiteX12-5307" fmla="*/ 9200 w 10000"/>
              <a:gd name="connsiteY12-5308" fmla="*/ 983 h 10000"/>
              <a:gd name="connsiteX13-5309" fmla="*/ 9378 w 10000"/>
              <a:gd name="connsiteY13-5310" fmla="*/ 1169 h 10000"/>
              <a:gd name="connsiteX14-5311" fmla="*/ 9675 w 10000"/>
              <a:gd name="connsiteY14-5312" fmla="*/ 1280 h 10000"/>
              <a:gd name="connsiteX15-5313" fmla="*/ 9822 w 10000"/>
              <a:gd name="connsiteY15-5314" fmla="*/ 1373 h 10000"/>
              <a:gd name="connsiteX16-5315" fmla="*/ 9822 w 10000"/>
              <a:gd name="connsiteY16-5316" fmla="*/ 1466 h 10000"/>
              <a:gd name="connsiteX17-5317" fmla="*/ 10000 w 10000"/>
              <a:gd name="connsiteY17-5318" fmla="*/ 1466 h 10000"/>
              <a:gd name="connsiteX18-5319" fmla="*/ 10000 w 10000"/>
              <a:gd name="connsiteY18-5320" fmla="*/ 1577 h 10000"/>
              <a:gd name="connsiteX19-5321" fmla="*/ 10000 w 10000"/>
              <a:gd name="connsiteY19-5322" fmla="*/ 1670 h 10000"/>
              <a:gd name="connsiteX20-5323" fmla="*/ 9822 w 10000"/>
              <a:gd name="connsiteY20-5324" fmla="*/ 1763 h 10000"/>
              <a:gd name="connsiteX21-5325" fmla="*/ 9675 w 10000"/>
              <a:gd name="connsiteY21-5326" fmla="*/ 1763 h 10000"/>
              <a:gd name="connsiteX22-5327" fmla="*/ 9527 w 10000"/>
              <a:gd name="connsiteY22-5328" fmla="*/ 1855 h 10000"/>
              <a:gd name="connsiteX23-5329" fmla="*/ 9378 w 10000"/>
              <a:gd name="connsiteY23-5330" fmla="*/ 1855 h 10000"/>
              <a:gd name="connsiteX24-5331" fmla="*/ 9378 w 10000"/>
              <a:gd name="connsiteY24-5332" fmla="*/ 1967 h 10000"/>
              <a:gd name="connsiteX25-5333" fmla="*/ 9200 w 10000"/>
              <a:gd name="connsiteY25-5334" fmla="*/ 2059 h 10000"/>
              <a:gd name="connsiteX26-5335" fmla="*/ 9054 w 10000"/>
              <a:gd name="connsiteY26-5336" fmla="*/ 2263 h 10000"/>
              <a:gd name="connsiteX27-5337" fmla="*/ 9054 w 10000"/>
              <a:gd name="connsiteY27-5338" fmla="*/ 2449 h 10000"/>
              <a:gd name="connsiteX28-5339" fmla="*/ 8906 w 10000"/>
              <a:gd name="connsiteY28-5340" fmla="*/ 2653 h 10000"/>
              <a:gd name="connsiteX29-5341" fmla="*/ 8906 w 10000"/>
              <a:gd name="connsiteY29-5342" fmla="*/ 2950 h 10000"/>
              <a:gd name="connsiteX30-5343" fmla="*/ 8906 w 10000"/>
              <a:gd name="connsiteY30-5344" fmla="*/ 3135 h 10000"/>
              <a:gd name="connsiteX31-5345" fmla="*/ 8727 w 10000"/>
              <a:gd name="connsiteY31-5346" fmla="*/ 3432 h 10000"/>
              <a:gd name="connsiteX32-5347" fmla="*/ 8727 w 10000"/>
              <a:gd name="connsiteY32-5348" fmla="*/ 3822 h 10000"/>
              <a:gd name="connsiteX33-5349" fmla="*/ 8583 w 10000"/>
              <a:gd name="connsiteY33-5350" fmla="*/ 4119 h 10000"/>
              <a:gd name="connsiteX34-5351" fmla="*/ 8432 w 10000"/>
              <a:gd name="connsiteY34-5352" fmla="*/ 4508 h 10000"/>
              <a:gd name="connsiteX35-5353" fmla="*/ 8280 w 10000"/>
              <a:gd name="connsiteY35-5354" fmla="*/ 4898 h 10000"/>
              <a:gd name="connsiteX36-5355" fmla="*/ 8106 w 10000"/>
              <a:gd name="connsiteY36-5356" fmla="*/ 5288 h 10000"/>
              <a:gd name="connsiteX37-5357" fmla="*/ 7809 w 10000"/>
              <a:gd name="connsiteY37-5358" fmla="*/ 6178 h 10000"/>
              <a:gd name="connsiteX38-5359" fmla="*/ 7663 w 10000"/>
              <a:gd name="connsiteY38-5360" fmla="*/ 6568 h 10000"/>
              <a:gd name="connsiteX39-5361" fmla="*/ 7488 w 10000"/>
              <a:gd name="connsiteY39-5362" fmla="*/ 6957 h 10000"/>
              <a:gd name="connsiteX40-5363" fmla="*/ 7339 w 10000"/>
              <a:gd name="connsiteY40-5364" fmla="*/ 7347 h 10000"/>
              <a:gd name="connsiteX41-5365" fmla="*/ 7190 w 10000"/>
              <a:gd name="connsiteY41-5366" fmla="*/ 7737 h 10000"/>
              <a:gd name="connsiteX42-5367" fmla="*/ 7011 w 10000"/>
              <a:gd name="connsiteY42-5368" fmla="*/ 8033 h 10000"/>
              <a:gd name="connsiteX43-5369" fmla="*/ 7011 w 10000"/>
              <a:gd name="connsiteY43-5370" fmla="*/ 8237 h 10000"/>
              <a:gd name="connsiteX44-5371" fmla="*/ 6863 w 10000"/>
              <a:gd name="connsiteY44-5372" fmla="*/ 8534 h 10000"/>
              <a:gd name="connsiteX45-5373" fmla="*/ 6717 w 10000"/>
              <a:gd name="connsiteY45-5374" fmla="*/ 8720 h 10000"/>
              <a:gd name="connsiteX46-5375" fmla="*/ 6390 w 10000"/>
              <a:gd name="connsiteY46-5376" fmla="*/ 9017 h 10000"/>
              <a:gd name="connsiteX47-5377" fmla="*/ 6093 w 10000"/>
              <a:gd name="connsiteY47-5378" fmla="*/ 9314 h 10000"/>
              <a:gd name="connsiteX48-5379" fmla="*/ 5768 w 10000"/>
              <a:gd name="connsiteY48-5380" fmla="*/ 9610 h 10000"/>
              <a:gd name="connsiteX49-5381" fmla="*/ 5474 w 10000"/>
              <a:gd name="connsiteY49-5382" fmla="*/ 9703 h 10000"/>
              <a:gd name="connsiteX50-5383" fmla="*/ 5146 w 10000"/>
              <a:gd name="connsiteY50-5384" fmla="*/ 9889 h 10000"/>
              <a:gd name="connsiteX51-5385" fmla="*/ 4820 w 10000"/>
              <a:gd name="connsiteY51-5386" fmla="*/ 10000 h 10000"/>
              <a:gd name="connsiteX52-5387" fmla="*/ 4525 w 10000"/>
              <a:gd name="connsiteY52-5388" fmla="*/ 10000 h 10000"/>
              <a:gd name="connsiteX53-5389" fmla="*/ 4200 w 10000"/>
              <a:gd name="connsiteY53-5390" fmla="*/ 10000 h 10000"/>
              <a:gd name="connsiteX54-5391" fmla="*/ 4200 w 10000"/>
              <a:gd name="connsiteY54-5392" fmla="*/ 9889 h 10000"/>
              <a:gd name="connsiteX55-5393" fmla="*/ 4050 w 10000"/>
              <a:gd name="connsiteY55-5394" fmla="*/ 9889 h 10000"/>
              <a:gd name="connsiteX56-5395" fmla="*/ 4050 w 10000"/>
              <a:gd name="connsiteY56-5396" fmla="*/ 9796 h 10000"/>
              <a:gd name="connsiteX57-5397" fmla="*/ 4050 w 10000"/>
              <a:gd name="connsiteY57-5398" fmla="*/ 9610 h 10000"/>
              <a:gd name="connsiteX58-5399" fmla="*/ 4050 w 10000"/>
              <a:gd name="connsiteY58-5400" fmla="*/ 9499 h 10000"/>
              <a:gd name="connsiteX59-5401" fmla="*/ 4050 w 10000"/>
              <a:gd name="connsiteY59-5402" fmla="*/ 9406 h 10000"/>
              <a:gd name="connsiteX60-5403" fmla="*/ 4050 w 10000"/>
              <a:gd name="connsiteY60-5404" fmla="*/ 9202 h 10000"/>
              <a:gd name="connsiteX61-5405" fmla="*/ 4050 w 10000"/>
              <a:gd name="connsiteY61-5406" fmla="*/ 9017 h 10000"/>
              <a:gd name="connsiteX62-5407" fmla="*/ 3905 w 10000"/>
              <a:gd name="connsiteY62-5408" fmla="*/ 8813 h 10000"/>
              <a:gd name="connsiteX63-5409" fmla="*/ 3727 w 10000"/>
              <a:gd name="connsiteY63-5410" fmla="*/ 8534 h 10000"/>
              <a:gd name="connsiteX64-5411" fmla="*/ 3431 w 10000"/>
              <a:gd name="connsiteY64-5412" fmla="*/ 8126 h 10000"/>
              <a:gd name="connsiteX65-5413" fmla="*/ 3283 w 10000"/>
              <a:gd name="connsiteY65-5414" fmla="*/ 7737 h 10000"/>
              <a:gd name="connsiteX66-5415" fmla="*/ 2810 w 10000"/>
              <a:gd name="connsiteY66-5416" fmla="*/ 7347 h 10000"/>
              <a:gd name="connsiteX67-5417" fmla="*/ 2487 w 10000"/>
              <a:gd name="connsiteY67-5418" fmla="*/ 6753 h 10000"/>
              <a:gd name="connsiteX68-5419" fmla="*/ 2810 w 10000"/>
              <a:gd name="connsiteY68-5420" fmla="*/ 6957 h 10000"/>
              <a:gd name="connsiteX69-5421" fmla="*/ 3283 w 10000"/>
              <a:gd name="connsiteY69-5422" fmla="*/ 7161 h 10000"/>
              <a:gd name="connsiteX70-5423" fmla="*/ 3578 w 10000"/>
              <a:gd name="connsiteY70-5424" fmla="*/ 7347 h 10000"/>
              <a:gd name="connsiteX71-5425" fmla="*/ 3905 w 10000"/>
              <a:gd name="connsiteY71-5426" fmla="*/ 7440 h 10000"/>
              <a:gd name="connsiteX72-5427" fmla="*/ 4200 w 10000"/>
              <a:gd name="connsiteY72-5428" fmla="*/ 7551 h 10000"/>
              <a:gd name="connsiteX73-5429" fmla="*/ 4381 w 10000"/>
              <a:gd name="connsiteY73-5430" fmla="*/ 7551 h 10000"/>
              <a:gd name="connsiteX74-5431" fmla="*/ 4525 w 10000"/>
              <a:gd name="connsiteY74-5432" fmla="*/ 7644 h 10000"/>
              <a:gd name="connsiteX75-5433" fmla="*/ 4675 w 10000"/>
              <a:gd name="connsiteY75-5434" fmla="*/ 7644 h 10000"/>
              <a:gd name="connsiteX76-5435" fmla="*/ 4820 w 10000"/>
              <a:gd name="connsiteY76-5436" fmla="*/ 7644 h 10000"/>
              <a:gd name="connsiteX77-5437" fmla="*/ 4999 w 10000"/>
              <a:gd name="connsiteY77-5438" fmla="*/ 7644 h 10000"/>
              <a:gd name="connsiteX78-5439" fmla="*/ 5146 w 10000"/>
              <a:gd name="connsiteY78-5440" fmla="*/ 7551 h 10000"/>
              <a:gd name="connsiteX79-5441" fmla="*/ 5297 w 10000"/>
              <a:gd name="connsiteY79-5442" fmla="*/ 7440 h 10000"/>
              <a:gd name="connsiteX80-5443" fmla="*/ 5297 w 10000"/>
              <a:gd name="connsiteY80-5444" fmla="*/ 7347 h 10000"/>
              <a:gd name="connsiteX81-5445" fmla="*/ 5474 w 10000"/>
              <a:gd name="connsiteY81-5446" fmla="*/ 7254 h 10000"/>
              <a:gd name="connsiteX82-5447" fmla="*/ 5619 w 10000"/>
              <a:gd name="connsiteY82-5448" fmla="*/ 7050 h 10000"/>
              <a:gd name="connsiteX83-5449" fmla="*/ 5619 w 10000"/>
              <a:gd name="connsiteY83-5450" fmla="*/ 6865 h 10000"/>
              <a:gd name="connsiteX84-5451" fmla="*/ 5768 w 10000"/>
              <a:gd name="connsiteY84-5452" fmla="*/ 6660 h 10000"/>
              <a:gd name="connsiteX85-5453" fmla="*/ 5916 w 10000"/>
              <a:gd name="connsiteY85-5454" fmla="*/ 6364 h 10000"/>
              <a:gd name="connsiteX86-5455" fmla="*/ 6093 w 10000"/>
              <a:gd name="connsiteY86-5456" fmla="*/ 6067 h 10000"/>
              <a:gd name="connsiteX87-5457" fmla="*/ 6093 w 10000"/>
              <a:gd name="connsiteY87-5458" fmla="*/ 5677 h 10000"/>
              <a:gd name="connsiteX88-5459" fmla="*/ 6390 w 10000"/>
              <a:gd name="connsiteY88-5460" fmla="*/ 4991 h 10000"/>
              <a:gd name="connsiteX89-5461" fmla="*/ 6573 w 10000"/>
              <a:gd name="connsiteY89-5462" fmla="*/ 4212 h 10000"/>
              <a:gd name="connsiteX90-5463" fmla="*/ 6573 w 10000"/>
              <a:gd name="connsiteY90-5464" fmla="*/ 3525 h 10000"/>
              <a:gd name="connsiteX91-5465" fmla="*/ 6717 w 10000"/>
              <a:gd name="connsiteY91-5466" fmla="*/ 2839 h 10000"/>
              <a:gd name="connsiteX92-5467" fmla="*/ 6717 w 10000"/>
              <a:gd name="connsiteY92-5468" fmla="*/ 2542 h 10000"/>
              <a:gd name="connsiteX93-5469" fmla="*/ 6717 w 10000"/>
              <a:gd name="connsiteY93-5470" fmla="*/ 2263 h 10000"/>
              <a:gd name="connsiteX94-5471" fmla="*/ 6717 w 10000"/>
              <a:gd name="connsiteY94-5472" fmla="*/ 2059 h 10000"/>
              <a:gd name="connsiteX95-5473" fmla="*/ 6717 w 10000"/>
              <a:gd name="connsiteY95-5474" fmla="*/ 1855 h 10000"/>
              <a:gd name="connsiteX96-5475" fmla="*/ 6717 w 10000"/>
              <a:gd name="connsiteY96-5476" fmla="*/ 1670 h 10000"/>
              <a:gd name="connsiteX97-5477" fmla="*/ 6717 w 10000"/>
              <a:gd name="connsiteY97-5478" fmla="*/ 1577 h 10000"/>
              <a:gd name="connsiteX98-5479" fmla="*/ 6573 w 10000"/>
              <a:gd name="connsiteY98-5480" fmla="*/ 1466 h 10000"/>
              <a:gd name="connsiteX99-5481" fmla="*/ 6573 w 10000"/>
              <a:gd name="connsiteY99-5482" fmla="*/ 1373 h 10000"/>
              <a:gd name="connsiteX100-5483" fmla="*/ 6573 w 10000"/>
              <a:gd name="connsiteY100-5484" fmla="*/ 1280 h 10000"/>
              <a:gd name="connsiteX101-5485" fmla="*/ 6390 w 10000"/>
              <a:gd name="connsiteY101-5486" fmla="*/ 1280 h 10000"/>
              <a:gd name="connsiteX102-5487" fmla="*/ 6247 w 10000"/>
              <a:gd name="connsiteY102-5488" fmla="*/ 1169 h 10000"/>
              <a:gd name="connsiteX103-5489" fmla="*/ 6247 w 10000"/>
              <a:gd name="connsiteY103-5490" fmla="*/ 1169 h 10000"/>
              <a:gd name="connsiteX104-5491" fmla="*/ 5916 w 10000"/>
              <a:gd name="connsiteY104-5492" fmla="*/ 1169 h 10000"/>
              <a:gd name="connsiteX105-5493" fmla="*/ 5768 w 10000"/>
              <a:gd name="connsiteY105-5494" fmla="*/ 1169 h 10000"/>
              <a:gd name="connsiteX106-5495" fmla="*/ 5619 w 10000"/>
              <a:gd name="connsiteY106-5496" fmla="*/ 1169 h 10000"/>
              <a:gd name="connsiteX107-5497" fmla="*/ 5297 w 10000"/>
              <a:gd name="connsiteY107-5498" fmla="*/ 1169 h 10000"/>
              <a:gd name="connsiteX108-5499" fmla="*/ 4999 w 10000"/>
              <a:gd name="connsiteY108-5500" fmla="*/ 1169 h 10000"/>
              <a:gd name="connsiteX109-5501" fmla="*/ 4525 w 10000"/>
              <a:gd name="connsiteY109-5502" fmla="*/ 1169 h 10000"/>
              <a:gd name="connsiteX110-5503" fmla="*/ 4200 w 10000"/>
              <a:gd name="connsiteY110-5504" fmla="*/ 1169 h 10000"/>
              <a:gd name="connsiteX111-5505" fmla="*/ 3727 w 10000"/>
              <a:gd name="connsiteY111-5506" fmla="*/ 1169 h 10000"/>
              <a:gd name="connsiteX112-5507" fmla="*/ 3107 w 10000"/>
              <a:gd name="connsiteY112-5508" fmla="*/ 1169 h 10000"/>
              <a:gd name="connsiteX113-5509" fmla="*/ 2487 w 10000"/>
              <a:gd name="connsiteY113-5510" fmla="*/ 1280 h 10000"/>
              <a:gd name="connsiteX114-5511" fmla="*/ 1865 w 10000"/>
              <a:gd name="connsiteY114-5512" fmla="*/ 1280 h 10000"/>
              <a:gd name="connsiteX115-5513" fmla="*/ 0 w 10000"/>
              <a:gd name="connsiteY115-5514" fmla="*/ 779 h 10000"/>
              <a:gd name="connsiteX116-5515" fmla="*/ 768 w 10000"/>
              <a:gd name="connsiteY116-5516" fmla="*/ 779 h 10000"/>
              <a:gd name="connsiteX117-5517" fmla="*/ 1242 w 10000"/>
              <a:gd name="connsiteY117-5518" fmla="*/ 779 h 10000"/>
              <a:gd name="connsiteX118-5519" fmla="*/ 1865 w 10000"/>
              <a:gd name="connsiteY118-5520" fmla="*/ 686 h 10000"/>
              <a:gd name="connsiteX119-5521" fmla="*/ 2337 w 10000"/>
              <a:gd name="connsiteY119-5522" fmla="*/ 686 h 10000"/>
              <a:gd name="connsiteX120-5523" fmla="*/ 3107 w 10000"/>
              <a:gd name="connsiteY120-5524" fmla="*/ 594 h 10000"/>
              <a:gd name="connsiteX121-5525" fmla="*/ 3905 w 10000"/>
              <a:gd name="connsiteY121-5526" fmla="*/ 594 h 10000"/>
              <a:gd name="connsiteX122-5527" fmla="*/ 4525 w 10000"/>
              <a:gd name="connsiteY122-5528" fmla="*/ 482 h 10000"/>
              <a:gd name="connsiteX123-5529" fmla="*/ 5146 w 10000"/>
              <a:gd name="connsiteY123-5530" fmla="*/ 482 h 10000"/>
              <a:gd name="connsiteX124-5531" fmla="*/ 5474 w 10000"/>
              <a:gd name="connsiteY124-5532" fmla="*/ 390 h 10000"/>
              <a:gd name="connsiteX125-5533" fmla="*/ 5768 w 10000"/>
              <a:gd name="connsiteY125-5534" fmla="*/ 297 h 10000"/>
              <a:gd name="connsiteX126-5535" fmla="*/ 6093 w 10000"/>
              <a:gd name="connsiteY126-5536" fmla="*/ 297 h 10000"/>
              <a:gd name="connsiteX127-5537" fmla="*/ 6093 w 10000"/>
              <a:gd name="connsiteY127-5538" fmla="*/ 204 h 10000"/>
              <a:gd name="connsiteX128-5539" fmla="*/ 6093 w 10000"/>
              <a:gd name="connsiteY128-5540" fmla="*/ 204 h 10000"/>
              <a:gd name="connsiteX0-5541" fmla="*/ 5325 w 9232"/>
              <a:gd name="connsiteY0-5542" fmla="*/ 204 h 10000"/>
              <a:gd name="connsiteX1-5543" fmla="*/ 5479 w 9232"/>
              <a:gd name="connsiteY1-5544" fmla="*/ 93 h 10000"/>
              <a:gd name="connsiteX2-5545" fmla="*/ 5805 w 9232"/>
              <a:gd name="connsiteY2-5546" fmla="*/ 93 h 10000"/>
              <a:gd name="connsiteX3-5547" fmla="*/ 5949 w 9232"/>
              <a:gd name="connsiteY3-5548" fmla="*/ 0 h 10000"/>
              <a:gd name="connsiteX4-5549" fmla="*/ 6095 w 9232"/>
              <a:gd name="connsiteY4-5550" fmla="*/ 0 h 10000"/>
              <a:gd name="connsiteX5-5551" fmla="*/ 6422 w 9232"/>
              <a:gd name="connsiteY5-5552" fmla="*/ 93 h 10000"/>
              <a:gd name="connsiteX6-5553" fmla="*/ 6895 w 9232"/>
              <a:gd name="connsiteY6-5554" fmla="*/ 204 h 10000"/>
              <a:gd name="connsiteX7-5555" fmla="*/ 7041 w 9232"/>
              <a:gd name="connsiteY7-5556" fmla="*/ 297 h 10000"/>
              <a:gd name="connsiteX8-5557" fmla="*/ 7338 w 9232"/>
              <a:gd name="connsiteY8-5558" fmla="*/ 482 h 10000"/>
              <a:gd name="connsiteX9-5559" fmla="*/ 7512 w 9232"/>
              <a:gd name="connsiteY9-5560" fmla="*/ 594 h 10000"/>
              <a:gd name="connsiteX10-5561" fmla="*/ 7815 w 9232"/>
              <a:gd name="connsiteY10-5562" fmla="*/ 686 h 10000"/>
              <a:gd name="connsiteX11-5563" fmla="*/ 8138 w 9232"/>
              <a:gd name="connsiteY11-5564" fmla="*/ 891 h 10000"/>
              <a:gd name="connsiteX12-5565" fmla="*/ 8432 w 9232"/>
              <a:gd name="connsiteY12-5566" fmla="*/ 983 h 10000"/>
              <a:gd name="connsiteX13-5567" fmla="*/ 8610 w 9232"/>
              <a:gd name="connsiteY13-5568" fmla="*/ 1169 h 10000"/>
              <a:gd name="connsiteX14-5569" fmla="*/ 8907 w 9232"/>
              <a:gd name="connsiteY14-5570" fmla="*/ 1280 h 10000"/>
              <a:gd name="connsiteX15-5571" fmla="*/ 9054 w 9232"/>
              <a:gd name="connsiteY15-5572" fmla="*/ 1373 h 10000"/>
              <a:gd name="connsiteX16-5573" fmla="*/ 9054 w 9232"/>
              <a:gd name="connsiteY16-5574" fmla="*/ 1466 h 10000"/>
              <a:gd name="connsiteX17-5575" fmla="*/ 9232 w 9232"/>
              <a:gd name="connsiteY17-5576" fmla="*/ 1466 h 10000"/>
              <a:gd name="connsiteX18-5577" fmla="*/ 9232 w 9232"/>
              <a:gd name="connsiteY18-5578" fmla="*/ 1577 h 10000"/>
              <a:gd name="connsiteX19-5579" fmla="*/ 9232 w 9232"/>
              <a:gd name="connsiteY19-5580" fmla="*/ 1670 h 10000"/>
              <a:gd name="connsiteX20-5581" fmla="*/ 9054 w 9232"/>
              <a:gd name="connsiteY20-5582" fmla="*/ 1763 h 10000"/>
              <a:gd name="connsiteX21-5583" fmla="*/ 8907 w 9232"/>
              <a:gd name="connsiteY21-5584" fmla="*/ 1763 h 10000"/>
              <a:gd name="connsiteX22-5585" fmla="*/ 8759 w 9232"/>
              <a:gd name="connsiteY22-5586" fmla="*/ 1855 h 10000"/>
              <a:gd name="connsiteX23-5587" fmla="*/ 8610 w 9232"/>
              <a:gd name="connsiteY23-5588" fmla="*/ 1855 h 10000"/>
              <a:gd name="connsiteX24-5589" fmla="*/ 8610 w 9232"/>
              <a:gd name="connsiteY24-5590" fmla="*/ 1967 h 10000"/>
              <a:gd name="connsiteX25-5591" fmla="*/ 8432 w 9232"/>
              <a:gd name="connsiteY25-5592" fmla="*/ 2059 h 10000"/>
              <a:gd name="connsiteX26-5593" fmla="*/ 8286 w 9232"/>
              <a:gd name="connsiteY26-5594" fmla="*/ 2263 h 10000"/>
              <a:gd name="connsiteX27-5595" fmla="*/ 8286 w 9232"/>
              <a:gd name="connsiteY27-5596" fmla="*/ 2449 h 10000"/>
              <a:gd name="connsiteX28-5597" fmla="*/ 8138 w 9232"/>
              <a:gd name="connsiteY28-5598" fmla="*/ 2653 h 10000"/>
              <a:gd name="connsiteX29-5599" fmla="*/ 8138 w 9232"/>
              <a:gd name="connsiteY29-5600" fmla="*/ 2950 h 10000"/>
              <a:gd name="connsiteX30-5601" fmla="*/ 8138 w 9232"/>
              <a:gd name="connsiteY30-5602" fmla="*/ 3135 h 10000"/>
              <a:gd name="connsiteX31-5603" fmla="*/ 7959 w 9232"/>
              <a:gd name="connsiteY31-5604" fmla="*/ 3432 h 10000"/>
              <a:gd name="connsiteX32-5605" fmla="*/ 7959 w 9232"/>
              <a:gd name="connsiteY32-5606" fmla="*/ 3822 h 10000"/>
              <a:gd name="connsiteX33-5607" fmla="*/ 7815 w 9232"/>
              <a:gd name="connsiteY33-5608" fmla="*/ 4119 h 10000"/>
              <a:gd name="connsiteX34-5609" fmla="*/ 7664 w 9232"/>
              <a:gd name="connsiteY34-5610" fmla="*/ 4508 h 10000"/>
              <a:gd name="connsiteX35-5611" fmla="*/ 7512 w 9232"/>
              <a:gd name="connsiteY35-5612" fmla="*/ 4898 h 10000"/>
              <a:gd name="connsiteX36-5613" fmla="*/ 7338 w 9232"/>
              <a:gd name="connsiteY36-5614" fmla="*/ 5288 h 10000"/>
              <a:gd name="connsiteX37-5615" fmla="*/ 7041 w 9232"/>
              <a:gd name="connsiteY37-5616" fmla="*/ 6178 h 10000"/>
              <a:gd name="connsiteX38-5617" fmla="*/ 6895 w 9232"/>
              <a:gd name="connsiteY38-5618" fmla="*/ 6568 h 10000"/>
              <a:gd name="connsiteX39-5619" fmla="*/ 6720 w 9232"/>
              <a:gd name="connsiteY39-5620" fmla="*/ 6957 h 10000"/>
              <a:gd name="connsiteX40-5621" fmla="*/ 6571 w 9232"/>
              <a:gd name="connsiteY40-5622" fmla="*/ 7347 h 10000"/>
              <a:gd name="connsiteX41-5623" fmla="*/ 6422 w 9232"/>
              <a:gd name="connsiteY41-5624" fmla="*/ 7737 h 10000"/>
              <a:gd name="connsiteX42-5625" fmla="*/ 6243 w 9232"/>
              <a:gd name="connsiteY42-5626" fmla="*/ 8033 h 10000"/>
              <a:gd name="connsiteX43-5627" fmla="*/ 6243 w 9232"/>
              <a:gd name="connsiteY43-5628" fmla="*/ 8237 h 10000"/>
              <a:gd name="connsiteX44-5629" fmla="*/ 6095 w 9232"/>
              <a:gd name="connsiteY44-5630" fmla="*/ 8534 h 10000"/>
              <a:gd name="connsiteX45-5631" fmla="*/ 5949 w 9232"/>
              <a:gd name="connsiteY45-5632" fmla="*/ 8720 h 10000"/>
              <a:gd name="connsiteX46-5633" fmla="*/ 5622 w 9232"/>
              <a:gd name="connsiteY46-5634" fmla="*/ 9017 h 10000"/>
              <a:gd name="connsiteX47-5635" fmla="*/ 5325 w 9232"/>
              <a:gd name="connsiteY47-5636" fmla="*/ 9314 h 10000"/>
              <a:gd name="connsiteX48-5637" fmla="*/ 5000 w 9232"/>
              <a:gd name="connsiteY48-5638" fmla="*/ 9610 h 10000"/>
              <a:gd name="connsiteX49-5639" fmla="*/ 4706 w 9232"/>
              <a:gd name="connsiteY49-5640" fmla="*/ 9703 h 10000"/>
              <a:gd name="connsiteX50-5641" fmla="*/ 4378 w 9232"/>
              <a:gd name="connsiteY50-5642" fmla="*/ 9889 h 10000"/>
              <a:gd name="connsiteX51-5643" fmla="*/ 4052 w 9232"/>
              <a:gd name="connsiteY51-5644" fmla="*/ 10000 h 10000"/>
              <a:gd name="connsiteX52-5645" fmla="*/ 3757 w 9232"/>
              <a:gd name="connsiteY52-5646" fmla="*/ 10000 h 10000"/>
              <a:gd name="connsiteX53-5647" fmla="*/ 3432 w 9232"/>
              <a:gd name="connsiteY53-5648" fmla="*/ 10000 h 10000"/>
              <a:gd name="connsiteX54-5649" fmla="*/ 3432 w 9232"/>
              <a:gd name="connsiteY54-5650" fmla="*/ 9889 h 10000"/>
              <a:gd name="connsiteX55-5651" fmla="*/ 3282 w 9232"/>
              <a:gd name="connsiteY55-5652" fmla="*/ 9889 h 10000"/>
              <a:gd name="connsiteX56-5653" fmla="*/ 3282 w 9232"/>
              <a:gd name="connsiteY56-5654" fmla="*/ 9796 h 10000"/>
              <a:gd name="connsiteX57-5655" fmla="*/ 3282 w 9232"/>
              <a:gd name="connsiteY57-5656" fmla="*/ 9610 h 10000"/>
              <a:gd name="connsiteX58-5657" fmla="*/ 3282 w 9232"/>
              <a:gd name="connsiteY58-5658" fmla="*/ 9499 h 10000"/>
              <a:gd name="connsiteX59-5659" fmla="*/ 3282 w 9232"/>
              <a:gd name="connsiteY59-5660" fmla="*/ 9406 h 10000"/>
              <a:gd name="connsiteX60-5661" fmla="*/ 3282 w 9232"/>
              <a:gd name="connsiteY60-5662" fmla="*/ 9202 h 10000"/>
              <a:gd name="connsiteX61-5663" fmla="*/ 3282 w 9232"/>
              <a:gd name="connsiteY61-5664" fmla="*/ 9017 h 10000"/>
              <a:gd name="connsiteX62-5665" fmla="*/ 3137 w 9232"/>
              <a:gd name="connsiteY62-5666" fmla="*/ 8813 h 10000"/>
              <a:gd name="connsiteX63-5667" fmla="*/ 2959 w 9232"/>
              <a:gd name="connsiteY63-5668" fmla="*/ 8534 h 10000"/>
              <a:gd name="connsiteX64-5669" fmla="*/ 2663 w 9232"/>
              <a:gd name="connsiteY64-5670" fmla="*/ 8126 h 10000"/>
              <a:gd name="connsiteX65-5671" fmla="*/ 2515 w 9232"/>
              <a:gd name="connsiteY65-5672" fmla="*/ 7737 h 10000"/>
              <a:gd name="connsiteX66-5673" fmla="*/ 2042 w 9232"/>
              <a:gd name="connsiteY66-5674" fmla="*/ 7347 h 10000"/>
              <a:gd name="connsiteX67-5675" fmla="*/ 1719 w 9232"/>
              <a:gd name="connsiteY67-5676" fmla="*/ 6753 h 10000"/>
              <a:gd name="connsiteX68-5677" fmla="*/ 2042 w 9232"/>
              <a:gd name="connsiteY68-5678" fmla="*/ 6957 h 10000"/>
              <a:gd name="connsiteX69-5679" fmla="*/ 2515 w 9232"/>
              <a:gd name="connsiteY69-5680" fmla="*/ 7161 h 10000"/>
              <a:gd name="connsiteX70-5681" fmla="*/ 2810 w 9232"/>
              <a:gd name="connsiteY70-5682" fmla="*/ 7347 h 10000"/>
              <a:gd name="connsiteX71-5683" fmla="*/ 3137 w 9232"/>
              <a:gd name="connsiteY71-5684" fmla="*/ 7440 h 10000"/>
              <a:gd name="connsiteX72-5685" fmla="*/ 3432 w 9232"/>
              <a:gd name="connsiteY72-5686" fmla="*/ 7551 h 10000"/>
              <a:gd name="connsiteX73-5687" fmla="*/ 3613 w 9232"/>
              <a:gd name="connsiteY73-5688" fmla="*/ 7551 h 10000"/>
              <a:gd name="connsiteX74-5689" fmla="*/ 3757 w 9232"/>
              <a:gd name="connsiteY74-5690" fmla="*/ 7644 h 10000"/>
              <a:gd name="connsiteX75-5691" fmla="*/ 3907 w 9232"/>
              <a:gd name="connsiteY75-5692" fmla="*/ 7644 h 10000"/>
              <a:gd name="connsiteX76-5693" fmla="*/ 4052 w 9232"/>
              <a:gd name="connsiteY76-5694" fmla="*/ 7644 h 10000"/>
              <a:gd name="connsiteX77-5695" fmla="*/ 4231 w 9232"/>
              <a:gd name="connsiteY77-5696" fmla="*/ 7644 h 10000"/>
              <a:gd name="connsiteX78-5697" fmla="*/ 4378 w 9232"/>
              <a:gd name="connsiteY78-5698" fmla="*/ 7551 h 10000"/>
              <a:gd name="connsiteX79-5699" fmla="*/ 4529 w 9232"/>
              <a:gd name="connsiteY79-5700" fmla="*/ 7440 h 10000"/>
              <a:gd name="connsiteX80-5701" fmla="*/ 4529 w 9232"/>
              <a:gd name="connsiteY80-5702" fmla="*/ 7347 h 10000"/>
              <a:gd name="connsiteX81-5703" fmla="*/ 4706 w 9232"/>
              <a:gd name="connsiteY81-5704" fmla="*/ 7254 h 10000"/>
              <a:gd name="connsiteX82-5705" fmla="*/ 4851 w 9232"/>
              <a:gd name="connsiteY82-5706" fmla="*/ 7050 h 10000"/>
              <a:gd name="connsiteX83-5707" fmla="*/ 4851 w 9232"/>
              <a:gd name="connsiteY83-5708" fmla="*/ 6865 h 10000"/>
              <a:gd name="connsiteX84-5709" fmla="*/ 5000 w 9232"/>
              <a:gd name="connsiteY84-5710" fmla="*/ 6660 h 10000"/>
              <a:gd name="connsiteX85-5711" fmla="*/ 5148 w 9232"/>
              <a:gd name="connsiteY85-5712" fmla="*/ 6364 h 10000"/>
              <a:gd name="connsiteX86-5713" fmla="*/ 5325 w 9232"/>
              <a:gd name="connsiteY86-5714" fmla="*/ 6067 h 10000"/>
              <a:gd name="connsiteX87-5715" fmla="*/ 5325 w 9232"/>
              <a:gd name="connsiteY87-5716" fmla="*/ 5677 h 10000"/>
              <a:gd name="connsiteX88-5717" fmla="*/ 5622 w 9232"/>
              <a:gd name="connsiteY88-5718" fmla="*/ 4991 h 10000"/>
              <a:gd name="connsiteX89-5719" fmla="*/ 5805 w 9232"/>
              <a:gd name="connsiteY89-5720" fmla="*/ 4212 h 10000"/>
              <a:gd name="connsiteX90-5721" fmla="*/ 5805 w 9232"/>
              <a:gd name="connsiteY90-5722" fmla="*/ 3525 h 10000"/>
              <a:gd name="connsiteX91-5723" fmla="*/ 5949 w 9232"/>
              <a:gd name="connsiteY91-5724" fmla="*/ 2839 h 10000"/>
              <a:gd name="connsiteX92-5725" fmla="*/ 5949 w 9232"/>
              <a:gd name="connsiteY92-5726" fmla="*/ 2542 h 10000"/>
              <a:gd name="connsiteX93-5727" fmla="*/ 5949 w 9232"/>
              <a:gd name="connsiteY93-5728" fmla="*/ 2263 h 10000"/>
              <a:gd name="connsiteX94-5729" fmla="*/ 5949 w 9232"/>
              <a:gd name="connsiteY94-5730" fmla="*/ 2059 h 10000"/>
              <a:gd name="connsiteX95-5731" fmla="*/ 5949 w 9232"/>
              <a:gd name="connsiteY95-5732" fmla="*/ 1855 h 10000"/>
              <a:gd name="connsiteX96-5733" fmla="*/ 5949 w 9232"/>
              <a:gd name="connsiteY96-5734" fmla="*/ 1670 h 10000"/>
              <a:gd name="connsiteX97-5735" fmla="*/ 5949 w 9232"/>
              <a:gd name="connsiteY97-5736" fmla="*/ 1577 h 10000"/>
              <a:gd name="connsiteX98-5737" fmla="*/ 5805 w 9232"/>
              <a:gd name="connsiteY98-5738" fmla="*/ 1466 h 10000"/>
              <a:gd name="connsiteX99-5739" fmla="*/ 5805 w 9232"/>
              <a:gd name="connsiteY99-5740" fmla="*/ 1373 h 10000"/>
              <a:gd name="connsiteX100-5741" fmla="*/ 5805 w 9232"/>
              <a:gd name="connsiteY100-5742" fmla="*/ 1280 h 10000"/>
              <a:gd name="connsiteX101-5743" fmla="*/ 5622 w 9232"/>
              <a:gd name="connsiteY101-5744" fmla="*/ 1280 h 10000"/>
              <a:gd name="connsiteX102-5745" fmla="*/ 5479 w 9232"/>
              <a:gd name="connsiteY102-5746" fmla="*/ 1169 h 10000"/>
              <a:gd name="connsiteX103-5747" fmla="*/ 5479 w 9232"/>
              <a:gd name="connsiteY103-5748" fmla="*/ 1169 h 10000"/>
              <a:gd name="connsiteX104-5749" fmla="*/ 5148 w 9232"/>
              <a:gd name="connsiteY104-5750" fmla="*/ 1169 h 10000"/>
              <a:gd name="connsiteX105-5751" fmla="*/ 5000 w 9232"/>
              <a:gd name="connsiteY105-5752" fmla="*/ 1169 h 10000"/>
              <a:gd name="connsiteX106-5753" fmla="*/ 4851 w 9232"/>
              <a:gd name="connsiteY106-5754" fmla="*/ 1169 h 10000"/>
              <a:gd name="connsiteX107-5755" fmla="*/ 4529 w 9232"/>
              <a:gd name="connsiteY107-5756" fmla="*/ 1169 h 10000"/>
              <a:gd name="connsiteX108-5757" fmla="*/ 4231 w 9232"/>
              <a:gd name="connsiteY108-5758" fmla="*/ 1169 h 10000"/>
              <a:gd name="connsiteX109-5759" fmla="*/ 3757 w 9232"/>
              <a:gd name="connsiteY109-5760" fmla="*/ 1169 h 10000"/>
              <a:gd name="connsiteX110-5761" fmla="*/ 3432 w 9232"/>
              <a:gd name="connsiteY110-5762" fmla="*/ 1169 h 10000"/>
              <a:gd name="connsiteX111-5763" fmla="*/ 2959 w 9232"/>
              <a:gd name="connsiteY111-5764" fmla="*/ 1169 h 10000"/>
              <a:gd name="connsiteX112-5765" fmla="*/ 2339 w 9232"/>
              <a:gd name="connsiteY112-5766" fmla="*/ 1169 h 10000"/>
              <a:gd name="connsiteX113-5767" fmla="*/ 1719 w 9232"/>
              <a:gd name="connsiteY113-5768" fmla="*/ 1280 h 10000"/>
              <a:gd name="connsiteX114-5769" fmla="*/ 1097 w 9232"/>
              <a:gd name="connsiteY114-5770" fmla="*/ 1280 h 10000"/>
              <a:gd name="connsiteX115-5771" fmla="*/ 0 w 9232"/>
              <a:gd name="connsiteY115-5772" fmla="*/ 779 h 10000"/>
              <a:gd name="connsiteX116-5773" fmla="*/ 474 w 9232"/>
              <a:gd name="connsiteY116-5774" fmla="*/ 779 h 10000"/>
              <a:gd name="connsiteX117-5775" fmla="*/ 1097 w 9232"/>
              <a:gd name="connsiteY117-5776" fmla="*/ 686 h 10000"/>
              <a:gd name="connsiteX118-5777" fmla="*/ 1569 w 9232"/>
              <a:gd name="connsiteY118-5778" fmla="*/ 686 h 10000"/>
              <a:gd name="connsiteX119-5779" fmla="*/ 2339 w 9232"/>
              <a:gd name="connsiteY119-5780" fmla="*/ 594 h 10000"/>
              <a:gd name="connsiteX120-5781" fmla="*/ 3137 w 9232"/>
              <a:gd name="connsiteY120-5782" fmla="*/ 594 h 10000"/>
              <a:gd name="connsiteX121-5783" fmla="*/ 3757 w 9232"/>
              <a:gd name="connsiteY121-5784" fmla="*/ 482 h 10000"/>
              <a:gd name="connsiteX122-5785" fmla="*/ 4378 w 9232"/>
              <a:gd name="connsiteY122-5786" fmla="*/ 482 h 10000"/>
              <a:gd name="connsiteX123-5787" fmla="*/ 4706 w 9232"/>
              <a:gd name="connsiteY123-5788" fmla="*/ 390 h 10000"/>
              <a:gd name="connsiteX124-5789" fmla="*/ 5000 w 9232"/>
              <a:gd name="connsiteY124-5790" fmla="*/ 297 h 10000"/>
              <a:gd name="connsiteX125-5791" fmla="*/ 5325 w 9232"/>
              <a:gd name="connsiteY125-5792" fmla="*/ 297 h 10000"/>
              <a:gd name="connsiteX126-5793" fmla="*/ 5325 w 9232"/>
              <a:gd name="connsiteY126-5794" fmla="*/ 204 h 10000"/>
              <a:gd name="connsiteX127-5795" fmla="*/ 5325 w 9232"/>
              <a:gd name="connsiteY127-5796" fmla="*/ 204 h 10000"/>
              <a:gd name="connsiteX0-5797" fmla="*/ 5255 w 9487"/>
              <a:gd name="connsiteY0-5798" fmla="*/ 204 h 10000"/>
              <a:gd name="connsiteX1-5799" fmla="*/ 5422 w 9487"/>
              <a:gd name="connsiteY1-5800" fmla="*/ 93 h 10000"/>
              <a:gd name="connsiteX2-5801" fmla="*/ 5775 w 9487"/>
              <a:gd name="connsiteY2-5802" fmla="*/ 93 h 10000"/>
              <a:gd name="connsiteX3-5803" fmla="*/ 5931 w 9487"/>
              <a:gd name="connsiteY3-5804" fmla="*/ 0 h 10000"/>
              <a:gd name="connsiteX4-5805" fmla="*/ 6089 w 9487"/>
              <a:gd name="connsiteY4-5806" fmla="*/ 0 h 10000"/>
              <a:gd name="connsiteX5-5807" fmla="*/ 6443 w 9487"/>
              <a:gd name="connsiteY5-5808" fmla="*/ 93 h 10000"/>
              <a:gd name="connsiteX6-5809" fmla="*/ 6956 w 9487"/>
              <a:gd name="connsiteY6-5810" fmla="*/ 204 h 10000"/>
              <a:gd name="connsiteX7-5811" fmla="*/ 7114 w 9487"/>
              <a:gd name="connsiteY7-5812" fmla="*/ 297 h 10000"/>
              <a:gd name="connsiteX8-5813" fmla="*/ 7435 w 9487"/>
              <a:gd name="connsiteY8-5814" fmla="*/ 482 h 10000"/>
              <a:gd name="connsiteX9-5815" fmla="*/ 7624 w 9487"/>
              <a:gd name="connsiteY9-5816" fmla="*/ 594 h 10000"/>
              <a:gd name="connsiteX10-5817" fmla="*/ 7952 w 9487"/>
              <a:gd name="connsiteY10-5818" fmla="*/ 686 h 10000"/>
              <a:gd name="connsiteX11-5819" fmla="*/ 8302 w 9487"/>
              <a:gd name="connsiteY11-5820" fmla="*/ 891 h 10000"/>
              <a:gd name="connsiteX12-5821" fmla="*/ 8620 w 9487"/>
              <a:gd name="connsiteY12-5822" fmla="*/ 983 h 10000"/>
              <a:gd name="connsiteX13-5823" fmla="*/ 8813 w 9487"/>
              <a:gd name="connsiteY13-5824" fmla="*/ 1169 h 10000"/>
              <a:gd name="connsiteX14-5825" fmla="*/ 9135 w 9487"/>
              <a:gd name="connsiteY14-5826" fmla="*/ 1280 h 10000"/>
              <a:gd name="connsiteX15-5827" fmla="*/ 9294 w 9487"/>
              <a:gd name="connsiteY15-5828" fmla="*/ 1373 h 10000"/>
              <a:gd name="connsiteX16-5829" fmla="*/ 9294 w 9487"/>
              <a:gd name="connsiteY16-5830" fmla="*/ 1466 h 10000"/>
              <a:gd name="connsiteX17-5831" fmla="*/ 9487 w 9487"/>
              <a:gd name="connsiteY17-5832" fmla="*/ 1466 h 10000"/>
              <a:gd name="connsiteX18-5833" fmla="*/ 9487 w 9487"/>
              <a:gd name="connsiteY18-5834" fmla="*/ 1577 h 10000"/>
              <a:gd name="connsiteX19-5835" fmla="*/ 9487 w 9487"/>
              <a:gd name="connsiteY19-5836" fmla="*/ 1670 h 10000"/>
              <a:gd name="connsiteX20-5837" fmla="*/ 9294 w 9487"/>
              <a:gd name="connsiteY20-5838" fmla="*/ 1763 h 10000"/>
              <a:gd name="connsiteX21-5839" fmla="*/ 9135 w 9487"/>
              <a:gd name="connsiteY21-5840" fmla="*/ 1763 h 10000"/>
              <a:gd name="connsiteX22-5841" fmla="*/ 8975 w 9487"/>
              <a:gd name="connsiteY22-5842" fmla="*/ 1855 h 10000"/>
              <a:gd name="connsiteX23-5843" fmla="*/ 8813 w 9487"/>
              <a:gd name="connsiteY23-5844" fmla="*/ 1855 h 10000"/>
              <a:gd name="connsiteX24-5845" fmla="*/ 8813 w 9487"/>
              <a:gd name="connsiteY24-5846" fmla="*/ 1967 h 10000"/>
              <a:gd name="connsiteX25-5847" fmla="*/ 8620 w 9487"/>
              <a:gd name="connsiteY25-5848" fmla="*/ 2059 h 10000"/>
              <a:gd name="connsiteX26-5849" fmla="*/ 8462 w 9487"/>
              <a:gd name="connsiteY26-5850" fmla="*/ 2263 h 10000"/>
              <a:gd name="connsiteX27-5851" fmla="*/ 8462 w 9487"/>
              <a:gd name="connsiteY27-5852" fmla="*/ 2449 h 10000"/>
              <a:gd name="connsiteX28-5853" fmla="*/ 8302 w 9487"/>
              <a:gd name="connsiteY28-5854" fmla="*/ 2653 h 10000"/>
              <a:gd name="connsiteX29-5855" fmla="*/ 8302 w 9487"/>
              <a:gd name="connsiteY29-5856" fmla="*/ 2950 h 10000"/>
              <a:gd name="connsiteX30-5857" fmla="*/ 8302 w 9487"/>
              <a:gd name="connsiteY30-5858" fmla="*/ 3135 h 10000"/>
              <a:gd name="connsiteX31-5859" fmla="*/ 8108 w 9487"/>
              <a:gd name="connsiteY31-5860" fmla="*/ 3432 h 10000"/>
              <a:gd name="connsiteX32-5861" fmla="*/ 8108 w 9487"/>
              <a:gd name="connsiteY32-5862" fmla="*/ 3822 h 10000"/>
              <a:gd name="connsiteX33-5863" fmla="*/ 7952 w 9487"/>
              <a:gd name="connsiteY33-5864" fmla="*/ 4119 h 10000"/>
              <a:gd name="connsiteX34-5865" fmla="*/ 7789 w 9487"/>
              <a:gd name="connsiteY34-5866" fmla="*/ 4508 h 10000"/>
              <a:gd name="connsiteX35-5867" fmla="*/ 7624 w 9487"/>
              <a:gd name="connsiteY35-5868" fmla="*/ 4898 h 10000"/>
              <a:gd name="connsiteX36-5869" fmla="*/ 7435 w 9487"/>
              <a:gd name="connsiteY36-5870" fmla="*/ 5288 h 10000"/>
              <a:gd name="connsiteX37-5871" fmla="*/ 7114 w 9487"/>
              <a:gd name="connsiteY37-5872" fmla="*/ 6178 h 10000"/>
              <a:gd name="connsiteX38-5873" fmla="*/ 6956 w 9487"/>
              <a:gd name="connsiteY38-5874" fmla="*/ 6568 h 10000"/>
              <a:gd name="connsiteX39-5875" fmla="*/ 6766 w 9487"/>
              <a:gd name="connsiteY39-5876" fmla="*/ 6957 h 10000"/>
              <a:gd name="connsiteX40-5877" fmla="*/ 6605 w 9487"/>
              <a:gd name="connsiteY40-5878" fmla="*/ 7347 h 10000"/>
              <a:gd name="connsiteX41-5879" fmla="*/ 6443 w 9487"/>
              <a:gd name="connsiteY41-5880" fmla="*/ 7737 h 10000"/>
              <a:gd name="connsiteX42-5881" fmla="*/ 6249 w 9487"/>
              <a:gd name="connsiteY42-5882" fmla="*/ 8033 h 10000"/>
              <a:gd name="connsiteX43-5883" fmla="*/ 6249 w 9487"/>
              <a:gd name="connsiteY43-5884" fmla="*/ 8237 h 10000"/>
              <a:gd name="connsiteX44-5885" fmla="*/ 6089 w 9487"/>
              <a:gd name="connsiteY44-5886" fmla="*/ 8534 h 10000"/>
              <a:gd name="connsiteX45-5887" fmla="*/ 5931 w 9487"/>
              <a:gd name="connsiteY45-5888" fmla="*/ 8720 h 10000"/>
              <a:gd name="connsiteX46-5889" fmla="*/ 5577 w 9487"/>
              <a:gd name="connsiteY46-5890" fmla="*/ 9017 h 10000"/>
              <a:gd name="connsiteX47-5891" fmla="*/ 5255 w 9487"/>
              <a:gd name="connsiteY47-5892" fmla="*/ 9314 h 10000"/>
              <a:gd name="connsiteX48-5893" fmla="*/ 4903 w 9487"/>
              <a:gd name="connsiteY48-5894" fmla="*/ 9610 h 10000"/>
              <a:gd name="connsiteX49-5895" fmla="*/ 4584 w 9487"/>
              <a:gd name="connsiteY49-5896" fmla="*/ 9703 h 10000"/>
              <a:gd name="connsiteX50-5897" fmla="*/ 4229 w 9487"/>
              <a:gd name="connsiteY50-5898" fmla="*/ 9889 h 10000"/>
              <a:gd name="connsiteX51-5899" fmla="*/ 3876 w 9487"/>
              <a:gd name="connsiteY51-5900" fmla="*/ 10000 h 10000"/>
              <a:gd name="connsiteX52-5901" fmla="*/ 3557 w 9487"/>
              <a:gd name="connsiteY52-5902" fmla="*/ 10000 h 10000"/>
              <a:gd name="connsiteX53-5903" fmla="*/ 3205 w 9487"/>
              <a:gd name="connsiteY53-5904" fmla="*/ 10000 h 10000"/>
              <a:gd name="connsiteX54-5905" fmla="*/ 3205 w 9487"/>
              <a:gd name="connsiteY54-5906" fmla="*/ 9889 h 10000"/>
              <a:gd name="connsiteX55-5907" fmla="*/ 3042 w 9487"/>
              <a:gd name="connsiteY55-5908" fmla="*/ 9889 h 10000"/>
              <a:gd name="connsiteX56-5909" fmla="*/ 3042 w 9487"/>
              <a:gd name="connsiteY56-5910" fmla="*/ 9796 h 10000"/>
              <a:gd name="connsiteX57-5911" fmla="*/ 3042 w 9487"/>
              <a:gd name="connsiteY57-5912" fmla="*/ 9610 h 10000"/>
              <a:gd name="connsiteX58-5913" fmla="*/ 3042 w 9487"/>
              <a:gd name="connsiteY58-5914" fmla="*/ 9499 h 10000"/>
              <a:gd name="connsiteX59-5915" fmla="*/ 3042 w 9487"/>
              <a:gd name="connsiteY59-5916" fmla="*/ 9406 h 10000"/>
              <a:gd name="connsiteX60-5917" fmla="*/ 3042 w 9487"/>
              <a:gd name="connsiteY60-5918" fmla="*/ 9202 h 10000"/>
              <a:gd name="connsiteX61-5919" fmla="*/ 3042 w 9487"/>
              <a:gd name="connsiteY61-5920" fmla="*/ 9017 h 10000"/>
              <a:gd name="connsiteX62-5921" fmla="*/ 2885 w 9487"/>
              <a:gd name="connsiteY62-5922" fmla="*/ 8813 h 10000"/>
              <a:gd name="connsiteX63-5923" fmla="*/ 2692 w 9487"/>
              <a:gd name="connsiteY63-5924" fmla="*/ 8534 h 10000"/>
              <a:gd name="connsiteX64-5925" fmla="*/ 2372 w 9487"/>
              <a:gd name="connsiteY64-5926" fmla="*/ 8126 h 10000"/>
              <a:gd name="connsiteX65-5927" fmla="*/ 2211 w 9487"/>
              <a:gd name="connsiteY65-5928" fmla="*/ 7737 h 10000"/>
              <a:gd name="connsiteX66-5929" fmla="*/ 1699 w 9487"/>
              <a:gd name="connsiteY66-5930" fmla="*/ 7347 h 10000"/>
              <a:gd name="connsiteX67-5931" fmla="*/ 1349 w 9487"/>
              <a:gd name="connsiteY67-5932" fmla="*/ 6753 h 10000"/>
              <a:gd name="connsiteX68-5933" fmla="*/ 1699 w 9487"/>
              <a:gd name="connsiteY68-5934" fmla="*/ 6957 h 10000"/>
              <a:gd name="connsiteX69-5935" fmla="*/ 2211 w 9487"/>
              <a:gd name="connsiteY69-5936" fmla="*/ 7161 h 10000"/>
              <a:gd name="connsiteX70-5937" fmla="*/ 2531 w 9487"/>
              <a:gd name="connsiteY70-5938" fmla="*/ 7347 h 10000"/>
              <a:gd name="connsiteX71-5939" fmla="*/ 2885 w 9487"/>
              <a:gd name="connsiteY71-5940" fmla="*/ 7440 h 10000"/>
              <a:gd name="connsiteX72-5941" fmla="*/ 3205 w 9487"/>
              <a:gd name="connsiteY72-5942" fmla="*/ 7551 h 10000"/>
              <a:gd name="connsiteX73-5943" fmla="*/ 3401 w 9487"/>
              <a:gd name="connsiteY73-5944" fmla="*/ 7551 h 10000"/>
              <a:gd name="connsiteX74-5945" fmla="*/ 3557 w 9487"/>
              <a:gd name="connsiteY74-5946" fmla="*/ 7644 h 10000"/>
              <a:gd name="connsiteX75-5947" fmla="*/ 3719 w 9487"/>
              <a:gd name="connsiteY75-5948" fmla="*/ 7644 h 10000"/>
              <a:gd name="connsiteX76-5949" fmla="*/ 3876 w 9487"/>
              <a:gd name="connsiteY76-5950" fmla="*/ 7644 h 10000"/>
              <a:gd name="connsiteX77-5951" fmla="*/ 4070 w 9487"/>
              <a:gd name="connsiteY77-5952" fmla="*/ 7644 h 10000"/>
              <a:gd name="connsiteX78-5953" fmla="*/ 4229 w 9487"/>
              <a:gd name="connsiteY78-5954" fmla="*/ 7551 h 10000"/>
              <a:gd name="connsiteX79-5955" fmla="*/ 4393 w 9487"/>
              <a:gd name="connsiteY79-5956" fmla="*/ 7440 h 10000"/>
              <a:gd name="connsiteX80-5957" fmla="*/ 4393 w 9487"/>
              <a:gd name="connsiteY80-5958" fmla="*/ 7347 h 10000"/>
              <a:gd name="connsiteX81-5959" fmla="*/ 4584 w 9487"/>
              <a:gd name="connsiteY81-5960" fmla="*/ 7254 h 10000"/>
              <a:gd name="connsiteX82-5961" fmla="*/ 4742 w 9487"/>
              <a:gd name="connsiteY82-5962" fmla="*/ 7050 h 10000"/>
              <a:gd name="connsiteX83-5963" fmla="*/ 4742 w 9487"/>
              <a:gd name="connsiteY83-5964" fmla="*/ 6865 h 10000"/>
              <a:gd name="connsiteX84-5965" fmla="*/ 4903 w 9487"/>
              <a:gd name="connsiteY84-5966" fmla="*/ 6660 h 10000"/>
              <a:gd name="connsiteX85-5967" fmla="*/ 5063 w 9487"/>
              <a:gd name="connsiteY85-5968" fmla="*/ 6364 h 10000"/>
              <a:gd name="connsiteX86-5969" fmla="*/ 5255 w 9487"/>
              <a:gd name="connsiteY86-5970" fmla="*/ 6067 h 10000"/>
              <a:gd name="connsiteX87-5971" fmla="*/ 5255 w 9487"/>
              <a:gd name="connsiteY87-5972" fmla="*/ 5677 h 10000"/>
              <a:gd name="connsiteX88-5973" fmla="*/ 5577 w 9487"/>
              <a:gd name="connsiteY88-5974" fmla="*/ 4991 h 10000"/>
              <a:gd name="connsiteX89-5975" fmla="*/ 5775 w 9487"/>
              <a:gd name="connsiteY89-5976" fmla="*/ 4212 h 10000"/>
              <a:gd name="connsiteX90-5977" fmla="*/ 5775 w 9487"/>
              <a:gd name="connsiteY90-5978" fmla="*/ 3525 h 10000"/>
              <a:gd name="connsiteX91-5979" fmla="*/ 5931 w 9487"/>
              <a:gd name="connsiteY91-5980" fmla="*/ 2839 h 10000"/>
              <a:gd name="connsiteX92-5981" fmla="*/ 5931 w 9487"/>
              <a:gd name="connsiteY92-5982" fmla="*/ 2542 h 10000"/>
              <a:gd name="connsiteX93-5983" fmla="*/ 5931 w 9487"/>
              <a:gd name="connsiteY93-5984" fmla="*/ 2263 h 10000"/>
              <a:gd name="connsiteX94-5985" fmla="*/ 5931 w 9487"/>
              <a:gd name="connsiteY94-5986" fmla="*/ 2059 h 10000"/>
              <a:gd name="connsiteX95-5987" fmla="*/ 5931 w 9487"/>
              <a:gd name="connsiteY95-5988" fmla="*/ 1855 h 10000"/>
              <a:gd name="connsiteX96-5989" fmla="*/ 5931 w 9487"/>
              <a:gd name="connsiteY96-5990" fmla="*/ 1670 h 10000"/>
              <a:gd name="connsiteX97-5991" fmla="*/ 5931 w 9487"/>
              <a:gd name="connsiteY97-5992" fmla="*/ 1577 h 10000"/>
              <a:gd name="connsiteX98-5993" fmla="*/ 5775 w 9487"/>
              <a:gd name="connsiteY98-5994" fmla="*/ 1466 h 10000"/>
              <a:gd name="connsiteX99-5995" fmla="*/ 5775 w 9487"/>
              <a:gd name="connsiteY99-5996" fmla="*/ 1373 h 10000"/>
              <a:gd name="connsiteX100-5997" fmla="*/ 5775 w 9487"/>
              <a:gd name="connsiteY100-5998" fmla="*/ 1280 h 10000"/>
              <a:gd name="connsiteX101-5999" fmla="*/ 5577 w 9487"/>
              <a:gd name="connsiteY101-6000" fmla="*/ 1280 h 10000"/>
              <a:gd name="connsiteX102-6001" fmla="*/ 5422 w 9487"/>
              <a:gd name="connsiteY102-6002" fmla="*/ 1169 h 10000"/>
              <a:gd name="connsiteX103-6003" fmla="*/ 5422 w 9487"/>
              <a:gd name="connsiteY103-6004" fmla="*/ 1169 h 10000"/>
              <a:gd name="connsiteX104-6005" fmla="*/ 5063 w 9487"/>
              <a:gd name="connsiteY104-6006" fmla="*/ 1169 h 10000"/>
              <a:gd name="connsiteX105-6007" fmla="*/ 4903 w 9487"/>
              <a:gd name="connsiteY105-6008" fmla="*/ 1169 h 10000"/>
              <a:gd name="connsiteX106-6009" fmla="*/ 4742 w 9487"/>
              <a:gd name="connsiteY106-6010" fmla="*/ 1169 h 10000"/>
              <a:gd name="connsiteX107-6011" fmla="*/ 4393 w 9487"/>
              <a:gd name="connsiteY107-6012" fmla="*/ 1169 h 10000"/>
              <a:gd name="connsiteX108-6013" fmla="*/ 4070 w 9487"/>
              <a:gd name="connsiteY108-6014" fmla="*/ 1169 h 10000"/>
              <a:gd name="connsiteX109-6015" fmla="*/ 3557 w 9487"/>
              <a:gd name="connsiteY109-6016" fmla="*/ 1169 h 10000"/>
              <a:gd name="connsiteX110-6017" fmla="*/ 3205 w 9487"/>
              <a:gd name="connsiteY110-6018" fmla="*/ 1169 h 10000"/>
              <a:gd name="connsiteX111-6019" fmla="*/ 2692 w 9487"/>
              <a:gd name="connsiteY111-6020" fmla="*/ 1169 h 10000"/>
              <a:gd name="connsiteX112-6021" fmla="*/ 2021 w 9487"/>
              <a:gd name="connsiteY112-6022" fmla="*/ 1169 h 10000"/>
              <a:gd name="connsiteX113-6023" fmla="*/ 1349 w 9487"/>
              <a:gd name="connsiteY113-6024" fmla="*/ 1280 h 10000"/>
              <a:gd name="connsiteX114-6025" fmla="*/ 675 w 9487"/>
              <a:gd name="connsiteY114-6026" fmla="*/ 1280 h 10000"/>
              <a:gd name="connsiteX115-6027" fmla="*/ 0 w 9487"/>
              <a:gd name="connsiteY115-6028" fmla="*/ 779 h 10000"/>
              <a:gd name="connsiteX116-6029" fmla="*/ 675 w 9487"/>
              <a:gd name="connsiteY116-6030" fmla="*/ 686 h 10000"/>
              <a:gd name="connsiteX117-6031" fmla="*/ 1187 w 9487"/>
              <a:gd name="connsiteY117-6032" fmla="*/ 686 h 10000"/>
              <a:gd name="connsiteX118-6033" fmla="*/ 2021 w 9487"/>
              <a:gd name="connsiteY118-6034" fmla="*/ 594 h 10000"/>
              <a:gd name="connsiteX119-6035" fmla="*/ 2885 w 9487"/>
              <a:gd name="connsiteY119-6036" fmla="*/ 594 h 10000"/>
              <a:gd name="connsiteX120-6037" fmla="*/ 3557 w 9487"/>
              <a:gd name="connsiteY120-6038" fmla="*/ 482 h 10000"/>
              <a:gd name="connsiteX121-6039" fmla="*/ 4229 w 9487"/>
              <a:gd name="connsiteY121-6040" fmla="*/ 482 h 10000"/>
              <a:gd name="connsiteX122-6041" fmla="*/ 4584 w 9487"/>
              <a:gd name="connsiteY122-6042" fmla="*/ 390 h 10000"/>
              <a:gd name="connsiteX123-6043" fmla="*/ 4903 w 9487"/>
              <a:gd name="connsiteY123-6044" fmla="*/ 297 h 10000"/>
              <a:gd name="connsiteX124-6045" fmla="*/ 5255 w 9487"/>
              <a:gd name="connsiteY124-6046" fmla="*/ 297 h 10000"/>
              <a:gd name="connsiteX125-6047" fmla="*/ 5255 w 9487"/>
              <a:gd name="connsiteY125-6048" fmla="*/ 204 h 10000"/>
              <a:gd name="connsiteX126-6049" fmla="*/ 5255 w 9487"/>
              <a:gd name="connsiteY126-6050" fmla="*/ 204 h 10000"/>
              <a:gd name="connsiteX0-6051" fmla="*/ 4828 w 9289"/>
              <a:gd name="connsiteY0-6052" fmla="*/ 204 h 10000"/>
              <a:gd name="connsiteX1-6053" fmla="*/ 5004 w 9289"/>
              <a:gd name="connsiteY1-6054" fmla="*/ 93 h 10000"/>
              <a:gd name="connsiteX2-6055" fmla="*/ 5376 w 9289"/>
              <a:gd name="connsiteY2-6056" fmla="*/ 93 h 10000"/>
              <a:gd name="connsiteX3-6057" fmla="*/ 5541 w 9289"/>
              <a:gd name="connsiteY3-6058" fmla="*/ 0 h 10000"/>
              <a:gd name="connsiteX4-6059" fmla="*/ 5707 w 9289"/>
              <a:gd name="connsiteY4-6060" fmla="*/ 0 h 10000"/>
              <a:gd name="connsiteX5-6061" fmla="*/ 6080 w 9289"/>
              <a:gd name="connsiteY5-6062" fmla="*/ 93 h 10000"/>
              <a:gd name="connsiteX6-6063" fmla="*/ 6621 w 9289"/>
              <a:gd name="connsiteY6-6064" fmla="*/ 204 h 10000"/>
              <a:gd name="connsiteX7-6065" fmla="*/ 6788 w 9289"/>
              <a:gd name="connsiteY7-6066" fmla="*/ 297 h 10000"/>
              <a:gd name="connsiteX8-6067" fmla="*/ 7126 w 9289"/>
              <a:gd name="connsiteY8-6068" fmla="*/ 482 h 10000"/>
              <a:gd name="connsiteX9-6069" fmla="*/ 7325 w 9289"/>
              <a:gd name="connsiteY9-6070" fmla="*/ 594 h 10000"/>
              <a:gd name="connsiteX10-6071" fmla="*/ 7671 w 9289"/>
              <a:gd name="connsiteY10-6072" fmla="*/ 686 h 10000"/>
              <a:gd name="connsiteX11-6073" fmla="*/ 8040 w 9289"/>
              <a:gd name="connsiteY11-6074" fmla="*/ 891 h 10000"/>
              <a:gd name="connsiteX12-6075" fmla="*/ 8375 w 9289"/>
              <a:gd name="connsiteY12-6076" fmla="*/ 983 h 10000"/>
              <a:gd name="connsiteX13-6077" fmla="*/ 8579 w 9289"/>
              <a:gd name="connsiteY13-6078" fmla="*/ 1169 h 10000"/>
              <a:gd name="connsiteX14-6079" fmla="*/ 8918 w 9289"/>
              <a:gd name="connsiteY14-6080" fmla="*/ 1280 h 10000"/>
              <a:gd name="connsiteX15-6081" fmla="*/ 9086 w 9289"/>
              <a:gd name="connsiteY15-6082" fmla="*/ 1373 h 10000"/>
              <a:gd name="connsiteX16-6083" fmla="*/ 9086 w 9289"/>
              <a:gd name="connsiteY16-6084" fmla="*/ 1466 h 10000"/>
              <a:gd name="connsiteX17-6085" fmla="*/ 9289 w 9289"/>
              <a:gd name="connsiteY17-6086" fmla="*/ 1466 h 10000"/>
              <a:gd name="connsiteX18-6087" fmla="*/ 9289 w 9289"/>
              <a:gd name="connsiteY18-6088" fmla="*/ 1577 h 10000"/>
              <a:gd name="connsiteX19-6089" fmla="*/ 9289 w 9289"/>
              <a:gd name="connsiteY19-6090" fmla="*/ 1670 h 10000"/>
              <a:gd name="connsiteX20-6091" fmla="*/ 9086 w 9289"/>
              <a:gd name="connsiteY20-6092" fmla="*/ 1763 h 10000"/>
              <a:gd name="connsiteX21-6093" fmla="*/ 8918 w 9289"/>
              <a:gd name="connsiteY21-6094" fmla="*/ 1763 h 10000"/>
              <a:gd name="connsiteX22-6095" fmla="*/ 8749 w 9289"/>
              <a:gd name="connsiteY22-6096" fmla="*/ 1855 h 10000"/>
              <a:gd name="connsiteX23-6097" fmla="*/ 8579 w 9289"/>
              <a:gd name="connsiteY23-6098" fmla="*/ 1855 h 10000"/>
              <a:gd name="connsiteX24-6099" fmla="*/ 8579 w 9289"/>
              <a:gd name="connsiteY24-6100" fmla="*/ 1967 h 10000"/>
              <a:gd name="connsiteX25-6101" fmla="*/ 8375 w 9289"/>
              <a:gd name="connsiteY25-6102" fmla="*/ 2059 h 10000"/>
              <a:gd name="connsiteX26-6103" fmla="*/ 8209 w 9289"/>
              <a:gd name="connsiteY26-6104" fmla="*/ 2263 h 10000"/>
              <a:gd name="connsiteX27-6105" fmla="*/ 8209 w 9289"/>
              <a:gd name="connsiteY27-6106" fmla="*/ 2449 h 10000"/>
              <a:gd name="connsiteX28-6107" fmla="*/ 8040 w 9289"/>
              <a:gd name="connsiteY28-6108" fmla="*/ 2653 h 10000"/>
              <a:gd name="connsiteX29-6109" fmla="*/ 8040 w 9289"/>
              <a:gd name="connsiteY29-6110" fmla="*/ 2950 h 10000"/>
              <a:gd name="connsiteX30-6111" fmla="*/ 8040 w 9289"/>
              <a:gd name="connsiteY30-6112" fmla="*/ 3135 h 10000"/>
              <a:gd name="connsiteX31-6113" fmla="*/ 7835 w 9289"/>
              <a:gd name="connsiteY31-6114" fmla="*/ 3432 h 10000"/>
              <a:gd name="connsiteX32-6115" fmla="*/ 7835 w 9289"/>
              <a:gd name="connsiteY32-6116" fmla="*/ 3822 h 10000"/>
              <a:gd name="connsiteX33-6117" fmla="*/ 7671 w 9289"/>
              <a:gd name="connsiteY33-6118" fmla="*/ 4119 h 10000"/>
              <a:gd name="connsiteX34-6119" fmla="*/ 7499 w 9289"/>
              <a:gd name="connsiteY34-6120" fmla="*/ 4508 h 10000"/>
              <a:gd name="connsiteX35-6121" fmla="*/ 7325 w 9289"/>
              <a:gd name="connsiteY35-6122" fmla="*/ 4898 h 10000"/>
              <a:gd name="connsiteX36-6123" fmla="*/ 7126 w 9289"/>
              <a:gd name="connsiteY36-6124" fmla="*/ 5288 h 10000"/>
              <a:gd name="connsiteX37-6125" fmla="*/ 6788 w 9289"/>
              <a:gd name="connsiteY37-6126" fmla="*/ 6178 h 10000"/>
              <a:gd name="connsiteX38-6127" fmla="*/ 6621 w 9289"/>
              <a:gd name="connsiteY38-6128" fmla="*/ 6568 h 10000"/>
              <a:gd name="connsiteX39-6129" fmla="*/ 6421 w 9289"/>
              <a:gd name="connsiteY39-6130" fmla="*/ 6957 h 10000"/>
              <a:gd name="connsiteX40-6131" fmla="*/ 6251 w 9289"/>
              <a:gd name="connsiteY40-6132" fmla="*/ 7347 h 10000"/>
              <a:gd name="connsiteX41-6133" fmla="*/ 6080 w 9289"/>
              <a:gd name="connsiteY41-6134" fmla="*/ 7737 h 10000"/>
              <a:gd name="connsiteX42-6135" fmla="*/ 5876 w 9289"/>
              <a:gd name="connsiteY42-6136" fmla="*/ 8033 h 10000"/>
              <a:gd name="connsiteX43-6137" fmla="*/ 5876 w 9289"/>
              <a:gd name="connsiteY43-6138" fmla="*/ 8237 h 10000"/>
              <a:gd name="connsiteX44-6139" fmla="*/ 5707 w 9289"/>
              <a:gd name="connsiteY44-6140" fmla="*/ 8534 h 10000"/>
              <a:gd name="connsiteX45-6141" fmla="*/ 5541 w 9289"/>
              <a:gd name="connsiteY45-6142" fmla="*/ 8720 h 10000"/>
              <a:gd name="connsiteX46-6143" fmla="*/ 5168 w 9289"/>
              <a:gd name="connsiteY46-6144" fmla="*/ 9017 h 10000"/>
              <a:gd name="connsiteX47-6145" fmla="*/ 4828 w 9289"/>
              <a:gd name="connsiteY47-6146" fmla="*/ 9314 h 10000"/>
              <a:gd name="connsiteX48-6147" fmla="*/ 4457 w 9289"/>
              <a:gd name="connsiteY48-6148" fmla="*/ 9610 h 10000"/>
              <a:gd name="connsiteX49-6149" fmla="*/ 4121 w 9289"/>
              <a:gd name="connsiteY49-6150" fmla="*/ 9703 h 10000"/>
              <a:gd name="connsiteX50-6151" fmla="*/ 3747 w 9289"/>
              <a:gd name="connsiteY50-6152" fmla="*/ 9889 h 10000"/>
              <a:gd name="connsiteX51-6153" fmla="*/ 3375 w 9289"/>
              <a:gd name="connsiteY51-6154" fmla="*/ 10000 h 10000"/>
              <a:gd name="connsiteX52-6155" fmla="*/ 3038 w 9289"/>
              <a:gd name="connsiteY52-6156" fmla="*/ 10000 h 10000"/>
              <a:gd name="connsiteX53-6157" fmla="*/ 2667 w 9289"/>
              <a:gd name="connsiteY53-6158" fmla="*/ 10000 h 10000"/>
              <a:gd name="connsiteX54-6159" fmla="*/ 2667 w 9289"/>
              <a:gd name="connsiteY54-6160" fmla="*/ 9889 h 10000"/>
              <a:gd name="connsiteX55-6161" fmla="*/ 2495 w 9289"/>
              <a:gd name="connsiteY55-6162" fmla="*/ 9889 h 10000"/>
              <a:gd name="connsiteX56-6163" fmla="*/ 2495 w 9289"/>
              <a:gd name="connsiteY56-6164" fmla="*/ 9796 h 10000"/>
              <a:gd name="connsiteX57-6165" fmla="*/ 2495 w 9289"/>
              <a:gd name="connsiteY57-6166" fmla="*/ 9610 h 10000"/>
              <a:gd name="connsiteX58-6167" fmla="*/ 2495 w 9289"/>
              <a:gd name="connsiteY58-6168" fmla="*/ 9499 h 10000"/>
              <a:gd name="connsiteX59-6169" fmla="*/ 2495 w 9289"/>
              <a:gd name="connsiteY59-6170" fmla="*/ 9406 h 10000"/>
              <a:gd name="connsiteX60-6171" fmla="*/ 2495 w 9289"/>
              <a:gd name="connsiteY60-6172" fmla="*/ 9202 h 10000"/>
              <a:gd name="connsiteX61-6173" fmla="*/ 2495 w 9289"/>
              <a:gd name="connsiteY61-6174" fmla="*/ 9017 h 10000"/>
              <a:gd name="connsiteX62-6175" fmla="*/ 2330 w 9289"/>
              <a:gd name="connsiteY62-6176" fmla="*/ 8813 h 10000"/>
              <a:gd name="connsiteX63-6177" fmla="*/ 2127 w 9289"/>
              <a:gd name="connsiteY63-6178" fmla="*/ 8534 h 10000"/>
              <a:gd name="connsiteX64-6179" fmla="*/ 1789 w 9289"/>
              <a:gd name="connsiteY64-6180" fmla="*/ 8126 h 10000"/>
              <a:gd name="connsiteX65-6181" fmla="*/ 1620 w 9289"/>
              <a:gd name="connsiteY65-6182" fmla="*/ 7737 h 10000"/>
              <a:gd name="connsiteX66-6183" fmla="*/ 1080 w 9289"/>
              <a:gd name="connsiteY66-6184" fmla="*/ 7347 h 10000"/>
              <a:gd name="connsiteX67-6185" fmla="*/ 711 w 9289"/>
              <a:gd name="connsiteY67-6186" fmla="*/ 6753 h 10000"/>
              <a:gd name="connsiteX68-6187" fmla="*/ 1080 w 9289"/>
              <a:gd name="connsiteY68-6188" fmla="*/ 6957 h 10000"/>
              <a:gd name="connsiteX69-6189" fmla="*/ 1620 w 9289"/>
              <a:gd name="connsiteY69-6190" fmla="*/ 7161 h 10000"/>
              <a:gd name="connsiteX70-6191" fmla="*/ 1957 w 9289"/>
              <a:gd name="connsiteY70-6192" fmla="*/ 7347 h 10000"/>
              <a:gd name="connsiteX71-6193" fmla="*/ 2330 w 9289"/>
              <a:gd name="connsiteY71-6194" fmla="*/ 7440 h 10000"/>
              <a:gd name="connsiteX72-6195" fmla="*/ 2667 w 9289"/>
              <a:gd name="connsiteY72-6196" fmla="*/ 7551 h 10000"/>
              <a:gd name="connsiteX73-6197" fmla="*/ 2874 w 9289"/>
              <a:gd name="connsiteY73-6198" fmla="*/ 7551 h 10000"/>
              <a:gd name="connsiteX74-6199" fmla="*/ 3038 w 9289"/>
              <a:gd name="connsiteY74-6200" fmla="*/ 7644 h 10000"/>
              <a:gd name="connsiteX75-6201" fmla="*/ 3209 w 9289"/>
              <a:gd name="connsiteY75-6202" fmla="*/ 7644 h 10000"/>
              <a:gd name="connsiteX76-6203" fmla="*/ 3375 w 9289"/>
              <a:gd name="connsiteY76-6204" fmla="*/ 7644 h 10000"/>
              <a:gd name="connsiteX77-6205" fmla="*/ 3579 w 9289"/>
              <a:gd name="connsiteY77-6206" fmla="*/ 7644 h 10000"/>
              <a:gd name="connsiteX78-6207" fmla="*/ 3747 w 9289"/>
              <a:gd name="connsiteY78-6208" fmla="*/ 7551 h 10000"/>
              <a:gd name="connsiteX79-6209" fmla="*/ 3920 w 9289"/>
              <a:gd name="connsiteY79-6210" fmla="*/ 7440 h 10000"/>
              <a:gd name="connsiteX80-6211" fmla="*/ 3920 w 9289"/>
              <a:gd name="connsiteY80-6212" fmla="*/ 7347 h 10000"/>
              <a:gd name="connsiteX81-6213" fmla="*/ 4121 w 9289"/>
              <a:gd name="connsiteY81-6214" fmla="*/ 7254 h 10000"/>
              <a:gd name="connsiteX82-6215" fmla="*/ 4287 w 9289"/>
              <a:gd name="connsiteY82-6216" fmla="*/ 7050 h 10000"/>
              <a:gd name="connsiteX83-6217" fmla="*/ 4287 w 9289"/>
              <a:gd name="connsiteY83-6218" fmla="*/ 6865 h 10000"/>
              <a:gd name="connsiteX84-6219" fmla="*/ 4457 w 9289"/>
              <a:gd name="connsiteY84-6220" fmla="*/ 6660 h 10000"/>
              <a:gd name="connsiteX85-6221" fmla="*/ 4626 w 9289"/>
              <a:gd name="connsiteY85-6222" fmla="*/ 6364 h 10000"/>
              <a:gd name="connsiteX86-6223" fmla="*/ 4828 w 9289"/>
              <a:gd name="connsiteY86-6224" fmla="*/ 6067 h 10000"/>
              <a:gd name="connsiteX87-6225" fmla="*/ 4828 w 9289"/>
              <a:gd name="connsiteY87-6226" fmla="*/ 5677 h 10000"/>
              <a:gd name="connsiteX88-6227" fmla="*/ 5168 w 9289"/>
              <a:gd name="connsiteY88-6228" fmla="*/ 4991 h 10000"/>
              <a:gd name="connsiteX89-6229" fmla="*/ 5376 w 9289"/>
              <a:gd name="connsiteY89-6230" fmla="*/ 4212 h 10000"/>
              <a:gd name="connsiteX90-6231" fmla="*/ 5376 w 9289"/>
              <a:gd name="connsiteY90-6232" fmla="*/ 3525 h 10000"/>
              <a:gd name="connsiteX91-6233" fmla="*/ 5541 w 9289"/>
              <a:gd name="connsiteY91-6234" fmla="*/ 2839 h 10000"/>
              <a:gd name="connsiteX92-6235" fmla="*/ 5541 w 9289"/>
              <a:gd name="connsiteY92-6236" fmla="*/ 2542 h 10000"/>
              <a:gd name="connsiteX93-6237" fmla="*/ 5541 w 9289"/>
              <a:gd name="connsiteY93-6238" fmla="*/ 2263 h 10000"/>
              <a:gd name="connsiteX94-6239" fmla="*/ 5541 w 9289"/>
              <a:gd name="connsiteY94-6240" fmla="*/ 2059 h 10000"/>
              <a:gd name="connsiteX95-6241" fmla="*/ 5541 w 9289"/>
              <a:gd name="connsiteY95-6242" fmla="*/ 1855 h 10000"/>
              <a:gd name="connsiteX96-6243" fmla="*/ 5541 w 9289"/>
              <a:gd name="connsiteY96-6244" fmla="*/ 1670 h 10000"/>
              <a:gd name="connsiteX97-6245" fmla="*/ 5541 w 9289"/>
              <a:gd name="connsiteY97-6246" fmla="*/ 1577 h 10000"/>
              <a:gd name="connsiteX98-6247" fmla="*/ 5376 w 9289"/>
              <a:gd name="connsiteY98-6248" fmla="*/ 1466 h 10000"/>
              <a:gd name="connsiteX99-6249" fmla="*/ 5376 w 9289"/>
              <a:gd name="connsiteY99-6250" fmla="*/ 1373 h 10000"/>
              <a:gd name="connsiteX100-6251" fmla="*/ 5376 w 9289"/>
              <a:gd name="connsiteY100-6252" fmla="*/ 1280 h 10000"/>
              <a:gd name="connsiteX101-6253" fmla="*/ 5168 w 9289"/>
              <a:gd name="connsiteY101-6254" fmla="*/ 1280 h 10000"/>
              <a:gd name="connsiteX102-6255" fmla="*/ 5004 w 9289"/>
              <a:gd name="connsiteY102-6256" fmla="*/ 1169 h 10000"/>
              <a:gd name="connsiteX103-6257" fmla="*/ 5004 w 9289"/>
              <a:gd name="connsiteY103-6258" fmla="*/ 1169 h 10000"/>
              <a:gd name="connsiteX104-6259" fmla="*/ 4626 w 9289"/>
              <a:gd name="connsiteY104-6260" fmla="*/ 1169 h 10000"/>
              <a:gd name="connsiteX105-6261" fmla="*/ 4457 w 9289"/>
              <a:gd name="connsiteY105-6262" fmla="*/ 1169 h 10000"/>
              <a:gd name="connsiteX106-6263" fmla="*/ 4287 w 9289"/>
              <a:gd name="connsiteY106-6264" fmla="*/ 1169 h 10000"/>
              <a:gd name="connsiteX107-6265" fmla="*/ 3920 w 9289"/>
              <a:gd name="connsiteY107-6266" fmla="*/ 1169 h 10000"/>
              <a:gd name="connsiteX108-6267" fmla="*/ 3579 w 9289"/>
              <a:gd name="connsiteY108-6268" fmla="*/ 1169 h 10000"/>
              <a:gd name="connsiteX109-6269" fmla="*/ 3038 w 9289"/>
              <a:gd name="connsiteY109-6270" fmla="*/ 1169 h 10000"/>
              <a:gd name="connsiteX110-6271" fmla="*/ 2667 w 9289"/>
              <a:gd name="connsiteY110-6272" fmla="*/ 1169 h 10000"/>
              <a:gd name="connsiteX111-6273" fmla="*/ 2127 w 9289"/>
              <a:gd name="connsiteY111-6274" fmla="*/ 1169 h 10000"/>
              <a:gd name="connsiteX112-6275" fmla="*/ 1419 w 9289"/>
              <a:gd name="connsiteY112-6276" fmla="*/ 1169 h 10000"/>
              <a:gd name="connsiteX113-6277" fmla="*/ 711 w 9289"/>
              <a:gd name="connsiteY113-6278" fmla="*/ 1280 h 10000"/>
              <a:gd name="connsiteX114-6279" fmla="*/ 0 w 9289"/>
              <a:gd name="connsiteY114-6280" fmla="*/ 1280 h 10000"/>
              <a:gd name="connsiteX115-6281" fmla="*/ 0 w 9289"/>
              <a:gd name="connsiteY115-6282" fmla="*/ 686 h 10000"/>
              <a:gd name="connsiteX116-6283" fmla="*/ 540 w 9289"/>
              <a:gd name="connsiteY116-6284" fmla="*/ 686 h 10000"/>
              <a:gd name="connsiteX117-6285" fmla="*/ 1419 w 9289"/>
              <a:gd name="connsiteY117-6286" fmla="*/ 594 h 10000"/>
              <a:gd name="connsiteX118-6287" fmla="*/ 2330 w 9289"/>
              <a:gd name="connsiteY118-6288" fmla="*/ 594 h 10000"/>
              <a:gd name="connsiteX119-6289" fmla="*/ 3038 w 9289"/>
              <a:gd name="connsiteY119-6290" fmla="*/ 482 h 10000"/>
              <a:gd name="connsiteX120-6291" fmla="*/ 3747 w 9289"/>
              <a:gd name="connsiteY120-6292" fmla="*/ 482 h 10000"/>
              <a:gd name="connsiteX121-6293" fmla="*/ 4121 w 9289"/>
              <a:gd name="connsiteY121-6294" fmla="*/ 390 h 10000"/>
              <a:gd name="connsiteX122-6295" fmla="*/ 4457 w 9289"/>
              <a:gd name="connsiteY122-6296" fmla="*/ 297 h 10000"/>
              <a:gd name="connsiteX123-6297" fmla="*/ 4828 w 9289"/>
              <a:gd name="connsiteY123-6298" fmla="*/ 297 h 10000"/>
              <a:gd name="connsiteX124-6299" fmla="*/ 4828 w 9289"/>
              <a:gd name="connsiteY124-6300" fmla="*/ 204 h 10000"/>
              <a:gd name="connsiteX125-6301" fmla="*/ 4828 w 9289"/>
              <a:gd name="connsiteY125-6302" fmla="*/ 204 h 10000"/>
              <a:gd name="connsiteX0-6303" fmla="*/ 5198 w 10000"/>
              <a:gd name="connsiteY0-6304" fmla="*/ 204 h 10000"/>
              <a:gd name="connsiteX1-6305" fmla="*/ 5387 w 10000"/>
              <a:gd name="connsiteY1-6306" fmla="*/ 93 h 10000"/>
              <a:gd name="connsiteX2-6307" fmla="*/ 5787 w 10000"/>
              <a:gd name="connsiteY2-6308" fmla="*/ 93 h 10000"/>
              <a:gd name="connsiteX3-6309" fmla="*/ 5965 w 10000"/>
              <a:gd name="connsiteY3-6310" fmla="*/ 0 h 10000"/>
              <a:gd name="connsiteX4-6311" fmla="*/ 6144 w 10000"/>
              <a:gd name="connsiteY4-6312" fmla="*/ 0 h 10000"/>
              <a:gd name="connsiteX5-6313" fmla="*/ 6545 w 10000"/>
              <a:gd name="connsiteY5-6314" fmla="*/ 93 h 10000"/>
              <a:gd name="connsiteX6-6315" fmla="*/ 7128 w 10000"/>
              <a:gd name="connsiteY6-6316" fmla="*/ 204 h 10000"/>
              <a:gd name="connsiteX7-6317" fmla="*/ 7308 w 10000"/>
              <a:gd name="connsiteY7-6318" fmla="*/ 297 h 10000"/>
              <a:gd name="connsiteX8-6319" fmla="*/ 7671 w 10000"/>
              <a:gd name="connsiteY8-6320" fmla="*/ 482 h 10000"/>
              <a:gd name="connsiteX9-6321" fmla="*/ 7886 w 10000"/>
              <a:gd name="connsiteY9-6322" fmla="*/ 594 h 10000"/>
              <a:gd name="connsiteX10-6323" fmla="*/ 8258 w 10000"/>
              <a:gd name="connsiteY10-6324" fmla="*/ 686 h 10000"/>
              <a:gd name="connsiteX11-6325" fmla="*/ 8655 w 10000"/>
              <a:gd name="connsiteY11-6326" fmla="*/ 891 h 10000"/>
              <a:gd name="connsiteX12-6327" fmla="*/ 9016 w 10000"/>
              <a:gd name="connsiteY12-6328" fmla="*/ 983 h 10000"/>
              <a:gd name="connsiteX13-6329" fmla="*/ 9236 w 10000"/>
              <a:gd name="connsiteY13-6330" fmla="*/ 1169 h 10000"/>
              <a:gd name="connsiteX14-6331" fmla="*/ 9601 w 10000"/>
              <a:gd name="connsiteY14-6332" fmla="*/ 1280 h 10000"/>
              <a:gd name="connsiteX15-6333" fmla="*/ 9781 w 10000"/>
              <a:gd name="connsiteY15-6334" fmla="*/ 1373 h 10000"/>
              <a:gd name="connsiteX16-6335" fmla="*/ 9781 w 10000"/>
              <a:gd name="connsiteY16-6336" fmla="*/ 1466 h 10000"/>
              <a:gd name="connsiteX17-6337" fmla="*/ 10000 w 10000"/>
              <a:gd name="connsiteY17-6338" fmla="*/ 1466 h 10000"/>
              <a:gd name="connsiteX18-6339" fmla="*/ 10000 w 10000"/>
              <a:gd name="connsiteY18-6340" fmla="*/ 1577 h 10000"/>
              <a:gd name="connsiteX19-6341" fmla="*/ 10000 w 10000"/>
              <a:gd name="connsiteY19-6342" fmla="*/ 1670 h 10000"/>
              <a:gd name="connsiteX20-6343" fmla="*/ 9781 w 10000"/>
              <a:gd name="connsiteY20-6344" fmla="*/ 1763 h 10000"/>
              <a:gd name="connsiteX21-6345" fmla="*/ 9601 w 10000"/>
              <a:gd name="connsiteY21-6346" fmla="*/ 1763 h 10000"/>
              <a:gd name="connsiteX22-6347" fmla="*/ 9419 w 10000"/>
              <a:gd name="connsiteY22-6348" fmla="*/ 1855 h 10000"/>
              <a:gd name="connsiteX23-6349" fmla="*/ 9236 w 10000"/>
              <a:gd name="connsiteY23-6350" fmla="*/ 1855 h 10000"/>
              <a:gd name="connsiteX24-6351" fmla="*/ 9236 w 10000"/>
              <a:gd name="connsiteY24-6352" fmla="*/ 1967 h 10000"/>
              <a:gd name="connsiteX25-6353" fmla="*/ 9016 w 10000"/>
              <a:gd name="connsiteY25-6354" fmla="*/ 2059 h 10000"/>
              <a:gd name="connsiteX26-6355" fmla="*/ 8837 w 10000"/>
              <a:gd name="connsiteY26-6356" fmla="*/ 2263 h 10000"/>
              <a:gd name="connsiteX27-6357" fmla="*/ 8837 w 10000"/>
              <a:gd name="connsiteY27-6358" fmla="*/ 2449 h 10000"/>
              <a:gd name="connsiteX28-6359" fmla="*/ 8655 w 10000"/>
              <a:gd name="connsiteY28-6360" fmla="*/ 2653 h 10000"/>
              <a:gd name="connsiteX29-6361" fmla="*/ 8655 w 10000"/>
              <a:gd name="connsiteY29-6362" fmla="*/ 2950 h 10000"/>
              <a:gd name="connsiteX30-6363" fmla="*/ 8655 w 10000"/>
              <a:gd name="connsiteY30-6364" fmla="*/ 3135 h 10000"/>
              <a:gd name="connsiteX31-6365" fmla="*/ 8435 w 10000"/>
              <a:gd name="connsiteY31-6366" fmla="*/ 3432 h 10000"/>
              <a:gd name="connsiteX32-6367" fmla="*/ 8435 w 10000"/>
              <a:gd name="connsiteY32-6368" fmla="*/ 3822 h 10000"/>
              <a:gd name="connsiteX33-6369" fmla="*/ 8258 w 10000"/>
              <a:gd name="connsiteY33-6370" fmla="*/ 4119 h 10000"/>
              <a:gd name="connsiteX34-6371" fmla="*/ 8073 w 10000"/>
              <a:gd name="connsiteY34-6372" fmla="*/ 4508 h 10000"/>
              <a:gd name="connsiteX35-6373" fmla="*/ 7886 w 10000"/>
              <a:gd name="connsiteY35-6374" fmla="*/ 4898 h 10000"/>
              <a:gd name="connsiteX36-6375" fmla="*/ 7671 w 10000"/>
              <a:gd name="connsiteY36-6376" fmla="*/ 5288 h 10000"/>
              <a:gd name="connsiteX37-6377" fmla="*/ 7308 w 10000"/>
              <a:gd name="connsiteY37-6378" fmla="*/ 6178 h 10000"/>
              <a:gd name="connsiteX38-6379" fmla="*/ 7128 w 10000"/>
              <a:gd name="connsiteY38-6380" fmla="*/ 6568 h 10000"/>
              <a:gd name="connsiteX39-6381" fmla="*/ 6912 w 10000"/>
              <a:gd name="connsiteY39-6382" fmla="*/ 6957 h 10000"/>
              <a:gd name="connsiteX40-6383" fmla="*/ 6729 w 10000"/>
              <a:gd name="connsiteY40-6384" fmla="*/ 7347 h 10000"/>
              <a:gd name="connsiteX41-6385" fmla="*/ 6545 w 10000"/>
              <a:gd name="connsiteY41-6386" fmla="*/ 7737 h 10000"/>
              <a:gd name="connsiteX42-6387" fmla="*/ 6326 w 10000"/>
              <a:gd name="connsiteY42-6388" fmla="*/ 8033 h 10000"/>
              <a:gd name="connsiteX43-6389" fmla="*/ 6326 w 10000"/>
              <a:gd name="connsiteY43-6390" fmla="*/ 8237 h 10000"/>
              <a:gd name="connsiteX44-6391" fmla="*/ 6144 w 10000"/>
              <a:gd name="connsiteY44-6392" fmla="*/ 8534 h 10000"/>
              <a:gd name="connsiteX45-6393" fmla="*/ 5965 w 10000"/>
              <a:gd name="connsiteY45-6394" fmla="*/ 8720 h 10000"/>
              <a:gd name="connsiteX46-6395" fmla="*/ 5564 w 10000"/>
              <a:gd name="connsiteY46-6396" fmla="*/ 9017 h 10000"/>
              <a:gd name="connsiteX47-6397" fmla="*/ 5198 w 10000"/>
              <a:gd name="connsiteY47-6398" fmla="*/ 9314 h 10000"/>
              <a:gd name="connsiteX48-6399" fmla="*/ 4798 w 10000"/>
              <a:gd name="connsiteY48-6400" fmla="*/ 9610 h 10000"/>
              <a:gd name="connsiteX49-6401" fmla="*/ 4436 w 10000"/>
              <a:gd name="connsiteY49-6402" fmla="*/ 9703 h 10000"/>
              <a:gd name="connsiteX50-6403" fmla="*/ 4034 w 10000"/>
              <a:gd name="connsiteY50-6404" fmla="*/ 9889 h 10000"/>
              <a:gd name="connsiteX51-6405" fmla="*/ 3633 w 10000"/>
              <a:gd name="connsiteY51-6406" fmla="*/ 10000 h 10000"/>
              <a:gd name="connsiteX52-6407" fmla="*/ 3271 w 10000"/>
              <a:gd name="connsiteY52-6408" fmla="*/ 10000 h 10000"/>
              <a:gd name="connsiteX53-6409" fmla="*/ 2871 w 10000"/>
              <a:gd name="connsiteY53-6410" fmla="*/ 10000 h 10000"/>
              <a:gd name="connsiteX54-6411" fmla="*/ 2871 w 10000"/>
              <a:gd name="connsiteY54-6412" fmla="*/ 9889 h 10000"/>
              <a:gd name="connsiteX55-6413" fmla="*/ 2686 w 10000"/>
              <a:gd name="connsiteY55-6414" fmla="*/ 9889 h 10000"/>
              <a:gd name="connsiteX56-6415" fmla="*/ 2686 w 10000"/>
              <a:gd name="connsiteY56-6416" fmla="*/ 9796 h 10000"/>
              <a:gd name="connsiteX57-6417" fmla="*/ 2686 w 10000"/>
              <a:gd name="connsiteY57-6418" fmla="*/ 9610 h 10000"/>
              <a:gd name="connsiteX58-6419" fmla="*/ 2686 w 10000"/>
              <a:gd name="connsiteY58-6420" fmla="*/ 9499 h 10000"/>
              <a:gd name="connsiteX59-6421" fmla="*/ 2686 w 10000"/>
              <a:gd name="connsiteY59-6422" fmla="*/ 9406 h 10000"/>
              <a:gd name="connsiteX60-6423" fmla="*/ 2686 w 10000"/>
              <a:gd name="connsiteY60-6424" fmla="*/ 9202 h 10000"/>
              <a:gd name="connsiteX61-6425" fmla="*/ 2686 w 10000"/>
              <a:gd name="connsiteY61-6426" fmla="*/ 9017 h 10000"/>
              <a:gd name="connsiteX62-6427" fmla="*/ 2508 w 10000"/>
              <a:gd name="connsiteY62-6428" fmla="*/ 8813 h 10000"/>
              <a:gd name="connsiteX63-6429" fmla="*/ 2290 w 10000"/>
              <a:gd name="connsiteY63-6430" fmla="*/ 8534 h 10000"/>
              <a:gd name="connsiteX64-6431" fmla="*/ 1926 w 10000"/>
              <a:gd name="connsiteY64-6432" fmla="*/ 8126 h 10000"/>
              <a:gd name="connsiteX65-6433" fmla="*/ 1744 w 10000"/>
              <a:gd name="connsiteY65-6434" fmla="*/ 7737 h 10000"/>
              <a:gd name="connsiteX66-6435" fmla="*/ 1163 w 10000"/>
              <a:gd name="connsiteY66-6436" fmla="*/ 7347 h 10000"/>
              <a:gd name="connsiteX67-6437" fmla="*/ 765 w 10000"/>
              <a:gd name="connsiteY67-6438" fmla="*/ 6753 h 10000"/>
              <a:gd name="connsiteX68-6439" fmla="*/ 1163 w 10000"/>
              <a:gd name="connsiteY68-6440" fmla="*/ 6957 h 10000"/>
              <a:gd name="connsiteX69-6441" fmla="*/ 1744 w 10000"/>
              <a:gd name="connsiteY69-6442" fmla="*/ 7161 h 10000"/>
              <a:gd name="connsiteX70-6443" fmla="*/ 2107 w 10000"/>
              <a:gd name="connsiteY70-6444" fmla="*/ 7347 h 10000"/>
              <a:gd name="connsiteX71-6445" fmla="*/ 2508 w 10000"/>
              <a:gd name="connsiteY71-6446" fmla="*/ 7440 h 10000"/>
              <a:gd name="connsiteX72-6447" fmla="*/ 2871 w 10000"/>
              <a:gd name="connsiteY72-6448" fmla="*/ 7551 h 10000"/>
              <a:gd name="connsiteX73-6449" fmla="*/ 3094 w 10000"/>
              <a:gd name="connsiteY73-6450" fmla="*/ 7551 h 10000"/>
              <a:gd name="connsiteX74-6451" fmla="*/ 3271 w 10000"/>
              <a:gd name="connsiteY74-6452" fmla="*/ 7644 h 10000"/>
              <a:gd name="connsiteX75-6453" fmla="*/ 3455 w 10000"/>
              <a:gd name="connsiteY75-6454" fmla="*/ 7644 h 10000"/>
              <a:gd name="connsiteX76-6455" fmla="*/ 3633 w 10000"/>
              <a:gd name="connsiteY76-6456" fmla="*/ 7644 h 10000"/>
              <a:gd name="connsiteX77-6457" fmla="*/ 3853 w 10000"/>
              <a:gd name="connsiteY77-6458" fmla="*/ 7644 h 10000"/>
              <a:gd name="connsiteX78-6459" fmla="*/ 4034 w 10000"/>
              <a:gd name="connsiteY78-6460" fmla="*/ 7551 h 10000"/>
              <a:gd name="connsiteX79-6461" fmla="*/ 4220 w 10000"/>
              <a:gd name="connsiteY79-6462" fmla="*/ 7440 h 10000"/>
              <a:gd name="connsiteX80-6463" fmla="*/ 4220 w 10000"/>
              <a:gd name="connsiteY80-6464" fmla="*/ 7347 h 10000"/>
              <a:gd name="connsiteX81-6465" fmla="*/ 4436 w 10000"/>
              <a:gd name="connsiteY81-6466" fmla="*/ 7254 h 10000"/>
              <a:gd name="connsiteX82-6467" fmla="*/ 4615 w 10000"/>
              <a:gd name="connsiteY82-6468" fmla="*/ 7050 h 10000"/>
              <a:gd name="connsiteX83-6469" fmla="*/ 4615 w 10000"/>
              <a:gd name="connsiteY83-6470" fmla="*/ 6865 h 10000"/>
              <a:gd name="connsiteX84-6471" fmla="*/ 4798 w 10000"/>
              <a:gd name="connsiteY84-6472" fmla="*/ 6660 h 10000"/>
              <a:gd name="connsiteX85-6473" fmla="*/ 4980 w 10000"/>
              <a:gd name="connsiteY85-6474" fmla="*/ 6364 h 10000"/>
              <a:gd name="connsiteX86-6475" fmla="*/ 5198 w 10000"/>
              <a:gd name="connsiteY86-6476" fmla="*/ 6067 h 10000"/>
              <a:gd name="connsiteX87-6477" fmla="*/ 5198 w 10000"/>
              <a:gd name="connsiteY87-6478" fmla="*/ 5677 h 10000"/>
              <a:gd name="connsiteX88-6479" fmla="*/ 5564 w 10000"/>
              <a:gd name="connsiteY88-6480" fmla="*/ 4991 h 10000"/>
              <a:gd name="connsiteX89-6481" fmla="*/ 5787 w 10000"/>
              <a:gd name="connsiteY89-6482" fmla="*/ 4212 h 10000"/>
              <a:gd name="connsiteX90-6483" fmla="*/ 5787 w 10000"/>
              <a:gd name="connsiteY90-6484" fmla="*/ 3525 h 10000"/>
              <a:gd name="connsiteX91-6485" fmla="*/ 5965 w 10000"/>
              <a:gd name="connsiteY91-6486" fmla="*/ 2839 h 10000"/>
              <a:gd name="connsiteX92-6487" fmla="*/ 5965 w 10000"/>
              <a:gd name="connsiteY92-6488" fmla="*/ 2542 h 10000"/>
              <a:gd name="connsiteX93-6489" fmla="*/ 5965 w 10000"/>
              <a:gd name="connsiteY93-6490" fmla="*/ 2263 h 10000"/>
              <a:gd name="connsiteX94-6491" fmla="*/ 5965 w 10000"/>
              <a:gd name="connsiteY94-6492" fmla="*/ 2059 h 10000"/>
              <a:gd name="connsiteX95-6493" fmla="*/ 5965 w 10000"/>
              <a:gd name="connsiteY95-6494" fmla="*/ 1855 h 10000"/>
              <a:gd name="connsiteX96-6495" fmla="*/ 5965 w 10000"/>
              <a:gd name="connsiteY96-6496" fmla="*/ 1670 h 10000"/>
              <a:gd name="connsiteX97-6497" fmla="*/ 5965 w 10000"/>
              <a:gd name="connsiteY97-6498" fmla="*/ 1577 h 10000"/>
              <a:gd name="connsiteX98-6499" fmla="*/ 5787 w 10000"/>
              <a:gd name="connsiteY98-6500" fmla="*/ 1466 h 10000"/>
              <a:gd name="connsiteX99-6501" fmla="*/ 5787 w 10000"/>
              <a:gd name="connsiteY99-6502" fmla="*/ 1373 h 10000"/>
              <a:gd name="connsiteX100-6503" fmla="*/ 5787 w 10000"/>
              <a:gd name="connsiteY100-6504" fmla="*/ 1280 h 10000"/>
              <a:gd name="connsiteX101-6505" fmla="*/ 5564 w 10000"/>
              <a:gd name="connsiteY101-6506" fmla="*/ 1280 h 10000"/>
              <a:gd name="connsiteX102-6507" fmla="*/ 5387 w 10000"/>
              <a:gd name="connsiteY102-6508" fmla="*/ 1169 h 10000"/>
              <a:gd name="connsiteX103-6509" fmla="*/ 5387 w 10000"/>
              <a:gd name="connsiteY103-6510" fmla="*/ 1169 h 10000"/>
              <a:gd name="connsiteX104-6511" fmla="*/ 4980 w 10000"/>
              <a:gd name="connsiteY104-6512" fmla="*/ 1169 h 10000"/>
              <a:gd name="connsiteX105-6513" fmla="*/ 4798 w 10000"/>
              <a:gd name="connsiteY105-6514" fmla="*/ 1169 h 10000"/>
              <a:gd name="connsiteX106-6515" fmla="*/ 4615 w 10000"/>
              <a:gd name="connsiteY106-6516" fmla="*/ 1169 h 10000"/>
              <a:gd name="connsiteX107-6517" fmla="*/ 4220 w 10000"/>
              <a:gd name="connsiteY107-6518" fmla="*/ 1169 h 10000"/>
              <a:gd name="connsiteX108-6519" fmla="*/ 3853 w 10000"/>
              <a:gd name="connsiteY108-6520" fmla="*/ 1169 h 10000"/>
              <a:gd name="connsiteX109-6521" fmla="*/ 3271 w 10000"/>
              <a:gd name="connsiteY109-6522" fmla="*/ 1169 h 10000"/>
              <a:gd name="connsiteX110-6523" fmla="*/ 2871 w 10000"/>
              <a:gd name="connsiteY110-6524" fmla="*/ 1169 h 10000"/>
              <a:gd name="connsiteX111-6525" fmla="*/ 2290 w 10000"/>
              <a:gd name="connsiteY111-6526" fmla="*/ 1169 h 10000"/>
              <a:gd name="connsiteX112-6527" fmla="*/ 1528 w 10000"/>
              <a:gd name="connsiteY112-6528" fmla="*/ 1169 h 10000"/>
              <a:gd name="connsiteX113-6529" fmla="*/ 765 w 10000"/>
              <a:gd name="connsiteY113-6530" fmla="*/ 1280 h 10000"/>
              <a:gd name="connsiteX114-6531" fmla="*/ 0 w 10000"/>
              <a:gd name="connsiteY114-6532" fmla="*/ 686 h 10000"/>
              <a:gd name="connsiteX115-6533" fmla="*/ 581 w 10000"/>
              <a:gd name="connsiteY115-6534" fmla="*/ 686 h 10000"/>
              <a:gd name="connsiteX116-6535" fmla="*/ 1528 w 10000"/>
              <a:gd name="connsiteY116-6536" fmla="*/ 594 h 10000"/>
              <a:gd name="connsiteX117-6537" fmla="*/ 2508 w 10000"/>
              <a:gd name="connsiteY117-6538" fmla="*/ 594 h 10000"/>
              <a:gd name="connsiteX118-6539" fmla="*/ 3271 w 10000"/>
              <a:gd name="connsiteY118-6540" fmla="*/ 482 h 10000"/>
              <a:gd name="connsiteX119-6541" fmla="*/ 4034 w 10000"/>
              <a:gd name="connsiteY119-6542" fmla="*/ 482 h 10000"/>
              <a:gd name="connsiteX120-6543" fmla="*/ 4436 w 10000"/>
              <a:gd name="connsiteY120-6544" fmla="*/ 390 h 10000"/>
              <a:gd name="connsiteX121-6545" fmla="*/ 4798 w 10000"/>
              <a:gd name="connsiteY121-6546" fmla="*/ 297 h 10000"/>
              <a:gd name="connsiteX122-6547" fmla="*/ 5198 w 10000"/>
              <a:gd name="connsiteY122-6548" fmla="*/ 297 h 10000"/>
              <a:gd name="connsiteX123-6549" fmla="*/ 5198 w 10000"/>
              <a:gd name="connsiteY123-6550" fmla="*/ 204 h 10000"/>
              <a:gd name="connsiteX124-6551" fmla="*/ 5198 w 10000"/>
              <a:gd name="connsiteY124-6552" fmla="*/ 204 h 10000"/>
              <a:gd name="connsiteX0-6553" fmla="*/ 5198 w 10000"/>
              <a:gd name="connsiteY0-6554" fmla="*/ 204 h 10000"/>
              <a:gd name="connsiteX1-6555" fmla="*/ 5387 w 10000"/>
              <a:gd name="connsiteY1-6556" fmla="*/ 93 h 10000"/>
              <a:gd name="connsiteX2-6557" fmla="*/ 5787 w 10000"/>
              <a:gd name="connsiteY2-6558" fmla="*/ 93 h 10000"/>
              <a:gd name="connsiteX3-6559" fmla="*/ 5965 w 10000"/>
              <a:gd name="connsiteY3-6560" fmla="*/ 0 h 10000"/>
              <a:gd name="connsiteX4-6561" fmla="*/ 6144 w 10000"/>
              <a:gd name="connsiteY4-6562" fmla="*/ 0 h 10000"/>
              <a:gd name="connsiteX5-6563" fmla="*/ 6545 w 10000"/>
              <a:gd name="connsiteY5-6564" fmla="*/ 93 h 10000"/>
              <a:gd name="connsiteX6-6565" fmla="*/ 7128 w 10000"/>
              <a:gd name="connsiteY6-6566" fmla="*/ 204 h 10000"/>
              <a:gd name="connsiteX7-6567" fmla="*/ 7308 w 10000"/>
              <a:gd name="connsiteY7-6568" fmla="*/ 297 h 10000"/>
              <a:gd name="connsiteX8-6569" fmla="*/ 7671 w 10000"/>
              <a:gd name="connsiteY8-6570" fmla="*/ 482 h 10000"/>
              <a:gd name="connsiteX9-6571" fmla="*/ 7886 w 10000"/>
              <a:gd name="connsiteY9-6572" fmla="*/ 594 h 10000"/>
              <a:gd name="connsiteX10-6573" fmla="*/ 8258 w 10000"/>
              <a:gd name="connsiteY10-6574" fmla="*/ 686 h 10000"/>
              <a:gd name="connsiteX11-6575" fmla="*/ 8655 w 10000"/>
              <a:gd name="connsiteY11-6576" fmla="*/ 891 h 10000"/>
              <a:gd name="connsiteX12-6577" fmla="*/ 9016 w 10000"/>
              <a:gd name="connsiteY12-6578" fmla="*/ 983 h 10000"/>
              <a:gd name="connsiteX13-6579" fmla="*/ 9236 w 10000"/>
              <a:gd name="connsiteY13-6580" fmla="*/ 1169 h 10000"/>
              <a:gd name="connsiteX14-6581" fmla="*/ 9601 w 10000"/>
              <a:gd name="connsiteY14-6582" fmla="*/ 1280 h 10000"/>
              <a:gd name="connsiteX15-6583" fmla="*/ 9781 w 10000"/>
              <a:gd name="connsiteY15-6584" fmla="*/ 1373 h 10000"/>
              <a:gd name="connsiteX16-6585" fmla="*/ 9781 w 10000"/>
              <a:gd name="connsiteY16-6586" fmla="*/ 1466 h 10000"/>
              <a:gd name="connsiteX17-6587" fmla="*/ 10000 w 10000"/>
              <a:gd name="connsiteY17-6588" fmla="*/ 1466 h 10000"/>
              <a:gd name="connsiteX18-6589" fmla="*/ 10000 w 10000"/>
              <a:gd name="connsiteY18-6590" fmla="*/ 1577 h 10000"/>
              <a:gd name="connsiteX19-6591" fmla="*/ 10000 w 10000"/>
              <a:gd name="connsiteY19-6592" fmla="*/ 1670 h 10000"/>
              <a:gd name="connsiteX20-6593" fmla="*/ 9781 w 10000"/>
              <a:gd name="connsiteY20-6594" fmla="*/ 1763 h 10000"/>
              <a:gd name="connsiteX21-6595" fmla="*/ 9601 w 10000"/>
              <a:gd name="connsiteY21-6596" fmla="*/ 1763 h 10000"/>
              <a:gd name="connsiteX22-6597" fmla="*/ 9419 w 10000"/>
              <a:gd name="connsiteY22-6598" fmla="*/ 1855 h 10000"/>
              <a:gd name="connsiteX23-6599" fmla="*/ 9236 w 10000"/>
              <a:gd name="connsiteY23-6600" fmla="*/ 1855 h 10000"/>
              <a:gd name="connsiteX24-6601" fmla="*/ 9236 w 10000"/>
              <a:gd name="connsiteY24-6602" fmla="*/ 1967 h 10000"/>
              <a:gd name="connsiteX25-6603" fmla="*/ 9016 w 10000"/>
              <a:gd name="connsiteY25-6604" fmla="*/ 2059 h 10000"/>
              <a:gd name="connsiteX26-6605" fmla="*/ 8837 w 10000"/>
              <a:gd name="connsiteY26-6606" fmla="*/ 2263 h 10000"/>
              <a:gd name="connsiteX27-6607" fmla="*/ 8837 w 10000"/>
              <a:gd name="connsiteY27-6608" fmla="*/ 2449 h 10000"/>
              <a:gd name="connsiteX28-6609" fmla="*/ 8655 w 10000"/>
              <a:gd name="connsiteY28-6610" fmla="*/ 2653 h 10000"/>
              <a:gd name="connsiteX29-6611" fmla="*/ 8655 w 10000"/>
              <a:gd name="connsiteY29-6612" fmla="*/ 2950 h 10000"/>
              <a:gd name="connsiteX30-6613" fmla="*/ 8655 w 10000"/>
              <a:gd name="connsiteY30-6614" fmla="*/ 3135 h 10000"/>
              <a:gd name="connsiteX31-6615" fmla="*/ 8435 w 10000"/>
              <a:gd name="connsiteY31-6616" fmla="*/ 3432 h 10000"/>
              <a:gd name="connsiteX32-6617" fmla="*/ 8435 w 10000"/>
              <a:gd name="connsiteY32-6618" fmla="*/ 3822 h 10000"/>
              <a:gd name="connsiteX33-6619" fmla="*/ 8258 w 10000"/>
              <a:gd name="connsiteY33-6620" fmla="*/ 4119 h 10000"/>
              <a:gd name="connsiteX34-6621" fmla="*/ 8073 w 10000"/>
              <a:gd name="connsiteY34-6622" fmla="*/ 4508 h 10000"/>
              <a:gd name="connsiteX35-6623" fmla="*/ 7886 w 10000"/>
              <a:gd name="connsiteY35-6624" fmla="*/ 4898 h 10000"/>
              <a:gd name="connsiteX36-6625" fmla="*/ 7671 w 10000"/>
              <a:gd name="connsiteY36-6626" fmla="*/ 5288 h 10000"/>
              <a:gd name="connsiteX37-6627" fmla="*/ 7308 w 10000"/>
              <a:gd name="connsiteY37-6628" fmla="*/ 6178 h 10000"/>
              <a:gd name="connsiteX38-6629" fmla="*/ 7128 w 10000"/>
              <a:gd name="connsiteY38-6630" fmla="*/ 6568 h 10000"/>
              <a:gd name="connsiteX39-6631" fmla="*/ 6912 w 10000"/>
              <a:gd name="connsiteY39-6632" fmla="*/ 6957 h 10000"/>
              <a:gd name="connsiteX40-6633" fmla="*/ 6729 w 10000"/>
              <a:gd name="connsiteY40-6634" fmla="*/ 7347 h 10000"/>
              <a:gd name="connsiteX41-6635" fmla="*/ 6545 w 10000"/>
              <a:gd name="connsiteY41-6636" fmla="*/ 7737 h 10000"/>
              <a:gd name="connsiteX42-6637" fmla="*/ 6326 w 10000"/>
              <a:gd name="connsiteY42-6638" fmla="*/ 8033 h 10000"/>
              <a:gd name="connsiteX43-6639" fmla="*/ 6326 w 10000"/>
              <a:gd name="connsiteY43-6640" fmla="*/ 8237 h 10000"/>
              <a:gd name="connsiteX44-6641" fmla="*/ 6144 w 10000"/>
              <a:gd name="connsiteY44-6642" fmla="*/ 8534 h 10000"/>
              <a:gd name="connsiteX45-6643" fmla="*/ 5965 w 10000"/>
              <a:gd name="connsiteY45-6644" fmla="*/ 8720 h 10000"/>
              <a:gd name="connsiteX46-6645" fmla="*/ 5564 w 10000"/>
              <a:gd name="connsiteY46-6646" fmla="*/ 9017 h 10000"/>
              <a:gd name="connsiteX47-6647" fmla="*/ 5198 w 10000"/>
              <a:gd name="connsiteY47-6648" fmla="*/ 9314 h 10000"/>
              <a:gd name="connsiteX48-6649" fmla="*/ 4798 w 10000"/>
              <a:gd name="connsiteY48-6650" fmla="*/ 9610 h 10000"/>
              <a:gd name="connsiteX49-6651" fmla="*/ 4436 w 10000"/>
              <a:gd name="connsiteY49-6652" fmla="*/ 9703 h 10000"/>
              <a:gd name="connsiteX50-6653" fmla="*/ 4034 w 10000"/>
              <a:gd name="connsiteY50-6654" fmla="*/ 9889 h 10000"/>
              <a:gd name="connsiteX51-6655" fmla="*/ 3633 w 10000"/>
              <a:gd name="connsiteY51-6656" fmla="*/ 10000 h 10000"/>
              <a:gd name="connsiteX52-6657" fmla="*/ 3271 w 10000"/>
              <a:gd name="connsiteY52-6658" fmla="*/ 10000 h 10000"/>
              <a:gd name="connsiteX53-6659" fmla="*/ 2871 w 10000"/>
              <a:gd name="connsiteY53-6660" fmla="*/ 10000 h 10000"/>
              <a:gd name="connsiteX54-6661" fmla="*/ 2871 w 10000"/>
              <a:gd name="connsiteY54-6662" fmla="*/ 9889 h 10000"/>
              <a:gd name="connsiteX55-6663" fmla="*/ 2686 w 10000"/>
              <a:gd name="connsiteY55-6664" fmla="*/ 9889 h 10000"/>
              <a:gd name="connsiteX56-6665" fmla="*/ 2686 w 10000"/>
              <a:gd name="connsiteY56-6666" fmla="*/ 9796 h 10000"/>
              <a:gd name="connsiteX57-6667" fmla="*/ 2686 w 10000"/>
              <a:gd name="connsiteY57-6668" fmla="*/ 9610 h 10000"/>
              <a:gd name="connsiteX58-6669" fmla="*/ 2686 w 10000"/>
              <a:gd name="connsiteY58-6670" fmla="*/ 9499 h 10000"/>
              <a:gd name="connsiteX59-6671" fmla="*/ 2686 w 10000"/>
              <a:gd name="connsiteY59-6672" fmla="*/ 9406 h 10000"/>
              <a:gd name="connsiteX60-6673" fmla="*/ 2686 w 10000"/>
              <a:gd name="connsiteY60-6674" fmla="*/ 9202 h 10000"/>
              <a:gd name="connsiteX61-6675" fmla="*/ 2686 w 10000"/>
              <a:gd name="connsiteY61-6676" fmla="*/ 9017 h 10000"/>
              <a:gd name="connsiteX62-6677" fmla="*/ 2508 w 10000"/>
              <a:gd name="connsiteY62-6678" fmla="*/ 8813 h 10000"/>
              <a:gd name="connsiteX63-6679" fmla="*/ 2290 w 10000"/>
              <a:gd name="connsiteY63-6680" fmla="*/ 8534 h 10000"/>
              <a:gd name="connsiteX64-6681" fmla="*/ 1926 w 10000"/>
              <a:gd name="connsiteY64-6682" fmla="*/ 8126 h 10000"/>
              <a:gd name="connsiteX65-6683" fmla="*/ 1744 w 10000"/>
              <a:gd name="connsiteY65-6684" fmla="*/ 7737 h 10000"/>
              <a:gd name="connsiteX66-6685" fmla="*/ 1163 w 10000"/>
              <a:gd name="connsiteY66-6686" fmla="*/ 7347 h 10000"/>
              <a:gd name="connsiteX67-6687" fmla="*/ 765 w 10000"/>
              <a:gd name="connsiteY67-6688" fmla="*/ 6753 h 10000"/>
              <a:gd name="connsiteX68-6689" fmla="*/ 1163 w 10000"/>
              <a:gd name="connsiteY68-6690" fmla="*/ 6957 h 10000"/>
              <a:gd name="connsiteX69-6691" fmla="*/ 1744 w 10000"/>
              <a:gd name="connsiteY69-6692" fmla="*/ 7161 h 10000"/>
              <a:gd name="connsiteX70-6693" fmla="*/ 2107 w 10000"/>
              <a:gd name="connsiteY70-6694" fmla="*/ 7347 h 10000"/>
              <a:gd name="connsiteX71-6695" fmla="*/ 2508 w 10000"/>
              <a:gd name="connsiteY71-6696" fmla="*/ 7440 h 10000"/>
              <a:gd name="connsiteX72-6697" fmla="*/ 2871 w 10000"/>
              <a:gd name="connsiteY72-6698" fmla="*/ 7551 h 10000"/>
              <a:gd name="connsiteX73-6699" fmla="*/ 3094 w 10000"/>
              <a:gd name="connsiteY73-6700" fmla="*/ 7551 h 10000"/>
              <a:gd name="connsiteX74-6701" fmla="*/ 3271 w 10000"/>
              <a:gd name="connsiteY74-6702" fmla="*/ 7644 h 10000"/>
              <a:gd name="connsiteX75-6703" fmla="*/ 3455 w 10000"/>
              <a:gd name="connsiteY75-6704" fmla="*/ 7644 h 10000"/>
              <a:gd name="connsiteX76-6705" fmla="*/ 3633 w 10000"/>
              <a:gd name="connsiteY76-6706" fmla="*/ 7644 h 10000"/>
              <a:gd name="connsiteX77-6707" fmla="*/ 3853 w 10000"/>
              <a:gd name="connsiteY77-6708" fmla="*/ 7644 h 10000"/>
              <a:gd name="connsiteX78-6709" fmla="*/ 4034 w 10000"/>
              <a:gd name="connsiteY78-6710" fmla="*/ 7551 h 10000"/>
              <a:gd name="connsiteX79-6711" fmla="*/ 4220 w 10000"/>
              <a:gd name="connsiteY79-6712" fmla="*/ 7440 h 10000"/>
              <a:gd name="connsiteX80-6713" fmla="*/ 4220 w 10000"/>
              <a:gd name="connsiteY80-6714" fmla="*/ 7347 h 10000"/>
              <a:gd name="connsiteX81-6715" fmla="*/ 4436 w 10000"/>
              <a:gd name="connsiteY81-6716" fmla="*/ 7254 h 10000"/>
              <a:gd name="connsiteX82-6717" fmla="*/ 4615 w 10000"/>
              <a:gd name="connsiteY82-6718" fmla="*/ 7050 h 10000"/>
              <a:gd name="connsiteX83-6719" fmla="*/ 4615 w 10000"/>
              <a:gd name="connsiteY83-6720" fmla="*/ 6865 h 10000"/>
              <a:gd name="connsiteX84-6721" fmla="*/ 4798 w 10000"/>
              <a:gd name="connsiteY84-6722" fmla="*/ 6660 h 10000"/>
              <a:gd name="connsiteX85-6723" fmla="*/ 4980 w 10000"/>
              <a:gd name="connsiteY85-6724" fmla="*/ 6364 h 10000"/>
              <a:gd name="connsiteX86-6725" fmla="*/ 5198 w 10000"/>
              <a:gd name="connsiteY86-6726" fmla="*/ 6067 h 10000"/>
              <a:gd name="connsiteX87-6727" fmla="*/ 5198 w 10000"/>
              <a:gd name="connsiteY87-6728" fmla="*/ 5677 h 10000"/>
              <a:gd name="connsiteX88-6729" fmla="*/ 5564 w 10000"/>
              <a:gd name="connsiteY88-6730" fmla="*/ 4991 h 10000"/>
              <a:gd name="connsiteX89-6731" fmla="*/ 5787 w 10000"/>
              <a:gd name="connsiteY89-6732" fmla="*/ 4212 h 10000"/>
              <a:gd name="connsiteX90-6733" fmla="*/ 5787 w 10000"/>
              <a:gd name="connsiteY90-6734" fmla="*/ 3525 h 10000"/>
              <a:gd name="connsiteX91-6735" fmla="*/ 5965 w 10000"/>
              <a:gd name="connsiteY91-6736" fmla="*/ 2839 h 10000"/>
              <a:gd name="connsiteX92-6737" fmla="*/ 5965 w 10000"/>
              <a:gd name="connsiteY92-6738" fmla="*/ 2542 h 10000"/>
              <a:gd name="connsiteX93-6739" fmla="*/ 5965 w 10000"/>
              <a:gd name="connsiteY93-6740" fmla="*/ 2263 h 10000"/>
              <a:gd name="connsiteX94-6741" fmla="*/ 5965 w 10000"/>
              <a:gd name="connsiteY94-6742" fmla="*/ 2059 h 10000"/>
              <a:gd name="connsiteX95-6743" fmla="*/ 5965 w 10000"/>
              <a:gd name="connsiteY95-6744" fmla="*/ 1855 h 10000"/>
              <a:gd name="connsiteX96-6745" fmla="*/ 5965 w 10000"/>
              <a:gd name="connsiteY96-6746" fmla="*/ 1670 h 10000"/>
              <a:gd name="connsiteX97-6747" fmla="*/ 5965 w 10000"/>
              <a:gd name="connsiteY97-6748" fmla="*/ 1577 h 10000"/>
              <a:gd name="connsiteX98-6749" fmla="*/ 5787 w 10000"/>
              <a:gd name="connsiteY98-6750" fmla="*/ 1466 h 10000"/>
              <a:gd name="connsiteX99-6751" fmla="*/ 5787 w 10000"/>
              <a:gd name="connsiteY99-6752" fmla="*/ 1373 h 10000"/>
              <a:gd name="connsiteX100-6753" fmla="*/ 5787 w 10000"/>
              <a:gd name="connsiteY100-6754" fmla="*/ 1280 h 10000"/>
              <a:gd name="connsiteX101-6755" fmla="*/ 5564 w 10000"/>
              <a:gd name="connsiteY101-6756" fmla="*/ 1280 h 10000"/>
              <a:gd name="connsiteX102-6757" fmla="*/ 5387 w 10000"/>
              <a:gd name="connsiteY102-6758" fmla="*/ 1169 h 10000"/>
              <a:gd name="connsiteX103-6759" fmla="*/ 5387 w 10000"/>
              <a:gd name="connsiteY103-6760" fmla="*/ 1169 h 10000"/>
              <a:gd name="connsiteX104-6761" fmla="*/ 4980 w 10000"/>
              <a:gd name="connsiteY104-6762" fmla="*/ 1169 h 10000"/>
              <a:gd name="connsiteX105-6763" fmla="*/ 4798 w 10000"/>
              <a:gd name="connsiteY105-6764" fmla="*/ 1169 h 10000"/>
              <a:gd name="connsiteX106-6765" fmla="*/ 4615 w 10000"/>
              <a:gd name="connsiteY106-6766" fmla="*/ 1169 h 10000"/>
              <a:gd name="connsiteX107-6767" fmla="*/ 4220 w 10000"/>
              <a:gd name="connsiteY107-6768" fmla="*/ 1169 h 10000"/>
              <a:gd name="connsiteX108-6769" fmla="*/ 3853 w 10000"/>
              <a:gd name="connsiteY108-6770" fmla="*/ 1169 h 10000"/>
              <a:gd name="connsiteX109-6771" fmla="*/ 3271 w 10000"/>
              <a:gd name="connsiteY109-6772" fmla="*/ 1169 h 10000"/>
              <a:gd name="connsiteX110-6773" fmla="*/ 2871 w 10000"/>
              <a:gd name="connsiteY110-6774" fmla="*/ 1169 h 10000"/>
              <a:gd name="connsiteX111-6775" fmla="*/ 2290 w 10000"/>
              <a:gd name="connsiteY111-6776" fmla="*/ 1169 h 10000"/>
              <a:gd name="connsiteX112-6777" fmla="*/ 1528 w 10000"/>
              <a:gd name="connsiteY112-6778" fmla="*/ 1169 h 10000"/>
              <a:gd name="connsiteX113-6779" fmla="*/ 0 w 10000"/>
              <a:gd name="connsiteY113-6780" fmla="*/ 686 h 10000"/>
              <a:gd name="connsiteX114-6781" fmla="*/ 581 w 10000"/>
              <a:gd name="connsiteY114-6782" fmla="*/ 686 h 10000"/>
              <a:gd name="connsiteX115-6783" fmla="*/ 1528 w 10000"/>
              <a:gd name="connsiteY115-6784" fmla="*/ 594 h 10000"/>
              <a:gd name="connsiteX116-6785" fmla="*/ 2508 w 10000"/>
              <a:gd name="connsiteY116-6786" fmla="*/ 594 h 10000"/>
              <a:gd name="connsiteX117-6787" fmla="*/ 3271 w 10000"/>
              <a:gd name="connsiteY117-6788" fmla="*/ 482 h 10000"/>
              <a:gd name="connsiteX118-6789" fmla="*/ 4034 w 10000"/>
              <a:gd name="connsiteY118-6790" fmla="*/ 482 h 10000"/>
              <a:gd name="connsiteX119-6791" fmla="*/ 4436 w 10000"/>
              <a:gd name="connsiteY119-6792" fmla="*/ 390 h 10000"/>
              <a:gd name="connsiteX120-6793" fmla="*/ 4798 w 10000"/>
              <a:gd name="connsiteY120-6794" fmla="*/ 297 h 10000"/>
              <a:gd name="connsiteX121-6795" fmla="*/ 5198 w 10000"/>
              <a:gd name="connsiteY121-6796" fmla="*/ 297 h 10000"/>
              <a:gd name="connsiteX122-6797" fmla="*/ 5198 w 10000"/>
              <a:gd name="connsiteY122-6798" fmla="*/ 204 h 10000"/>
              <a:gd name="connsiteX123-6799" fmla="*/ 5198 w 10000"/>
              <a:gd name="connsiteY123-6800" fmla="*/ 204 h 10000"/>
              <a:gd name="connsiteX0-6801" fmla="*/ 4617 w 9419"/>
              <a:gd name="connsiteY0-6802" fmla="*/ 204 h 10000"/>
              <a:gd name="connsiteX1-6803" fmla="*/ 4806 w 9419"/>
              <a:gd name="connsiteY1-6804" fmla="*/ 93 h 10000"/>
              <a:gd name="connsiteX2-6805" fmla="*/ 5206 w 9419"/>
              <a:gd name="connsiteY2-6806" fmla="*/ 93 h 10000"/>
              <a:gd name="connsiteX3-6807" fmla="*/ 5384 w 9419"/>
              <a:gd name="connsiteY3-6808" fmla="*/ 0 h 10000"/>
              <a:gd name="connsiteX4-6809" fmla="*/ 5563 w 9419"/>
              <a:gd name="connsiteY4-6810" fmla="*/ 0 h 10000"/>
              <a:gd name="connsiteX5-6811" fmla="*/ 5964 w 9419"/>
              <a:gd name="connsiteY5-6812" fmla="*/ 93 h 10000"/>
              <a:gd name="connsiteX6-6813" fmla="*/ 6547 w 9419"/>
              <a:gd name="connsiteY6-6814" fmla="*/ 204 h 10000"/>
              <a:gd name="connsiteX7-6815" fmla="*/ 6727 w 9419"/>
              <a:gd name="connsiteY7-6816" fmla="*/ 297 h 10000"/>
              <a:gd name="connsiteX8-6817" fmla="*/ 7090 w 9419"/>
              <a:gd name="connsiteY8-6818" fmla="*/ 482 h 10000"/>
              <a:gd name="connsiteX9-6819" fmla="*/ 7305 w 9419"/>
              <a:gd name="connsiteY9-6820" fmla="*/ 594 h 10000"/>
              <a:gd name="connsiteX10-6821" fmla="*/ 7677 w 9419"/>
              <a:gd name="connsiteY10-6822" fmla="*/ 686 h 10000"/>
              <a:gd name="connsiteX11-6823" fmla="*/ 8074 w 9419"/>
              <a:gd name="connsiteY11-6824" fmla="*/ 891 h 10000"/>
              <a:gd name="connsiteX12-6825" fmla="*/ 8435 w 9419"/>
              <a:gd name="connsiteY12-6826" fmla="*/ 983 h 10000"/>
              <a:gd name="connsiteX13-6827" fmla="*/ 8655 w 9419"/>
              <a:gd name="connsiteY13-6828" fmla="*/ 1169 h 10000"/>
              <a:gd name="connsiteX14-6829" fmla="*/ 9020 w 9419"/>
              <a:gd name="connsiteY14-6830" fmla="*/ 1280 h 10000"/>
              <a:gd name="connsiteX15-6831" fmla="*/ 9200 w 9419"/>
              <a:gd name="connsiteY15-6832" fmla="*/ 1373 h 10000"/>
              <a:gd name="connsiteX16-6833" fmla="*/ 9200 w 9419"/>
              <a:gd name="connsiteY16-6834" fmla="*/ 1466 h 10000"/>
              <a:gd name="connsiteX17-6835" fmla="*/ 9419 w 9419"/>
              <a:gd name="connsiteY17-6836" fmla="*/ 1466 h 10000"/>
              <a:gd name="connsiteX18-6837" fmla="*/ 9419 w 9419"/>
              <a:gd name="connsiteY18-6838" fmla="*/ 1577 h 10000"/>
              <a:gd name="connsiteX19-6839" fmla="*/ 9419 w 9419"/>
              <a:gd name="connsiteY19-6840" fmla="*/ 1670 h 10000"/>
              <a:gd name="connsiteX20-6841" fmla="*/ 9200 w 9419"/>
              <a:gd name="connsiteY20-6842" fmla="*/ 1763 h 10000"/>
              <a:gd name="connsiteX21-6843" fmla="*/ 9020 w 9419"/>
              <a:gd name="connsiteY21-6844" fmla="*/ 1763 h 10000"/>
              <a:gd name="connsiteX22-6845" fmla="*/ 8838 w 9419"/>
              <a:gd name="connsiteY22-6846" fmla="*/ 1855 h 10000"/>
              <a:gd name="connsiteX23-6847" fmla="*/ 8655 w 9419"/>
              <a:gd name="connsiteY23-6848" fmla="*/ 1855 h 10000"/>
              <a:gd name="connsiteX24-6849" fmla="*/ 8655 w 9419"/>
              <a:gd name="connsiteY24-6850" fmla="*/ 1967 h 10000"/>
              <a:gd name="connsiteX25-6851" fmla="*/ 8435 w 9419"/>
              <a:gd name="connsiteY25-6852" fmla="*/ 2059 h 10000"/>
              <a:gd name="connsiteX26-6853" fmla="*/ 8256 w 9419"/>
              <a:gd name="connsiteY26-6854" fmla="*/ 2263 h 10000"/>
              <a:gd name="connsiteX27-6855" fmla="*/ 8256 w 9419"/>
              <a:gd name="connsiteY27-6856" fmla="*/ 2449 h 10000"/>
              <a:gd name="connsiteX28-6857" fmla="*/ 8074 w 9419"/>
              <a:gd name="connsiteY28-6858" fmla="*/ 2653 h 10000"/>
              <a:gd name="connsiteX29-6859" fmla="*/ 8074 w 9419"/>
              <a:gd name="connsiteY29-6860" fmla="*/ 2950 h 10000"/>
              <a:gd name="connsiteX30-6861" fmla="*/ 8074 w 9419"/>
              <a:gd name="connsiteY30-6862" fmla="*/ 3135 h 10000"/>
              <a:gd name="connsiteX31-6863" fmla="*/ 7854 w 9419"/>
              <a:gd name="connsiteY31-6864" fmla="*/ 3432 h 10000"/>
              <a:gd name="connsiteX32-6865" fmla="*/ 7854 w 9419"/>
              <a:gd name="connsiteY32-6866" fmla="*/ 3822 h 10000"/>
              <a:gd name="connsiteX33-6867" fmla="*/ 7677 w 9419"/>
              <a:gd name="connsiteY33-6868" fmla="*/ 4119 h 10000"/>
              <a:gd name="connsiteX34-6869" fmla="*/ 7492 w 9419"/>
              <a:gd name="connsiteY34-6870" fmla="*/ 4508 h 10000"/>
              <a:gd name="connsiteX35-6871" fmla="*/ 7305 w 9419"/>
              <a:gd name="connsiteY35-6872" fmla="*/ 4898 h 10000"/>
              <a:gd name="connsiteX36-6873" fmla="*/ 7090 w 9419"/>
              <a:gd name="connsiteY36-6874" fmla="*/ 5288 h 10000"/>
              <a:gd name="connsiteX37-6875" fmla="*/ 6727 w 9419"/>
              <a:gd name="connsiteY37-6876" fmla="*/ 6178 h 10000"/>
              <a:gd name="connsiteX38-6877" fmla="*/ 6547 w 9419"/>
              <a:gd name="connsiteY38-6878" fmla="*/ 6568 h 10000"/>
              <a:gd name="connsiteX39-6879" fmla="*/ 6331 w 9419"/>
              <a:gd name="connsiteY39-6880" fmla="*/ 6957 h 10000"/>
              <a:gd name="connsiteX40-6881" fmla="*/ 6148 w 9419"/>
              <a:gd name="connsiteY40-6882" fmla="*/ 7347 h 10000"/>
              <a:gd name="connsiteX41-6883" fmla="*/ 5964 w 9419"/>
              <a:gd name="connsiteY41-6884" fmla="*/ 7737 h 10000"/>
              <a:gd name="connsiteX42-6885" fmla="*/ 5745 w 9419"/>
              <a:gd name="connsiteY42-6886" fmla="*/ 8033 h 10000"/>
              <a:gd name="connsiteX43-6887" fmla="*/ 5745 w 9419"/>
              <a:gd name="connsiteY43-6888" fmla="*/ 8237 h 10000"/>
              <a:gd name="connsiteX44-6889" fmla="*/ 5563 w 9419"/>
              <a:gd name="connsiteY44-6890" fmla="*/ 8534 h 10000"/>
              <a:gd name="connsiteX45-6891" fmla="*/ 5384 w 9419"/>
              <a:gd name="connsiteY45-6892" fmla="*/ 8720 h 10000"/>
              <a:gd name="connsiteX46-6893" fmla="*/ 4983 w 9419"/>
              <a:gd name="connsiteY46-6894" fmla="*/ 9017 h 10000"/>
              <a:gd name="connsiteX47-6895" fmla="*/ 4617 w 9419"/>
              <a:gd name="connsiteY47-6896" fmla="*/ 9314 h 10000"/>
              <a:gd name="connsiteX48-6897" fmla="*/ 4217 w 9419"/>
              <a:gd name="connsiteY48-6898" fmla="*/ 9610 h 10000"/>
              <a:gd name="connsiteX49-6899" fmla="*/ 3855 w 9419"/>
              <a:gd name="connsiteY49-6900" fmla="*/ 9703 h 10000"/>
              <a:gd name="connsiteX50-6901" fmla="*/ 3453 w 9419"/>
              <a:gd name="connsiteY50-6902" fmla="*/ 9889 h 10000"/>
              <a:gd name="connsiteX51-6903" fmla="*/ 3052 w 9419"/>
              <a:gd name="connsiteY51-6904" fmla="*/ 10000 h 10000"/>
              <a:gd name="connsiteX52-6905" fmla="*/ 2690 w 9419"/>
              <a:gd name="connsiteY52-6906" fmla="*/ 10000 h 10000"/>
              <a:gd name="connsiteX53-6907" fmla="*/ 2290 w 9419"/>
              <a:gd name="connsiteY53-6908" fmla="*/ 10000 h 10000"/>
              <a:gd name="connsiteX54-6909" fmla="*/ 2290 w 9419"/>
              <a:gd name="connsiteY54-6910" fmla="*/ 9889 h 10000"/>
              <a:gd name="connsiteX55-6911" fmla="*/ 2105 w 9419"/>
              <a:gd name="connsiteY55-6912" fmla="*/ 9889 h 10000"/>
              <a:gd name="connsiteX56-6913" fmla="*/ 2105 w 9419"/>
              <a:gd name="connsiteY56-6914" fmla="*/ 9796 h 10000"/>
              <a:gd name="connsiteX57-6915" fmla="*/ 2105 w 9419"/>
              <a:gd name="connsiteY57-6916" fmla="*/ 9610 h 10000"/>
              <a:gd name="connsiteX58-6917" fmla="*/ 2105 w 9419"/>
              <a:gd name="connsiteY58-6918" fmla="*/ 9499 h 10000"/>
              <a:gd name="connsiteX59-6919" fmla="*/ 2105 w 9419"/>
              <a:gd name="connsiteY59-6920" fmla="*/ 9406 h 10000"/>
              <a:gd name="connsiteX60-6921" fmla="*/ 2105 w 9419"/>
              <a:gd name="connsiteY60-6922" fmla="*/ 9202 h 10000"/>
              <a:gd name="connsiteX61-6923" fmla="*/ 2105 w 9419"/>
              <a:gd name="connsiteY61-6924" fmla="*/ 9017 h 10000"/>
              <a:gd name="connsiteX62-6925" fmla="*/ 1927 w 9419"/>
              <a:gd name="connsiteY62-6926" fmla="*/ 8813 h 10000"/>
              <a:gd name="connsiteX63-6927" fmla="*/ 1709 w 9419"/>
              <a:gd name="connsiteY63-6928" fmla="*/ 8534 h 10000"/>
              <a:gd name="connsiteX64-6929" fmla="*/ 1345 w 9419"/>
              <a:gd name="connsiteY64-6930" fmla="*/ 8126 h 10000"/>
              <a:gd name="connsiteX65-6931" fmla="*/ 1163 w 9419"/>
              <a:gd name="connsiteY65-6932" fmla="*/ 7737 h 10000"/>
              <a:gd name="connsiteX66-6933" fmla="*/ 582 w 9419"/>
              <a:gd name="connsiteY66-6934" fmla="*/ 7347 h 10000"/>
              <a:gd name="connsiteX67-6935" fmla="*/ 184 w 9419"/>
              <a:gd name="connsiteY67-6936" fmla="*/ 6753 h 10000"/>
              <a:gd name="connsiteX68-6937" fmla="*/ 582 w 9419"/>
              <a:gd name="connsiteY68-6938" fmla="*/ 6957 h 10000"/>
              <a:gd name="connsiteX69-6939" fmla="*/ 1163 w 9419"/>
              <a:gd name="connsiteY69-6940" fmla="*/ 7161 h 10000"/>
              <a:gd name="connsiteX70-6941" fmla="*/ 1526 w 9419"/>
              <a:gd name="connsiteY70-6942" fmla="*/ 7347 h 10000"/>
              <a:gd name="connsiteX71-6943" fmla="*/ 1927 w 9419"/>
              <a:gd name="connsiteY71-6944" fmla="*/ 7440 h 10000"/>
              <a:gd name="connsiteX72-6945" fmla="*/ 2290 w 9419"/>
              <a:gd name="connsiteY72-6946" fmla="*/ 7551 h 10000"/>
              <a:gd name="connsiteX73-6947" fmla="*/ 2513 w 9419"/>
              <a:gd name="connsiteY73-6948" fmla="*/ 7551 h 10000"/>
              <a:gd name="connsiteX74-6949" fmla="*/ 2690 w 9419"/>
              <a:gd name="connsiteY74-6950" fmla="*/ 7644 h 10000"/>
              <a:gd name="connsiteX75-6951" fmla="*/ 2874 w 9419"/>
              <a:gd name="connsiteY75-6952" fmla="*/ 7644 h 10000"/>
              <a:gd name="connsiteX76-6953" fmla="*/ 3052 w 9419"/>
              <a:gd name="connsiteY76-6954" fmla="*/ 7644 h 10000"/>
              <a:gd name="connsiteX77-6955" fmla="*/ 3272 w 9419"/>
              <a:gd name="connsiteY77-6956" fmla="*/ 7644 h 10000"/>
              <a:gd name="connsiteX78-6957" fmla="*/ 3453 w 9419"/>
              <a:gd name="connsiteY78-6958" fmla="*/ 7551 h 10000"/>
              <a:gd name="connsiteX79-6959" fmla="*/ 3639 w 9419"/>
              <a:gd name="connsiteY79-6960" fmla="*/ 7440 h 10000"/>
              <a:gd name="connsiteX80-6961" fmla="*/ 3639 w 9419"/>
              <a:gd name="connsiteY80-6962" fmla="*/ 7347 h 10000"/>
              <a:gd name="connsiteX81-6963" fmla="*/ 3855 w 9419"/>
              <a:gd name="connsiteY81-6964" fmla="*/ 7254 h 10000"/>
              <a:gd name="connsiteX82-6965" fmla="*/ 4034 w 9419"/>
              <a:gd name="connsiteY82-6966" fmla="*/ 7050 h 10000"/>
              <a:gd name="connsiteX83-6967" fmla="*/ 4034 w 9419"/>
              <a:gd name="connsiteY83-6968" fmla="*/ 6865 h 10000"/>
              <a:gd name="connsiteX84-6969" fmla="*/ 4217 w 9419"/>
              <a:gd name="connsiteY84-6970" fmla="*/ 6660 h 10000"/>
              <a:gd name="connsiteX85-6971" fmla="*/ 4399 w 9419"/>
              <a:gd name="connsiteY85-6972" fmla="*/ 6364 h 10000"/>
              <a:gd name="connsiteX86-6973" fmla="*/ 4617 w 9419"/>
              <a:gd name="connsiteY86-6974" fmla="*/ 6067 h 10000"/>
              <a:gd name="connsiteX87-6975" fmla="*/ 4617 w 9419"/>
              <a:gd name="connsiteY87-6976" fmla="*/ 5677 h 10000"/>
              <a:gd name="connsiteX88-6977" fmla="*/ 4983 w 9419"/>
              <a:gd name="connsiteY88-6978" fmla="*/ 4991 h 10000"/>
              <a:gd name="connsiteX89-6979" fmla="*/ 5206 w 9419"/>
              <a:gd name="connsiteY89-6980" fmla="*/ 4212 h 10000"/>
              <a:gd name="connsiteX90-6981" fmla="*/ 5206 w 9419"/>
              <a:gd name="connsiteY90-6982" fmla="*/ 3525 h 10000"/>
              <a:gd name="connsiteX91-6983" fmla="*/ 5384 w 9419"/>
              <a:gd name="connsiteY91-6984" fmla="*/ 2839 h 10000"/>
              <a:gd name="connsiteX92-6985" fmla="*/ 5384 w 9419"/>
              <a:gd name="connsiteY92-6986" fmla="*/ 2542 h 10000"/>
              <a:gd name="connsiteX93-6987" fmla="*/ 5384 w 9419"/>
              <a:gd name="connsiteY93-6988" fmla="*/ 2263 h 10000"/>
              <a:gd name="connsiteX94-6989" fmla="*/ 5384 w 9419"/>
              <a:gd name="connsiteY94-6990" fmla="*/ 2059 h 10000"/>
              <a:gd name="connsiteX95-6991" fmla="*/ 5384 w 9419"/>
              <a:gd name="connsiteY95-6992" fmla="*/ 1855 h 10000"/>
              <a:gd name="connsiteX96-6993" fmla="*/ 5384 w 9419"/>
              <a:gd name="connsiteY96-6994" fmla="*/ 1670 h 10000"/>
              <a:gd name="connsiteX97-6995" fmla="*/ 5384 w 9419"/>
              <a:gd name="connsiteY97-6996" fmla="*/ 1577 h 10000"/>
              <a:gd name="connsiteX98-6997" fmla="*/ 5206 w 9419"/>
              <a:gd name="connsiteY98-6998" fmla="*/ 1466 h 10000"/>
              <a:gd name="connsiteX99-6999" fmla="*/ 5206 w 9419"/>
              <a:gd name="connsiteY99-7000" fmla="*/ 1373 h 10000"/>
              <a:gd name="connsiteX100-7001" fmla="*/ 5206 w 9419"/>
              <a:gd name="connsiteY100-7002" fmla="*/ 1280 h 10000"/>
              <a:gd name="connsiteX101-7003" fmla="*/ 4983 w 9419"/>
              <a:gd name="connsiteY101-7004" fmla="*/ 1280 h 10000"/>
              <a:gd name="connsiteX102-7005" fmla="*/ 4806 w 9419"/>
              <a:gd name="connsiteY102-7006" fmla="*/ 1169 h 10000"/>
              <a:gd name="connsiteX103-7007" fmla="*/ 4806 w 9419"/>
              <a:gd name="connsiteY103-7008" fmla="*/ 1169 h 10000"/>
              <a:gd name="connsiteX104-7009" fmla="*/ 4399 w 9419"/>
              <a:gd name="connsiteY104-7010" fmla="*/ 1169 h 10000"/>
              <a:gd name="connsiteX105-7011" fmla="*/ 4217 w 9419"/>
              <a:gd name="connsiteY105-7012" fmla="*/ 1169 h 10000"/>
              <a:gd name="connsiteX106-7013" fmla="*/ 4034 w 9419"/>
              <a:gd name="connsiteY106-7014" fmla="*/ 1169 h 10000"/>
              <a:gd name="connsiteX107-7015" fmla="*/ 3639 w 9419"/>
              <a:gd name="connsiteY107-7016" fmla="*/ 1169 h 10000"/>
              <a:gd name="connsiteX108-7017" fmla="*/ 3272 w 9419"/>
              <a:gd name="connsiteY108-7018" fmla="*/ 1169 h 10000"/>
              <a:gd name="connsiteX109-7019" fmla="*/ 2690 w 9419"/>
              <a:gd name="connsiteY109-7020" fmla="*/ 1169 h 10000"/>
              <a:gd name="connsiteX110-7021" fmla="*/ 2290 w 9419"/>
              <a:gd name="connsiteY110-7022" fmla="*/ 1169 h 10000"/>
              <a:gd name="connsiteX111-7023" fmla="*/ 1709 w 9419"/>
              <a:gd name="connsiteY111-7024" fmla="*/ 1169 h 10000"/>
              <a:gd name="connsiteX112-7025" fmla="*/ 947 w 9419"/>
              <a:gd name="connsiteY112-7026" fmla="*/ 1169 h 10000"/>
              <a:gd name="connsiteX113-7027" fmla="*/ 0 w 9419"/>
              <a:gd name="connsiteY113-7028" fmla="*/ 686 h 10000"/>
              <a:gd name="connsiteX114-7029" fmla="*/ 947 w 9419"/>
              <a:gd name="connsiteY114-7030" fmla="*/ 594 h 10000"/>
              <a:gd name="connsiteX115-7031" fmla="*/ 1927 w 9419"/>
              <a:gd name="connsiteY115-7032" fmla="*/ 594 h 10000"/>
              <a:gd name="connsiteX116-7033" fmla="*/ 2690 w 9419"/>
              <a:gd name="connsiteY116-7034" fmla="*/ 482 h 10000"/>
              <a:gd name="connsiteX117-7035" fmla="*/ 3453 w 9419"/>
              <a:gd name="connsiteY117-7036" fmla="*/ 482 h 10000"/>
              <a:gd name="connsiteX118-7037" fmla="*/ 3855 w 9419"/>
              <a:gd name="connsiteY118-7038" fmla="*/ 390 h 10000"/>
              <a:gd name="connsiteX119-7039" fmla="*/ 4217 w 9419"/>
              <a:gd name="connsiteY119-7040" fmla="*/ 297 h 10000"/>
              <a:gd name="connsiteX120-7041" fmla="*/ 4617 w 9419"/>
              <a:gd name="connsiteY120-7042" fmla="*/ 297 h 10000"/>
              <a:gd name="connsiteX121-7043" fmla="*/ 4617 w 9419"/>
              <a:gd name="connsiteY121-7044" fmla="*/ 204 h 10000"/>
              <a:gd name="connsiteX122-7045" fmla="*/ 4617 w 9419"/>
              <a:gd name="connsiteY122-7046" fmla="*/ 204 h 10000"/>
              <a:gd name="connsiteX0-7047" fmla="*/ 4707 w 9805"/>
              <a:gd name="connsiteY0-7048" fmla="*/ 204 h 10000"/>
              <a:gd name="connsiteX1-7049" fmla="*/ 4907 w 9805"/>
              <a:gd name="connsiteY1-7050" fmla="*/ 93 h 10000"/>
              <a:gd name="connsiteX2-7051" fmla="*/ 5332 w 9805"/>
              <a:gd name="connsiteY2-7052" fmla="*/ 93 h 10000"/>
              <a:gd name="connsiteX3-7053" fmla="*/ 5521 w 9805"/>
              <a:gd name="connsiteY3-7054" fmla="*/ 0 h 10000"/>
              <a:gd name="connsiteX4-7055" fmla="*/ 5711 w 9805"/>
              <a:gd name="connsiteY4-7056" fmla="*/ 0 h 10000"/>
              <a:gd name="connsiteX5-7057" fmla="*/ 6137 w 9805"/>
              <a:gd name="connsiteY5-7058" fmla="*/ 93 h 10000"/>
              <a:gd name="connsiteX6-7059" fmla="*/ 6756 w 9805"/>
              <a:gd name="connsiteY6-7060" fmla="*/ 204 h 10000"/>
              <a:gd name="connsiteX7-7061" fmla="*/ 6947 w 9805"/>
              <a:gd name="connsiteY7-7062" fmla="*/ 297 h 10000"/>
              <a:gd name="connsiteX8-7063" fmla="*/ 7332 w 9805"/>
              <a:gd name="connsiteY8-7064" fmla="*/ 482 h 10000"/>
              <a:gd name="connsiteX9-7065" fmla="*/ 7561 w 9805"/>
              <a:gd name="connsiteY9-7066" fmla="*/ 594 h 10000"/>
              <a:gd name="connsiteX10-7067" fmla="*/ 7956 w 9805"/>
              <a:gd name="connsiteY10-7068" fmla="*/ 686 h 10000"/>
              <a:gd name="connsiteX11-7069" fmla="*/ 8377 w 9805"/>
              <a:gd name="connsiteY11-7070" fmla="*/ 891 h 10000"/>
              <a:gd name="connsiteX12-7071" fmla="*/ 8760 w 9805"/>
              <a:gd name="connsiteY12-7072" fmla="*/ 983 h 10000"/>
              <a:gd name="connsiteX13-7073" fmla="*/ 8994 w 9805"/>
              <a:gd name="connsiteY13-7074" fmla="*/ 1169 h 10000"/>
              <a:gd name="connsiteX14-7075" fmla="*/ 9381 w 9805"/>
              <a:gd name="connsiteY14-7076" fmla="*/ 1280 h 10000"/>
              <a:gd name="connsiteX15-7077" fmla="*/ 9572 w 9805"/>
              <a:gd name="connsiteY15-7078" fmla="*/ 1373 h 10000"/>
              <a:gd name="connsiteX16-7079" fmla="*/ 9572 w 9805"/>
              <a:gd name="connsiteY16-7080" fmla="*/ 1466 h 10000"/>
              <a:gd name="connsiteX17-7081" fmla="*/ 9805 w 9805"/>
              <a:gd name="connsiteY17-7082" fmla="*/ 1466 h 10000"/>
              <a:gd name="connsiteX18-7083" fmla="*/ 9805 w 9805"/>
              <a:gd name="connsiteY18-7084" fmla="*/ 1577 h 10000"/>
              <a:gd name="connsiteX19-7085" fmla="*/ 9805 w 9805"/>
              <a:gd name="connsiteY19-7086" fmla="*/ 1670 h 10000"/>
              <a:gd name="connsiteX20-7087" fmla="*/ 9572 w 9805"/>
              <a:gd name="connsiteY20-7088" fmla="*/ 1763 h 10000"/>
              <a:gd name="connsiteX21-7089" fmla="*/ 9381 w 9805"/>
              <a:gd name="connsiteY21-7090" fmla="*/ 1763 h 10000"/>
              <a:gd name="connsiteX22-7091" fmla="*/ 9188 w 9805"/>
              <a:gd name="connsiteY22-7092" fmla="*/ 1855 h 10000"/>
              <a:gd name="connsiteX23-7093" fmla="*/ 8994 w 9805"/>
              <a:gd name="connsiteY23-7094" fmla="*/ 1855 h 10000"/>
              <a:gd name="connsiteX24-7095" fmla="*/ 8994 w 9805"/>
              <a:gd name="connsiteY24-7096" fmla="*/ 1967 h 10000"/>
              <a:gd name="connsiteX25-7097" fmla="*/ 8760 w 9805"/>
              <a:gd name="connsiteY25-7098" fmla="*/ 2059 h 10000"/>
              <a:gd name="connsiteX26-7099" fmla="*/ 8570 w 9805"/>
              <a:gd name="connsiteY26-7100" fmla="*/ 2263 h 10000"/>
              <a:gd name="connsiteX27-7101" fmla="*/ 8570 w 9805"/>
              <a:gd name="connsiteY27-7102" fmla="*/ 2449 h 10000"/>
              <a:gd name="connsiteX28-7103" fmla="*/ 8377 w 9805"/>
              <a:gd name="connsiteY28-7104" fmla="*/ 2653 h 10000"/>
              <a:gd name="connsiteX29-7105" fmla="*/ 8377 w 9805"/>
              <a:gd name="connsiteY29-7106" fmla="*/ 2950 h 10000"/>
              <a:gd name="connsiteX30-7107" fmla="*/ 8377 w 9805"/>
              <a:gd name="connsiteY30-7108" fmla="*/ 3135 h 10000"/>
              <a:gd name="connsiteX31-7109" fmla="*/ 8143 w 9805"/>
              <a:gd name="connsiteY31-7110" fmla="*/ 3432 h 10000"/>
              <a:gd name="connsiteX32-7111" fmla="*/ 8143 w 9805"/>
              <a:gd name="connsiteY32-7112" fmla="*/ 3822 h 10000"/>
              <a:gd name="connsiteX33-7113" fmla="*/ 7956 w 9805"/>
              <a:gd name="connsiteY33-7114" fmla="*/ 4119 h 10000"/>
              <a:gd name="connsiteX34-7115" fmla="*/ 7759 w 9805"/>
              <a:gd name="connsiteY34-7116" fmla="*/ 4508 h 10000"/>
              <a:gd name="connsiteX35-7117" fmla="*/ 7561 w 9805"/>
              <a:gd name="connsiteY35-7118" fmla="*/ 4898 h 10000"/>
              <a:gd name="connsiteX36-7119" fmla="*/ 7332 w 9805"/>
              <a:gd name="connsiteY36-7120" fmla="*/ 5288 h 10000"/>
              <a:gd name="connsiteX37-7121" fmla="*/ 6947 w 9805"/>
              <a:gd name="connsiteY37-7122" fmla="*/ 6178 h 10000"/>
              <a:gd name="connsiteX38-7123" fmla="*/ 6756 w 9805"/>
              <a:gd name="connsiteY38-7124" fmla="*/ 6568 h 10000"/>
              <a:gd name="connsiteX39-7125" fmla="*/ 6527 w 9805"/>
              <a:gd name="connsiteY39-7126" fmla="*/ 6957 h 10000"/>
              <a:gd name="connsiteX40-7127" fmla="*/ 6332 w 9805"/>
              <a:gd name="connsiteY40-7128" fmla="*/ 7347 h 10000"/>
              <a:gd name="connsiteX41-7129" fmla="*/ 6137 w 9805"/>
              <a:gd name="connsiteY41-7130" fmla="*/ 7737 h 10000"/>
              <a:gd name="connsiteX42-7131" fmla="*/ 5904 w 9805"/>
              <a:gd name="connsiteY42-7132" fmla="*/ 8033 h 10000"/>
              <a:gd name="connsiteX43-7133" fmla="*/ 5904 w 9805"/>
              <a:gd name="connsiteY43-7134" fmla="*/ 8237 h 10000"/>
              <a:gd name="connsiteX44-7135" fmla="*/ 5711 w 9805"/>
              <a:gd name="connsiteY44-7136" fmla="*/ 8534 h 10000"/>
              <a:gd name="connsiteX45-7137" fmla="*/ 5521 w 9805"/>
              <a:gd name="connsiteY45-7138" fmla="*/ 8720 h 10000"/>
              <a:gd name="connsiteX46-7139" fmla="*/ 5095 w 9805"/>
              <a:gd name="connsiteY46-7140" fmla="*/ 9017 h 10000"/>
              <a:gd name="connsiteX47-7141" fmla="*/ 4707 w 9805"/>
              <a:gd name="connsiteY47-7142" fmla="*/ 9314 h 10000"/>
              <a:gd name="connsiteX48-7143" fmla="*/ 4282 w 9805"/>
              <a:gd name="connsiteY48-7144" fmla="*/ 9610 h 10000"/>
              <a:gd name="connsiteX49-7145" fmla="*/ 3898 w 9805"/>
              <a:gd name="connsiteY49-7146" fmla="*/ 9703 h 10000"/>
              <a:gd name="connsiteX50-7147" fmla="*/ 3471 w 9805"/>
              <a:gd name="connsiteY50-7148" fmla="*/ 9889 h 10000"/>
              <a:gd name="connsiteX51-7149" fmla="*/ 3045 w 9805"/>
              <a:gd name="connsiteY51-7150" fmla="*/ 10000 h 10000"/>
              <a:gd name="connsiteX52-7151" fmla="*/ 2661 w 9805"/>
              <a:gd name="connsiteY52-7152" fmla="*/ 10000 h 10000"/>
              <a:gd name="connsiteX53-7153" fmla="*/ 2236 w 9805"/>
              <a:gd name="connsiteY53-7154" fmla="*/ 10000 h 10000"/>
              <a:gd name="connsiteX54-7155" fmla="*/ 2236 w 9805"/>
              <a:gd name="connsiteY54-7156" fmla="*/ 9889 h 10000"/>
              <a:gd name="connsiteX55-7157" fmla="*/ 2040 w 9805"/>
              <a:gd name="connsiteY55-7158" fmla="*/ 9889 h 10000"/>
              <a:gd name="connsiteX56-7159" fmla="*/ 2040 w 9805"/>
              <a:gd name="connsiteY56-7160" fmla="*/ 9796 h 10000"/>
              <a:gd name="connsiteX57-7161" fmla="*/ 2040 w 9805"/>
              <a:gd name="connsiteY57-7162" fmla="*/ 9610 h 10000"/>
              <a:gd name="connsiteX58-7163" fmla="*/ 2040 w 9805"/>
              <a:gd name="connsiteY58-7164" fmla="*/ 9499 h 10000"/>
              <a:gd name="connsiteX59-7165" fmla="*/ 2040 w 9805"/>
              <a:gd name="connsiteY59-7166" fmla="*/ 9406 h 10000"/>
              <a:gd name="connsiteX60-7167" fmla="*/ 2040 w 9805"/>
              <a:gd name="connsiteY60-7168" fmla="*/ 9202 h 10000"/>
              <a:gd name="connsiteX61-7169" fmla="*/ 2040 w 9805"/>
              <a:gd name="connsiteY61-7170" fmla="*/ 9017 h 10000"/>
              <a:gd name="connsiteX62-7171" fmla="*/ 1851 w 9805"/>
              <a:gd name="connsiteY62-7172" fmla="*/ 8813 h 10000"/>
              <a:gd name="connsiteX63-7173" fmla="*/ 1619 w 9805"/>
              <a:gd name="connsiteY63-7174" fmla="*/ 8534 h 10000"/>
              <a:gd name="connsiteX64-7175" fmla="*/ 1233 w 9805"/>
              <a:gd name="connsiteY64-7176" fmla="*/ 8126 h 10000"/>
              <a:gd name="connsiteX65-7177" fmla="*/ 1040 w 9805"/>
              <a:gd name="connsiteY65-7178" fmla="*/ 7737 h 10000"/>
              <a:gd name="connsiteX66-7179" fmla="*/ 423 w 9805"/>
              <a:gd name="connsiteY66-7180" fmla="*/ 7347 h 10000"/>
              <a:gd name="connsiteX67-7181" fmla="*/ 0 w 9805"/>
              <a:gd name="connsiteY67-7182" fmla="*/ 6753 h 10000"/>
              <a:gd name="connsiteX68-7183" fmla="*/ 423 w 9805"/>
              <a:gd name="connsiteY68-7184" fmla="*/ 6957 h 10000"/>
              <a:gd name="connsiteX69-7185" fmla="*/ 1040 w 9805"/>
              <a:gd name="connsiteY69-7186" fmla="*/ 7161 h 10000"/>
              <a:gd name="connsiteX70-7187" fmla="*/ 1425 w 9805"/>
              <a:gd name="connsiteY70-7188" fmla="*/ 7347 h 10000"/>
              <a:gd name="connsiteX71-7189" fmla="*/ 1851 w 9805"/>
              <a:gd name="connsiteY71-7190" fmla="*/ 7440 h 10000"/>
              <a:gd name="connsiteX72-7191" fmla="*/ 2236 w 9805"/>
              <a:gd name="connsiteY72-7192" fmla="*/ 7551 h 10000"/>
              <a:gd name="connsiteX73-7193" fmla="*/ 2473 w 9805"/>
              <a:gd name="connsiteY73-7194" fmla="*/ 7551 h 10000"/>
              <a:gd name="connsiteX74-7195" fmla="*/ 2661 w 9805"/>
              <a:gd name="connsiteY74-7196" fmla="*/ 7644 h 10000"/>
              <a:gd name="connsiteX75-7197" fmla="*/ 2856 w 9805"/>
              <a:gd name="connsiteY75-7198" fmla="*/ 7644 h 10000"/>
              <a:gd name="connsiteX76-7199" fmla="*/ 3045 w 9805"/>
              <a:gd name="connsiteY76-7200" fmla="*/ 7644 h 10000"/>
              <a:gd name="connsiteX77-7201" fmla="*/ 3279 w 9805"/>
              <a:gd name="connsiteY77-7202" fmla="*/ 7644 h 10000"/>
              <a:gd name="connsiteX78-7203" fmla="*/ 3471 w 9805"/>
              <a:gd name="connsiteY78-7204" fmla="*/ 7551 h 10000"/>
              <a:gd name="connsiteX79-7205" fmla="*/ 3668 w 9805"/>
              <a:gd name="connsiteY79-7206" fmla="*/ 7440 h 10000"/>
              <a:gd name="connsiteX80-7207" fmla="*/ 3668 w 9805"/>
              <a:gd name="connsiteY80-7208" fmla="*/ 7347 h 10000"/>
              <a:gd name="connsiteX81-7209" fmla="*/ 3898 w 9805"/>
              <a:gd name="connsiteY81-7210" fmla="*/ 7254 h 10000"/>
              <a:gd name="connsiteX82-7211" fmla="*/ 4088 w 9805"/>
              <a:gd name="connsiteY82-7212" fmla="*/ 7050 h 10000"/>
              <a:gd name="connsiteX83-7213" fmla="*/ 4088 w 9805"/>
              <a:gd name="connsiteY83-7214" fmla="*/ 6865 h 10000"/>
              <a:gd name="connsiteX84-7215" fmla="*/ 4282 w 9805"/>
              <a:gd name="connsiteY84-7216" fmla="*/ 6660 h 10000"/>
              <a:gd name="connsiteX85-7217" fmla="*/ 4475 w 9805"/>
              <a:gd name="connsiteY85-7218" fmla="*/ 6364 h 10000"/>
              <a:gd name="connsiteX86-7219" fmla="*/ 4707 w 9805"/>
              <a:gd name="connsiteY86-7220" fmla="*/ 6067 h 10000"/>
              <a:gd name="connsiteX87-7221" fmla="*/ 4707 w 9805"/>
              <a:gd name="connsiteY87-7222" fmla="*/ 5677 h 10000"/>
              <a:gd name="connsiteX88-7223" fmla="*/ 5095 w 9805"/>
              <a:gd name="connsiteY88-7224" fmla="*/ 4991 h 10000"/>
              <a:gd name="connsiteX89-7225" fmla="*/ 5332 w 9805"/>
              <a:gd name="connsiteY89-7226" fmla="*/ 4212 h 10000"/>
              <a:gd name="connsiteX90-7227" fmla="*/ 5332 w 9805"/>
              <a:gd name="connsiteY90-7228" fmla="*/ 3525 h 10000"/>
              <a:gd name="connsiteX91-7229" fmla="*/ 5521 w 9805"/>
              <a:gd name="connsiteY91-7230" fmla="*/ 2839 h 10000"/>
              <a:gd name="connsiteX92-7231" fmla="*/ 5521 w 9805"/>
              <a:gd name="connsiteY92-7232" fmla="*/ 2542 h 10000"/>
              <a:gd name="connsiteX93-7233" fmla="*/ 5521 w 9805"/>
              <a:gd name="connsiteY93-7234" fmla="*/ 2263 h 10000"/>
              <a:gd name="connsiteX94-7235" fmla="*/ 5521 w 9805"/>
              <a:gd name="connsiteY94-7236" fmla="*/ 2059 h 10000"/>
              <a:gd name="connsiteX95-7237" fmla="*/ 5521 w 9805"/>
              <a:gd name="connsiteY95-7238" fmla="*/ 1855 h 10000"/>
              <a:gd name="connsiteX96-7239" fmla="*/ 5521 w 9805"/>
              <a:gd name="connsiteY96-7240" fmla="*/ 1670 h 10000"/>
              <a:gd name="connsiteX97-7241" fmla="*/ 5521 w 9805"/>
              <a:gd name="connsiteY97-7242" fmla="*/ 1577 h 10000"/>
              <a:gd name="connsiteX98-7243" fmla="*/ 5332 w 9805"/>
              <a:gd name="connsiteY98-7244" fmla="*/ 1466 h 10000"/>
              <a:gd name="connsiteX99-7245" fmla="*/ 5332 w 9805"/>
              <a:gd name="connsiteY99-7246" fmla="*/ 1373 h 10000"/>
              <a:gd name="connsiteX100-7247" fmla="*/ 5332 w 9805"/>
              <a:gd name="connsiteY100-7248" fmla="*/ 1280 h 10000"/>
              <a:gd name="connsiteX101-7249" fmla="*/ 5095 w 9805"/>
              <a:gd name="connsiteY101-7250" fmla="*/ 1280 h 10000"/>
              <a:gd name="connsiteX102-7251" fmla="*/ 4907 w 9805"/>
              <a:gd name="connsiteY102-7252" fmla="*/ 1169 h 10000"/>
              <a:gd name="connsiteX103-7253" fmla="*/ 4907 w 9805"/>
              <a:gd name="connsiteY103-7254" fmla="*/ 1169 h 10000"/>
              <a:gd name="connsiteX104-7255" fmla="*/ 4475 w 9805"/>
              <a:gd name="connsiteY104-7256" fmla="*/ 1169 h 10000"/>
              <a:gd name="connsiteX105-7257" fmla="*/ 4282 w 9805"/>
              <a:gd name="connsiteY105-7258" fmla="*/ 1169 h 10000"/>
              <a:gd name="connsiteX106-7259" fmla="*/ 4088 w 9805"/>
              <a:gd name="connsiteY106-7260" fmla="*/ 1169 h 10000"/>
              <a:gd name="connsiteX107-7261" fmla="*/ 3668 w 9805"/>
              <a:gd name="connsiteY107-7262" fmla="*/ 1169 h 10000"/>
              <a:gd name="connsiteX108-7263" fmla="*/ 3279 w 9805"/>
              <a:gd name="connsiteY108-7264" fmla="*/ 1169 h 10000"/>
              <a:gd name="connsiteX109-7265" fmla="*/ 2661 w 9805"/>
              <a:gd name="connsiteY109-7266" fmla="*/ 1169 h 10000"/>
              <a:gd name="connsiteX110-7267" fmla="*/ 2236 w 9805"/>
              <a:gd name="connsiteY110-7268" fmla="*/ 1169 h 10000"/>
              <a:gd name="connsiteX111-7269" fmla="*/ 1619 w 9805"/>
              <a:gd name="connsiteY111-7270" fmla="*/ 1169 h 10000"/>
              <a:gd name="connsiteX112-7271" fmla="*/ 810 w 9805"/>
              <a:gd name="connsiteY112-7272" fmla="*/ 1169 h 10000"/>
              <a:gd name="connsiteX113-7273" fmla="*/ 810 w 9805"/>
              <a:gd name="connsiteY113-7274" fmla="*/ 594 h 10000"/>
              <a:gd name="connsiteX114-7275" fmla="*/ 1851 w 9805"/>
              <a:gd name="connsiteY114-7276" fmla="*/ 594 h 10000"/>
              <a:gd name="connsiteX115-7277" fmla="*/ 2661 w 9805"/>
              <a:gd name="connsiteY115-7278" fmla="*/ 482 h 10000"/>
              <a:gd name="connsiteX116-7279" fmla="*/ 3471 w 9805"/>
              <a:gd name="connsiteY116-7280" fmla="*/ 482 h 10000"/>
              <a:gd name="connsiteX117-7281" fmla="*/ 3898 w 9805"/>
              <a:gd name="connsiteY117-7282" fmla="*/ 390 h 10000"/>
              <a:gd name="connsiteX118-7283" fmla="*/ 4282 w 9805"/>
              <a:gd name="connsiteY118-7284" fmla="*/ 297 h 10000"/>
              <a:gd name="connsiteX119-7285" fmla="*/ 4707 w 9805"/>
              <a:gd name="connsiteY119-7286" fmla="*/ 297 h 10000"/>
              <a:gd name="connsiteX120-7287" fmla="*/ 4707 w 9805"/>
              <a:gd name="connsiteY120-7288" fmla="*/ 204 h 10000"/>
              <a:gd name="connsiteX121-7289" fmla="*/ 4707 w 9805"/>
              <a:gd name="connsiteY121-7290" fmla="*/ 204 h 10000"/>
              <a:gd name="connsiteX0-7291" fmla="*/ 4801 w 10000"/>
              <a:gd name="connsiteY0-7292" fmla="*/ 204 h 10000"/>
              <a:gd name="connsiteX1-7293" fmla="*/ 5005 w 10000"/>
              <a:gd name="connsiteY1-7294" fmla="*/ 93 h 10000"/>
              <a:gd name="connsiteX2-7295" fmla="*/ 5438 w 10000"/>
              <a:gd name="connsiteY2-7296" fmla="*/ 93 h 10000"/>
              <a:gd name="connsiteX3-7297" fmla="*/ 5631 w 10000"/>
              <a:gd name="connsiteY3-7298" fmla="*/ 0 h 10000"/>
              <a:gd name="connsiteX4-7299" fmla="*/ 5825 w 10000"/>
              <a:gd name="connsiteY4-7300" fmla="*/ 0 h 10000"/>
              <a:gd name="connsiteX5-7301" fmla="*/ 6259 w 10000"/>
              <a:gd name="connsiteY5-7302" fmla="*/ 93 h 10000"/>
              <a:gd name="connsiteX6-7303" fmla="*/ 6890 w 10000"/>
              <a:gd name="connsiteY6-7304" fmla="*/ 204 h 10000"/>
              <a:gd name="connsiteX7-7305" fmla="*/ 7085 w 10000"/>
              <a:gd name="connsiteY7-7306" fmla="*/ 297 h 10000"/>
              <a:gd name="connsiteX8-7307" fmla="*/ 7478 w 10000"/>
              <a:gd name="connsiteY8-7308" fmla="*/ 482 h 10000"/>
              <a:gd name="connsiteX9-7309" fmla="*/ 7711 w 10000"/>
              <a:gd name="connsiteY9-7310" fmla="*/ 594 h 10000"/>
              <a:gd name="connsiteX10-7311" fmla="*/ 8114 w 10000"/>
              <a:gd name="connsiteY10-7312" fmla="*/ 686 h 10000"/>
              <a:gd name="connsiteX11-7313" fmla="*/ 8544 w 10000"/>
              <a:gd name="connsiteY11-7314" fmla="*/ 891 h 10000"/>
              <a:gd name="connsiteX12-7315" fmla="*/ 8934 w 10000"/>
              <a:gd name="connsiteY12-7316" fmla="*/ 983 h 10000"/>
              <a:gd name="connsiteX13-7317" fmla="*/ 9173 w 10000"/>
              <a:gd name="connsiteY13-7318" fmla="*/ 1169 h 10000"/>
              <a:gd name="connsiteX14-7319" fmla="*/ 9568 w 10000"/>
              <a:gd name="connsiteY14-7320" fmla="*/ 1280 h 10000"/>
              <a:gd name="connsiteX15-7321" fmla="*/ 9762 w 10000"/>
              <a:gd name="connsiteY15-7322" fmla="*/ 1373 h 10000"/>
              <a:gd name="connsiteX16-7323" fmla="*/ 9762 w 10000"/>
              <a:gd name="connsiteY16-7324" fmla="*/ 1466 h 10000"/>
              <a:gd name="connsiteX17-7325" fmla="*/ 10000 w 10000"/>
              <a:gd name="connsiteY17-7326" fmla="*/ 1466 h 10000"/>
              <a:gd name="connsiteX18-7327" fmla="*/ 10000 w 10000"/>
              <a:gd name="connsiteY18-7328" fmla="*/ 1577 h 10000"/>
              <a:gd name="connsiteX19-7329" fmla="*/ 10000 w 10000"/>
              <a:gd name="connsiteY19-7330" fmla="*/ 1670 h 10000"/>
              <a:gd name="connsiteX20-7331" fmla="*/ 9762 w 10000"/>
              <a:gd name="connsiteY20-7332" fmla="*/ 1763 h 10000"/>
              <a:gd name="connsiteX21-7333" fmla="*/ 9568 w 10000"/>
              <a:gd name="connsiteY21-7334" fmla="*/ 1763 h 10000"/>
              <a:gd name="connsiteX22-7335" fmla="*/ 9371 w 10000"/>
              <a:gd name="connsiteY22-7336" fmla="*/ 1855 h 10000"/>
              <a:gd name="connsiteX23-7337" fmla="*/ 9173 w 10000"/>
              <a:gd name="connsiteY23-7338" fmla="*/ 1855 h 10000"/>
              <a:gd name="connsiteX24-7339" fmla="*/ 9173 w 10000"/>
              <a:gd name="connsiteY24-7340" fmla="*/ 1967 h 10000"/>
              <a:gd name="connsiteX25-7341" fmla="*/ 8934 w 10000"/>
              <a:gd name="connsiteY25-7342" fmla="*/ 2059 h 10000"/>
              <a:gd name="connsiteX26-7343" fmla="*/ 8740 w 10000"/>
              <a:gd name="connsiteY26-7344" fmla="*/ 2263 h 10000"/>
              <a:gd name="connsiteX27-7345" fmla="*/ 8740 w 10000"/>
              <a:gd name="connsiteY27-7346" fmla="*/ 2449 h 10000"/>
              <a:gd name="connsiteX28-7347" fmla="*/ 8544 w 10000"/>
              <a:gd name="connsiteY28-7348" fmla="*/ 2653 h 10000"/>
              <a:gd name="connsiteX29-7349" fmla="*/ 8544 w 10000"/>
              <a:gd name="connsiteY29-7350" fmla="*/ 2950 h 10000"/>
              <a:gd name="connsiteX30-7351" fmla="*/ 8544 w 10000"/>
              <a:gd name="connsiteY30-7352" fmla="*/ 3135 h 10000"/>
              <a:gd name="connsiteX31-7353" fmla="*/ 8305 w 10000"/>
              <a:gd name="connsiteY31-7354" fmla="*/ 3432 h 10000"/>
              <a:gd name="connsiteX32-7355" fmla="*/ 8305 w 10000"/>
              <a:gd name="connsiteY32-7356" fmla="*/ 3822 h 10000"/>
              <a:gd name="connsiteX33-7357" fmla="*/ 8114 w 10000"/>
              <a:gd name="connsiteY33-7358" fmla="*/ 4119 h 10000"/>
              <a:gd name="connsiteX34-7359" fmla="*/ 7913 w 10000"/>
              <a:gd name="connsiteY34-7360" fmla="*/ 4508 h 10000"/>
              <a:gd name="connsiteX35-7361" fmla="*/ 7711 w 10000"/>
              <a:gd name="connsiteY35-7362" fmla="*/ 4898 h 10000"/>
              <a:gd name="connsiteX36-7363" fmla="*/ 7478 w 10000"/>
              <a:gd name="connsiteY36-7364" fmla="*/ 5288 h 10000"/>
              <a:gd name="connsiteX37-7365" fmla="*/ 7085 w 10000"/>
              <a:gd name="connsiteY37-7366" fmla="*/ 6178 h 10000"/>
              <a:gd name="connsiteX38-7367" fmla="*/ 6890 w 10000"/>
              <a:gd name="connsiteY38-7368" fmla="*/ 6568 h 10000"/>
              <a:gd name="connsiteX39-7369" fmla="*/ 6657 w 10000"/>
              <a:gd name="connsiteY39-7370" fmla="*/ 6957 h 10000"/>
              <a:gd name="connsiteX40-7371" fmla="*/ 6458 w 10000"/>
              <a:gd name="connsiteY40-7372" fmla="*/ 7347 h 10000"/>
              <a:gd name="connsiteX41-7373" fmla="*/ 6259 w 10000"/>
              <a:gd name="connsiteY41-7374" fmla="*/ 7737 h 10000"/>
              <a:gd name="connsiteX42-7375" fmla="*/ 6021 w 10000"/>
              <a:gd name="connsiteY42-7376" fmla="*/ 8033 h 10000"/>
              <a:gd name="connsiteX43-7377" fmla="*/ 6021 w 10000"/>
              <a:gd name="connsiteY43-7378" fmla="*/ 8237 h 10000"/>
              <a:gd name="connsiteX44-7379" fmla="*/ 5825 w 10000"/>
              <a:gd name="connsiteY44-7380" fmla="*/ 8534 h 10000"/>
              <a:gd name="connsiteX45-7381" fmla="*/ 5631 w 10000"/>
              <a:gd name="connsiteY45-7382" fmla="*/ 8720 h 10000"/>
              <a:gd name="connsiteX46-7383" fmla="*/ 5196 w 10000"/>
              <a:gd name="connsiteY46-7384" fmla="*/ 9017 h 10000"/>
              <a:gd name="connsiteX47-7385" fmla="*/ 4801 w 10000"/>
              <a:gd name="connsiteY47-7386" fmla="*/ 9314 h 10000"/>
              <a:gd name="connsiteX48-7387" fmla="*/ 4367 w 10000"/>
              <a:gd name="connsiteY48-7388" fmla="*/ 9610 h 10000"/>
              <a:gd name="connsiteX49-7389" fmla="*/ 3976 w 10000"/>
              <a:gd name="connsiteY49-7390" fmla="*/ 9703 h 10000"/>
              <a:gd name="connsiteX50-7391" fmla="*/ 3540 w 10000"/>
              <a:gd name="connsiteY50-7392" fmla="*/ 9889 h 10000"/>
              <a:gd name="connsiteX51-7393" fmla="*/ 3106 w 10000"/>
              <a:gd name="connsiteY51-7394" fmla="*/ 10000 h 10000"/>
              <a:gd name="connsiteX52-7395" fmla="*/ 2714 w 10000"/>
              <a:gd name="connsiteY52-7396" fmla="*/ 10000 h 10000"/>
              <a:gd name="connsiteX53-7397" fmla="*/ 2280 w 10000"/>
              <a:gd name="connsiteY53-7398" fmla="*/ 10000 h 10000"/>
              <a:gd name="connsiteX54-7399" fmla="*/ 2280 w 10000"/>
              <a:gd name="connsiteY54-7400" fmla="*/ 9889 h 10000"/>
              <a:gd name="connsiteX55-7401" fmla="*/ 2081 w 10000"/>
              <a:gd name="connsiteY55-7402" fmla="*/ 9889 h 10000"/>
              <a:gd name="connsiteX56-7403" fmla="*/ 2081 w 10000"/>
              <a:gd name="connsiteY56-7404" fmla="*/ 9796 h 10000"/>
              <a:gd name="connsiteX57-7405" fmla="*/ 2081 w 10000"/>
              <a:gd name="connsiteY57-7406" fmla="*/ 9610 h 10000"/>
              <a:gd name="connsiteX58-7407" fmla="*/ 2081 w 10000"/>
              <a:gd name="connsiteY58-7408" fmla="*/ 9499 h 10000"/>
              <a:gd name="connsiteX59-7409" fmla="*/ 2081 w 10000"/>
              <a:gd name="connsiteY59-7410" fmla="*/ 9406 h 10000"/>
              <a:gd name="connsiteX60-7411" fmla="*/ 2081 w 10000"/>
              <a:gd name="connsiteY60-7412" fmla="*/ 9202 h 10000"/>
              <a:gd name="connsiteX61-7413" fmla="*/ 2081 w 10000"/>
              <a:gd name="connsiteY61-7414" fmla="*/ 9017 h 10000"/>
              <a:gd name="connsiteX62-7415" fmla="*/ 1888 w 10000"/>
              <a:gd name="connsiteY62-7416" fmla="*/ 8813 h 10000"/>
              <a:gd name="connsiteX63-7417" fmla="*/ 1651 w 10000"/>
              <a:gd name="connsiteY63-7418" fmla="*/ 8534 h 10000"/>
              <a:gd name="connsiteX64-7419" fmla="*/ 1258 w 10000"/>
              <a:gd name="connsiteY64-7420" fmla="*/ 8126 h 10000"/>
              <a:gd name="connsiteX65-7421" fmla="*/ 1061 w 10000"/>
              <a:gd name="connsiteY65-7422" fmla="*/ 7737 h 10000"/>
              <a:gd name="connsiteX66-7423" fmla="*/ 431 w 10000"/>
              <a:gd name="connsiteY66-7424" fmla="*/ 7347 h 10000"/>
              <a:gd name="connsiteX67-7425" fmla="*/ 0 w 10000"/>
              <a:gd name="connsiteY67-7426" fmla="*/ 6753 h 10000"/>
              <a:gd name="connsiteX68-7427" fmla="*/ 431 w 10000"/>
              <a:gd name="connsiteY68-7428" fmla="*/ 6957 h 10000"/>
              <a:gd name="connsiteX69-7429" fmla="*/ 1061 w 10000"/>
              <a:gd name="connsiteY69-7430" fmla="*/ 7161 h 10000"/>
              <a:gd name="connsiteX70-7431" fmla="*/ 1453 w 10000"/>
              <a:gd name="connsiteY70-7432" fmla="*/ 7347 h 10000"/>
              <a:gd name="connsiteX71-7433" fmla="*/ 1888 w 10000"/>
              <a:gd name="connsiteY71-7434" fmla="*/ 7440 h 10000"/>
              <a:gd name="connsiteX72-7435" fmla="*/ 2280 w 10000"/>
              <a:gd name="connsiteY72-7436" fmla="*/ 7551 h 10000"/>
              <a:gd name="connsiteX73-7437" fmla="*/ 2522 w 10000"/>
              <a:gd name="connsiteY73-7438" fmla="*/ 7551 h 10000"/>
              <a:gd name="connsiteX74-7439" fmla="*/ 2714 w 10000"/>
              <a:gd name="connsiteY74-7440" fmla="*/ 7644 h 10000"/>
              <a:gd name="connsiteX75-7441" fmla="*/ 2913 w 10000"/>
              <a:gd name="connsiteY75-7442" fmla="*/ 7644 h 10000"/>
              <a:gd name="connsiteX76-7443" fmla="*/ 3106 w 10000"/>
              <a:gd name="connsiteY76-7444" fmla="*/ 7644 h 10000"/>
              <a:gd name="connsiteX77-7445" fmla="*/ 3344 w 10000"/>
              <a:gd name="connsiteY77-7446" fmla="*/ 7644 h 10000"/>
              <a:gd name="connsiteX78-7447" fmla="*/ 3540 w 10000"/>
              <a:gd name="connsiteY78-7448" fmla="*/ 7551 h 10000"/>
              <a:gd name="connsiteX79-7449" fmla="*/ 3741 w 10000"/>
              <a:gd name="connsiteY79-7450" fmla="*/ 7440 h 10000"/>
              <a:gd name="connsiteX80-7451" fmla="*/ 3741 w 10000"/>
              <a:gd name="connsiteY80-7452" fmla="*/ 7347 h 10000"/>
              <a:gd name="connsiteX81-7453" fmla="*/ 3976 w 10000"/>
              <a:gd name="connsiteY81-7454" fmla="*/ 7254 h 10000"/>
              <a:gd name="connsiteX82-7455" fmla="*/ 4169 w 10000"/>
              <a:gd name="connsiteY82-7456" fmla="*/ 7050 h 10000"/>
              <a:gd name="connsiteX83-7457" fmla="*/ 4169 w 10000"/>
              <a:gd name="connsiteY83-7458" fmla="*/ 6865 h 10000"/>
              <a:gd name="connsiteX84-7459" fmla="*/ 4367 w 10000"/>
              <a:gd name="connsiteY84-7460" fmla="*/ 6660 h 10000"/>
              <a:gd name="connsiteX85-7461" fmla="*/ 4564 w 10000"/>
              <a:gd name="connsiteY85-7462" fmla="*/ 6364 h 10000"/>
              <a:gd name="connsiteX86-7463" fmla="*/ 4801 w 10000"/>
              <a:gd name="connsiteY86-7464" fmla="*/ 6067 h 10000"/>
              <a:gd name="connsiteX87-7465" fmla="*/ 4801 w 10000"/>
              <a:gd name="connsiteY87-7466" fmla="*/ 5677 h 10000"/>
              <a:gd name="connsiteX88-7467" fmla="*/ 5196 w 10000"/>
              <a:gd name="connsiteY88-7468" fmla="*/ 4991 h 10000"/>
              <a:gd name="connsiteX89-7469" fmla="*/ 5438 w 10000"/>
              <a:gd name="connsiteY89-7470" fmla="*/ 4212 h 10000"/>
              <a:gd name="connsiteX90-7471" fmla="*/ 5438 w 10000"/>
              <a:gd name="connsiteY90-7472" fmla="*/ 3525 h 10000"/>
              <a:gd name="connsiteX91-7473" fmla="*/ 5631 w 10000"/>
              <a:gd name="connsiteY91-7474" fmla="*/ 2839 h 10000"/>
              <a:gd name="connsiteX92-7475" fmla="*/ 5631 w 10000"/>
              <a:gd name="connsiteY92-7476" fmla="*/ 2542 h 10000"/>
              <a:gd name="connsiteX93-7477" fmla="*/ 5631 w 10000"/>
              <a:gd name="connsiteY93-7478" fmla="*/ 2263 h 10000"/>
              <a:gd name="connsiteX94-7479" fmla="*/ 5631 w 10000"/>
              <a:gd name="connsiteY94-7480" fmla="*/ 2059 h 10000"/>
              <a:gd name="connsiteX95-7481" fmla="*/ 5631 w 10000"/>
              <a:gd name="connsiteY95-7482" fmla="*/ 1855 h 10000"/>
              <a:gd name="connsiteX96-7483" fmla="*/ 5631 w 10000"/>
              <a:gd name="connsiteY96-7484" fmla="*/ 1670 h 10000"/>
              <a:gd name="connsiteX97-7485" fmla="*/ 5631 w 10000"/>
              <a:gd name="connsiteY97-7486" fmla="*/ 1577 h 10000"/>
              <a:gd name="connsiteX98-7487" fmla="*/ 5438 w 10000"/>
              <a:gd name="connsiteY98-7488" fmla="*/ 1466 h 10000"/>
              <a:gd name="connsiteX99-7489" fmla="*/ 5438 w 10000"/>
              <a:gd name="connsiteY99-7490" fmla="*/ 1373 h 10000"/>
              <a:gd name="connsiteX100-7491" fmla="*/ 5438 w 10000"/>
              <a:gd name="connsiteY100-7492" fmla="*/ 1280 h 10000"/>
              <a:gd name="connsiteX101-7493" fmla="*/ 5196 w 10000"/>
              <a:gd name="connsiteY101-7494" fmla="*/ 1280 h 10000"/>
              <a:gd name="connsiteX102-7495" fmla="*/ 5005 w 10000"/>
              <a:gd name="connsiteY102-7496" fmla="*/ 1169 h 10000"/>
              <a:gd name="connsiteX103-7497" fmla="*/ 5005 w 10000"/>
              <a:gd name="connsiteY103-7498" fmla="*/ 1169 h 10000"/>
              <a:gd name="connsiteX104-7499" fmla="*/ 4564 w 10000"/>
              <a:gd name="connsiteY104-7500" fmla="*/ 1169 h 10000"/>
              <a:gd name="connsiteX105-7501" fmla="*/ 4367 w 10000"/>
              <a:gd name="connsiteY105-7502" fmla="*/ 1169 h 10000"/>
              <a:gd name="connsiteX106-7503" fmla="*/ 4169 w 10000"/>
              <a:gd name="connsiteY106-7504" fmla="*/ 1169 h 10000"/>
              <a:gd name="connsiteX107-7505" fmla="*/ 3741 w 10000"/>
              <a:gd name="connsiteY107-7506" fmla="*/ 1169 h 10000"/>
              <a:gd name="connsiteX108-7507" fmla="*/ 3344 w 10000"/>
              <a:gd name="connsiteY108-7508" fmla="*/ 1169 h 10000"/>
              <a:gd name="connsiteX109-7509" fmla="*/ 2714 w 10000"/>
              <a:gd name="connsiteY109-7510" fmla="*/ 1169 h 10000"/>
              <a:gd name="connsiteX110-7511" fmla="*/ 2280 w 10000"/>
              <a:gd name="connsiteY110-7512" fmla="*/ 1169 h 10000"/>
              <a:gd name="connsiteX111-7513" fmla="*/ 1651 w 10000"/>
              <a:gd name="connsiteY111-7514" fmla="*/ 1169 h 10000"/>
              <a:gd name="connsiteX112-7515" fmla="*/ 826 w 10000"/>
              <a:gd name="connsiteY112-7516" fmla="*/ 594 h 10000"/>
              <a:gd name="connsiteX113-7517" fmla="*/ 1888 w 10000"/>
              <a:gd name="connsiteY113-7518" fmla="*/ 594 h 10000"/>
              <a:gd name="connsiteX114-7519" fmla="*/ 2714 w 10000"/>
              <a:gd name="connsiteY114-7520" fmla="*/ 482 h 10000"/>
              <a:gd name="connsiteX115-7521" fmla="*/ 3540 w 10000"/>
              <a:gd name="connsiteY115-7522" fmla="*/ 482 h 10000"/>
              <a:gd name="connsiteX116-7523" fmla="*/ 3976 w 10000"/>
              <a:gd name="connsiteY116-7524" fmla="*/ 390 h 10000"/>
              <a:gd name="connsiteX117-7525" fmla="*/ 4367 w 10000"/>
              <a:gd name="connsiteY117-7526" fmla="*/ 297 h 10000"/>
              <a:gd name="connsiteX118-7527" fmla="*/ 4801 w 10000"/>
              <a:gd name="connsiteY118-7528" fmla="*/ 297 h 10000"/>
              <a:gd name="connsiteX119-7529" fmla="*/ 4801 w 10000"/>
              <a:gd name="connsiteY119-7530" fmla="*/ 204 h 10000"/>
              <a:gd name="connsiteX120-7531" fmla="*/ 4801 w 10000"/>
              <a:gd name="connsiteY120-7532" fmla="*/ 204 h 10000"/>
              <a:gd name="connsiteX0-7533" fmla="*/ 4801 w 10000"/>
              <a:gd name="connsiteY0-7534" fmla="*/ 204 h 10000"/>
              <a:gd name="connsiteX1-7535" fmla="*/ 5005 w 10000"/>
              <a:gd name="connsiteY1-7536" fmla="*/ 93 h 10000"/>
              <a:gd name="connsiteX2-7537" fmla="*/ 5438 w 10000"/>
              <a:gd name="connsiteY2-7538" fmla="*/ 93 h 10000"/>
              <a:gd name="connsiteX3-7539" fmla="*/ 5631 w 10000"/>
              <a:gd name="connsiteY3-7540" fmla="*/ 0 h 10000"/>
              <a:gd name="connsiteX4-7541" fmla="*/ 5825 w 10000"/>
              <a:gd name="connsiteY4-7542" fmla="*/ 0 h 10000"/>
              <a:gd name="connsiteX5-7543" fmla="*/ 6259 w 10000"/>
              <a:gd name="connsiteY5-7544" fmla="*/ 93 h 10000"/>
              <a:gd name="connsiteX6-7545" fmla="*/ 6890 w 10000"/>
              <a:gd name="connsiteY6-7546" fmla="*/ 204 h 10000"/>
              <a:gd name="connsiteX7-7547" fmla="*/ 7085 w 10000"/>
              <a:gd name="connsiteY7-7548" fmla="*/ 297 h 10000"/>
              <a:gd name="connsiteX8-7549" fmla="*/ 7478 w 10000"/>
              <a:gd name="connsiteY8-7550" fmla="*/ 482 h 10000"/>
              <a:gd name="connsiteX9-7551" fmla="*/ 7711 w 10000"/>
              <a:gd name="connsiteY9-7552" fmla="*/ 594 h 10000"/>
              <a:gd name="connsiteX10-7553" fmla="*/ 8114 w 10000"/>
              <a:gd name="connsiteY10-7554" fmla="*/ 686 h 10000"/>
              <a:gd name="connsiteX11-7555" fmla="*/ 8544 w 10000"/>
              <a:gd name="connsiteY11-7556" fmla="*/ 891 h 10000"/>
              <a:gd name="connsiteX12-7557" fmla="*/ 8934 w 10000"/>
              <a:gd name="connsiteY12-7558" fmla="*/ 983 h 10000"/>
              <a:gd name="connsiteX13-7559" fmla="*/ 9173 w 10000"/>
              <a:gd name="connsiteY13-7560" fmla="*/ 1169 h 10000"/>
              <a:gd name="connsiteX14-7561" fmla="*/ 9568 w 10000"/>
              <a:gd name="connsiteY14-7562" fmla="*/ 1280 h 10000"/>
              <a:gd name="connsiteX15-7563" fmla="*/ 9762 w 10000"/>
              <a:gd name="connsiteY15-7564" fmla="*/ 1373 h 10000"/>
              <a:gd name="connsiteX16-7565" fmla="*/ 9762 w 10000"/>
              <a:gd name="connsiteY16-7566" fmla="*/ 1466 h 10000"/>
              <a:gd name="connsiteX17-7567" fmla="*/ 10000 w 10000"/>
              <a:gd name="connsiteY17-7568" fmla="*/ 1466 h 10000"/>
              <a:gd name="connsiteX18-7569" fmla="*/ 10000 w 10000"/>
              <a:gd name="connsiteY18-7570" fmla="*/ 1577 h 10000"/>
              <a:gd name="connsiteX19-7571" fmla="*/ 10000 w 10000"/>
              <a:gd name="connsiteY19-7572" fmla="*/ 1670 h 10000"/>
              <a:gd name="connsiteX20-7573" fmla="*/ 9762 w 10000"/>
              <a:gd name="connsiteY20-7574" fmla="*/ 1763 h 10000"/>
              <a:gd name="connsiteX21-7575" fmla="*/ 9568 w 10000"/>
              <a:gd name="connsiteY21-7576" fmla="*/ 1763 h 10000"/>
              <a:gd name="connsiteX22-7577" fmla="*/ 9371 w 10000"/>
              <a:gd name="connsiteY22-7578" fmla="*/ 1855 h 10000"/>
              <a:gd name="connsiteX23-7579" fmla="*/ 9173 w 10000"/>
              <a:gd name="connsiteY23-7580" fmla="*/ 1855 h 10000"/>
              <a:gd name="connsiteX24-7581" fmla="*/ 9173 w 10000"/>
              <a:gd name="connsiteY24-7582" fmla="*/ 1967 h 10000"/>
              <a:gd name="connsiteX25-7583" fmla="*/ 8934 w 10000"/>
              <a:gd name="connsiteY25-7584" fmla="*/ 2059 h 10000"/>
              <a:gd name="connsiteX26-7585" fmla="*/ 8740 w 10000"/>
              <a:gd name="connsiteY26-7586" fmla="*/ 2263 h 10000"/>
              <a:gd name="connsiteX27-7587" fmla="*/ 8740 w 10000"/>
              <a:gd name="connsiteY27-7588" fmla="*/ 2449 h 10000"/>
              <a:gd name="connsiteX28-7589" fmla="*/ 8544 w 10000"/>
              <a:gd name="connsiteY28-7590" fmla="*/ 2653 h 10000"/>
              <a:gd name="connsiteX29-7591" fmla="*/ 8544 w 10000"/>
              <a:gd name="connsiteY29-7592" fmla="*/ 2950 h 10000"/>
              <a:gd name="connsiteX30-7593" fmla="*/ 8544 w 10000"/>
              <a:gd name="connsiteY30-7594" fmla="*/ 3135 h 10000"/>
              <a:gd name="connsiteX31-7595" fmla="*/ 8305 w 10000"/>
              <a:gd name="connsiteY31-7596" fmla="*/ 3432 h 10000"/>
              <a:gd name="connsiteX32-7597" fmla="*/ 8305 w 10000"/>
              <a:gd name="connsiteY32-7598" fmla="*/ 3822 h 10000"/>
              <a:gd name="connsiteX33-7599" fmla="*/ 8114 w 10000"/>
              <a:gd name="connsiteY33-7600" fmla="*/ 4119 h 10000"/>
              <a:gd name="connsiteX34-7601" fmla="*/ 7913 w 10000"/>
              <a:gd name="connsiteY34-7602" fmla="*/ 4508 h 10000"/>
              <a:gd name="connsiteX35-7603" fmla="*/ 7711 w 10000"/>
              <a:gd name="connsiteY35-7604" fmla="*/ 4898 h 10000"/>
              <a:gd name="connsiteX36-7605" fmla="*/ 7478 w 10000"/>
              <a:gd name="connsiteY36-7606" fmla="*/ 5288 h 10000"/>
              <a:gd name="connsiteX37-7607" fmla="*/ 7085 w 10000"/>
              <a:gd name="connsiteY37-7608" fmla="*/ 6178 h 10000"/>
              <a:gd name="connsiteX38-7609" fmla="*/ 6890 w 10000"/>
              <a:gd name="connsiteY38-7610" fmla="*/ 6568 h 10000"/>
              <a:gd name="connsiteX39-7611" fmla="*/ 6657 w 10000"/>
              <a:gd name="connsiteY39-7612" fmla="*/ 6957 h 10000"/>
              <a:gd name="connsiteX40-7613" fmla="*/ 6458 w 10000"/>
              <a:gd name="connsiteY40-7614" fmla="*/ 7347 h 10000"/>
              <a:gd name="connsiteX41-7615" fmla="*/ 6259 w 10000"/>
              <a:gd name="connsiteY41-7616" fmla="*/ 7737 h 10000"/>
              <a:gd name="connsiteX42-7617" fmla="*/ 6021 w 10000"/>
              <a:gd name="connsiteY42-7618" fmla="*/ 8033 h 10000"/>
              <a:gd name="connsiteX43-7619" fmla="*/ 6021 w 10000"/>
              <a:gd name="connsiteY43-7620" fmla="*/ 8237 h 10000"/>
              <a:gd name="connsiteX44-7621" fmla="*/ 5825 w 10000"/>
              <a:gd name="connsiteY44-7622" fmla="*/ 8534 h 10000"/>
              <a:gd name="connsiteX45-7623" fmla="*/ 5631 w 10000"/>
              <a:gd name="connsiteY45-7624" fmla="*/ 8720 h 10000"/>
              <a:gd name="connsiteX46-7625" fmla="*/ 5196 w 10000"/>
              <a:gd name="connsiteY46-7626" fmla="*/ 9017 h 10000"/>
              <a:gd name="connsiteX47-7627" fmla="*/ 4801 w 10000"/>
              <a:gd name="connsiteY47-7628" fmla="*/ 9314 h 10000"/>
              <a:gd name="connsiteX48-7629" fmla="*/ 4367 w 10000"/>
              <a:gd name="connsiteY48-7630" fmla="*/ 9610 h 10000"/>
              <a:gd name="connsiteX49-7631" fmla="*/ 3976 w 10000"/>
              <a:gd name="connsiteY49-7632" fmla="*/ 9703 h 10000"/>
              <a:gd name="connsiteX50-7633" fmla="*/ 3540 w 10000"/>
              <a:gd name="connsiteY50-7634" fmla="*/ 9889 h 10000"/>
              <a:gd name="connsiteX51-7635" fmla="*/ 3106 w 10000"/>
              <a:gd name="connsiteY51-7636" fmla="*/ 10000 h 10000"/>
              <a:gd name="connsiteX52-7637" fmla="*/ 2714 w 10000"/>
              <a:gd name="connsiteY52-7638" fmla="*/ 10000 h 10000"/>
              <a:gd name="connsiteX53-7639" fmla="*/ 2280 w 10000"/>
              <a:gd name="connsiteY53-7640" fmla="*/ 10000 h 10000"/>
              <a:gd name="connsiteX54-7641" fmla="*/ 2280 w 10000"/>
              <a:gd name="connsiteY54-7642" fmla="*/ 9889 h 10000"/>
              <a:gd name="connsiteX55-7643" fmla="*/ 2081 w 10000"/>
              <a:gd name="connsiteY55-7644" fmla="*/ 9889 h 10000"/>
              <a:gd name="connsiteX56-7645" fmla="*/ 2081 w 10000"/>
              <a:gd name="connsiteY56-7646" fmla="*/ 9796 h 10000"/>
              <a:gd name="connsiteX57-7647" fmla="*/ 2081 w 10000"/>
              <a:gd name="connsiteY57-7648" fmla="*/ 9610 h 10000"/>
              <a:gd name="connsiteX58-7649" fmla="*/ 2081 w 10000"/>
              <a:gd name="connsiteY58-7650" fmla="*/ 9499 h 10000"/>
              <a:gd name="connsiteX59-7651" fmla="*/ 2081 w 10000"/>
              <a:gd name="connsiteY59-7652" fmla="*/ 9406 h 10000"/>
              <a:gd name="connsiteX60-7653" fmla="*/ 2081 w 10000"/>
              <a:gd name="connsiteY60-7654" fmla="*/ 9202 h 10000"/>
              <a:gd name="connsiteX61-7655" fmla="*/ 2081 w 10000"/>
              <a:gd name="connsiteY61-7656" fmla="*/ 9017 h 10000"/>
              <a:gd name="connsiteX62-7657" fmla="*/ 1888 w 10000"/>
              <a:gd name="connsiteY62-7658" fmla="*/ 8813 h 10000"/>
              <a:gd name="connsiteX63-7659" fmla="*/ 1651 w 10000"/>
              <a:gd name="connsiteY63-7660" fmla="*/ 8534 h 10000"/>
              <a:gd name="connsiteX64-7661" fmla="*/ 1258 w 10000"/>
              <a:gd name="connsiteY64-7662" fmla="*/ 8126 h 10000"/>
              <a:gd name="connsiteX65-7663" fmla="*/ 1061 w 10000"/>
              <a:gd name="connsiteY65-7664" fmla="*/ 7737 h 10000"/>
              <a:gd name="connsiteX66-7665" fmla="*/ 431 w 10000"/>
              <a:gd name="connsiteY66-7666" fmla="*/ 7347 h 10000"/>
              <a:gd name="connsiteX67-7667" fmla="*/ 0 w 10000"/>
              <a:gd name="connsiteY67-7668" fmla="*/ 6753 h 10000"/>
              <a:gd name="connsiteX68-7669" fmla="*/ 431 w 10000"/>
              <a:gd name="connsiteY68-7670" fmla="*/ 6957 h 10000"/>
              <a:gd name="connsiteX69-7671" fmla="*/ 1061 w 10000"/>
              <a:gd name="connsiteY69-7672" fmla="*/ 7161 h 10000"/>
              <a:gd name="connsiteX70-7673" fmla="*/ 1453 w 10000"/>
              <a:gd name="connsiteY70-7674" fmla="*/ 7347 h 10000"/>
              <a:gd name="connsiteX71-7675" fmla="*/ 1888 w 10000"/>
              <a:gd name="connsiteY71-7676" fmla="*/ 7440 h 10000"/>
              <a:gd name="connsiteX72-7677" fmla="*/ 2280 w 10000"/>
              <a:gd name="connsiteY72-7678" fmla="*/ 7551 h 10000"/>
              <a:gd name="connsiteX73-7679" fmla="*/ 2522 w 10000"/>
              <a:gd name="connsiteY73-7680" fmla="*/ 7551 h 10000"/>
              <a:gd name="connsiteX74-7681" fmla="*/ 2714 w 10000"/>
              <a:gd name="connsiteY74-7682" fmla="*/ 7644 h 10000"/>
              <a:gd name="connsiteX75-7683" fmla="*/ 2913 w 10000"/>
              <a:gd name="connsiteY75-7684" fmla="*/ 7644 h 10000"/>
              <a:gd name="connsiteX76-7685" fmla="*/ 3106 w 10000"/>
              <a:gd name="connsiteY76-7686" fmla="*/ 7644 h 10000"/>
              <a:gd name="connsiteX77-7687" fmla="*/ 3344 w 10000"/>
              <a:gd name="connsiteY77-7688" fmla="*/ 7644 h 10000"/>
              <a:gd name="connsiteX78-7689" fmla="*/ 3540 w 10000"/>
              <a:gd name="connsiteY78-7690" fmla="*/ 7551 h 10000"/>
              <a:gd name="connsiteX79-7691" fmla="*/ 3741 w 10000"/>
              <a:gd name="connsiteY79-7692" fmla="*/ 7440 h 10000"/>
              <a:gd name="connsiteX80-7693" fmla="*/ 3741 w 10000"/>
              <a:gd name="connsiteY80-7694" fmla="*/ 7347 h 10000"/>
              <a:gd name="connsiteX81-7695" fmla="*/ 3976 w 10000"/>
              <a:gd name="connsiteY81-7696" fmla="*/ 7254 h 10000"/>
              <a:gd name="connsiteX82-7697" fmla="*/ 4169 w 10000"/>
              <a:gd name="connsiteY82-7698" fmla="*/ 7050 h 10000"/>
              <a:gd name="connsiteX83-7699" fmla="*/ 4169 w 10000"/>
              <a:gd name="connsiteY83-7700" fmla="*/ 6865 h 10000"/>
              <a:gd name="connsiteX84-7701" fmla="*/ 4367 w 10000"/>
              <a:gd name="connsiteY84-7702" fmla="*/ 6660 h 10000"/>
              <a:gd name="connsiteX85-7703" fmla="*/ 4564 w 10000"/>
              <a:gd name="connsiteY85-7704" fmla="*/ 6364 h 10000"/>
              <a:gd name="connsiteX86-7705" fmla="*/ 4801 w 10000"/>
              <a:gd name="connsiteY86-7706" fmla="*/ 6067 h 10000"/>
              <a:gd name="connsiteX87-7707" fmla="*/ 4801 w 10000"/>
              <a:gd name="connsiteY87-7708" fmla="*/ 5677 h 10000"/>
              <a:gd name="connsiteX88-7709" fmla="*/ 5196 w 10000"/>
              <a:gd name="connsiteY88-7710" fmla="*/ 4991 h 10000"/>
              <a:gd name="connsiteX89-7711" fmla="*/ 5438 w 10000"/>
              <a:gd name="connsiteY89-7712" fmla="*/ 4212 h 10000"/>
              <a:gd name="connsiteX90-7713" fmla="*/ 5438 w 10000"/>
              <a:gd name="connsiteY90-7714" fmla="*/ 3525 h 10000"/>
              <a:gd name="connsiteX91-7715" fmla="*/ 5631 w 10000"/>
              <a:gd name="connsiteY91-7716" fmla="*/ 2839 h 10000"/>
              <a:gd name="connsiteX92-7717" fmla="*/ 5631 w 10000"/>
              <a:gd name="connsiteY92-7718" fmla="*/ 2542 h 10000"/>
              <a:gd name="connsiteX93-7719" fmla="*/ 5631 w 10000"/>
              <a:gd name="connsiteY93-7720" fmla="*/ 2263 h 10000"/>
              <a:gd name="connsiteX94-7721" fmla="*/ 5631 w 10000"/>
              <a:gd name="connsiteY94-7722" fmla="*/ 2059 h 10000"/>
              <a:gd name="connsiteX95-7723" fmla="*/ 5631 w 10000"/>
              <a:gd name="connsiteY95-7724" fmla="*/ 1855 h 10000"/>
              <a:gd name="connsiteX96-7725" fmla="*/ 5631 w 10000"/>
              <a:gd name="connsiteY96-7726" fmla="*/ 1670 h 10000"/>
              <a:gd name="connsiteX97-7727" fmla="*/ 5631 w 10000"/>
              <a:gd name="connsiteY97-7728" fmla="*/ 1577 h 10000"/>
              <a:gd name="connsiteX98-7729" fmla="*/ 5438 w 10000"/>
              <a:gd name="connsiteY98-7730" fmla="*/ 1466 h 10000"/>
              <a:gd name="connsiteX99-7731" fmla="*/ 5438 w 10000"/>
              <a:gd name="connsiteY99-7732" fmla="*/ 1373 h 10000"/>
              <a:gd name="connsiteX100-7733" fmla="*/ 5438 w 10000"/>
              <a:gd name="connsiteY100-7734" fmla="*/ 1280 h 10000"/>
              <a:gd name="connsiteX101-7735" fmla="*/ 5196 w 10000"/>
              <a:gd name="connsiteY101-7736" fmla="*/ 1280 h 10000"/>
              <a:gd name="connsiteX102-7737" fmla="*/ 5005 w 10000"/>
              <a:gd name="connsiteY102-7738" fmla="*/ 1169 h 10000"/>
              <a:gd name="connsiteX103-7739" fmla="*/ 5005 w 10000"/>
              <a:gd name="connsiteY103-7740" fmla="*/ 1169 h 10000"/>
              <a:gd name="connsiteX104-7741" fmla="*/ 4564 w 10000"/>
              <a:gd name="connsiteY104-7742" fmla="*/ 1169 h 10000"/>
              <a:gd name="connsiteX105-7743" fmla="*/ 4367 w 10000"/>
              <a:gd name="connsiteY105-7744" fmla="*/ 1169 h 10000"/>
              <a:gd name="connsiteX106-7745" fmla="*/ 4169 w 10000"/>
              <a:gd name="connsiteY106-7746" fmla="*/ 1169 h 10000"/>
              <a:gd name="connsiteX107-7747" fmla="*/ 3741 w 10000"/>
              <a:gd name="connsiteY107-7748" fmla="*/ 1169 h 10000"/>
              <a:gd name="connsiteX108-7749" fmla="*/ 3344 w 10000"/>
              <a:gd name="connsiteY108-7750" fmla="*/ 1169 h 10000"/>
              <a:gd name="connsiteX109-7751" fmla="*/ 2714 w 10000"/>
              <a:gd name="connsiteY109-7752" fmla="*/ 1169 h 10000"/>
              <a:gd name="connsiteX110-7753" fmla="*/ 2280 w 10000"/>
              <a:gd name="connsiteY110-7754" fmla="*/ 1169 h 10000"/>
              <a:gd name="connsiteX111-7755" fmla="*/ 1651 w 10000"/>
              <a:gd name="connsiteY111-7756" fmla="*/ 1169 h 10000"/>
              <a:gd name="connsiteX112-7757" fmla="*/ 1888 w 10000"/>
              <a:gd name="connsiteY112-7758" fmla="*/ 594 h 10000"/>
              <a:gd name="connsiteX113-7759" fmla="*/ 2714 w 10000"/>
              <a:gd name="connsiteY113-7760" fmla="*/ 482 h 10000"/>
              <a:gd name="connsiteX114-7761" fmla="*/ 3540 w 10000"/>
              <a:gd name="connsiteY114-7762" fmla="*/ 482 h 10000"/>
              <a:gd name="connsiteX115-7763" fmla="*/ 3976 w 10000"/>
              <a:gd name="connsiteY115-7764" fmla="*/ 390 h 10000"/>
              <a:gd name="connsiteX116-7765" fmla="*/ 4367 w 10000"/>
              <a:gd name="connsiteY116-7766" fmla="*/ 297 h 10000"/>
              <a:gd name="connsiteX117-7767" fmla="*/ 4801 w 10000"/>
              <a:gd name="connsiteY117-7768" fmla="*/ 297 h 10000"/>
              <a:gd name="connsiteX118-7769" fmla="*/ 4801 w 10000"/>
              <a:gd name="connsiteY118-7770" fmla="*/ 204 h 10000"/>
              <a:gd name="connsiteX119-7771" fmla="*/ 4801 w 10000"/>
              <a:gd name="connsiteY119-7772" fmla="*/ 204 h 10000"/>
              <a:gd name="connsiteX0-7773" fmla="*/ 4801 w 10000"/>
              <a:gd name="connsiteY0-7774" fmla="*/ 204 h 10000"/>
              <a:gd name="connsiteX1-7775" fmla="*/ 5005 w 10000"/>
              <a:gd name="connsiteY1-7776" fmla="*/ 93 h 10000"/>
              <a:gd name="connsiteX2-7777" fmla="*/ 5438 w 10000"/>
              <a:gd name="connsiteY2-7778" fmla="*/ 93 h 10000"/>
              <a:gd name="connsiteX3-7779" fmla="*/ 5631 w 10000"/>
              <a:gd name="connsiteY3-7780" fmla="*/ 0 h 10000"/>
              <a:gd name="connsiteX4-7781" fmla="*/ 5825 w 10000"/>
              <a:gd name="connsiteY4-7782" fmla="*/ 0 h 10000"/>
              <a:gd name="connsiteX5-7783" fmla="*/ 6259 w 10000"/>
              <a:gd name="connsiteY5-7784" fmla="*/ 93 h 10000"/>
              <a:gd name="connsiteX6-7785" fmla="*/ 6890 w 10000"/>
              <a:gd name="connsiteY6-7786" fmla="*/ 204 h 10000"/>
              <a:gd name="connsiteX7-7787" fmla="*/ 7085 w 10000"/>
              <a:gd name="connsiteY7-7788" fmla="*/ 297 h 10000"/>
              <a:gd name="connsiteX8-7789" fmla="*/ 7478 w 10000"/>
              <a:gd name="connsiteY8-7790" fmla="*/ 482 h 10000"/>
              <a:gd name="connsiteX9-7791" fmla="*/ 7711 w 10000"/>
              <a:gd name="connsiteY9-7792" fmla="*/ 594 h 10000"/>
              <a:gd name="connsiteX10-7793" fmla="*/ 8114 w 10000"/>
              <a:gd name="connsiteY10-7794" fmla="*/ 686 h 10000"/>
              <a:gd name="connsiteX11-7795" fmla="*/ 8544 w 10000"/>
              <a:gd name="connsiteY11-7796" fmla="*/ 891 h 10000"/>
              <a:gd name="connsiteX12-7797" fmla="*/ 8934 w 10000"/>
              <a:gd name="connsiteY12-7798" fmla="*/ 983 h 10000"/>
              <a:gd name="connsiteX13-7799" fmla="*/ 9173 w 10000"/>
              <a:gd name="connsiteY13-7800" fmla="*/ 1169 h 10000"/>
              <a:gd name="connsiteX14-7801" fmla="*/ 9568 w 10000"/>
              <a:gd name="connsiteY14-7802" fmla="*/ 1280 h 10000"/>
              <a:gd name="connsiteX15-7803" fmla="*/ 9762 w 10000"/>
              <a:gd name="connsiteY15-7804" fmla="*/ 1373 h 10000"/>
              <a:gd name="connsiteX16-7805" fmla="*/ 9762 w 10000"/>
              <a:gd name="connsiteY16-7806" fmla="*/ 1466 h 10000"/>
              <a:gd name="connsiteX17-7807" fmla="*/ 10000 w 10000"/>
              <a:gd name="connsiteY17-7808" fmla="*/ 1466 h 10000"/>
              <a:gd name="connsiteX18-7809" fmla="*/ 10000 w 10000"/>
              <a:gd name="connsiteY18-7810" fmla="*/ 1577 h 10000"/>
              <a:gd name="connsiteX19-7811" fmla="*/ 10000 w 10000"/>
              <a:gd name="connsiteY19-7812" fmla="*/ 1670 h 10000"/>
              <a:gd name="connsiteX20-7813" fmla="*/ 9762 w 10000"/>
              <a:gd name="connsiteY20-7814" fmla="*/ 1763 h 10000"/>
              <a:gd name="connsiteX21-7815" fmla="*/ 9568 w 10000"/>
              <a:gd name="connsiteY21-7816" fmla="*/ 1763 h 10000"/>
              <a:gd name="connsiteX22-7817" fmla="*/ 9371 w 10000"/>
              <a:gd name="connsiteY22-7818" fmla="*/ 1855 h 10000"/>
              <a:gd name="connsiteX23-7819" fmla="*/ 9173 w 10000"/>
              <a:gd name="connsiteY23-7820" fmla="*/ 1855 h 10000"/>
              <a:gd name="connsiteX24-7821" fmla="*/ 9173 w 10000"/>
              <a:gd name="connsiteY24-7822" fmla="*/ 1967 h 10000"/>
              <a:gd name="connsiteX25-7823" fmla="*/ 8934 w 10000"/>
              <a:gd name="connsiteY25-7824" fmla="*/ 2059 h 10000"/>
              <a:gd name="connsiteX26-7825" fmla="*/ 8740 w 10000"/>
              <a:gd name="connsiteY26-7826" fmla="*/ 2263 h 10000"/>
              <a:gd name="connsiteX27-7827" fmla="*/ 8740 w 10000"/>
              <a:gd name="connsiteY27-7828" fmla="*/ 2449 h 10000"/>
              <a:gd name="connsiteX28-7829" fmla="*/ 8544 w 10000"/>
              <a:gd name="connsiteY28-7830" fmla="*/ 2653 h 10000"/>
              <a:gd name="connsiteX29-7831" fmla="*/ 8544 w 10000"/>
              <a:gd name="connsiteY29-7832" fmla="*/ 2950 h 10000"/>
              <a:gd name="connsiteX30-7833" fmla="*/ 8544 w 10000"/>
              <a:gd name="connsiteY30-7834" fmla="*/ 3135 h 10000"/>
              <a:gd name="connsiteX31-7835" fmla="*/ 8305 w 10000"/>
              <a:gd name="connsiteY31-7836" fmla="*/ 3432 h 10000"/>
              <a:gd name="connsiteX32-7837" fmla="*/ 8305 w 10000"/>
              <a:gd name="connsiteY32-7838" fmla="*/ 3822 h 10000"/>
              <a:gd name="connsiteX33-7839" fmla="*/ 8114 w 10000"/>
              <a:gd name="connsiteY33-7840" fmla="*/ 4119 h 10000"/>
              <a:gd name="connsiteX34-7841" fmla="*/ 7913 w 10000"/>
              <a:gd name="connsiteY34-7842" fmla="*/ 4508 h 10000"/>
              <a:gd name="connsiteX35-7843" fmla="*/ 7711 w 10000"/>
              <a:gd name="connsiteY35-7844" fmla="*/ 4898 h 10000"/>
              <a:gd name="connsiteX36-7845" fmla="*/ 7478 w 10000"/>
              <a:gd name="connsiteY36-7846" fmla="*/ 5288 h 10000"/>
              <a:gd name="connsiteX37-7847" fmla="*/ 7085 w 10000"/>
              <a:gd name="connsiteY37-7848" fmla="*/ 6178 h 10000"/>
              <a:gd name="connsiteX38-7849" fmla="*/ 6890 w 10000"/>
              <a:gd name="connsiteY38-7850" fmla="*/ 6568 h 10000"/>
              <a:gd name="connsiteX39-7851" fmla="*/ 6657 w 10000"/>
              <a:gd name="connsiteY39-7852" fmla="*/ 6957 h 10000"/>
              <a:gd name="connsiteX40-7853" fmla="*/ 6458 w 10000"/>
              <a:gd name="connsiteY40-7854" fmla="*/ 7347 h 10000"/>
              <a:gd name="connsiteX41-7855" fmla="*/ 6259 w 10000"/>
              <a:gd name="connsiteY41-7856" fmla="*/ 7737 h 10000"/>
              <a:gd name="connsiteX42-7857" fmla="*/ 6021 w 10000"/>
              <a:gd name="connsiteY42-7858" fmla="*/ 8033 h 10000"/>
              <a:gd name="connsiteX43-7859" fmla="*/ 6021 w 10000"/>
              <a:gd name="connsiteY43-7860" fmla="*/ 8237 h 10000"/>
              <a:gd name="connsiteX44-7861" fmla="*/ 5825 w 10000"/>
              <a:gd name="connsiteY44-7862" fmla="*/ 8534 h 10000"/>
              <a:gd name="connsiteX45-7863" fmla="*/ 5631 w 10000"/>
              <a:gd name="connsiteY45-7864" fmla="*/ 8720 h 10000"/>
              <a:gd name="connsiteX46-7865" fmla="*/ 5196 w 10000"/>
              <a:gd name="connsiteY46-7866" fmla="*/ 9017 h 10000"/>
              <a:gd name="connsiteX47-7867" fmla="*/ 4801 w 10000"/>
              <a:gd name="connsiteY47-7868" fmla="*/ 9314 h 10000"/>
              <a:gd name="connsiteX48-7869" fmla="*/ 4367 w 10000"/>
              <a:gd name="connsiteY48-7870" fmla="*/ 9610 h 10000"/>
              <a:gd name="connsiteX49-7871" fmla="*/ 3976 w 10000"/>
              <a:gd name="connsiteY49-7872" fmla="*/ 9703 h 10000"/>
              <a:gd name="connsiteX50-7873" fmla="*/ 3540 w 10000"/>
              <a:gd name="connsiteY50-7874" fmla="*/ 9889 h 10000"/>
              <a:gd name="connsiteX51-7875" fmla="*/ 3106 w 10000"/>
              <a:gd name="connsiteY51-7876" fmla="*/ 10000 h 10000"/>
              <a:gd name="connsiteX52-7877" fmla="*/ 2714 w 10000"/>
              <a:gd name="connsiteY52-7878" fmla="*/ 10000 h 10000"/>
              <a:gd name="connsiteX53-7879" fmla="*/ 2280 w 10000"/>
              <a:gd name="connsiteY53-7880" fmla="*/ 10000 h 10000"/>
              <a:gd name="connsiteX54-7881" fmla="*/ 2280 w 10000"/>
              <a:gd name="connsiteY54-7882" fmla="*/ 9889 h 10000"/>
              <a:gd name="connsiteX55-7883" fmla="*/ 2081 w 10000"/>
              <a:gd name="connsiteY55-7884" fmla="*/ 9889 h 10000"/>
              <a:gd name="connsiteX56-7885" fmla="*/ 2081 w 10000"/>
              <a:gd name="connsiteY56-7886" fmla="*/ 9796 h 10000"/>
              <a:gd name="connsiteX57-7887" fmla="*/ 2081 w 10000"/>
              <a:gd name="connsiteY57-7888" fmla="*/ 9610 h 10000"/>
              <a:gd name="connsiteX58-7889" fmla="*/ 2081 w 10000"/>
              <a:gd name="connsiteY58-7890" fmla="*/ 9499 h 10000"/>
              <a:gd name="connsiteX59-7891" fmla="*/ 2081 w 10000"/>
              <a:gd name="connsiteY59-7892" fmla="*/ 9406 h 10000"/>
              <a:gd name="connsiteX60-7893" fmla="*/ 2081 w 10000"/>
              <a:gd name="connsiteY60-7894" fmla="*/ 9202 h 10000"/>
              <a:gd name="connsiteX61-7895" fmla="*/ 2081 w 10000"/>
              <a:gd name="connsiteY61-7896" fmla="*/ 9017 h 10000"/>
              <a:gd name="connsiteX62-7897" fmla="*/ 1888 w 10000"/>
              <a:gd name="connsiteY62-7898" fmla="*/ 8813 h 10000"/>
              <a:gd name="connsiteX63-7899" fmla="*/ 1651 w 10000"/>
              <a:gd name="connsiteY63-7900" fmla="*/ 8534 h 10000"/>
              <a:gd name="connsiteX64-7901" fmla="*/ 1258 w 10000"/>
              <a:gd name="connsiteY64-7902" fmla="*/ 8126 h 10000"/>
              <a:gd name="connsiteX65-7903" fmla="*/ 1061 w 10000"/>
              <a:gd name="connsiteY65-7904" fmla="*/ 7737 h 10000"/>
              <a:gd name="connsiteX66-7905" fmla="*/ 431 w 10000"/>
              <a:gd name="connsiteY66-7906" fmla="*/ 7347 h 10000"/>
              <a:gd name="connsiteX67-7907" fmla="*/ 0 w 10000"/>
              <a:gd name="connsiteY67-7908" fmla="*/ 6753 h 10000"/>
              <a:gd name="connsiteX68-7909" fmla="*/ 431 w 10000"/>
              <a:gd name="connsiteY68-7910" fmla="*/ 6957 h 10000"/>
              <a:gd name="connsiteX69-7911" fmla="*/ 1061 w 10000"/>
              <a:gd name="connsiteY69-7912" fmla="*/ 7161 h 10000"/>
              <a:gd name="connsiteX70-7913" fmla="*/ 1453 w 10000"/>
              <a:gd name="connsiteY70-7914" fmla="*/ 7347 h 10000"/>
              <a:gd name="connsiteX71-7915" fmla="*/ 1888 w 10000"/>
              <a:gd name="connsiteY71-7916" fmla="*/ 7440 h 10000"/>
              <a:gd name="connsiteX72-7917" fmla="*/ 2280 w 10000"/>
              <a:gd name="connsiteY72-7918" fmla="*/ 7551 h 10000"/>
              <a:gd name="connsiteX73-7919" fmla="*/ 2522 w 10000"/>
              <a:gd name="connsiteY73-7920" fmla="*/ 7551 h 10000"/>
              <a:gd name="connsiteX74-7921" fmla="*/ 2714 w 10000"/>
              <a:gd name="connsiteY74-7922" fmla="*/ 7644 h 10000"/>
              <a:gd name="connsiteX75-7923" fmla="*/ 2913 w 10000"/>
              <a:gd name="connsiteY75-7924" fmla="*/ 7644 h 10000"/>
              <a:gd name="connsiteX76-7925" fmla="*/ 3106 w 10000"/>
              <a:gd name="connsiteY76-7926" fmla="*/ 7644 h 10000"/>
              <a:gd name="connsiteX77-7927" fmla="*/ 3344 w 10000"/>
              <a:gd name="connsiteY77-7928" fmla="*/ 7644 h 10000"/>
              <a:gd name="connsiteX78-7929" fmla="*/ 3540 w 10000"/>
              <a:gd name="connsiteY78-7930" fmla="*/ 7551 h 10000"/>
              <a:gd name="connsiteX79-7931" fmla="*/ 3741 w 10000"/>
              <a:gd name="connsiteY79-7932" fmla="*/ 7440 h 10000"/>
              <a:gd name="connsiteX80-7933" fmla="*/ 3741 w 10000"/>
              <a:gd name="connsiteY80-7934" fmla="*/ 7347 h 10000"/>
              <a:gd name="connsiteX81-7935" fmla="*/ 3976 w 10000"/>
              <a:gd name="connsiteY81-7936" fmla="*/ 7254 h 10000"/>
              <a:gd name="connsiteX82-7937" fmla="*/ 4169 w 10000"/>
              <a:gd name="connsiteY82-7938" fmla="*/ 7050 h 10000"/>
              <a:gd name="connsiteX83-7939" fmla="*/ 4169 w 10000"/>
              <a:gd name="connsiteY83-7940" fmla="*/ 6865 h 10000"/>
              <a:gd name="connsiteX84-7941" fmla="*/ 4367 w 10000"/>
              <a:gd name="connsiteY84-7942" fmla="*/ 6660 h 10000"/>
              <a:gd name="connsiteX85-7943" fmla="*/ 4564 w 10000"/>
              <a:gd name="connsiteY85-7944" fmla="*/ 6364 h 10000"/>
              <a:gd name="connsiteX86-7945" fmla="*/ 4801 w 10000"/>
              <a:gd name="connsiteY86-7946" fmla="*/ 6067 h 10000"/>
              <a:gd name="connsiteX87-7947" fmla="*/ 4801 w 10000"/>
              <a:gd name="connsiteY87-7948" fmla="*/ 5677 h 10000"/>
              <a:gd name="connsiteX88-7949" fmla="*/ 5196 w 10000"/>
              <a:gd name="connsiteY88-7950" fmla="*/ 4991 h 10000"/>
              <a:gd name="connsiteX89-7951" fmla="*/ 5438 w 10000"/>
              <a:gd name="connsiteY89-7952" fmla="*/ 4212 h 10000"/>
              <a:gd name="connsiteX90-7953" fmla="*/ 5438 w 10000"/>
              <a:gd name="connsiteY90-7954" fmla="*/ 3525 h 10000"/>
              <a:gd name="connsiteX91-7955" fmla="*/ 5631 w 10000"/>
              <a:gd name="connsiteY91-7956" fmla="*/ 2839 h 10000"/>
              <a:gd name="connsiteX92-7957" fmla="*/ 5631 w 10000"/>
              <a:gd name="connsiteY92-7958" fmla="*/ 2542 h 10000"/>
              <a:gd name="connsiteX93-7959" fmla="*/ 5631 w 10000"/>
              <a:gd name="connsiteY93-7960" fmla="*/ 2263 h 10000"/>
              <a:gd name="connsiteX94-7961" fmla="*/ 5631 w 10000"/>
              <a:gd name="connsiteY94-7962" fmla="*/ 2059 h 10000"/>
              <a:gd name="connsiteX95-7963" fmla="*/ 5631 w 10000"/>
              <a:gd name="connsiteY95-7964" fmla="*/ 1855 h 10000"/>
              <a:gd name="connsiteX96-7965" fmla="*/ 5631 w 10000"/>
              <a:gd name="connsiteY96-7966" fmla="*/ 1670 h 10000"/>
              <a:gd name="connsiteX97-7967" fmla="*/ 5631 w 10000"/>
              <a:gd name="connsiteY97-7968" fmla="*/ 1577 h 10000"/>
              <a:gd name="connsiteX98-7969" fmla="*/ 5438 w 10000"/>
              <a:gd name="connsiteY98-7970" fmla="*/ 1466 h 10000"/>
              <a:gd name="connsiteX99-7971" fmla="*/ 5438 w 10000"/>
              <a:gd name="connsiteY99-7972" fmla="*/ 1373 h 10000"/>
              <a:gd name="connsiteX100-7973" fmla="*/ 5438 w 10000"/>
              <a:gd name="connsiteY100-7974" fmla="*/ 1280 h 10000"/>
              <a:gd name="connsiteX101-7975" fmla="*/ 5196 w 10000"/>
              <a:gd name="connsiteY101-7976" fmla="*/ 1280 h 10000"/>
              <a:gd name="connsiteX102-7977" fmla="*/ 5005 w 10000"/>
              <a:gd name="connsiteY102-7978" fmla="*/ 1169 h 10000"/>
              <a:gd name="connsiteX103-7979" fmla="*/ 5005 w 10000"/>
              <a:gd name="connsiteY103-7980" fmla="*/ 1169 h 10000"/>
              <a:gd name="connsiteX104-7981" fmla="*/ 4564 w 10000"/>
              <a:gd name="connsiteY104-7982" fmla="*/ 1169 h 10000"/>
              <a:gd name="connsiteX105-7983" fmla="*/ 4367 w 10000"/>
              <a:gd name="connsiteY105-7984" fmla="*/ 1169 h 10000"/>
              <a:gd name="connsiteX106-7985" fmla="*/ 4169 w 10000"/>
              <a:gd name="connsiteY106-7986" fmla="*/ 1169 h 10000"/>
              <a:gd name="connsiteX107-7987" fmla="*/ 3741 w 10000"/>
              <a:gd name="connsiteY107-7988" fmla="*/ 1169 h 10000"/>
              <a:gd name="connsiteX108-7989" fmla="*/ 3344 w 10000"/>
              <a:gd name="connsiteY108-7990" fmla="*/ 1169 h 10000"/>
              <a:gd name="connsiteX109-7991" fmla="*/ 2714 w 10000"/>
              <a:gd name="connsiteY109-7992" fmla="*/ 1169 h 10000"/>
              <a:gd name="connsiteX110-7993" fmla="*/ 2280 w 10000"/>
              <a:gd name="connsiteY110-7994" fmla="*/ 1169 h 10000"/>
              <a:gd name="connsiteX111-7995" fmla="*/ 1888 w 10000"/>
              <a:gd name="connsiteY111-7996" fmla="*/ 594 h 10000"/>
              <a:gd name="connsiteX112-7997" fmla="*/ 2714 w 10000"/>
              <a:gd name="connsiteY112-7998" fmla="*/ 482 h 10000"/>
              <a:gd name="connsiteX113-7999" fmla="*/ 3540 w 10000"/>
              <a:gd name="connsiteY113-8000" fmla="*/ 482 h 10000"/>
              <a:gd name="connsiteX114-8001" fmla="*/ 3976 w 10000"/>
              <a:gd name="connsiteY114-8002" fmla="*/ 390 h 10000"/>
              <a:gd name="connsiteX115-8003" fmla="*/ 4367 w 10000"/>
              <a:gd name="connsiteY115-8004" fmla="*/ 297 h 10000"/>
              <a:gd name="connsiteX116-8005" fmla="*/ 4801 w 10000"/>
              <a:gd name="connsiteY116-8006" fmla="*/ 297 h 10000"/>
              <a:gd name="connsiteX117-8007" fmla="*/ 4801 w 10000"/>
              <a:gd name="connsiteY117-8008" fmla="*/ 204 h 10000"/>
              <a:gd name="connsiteX118-8009" fmla="*/ 4801 w 10000"/>
              <a:gd name="connsiteY118-8010" fmla="*/ 204 h 10000"/>
              <a:gd name="connsiteX0-8011" fmla="*/ 4801 w 10000"/>
              <a:gd name="connsiteY0-8012" fmla="*/ 204 h 10000"/>
              <a:gd name="connsiteX1-8013" fmla="*/ 5005 w 10000"/>
              <a:gd name="connsiteY1-8014" fmla="*/ 93 h 10000"/>
              <a:gd name="connsiteX2-8015" fmla="*/ 5438 w 10000"/>
              <a:gd name="connsiteY2-8016" fmla="*/ 93 h 10000"/>
              <a:gd name="connsiteX3-8017" fmla="*/ 5631 w 10000"/>
              <a:gd name="connsiteY3-8018" fmla="*/ 0 h 10000"/>
              <a:gd name="connsiteX4-8019" fmla="*/ 5825 w 10000"/>
              <a:gd name="connsiteY4-8020" fmla="*/ 0 h 10000"/>
              <a:gd name="connsiteX5-8021" fmla="*/ 6259 w 10000"/>
              <a:gd name="connsiteY5-8022" fmla="*/ 93 h 10000"/>
              <a:gd name="connsiteX6-8023" fmla="*/ 6890 w 10000"/>
              <a:gd name="connsiteY6-8024" fmla="*/ 204 h 10000"/>
              <a:gd name="connsiteX7-8025" fmla="*/ 7085 w 10000"/>
              <a:gd name="connsiteY7-8026" fmla="*/ 297 h 10000"/>
              <a:gd name="connsiteX8-8027" fmla="*/ 7478 w 10000"/>
              <a:gd name="connsiteY8-8028" fmla="*/ 482 h 10000"/>
              <a:gd name="connsiteX9-8029" fmla="*/ 7711 w 10000"/>
              <a:gd name="connsiteY9-8030" fmla="*/ 594 h 10000"/>
              <a:gd name="connsiteX10-8031" fmla="*/ 8114 w 10000"/>
              <a:gd name="connsiteY10-8032" fmla="*/ 686 h 10000"/>
              <a:gd name="connsiteX11-8033" fmla="*/ 8544 w 10000"/>
              <a:gd name="connsiteY11-8034" fmla="*/ 891 h 10000"/>
              <a:gd name="connsiteX12-8035" fmla="*/ 8934 w 10000"/>
              <a:gd name="connsiteY12-8036" fmla="*/ 983 h 10000"/>
              <a:gd name="connsiteX13-8037" fmla="*/ 9173 w 10000"/>
              <a:gd name="connsiteY13-8038" fmla="*/ 1169 h 10000"/>
              <a:gd name="connsiteX14-8039" fmla="*/ 9568 w 10000"/>
              <a:gd name="connsiteY14-8040" fmla="*/ 1280 h 10000"/>
              <a:gd name="connsiteX15-8041" fmla="*/ 9762 w 10000"/>
              <a:gd name="connsiteY15-8042" fmla="*/ 1373 h 10000"/>
              <a:gd name="connsiteX16-8043" fmla="*/ 9762 w 10000"/>
              <a:gd name="connsiteY16-8044" fmla="*/ 1466 h 10000"/>
              <a:gd name="connsiteX17-8045" fmla="*/ 10000 w 10000"/>
              <a:gd name="connsiteY17-8046" fmla="*/ 1466 h 10000"/>
              <a:gd name="connsiteX18-8047" fmla="*/ 10000 w 10000"/>
              <a:gd name="connsiteY18-8048" fmla="*/ 1577 h 10000"/>
              <a:gd name="connsiteX19-8049" fmla="*/ 10000 w 10000"/>
              <a:gd name="connsiteY19-8050" fmla="*/ 1670 h 10000"/>
              <a:gd name="connsiteX20-8051" fmla="*/ 9762 w 10000"/>
              <a:gd name="connsiteY20-8052" fmla="*/ 1763 h 10000"/>
              <a:gd name="connsiteX21-8053" fmla="*/ 9568 w 10000"/>
              <a:gd name="connsiteY21-8054" fmla="*/ 1763 h 10000"/>
              <a:gd name="connsiteX22-8055" fmla="*/ 9371 w 10000"/>
              <a:gd name="connsiteY22-8056" fmla="*/ 1855 h 10000"/>
              <a:gd name="connsiteX23-8057" fmla="*/ 9173 w 10000"/>
              <a:gd name="connsiteY23-8058" fmla="*/ 1855 h 10000"/>
              <a:gd name="connsiteX24-8059" fmla="*/ 9173 w 10000"/>
              <a:gd name="connsiteY24-8060" fmla="*/ 1967 h 10000"/>
              <a:gd name="connsiteX25-8061" fmla="*/ 8934 w 10000"/>
              <a:gd name="connsiteY25-8062" fmla="*/ 2059 h 10000"/>
              <a:gd name="connsiteX26-8063" fmla="*/ 8740 w 10000"/>
              <a:gd name="connsiteY26-8064" fmla="*/ 2263 h 10000"/>
              <a:gd name="connsiteX27-8065" fmla="*/ 8740 w 10000"/>
              <a:gd name="connsiteY27-8066" fmla="*/ 2449 h 10000"/>
              <a:gd name="connsiteX28-8067" fmla="*/ 8544 w 10000"/>
              <a:gd name="connsiteY28-8068" fmla="*/ 2653 h 10000"/>
              <a:gd name="connsiteX29-8069" fmla="*/ 8544 w 10000"/>
              <a:gd name="connsiteY29-8070" fmla="*/ 2950 h 10000"/>
              <a:gd name="connsiteX30-8071" fmla="*/ 8544 w 10000"/>
              <a:gd name="connsiteY30-8072" fmla="*/ 3135 h 10000"/>
              <a:gd name="connsiteX31-8073" fmla="*/ 8305 w 10000"/>
              <a:gd name="connsiteY31-8074" fmla="*/ 3432 h 10000"/>
              <a:gd name="connsiteX32-8075" fmla="*/ 8305 w 10000"/>
              <a:gd name="connsiteY32-8076" fmla="*/ 3822 h 10000"/>
              <a:gd name="connsiteX33-8077" fmla="*/ 8114 w 10000"/>
              <a:gd name="connsiteY33-8078" fmla="*/ 4119 h 10000"/>
              <a:gd name="connsiteX34-8079" fmla="*/ 7913 w 10000"/>
              <a:gd name="connsiteY34-8080" fmla="*/ 4508 h 10000"/>
              <a:gd name="connsiteX35-8081" fmla="*/ 7711 w 10000"/>
              <a:gd name="connsiteY35-8082" fmla="*/ 4898 h 10000"/>
              <a:gd name="connsiteX36-8083" fmla="*/ 7478 w 10000"/>
              <a:gd name="connsiteY36-8084" fmla="*/ 5288 h 10000"/>
              <a:gd name="connsiteX37-8085" fmla="*/ 7085 w 10000"/>
              <a:gd name="connsiteY37-8086" fmla="*/ 6178 h 10000"/>
              <a:gd name="connsiteX38-8087" fmla="*/ 6890 w 10000"/>
              <a:gd name="connsiteY38-8088" fmla="*/ 6568 h 10000"/>
              <a:gd name="connsiteX39-8089" fmla="*/ 6657 w 10000"/>
              <a:gd name="connsiteY39-8090" fmla="*/ 6957 h 10000"/>
              <a:gd name="connsiteX40-8091" fmla="*/ 6458 w 10000"/>
              <a:gd name="connsiteY40-8092" fmla="*/ 7347 h 10000"/>
              <a:gd name="connsiteX41-8093" fmla="*/ 6259 w 10000"/>
              <a:gd name="connsiteY41-8094" fmla="*/ 7737 h 10000"/>
              <a:gd name="connsiteX42-8095" fmla="*/ 6021 w 10000"/>
              <a:gd name="connsiteY42-8096" fmla="*/ 8033 h 10000"/>
              <a:gd name="connsiteX43-8097" fmla="*/ 6021 w 10000"/>
              <a:gd name="connsiteY43-8098" fmla="*/ 8237 h 10000"/>
              <a:gd name="connsiteX44-8099" fmla="*/ 5825 w 10000"/>
              <a:gd name="connsiteY44-8100" fmla="*/ 8534 h 10000"/>
              <a:gd name="connsiteX45-8101" fmla="*/ 5631 w 10000"/>
              <a:gd name="connsiteY45-8102" fmla="*/ 8720 h 10000"/>
              <a:gd name="connsiteX46-8103" fmla="*/ 5196 w 10000"/>
              <a:gd name="connsiteY46-8104" fmla="*/ 9017 h 10000"/>
              <a:gd name="connsiteX47-8105" fmla="*/ 4801 w 10000"/>
              <a:gd name="connsiteY47-8106" fmla="*/ 9314 h 10000"/>
              <a:gd name="connsiteX48-8107" fmla="*/ 4367 w 10000"/>
              <a:gd name="connsiteY48-8108" fmla="*/ 9610 h 10000"/>
              <a:gd name="connsiteX49-8109" fmla="*/ 3976 w 10000"/>
              <a:gd name="connsiteY49-8110" fmla="*/ 9703 h 10000"/>
              <a:gd name="connsiteX50-8111" fmla="*/ 3540 w 10000"/>
              <a:gd name="connsiteY50-8112" fmla="*/ 9889 h 10000"/>
              <a:gd name="connsiteX51-8113" fmla="*/ 3106 w 10000"/>
              <a:gd name="connsiteY51-8114" fmla="*/ 10000 h 10000"/>
              <a:gd name="connsiteX52-8115" fmla="*/ 2714 w 10000"/>
              <a:gd name="connsiteY52-8116" fmla="*/ 10000 h 10000"/>
              <a:gd name="connsiteX53-8117" fmla="*/ 2280 w 10000"/>
              <a:gd name="connsiteY53-8118" fmla="*/ 10000 h 10000"/>
              <a:gd name="connsiteX54-8119" fmla="*/ 2280 w 10000"/>
              <a:gd name="connsiteY54-8120" fmla="*/ 9889 h 10000"/>
              <a:gd name="connsiteX55-8121" fmla="*/ 2081 w 10000"/>
              <a:gd name="connsiteY55-8122" fmla="*/ 9889 h 10000"/>
              <a:gd name="connsiteX56-8123" fmla="*/ 2081 w 10000"/>
              <a:gd name="connsiteY56-8124" fmla="*/ 9796 h 10000"/>
              <a:gd name="connsiteX57-8125" fmla="*/ 2081 w 10000"/>
              <a:gd name="connsiteY57-8126" fmla="*/ 9610 h 10000"/>
              <a:gd name="connsiteX58-8127" fmla="*/ 2081 w 10000"/>
              <a:gd name="connsiteY58-8128" fmla="*/ 9499 h 10000"/>
              <a:gd name="connsiteX59-8129" fmla="*/ 2081 w 10000"/>
              <a:gd name="connsiteY59-8130" fmla="*/ 9406 h 10000"/>
              <a:gd name="connsiteX60-8131" fmla="*/ 2081 w 10000"/>
              <a:gd name="connsiteY60-8132" fmla="*/ 9202 h 10000"/>
              <a:gd name="connsiteX61-8133" fmla="*/ 2081 w 10000"/>
              <a:gd name="connsiteY61-8134" fmla="*/ 9017 h 10000"/>
              <a:gd name="connsiteX62-8135" fmla="*/ 1888 w 10000"/>
              <a:gd name="connsiteY62-8136" fmla="*/ 8813 h 10000"/>
              <a:gd name="connsiteX63-8137" fmla="*/ 1651 w 10000"/>
              <a:gd name="connsiteY63-8138" fmla="*/ 8534 h 10000"/>
              <a:gd name="connsiteX64-8139" fmla="*/ 1258 w 10000"/>
              <a:gd name="connsiteY64-8140" fmla="*/ 8126 h 10000"/>
              <a:gd name="connsiteX65-8141" fmla="*/ 1061 w 10000"/>
              <a:gd name="connsiteY65-8142" fmla="*/ 7737 h 10000"/>
              <a:gd name="connsiteX66-8143" fmla="*/ 431 w 10000"/>
              <a:gd name="connsiteY66-8144" fmla="*/ 7347 h 10000"/>
              <a:gd name="connsiteX67-8145" fmla="*/ 0 w 10000"/>
              <a:gd name="connsiteY67-8146" fmla="*/ 6753 h 10000"/>
              <a:gd name="connsiteX68-8147" fmla="*/ 431 w 10000"/>
              <a:gd name="connsiteY68-8148" fmla="*/ 6957 h 10000"/>
              <a:gd name="connsiteX69-8149" fmla="*/ 1061 w 10000"/>
              <a:gd name="connsiteY69-8150" fmla="*/ 7161 h 10000"/>
              <a:gd name="connsiteX70-8151" fmla="*/ 1453 w 10000"/>
              <a:gd name="connsiteY70-8152" fmla="*/ 7347 h 10000"/>
              <a:gd name="connsiteX71-8153" fmla="*/ 1888 w 10000"/>
              <a:gd name="connsiteY71-8154" fmla="*/ 7440 h 10000"/>
              <a:gd name="connsiteX72-8155" fmla="*/ 2280 w 10000"/>
              <a:gd name="connsiteY72-8156" fmla="*/ 7551 h 10000"/>
              <a:gd name="connsiteX73-8157" fmla="*/ 2522 w 10000"/>
              <a:gd name="connsiteY73-8158" fmla="*/ 7551 h 10000"/>
              <a:gd name="connsiteX74-8159" fmla="*/ 2714 w 10000"/>
              <a:gd name="connsiteY74-8160" fmla="*/ 7644 h 10000"/>
              <a:gd name="connsiteX75-8161" fmla="*/ 2913 w 10000"/>
              <a:gd name="connsiteY75-8162" fmla="*/ 7644 h 10000"/>
              <a:gd name="connsiteX76-8163" fmla="*/ 3106 w 10000"/>
              <a:gd name="connsiteY76-8164" fmla="*/ 7644 h 10000"/>
              <a:gd name="connsiteX77-8165" fmla="*/ 3344 w 10000"/>
              <a:gd name="connsiteY77-8166" fmla="*/ 7644 h 10000"/>
              <a:gd name="connsiteX78-8167" fmla="*/ 3540 w 10000"/>
              <a:gd name="connsiteY78-8168" fmla="*/ 7551 h 10000"/>
              <a:gd name="connsiteX79-8169" fmla="*/ 3741 w 10000"/>
              <a:gd name="connsiteY79-8170" fmla="*/ 7440 h 10000"/>
              <a:gd name="connsiteX80-8171" fmla="*/ 3741 w 10000"/>
              <a:gd name="connsiteY80-8172" fmla="*/ 7347 h 10000"/>
              <a:gd name="connsiteX81-8173" fmla="*/ 3976 w 10000"/>
              <a:gd name="connsiteY81-8174" fmla="*/ 7254 h 10000"/>
              <a:gd name="connsiteX82-8175" fmla="*/ 4169 w 10000"/>
              <a:gd name="connsiteY82-8176" fmla="*/ 7050 h 10000"/>
              <a:gd name="connsiteX83-8177" fmla="*/ 4169 w 10000"/>
              <a:gd name="connsiteY83-8178" fmla="*/ 6865 h 10000"/>
              <a:gd name="connsiteX84-8179" fmla="*/ 4367 w 10000"/>
              <a:gd name="connsiteY84-8180" fmla="*/ 6660 h 10000"/>
              <a:gd name="connsiteX85-8181" fmla="*/ 4564 w 10000"/>
              <a:gd name="connsiteY85-8182" fmla="*/ 6364 h 10000"/>
              <a:gd name="connsiteX86-8183" fmla="*/ 4801 w 10000"/>
              <a:gd name="connsiteY86-8184" fmla="*/ 6067 h 10000"/>
              <a:gd name="connsiteX87-8185" fmla="*/ 4801 w 10000"/>
              <a:gd name="connsiteY87-8186" fmla="*/ 5677 h 10000"/>
              <a:gd name="connsiteX88-8187" fmla="*/ 5196 w 10000"/>
              <a:gd name="connsiteY88-8188" fmla="*/ 4991 h 10000"/>
              <a:gd name="connsiteX89-8189" fmla="*/ 5438 w 10000"/>
              <a:gd name="connsiteY89-8190" fmla="*/ 4212 h 10000"/>
              <a:gd name="connsiteX90-8191" fmla="*/ 5438 w 10000"/>
              <a:gd name="connsiteY90-8192" fmla="*/ 3525 h 10000"/>
              <a:gd name="connsiteX91-8193" fmla="*/ 5631 w 10000"/>
              <a:gd name="connsiteY91-8194" fmla="*/ 2839 h 10000"/>
              <a:gd name="connsiteX92-8195" fmla="*/ 5631 w 10000"/>
              <a:gd name="connsiteY92-8196" fmla="*/ 2542 h 10000"/>
              <a:gd name="connsiteX93-8197" fmla="*/ 5631 w 10000"/>
              <a:gd name="connsiteY93-8198" fmla="*/ 2263 h 10000"/>
              <a:gd name="connsiteX94-8199" fmla="*/ 5631 w 10000"/>
              <a:gd name="connsiteY94-8200" fmla="*/ 2059 h 10000"/>
              <a:gd name="connsiteX95-8201" fmla="*/ 5631 w 10000"/>
              <a:gd name="connsiteY95-8202" fmla="*/ 1855 h 10000"/>
              <a:gd name="connsiteX96-8203" fmla="*/ 5631 w 10000"/>
              <a:gd name="connsiteY96-8204" fmla="*/ 1670 h 10000"/>
              <a:gd name="connsiteX97-8205" fmla="*/ 5631 w 10000"/>
              <a:gd name="connsiteY97-8206" fmla="*/ 1577 h 10000"/>
              <a:gd name="connsiteX98-8207" fmla="*/ 5438 w 10000"/>
              <a:gd name="connsiteY98-8208" fmla="*/ 1466 h 10000"/>
              <a:gd name="connsiteX99-8209" fmla="*/ 5438 w 10000"/>
              <a:gd name="connsiteY99-8210" fmla="*/ 1373 h 10000"/>
              <a:gd name="connsiteX100-8211" fmla="*/ 5438 w 10000"/>
              <a:gd name="connsiteY100-8212" fmla="*/ 1280 h 10000"/>
              <a:gd name="connsiteX101-8213" fmla="*/ 5196 w 10000"/>
              <a:gd name="connsiteY101-8214" fmla="*/ 1280 h 10000"/>
              <a:gd name="connsiteX102-8215" fmla="*/ 5005 w 10000"/>
              <a:gd name="connsiteY102-8216" fmla="*/ 1169 h 10000"/>
              <a:gd name="connsiteX103-8217" fmla="*/ 5005 w 10000"/>
              <a:gd name="connsiteY103-8218" fmla="*/ 1169 h 10000"/>
              <a:gd name="connsiteX104-8219" fmla="*/ 4564 w 10000"/>
              <a:gd name="connsiteY104-8220" fmla="*/ 1169 h 10000"/>
              <a:gd name="connsiteX105-8221" fmla="*/ 4367 w 10000"/>
              <a:gd name="connsiteY105-8222" fmla="*/ 1169 h 10000"/>
              <a:gd name="connsiteX106-8223" fmla="*/ 4169 w 10000"/>
              <a:gd name="connsiteY106-8224" fmla="*/ 1169 h 10000"/>
              <a:gd name="connsiteX107-8225" fmla="*/ 3741 w 10000"/>
              <a:gd name="connsiteY107-8226" fmla="*/ 1169 h 10000"/>
              <a:gd name="connsiteX108-8227" fmla="*/ 3344 w 10000"/>
              <a:gd name="connsiteY108-8228" fmla="*/ 1169 h 10000"/>
              <a:gd name="connsiteX109-8229" fmla="*/ 2714 w 10000"/>
              <a:gd name="connsiteY109-8230" fmla="*/ 1169 h 10000"/>
              <a:gd name="connsiteX110-8231" fmla="*/ 1888 w 10000"/>
              <a:gd name="connsiteY110-8232" fmla="*/ 594 h 10000"/>
              <a:gd name="connsiteX111-8233" fmla="*/ 2714 w 10000"/>
              <a:gd name="connsiteY111-8234" fmla="*/ 482 h 10000"/>
              <a:gd name="connsiteX112-8235" fmla="*/ 3540 w 10000"/>
              <a:gd name="connsiteY112-8236" fmla="*/ 482 h 10000"/>
              <a:gd name="connsiteX113-8237" fmla="*/ 3976 w 10000"/>
              <a:gd name="connsiteY113-8238" fmla="*/ 390 h 10000"/>
              <a:gd name="connsiteX114-8239" fmla="*/ 4367 w 10000"/>
              <a:gd name="connsiteY114-8240" fmla="*/ 297 h 10000"/>
              <a:gd name="connsiteX115-8241" fmla="*/ 4801 w 10000"/>
              <a:gd name="connsiteY115-8242" fmla="*/ 297 h 10000"/>
              <a:gd name="connsiteX116-8243" fmla="*/ 4801 w 10000"/>
              <a:gd name="connsiteY116-8244" fmla="*/ 204 h 10000"/>
              <a:gd name="connsiteX117-8245" fmla="*/ 4801 w 10000"/>
              <a:gd name="connsiteY117-8246" fmla="*/ 204 h 10000"/>
              <a:gd name="connsiteX0-8247" fmla="*/ 4801 w 10000"/>
              <a:gd name="connsiteY0-8248" fmla="*/ 204 h 10000"/>
              <a:gd name="connsiteX1-8249" fmla="*/ 5005 w 10000"/>
              <a:gd name="connsiteY1-8250" fmla="*/ 93 h 10000"/>
              <a:gd name="connsiteX2-8251" fmla="*/ 5438 w 10000"/>
              <a:gd name="connsiteY2-8252" fmla="*/ 93 h 10000"/>
              <a:gd name="connsiteX3-8253" fmla="*/ 5631 w 10000"/>
              <a:gd name="connsiteY3-8254" fmla="*/ 0 h 10000"/>
              <a:gd name="connsiteX4-8255" fmla="*/ 5825 w 10000"/>
              <a:gd name="connsiteY4-8256" fmla="*/ 0 h 10000"/>
              <a:gd name="connsiteX5-8257" fmla="*/ 6259 w 10000"/>
              <a:gd name="connsiteY5-8258" fmla="*/ 93 h 10000"/>
              <a:gd name="connsiteX6-8259" fmla="*/ 6890 w 10000"/>
              <a:gd name="connsiteY6-8260" fmla="*/ 204 h 10000"/>
              <a:gd name="connsiteX7-8261" fmla="*/ 7085 w 10000"/>
              <a:gd name="connsiteY7-8262" fmla="*/ 297 h 10000"/>
              <a:gd name="connsiteX8-8263" fmla="*/ 7478 w 10000"/>
              <a:gd name="connsiteY8-8264" fmla="*/ 482 h 10000"/>
              <a:gd name="connsiteX9-8265" fmla="*/ 7711 w 10000"/>
              <a:gd name="connsiteY9-8266" fmla="*/ 594 h 10000"/>
              <a:gd name="connsiteX10-8267" fmla="*/ 8114 w 10000"/>
              <a:gd name="connsiteY10-8268" fmla="*/ 686 h 10000"/>
              <a:gd name="connsiteX11-8269" fmla="*/ 8544 w 10000"/>
              <a:gd name="connsiteY11-8270" fmla="*/ 891 h 10000"/>
              <a:gd name="connsiteX12-8271" fmla="*/ 8934 w 10000"/>
              <a:gd name="connsiteY12-8272" fmla="*/ 983 h 10000"/>
              <a:gd name="connsiteX13-8273" fmla="*/ 9173 w 10000"/>
              <a:gd name="connsiteY13-8274" fmla="*/ 1169 h 10000"/>
              <a:gd name="connsiteX14-8275" fmla="*/ 9568 w 10000"/>
              <a:gd name="connsiteY14-8276" fmla="*/ 1280 h 10000"/>
              <a:gd name="connsiteX15-8277" fmla="*/ 9762 w 10000"/>
              <a:gd name="connsiteY15-8278" fmla="*/ 1373 h 10000"/>
              <a:gd name="connsiteX16-8279" fmla="*/ 9762 w 10000"/>
              <a:gd name="connsiteY16-8280" fmla="*/ 1466 h 10000"/>
              <a:gd name="connsiteX17-8281" fmla="*/ 10000 w 10000"/>
              <a:gd name="connsiteY17-8282" fmla="*/ 1466 h 10000"/>
              <a:gd name="connsiteX18-8283" fmla="*/ 10000 w 10000"/>
              <a:gd name="connsiteY18-8284" fmla="*/ 1577 h 10000"/>
              <a:gd name="connsiteX19-8285" fmla="*/ 10000 w 10000"/>
              <a:gd name="connsiteY19-8286" fmla="*/ 1670 h 10000"/>
              <a:gd name="connsiteX20-8287" fmla="*/ 9762 w 10000"/>
              <a:gd name="connsiteY20-8288" fmla="*/ 1763 h 10000"/>
              <a:gd name="connsiteX21-8289" fmla="*/ 9568 w 10000"/>
              <a:gd name="connsiteY21-8290" fmla="*/ 1763 h 10000"/>
              <a:gd name="connsiteX22-8291" fmla="*/ 9371 w 10000"/>
              <a:gd name="connsiteY22-8292" fmla="*/ 1855 h 10000"/>
              <a:gd name="connsiteX23-8293" fmla="*/ 9173 w 10000"/>
              <a:gd name="connsiteY23-8294" fmla="*/ 1855 h 10000"/>
              <a:gd name="connsiteX24-8295" fmla="*/ 9173 w 10000"/>
              <a:gd name="connsiteY24-8296" fmla="*/ 1967 h 10000"/>
              <a:gd name="connsiteX25-8297" fmla="*/ 8934 w 10000"/>
              <a:gd name="connsiteY25-8298" fmla="*/ 2059 h 10000"/>
              <a:gd name="connsiteX26-8299" fmla="*/ 8740 w 10000"/>
              <a:gd name="connsiteY26-8300" fmla="*/ 2263 h 10000"/>
              <a:gd name="connsiteX27-8301" fmla="*/ 8740 w 10000"/>
              <a:gd name="connsiteY27-8302" fmla="*/ 2449 h 10000"/>
              <a:gd name="connsiteX28-8303" fmla="*/ 8544 w 10000"/>
              <a:gd name="connsiteY28-8304" fmla="*/ 2653 h 10000"/>
              <a:gd name="connsiteX29-8305" fmla="*/ 8544 w 10000"/>
              <a:gd name="connsiteY29-8306" fmla="*/ 2950 h 10000"/>
              <a:gd name="connsiteX30-8307" fmla="*/ 8544 w 10000"/>
              <a:gd name="connsiteY30-8308" fmla="*/ 3135 h 10000"/>
              <a:gd name="connsiteX31-8309" fmla="*/ 8305 w 10000"/>
              <a:gd name="connsiteY31-8310" fmla="*/ 3432 h 10000"/>
              <a:gd name="connsiteX32-8311" fmla="*/ 8305 w 10000"/>
              <a:gd name="connsiteY32-8312" fmla="*/ 3822 h 10000"/>
              <a:gd name="connsiteX33-8313" fmla="*/ 8114 w 10000"/>
              <a:gd name="connsiteY33-8314" fmla="*/ 4119 h 10000"/>
              <a:gd name="connsiteX34-8315" fmla="*/ 7913 w 10000"/>
              <a:gd name="connsiteY34-8316" fmla="*/ 4508 h 10000"/>
              <a:gd name="connsiteX35-8317" fmla="*/ 7711 w 10000"/>
              <a:gd name="connsiteY35-8318" fmla="*/ 4898 h 10000"/>
              <a:gd name="connsiteX36-8319" fmla="*/ 7478 w 10000"/>
              <a:gd name="connsiteY36-8320" fmla="*/ 5288 h 10000"/>
              <a:gd name="connsiteX37-8321" fmla="*/ 7085 w 10000"/>
              <a:gd name="connsiteY37-8322" fmla="*/ 6178 h 10000"/>
              <a:gd name="connsiteX38-8323" fmla="*/ 6890 w 10000"/>
              <a:gd name="connsiteY38-8324" fmla="*/ 6568 h 10000"/>
              <a:gd name="connsiteX39-8325" fmla="*/ 6657 w 10000"/>
              <a:gd name="connsiteY39-8326" fmla="*/ 6957 h 10000"/>
              <a:gd name="connsiteX40-8327" fmla="*/ 6458 w 10000"/>
              <a:gd name="connsiteY40-8328" fmla="*/ 7347 h 10000"/>
              <a:gd name="connsiteX41-8329" fmla="*/ 6259 w 10000"/>
              <a:gd name="connsiteY41-8330" fmla="*/ 7737 h 10000"/>
              <a:gd name="connsiteX42-8331" fmla="*/ 6021 w 10000"/>
              <a:gd name="connsiteY42-8332" fmla="*/ 8033 h 10000"/>
              <a:gd name="connsiteX43-8333" fmla="*/ 6021 w 10000"/>
              <a:gd name="connsiteY43-8334" fmla="*/ 8237 h 10000"/>
              <a:gd name="connsiteX44-8335" fmla="*/ 5825 w 10000"/>
              <a:gd name="connsiteY44-8336" fmla="*/ 8534 h 10000"/>
              <a:gd name="connsiteX45-8337" fmla="*/ 5631 w 10000"/>
              <a:gd name="connsiteY45-8338" fmla="*/ 8720 h 10000"/>
              <a:gd name="connsiteX46-8339" fmla="*/ 5196 w 10000"/>
              <a:gd name="connsiteY46-8340" fmla="*/ 9017 h 10000"/>
              <a:gd name="connsiteX47-8341" fmla="*/ 4801 w 10000"/>
              <a:gd name="connsiteY47-8342" fmla="*/ 9314 h 10000"/>
              <a:gd name="connsiteX48-8343" fmla="*/ 4367 w 10000"/>
              <a:gd name="connsiteY48-8344" fmla="*/ 9610 h 10000"/>
              <a:gd name="connsiteX49-8345" fmla="*/ 3976 w 10000"/>
              <a:gd name="connsiteY49-8346" fmla="*/ 9703 h 10000"/>
              <a:gd name="connsiteX50-8347" fmla="*/ 3540 w 10000"/>
              <a:gd name="connsiteY50-8348" fmla="*/ 9889 h 10000"/>
              <a:gd name="connsiteX51-8349" fmla="*/ 3106 w 10000"/>
              <a:gd name="connsiteY51-8350" fmla="*/ 10000 h 10000"/>
              <a:gd name="connsiteX52-8351" fmla="*/ 2714 w 10000"/>
              <a:gd name="connsiteY52-8352" fmla="*/ 10000 h 10000"/>
              <a:gd name="connsiteX53-8353" fmla="*/ 2280 w 10000"/>
              <a:gd name="connsiteY53-8354" fmla="*/ 10000 h 10000"/>
              <a:gd name="connsiteX54-8355" fmla="*/ 2280 w 10000"/>
              <a:gd name="connsiteY54-8356" fmla="*/ 9889 h 10000"/>
              <a:gd name="connsiteX55-8357" fmla="*/ 2081 w 10000"/>
              <a:gd name="connsiteY55-8358" fmla="*/ 9889 h 10000"/>
              <a:gd name="connsiteX56-8359" fmla="*/ 2081 w 10000"/>
              <a:gd name="connsiteY56-8360" fmla="*/ 9796 h 10000"/>
              <a:gd name="connsiteX57-8361" fmla="*/ 2081 w 10000"/>
              <a:gd name="connsiteY57-8362" fmla="*/ 9610 h 10000"/>
              <a:gd name="connsiteX58-8363" fmla="*/ 2081 w 10000"/>
              <a:gd name="connsiteY58-8364" fmla="*/ 9499 h 10000"/>
              <a:gd name="connsiteX59-8365" fmla="*/ 2081 w 10000"/>
              <a:gd name="connsiteY59-8366" fmla="*/ 9406 h 10000"/>
              <a:gd name="connsiteX60-8367" fmla="*/ 2081 w 10000"/>
              <a:gd name="connsiteY60-8368" fmla="*/ 9202 h 10000"/>
              <a:gd name="connsiteX61-8369" fmla="*/ 2081 w 10000"/>
              <a:gd name="connsiteY61-8370" fmla="*/ 9017 h 10000"/>
              <a:gd name="connsiteX62-8371" fmla="*/ 1888 w 10000"/>
              <a:gd name="connsiteY62-8372" fmla="*/ 8813 h 10000"/>
              <a:gd name="connsiteX63-8373" fmla="*/ 1651 w 10000"/>
              <a:gd name="connsiteY63-8374" fmla="*/ 8534 h 10000"/>
              <a:gd name="connsiteX64-8375" fmla="*/ 1258 w 10000"/>
              <a:gd name="connsiteY64-8376" fmla="*/ 8126 h 10000"/>
              <a:gd name="connsiteX65-8377" fmla="*/ 1061 w 10000"/>
              <a:gd name="connsiteY65-8378" fmla="*/ 7737 h 10000"/>
              <a:gd name="connsiteX66-8379" fmla="*/ 431 w 10000"/>
              <a:gd name="connsiteY66-8380" fmla="*/ 7347 h 10000"/>
              <a:gd name="connsiteX67-8381" fmla="*/ 0 w 10000"/>
              <a:gd name="connsiteY67-8382" fmla="*/ 6753 h 10000"/>
              <a:gd name="connsiteX68-8383" fmla="*/ 431 w 10000"/>
              <a:gd name="connsiteY68-8384" fmla="*/ 6957 h 10000"/>
              <a:gd name="connsiteX69-8385" fmla="*/ 1061 w 10000"/>
              <a:gd name="connsiteY69-8386" fmla="*/ 7161 h 10000"/>
              <a:gd name="connsiteX70-8387" fmla="*/ 1453 w 10000"/>
              <a:gd name="connsiteY70-8388" fmla="*/ 7347 h 10000"/>
              <a:gd name="connsiteX71-8389" fmla="*/ 1888 w 10000"/>
              <a:gd name="connsiteY71-8390" fmla="*/ 7440 h 10000"/>
              <a:gd name="connsiteX72-8391" fmla="*/ 2280 w 10000"/>
              <a:gd name="connsiteY72-8392" fmla="*/ 7551 h 10000"/>
              <a:gd name="connsiteX73-8393" fmla="*/ 2522 w 10000"/>
              <a:gd name="connsiteY73-8394" fmla="*/ 7551 h 10000"/>
              <a:gd name="connsiteX74-8395" fmla="*/ 2714 w 10000"/>
              <a:gd name="connsiteY74-8396" fmla="*/ 7644 h 10000"/>
              <a:gd name="connsiteX75-8397" fmla="*/ 2913 w 10000"/>
              <a:gd name="connsiteY75-8398" fmla="*/ 7644 h 10000"/>
              <a:gd name="connsiteX76-8399" fmla="*/ 3106 w 10000"/>
              <a:gd name="connsiteY76-8400" fmla="*/ 7644 h 10000"/>
              <a:gd name="connsiteX77-8401" fmla="*/ 3344 w 10000"/>
              <a:gd name="connsiteY77-8402" fmla="*/ 7644 h 10000"/>
              <a:gd name="connsiteX78-8403" fmla="*/ 3540 w 10000"/>
              <a:gd name="connsiteY78-8404" fmla="*/ 7551 h 10000"/>
              <a:gd name="connsiteX79-8405" fmla="*/ 3741 w 10000"/>
              <a:gd name="connsiteY79-8406" fmla="*/ 7440 h 10000"/>
              <a:gd name="connsiteX80-8407" fmla="*/ 3741 w 10000"/>
              <a:gd name="connsiteY80-8408" fmla="*/ 7347 h 10000"/>
              <a:gd name="connsiteX81-8409" fmla="*/ 3976 w 10000"/>
              <a:gd name="connsiteY81-8410" fmla="*/ 7254 h 10000"/>
              <a:gd name="connsiteX82-8411" fmla="*/ 4169 w 10000"/>
              <a:gd name="connsiteY82-8412" fmla="*/ 7050 h 10000"/>
              <a:gd name="connsiteX83-8413" fmla="*/ 4169 w 10000"/>
              <a:gd name="connsiteY83-8414" fmla="*/ 6865 h 10000"/>
              <a:gd name="connsiteX84-8415" fmla="*/ 4367 w 10000"/>
              <a:gd name="connsiteY84-8416" fmla="*/ 6660 h 10000"/>
              <a:gd name="connsiteX85-8417" fmla="*/ 4564 w 10000"/>
              <a:gd name="connsiteY85-8418" fmla="*/ 6364 h 10000"/>
              <a:gd name="connsiteX86-8419" fmla="*/ 4801 w 10000"/>
              <a:gd name="connsiteY86-8420" fmla="*/ 6067 h 10000"/>
              <a:gd name="connsiteX87-8421" fmla="*/ 4801 w 10000"/>
              <a:gd name="connsiteY87-8422" fmla="*/ 5677 h 10000"/>
              <a:gd name="connsiteX88-8423" fmla="*/ 5196 w 10000"/>
              <a:gd name="connsiteY88-8424" fmla="*/ 4991 h 10000"/>
              <a:gd name="connsiteX89-8425" fmla="*/ 5438 w 10000"/>
              <a:gd name="connsiteY89-8426" fmla="*/ 4212 h 10000"/>
              <a:gd name="connsiteX90-8427" fmla="*/ 5438 w 10000"/>
              <a:gd name="connsiteY90-8428" fmla="*/ 3525 h 10000"/>
              <a:gd name="connsiteX91-8429" fmla="*/ 5631 w 10000"/>
              <a:gd name="connsiteY91-8430" fmla="*/ 2839 h 10000"/>
              <a:gd name="connsiteX92-8431" fmla="*/ 5631 w 10000"/>
              <a:gd name="connsiteY92-8432" fmla="*/ 2542 h 10000"/>
              <a:gd name="connsiteX93-8433" fmla="*/ 5631 w 10000"/>
              <a:gd name="connsiteY93-8434" fmla="*/ 2263 h 10000"/>
              <a:gd name="connsiteX94-8435" fmla="*/ 5631 w 10000"/>
              <a:gd name="connsiteY94-8436" fmla="*/ 2059 h 10000"/>
              <a:gd name="connsiteX95-8437" fmla="*/ 5631 w 10000"/>
              <a:gd name="connsiteY95-8438" fmla="*/ 1855 h 10000"/>
              <a:gd name="connsiteX96-8439" fmla="*/ 5631 w 10000"/>
              <a:gd name="connsiteY96-8440" fmla="*/ 1670 h 10000"/>
              <a:gd name="connsiteX97-8441" fmla="*/ 5631 w 10000"/>
              <a:gd name="connsiteY97-8442" fmla="*/ 1577 h 10000"/>
              <a:gd name="connsiteX98-8443" fmla="*/ 5438 w 10000"/>
              <a:gd name="connsiteY98-8444" fmla="*/ 1466 h 10000"/>
              <a:gd name="connsiteX99-8445" fmla="*/ 5438 w 10000"/>
              <a:gd name="connsiteY99-8446" fmla="*/ 1373 h 10000"/>
              <a:gd name="connsiteX100-8447" fmla="*/ 5438 w 10000"/>
              <a:gd name="connsiteY100-8448" fmla="*/ 1280 h 10000"/>
              <a:gd name="connsiteX101-8449" fmla="*/ 5196 w 10000"/>
              <a:gd name="connsiteY101-8450" fmla="*/ 1280 h 10000"/>
              <a:gd name="connsiteX102-8451" fmla="*/ 5005 w 10000"/>
              <a:gd name="connsiteY102-8452" fmla="*/ 1169 h 10000"/>
              <a:gd name="connsiteX103-8453" fmla="*/ 5005 w 10000"/>
              <a:gd name="connsiteY103-8454" fmla="*/ 1169 h 10000"/>
              <a:gd name="connsiteX104-8455" fmla="*/ 4564 w 10000"/>
              <a:gd name="connsiteY104-8456" fmla="*/ 1169 h 10000"/>
              <a:gd name="connsiteX105-8457" fmla="*/ 4367 w 10000"/>
              <a:gd name="connsiteY105-8458" fmla="*/ 1169 h 10000"/>
              <a:gd name="connsiteX106-8459" fmla="*/ 4169 w 10000"/>
              <a:gd name="connsiteY106-8460" fmla="*/ 1169 h 10000"/>
              <a:gd name="connsiteX107-8461" fmla="*/ 3741 w 10000"/>
              <a:gd name="connsiteY107-8462" fmla="*/ 1169 h 10000"/>
              <a:gd name="connsiteX108-8463" fmla="*/ 3344 w 10000"/>
              <a:gd name="connsiteY108-8464" fmla="*/ 1169 h 10000"/>
              <a:gd name="connsiteX109-8465" fmla="*/ 1888 w 10000"/>
              <a:gd name="connsiteY109-8466" fmla="*/ 594 h 10000"/>
              <a:gd name="connsiteX110-8467" fmla="*/ 2714 w 10000"/>
              <a:gd name="connsiteY110-8468" fmla="*/ 482 h 10000"/>
              <a:gd name="connsiteX111-8469" fmla="*/ 3540 w 10000"/>
              <a:gd name="connsiteY111-8470" fmla="*/ 482 h 10000"/>
              <a:gd name="connsiteX112-8471" fmla="*/ 3976 w 10000"/>
              <a:gd name="connsiteY112-8472" fmla="*/ 390 h 10000"/>
              <a:gd name="connsiteX113-8473" fmla="*/ 4367 w 10000"/>
              <a:gd name="connsiteY113-8474" fmla="*/ 297 h 10000"/>
              <a:gd name="connsiteX114-8475" fmla="*/ 4801 w 10000"/>
              <a:gd name="connsiteY114-8476" fmla="*/ 297 h 10000"/>
              <a:gd name="connsiteX115-8477" fmla="*/ 4801 w 10000"/>
              <a:gd name="connsiteY115-8478" fmla="*/ 204 h 10000"/>
              <a:gd name="connsiteX116-8479" fmla="*/ 4801 w 10000"/>
              <a:gd name="connsiteY116-8480" fmla="*/ 204 h 10000"/>
              <a:gd name="connsiteX0-8481" fmla="*/ 4801 w 10000"/>
              <a:gd name="connsiteY0-8482" fmla="*/ 204 h 10000"/>
              <a:gd name="connsiteX1-8483" fmla="*/ 5005 w 10000"/>
              <a:gd name="connsiteY1-8484" fmla="*/ 93 h 10000"/>
              <a:gd name="connsiteX2-8485" fmla="*/ 5438 w 10000"/>
              <a:gd name="connsiteY2-8486" fmla="*/ 93 h 10000"/>
              <a:gd name="connsiteX3-8487" fmla="*/ 5631 w 10000"/>
              <a:gd name="connsiteY3-8488" fmla="*/ 0 h 10000"/>
              <a:gd name="connsiteX4-8489" fmla="*/ 5825 w 10000"/>
              <a:gd name="connsiteY4-8490" fmla="*/ 0 h 10000"/>
              <a:gd name="connsiteX5-8491" fmla="*/ 6259 w 10000"/>
              <a:gd name="connsiteY5-8492" fmla="*/ 93 h 10000"/>
              <a:gd name="connsiteX6-8493" fmla="*/ 6890 w 10000"/>
              <a:gd name="connsiteY6-8494" fmla="*/ 204 h 10000"/>
              <a:gd name="connsiteX7-8495" fmla="*/ 7085 w 10000"/>
              <a:gd name="connsiteY7-8496" fmla="*/ 297 h 10000"/>
              <a:gd name="connsiteX8-8497" fmla="*/ 7478 w 10000"/>
              <a:gd name="connsiteY8-8498" fmla="*/ 482 h 10000"/>
              <a:gd name="connsiteX9-8499" fmla="*/ 7711 w 10000"/>
              <a:gd name="connsiteY9-8500" fmla="*/ 594 h 10000"/>
              <a:gd name="connsiteX10-8501" fmla="*/ 8114 w 10000"/>
              <a:gd name="connsiteY10-8502" fmla="*/ 686 h 10000"/>
              <a:gd name="connsiteX11-8503" fmla="*/ 8544 w 10000"/>
              <a:gd name="connsiteY11-8504" fmla="*/ 891 h 10000"/>
              <a:gd name="connsiteX12-8505" fmla="*/ 8934 w 10000"/>
              <a:gd name="connsiteY12-8506" fmla="*/ 983 h 10000"/>
              <a:gd name="connsiteX13-8507" fmla="*/ 9173 w 10000"/>
              <a:gd name="connsiteY13-8508" fmla="*/ 1169 h 10000"/>
              <a:gd name="connsiteX14-8509" fmla="*/ 9568 w 10000"/>
              <a:gd name="connsiteY14-8510" fmla="*/ 1280 h 10000"/>
              <a:gd name="connsiteX15-8511" fmla="*/ 9762 w 10000"/>
              <a:gd name="connsiteY15-8512" fmla="*/ 1373 h 10000"/>
              <a:gd name="connsiteX16-8513" fmla="*/ 9762 w 10000"/>
              <a:gd name="connsiteY16-8514" fmla="*/ 1466 h 10000"/>
              <a:gd name="connsiteX17-8515" fmla="*/ 10000 w 10000"/>
              <a:gd name="connsiteY17-8516" fmla="*/ 1466 h 10000"/>
              <a:gd name="connsiteX18-8517" fmla="*/ 10000 w 10000"/>
              <a:gd name="connsiteY18-8518" fmla="*/ 1577 h 10000"/>
              <a:gd name="connsiteX19-8519" fmla="*/ 10000 w 10000"/>
              <a:gd name="connsiteY19-8520" fmla="*/ 1670 h 10000"/>
              <a:gd name="connsiteX20-8521" fmla="*/ 9762 w 10000"/>
              <a:gd name="connsiteY20-8522" fmla="*/ 1763 h 10000"/>
              <a:gd name="connsiteX21-8523" fmla="*/ 9568 w 10000"/>
              <a:gd name="connsiteY21-8524" fmla="*/ 1763 h 10000"/>
              <a:gd name="connsiteX22-8525" fmla="*/ 9371 w 10000"/>
              <a:gd name="connsiteY22-8526" fmla="*/ 1855 h 10000"/>
              <a:gd name="connsiteX23-8527" fmla="*/ 9173 w 10000"/>
              <a:gd name="connsiteY23-8528" fmla="*/ 1855 h 10000"/>
              <a:gd name="connsiteX24-8529" fmla="*/ 9173 w 10000"/>
              <a:gd name="connsiteY24-8530" fmla="*/ 1967 h 10000"/>
              <a:gd name="connsiteX25-8531" fmla="*/ 8934 w 10000"/>
              <a:gd name="connsiteY25-8532" fmla="*/ 2059 h 10000"/>
              <a:gd name="connsiteX26-8533" fmla="*/ 8740 w 10000"/>
              <a:gd name="connsiteY26-8534" fmla="*/ 2263 h 10000"/>
              <a:gd name="connsiteX27-8535" fmla="*/ 8740 w 10000"/>
              <a:gd name="connsiteY27-8536" fmla="*/ 2449 h 10000"/>
              <a:gd name="connsiteX28-8537" fmla="*/ 8544 w 10000"/>
              <a:gd name="connsiteY28-8538" fmla="*/ 2653 h 10000"/>
              <a:gd name="connsiteX29-8539" fmla="*/ 8544 w 10000"/>
              <a:gd name="connsiteY29-8540" fmla="*/ 2950 h 10000"/>
              <a:gd name="connsiteX30-8541" fmla="*/ 8544 w 10000"/>
              <a:gd name="connsiteY30-8542" fmla="*/ 3135 h 10000"/>
              <a:gd name="connsiteX31-8543" fmla="*/ 8305 w 10000"/>
              <a:gd name="connsiteY31-8544" fmla="*/ 3432 h 10000"/>
              <a:gd name="connsiteX32-8545" fmla="*/ 8305 w 10000"/>
              <a:gd name="connsiteY32-8546" fmla="*/ 3822 h 10000"/>
              <a:gd name="connsiteX33-8547" fmla="*/ 8114 w 10000"/>
              <a:gd name="connsiteY33-8548" fmla="*/ 4119 h 10000"/>
              <a:gd name="connsiteX34-8549" fmla="*/ 7913 w 10000"/>
              <a:gd name="connsiteY34-8550" fmla="*/ 4508 h 10000"/>
              <a:gd name="connsiteX35-8551" fmla="*/ 7711 w 10000"/>
              <a:gd name="connsiteY35-8552" fmla="*/ 4898 h 10000"/>
              <a:gd name="connsiteX36-8553" fmla="*/ 7478 w 10000"/>
              <a:gd name="connsiteY36-8554" fmla="*/ 5288 h 10000"/>
              <a:gd name="connsiteX37-8555" fmla="*/ 7085 w 10000"/>
              <a:gd name="connsiteY37-8556" fmla="*/ 6178 h 10000"/>
              <a:gd name="connsiteX38-8557" fmla="*/ 6890 w 10000"/>
              <a:gd name="connsiteY38-8558" fmla="*/ 6568 h 10000"/>
              <a:gd name="connsiteX39-8559" fmla="*/ 6657 w 10000"/>
              <a:gd name="connsiteY39-8560" fmla="*/ 6957 h 10000"/>
              <a:gd name="connsiteX40-8561" fmla="*/ 6458 w 10000"/>
              <a:gd name="connsiteY40-8562" fmla="*/ 7347 h 10000"/>
              <a:gd name="connsiteX41-8563" fmla="*/ 6259 w 10000"/>
              <a:gd name="connsiteY41-8564" fmla="*/ 7737 h 10000"/>
              <a:gd name="connsiteX42-8565" fmla="*/ 6021 w 10000"/>
              <a:gd name="connsiteY42-8566" fmla="*/ 8033 h 10000"/>
              <a:gd name="connsiteX43-8567" fmla="*/ 6021 w 10000"/>
              <a:gd name="connsiteY43-8568" fmla="*/ 8237 h 10000"/>
              <a:gd name="connsiteX44-8569" fmla="*/ 5825 w 10000"/>
              <a:gd name="connsiteY44-8570" fmla="*/ 8534 h 10000"/>
              <a:gd name="connsiteX45-8571" fmla="*/ 5631 w 10000"/>
              <a:gd name="connsiteY45-8572" fmla="*/ 8720 h 10000"/>
              <a:gd name="connsiteX46-8573" fmla="*/ 5196 w 10000"/>
              <a:gd name="connsiteY46-8574" fmla="*/ 9017 h 10000"/>
              <a:gd name="connsiteX47-8575" fmla="*/ 4801 w 10000"/>
              <a:gd name="connsiteY47-8576" fmla="*/ 9314 h 10000"/>
              <a:gd name="connsiteX48-8577" fmla="*/ 4367 w 10000"/>
              <a:gd name="connsiteY48-8578" fmla="*/ 9610 h 10000"/>
              <a:gd name="connsiteX49-8579" fmla="*/ 3976 w 10000"/>
              <a:gd name="connsiteY49-8580" fmla="*/ 9703 h 10000"/>
              <a:gd name="connsiteX50-8581" fmla="*/ 3540 w 10000"/>
              <a:gd name="connsiteY50-8582" fmla="*/ 9889 h 10000"/>
              <a:gd name="connsiteX51-8583" fmla="*/ 3106 w 10000"/>
              <a:gd name="connsiteY51-8584" fmla="*/ 10000 h 10000"/>
              <a:gd name="connsiteX52-8585" fmla="*/ 2714 w 10000"/>
              <a:gd name="connsiteY52-8586" fmla="*/ 10000 h 10000"/>
              <a:gd name="connsiteX53-8587" fmla="*/ 2280 w 10000"/>
              <a:gd name="connsiteY53-8588" fmla="*/ 10000 h 10000"/>
              <a:gd name="connsiteX54-8589" fmla="*/ 2280 w 10000"/>
              <a:gd name="connsiteY54-8590" fmla="*/ 9889 h 10000"/>
              <a:gd name="connsiteX55-8591" fmla="*/ 2081 w 10000"/>
              <a:gd name="connsiteY55-8592" fmla="*/ 9889 h 10000"/>
              <a:gd name="connsiteX56-8593" fmla="*/ 2081 w 10000"/>
              <a:gd name="connsiteY56-8594" fmla="*/ 9796 h 10000"/>
              <a:gd name="connsiteX57-8595" fmla="*/ 2081 w 10000"/>
              <a:gd name="connsiteY57-8596" fmla="*/ 9610 h 10000"/>
              <a:gd name="connsiteX58-8597" fmla="*/ 2081 w 10000"/>
              <a:gd name="connsiteY58-8598" fmla="*/ 9499 h 10000"/>
              <a:gd name="connsiteX59-8599" fmla="*/ 2081 w 10000"/>
              <a:gd name="connsiteY59-8600" fmla="*/ 9406 h 10000"/>
              <a:gd name="connsiteX60-8601" fmla="*/ 2081 w 10000"/>
              <a:gd name="connsiteY60-8602" fmla="*/ 9202 h 10000"/>
              <a:gd name="connsiteX61-8603" fmla="*/ 2081 w 10000"/>
              <a:gd name="connsiteY61-8604" fmla="*/ 9017 h 10000"/>
              <a:gd name="connsiteX62-8605" fmla="*/ 1888 w 10000"/>
              <a:gd name="connsiteY62-8606" fmla="*/ 8813 h 10000"/>
              <a:gd name="connsiteX63-8607" fmla="*/ 1651 w 10000"/>
              <a:gd name="connsiteY63-8608" fmla="*/ 8534 h 10000"/>
              <a:gd name="connsiteX64-8609" fmla="*/ 1258 w 10000"/>
              <a:gd name="connsiteY64-8610" fmla="*/ 8126 h 10000"/>
              <a:gd name="connsiteX65-8611" fmla="*/ 1061 w 10000"/>
              <a:gd name="connsiteY65-8612" fmla="*/ 7737 h 10000"/>
              <a:gd name="connsiteX66-8613" fmla="*/ 431 w 10000"/>
              <a:gd name="connsiteY66-8614" fmla="*/ 7347 h 10000"/>
              <a:gd name="connsiteX67-8615" fmla="*/ 0 w 10000"/>
              <a:gd name="connsiteY67-8616" fmla="*/ 6753 h 10000"/>
              <a:gd name="connsiteX68-8617" fmla="*/ 431 w 10000"/>
              <a:gd name="connsiteY68-8618" fmla="*/ 6957 h 10000"/>
              <a:gd name="connsiteX69-8619" fmla="*/ 1061 w 10000"/>
              <a:gd name="connsiteY69-8620" fmla="*/ 7161 h 10000"/>
              <a:gd name="connsiteX70-8621" fmla="*/ 1453 w 10000"/>
              <a:gd name="connsiteY70-8622" fmla="*/ 7347 h 10000"/>
              <a:gd name="connsiteX71-8623" fmla="*/ 1888 w 10000"/>
              <a:gd name="connsiteY71-8624" fmla="*/ 7440 h 10000"/>
              <a:gd name="connsiteX72-8625" fmla="*/ 2280 w 10000"/>
              <a:gd name="connsiteY72-8626" fmla="*/ 7551 h 10000"/>
              <a:gd name="connsiteX73-8627" fmla="*/ 2522 w 10000"/>
              <a:gd name="connsiteY73-8628" fmla="*/ 7551 h 10000"/>
              <a:gd name="connsiteX74-8629" fmla="*/ 2714 w 10000"/>
              <a:gd name="connsiteY74-8630" fmla="*/ 7644 h 10000"/>
              <a:gd name="connsiteX75-8631" fmla="*/ 2913 w 10000"/>
              <a:gd name="connsiteY75-8632" fmla="*/ 7644 h 10000"/>
              <a:gd name="connsiteX76-8633" fmla="*/ 3106 w 10000"/>
              <a:gd name="connsiteY76-8634" fmla="*/ 7644 h 10000"/>
              <a:gd name="connsiteX77-8635" fmla="*/ 3344 w 10000"/>
              <a:gd name="connsiteY77-8636" fmla="*/ 7644 h 10000"/>
              <a:gd name="connsiteX78-8637" fmla="*/ 3540 w 10000"/>
              <a:gd name="connsiteY78-8638" fmla="*/ 7551 h 10000"/>
              <a:gd name="connsiteX79-8639" fmla="*/ 3741 w 10000"/>
              <a:gd name="connsiteY79-8640" fmla="*/ 7440 h 10000"/>
              <a:gd name="connsiteX80-8641" fmla="*/ 3741 w 10000"/>
              <a:gd name="connsiteY80-8642" fmla="*/ 7347 h 10000"/>
              <a:gd name="connsiteX81-8643" fmla="*/ 3976 w 10000"/>
              <a:gd name="connsiteY81-8644" fmla="*/ 7254 h 10000"/>
              <a:gd name="connsiteX82-8645" fmla="*/ 4169 w 10000"/>
              <a:gd name="connsiteY82-8646" fmla="*/ 7050 h 10000"/>
              <a:gd name="connsiteX83-8647" fmla="*/ 4169 w 10000"/>
              <a:gd name="connsiteY83-8648" fmla="*/ 6865 h 10000"/>
              <a:gd name="connsiteX84-8649" fmla="*/ 4367 w 10000"/>
              <a:gd name="connsiteY84-8650" fmla="*/ 6660 h 10000"/>
              <a:gd name="connsiteX85-8651" fmla="*/ 4564 w 10000"/>
              <a:gd name="connsiteY85-8652" fmla="*/ 6364 h 10000"/>
              <a:gd name="connsiteX86-8653" fmla="*/ 4801 w 10000"/>
              <a:gd name="connsiteY86-8654" fmla="*/ 6067 h 10000"/>
              <a:gd name="connsiteX87-8655" fmla="*/ 4801 w 10000"/>
              <a:gd name="connsiteY87-8656" fmla="*/ 5677 h 10000"/>
              <a:gd name="connsiteX88-8657" fmla="*/ 5196 w 10000"/>
              <a:gd name="connsiteY88-8658" fmla="*/ 4991 h 10000"/>
              <a:gd name="connsiteX89-8659" fmla="*/ 5438 w 10000"/>
              <a:gd name="connsiteY89-8660" fmla="*/ 4212 h 10000"/>
              <a:gd name="connsiteX90-8661" fmla="*/ 5438 w 10000"/>
              <a:gd name="connsiteY90-8662" fmla="*/ 3525 h 10000"/>
              <a:gd name="connsiteX91-8663" fmla="*/ 5631 w 10000"/>
              <a:gd name="connsiteY91-8664" fmla="*/ 2839 h 10000"/>
              <a:gd name="connsiteX92-8665" fmla="*/ 5631 w 10000"/>
              <a:gd name="connsiteY92-8666" fmla="*/ 2542 h 10000"/>
              <a:gd name="connsiteX93-8667" fmla="*/ 5631 w 10000"/>
              <a:gd name="connsiteY93-8668" fmla="*/ 2263 h 10000"/>
              <a:gd name="connsiteX94-8669" fmla="*/ 5631 w 10000"/>
              <a:gd name="connsiteY94-8670" fmla="*/ 2059 h 10000"/>
              <a:gd name="connsiteX95-8671" fmla="*/ 5631 w 10000"/>
              <a:gd name="connsiteY95-8672" fmla="*/ 1855 h 10000"/>
              <a:gd name="connsiteX96-8673" fmla="*/ 5631 w 10000"/>
              <a:gd name="connsiteY96-8674" fmla="*/ 1670 h 10000"/>
              <a:gd name="connsiteX97-8675" fmla="*/ 5631 w 10000"/>
              <a:gd name="connsiteY97-8676" fmla="*/ 1577 h 10000"/>
              <a:gd name="connsiteX98-8677" fmla="*/ 5438 w 10000"/>
              <a:gd name="connsiteY98-8678" fmla="*/ 1466 h 10000"/>
              <a:gd name="connsiteX99-8679" fmla="*/ 5438 w 10000"/>
              <a:gd name="connsiteY99-8680" fmla="*/ 1373 h 10000"/>
              <a:gd name="connsiteX100-8681" fmla="*/ 5438 w 10000"/>
              <a:gd name="connsiteY100-8682" fmla="*/ 1280 h 10000"/>
              <a:gd name="connsiteX101-8683" fmla="*/ 5196 w 10000"/>
              <a:gd name="connsiteY101-8684" fmla="*/ 1280 h 10000"/>
              <a:gd name="connsiteX102-8685" fmla="*/ 5005 w 10000"/>
              <a:gd name="connsiteY102-8686" fmla="*/ 1169 h 10000"/>
              <a:gd name="connsiteX103-8687" fmla="*/ 5005 w 10000"/>
              <a:gd name="connsiteY103-8688" fmla="*/ 1169 h 10000"/>
              <a:gd name="connsiteX104-8689" fmla="*/ 4564 w 10000"/>
              <a:gd name="connsiteY104-8690" fmla="*/ 1169 h 10000"/>
              <a:gd name="connsiteX105-8691" fmla="*/ 4367 w 10000"/>
              <a:gd name="connsiteY105-8692" fmla="*/ 1169 h 10000"/>
              <a:gd name="connsiteX106-8693" fmla="*/ 4169 w 10000"/>
              <a:gd name="connsiteY106-8694" fmla="*/ 1169 h 10000"/>
              <a:gd name="connsiteX107-8695" fmla="*/ 3741 w 10000"/>
              <a:gd name="connsiteY107-8696" fmla="*/ 1169 h 10000"/>
              <a:gd name="connsiteX108-8697" fmla="*/ 3344 w 10000"/>
              <a:gd name="connsiteY108-8698" fmla="*/ 1169 h 10000"/>
              <a:gd name="connsiteX109-8699" fmla="*/ 2714 w 10000"/>
              <a:gd name="connsiteY109-8700" fmla="*/ 482 h 10000"/>
              <a:gd name="connsiteX110-8701" fmla="*/ 3540 w 10000"/>
              <a:gd name="connsiteY110-8702" fmla="*/ 482 h 10000"/>
              <a:gd name="connsiteX111-8703" fmla="*/ 3976 w 10000"/>
              <a:gd name="connsiteY111-8704" fmla="*/ 390 h 10000"/>
              <a:gd name="connsiteX112-8705" fmla="*/ 4367 w 10000"/>
              <a:gd name="connsiteY112-8706" fmla="*/ 297 h 10000"/>
              <a:gd name="connsiteX113-8707" fmla="*/ 4801 w 10000"/>
              <a:gd name="connsiteY113-8708" fmla="*/ 297 h 10000"/>
              <a:gd name="connsiteX114-8709" fmla="*/ 4801 w 10000"/>
              <a:gd name="connsiteY114-8710" fmla="*/ 204 h 10000"/>
              <a:gd name="connsiteX115-8711" fmla="*/ 4801 w 10000"/>
              <a:gd name="connsiteY115-8712" fmla="*/ 204 h 10000"/>
              <a:gd name="connsiteX0-8713" fmla="*/ 4801 w 10000"/>
              <a:gd name="connsiteY0-8714" fmla="*/ 204 h 10000"/>
              <a:gd name="connsiteX1-8715" fmla="*/ 5005 w 10000"/>
              <a:gd name="connsiteY1-8716" fmla="*/ 93 h 10000"/>
              <a:gd name="connsiteX2-8717" fmla="*/ 5438 w 10000"/>
              <a:gd name="connsiteY2-8718" fmla="*/ 93 h 10000"/>
              <a:gd name="connsiteX3-8719" fmla="*/ 5631 w 10000"/>
              <a:gd name="connsiteY3-8720" fmla="*/ 0 h 10000"/>
              <a:gd name="connsiteX4-8721" fmla="*/ 5825 w 10000"/>
              <a:gd name="connsiteY4-8722" fmla="*/ 0 h 10000"/>
              <a:gd name="connsiteX5-8723" fmla="*/ 6259 w 10000"/>
              <a:gd name="connsiteY5-8724" fmla="*/ 93 h 10000"/>
              <a:gd name="connsiteX6-8725" fmla="*/ 6890 w 10000"/>
              <a:gd name="connsiteY6-8726" fmla="*/ 204 h 10000"/>
              <a:gd name="connsiteX7-8727" fmla="*/ 7085 w 10000"/>
              <a:gd name="connsiteY7-8728" fmla="*/ 297 h 10000"/>
              <a:gd name="connsiteX8-8729" fmla="*/ 7478 w 10000"/>
              <a:gd name="connsiteY8-8730" fmla="*/ 482 h 10000"/>
              <a:gd name="connsiteX9-8731" fmla="*/ 7711 w 10000"/>
              <a:gd name="connsiteY9-8732" fmla="*/ 594 h 10000"/>
              <a:gd name="connsiteX10-8733" fmla="*/ 8114 w 10000"/>
              <a:gd name="connsiteY10-8734" fmla="*/ 686 h 10000"/>
              <a:gd name="connsiteX11-8735" fmla="*/ 8544 w 10000"/>
              <a:gd name="connsiteY11-8736" fmla="*/ 891 h 10000"/>
              <a:gd name="connsiteX12-8737" fmla="*/ 8934 w 10000"/>
              <a:gd name="connsiteY12-8738" fmla="*/ 983 h 10000"/>
              <a:gd name="connsiteX13-8739" fmla="*/ 9173 w 10000"/>
              <a:gd name="connsiteY13-8740" fmla="*/ 1169 h 10000"/>
              <a:gd name="connsiteX14-8741" fmla="*/ 9568 w 10000"/>
              <a:gd name="connsiteY14-8742" fmla="*/ 1280 h 10000"/>
              <a:gd name="connsiteX15-8743" fmla="*/ 9762 w 10000"/>
              <a:gd name="connsiteY15-8744" fmla="*/ 1373 h 10000"/>
              <a:gd name="connsiteX16-8745" fmla="*/ 9762 w 10000"/>
              <a:gd name="connsiteY16-8746" fmla="*/ 1466 h 10000"/>
              <a:gd name="connsiteX17-8747" fmla="*/ 10000 w 10000"/>
              <a:gd name="connsiteY17-8748" fmla="*/ 1466 h 10000"/>
              <a:gd name="connsiteX18-8749" fmla="*/ 10000 w 10000"/>
              <a:gd name="connsiteY18-8750" fmla="*/ 1577 h 10000"/>
              <a:gd name="connsiteX19-8751" fmla="*/ 10000 w 10000"/>
              <a:gd name="connsiteY19-8752" fmla="*/ 1670 h 10000"/>
              <a:gd name="connsiteX20-8753" fmla="*/ 9762 w 10000"/>
              <a:gd name="connsiteY20-8754" fmla="*/ 1763 h 10000"/>
              <a:gd name="connsiteX21-8755" fmla="*/ 9568 w 10000"/>
              <a:gd name="connsiteY21-8756" fmla="*/ 1763 h 10000"/>
              <a:gd name="connsiteX22-8757" fmla="*/ 9371 w 10000"/>
              <a:gd name="connsiteY22-8758" fmla="*/ 1855 h 10000"/>
              <a:gd name="connsiteX23-8759" fmla="*/ 9173 w 10000"/>
              <a:gd name="connsiteY23-8760" fmla="*/ 1855 h 10000"/>
              <a:gd name="connsiteX24-8761" fmla="*/ 9173 w 10000"/>
              <a:gd name="connsiteY24-8762" fmla="*/ 1967 h 10000"/>
              <a:gd name="connsiteX25-8763" fmla="*/ 8934 w 10000"/>
              <a:gd name="connsiteY25-8764" fmla="*/ 2059 h 10000"/>
              <a:gd name="connsiteX26-8765" fmla="*/ 8740 w 10000"/>
              <a:gd name="connsiteY26-8766" fmla="*/ 2263 h 10000"/>
              <a:gd name="connsiteX27-8767" fmla="*/ 8740 w 10000"/>
              <a:gd name="connsiteY27-8768" fmla="*/ 2449 h 10000"/>
              <a:gd name="connsiteX28-8769" fmla="*/ 8544 w 10000"/>
              <a:gd name="connsiteY28-8770" fmla="*/ 2653 h 10000"/>
              <a:gd name="connsiteX29-8771" fmla="*/ 8544 w 10000"/>
              <a:gd name="connsiteY29-8772" fmla="*/ 2950 h 10000"/>
              <a:gd name="connsiteX30-8773" fmla="*/ 8544 w 10000"/>
              <a:gd name="connsiteY30-8774" fmla="*/ 3135 h 10000"/>
              <a:gd name="connsiteX31-8775" fmla="*/ 8305 w 10000"/>
              <a:gd name="connsiteY31-8776" fmla="*/ 3432 h 10000"/>
              <a:gd name="connsiteX32-8777" fmla="*/ 8305 w 10000"/>
              <a:gd name="connsiteY32-8778" fmla="*/ 3822 h 10000"/>
              <a:gd name="connsiteX33-8779" fmla="*/ 8114 w 10000"/>
              <a:gd name="connsiteY33-8780" fmla="*/ 4119 h 10000"/>
              <a:gd name="connsiteX34-8781" fmla="*/ 7913 w 10000"/>
              <a:gd name="connsiteY34-8782" fmla="*/ 4508 h 10000"/>
              <a:gd name="connsiteX35-8783" fmla="*/ 7711 w 10000"/>
              <a:gd name="connsiteY35-8784" fmla="*/ 4898 h 10000"/>
              <a:gd name="connsiteX36-8785" fmla="*/ 7478 w 10000"/>
              <a:gd name="connsiteY36-8786" fmla="*/ 5288 h 10000"/>
              <a:gd name="connsiteX37-8787" fmla="*/ 7085 w 10000"/>
              <a:gd name="connsiteY37-8788" fmla="*/ 6178 h 10000"/>
              <a:gd name="connsiteX38-8789" fmla="*/ 6890 w 10000"/>
              <a:gd name="connsiteY38-8790" fmla="*/ 6568 h 10000"/>
              <a:gd name="connsiteX39-8791" fmla="*/ 6657 w 10000"/>
              <a:gd name="connsiteY39-8792" fmla="*/ 6957 h 10000"/>
              <a:gd name="connsiteX40-8793" fmla="*/ 6458 w 10000"/>
              <a:gd name="connsiteY40-8794" fmla="*/ 7347 h 10000"/>
              <a:gd name="connsiteX41-8795" fmla="*/ 6259 w 10000"/>
              <a:gd name="connsiteY41-8796" fmla="*/ 7737 h 10000"/>
              <a:gd name="connsiteX42-8797" fmla="*/ 6021 w 10000"/>
              <a:gd name="connsiteY42-8798" fmla="*/ 8033 h 10000"/>
              <a:gd name="connsiteX43-8799" fmla="*/ 6021 w 10000"/>
              <a:gd name="connsiteY43-8800" fmla="*/ 8237 h 10000"/>
              <a:gd name="connsiteX44-8801" fmla="*/ 5825 w 10000"/>
              <a:gd name="connsiteY44-8802" fmla="*/ 8534 h 10000"/>
              <a:gd name="connsiteX45-8803" fmla="*/ 5631 w 10000"/>
              <a:gd name="connsiteY45-8804" fmla="*/ 8720 h 10000"/>
              <a:gd name="connsiteX46-8805" fmla="*/ 5196 w 10000"/>
              <a:gd name="connsiteY46-8806" fmla="*/ 9017 h 10000"/>
              <a:gd name="connsiteX47-8807" fmla="*/ 4801 w 10000"/>
              <a:gd name="connsiteY47-8808" fmla="*/ 9314 h 10000"/>
              <a:gd name="connsiteX48-8809" fmla="*/ 4367 w 10000"/>
              <a:gd name="connsiteY48-8810" fmla="*/ 9610 h 10000"/>
              <a:gd name="connsiteX49-8811" fmla="*/ 3976 w 10000"/>
              <a:gd name="connsiteY49-8812" fmla="*/ 9703 h 10000"/>
              <a:gd name="connsiteX50-8813" fmla="*/ 3540 w 10000"/>
              <a:gd name="connsiteY50-8814" fmla="*/ 9889 h 10000"/>
              <a:gd name="connsiteX51-8815" fmla="*/ 3106 w 10000"/>
              <a:gd name="connsiteY51-8816" fmla="*/ 10000 h 10000"/>
              <a:gd name="connsiteX52-8817" fmla="*/ 2714 w 10000"/>
              <a:gd name="connsiteY52-8818" fmla="*/ 10000 h 10000"/>
              <a:gd name="connsiteX53-8819" fmla="*/ 2280 w 10000"/>
              <a:gd name="connsiteY53-8820" fmla="*/ 10000 h 10000"/>
              <a:gd name="connsiteX54-8821" fmla="*/ 2280 w 10000"/>
              <a:gd name="connsiteY54-8822" fmla="*/ 9889 h 10000"/>
              <a:gd name="connsiteX55-8823" fmla="*/ 2081 w 10000"/>
              <a:gd name="connsiteY55-8824" fmla="*/ 9889 h 10000"/>
              <a:gd name="connsiteX56-8825" fmla="*/ 2081 w 10000"/>
              <a:gd name="connsiteY56-8826" fmla="*/ 9796 h 10000"/>
              <a:gd name="connsiteX57-8827" fmla="*/ 2081 w 10000"/>
              <a:gd name="connsiteY57-8828" fmla="*/ 9610 h 10000"/>
              <a:gd name="connsiteX58-8829" fmla="*/ 2081 w 10000"/>
              <a:gd name="connsiteY58-8830" fmla="*/ 9499 h 10000"/>
              <a:gd name="connsiteX59-8831" fmla="*/ 2081 w 10000"/>
              <a:gd name="connsiteY59-8832" fmla="*/ 9406 h 10000"/>
              <a:gd name="connsiteX60-8833" fmla="*/ 2081 w 10000"/>
              <a:gd name="connsiteY60-8834" fmla="*/ 9202 h 10000"/>
              <a:gd name="connsiteX61-8835" fmla="*/ 2081 w 10000"/>
              <a:gd name="connsiteY61-8836" fmla="*/ 9017 h 10000"/>
              <a:gd name="connsiteX62-8837" fmla="*/ 1888 w 10000"/>
              <a:gd name="connsiteY62-8838" fmla="*/ 8813 h 10000"/>
              <a:gd name="connsiteX63-8839" fmla="*/ 1651 w 10000"/>
              <a:gd name="connsiteY63-8840" fmla="*/ 8534 h 10000"/>
              <a:gd name="connsiteX64-8841" fmla="*/ 1258 w 10000"/>
              <a:gd name="connsiteY64-8842" fmla="*/ 8126 h 10000"/>
              <a:gd name="connsiteX65-8843" fmla="*/ 1061 w 10000"/>
              <a:gd name="connsiteY65-8844" fmla="*/ 7737 h 10000"/>
              <a:gd name="connsiteX66-8845" fmla="*/ 431 w 10000"/>
              <a:gd name="connsiteY66-8846" fmla="*/ 7347 h 10000"/>
              <a:gd name="connsiteX67-8847" fmla="*/ 0 w 10000"/>
              <a:gd name="connsiteY67-8848" fmla="*/ 6753 h 10000"/>
              <a:gd name="connsiteX68-8849" fmla="*/ 431 w 10000"/>
              <a:gd name="connsiteY68-8850" fmla="*/ 6957 h 10000"/>
              <a:gd name="connsiteX69-8851" fmla="*/ 1061 w 10000"/>
              <a:gd name="connsiteY69-8852" fmla="*/ 7161 h 10000"/>
              <a:gd name="connsiteX70-8853" fmla="*/ 1453 w 10000"/>
              <a:gd name="connsiteY70-8854" fmla="*/ 7347 h 10000"/>
              <a:gd name="connsiteX71-8855" fmla="*/ 1888 w 10000"/>
              <a:gd name="connsiteY71-8856" fmla="*/ 7440 h 10000"/>
              <a:gd name="connsiteX72-8857" fmla="*/ 2280 w 10000"/>
              <a:gd name="connsiteY72-8858" fmla="*/ 7551 h 10000"/>
              <a:gd name="connsiteX73-8859" fmla="*/ 2522 w 10000"/>
              <a:gd name="connsiteY73-8860" fmla="*/ 7551 h 10000"/>
              <a:gd name="connsiteX74-8861" fmla="*/ 2714 w 10000"/>
              <a:gd name="connsiteY74-8862" fmla="*/ 7644 h 10000"/>
              <a:gd name="connsiteX75-8863" fmla="*/ 2913 w 10000"/>
              <a:gd name="connsiteY75-8864" fmla="*/ 7644 h 10000"/>
              <a:gd name="connsiteX76-8865" fmla="*/ 3106 w 10000"/>
              <a:gd name="connsiteY76-8866" fmla="*/ 7644 h 10000"/>
              <a:gd name="connsiteX77-8867" fmla="*/ 3344 w 10000"/>
              <a:gd name="connsiteY77-8868" fmla="*/ 7644 h 10000"/>
              <a:gd name="connsiteX78-8869" fmla="*/ 3540 w 10000"/>
              <a:gd name="connsiteY78-8870" fmla="*/ 7551 h 10000"/>
              <a:gd name="connsiteX79-8871" fmla="*/ 3741 w 10000"/>
              <a:gd name="connsiteY79-8872" fmla="*/ 7440 h 10000"/>
              <a:gd name="connsiteX80-8873" fmla="*/ 3741 w 10000"/>
              <a:gd name="connsiteY80-8874" fmla="*/ 7347 h 10000"/>
              <a:gd name="connsiteX81-8875" fmla="*/ 3976 w 10000"/>
              <a:gd name="connsiteY81-8876" fmla="*/ 7254 h 10000"/>
              <a:gd name="connsiteX82-8877" fmla="*/ 4169 w 10000"/>
              <a:gd name="connsiteY82-8878" fmla="*/ 7050 h 10000"/>
              <a:gd name="connsiteX83-8879" fmla="*/ 4169 w 10000"/>
              <a:gd name="connsiteY83-8880" fmla="*/ 6865 h 10000"/>
              <a:gd name="connsiteX84-8881" fmla="*/ 4367 w 10000"/>
              <a:gd name="connsiteY84-8882" fmla="*/ 6660 h 10000"/>
              <a:gd name="connsiteX85-8883" fmla="*/ 4564 w 10000"/>
              <a:gd name="connsiteY85-8884" fmla="*/ 6364 h 10000"/>
              <a:gd name="connsiteX86-8885" fmla="*/ 4801 w 10000"/>
              <a:gd name="connsiteY86-8886" fmla="*/ 6067 h 10000"/>
              <a:gd name="connsiteX87-8887" fmla="*/ 4801 w 10000"/>
              <a:gd name="connsiteY87-8888" fmla="*/ 5677 h 10000"/>
              <a:gd name="connsiteX88-8889" fmla="*/ 5196 w 10000"/>
              <a:gd name="connsiteY88-8890" fmla="*/ 4991 h 10000"/>
              <a:gd name="connsiteX89-8891" fmla="*/ 5438 w 10000"/>
              <a:gd name="connsiteY89-8892" fmla="*/ 4212 h 10000"/>
              <a:gd name="connsiteX90-8893" fmla="*/ 5438 w 10000"/>
              <a:gd name="connsiteY90-8894" fmla="*/ 3525 h 10000"/>
              <a:gd name="connsiteX91-8895" fmla="*/ 5631 w 10000"/>
              <a:gd name="connsiteY91-8896" fmla="*/ 2839 h 10000"/>
              <a:gd name="connsiteX92-8897" fmla="*/ 5631 w 10000"/>
              <a:gd name="connsiteY92-8898" fmla="*/ 2542 h 10000"/>
              <a:gd name="connsiteX93-8899" fmla="*/ 5631 w 10000"/>
              <a:gd name="connsiteY93-8900" fmla="*/ 2263 h 10000"/>
              <a:gd name="connsiteX94-8901" fmla="*/ 5631 w 10000"/>
              <a:gd name="connsiteY94-8902" fmla="*/ 2059 h 10000"/>
              <a:gd name="connsiteX95-8903" fmla="*/ 5631 w 10000"/>
              <a:gd name="connsiteY95-8904" fmla="*/ 1855 h 10000"/>
              <a:gd name="connsiteX96-8905" fmla="*/ 5631 w 10000"/>
              <a:gd name="connsiteY96-8906" fmla="*/ 1670 h 10000"/>
              <a:gd name="connsiteX97-8907" fmla="*/ 5631 w 10000"/>
              <a:gd name="connsiteY97-8908" fmla="*/ 1577 h 10000"/>
              <a:gd name="connsiteX98-8909" fmla="*/ 5438 w 10000"/>
              <a:gd name="connsiteY98-8910" fmla="*/ 1466 h 10000"/>
              <a:gd name="connsiteX99-8911" fmla="*/ 5438 w 10000"/>
              <a:gd name="connsiteY99-8912" fmla="*/ 1373 h 10000"/>
              <a:gd name="connsiteX100-8913" fmla="*/ 5438 w 10000"/>
              <a:gd name="connsiteY100-8914" fmla="*/ 1280 h 10000"/>
              <a:gd name="connsiteX101-8915" fmla="*/ 5196 w 10000"/>
              <a:gd name="connsiteY101-8916" fmla="*/ 1280 h 10000"/>
              <a:gd name="connsiteX102-8917" fmla="*/ 5005 w 10000"/>
              <a:gd name="connsiteY102-8918" fmla="*/ 1169 h 10000"/>
              <a:gd name="connsiteX103-8919" fmla="*/ 5005 w 10000"/>
              <a:gd name="connsiteY103-8920" fmla="*/ 1169 h 10000"/>
              <a:gd name="connsiteX104-8921" fmla="*/ 4564 w 10000"/>
              <a:gd name="connsiteY104-8922" fmla="*/ 1169 h 10000"/>
              <a:gd name="connsiteX105-8923" fmla="*/ 4367 w 10000"/>
              <a:gd name="connsiteY105-8924" fmla="*/ 1169 h 10000"/>
              <a:gd name="connsiteX106-8925" fmla="*/ 4169 w 10000"/>
              <a:gd name="connsiteY106-8926" fmla="*/ 1169 h 10000"/>
              <a:gd name="connsiteX107-8927" fmla="*/ 3741 w 10000"/>
              <a:gd name="connsiteY107-8928" fmla="*/ 1169 h 10000"/>
              <a:gd name="connsiteX108-8929" fmla="*/ 3344 w 10000"/>
              <a:gd name="connsiteY108-8930" fmla="*/ 1169 h 10000"/>
              <a:gd name="connsiteX109-8931" fmla="*/ 3540 w 10000"/>
              <a:gd name="connsiteY109-8932" fmla="*/ 482 h 10000"/>
              <a:gd name="connsiteX110-8933" fmla="*/ 3976 w 10000"/>
              <a:gd name="connsiteY110-8934" fmla="*/ 390 h 10000"/>
              <a:gd name="connsiteX111-8935" fmla="*/ 4367 w 10000"/>
              <a:gd name="connsiteY111-8936" fmla="*/ 297 h 10000"/>
              <a:gd name="connsiteX112-8937" fmla="*/ 4801 w 10000"/>
              <a:gd name="connsiteY112-8938" fmla="*/ 297 h 10000"/>
              <a:gd name="connsiteX113-8939" fmla="*/ 4801 w 10000"/>
              <a:gd name="connsiteY113-8940" fmla="*/ 204 h 10000"/>
              <a:gd name="connsiteX114-8941" fmla="*/ 4801 w 10000"/>
              <a:gd name="connsiteY114-8942" fmla="*/ 204 h 10000"/>
              <a:gd name="connsiteX0-8943" fmla="*/ 4801 w 10000"/>
              <a:gd name="connsiteY0-8944" fmla="*/ 204 h 10000"/>
              <a:gd name="connsiteX1-8945" fmla="*/ 5005 w 10000"/>
              <a:gd name="connsiteY1-8946" fmla="*/ 93 h 10000"/>
              <a:gd name="connsiteX2-8947" fmla="*/ 5438 w 10000"/>
              <a:gd name="connsiteY2-8948" fmla="*/ 93 h 10000"/>
              <a:gd name="connsiteX3-8949" fmla="*/ 5631 w 10000"/>
              <a:gd name="connsiteY3-8950" fmla="*/ 0 h 10000"/>
              <a:gd name="connsiteX4-8951" fmla="*/ 5825 w 10000"/>
              <a:gd name="connsiteY4-8952" fmla="*/ 0 h 10000"/>
              <a:gd name="connsiteX5-8953" fmla="*/ 6259 w 10000"/>
              <a:gd name="connsiteY5-8954" fmla="*/ 93 h 10000"/>
              <a:gd name="connsiteX6-8955" fmla="*/ 6890 w 10000"/>
              <a:gd name="connsiteY6-8956" fmla="*/ 204 h 10000"/>
              <a:gd name="connsiteX7-8957" fmla="*/ 7085 w 10000"/>
              <a:gd name="connsiteY7-8958" fmla="*/ 297 h 10000"/>
              <a:gd name="connsiteX8-8959" fmla="*/ 7478 w 10000"/>
              <a:gd name="connsiteY8-8960" fmla="*/ 482 h 10000"/>
              <a:gd name="connsiteX9-8961" fmla="*/ 7711 w 10000"/>
              <a:gd name="connsiteY9-8962" fmla="*/ 594 h 10000"/>
              <a:gd name="connsiteX10-8963" fmla="*/ 8114 w 10000"/>
              <a:gd name="connsiteY10-8964" fmla="*/ 686 h 10000"/>
              <a:gd name="connsiteX11-8965" fmla="*/ 8544 w 10000"/>
              <a:gd name="connsiteY11-8966" fmla="*/ 891 h 10000"/>
              <a:gd name="connsiteX12-8967" fmla="*/ 8934 w 10000"/>
              <a:gd name="connsiteY12-8968" fmla="*/ 983 h 10000"/>
              <a:gd name="connsiteX13-8969" fmla="*/ 9173 w 10000"/>
              <a:gd name="connsiteY13-8970" fmla="*/ 1169 h 10000"/>
              <a:gd name="connsiteX14-8971" fmla="*/ 9568 w 10000"/>
              <a:gd name="connsiteY14-8972" fmla="*/ 1280 h 10000"/>
              <a:gd name="connsiteX15-8973" fmla="*/ 9762 w 10000"/>
              <a:gd name="connsiteY15-8974" fmla="*/ 1373 h 10000"/>
              <a:gd name="connsiteX16-8975" fmla="*/ 9762 w 10000"/>
              <a:gd name="connsiteY16-8976" fmla="*/ 1466 h 10000"/>
              <a:gd name="connsiteX17-8977" fmla="*/ 10000 w 10000"/>
              <a:gd name="connsiteY17-8978" fmla="*/ 1466 h 10000"/>
              <a:gd name="connsiteX18-8979" fmla="*/ 10000 w 10000"/>
              <a:gd name="connsiteY18-8980" fmla="*/ 1577 h 10000"/>
              <a:gd name="connsiteX19-8981" fmla="*/ 10000 w 10000"/>
              <a:gd name="connsiteY19-8982" fmla="*/ 1670 h 10000"/>
              <a:gd name="connsiteX20-8983" fmla="*/ 9762 w 10000"/>
              <a:gd name="connsiteY20-8984" fmla="*/ 1763 h 10000"/>
              <a:gd name="connsiteX21-8985" fmla="*/ 9568 w 10000"/>
              <a:gd name="connsiteY21-8986" fmla="*/ 1763 h 10000"/>
              <a:gd name="connsiteX22-8987" fmla="*/ 9371 w 10000"/>
              <a:gd name="connsiteY22-8988" fmla="*/ 1855 h 10000"/>
              <a:gd name="connsiteX23-8989" fmla="*/ 9173 w 10000"/>
              <a:gd name="connsiteY23-8990" fmla="*/ 1855 h 10000"/>
              <a:gd name="connsiteX24-8991" fmla="*/ 9173 w 10000"/>
              <a:gd name="connsiteY24-8992" fmla="*/ 1967 h 10000"/>
              <a:gd name="connsiteX25-8993" fmla="*/ 8934 w 10000"/>
              <a:gd name="connsiteY25-8994" fmla="*/ 2059 h 10000"/>
              <a:gd name="connsiteX26-8995" fmla="*/ 8740 w 10000"/>
              <a:gd name="connsiteY26-8996" fmla="*/ 2263 h 10000"/>
              <a:gd name="connsiteX27-8997" fmla="*/ 8740 w 10000"/>
              <a:gd name="connsiteY27-8998" fmla="*/ 2449 h 10000"/>
              <a:gd name="connsiteX28-8999" fmla="*/ 8544 w 10000"/>
              <a:gd name="connsiteY28-9000" fmla="*/ 2653 h 10000"/>
              <a:gd name="connsiteX29-9001" fmla="*/ 8544 w 10000"/>
              <a:gd name="connsiteY29-9002" fmla="*/ 2950 h 10000"/>
              <a:gd name="connsiteX30-9003" fmla="*/ 8544 w 10000"/>
              <a:gd name="connsiteY30-9004" fmla="*/ 3135 h 10000"/>
              <a:gd name="connsiteX31-9005" fmla="*/ 8305 w 10000"/>
              <a:gd name="connsiteY31-9006" fmla="*/ 3432 h 10000"/>
              <a:gd name="connsiteX32-9007" fmla="*/ 8305 w 10000"/>
              <a:gd name="connsiteY32-9008" fmla="*/ 3822 h 10000"/>
              <a:gd name="connsiteX33-9009" fmla="*/ 8114 w 10000"/>
              <a:gd name="connsiteY33-9010" fmla="*/ 4119 h 10000"/>
              <a:gd name="connsiteX34-9011" fmla="*/ 7913 w 10000"/>
              <a:gd name="connsiteY34-9012" fmla="*/ 4508 h 10000"/>
              <a:gd name="connsiteX35-9013" fmla="*/ 7711 w 10000"/>
              <a:gd name="connsiteY35-9014" fmla="*/ 4898 h 10000"/>
              <a:gd name="connsiteX36-9015" fmla="*/ 7478 w 10000"/>
              <a:gd name="connsiteY36-9016" fmla="*/ 5288 h 10000"/>
              <a:gd name="connsiteX37-9017" fmla="*/ 7085 w 10000"/>
              <a:gd name="connsiteY37-9018" fmla="*/ 6178 h 10000"/>
              <a:gd name="connsiteX38-9019" fmla="*/ 6890 w 10000"/>
              <a:gd name="connsiteY38-9020" fmla="*/ 6568 h 10000"/>
              <a:gd name="connsiteX39-9021" fmla="*/ 6657 w 10000"/>
              <a:gd name="connsiteY39-9022" fmla="*/ 6957 h 10000"/>
              <a:gd name="connsiteX40-9023" fmla="*/ 6458 w 10000"/>
              <a:gd name="connsiteY40-9024" fmla="*/ 7347 h 10000"/>
              <a:gd name="connsiteX41-9025" fmla="*/ 6259 w 10000"/>
              <a:gd name="connsiteY41-9026" fmla="*/ 7737 h 10000"/>
              <a:gd name="connsiteX42-9027" fmla="*/ 6021 w 10000"/>
              <a:gd name="connsiteY42-9028" fmla="*/ 8033 h 10000"/>
              <a:gd name="connsiteX43-9029" fmla="*/ 6021 w 10000"/>
              <a:gd name="connsiteY43-9030" fmla="*/ 8237 h 10000"/>
              <a:gd name="connsiteX44-9031" fmla="*/ 5825 w 10000"/>
              <a:gd name="connsiteY44-9032" fmla="*/ 8534 h 10000"/>
              <a:gd name="connsiteX45-9033" fmla="*/ 5631 w 10000"/>
              <a:gd name="connsiteY45-9034" fmla="*/ 8720 h 10000"/>
              <a:gd name="connsiteX46-9035" fmla="*/ 5196 w 10000"/>
              <a:gd name="connsiteY46-9036" fmla="*/ 9017 h 10000"/>
              <a:gd name="connsiteX47-9037" fmla="*/ 4801 w 10000"/>
              <a:gd name="connsiteY47-9038" fmla="*/ 9314 h 10000"/>
              <a:gd name="connsiteX48-9039" fmla="*/ 4367 w 10000"/>
              <a:gd name="connsiteY48-9040" fmla="*/ 9610 h 10000"/>
              <a:gd name="connsiteX49-9041" fmla="*/ 3976 w 10000"/>
              <a:gd name="connsiteY49-9042" fmla="*/ 9703 h 10000"/>
              <a:gd name="connsiteX50-9043" fmla="*/ 3540 w 10000"/>
              <a:gd name="connsiteY50-9044" fmla="*/ 9889 h 10000"/>
              <a:gd name="connsiteX51-9045" fmla="*/ 3106 w 10000"/>
              <a:gd name="connsiteY51-9046" fmla="*/ 10000 h 10000"/>
              <a:gd name="connsiteX52-9047" fmla="*/ 2714 w 10000"/>
              <a:gd name="connsiteY52-9048" fmla="*/ 10000 h 10000"/>
              <a:gd name="connsiteX53-9049" fmla="*/ 2280 w 10000"/>
              <a:gd name="connsiteY53-9050" fmla="*/ 10000 h 10000"/>
              <a:gd name="connsiteX54-9051" fmla="*/ 2280 w 10000"/>
              <a:gd name="connsiteY54-9052" fmla="*/ 9889 h 10000"/>
              <a:gd name="connsiteX55-9053" fmla="*/ 2081 w 10000"/>
              <a:gd name="connsiteY55-9054" fmla="*/ 9889 h 10000"/>
              <a:gd name="connsiteX56-9055" fmla="*/ 2081 w 10000"/>
              <a:gd name="connsiteY56-9056" fmla="*/ 9796 h 10000"/>
              <a:gd name="connsiteX57-9057" fmla="*/ 2081 w 10000"/>
              <a:gd name="connsiteY57-9058" fmla="*/ 9610 h 10000"/>
              <a:gd name="connsiteX58-9059" fmla="*/ 2081 w 10000"/>
              <a:gd name="connsiteY58-9060" fmla="*/ 9499 h 10000"/>
              <a:gd name="connsiteX59-9061" fmla="*/ 2081 w 10000"/>
              <a:gd name="connsiteY59-9062" fmla="*/ 9406 h 10000"/>
              <a:gd name="connsiteX60-9063" fmla="*/ 2081 w 10000"/>
              <a:gd name="connsiteY60-9064" fmla="*/ 9202 h 10000"/>
              <a:gd name="connsiteX61-9065" fmla="*/ 2081 w 10000"/>
              <a:gd name="connsiteY61-9066" fmla="*/ 9017 h 10000"/>
              <a:gd name="connsiteX62-9067" fmla="*/ 1888 w 10000"/>
              <a:gd name="connsiteY62-9068" fmla="*/ 8813 h 10000"/>
              <a:gd name="connsiteX63-9069" fmla="*/ 1651 w 10000"/>
              <a:gd name="connsiteY63-9070" fmla="*/ 8534 h 10000"/>
              <a:gd name="connsiteX64-9071" fmla="*/ 1258 w 10000"/>
              <a:gd name="connsiteY64-9072" fmla="*/ 8126 h 10000"/>
              <a:gd name="connsiteX65-9073" fmla="*/ 1061 w 10000"/>
              <a:gd name="connsiteY65-9074" fmla="*/ 7737 h 10000"/>
              <a:gd name="connsiteX66-9075" fmla="*/ 431 w 10000"/>
              <a:gd name="connsiteY66-9076" fmla="*/ 7347 h 10000"/>
              <a:gd name="connsiteX67-9077" fmla="*/ 0 w 10000"/>
              <a:gd name="connsiteY67-9078" fmla="*/ 6753 h 10000"/>
              <a:gd name="connsiteX68-9079" fmla="*/ 431 w 10000"/>
              <a:gd name="connsiteY68-9080" fmla="*/ 6957 h 10000"/>
              <a:gd name="connsiteX69-9081" fmla="*/ 1061 w 10000"/>
              <a:gd name="connsiteY69-9082" fmla="*/ 7161 h 10000"/>
              <a:gd name="connsiteX70-9083" fmla="*/ 1453 w 10000"/>
              <a:gd name="connsiteY70-9084" fmla="*/ 7347 h 10000"/>
              <a:gd name="connsiteX71-9085" fmla="*/ 1888 w 10000"/>
              <a:gd name="connsiteY71-9086" fmla="*/ 7440 h 10000"/>
              <a:gd name="connsiteX72-9087" fmla="*/ 2280 w 10000"/>
              <a:gd name="connsiteY72-9088" fmla="*/ 7551 h 10000"/>
              <a:gd name="connsiteX73-9089" fmla="*/ 2522 w 10000"/>
              <a:gd name="connsiteY73-9090" fmla="*/ 7551 h 10000"/>
              <a:gd name="connsiteX74-9091" fmla="*/ 2714 w 10000"/>
              <a:gd name="connsiteY74-9092" fmla="*/ 7644 h 10000"/>
              <a:gd name="connsiteX75-9093" fmla="*/ 2913 w 10000"/>
              <a:gd name="connsiteY75-9094" fmla="*/ 7644 h 10000"/>
              <a:gd name="connsiteX76-9095" fmla="*/ 3106 w 10000"/>
              <a:gd name="connsiteY76-9096" fmla="*/ 7644 h 10000"/>
              <a:gd name="connsiteX77-9097" fmla="*/ 3344 w 10000"/>
              <a:gd name="connsiteY77-9098" fmla="*/ 7644 h 10000"/>
              <a:gd name="connsiteX78-9099" fmla="*/ 3540 w 10000"/>
              <a:gd name="connsiteY78-9100" fmla="*/ 7551 h 10000"/>
              <a:gd name="connsiteX79-9101" fmla="*/ 3741 w 10000"/>
              <a:gd name="connsiteY79-9102" fmla="*/ 7440 h 10000"/>
              <a:gd name="connsiteX80-9103" fmla="*/ 3741 w 10000"/>
              <a:gd name="connsiteY80-9104" fmla="*/ 7347 h 10000"/>
              <a:gd name="connsiteX81-9105" fmla="*/ 3976 w 10000"/>
              <a:gd name="connsiteY81-9106" fmla="*/ 7254 h 10000"/>
              <a:gd name="connsiteX82-9107" fmla="*/ 4169 w 10000"/>
              <a:gd name="connsiteY82-9108" fmla="*/ 7050 h 10000"/>
              <a:gd name="connsiteX83-9109" fmla="*/ 4169 w 10000"/>
              <a:gd name="connsiteY83-9110" fmla="*/ 6865 h 10000"/>
              <a:gd name="connsiteX84-9111" fmla="*/ 4367 w 10000"/>
              <a:gd name="connsiteY84-9112" fmla="*/ 6660 h 10000"/>
              <a:gd name="connsiteX85-9113" fmla="*/ 4564 w 10000"/>
              <a:gd name="connsiteY85-9114" fmla="*/ 6364 h 10000"/>
              <a:gd name="connsiteX86-9115" fmla="*/ 4801 w 10000"/>
              <a:gd name="connsiteY86-9116" fmla="*/ 6067 h 10000"/>
              <a:gd name="connsiteX87-9117" fmla="*/ 4801 w 10000"/>
              <a:gd name="connsiteY87-9118" fmla="*/ 5677 h 10000"/>
              <a:gd name="connsiteX88-9119" fmla="*/ 5196 w 10000"/>
              <a:gd name="connsiteY88-9120" fmla="*/ 4991 h 10000"/>
              <a:gd name="connsiteX89-9121" fmla="*/ 5438 w 10000"/>
              <a:gd name="connsiteY89-9122" fmla="*/ 4212 h 10000"/>
              <a:gd name="connsiteX90-9123" fmla="*/ 5438 w 10000"/>
              <a:gd name="connsiteY90-9124" fmla="*/ 3525 h 10000"/>
              <a:gd name="connsiteX91-9125" fmla="*/ 5631 w 10000"/>
              <a:gd name="connsiteY91-9126" fmla="*/ 2839 h 10000"/>
              <a:gd name="connsiteX92-9127" fmla="*/ 5631 w 10000"/>
              <a:gd name="connsiteY92-9128" fmla="*/ 2542 h 10000"/>
              <a:gd name="connsiteX93-9129" fmla="*/ 5631 w 10000"/>
              <a:gd name="connsiteY93-9130" fmla="*/ 2263 h 10000"/>
              <a:gd name="connsiteX94-9131" fmla="*/ 5631 w 10000"/>
              <a:gd name="connsiteY94-9132" fmla="*/ 2059 h 10000"/>
              <a:gd name="connsiteX95-9133" fmla="*/ 5631 w 10000"/>
              <a:gd name="connsiteY95-9134" fmla="*/ 1855 h 10000"/>
              <a:gd name="connsiteX96-9135" fmla="*/ 5631 w 10000"/>
              <a:gd name="connsiteY96-9136" fmla="*/ 1670 h 10000"/>
              <a:gd name="connsiteX97-9137" fmla="*/ 5631 w 10000"/>
              <a:gd name="connsiteY97-9138" fmla="*/ 1577 h 10000"/>
              <a:gd name="connsiteX98-9139" fmla="*/ 5438 w 10000"/>
              <a:gd name="connsiteY98-9140" fmla="*/ 1466 h 10000"/>
              <a:gd name="connsiteX99-9141" fmla="*/ 5438 w 10000"/>
              <a:gd name="connsiteY99-9142" fmla="*/ 1373 h 10000"/>
              <a:gd name="connsiteX100-9143" fmla="*/ 5438 w 10000"/>
              <a:gd name="connsiteY100-9144" fmla="*/ 1280 h 10000"/>
              <a:gd name="connsiteX101-9145" fmla="*/ 5196 w 10000"/>
              <a:gd name="connsiteY101-9146" fmla="*/ 1280 h 10000"/>
              <a:gd name="connsiteX102-9147" fmla="*/ 5005 w 10000"/>
              <a:gd name="connsiteY102-9148" fmla="*/ 1169 h 10000"/>
              <a:gd name="connsiteX103-9149" fmla="*/ 5005 w 10000"/>
              <a:gd name="connsiteY103-9150" fmla="*/ 1169 h 10000"/>
              <a:gd name="connsiteX104-9151" fmla="*/ 4564 w 10000"/>
              <a:gd name="connsiteY104-9152" fmla="*/ 1169 h 10000"/>
              <a:gd name="connsiteX105-9153" fmla="*/ 4367 w 10000"/>
              <a:gd name="connsiteY105-9154" fmla="*/ 1169 h 10000"/>
              <a:gd name="connsiteX106-9155" fmla="*/ 4169 w 10000"/>
              <a:gd name="connsiteY106-9156" fmla="*/ 1169 h 10000"/>
              <a:gd name="connsiteX107-9157" fmla="*/ 3741 w 10000"/>
              <a:gd name="connsiteY107-9158" fmla="*/ 1169 h 10000"/>
              <a:gd name="connsiteX108-9159" fmla="*/ 3540 w 10000"/>
              <a:gd name="connsiteY108-9160" fmla="*/ 482 h 10000"/>
              <a:gd name="connsiteX109-9161" fmla="*/ 3976 w 10000"/>
              <a:gd name="connsiteY109-9162" fmla="*/ 390 h 10000"/>
              <a:gd name="connsiteX110-9163" fmla="*/ 4367 w 10000"/>
              <a:gd name="connsiteY110-9164" fmla="*/ 297 h 10000"/>
              <a:gd name="connsiteX111-9165" fmla="*/ 4801 w 10000"/>
              <a:gd name="connsiteY111-9166" fmla="*/ 297 h 10000"/>
              <a:gd name="connsiteX112-9167" fmla="*/ 4801 w 10000"/>
              <a:gd name="connsiteY112-9168" fmla="*/ 204 h 10000"/>
              <a:gd name="connsiteX113-9169" fmla="*/ 4801 w 10000"/>
              <a:gd name="connsiteY113-9170" fmla="*/ 204 h 10000"/>
              <a:gd name="connsiteX0-9171" fmla="*/ 4801 w 10000"/>
              <a:gd name="connsiteY0-9172" fmla="*/ 204 h 10000"/>
              <a:gd name="connsiteX1-9173" fmla="*/ 5005 w 10000"/>
              <a:gd name="connsiteY1-9174" fmla="*/ 93 h 10000"/>
              <a:gd name="connsiteX2-9175" fmla="*/ 5438 w 10000"/>
              <a:gd name="connsiteY2-9176" fmla="*/ 93 h 10000"/>
              <a:gd name="connsiteX3-9177" fmla="*/ 5631 w 10000"/>
              <a:gd name="connsiteY3-9178" fmla="*/ 0 h 10000"/>
              <a:gd name="connsiteX4-9179" fmla="*/ 5825 w 10000"/>
              <a:gd name="connsiteY4-9180" fmla="*/ 0 h 10000"/>
              <a:gd name="connsiteX5-9181" fmla="*/ 6259 w 10000"/>
              <a:gd name="connsiteY5-9182" fmla="*/ 93 h 10000"/>
              <a:gd name="connsiteX6-9183" fmla="*/ 6890 w 10000"/>
              <a:gd name="connsiteY6-9184" fmla="*/ 204 h 10000"/>
              <a:gd name="connsiteX7-9185" fmla="*/ 7085 w 10000"/>
              <a:gd name="connsiteY7-9186" fmla="*/ 297 h 10000"/>
              <a:gd name="connsiteX8-9187" fmla="*/ 7478 w 10000"/>
              <a:gd name="connsiteY8-9188" fmla="*/ 482 h 10000"/>
              <a:gd name="connsiteX9-9189" fmla="*/ 7711 w 10000"/>
              <a:gd name="connsiteY9-9190" fmla="*/ 594 h 10000"/>
              <a:gd name="connsiteX10-9191" fmla="*/ 8114 w 10000"/>
              <a:gd name="connsiteY10-9192" fmla="*/ 686 h 10000"/>
              <a:gd name="connsiteX11-9193" fmla="*/ 8544 w 10000"/>
              <a:gd name="connsiteY11-9194" fmla="*/ 891 h 10000"/>
              <a:gd name="connsiteX12-9195" fmla="*/ 8934 w 10000"/>
              <a:gd name="connsiteY12-9196" fmla="*/ 983 h 10000"/>
              <a:gd name="connsiteX13-9197" fmla="*/ 9173 w 10000"/>
              <a:gd name="connsiteY13-9198" fmla="*/ 1169 h 10000"/>
              <a:gd name="connsiteX14-9199" fmla="*/ 9568 w 10000"/>
              <a:gd name="connsiteY14-9200" fmla="*/ 1280 h 10000"/>
              <a:gd name="connsiteX15-9201" fmla="*/ 9762 w 10000"/>
              <a:gd name="connsiteY15-9202" fmla="*/ 1373 h 10000"/>
              <a:gd name="connsiteX16-9203" fmla="*/ 9762 w 10000"/>
              <a:gd name="connsiteY16-9204" fmla="*/ 1466 h 10000"/>
              <a:gd name="connsiteX17-9205" fmla="*/ 10000 w 10000"/>
              <a:gd name="connsiteY17-9206" fmla="*/ 1466 h 10000"/>
              <a:gd name="connsiteX18-9207" fmla="*/ 10000 w 10000"/>
              <a:gd name="connsiteY18-9208" fmla="*/ 1577 h 10000"/>
              <a:gd name="connsiteX19-9209" fmla="*/ 10000 w 10000"/>
              <a:gd name="connsiteY19-9210" fmla="*/ 1670 h 10000"/>
              <a:gd name="connsiteX20-9211" fmla="*/ 9762 w 10000"/>
              <a:gd name="connsiteY20-9212" fmla="*/ 1763 h 10000"/>
              <a:gd name="connsiteX21-9213" fmla="*/ 9568 w 10000"/>
              <a:gd name="connsiteY21-9214" fmla="*/ 1763 h 10000"/>
              <a:gd name="connsiteX22-9215" fmla="*/ 9371 w 10000"/>
              <a:gd name="connsiteY22-9216" fmla="*/ 1855 h 10000"/>
              <a:gd name="connsiteX23-9217" fmla="*/ 9173 w 10000"/>
              <a:gd name="connsiteY23-9218" fmla="*/ 1855 h 10000"/>
              <a:gd name="connsiteX24-9219" fmla="*/ 9173 w 10000"/>
              <a:gd name="connsiteY24-9220" fmla="*/ 1967 h 10000"/>
              <a:gd name="connsiteX25-9221" fmla="*/ 8934 w 10000"/>
              <a:gd name="connsiteY25-9222" fmla="*/ 2059 h 10000"/>
              <a:gd name="connsiteX26-9223" fmla="*/ 8740 w 10000"/>
              <a:gd name="connsiteY26-9224" fmla="*/ 2263 h 10000"/>
              <a:gd name="connsiteX27-9225" fmla="*/ 8740 w 10000"/>
              <a:gd name="connsiteY27-9226" fmla="*/ 2449 h 10000"/>
              <a:gd name="connsiteX28-9227" fmla="*/ 8544 w 10000"/>
              <a:gd name="connsiteY28-9228" fmla="*/ 2653 h 10000"/>
              <a:gd name="connsiteX29-9229" fmla="*/ 8544 w 10000"/>
              <a:gd name="connsiteY29-9230" fmla="*/ 2950 h 10000"/>
              <a:gd name="connsiteX30-9231" fmla="*/ 8544 w 10000"/>
              <a:gd name="connsiteY30-9232" fmla="*/ 3135 h 10000"/>
              <a:gd name="connsiteX31-9233" fmla="*/ 8305 w 10000"/>
              <a:gd name="connsiteY31-9234" fmla="*/ 3432 h 10000"/>
              <a:gd name="connsiteX32-9235" fmla="*/ 8305 w 10000"/>
              <a:gd name="connsiteY32-9236" fmla="*/ 3822 h 10000"/>
              <a:gd name="connsiteX33-9237" fmla="*/ 8114 w 10000"/>
              <a:gd name="connsiteY33-9238" fmla="*/ 4119 h 10000"/>
              <a:gd name="connsiteX34-9239" fmla="*/ 7913 w 10000"/>
              <a:gd name="connsiteY34-9240" fmla="*/ 4508 h 10000"/>
              <a:gd name="connsiteX35-9241" fmla="*/ 7711 w 10000"/>
              <a:gd name="connsiteY35-9242" fmla="*/ 4898 h 10000"/>
              <a:gd name="connsiteX36-9243" fmla="*/ 7478 w 10000"/>
              <a:gd name="connsiteY36-9244" fmla="*/ 5288 h 10000"/>
              <a:gd name="connsiteX37-9245" fmla="*/ 7085 w 10000"/>
              <a:gd name="connsiteY37-9246" fmla="*/ 6178 h 10000"/>
              <a:gd name="connsiteX38-9247" fmla="*/ 6890 w 10000"/>
              <a:gd name="connsiteY38-9248" fmla="*/ 6568 h 10000"/>
              <a:gd name="connsiteX39-9249" fmla="*/ 6657 w 10000"/>
              <a:gd name="connsiteY39-9250" fmla="*/ 6957 h 10000"/>
              <a:gd name="connsiteX40-9251" fmla="*/ 6458 w 10000"/>
              <a:gd name="connsiteY40-9252" fmla="*/ 7347 h 10000"/>
              <a:gd name="connsiteX41-9253" fmla="*/ 6259 w 10000"/>
              <a:gd name="connsiteY41-9254" fmla="*/ 7737 h 10000"/>
              <a:gd name="connsiteX42-9255" fmla="*/ 6021 w 10000"/>
              <a:gd name="connsiteY42-9256" fmla="*/ 8033 h 10000"/>
              <a:gd name="connsiteX43-9257" fmla="*/ 6021 w 10000"/>
              <a:gd name="connsiteY43-9258" fmla="*/ 8237 h 10000"/>
              <a:gd name="connsiteX44-9259" fmla="*/ 5825 w 10000"/>
              <a:gd name="connsiteY44-9260" fmla="*/ 8534 h 10000"/>
              <a:gd name="connsiteX45-9261" fmla="*/ 5631 w 10000"/>
              <a:gd name="connsiteY45-9262" fmla="*/ 8720 h 10000"/>
              <a:gd name="connsiteX46-9263" fmla="*/ 5196 w 10000"/>
              <a:gd name="connsiteY46-9264" fmla="*/ 9017 h 10000"/>
              <a:gd name="connsiteX47-9265" fmla="*/ 4801 w 10000"/>
              <a:gd name="connsiteY47-9266" fmla="*/ 9314 h 10000"/>
              <a:gd name="connsiteX48-9267" fmla="*/ 4367 w 10000"/>
              <a:gd name="connsiteY48-9268" fmla="*/ 9610 h 10000"/>
              <a:gd name="connsiteX49-9269" fmla="*/ 3976 w 10000"/>
              <a:gd name="connsiteY49-9270" fmla="*/ 9703 h 10000"/>
              <a:gd name="connsiteX50-9271" fmla="*/ 3540 w 10000"/>
              <a:gd name="connsiteY50-9272" fmla="*/ 9889 h 10000"/>
              <a:gd name="connsiteX51-9273" fmla="*/ 3106 w 10000"/>
              <a:gd name="connsiteY51-9274" fmla="*/ 10000 h 10000"/>
              <a:gd name="connsiteX52-9275" fmla="*/ 2714 w 10000"/>
              <a:gd name="connsiteY52-9276" fmla="*/ 10000 h 10000"/>
              <a:gd name="connsiteX53-9277" fmla="*/ 2280 w 10000"/>
              <a:gd name="connsiteY53-9278" fmla="*/ 10000 h 10000"/>
              <a:gd name="connsiteX54-9279" fmla="*/ 2280 w 10000"/>
              <a:gd name="connsiteY54-9280" fmla="*/ 9889 h 10000"/>
              <a:gd name="connsiteX55-9281" fmla="*/ 2081 w 10000"/>
              <a:gd name="connsiteY55-9282" fmla="*/ 9889 h 10000"/>
              <a:gd name="connsiteX56-9283" fmla="*/ 2081 w 10000"/>
              <a:gd name="connsiteY56-9284" fmla="*/ 9796 h 10000"/>
              <a:gd name="connsiteX57-9285" fmla="*/ 2081 w 10000"/>
              <a:gd name="connsiteY57-9286" fmla="*/ 9610 h 10000"/>
              <a:gd name="connsiteX58-9287" fmla="*/ 2081 w 10000"/>
              <a:gd name="connsiteY58-9288" fmla="*/ 9499 h 10000"/>
              <a:gd name="connsiteX59-9289" fmla="*/ 2081 w 10000"/>
              <a:gd name="connsiteY59-9290" fmla="*/ 9406 h 10000"/>
              <a:gd name="connsiteX60-9291" fmla="*/ 2081 w 10000"/>
              <a:gd name="connsiteY60-9292" fmla="*/ 9202 h 10000"/>
              <a:gd name="connsiteX61-9293" fmla="*/ 2081 w 10000"/>
              <a:gd name="connsiteY61-9294" fmla="*/ 9017 h 10000"/>
              <a:gd name="connsiteX62-9295" fmla="*/ 1888 w 10000"/>
              <a:gd name="connsiteY62-9296" fmla="*/ 8813 h 10000"/>
              <a:gd name="connsiteX63-9297" fmla="*/ 1651 w 10000"/>
              <a:gd name="connsiteY63-9298" fmla="*/ 8534 h 10000"/>
              <a:gd name="connsiteX64-9299" fmla="*/ 1258 w 10000"/>
              <a:gd name="connsiteY64-9300" fmla="*/ 8126 h 10000"/>
              <a:gd name="connsiteX65-9301" fmla="*/ 1061 w 10000"/>
              <a:gd name="connsiteY65-9302" fmla="*/ 7737 h 10000"/>
              <a:gd name="connsiteX66-9303" fmla="*/ 431 w 10000"/>
              <a:gd name="connsiteY66-9304" fmla="*/ 7347 h 10000"/>
              <a:gd name="connsiteX67-9305" fmla="*/ 0 w 10000"/>
              <a:gd name="connsiteY67-9306" fmla="*/ 6753 h 10000"/>
              <a:gd name="connsiteX68-9307" fmla="*/ 431 w 10000"/>
              <a:gd name="connsiteY68-9308" fmla="*/ 6957 h 10000"/>
              <a:gd name="connsiteX69-9309" fmla="*/ 1061 w 10000"/>
              <a:gd name="connsiteY69-9310" fmla="*/ 7161 h 10000"/>
              <a:gd name="connsiteX70-9311" fmla="*/ 1453 w 10000"/>
              <a:gd name="connsiteY70-9312" fmla="*/ 7347 h 10000"/>
              <a:gd name="connsiteX71-9313" fmla="*/ 1888 w 10000"/>
              <a:gd name="connsiteY71-9314" fmla="*/ 7440 h 10000"/>
              <a:gd name="connsiteX72-9315" fmla="*/ 2280 w 10000"/>
              <a:gd name="connsiteY72-9316" fmla="*/ 7551 h 10000"/>
              <a:gd name="connsiteX73-9317" fmla="*/ 2522 w 10000"/>
              <a:gd name="connsiteY73-9318" fmla="*/ 7551 h 10000"/>
              <a:gd name="connsiteX74-9319" fmla="*/ 2714 w 10000"/>
              <a:gd name="connsiteY74-9320" fmla="*/ 7644 h 10000"/>
              <a:gd name="connsiteX75-9321" fmla="*/ 2913 w 10000"/>
              <a:gd name="connsiteY75-9322" fmla="*/ 7644 h 10000"/>
              <a:gd name="connsiteX76-9323" fmla="*/ 3106 w 10000"/>
              <a:gd name="connsiteY76-9324" fmla="*/ 7644 h 10000"/>
              <a:gd name="connsiteX77-9325" fmla="*/ 3344 w 10000"/>
              <a:gd name="connsiteY77-9326" fmla="*/ 7644 h 10000"/>
              <a:gd name="connsiteX78-9327" fmla="*/ 3540 w 10000"/>
              <a:gd name="connsiteY78-9328" fmla="*/ 7551 h 10000"/>
              <a:gd name="connsiteX79-9329" fmla="*/ 3741 w 10000"/>
              <a:gd name="connsiteY79-9330" fmla="*/ 7440 h 10000"/>
              <a:gd name="connsiteX80-9331" fmla="*/ 3741 w 10000"/>
              <a:gd name="connsiteY80-9332" fmla="*/ 7347 h 10000"/>
              <a:gd name="connsiteX81-9333" fmla="*/ 3976 w 10000"/>
              <a:gd name="connsiteY81-9334" fmla="*/ 7254 h 10000"/>
              <a:gd name="connsiteX82-9335" fmla="*/ 4169 w 10000"/>
              <a:gd name="connsiteY82-9336" fmla="*/ 7050 h 10000"/>
              <a:gd name="connsiteX83-9337" fmla="*/ 4169 w 10000"/>
              <a:gd name="connsiteY83-9338" fmla="*/ 6865 h 10000"/>
              <a:gd name="connsiteX84-9339" fmla="*/ 4367 w 10000"/>
              <a:gd name="connsiteY84-9340" fmla="*/ 6660 h 10000"/>
              <a:gd name="connsiteX85-9341" fmla="*/ 4564 w 10000"/>
              <a:gd name="connsiteY85-9342" fmla="*/ 6364 h 10000"/>
              <a:gd name="connsiteX86-9343" fmla="*/ 4801 w 10000"/>
              <a:gd name="connsiteY86-9344" fmla="*/ 6067 h 10000"/>
              <a:gd name="connsiteX87-9345" fmla="*/ 4801 w 10000"/>
              <a:gd name="connsiteY87-9346" fmla="*/ 5677 h 10000"/>
              <a:gd name="connsiteX88-9347" fmla="*/ 5196 w 10000"/>
              <a:gd name="connsiteY88-9348" fmla="*/ 4991 h 10000"/>
              <a:gd name="connsiteX89-9349" fmla="*/ 5438 w 10000"/>
              <a:gd name="connsiteY89-9350" fmla="*/ 4212 h 10000"/>
              <a:gd name="connsiteX90-9351" fmla="*/ 5438 w 10000"/>
              <a:gd name="connsiteY90-9352" fmla="*/ 3525 h 10000"/>
              <a:gd name="connsiteX91-9353" fmla="*/ 5631 w 10000"/>
              <a:gd name="connsiteY91-9354" fmla="*/ 2839 h 10000"/>
              <a:gd name="connsiteX92-9355" fmla="*/ 5631 w 10000"/>
              <a:gd name="connsiteY92-9356" fmla="*/ 2542 h 10000"/>
              <a:gd name="connsiteX93-9357" fmla="*/ 5631 w 10000"/>
              <a:gd name="connsiteY93-9358" fmla="*/ 2263 h 10000"/>
              <a:gd name="connsiteX94-9359" fmla="*/ 5631 w 10000"/>
              <a:gd name="connsiteY94-9360" fmla="*/ 2059 h 10000"/>
              <a:gd name="connsiteX95-9361" fmla="*/ 5631 w 10000"/>
              <a:gd name="connsiteY95-9362" fmla="*/ 1855 h 10000"/>
              <a:gd name="connsiteX96-9363" fmla="*/ 5631 w 10000"/>
              <a:gd name="connsiteY96-9364" fmla="*/ 1670 h 10000"/>
              <a:gd name="connsiteX97-9365" fmla="*/ 5631 w 10000"/>
              <a:gd name="connsiteY97-9366" fmla="*/ 1577 h 10000"/>
              <a:gd name="connsiteX98-9367" fmla="*/ 5438 w 10000"/>
              <a:gd name="connsiteY98-9368" fmla="*/ 1466 h 10000"/>
              <a:gd name="connsiteX99-9369" fmla="*/ 5438 w 10000"/>
              <a:gd name="connsiteY99-9370" fmla="*/ 1373 h 10000"/>
              <a:gd name="connsiteX100-9371" fmla="*/ 5438 w 10000"/>
              <a:gd name="connsiteY100-9372" fmla="*/ 1280 h 10000"/>
              <a:gd name="connsiteX101-9373" fmla="*/ 5196 w 10000"/>
              <a:gd name="connsiteY101-9374" fmla="*/ 1280 h 10000"/>
              <a:gd name="connsiteX102-9375" fmla="*/ 5005 w 10000"/>
              <a:gd name="connsiteY102-9376" fmla="*/ 1169 h 10000"/>
              <a:gd name="connsiteX103-9377" fmla="*/ 5005 w 10000"/>
              <a:gd name="connsiteY103-9378" fmla="*/ 1169 h 10000"/>
              <a:gd name="connsiteX104-9379" fmla="*/ 4564 w 10000"/>
              <a:gd name="connsiteY104-9380" fmla="*/ 1169 h 10000"/>
              <a:gd name="connsiteX105-9381" fmla="*/ 4367 w 10000"/>
              <a:gd name="connsiteY105-9382" fmla="*/ 1169 h 10000"/>
              <a:gd name="connsiteX106-9383" fmla="*/ 3741 w 10000"/>
              <a:gd name="connsiteY106-9384" fmla="*/ 1169 h 10000"/>
              <a:gd name="connsiteX107-9385" fmla="*/ 3540 w 10000"/>
              <a:gd name="connsiteY107-9386" fmla="*/ 482 h 10000"/>
              <a:gd name="connsiteX108-9387" fmla="*/ 3976 w 10000"/>
              <a:gd name="connsiteY108-9388" fmla="*/ 390 h 10000"/>
              <a:gd name="connsiteX109-9389" fmla="*/ 4367 w 10000"/>
              <a:gd name="connsiteY109-9390" fmla="*/ 297 h 10000"/>
              <a:gd name="connsiteX110-9391" fmla="*/ 4801 w 10000"/>
              <a:gd name="connsiteY110-9392" fmla="*/ 297 h 10000"/>
              <a:gd name="connsiteX111-9393" fmla="*/ 4801 w 10000"/>
              <a:gd name="connsiteY111-9394" fmla="*/ 204 h 10000"/>
              <a:gd name="connsiteX112-9395" fmla="*/ 4801 w 10000"/>
              <a:gd name="connsiteY112-9396" fmla="*/ 204 h 10000"/>
              <a:gd name="connsiteX0-9397" fmla="*/ 4801 w 10000"/>
              <a:gd name="connsiteY0-9398" fmla="*/ 204 h 10000"/>
              <a:gd name="connsiteX1-9399" fmla="*/ 5005 w 10000"/>
              <a:gd name="connsiteY1-9400" fmla="*/ 93 h 10000"/>
              <a:gd name="connsiteX2-9401" fmla="*/ 5438 w 10000"/>
              <a:gd name="connsiteY2-9402" fmla="*/ 93 h 10000"/>
              <a:gd name="connsiteX3-9403" fmla="*/ 5631 w 10000"/>
              <a:gd name="connsiteY3-9404" fmla="*/ 0 h 10000"/>
              <a:gd name="connsiteX4-9405" fmla="*/ 5825 w 10000"/>
              <a:gd name="connsiteY4-9406" fmla="*/ 0 h 10000"/>
              <a:gd name="connsiteX5-9407" fmla="*/ 6259 w 10000"/>
              <a:gd name="connsiteY5-9408" fmla="*/ 93 h 10000"/>
              <a:gd name="connsiteX6-9409" fmla="*/ 6890 w 10000"/>
              <a:gd name="connsiteY6-9410" fmla="*/ 204 h 10000"/>
              <a:gd name="connsiteX7-9411" fmla="*/ 7085 w 10000"/>
              <a:gd name="connsiteY7-9412" fmla="*/ 297 h 10000"/>
              <a:gd name="connsiteX8-9413" fmla="*/ 7478 w 10000"/>
              <a:gd name="connsiteY8-9414" fmla="*/ 482 h 10000"/>
              <a:gd name="connsiteX9-9415" fmla="*/ 7711 w 10000"/>
              <a:gd name="connsiteY9-9416" fmla="*/ 594 h 10000"/>
              <a:gd name="connsiteX10-9417" fmla="*/ 8114 w 10000"/>
              <a:gd name="connsiteY10-9418" fmla="*/ 686 h 10000"/>
              <a:gd name="connsiteX11-9419" fmla="*/ 8544 w 10000"/>
              <a:gd name="connsiteY11-9420" fmla="*/ 891 h 10000"/>
              <a:gd name="connsiteX12-9421" fmla="*/ 8934 w 10000"/>
              <a:gd name="connsiteY12-9422" fmla="*/ 983 h 10000"/>
              <a:gd name="connsiteX13-9423" fmla="*/ 9173 w 10000"/>
              <a:gd name="connsiteY13-9424" fmla="*/ 1169 h 10000"/>
              <a:gd name="connsiteX14-9425" fmla="*/ 9568 w 10000"/>
              <a:gd name="connsiteY14-9426" fmla="*/ 1280 h 10000"/>
              <a:gd name="connsiteX15-9427" fmla="*/ 9762 w 10000"/>
              <a:gd name="connsiteY15-9428" fmla="*/ 1373 h 10000"/>
              <a:gd name="connsiteX16-9429" fmla="*/ 9762 w 10000"/>
              <a:gd name="connsiteY16-9430" fmla="*/ 1466 h 10000"/>
              <a:gd name="connsiteX17-9431" fmla="*/ 10000 w 10000"/>
              <a:gd name="connsiteY17-9432" fmla="*/ 1466 h 10000"/>
              <a:gd name="connsiteX18-9433" fmla="*/ 10000 w 10000"/>
              <a:gd name="connsiteY18-9434" fmla="*/ 1577 h 10000"/>
              <a:gd name="connsiteX19-9435" fmla="*/ 10000 w 10000"/>
              <a:gd name="connsiteY19-9436" fmla="*/ 1670 h 10000"/>
              <a:gd name="connsiteX20-9437" fmla="*/ 9762 w 10000"/>
              <a:gd name="connsiteY20-9438" fmla="*/ 1763 h 10000"/>
              <a:gd name="connsiteX21-9439" fmla="*/ 9568 w 10000"/>
              <a:gd name="connsiteY21-9440" fmla="*/ 1763 h 10000"/>
              <a:gd name="connsiteX22-9441" fmla="*/ 9371 w 10000"/>
              <a:gd name="connsiteY22-9442" fmla="*/ 1855 h 10000"/>
              <a:gd name="connsiteX23-9443" fmla="*/ 9173 w 10000"/>
              <a:gd name="connsiteY23-9444" fmla="*/ 1855 h 10000"/>
              <a:gd name="connsiteX24-9445" fmla="*/ 9173 w 10000"/>
              <a:gd name="connsiteY24-9446" fmla="*/ 1967 h 10000"/>
              <a:gd name="connsiteX25-9447" fmla="*/ 8934 w 10000"/>
              <a:gd name="connsiteY25-9448" fmla="*/ 2059 h 10000"/>
              <a:gd name="connsiteX26-9449" fmla="*/ 8740 w 10000"/>
              <a:gd name="connsiteY26-9450" fmla="*/ 2263 h 10000"/>
              <a:gd name="connsiteX27-9451" fmla="*/ 8740 w 10000"/>
              <a:gd name="connsiteY27-9452" fmla="*/ 2449 h 10000"/>
              <a:gd name="connsiteX28-9453" fmla="*/ 8544 w 10000"/>
              <a:gd name="connsiteY28-9454" fmla="*/ 2653 h 10000"/>
              <a:gd name="connsiteX29-9455" fmla="*/ 8544 w 10000"/>
              <a:gd name="connsiteY29-9456" fmla="*/ 2950 h 10000"/>
              <a:gd name="connsiteX30-9457" fmla="*/ 8544 w 10000"/>
              <a:gd name="connsiteY30-9458" fmla="*/ 3135 h 10000"/>
              <a:gd name="connsiteX31-9459" fmla="*/ 8305 w 10000"/>
              <a:gd name="connsiteY31-9460" fmla="*/ 3432 h 10000"/>
              <a:gd name="connsiteX32-9461" fmla="*/ 8305 w 10000"/>
              <a:gd name="connsiteY32-9462" fmla="*/ 3822 h 10000"/>
              <a:gd name="connsiteX33-9463" fmla="*/ 8114 w 10000"/>
              <a:gd name="connsiteY33-9464" fmla="*/ 4119 h 10000"/>
              <a:gd name="connsiteX34-9465" fmla="*/ 7913 w 10000"/>
              <a:gd name="connsiteY34-9466" fmla="*/ 4508 h 10000"/>
              <a:gd name="connsiteX35-9467" fmla="*/ 7711 w 10000"/>
              <a:gd name="connsiteY35-9468" fmla="*/ 4898 h 10000"/>
              <a:gd name="connsiteX36-9469" fmla="*/ 7478 w 10000"/>
              <a:gd name="connsiteY36-9470" fmla="*/ 5288 h 10000"/>
              <a:gd name="connsiteX37-9471" fmla="*/ 7085 w 10000"/>
              <a:gd name="connsiteY37-9472" fmla="*/ 6178 h 10000"/>
              <a:gd name="connsiteX38-9473" fmla="*/ 6890 w 10000"/>
              <a:gd name="connsiteY38-9474" fmla="*/ 6568 h 10000"/>
              <a:gd name="connsiteX39-9475" fmla="*/ 6657 w 10000"/>
              <a:gd name="connsiteY39-9476" fmla="*/ 6957 h 10000"/>
              <a:gd name="connsiteX40-9477" fmla="*/ 6458 w 10000"/>
              <a:gd name="connsiteY40-9478" fmla="*/ 7347 h 10000"/>
              <a:gd name="connsiteX41-9479" fmla="*/ 6259 w 10000"/>
              <a:gd name="connsiteY41-9480" fmla="*/ 7737 h 10000"/>
              <a:gd name="connsiteX42-9481" fmla="*/ 6021 w 10000"/>
              <a:gd name="connsiteY42-9482" fmla="*/ 8033 h 10000"/>
              <a:gd name="connsiteX43-9483" fmla="*/ 6021 w 10000"/>
              <a:gd name="connsiteY43-9484" fmla="*/ 8237 h 10000"/>
              <a:gd name="connsiteX44-9485" fmla="*/ 5825 w 10000"/>
              <a:gd name="connsiteY44-9486" fmla="*/ 8534 h 10000"/>
              <a:gd name="connsiteX45-9487" fmla="*/ 5631 w 10000"/>
              <a:gd name="connsiteY45-9488" fmla="*/ 8720 h 10000"/>
              <a:gd name="connsiteX46-9489" fmla="*/ 5196 w 10000"/>
              <a:gd name="connsiteY46-9490" fmla="*/ 9017 h 10000"/>
              <a:gd name="connsiteX47-9491" fmla="*/ 4801 w 10000"/>
              <a:gd name="connsiteY47-9492" fmla="*/ 9314 h 10000"/>
              <a:gd name="connsiteX48-9493" fmla="*/ 4367 w 10000"/>
              <a:gd name="connsiteY48-9494" fmla="*/ 9610 h 10000"/>
              <a:gd name="connsiteX49-9495" fmla="*/ 3976 w 10000"/>
              <a:gd name="connsiteY49-9496" fmla="*/ 9703 h 10000"/>
              <a:gd name="connsiteX50-9497" fmla="*/ 3540 w 10000"/>
              <a:gd name="connsiteY50-9498" fmla="*/ 9889 h 10000"/>
              <a:gd name="connsiteX51-9499" fmla="*/ 3106 w 10000"/>
              <a:gd name="connsiteY51-9500" fmla="*/ 10000 h 10000"/>
              <a:gd name="connsiteX52-9501" fmla="*/ 2714 w 10000"/>
              <a:gd name="connsiteY52-9502" fmla="*/ 10000 h 10000"/>
              <a:gd name="connsiteX53-9503" fmla="*/ 2280 w 10000"/>
              <a:gd name="connsiteY53-9504" fmla="*/ 10000 h 10000"/>
              <a:gd name="connsiteX54-9505" fmla="*/ 2280 w 10000"/>
              <a:gd name="connsiteY54-9506" fmla="*/ 9889 h 10000"/>
              <a:gd name="connsiteX55-9507" fmla="*/ 2081 w 10000"/>
              <a:gd name="connsiteY55-9508" fmla="*/ 9889 h 10000"/>
              <a:gd name="connsiteX56-9509" fmla="*/ 2081 w 10000"/>
              <a:gd name="connsiteY56-9510" fmla="*/ 9796 h 10000"/>
              <a:gd name="connsiteX57-9511" fmla="*/ 2081 w 10000"/>
              <a:gd name="connsiteY57-9512" fmla="*/ 9610 h 10000"/>
              <a:gd name="connsiteX58-9513" fmla="*/ 2081 w 10000"/>
              <a:gd name="connsiteY58-9514" fmla="*/ 9499 h 10000"/>
              <a:gd name="connsiteX59-9515" fmla="*/ 2081 w 10000"/>
              <a:gd name="connsiteY59-9516" fmla="*/ 9406 h 10000"/>
              <a:gd name="connsiteX60-9517" fmla="*/ 2081 w 10000"/>
              <a:gd name="connsiteY60-9518" fmla="*/ 9202 h 10000"/>
              <a:gd name="connsiteX61-9519" fmla="*/ 2081 w 10000"/>
              <a:gd name="connsiteY61-9520" fmla="*/ 9017 h 10000"/>
              <a:gd name="connsiteX62-9521" fmla="*/ 1888 w 10000"/>
              <a:gd name="connsiteY62-9522" fmla="*/ 8813 h 10000"/>
              <a:gd name="connsiteX63-9523" fmla="*/ 1651 w 10000"/>
              <a:gd name="connsiteY63-9524" fmla="*/ 8534 h 10000"/>
              <a:gd name="connsiteX64-9525" fmla="*/ 1258 w 10000"/>
              <a:gd name="connsiteY64-9526" fmla="*/ 8126 h 10000"/>
              <a:gd name="connsiteX65-9527" fmla="*/ 1061 w 10000"/>
              <a:gd name="connsiteY65-9528" fmla="*/ 7737 h 10000"/>
              <a:gd name="connsiteX66-9529" fmla="*/ 431 w 10000"/>
              <a:gd name="connsiteY66-9530" fmla="*/ 7347 h 10000"/>
              <a:gd name="connsiteX67-9531" fmla="*/ 0 w 10000"/>
              <a:gd name="connsiteY67-9532" fmla="*/ 6753 h 10000"/>
              <a:gd name="connsiteX68-9533" fmla="*/ 431 w 10000"/>
              <a:gd name="connsiteY68-9534" fmla="*/ 6957 h 10000"/>
              <a:gd name="connsiteX69-9535" fmla="*/ 1061 w 10000"/>
              <a:gd name="connsiteY69-9536" fmla="*/ 7161 h 10000"/>
              <a:gd name="connsiteX70-9537" fmla="*/ 1453 w 10000"/>
              <a:gd name="connsiteY70-9538" fmla="*/ 7347 h 10000"/>
              <a:gd name="connsiteX71-9539" fmla="*/ 1888 w 10000"/>
              <a:gd name="connsiteY71-9540" fmla="*/ 7440 h 10000"/>
              <a:gd name="connsiteX72-9541" fmla="*/ 2280 w 10000"/>
              <a:gd name="connsiteY72-9542" fmla="*/ 7551 h 10000"/>
              <a:gd name="connsiteX73-9543" fmla="*/ 2522 w 10000"/>
              <a:gd name="connsiteY73-9544" fmla="*/ 7551 h 10000"/>
              <a:gd name="connsiteX74-9545" fmla="*/ 2714 w 10000"/>
              <a:gd name="connsiteY74-9546" fmla="*/ 7644 h 10000"/>
              <a:gd name="connsiteX75-9547" fmla="*/ 2913 w 10000"/>
              <a:gd name="connsiteY75-9548" fmla="*/ 7644 h 10000"/>
              <a:gd name="connsiteX76-9549" fmla="*/ 3106 w 10000"/>
              <a:gd name="connsiteY76-9550" fmla="*/ 7644 h 10000"/>
              <a:gd name="connsiteX77-9551" fmla="*/ 3344 w 10000"/>
              <a:gd name="connsiteY77-9552" fmla="*/ 7644 h 10000"/>
              <a:gd name="connsiteX78-9553" fmla="*/ 3540 w 10000"/>
              <a:gd name="connsiteY78-9554" fmla="*/ 7551 h 10000"/>
              <a:gd name="connsiteX79-9555" fmla="*/ 3741 w 10000"/>
              <a:gd name="connsiteY79-9556" fmla="*/ 7440 h 10000"/>
              <a:gd name="connsiteX80-9557" fmla="*/ 3741 w 10000"/>
              <a:gd name="connsiteY80-9558" fmla="*/ 7347 h 10000"/>
              <a:gd name="connsiteX81-9559" fmla="*/ 3976 w 10000"/>
              <a:gd name="connsiteY81-9560" fmla="*/ 7254 h 10000"/>
              <a:gd name="connsiteX82-9561" fmla="*/ 4169 w 10000"/>
              <a:gd name="connsiteY82-9562" fmla="*/ 7050 h 10000"/>
              <a:gd name="connsiteX83-9563" fmla="*/ 4169 w 10000"/>
              <a:gd name="connsiteY83-9564" fmla="*/ 6865 h 10000"/>
              <a:gd name="connsiteX84-9565" fmla="*/ 4367 w 10000"/>
              <a:gd name="connsiteY84-9566" fmla="*/ 6660 h 10000"/>
              <a:gd name="connsiteX85-9567" fmla="*/ 4564 w 10000"/>
              <a:gd name="connsiteY85-9568" fmla="*/ 6364 h 10000"/>
              <a:gd name="connsiteX86-9569" fmla="*/ 4801 w 10000"/>
              <a:gd name="connsiteY86-9570" fmla="*/ 6067 h 10000"/>
              <a:gd name="connsiteX87-9571" fmla="*/ 4801 w 10000"/>
              <a:gd name="connsiteY87-9572" fmla="*/ 5677 h 10000"/>
              <a:gd name="connsiteX88-9573" fmla="*/ 5196 w 10000"/>
              <a:gd name="connsiteY88-9574" fmla="*/ 4991 h 10000"/>
              <a:gd name="connsiteX89-9575" fmla="*/ 5438 w 10000"/>
              <a:gd name="connsiteY89-9576" fmla="*/ 4212 h 10000"/>
              <a:gd name="connsiteX90-9577" fmla="*/ 5438 w 10000"/>
              <a:gd name="connsiteY90-9578" fmla="*/ 3525 h 10000"/>
              <a:gd name="connsiteX91-9579" fmla="*/ 5631 w 10000"/>
              <a:gd name="connsiteY91-9580" fmla="*/ 2839 h 10000"/>
              <a:gd name="connsiteX92-9581" fmla="*/ 5631 w 10000"/>
              <a:gd name="connsiteY92-9582" fmla="*/ 2542 h 10000"/>
              <a:gd name="connsiteX93-9583" fmla="*/ 5631 w 10000"/>
              <a:gd name="connsiteY93-9584" fmla="*/ 2263 h 10000"/>
              <a:gd name="connsiteX94-9585" fmla="*/ 5631 w 10000"/>
              <a:gd name="connsiteY94-9586" fmla="*/ 2059 h 10000"/>
              <a:gd name="connsiteX95-9587" fmla="*/ 5631 w 10000"/>
              <a:gd name="connsiteY95-9588" fmla="*/ 1855 h 10000"/>
              <a:gd name="connsiteX96-9589" fmla="*/ 5631 w 10000"/>
              <a:gd name="connsiteY96-9590" fmla="*/ 1670 h 10000"/>
              <a:gd name="connsiteX97-9591" fmla="*/ 5631 w 10000"/>
              <a:gd name="connsiteY97-9592" fmla="*/ 1577 h 10000"/>
              <a:gd name="connsiteX98-9593" fmla="*/ 5438 w 10000"/>
              <a:gd name="connsiteY98-9594" fmla="*/ 1466 h 10000"/>
              <a:gd name="connsiteX99-9595" fmla="*/ 5438 w 10000"/>
              <a:gd name="connsiteY99-9596" fmla="*/ 1373 h 10000"/>
              <a:gd name="connsiteX100-9597" fmla="*/ 5438 w 10000"/>
              <a:gd name="connsiteY100-9598" fmla="*/ 1280 h 10000"/>
              <a:gd name="connsiteX101-9599" fmla="*/ 5196 w 10000"/>
              <a:gd name="connsiteY101-9600" fmla="*/ 1280 h 10000"/>
              <a:gd name="connsiteX102-9601" fmla="*/ 5005 w 10000"/>
              <a:gd name="connsiteY102-9602" fmla="*/ 1169 h 10000"/>
              <a:gd name="connsiteX103-9603" fmla="*/ 5005 w 10000"/>
              <a:gd name="connsiteY103-9604" fmla="*/ 1169 h 10000"/>
              <a:gd name="connsiteX104-9605" fmla="*/ 4564 w 10000"/>
              <a:gd name="connsiteY104-9606" fmla="*/ 1169 h 10000"/>
              <a:gd name="connsiteX105-9607" fmla="*/ 4367 w 10000"/>
              <a:gd name="connsiteY105-9608" fmla="*/ 1169 h 10000"/>
              <a:gd name="connsiteX106-9609" fmla="*/ 3540 w 10000"/>
              <a:gd name="connsiteY106-9610" fmla="*/ 482 h 10000"/>
              <a:gd name="connsiteX107-9611" fmla="*/ 3976 w 10000"/>
              <a:gd name="connsiteY107-9612" fmla="*/ 390 h 10000"/>
              <a:gd name="connsiteX108-9613" fmla="*/ 4367 w 10000"/>
              <a:gd name="connsiteY108-9614" fmla="*/ 297 h 10000"/>
              <a:gd name="connsiteX109-9615" fmla="*/ 4801 w 10000"/>
              <a:gd name="connsiteY109-9616" fmla="*/ 297 h 10000"/>
              <a:gd name="connsiteX110-9617" fmla="*/ 4801 w 10000"/>
              <a:gd name="connsiteY110-9618" fmla="*/ 204 h 10000"/>
              <a:gd name="connsiteX111-9619" fmla="*/ 4801 w 10000"/>
              <a:gd name="connsiteY111-9620" fmla="*/ 204 h 10000"/>
              <a:gd name="connsiteX0-9621" fmla="*/ 4801 w 10000"/>
              <a:gd name="connsiteY0-9622" fmla="*/ 204 h 10000"/>
              <a:gd name="connsiteX1-9623" fmla="*/ 5005 w 10000"/>
              <a:gd name="connsiteY1-9624" fmla="*/ 93 h 10000"/>
              <a:gd name="connsiteX2-9625" fmla="*/ 5438 w 10000"/>
              <a:gd name="connsiteY2-9626" fmla="*/ 93 h 10000"/>
              <a:gd name="connsiteX3-9627" fmla="*/ 5631 w 10000"/>
              <a:gd name="connsiteY3-9628" fmla="*/ 0 h 10000"/>
              <a:gd name="connsiteX4-9629" fmla="*/ 5825 w 10000"/>
              <a:gd name="connsiteY4-9630" fmla="*/ 0 h 10000"/>
              <a:gd name="connsiteX5-9631" fmla="*/ 6259 w 10000"/>
              <a:gd name="connsiteY5-9632" fmla="*/ 93 h 10000"/>
              <a:gd name="connsiteX6-9633" fmla="*/ 6890 w 10000"/>
              <a:gd name="connsiteY6-9634" fmla="*/ 204 h 10000"/>
              <a:gd name="connsiteX7-9635" fmla="*/ 7085 w 10000"/>
              <a:gd name="connsiteY7-9636" fmla="*/ 297 h 10000"/>
              <a:gd name="connsiteX8-9637" fmla="*/ 7478 w 10000"/>
              <a:gd name="connsiteY8-9638" fmla="*/ 482 h 10000"/>
              <a:gd name="connsiteX9-9639" fmla="*/ 7711 w 10000"/>
              <a:gd name="connsiteY9-9640" fmla="*/ 594 h 10000"/>
              <a:gd name="connsiteX10-9641" fmla="*/ 8114 w 10000"/>
              <a:gd name="connsiteY10-9642" fmla="*/ 686 h 10000"/>
              <a:gd name="connsiteX11-9643" fmla="*/ 8544 w 10000"/>
              <a:gd name="connsiteY11-9644" fmla="*/ 891 h 10000"/>
              <a:gd name="connsiteX12-9645" fmla="*/ 8934 w 10000"/>
              <a:gd name="connsiteY12-9646" fmla="*/ 983 h 10000"/>
              <a:gd name="connsiteX13-9647" fmla="*/ 9173 w 10000"/>
              <a:gd name="connsiteY13-9648" fmla="*/ 1169 h 10000"/>
              <a:gd name="connsiteX14-9649" fmla="*/ 9568 w 10000"/>
              <a:gd name="connsiteY14-9650" fmla="*/ 1280 h 10000"/>
              <a:gd name="connsiteX15-9651" fmla="*/ 9762 w 10000"/>
              <a:gd name="connsiteY15-9652" fmla="*/ 1373 h 10000"/>
              <a:gd name="connsiteX16-9653" fmla="*/ 9762 w 10000"/>
              <a:gd name="connsiteY16-9654" fmla="*/ 1466 h 10000"/>
              <a:gd name="connsiteX17-9655" fmla="*/ 10000 w 10000"/>
              <a:gd name="connsiteY17-9656" fmla="*/ 1466 h 10000"/>
              <a:gd name="connsiteX18-9657" fmla="*/ 10000 w 10000"/>
              <a:gd name="connsiteY18-9658" fmla="*/ 1577 h 10000"/>
              <a:gd name="connsiteX19-9659" fmla="*/ 10000 w 10000"/>
              <a:gd name="connsiteY19-9660" fmla="*/ 1670 h 10000"/>
              <a:gd name="connsiteX20-9661" fmla="*/ 9762 w 10000"/>
              <a:gd name="connsiteY20-9662" fmla="*/ 1763 h 10000"/>
              <a:gd name="connsiteX21-9663" fmla="*/ 9568 w 10000"/>
              <a:gd name="connsiteY21-9664" fmla="*/ 1763 h 10000"/>
              <a:gd name="connsiteX22-9665" fmla="*/ 9371 w 10000"/>
              <a:gd name="connsiteY22-9666" fmla="*/ 1855 h 10000"/>
              <a:gd name="connsiteX23-9667" fmla="*/ 9173 w 10000"/>
              <a:gd name="connsiteY23-9668" fmla="*/ 1855 h 10000"/>
              <a:gd name="connsiteX24-9669" fmla="*/ 9173 w 10000"/>
              <a:gd name="connsiteY24-9670" fmla="*/ 1967 h 10000"/>
              <a:gd name="connsiteX25-9671" fmla="*/ 8934 w 10000"/>
              <a:gd name="connsiteY25-9672" fmla="*/ 2059 h 10000"/>
              <a:gd name="connsiteX26-9673" fmla="*/ 8740 w 10000"/>
              <a:gd name="connsiteY26-9674" fmla="*/ 2263 h 10000"/>
              <a:gd name="connsiteX27-9675" fmla="*/ 8740 w 10000"/>
              <a:gd name="connsiteY27-9676" fmla="*/ 2449 h 10000"/>
              <a:gd name="connsiteX28-9677" fmla="*/ 8544 w 10000"/>
              <a:gd name="connsiteY28-9678" fmla="*/ 2653 h 10000"/>
              <a:gd name="connsiteX29-9679" fmla="*/ 8544 w 10000"/>
              <a:gd name="connsiteY29-9680" fmla="*/ 2950 h 10000"/>
              <a:gd name="connsiteX30-9681" fmla="*/ 8544 w 10000"/>
              <a:gd name="connsiteY30-9682" fmla="*/ 3135 h 10000"/>
              <a:gd name="connsiteX31-9683" fmla="*/ 8305 w 10000"/>
              <a:gd name="connsiteY31-9684" fmla="*/ 3432 h 10000"/>
              <a:gd name="connsiteX32-9685" fmla="*/ 8305 w 10000"/>
              <a:gd name="connsiteY32-9686" fmla="*/ 3822 h 10000"/>
              <a:gd name="connsiteX33-9687" fmla="*/ 8114 w 10000"/>
              <a:gd name="connsiteY33-9688" fmla="*/ 4119 h 10000"/>
              <a:gd name="connsiteX34-9689" fmla="*/ 7913 w 10000"/>
              <a:gd name="connsiteY34-9690" fmla="*/ 4508 h 10000"/>
              <a:gd name="connsiteX35-9691" fmla="*/ 7711 w 10000"/>
              <a:gd name="connsiteY35-9692" fmla="*/ 4898 h 10000"/>
              <a:gd name="connsiteX36-9693" fmla="*/ 7478 w 10000"/>
              <a:gd name="connsiteY36-9694" fmla="*/ 5288 h 10000"/>
              <a:gd name="connsiteX37-9695" fmla="*/ 7085 w 10000"/>
              <a:gd name="connsiteY37-9696" fmla="*/ 6178 h 10000"/>
              <a:gd name="connsiteX38-9697" fmla="*/ 6890 w 10000"/>
              <a:gd name="connsiteY38-9698" fmla="*/ 6568 h 10000"/>
              <a:gd name="connsiteX39-9699" fmla="*/ 6657 w 10000"/>
              <a:gd name="connsiteY39-9700" fmla="*/ 6957 h 10000"/>
              <a:gd name="connsiteX40-9701" fmla="*/ 6458 w 10000"/>
              <a:gd name="connsiteY40-9702" fmla="*/ 7347 h 10000"/>
              <a:gd name="connsiteX41-9703" fmla="*/ 6259 w 10000"/>
              <a:gd name="connsiteY41-9704" fmla="*/ 7737 h 10000"/>
              <a:gd name="connsiteX42-9705" fmla="*/ 6021 w 10000"/>
              <a:gd name="connsiteY42-9706" fmla="*/ 8033 h 10000"/>
              <a:gd name="connsiteX43-9707" fmla="*/ 6021 w 10000"/>
              <a:gd name="connsiteY43-9708" fmla="*/ 8237 h 10000"/>
              <a:gd name="connsiteX44-9709" fmla="*/ 5825 w 10000"/>
              <a:gd name="connsiteY44-9710" fmla="*/ 8534 h 10000"/>
              <a:gd name="connsiteX45-9711" fmla="*/ 5631 w 10000"/>
              <a:gd name="connsiteY45-9712" fmla="*/ 8720 h 10000"/>
              <a:gd name="connsiteX46-9713" fmla="*/ 5196 w 10000"/>
              <a:gd name="connsiteY46-9714" fmla="*/ 9017 h 10000"/>
              <a:gd name="connsiteX47-9715" fmla="*/ 4801 w 10000"/>
              <a:gd name="connsiteY47-9716" fmla="*/ 9314 h 10000"/>
              <a:gd name="connsiteX48-9717" fmla="*/ 4367 w 10000"/>
              <a:gd name="connsiteY48-9718" fmla="*/ 9610 h 10000"/>
              <a:gd name="connsiteX49-9719" fmla="*/ 3976 w 10000"/>
              <a:gd name="connsiteY49-9720" fmla="*/ 9703 h 10000"/>
              <a:gd name="connsiteX50-9721" fmla="*/ 3540 w 10000"/>
              <a:gd name="connsiteY50-9722" fmla="*/ 9889 h 10000"/>
              <a:gd name="connsiteX51-9723" fmla="*/ 3106 w 10000"/>
              <a:gd name="connsiteY51-9724" fmla="*/ 10000 h 10000"/>
              <a:gd name="connsiteX52-9725" fmla="*/ 2714 w 10000"/>
              <a:gd name="connsiteY52-9726" fmla="*/ 10000 h 10000"/>
              <a:gd name="connsiteX53-9727" fmla="*/ 2280 w 10000"/>
              <a:gd name="connsiteY53-9728" fmla="*/ 10000 h 10000"/>
              <a:gd name="connsiteX54-9729" fmla="*/ 2280 w 10000"/>
              <a:gd name="connsiteY54-9730" fmla="*/ 9889 h 10000"/>
              <a:gd name="connsiteX55-9731" fmla="*/ 2081 w 10000"/>
              <a:gd name="connsiteY55-9732" fmla="*/ 9889 h 10000"/>
              <a:gd name="connsiteX56-9733" fmla="*/ 2081 w 10000"/>
              <a:gd name="connsiteY56-9734" fmla="*/ 9796 h 10000"/>
              <a:gd name="connsiteX57-9735" fmla="*/ 2081 w 10000"/>
              <a:gd name="connsiteY57-9736" fmla="*/ 9610 h 10000"/>
              <a:gd name="connsiteX58-9737" fmla="*/ 2081 w 10000"/>
              <a:gd name="connsiteY58-9738" fmla="*/ 9499 h 10000"/>
              <a:gd name="connsiteX59-9739" fmla="*/ 2081 w 10000"/>
              <a:gd name="connsiteY59-9740" fmla="*/ 9406 h 10000"/>
              <a:gd name="connsiteX60-9741" fmla="*/ 2081 w 10000"/>
              <a:gd name="connsiteY60-9742" fmla="*/ 9202 h 10000"/>
              <a:gd name="connsiteX61-9743" fmla="*/ 2081 w 10000"/>
              <a:gd name="connsiteY61-9744" fmla="*/ 9017 h 10000"/>
              <a:gd name="connsiteX62-9745" fmla="*/ 1888 w 10000"/>
              <a:gd name="connsiteY62-9746" fmla="*/ 8813 h 10000"/>
              <a:gd name="connsiteX63-9747" fmla="*/ 1651 w 10000"/>
              <a:gd name="connsiteY63-9748" fmla="*/ 8534 h 10000"/>
              <a:gd name="connsiteX64-9749" fmla="*/ 1258 w 10000"/>
              <a:gd name="connsiteY64-9750" fmla="*/ 8126 h 10000"/>
              <a:gd name="connsiteX65-9751" fmla="*/ 1061 w 10000"/>
              <a:gd name="connsiteY65-9752" fmla="*/ 7737 h 10000"/>
              <a:gd name="connsiteX66-9753" fmla="*/ 431 w 10000"/>
              <a:gd name="connsiteY66-9754" fmla="*/ 7347 h 10000"/>
              <a:gd name="connsiteX67-9755" fmla="*/ 0 w 10000"/>
              <a:gd name="connsiteY67-9756" fmla="*/ 6753 h 10000"/>
              <a:gd name="connsiteX68-9757" fmla="*/ 431 w 10000"/>
              <a:gd name="connsiteY68-9758" fmla="*/ 6957 h 10000"/>
              <a:gd name="connsiteX69-9759" fmla="*/ 1061 w 10000"/>
              <a:gd name="connsiteY69-9760" fmla="*/ 7161 h 10000"/>
              <a:gd name="connsiteX70-9761" fmla="*/ 1453 w 10000"/>
              <a:gd name="connsiteY70-9762" fmla="*/ 7347 h 10000"/>
              <a:gd name="connsiteX71-9763" fmla="*/ 1888 w 10000"/>
              <a:gd name="connsiteY71-9764" fmla="*/ 7440 h 10000"/>
              <a:gd name="connsiteX72-9765" fmla="*/ 2280 w 10000"/>
              <a:gd name="connsiteY72-9766" fmla="*/ 7551 h 10000"/>
              <a:gd name="connsiteX73-9767" fmla="*/ 2522 w 10000"/>
              <a:gd name="connsiteY73-9768" fmla="*/ 7551 h 10000"/>
              <a:gd name="connsiteX74-9769" fmla="*/ 2714 w 10000"/>
              <a:gd name="connsiteY74-9770" fmla="*/ 7644 h 10000"/>
              <a:gd name="connsiteX75-9771" fmla="*/ 2913 w 10000"/>
              <a:gd name="connsiteY75-9772" fmla="*/ 7644 h 10000"/>
              <a:gd name="connsiteX76-9773" fmla="*/ 3106 w 10000"/>
              <a:gd name="connsiteY76-9774" fmla="*/ 7644 h 10000"/>
              <a:gd name="connsiteX77-9775" fmla="*/ 3344 w 10000"/>
              <a:gd name="connsiteY77-9776" fmla="*/ 7644 h 10000"/>
              <a:gd name="connsiteX78-9777" fmla="*/ 3540 w 10000"/>
              <a:gd name="connsiteY78-9778" fmla="*/ 7551 h 10000"/>
              <a:gd name="connsiteX79-9779" fmla="*/ 3741 w 10000"/>
              <a:gd name="connsiteY79-9780" fmla="*/ 7440 h 10000"/>
              <a:gd name="connsiteX80-9781" fmla="*/ 3741 w 10000"/>
              <a:gd name="connsiteY80-9782" fmla="*/ 7347 h 10000"/>
              <a:gd name="connsiteX81-9783" fmla="*/ 3976 w 10000"/>
              <a:gd name="connsiteY81-9784" fmla="*/ 7254 h 10000"/>
              <a:gd name="connsiteX82-9785" fmla="*/ 4169 w 10000"/>
              <a:gd name="connsiteY82-9786" fmla="*/ 7050 h 10000"/>
              <a:gd name="connsiteX83-9787" fmla="*/ 4169 w 10000"/>
              <a:gd name="connsiteY83-9788" fmla="*/ 6865 h 10000"/>
              <a:gd name="connsiteX84-9789" fmla="*/ 4367 w 10000"/>
              <a:gd name="connsiteY84-9790" fmla="*/ 6660 h 10000"/>
              <a:gd name="connsiteX85-9791" fmla="*/ 4564 w 10000"/>
              <a:gd name="connsiteY85-9792" fmla="*/ 6364 h 10000"/>
              <a:gd name="connsiteX86-9793" fmla="*/ 4801 w 10000"/>
              <a:gd name="connsiteY86-9794" fmla="*/ 6067 h 10000"/>
              <a:gd name="connsiteX87-9795" fmla="*/ 4801 w 10000"/>
              <a:gd name="connsiteY87-9796" fmla="*/ 5677 h 10000"/>
              <a:gd name="connsiteX88-9797" fmla="*/ 5196 w 10000"/>
              <a:gd name="connsiteY88-9798" fmla="*/ 4991 h 10000"/>
              <a:gd name="connsiteX89-9799" fmla="*/ 5438 w 10000"/>
              <a:gd name="connsiteY89-9800" fmla="*/ 4212 h 10000"/>
              <a:gd name="connsiteX90-9801" fmla="*/ 5438 w 10000"/>
              <a:gd name="connsiteY90-9802" fmla="*/ 3525 h 10000"/>
              <a:gd name="connsiteX91-9803" fmla="*/ 5631 w 10000"/>
              <a:gd name="connsiteY91-9804" fmla="*/ 2839 h 10000"/>
              <a:gd name="connsiteX92-9805" fmla="*/ 5631 w 10000"/>
              <a:gd name="connsiteY92-9806" fmla="*/ 2542 h 10000"/>
              <a:gd name="connsiteX93-9807" fmla="*/ 5631 w 10000"/>
              <a:gd name="connsiteY93-9808" fmla="*/ 2263 h 10000"/>
              <a:gd name="connsiteX94-9809" fmla="*/ 5631 w 10000"/>
              <a:gd name="connsiteY94-9810" fmla="*/ 2059 h 10000"/>
              <a:gd name="connsiteX95-9811" fmla="*/ 5631 w 10000"/>
              <a:gd name="connsiteY95-9812" fmla="*/ 1855 h 10000"/>
              <a:gd name="connsiteX96-9813" fmla="*/ 5631 w 10000"/>
              <a:gd name="connsiteY96-9814" fmla="*/ 1670 h 10000"/>
              <a:gd name="connsiteX97-9815" fmla="*/ 5631 w 10000"/>
              <a:gd name="connsiteY97-9816" fmla="*/ 1577 h 10000"/>
              <a:gd name="connsiteX98-9817" fmla="*/ 5438 w 10000"/>
              <a:gd name="connsiteY98-9818" fmla="*/ 1466 h 10000"/>
              <a:gd name="connsiteX99-9819" fmla="*/ 5438 w 10000"/>
              <a:gd name="connsiteY99-9820" fmla="*/ 1373 h 10000"/>
              <a:gd name="connsiteX100-9821" fmla="*/ 5438 w 10000"/>
              <a:gd name="connsiteY100-9822" fmla="*/ 1280 h 10000"/>
              <a:gd name="connsiteX101-9823" fmla="*/ 5196 w 10000"/>
              <a:gd name="connsiteY101-9824" fmla="*/ 1280 h 10000"/>
              <a:gd name="connsiteX102-9825" fmla="*/ 5005 w 10000"/>
              <a:gd name="connsiteY102-9826" fmla="*/ 1169 h 10000"/>
              <a:gd name="connsiteX103-9827" fmla="*/ 5005 w 10000"/>
              <a:gd name="connsiteY103-9828" fmla="*/ 1169 h 10000"/>
              <a:gd name="connsiteX104-9829" fmla="*/ 4564 w 10000"/>
              <a:gd name="connsiteY104-9830" fmla="*/ 1169 h 10000"/>
              <a:gd name="connsiteX105-9831" fmla="*/ 3540 w 10000"/>
              <a:gd name="connsiteY105-9832" fmla="*/ 482 h 10000"/>
              <a:gd name="connsiteX106-9833" fmla="*/ 3976 w 10000"/>
              <a:gd name="connsiteY106-9834" fmla="*/ 390 h 10000"/>
              <a:gd name="connsiteX107-9835" fmla="*/ 4367 w 10000"/>
              <a:gd name="connsiteY107-9836" fmla="*/ 297 h 10000"/>
              <a:gd name="connsiteX108-9837" fmla="*/ 4801 w 10000"/>
              <a:gd name="connsiteY108-9838" fmla="*/ 297 h 10000"/>
              <a:gd name="connsiteX109-9839" fmla="*/ 4801 w 10000"/>
              <a:gd name="connsiteY109-9840" fmla="*/ 204 h 10000"/>
              <a:gd name="connsiteX110-9841" fmla="*/ 4801 w 10000"/>
              <a:gd name="connsiteY110-9842" fmla="*/ 204 h 10000"/>
              <a:gd name="connsiteX0-9843" fmla="*/ 4801 w 10000"/>
              <a:gd name="connsiteY0-9844" fmla="*/ 204 h 10000"/>
              <a:gd name="connsiteX1-9845" fmla="*/ 5005 w 10000"/>
              <a:gd name="connsiteY1-9846" fmla="*/ 93 h 10000"/>
              <a:gd name="connsiteX2-9847" fmla="*/ 5438 w 10000"/>
              <a:gd name="connsiteY2-9848" fmla="*/ 93 h 10000"/>
              <a:gd name="connsiteX3-9849" fmla="*/ 5631 w 10000"/>
              <a:gd name="connsiteY3-9850" fmla="*/ 0 h 10000"/>
              <a:gd name="connsiteX4-9851" fmla="*/ 5825 w 10000"/>
              <a:gd name="connsiteY4-9852" fmla="*/ 0 h 10000"/>
              <a:gd name="connsiteX5-9853" fmla="*/ 6259 w 10000"/>
              <a:gd name="connsiteY5-9854" fmla="*/ 93 h 10000"/>
              <a:gd name="connsiteX6-9855" fmla="*/ 6890 w 10000"/>
              <a:gd name="connsiteY6-9856" fmla="*/ 204 h 10000"/>
              <a:gd name="connsiteX7-9857" fmla="*/ 7085 w 10000"/>
              <a:gd name="connsiteY7-9858" fmla="*/ 297 h 10000"/>
              <a:gd name="connsiteX8-9859" fmla="*/ 7478 w 10000"/>
              <a:gd name="connsiteY8-9860" fmla="*/ 482 h 10000"/>
              <a:gd name="connsiteX9-9861" fmla="*/ 7711 w 10000"/>
              <a:gd name="connsiteY9-9862" fmla="*/ 594 h 10000"/>
              <a:gd name="connsiteX10-9863" fmla="*/ 8114 w 10000"/>
              <a:gd name="connsiteY10-9864" fmla="*/ 686 h 10000"/>
              <a:gd name="connsiteX11-9865" fmla="*/ 8544 w 10000"/>
              <a:gd name="connsiteY11-9866" fmla="*/ 891 h 10000"/>
              <a:gd name="connsiteX12-9867" fmla="*/ 8934 w 10000"/>
              <a:gd name="connsiteY12-9868" fmla="*/ 983 h 10000"/>
              <a:gd name="connsiteX13-9869" fmla="*/ 9173 w 10000"/>
              <a:gd name="connsiteY13-9870" fmla="*/ 1169 h 10000"/>
              <a:gd name="connsiteX14-9871" fmla="*/ 9568 w 10000"/>
              <a:gd name="connsiteY14-9872" fmla="*/ 1280 h 10000"/>
              <a:gd name="connsiteX15-9873" fmla="*/ 9762 w 10000"/>
              <a:gd name="connsiteY15-9874" fmla="*/ 1373 h 10000"/>
              <a:gd name="connsiteX16-9875" fmla="*/ 9762 w 10000"/>
              <a:gd name="connsiteY16-9876" fmla="*/ 1466 h 10000"/>
              <a:gd name="connsiteX17-9877" fmla="*/ 10000 w 10000"/>
              <a:gd name="connsiteY17-9878" fmla="*/ 1466 h 10000"/>
              <a:gd name="connsiteX18-9879" fmla="*/ 10000 w 10000"/>
              <a:gd name="connsiteY18-9880" fmla="*/ 1577 h 10000"/>
              <a:gd name="connsiteX19-9881" fmla="*/ 10000 w 10000"/>
              <a:gd name="connsiteY19-9882" fmla="*/ 1670 h 10000"/>
              <a:gd name="connsiteX20-9883" fmla="*/ 9762 w 10000"/>
              <a:gd name="connsiteY20-9884" fmla="*/ 1763 h 10000"/>
              <a:gd name="connsiteX21-9885" fmla="*/ 9568 w 10000"/>
              <a:gd name="connsiteY21-9886" fmla="*/ 1763 h 10000"/>
              <a:gd name="connsiteX22-9887" fmla="*/ 9371 w 10000"/>
              <a:gd name="connsiteY22-9888" fmla="*/ 1855 h 10000"/>
              <a:gd name="connsiteX23-9889" fmla="*/ 9173 w 10000"/>
              <a:gd name="connsiteY23-9890" fmla="*/ 1855 h 10000"/>
              <a:gd name="connsiteX24-9891" fmla="*/ 9173 w 10000"/>
              <a:gd name="connsiteY24-9892" fmla="*/ 1967 h 10000"/>
              <a:gd name="connsiteX25-9893" fmla="*/ 8934 w 10000"/>
              <a:gd name="connsiteY25-9894" fmla="*/ 2059 h 10000"/>
              <a:gd name="connsiteX26-9895" fmla="*/ 8740 w 10000"/>
              <a:gd name="connsiteY26-9896" fmla="*/ 2263 h 10000"/>
              <a:gd name="connsiteX27-9897" fmla="*/ 8740 w 10000"/>
              <a:gd name="connsiteY27-9898" fmla="*/ 2449 h 10000"/>
              <a:gd name="connsiteX28-9899" fmla="*/ 8544 w 10000"/>
              <a:gd name="connsiteY28-9900" fmla="*/ 2653 h 10000"/>
              <a:gd name="connsiteX29-9901" fmla="*/ 8544 w 10000"/>
              <a:gd name="connsiteY29-9902" fmla="*/ 2950 h 10000"/>
              <a:gd name="connsiteX30-9903" fmla="*/ 8544 w 10000"/>
              <a:gd name="connsiteY30-9904" fmla="*/ 3135 h 10000"/>
              <a:gd name="connsiteX31-9905" fmla="*/ 8305 w 10000"/>
              <a:gd name="connsiteY31-9906" fmla="*/ 3432 h 10000"/>
              <a:gd name="connsiteX32-9907" fmla="*/ 8305 w 10000"/>
              <a:gd name="connsiteY32-9908" fmla="*/ 3822 h 10000"/>
              <a:gd name="connsiteX33-9909" fmla="*/ 8114 w 10000"/>
              <a:gd name="connsiteY33-9910" fmla="*/ 4119 h 10000"/>
              <a:gd name="connsiteX34-9911" fmla="*/ 7913 w 10000"/>
              <a:gd name="connsiteY34-9912" fmla="*/ 4508 h 10000"/>
              <a:gd name="connsiteX35-9913" fmla="*/ 7711 w 10000"/>
              <a:gd name="connsiteY35-9914" fmla="*/ 4898 h 10000"/>
              <a:gd name="connsiteX36-9915" fmla="*/ 7478 w 10000"/>
              <a:gd name="connsiteY36-9916" fmla="*/ 5288 h 10000"/>
              <a:gd name="connsiteX37-9917" fmla="*/ 7085 w 10000"/>
              <a:gd name="connsiteY37-9918" fmla="*/ 6178 h 10000"/>
              <a:gd name="connsiteX38-9919" fmla="*/ 6890 w 10000"/>
              <a:gd name="connsiteY38-9920" fmla="*/ 6568 h 10000"/>
              <a:gd name="connsiteX39-9921" fmla="*/ 6657 w 10000"/>
              <a:gd name="connsiteY39-9922" fmla="*/ 6957 h 10000"/>
              <a:gd name="connsiteX40-9923" fmla="*/ 6458 w 10000"/>
              <a:gd name="connsiteY40-9924" fmla="*/ 7347 h 10000"/>
              <a:gd name="connsiteX41-9925" fmla="*/ 6259 w 10000"/>
              <a:gd name="connsiteY41-9926" fmla="*/ 7737 h 10000"/>
              <a:gd name="connsiteX42-9927" fmla="*/ 6021 w 10000"/>
              <a:gd name="connsiteY42-9928" fmla="*/ 8033 h 10000"/>
              <a:gd name="connsiteX43-9929" fmla="*/ 6021 w 10000"/>
              <a:gd name="connsiteY43-9930" fmla="*/ 8237 h 10000"/>
              <a:gd name="connsiteX44-9931" fmla="*/ 5825 w 10000"/>
              <a:gd name="connsiteY44-9932" fmla="*/ 8534 h 10000"/>
              <a:gd name="connsiteX45-9933" fmla="*/ 5631 w 10000"/>
              <a:gd name="connsiteY45-9934" fmla="*/ 8720 h 10000"/>
              <a:gd name="connsiteX46-9935" fmla="*/ 5196 w 10000"/>
              <a:gd name="connsiteY46-9936" fmla="*/ 9017 h 10000"/>
              <a:gd name="connsiteX47-9937" fmla="*/ 4801 w 10000"/>
              <a:gd name="connsiteY47-9938" fmla="*/ 9314 h 10000"/>
              <a:gd name="connsiteX48-9939" fmla="*/ 4367 w 10000"/>
              <a:gd name="connsiteY48-9940" fmla="*/ 9610 h 10000"/>
              <a:gd name="connsiteX49-9941" fmla="*/ 3976 w 10000"/>
              <a:gd name="connsiteY49-9942" fmla="*/ 9703 h 10000"/>
              <a:gd name="connsiteX50-9943" fmla="*/ 3540 w 10000"/>
              <a:gd name="connsiteY50-9944" fmla="*/ 9889 h 10000"/>
              <a:gd name="connsiteX51-9945" fmla="*/ 3106 w 10000"/>
              <a:gd name="connsiteY51-9946" fmla="*/ 10000 h 10000"/>
              <a:gd name="connsiteX52-9947" fmla="*/ 2714 w 10000"/>
              <a:gd name="connsiteY52-9948" fmla="*/ 10000 h 10000"/>
              <a:gd name="connsiteX53-9949" fmla="*/ 2280 w 10000"/>
              <a:gd name="connsiteY53-9950" fmla="*/ 10000 h 10000"/>
              <a:gd name="connsiteX54-9951" fmla="*/ 2280 w 10000"/>
              <a:gd name="connsiteY54-9952" fmla="*/ 9889 h 10000"/>
              <a:gd name="connsiteX55-9953" fmla="*/ 2081 w 10000"/>
              <a:gd name="connsiteY55-9954" fmla="*/ 9889 h 10000"/>
              <a:gd name="connsiteX56-9955" fmla="*/ 2081 w 10000"/>
              <a:gd name="connsiteY56-9956" fmla="*/ 9796 h 10000"/>
              <a:gd name="connsiteX57-9957" fmla="*/ 2081 w 10000"/>
              <a:gd name="connsiteY57-9958" fmla="*/ 9610 h 10000"/>
              <a:gd name="connsiteX58-9959" fmla="*/ 2081 w 10000"/>
              <a:gd name="connsiteY58-9960" fmla="*/ 9499 h 10000"/>
              <a:gd name="connsiteX59-9961" fmla="*/ 2081 w 10000"/>
              <a:gd name="connsiteY59-9962" fmla="*/ 9406 h 10000"/>
              <a:gd name="connsiteX60-9963" fmla="*/ 2081 w 10000"/>
              <a:gd name="connsiteY60-9964" fmla="*/ 9202 h 10000"/>
              <a:gd name="connsiteX61-9965" fmla="*/ 2081 w 10000"/>
              <a:gd name="connsiteY61-9966" fmla="*/ 9017 h 10000"/>
              <a:gd name="connsiteX62-9967" fmla="*/ 1888 w 10000"/>
              <a:gd name="connsiteY62-9968" fmla="*/ 8813 h 10000"/>
              <a:gd name="connsiteX63-9969" fmla="*/ 1651 w 10000"/>
              <a:gd name="connsiteY63-9970" fmla="*/ 8534 h 10000"/>
              <a:gd name="connsiteX64-9971" fmla="*/ 1258 w 10000"/>
              <a:gd name="connsiteY64-9972" fmla="*/ 8126 h 10000"/>
              <a:gd name="connsiteX65-9973" fmla="*/ 1061 w 10000"/>
              <a:gd name="connsiteY65-9974" fmla="*/ 7737 h 10000"/>
              <a:gd name="connsiteX66-9975" fmla="*/ 431 w 10000"/>
              <a:gd name="connsiteY66-9976" fmla="*/ 7347 h 10000"/>
              <a:gd name="connsiteX67-9977" fmla="*/ 0 w 10000"/>
              <a:gd name="connsiteY67-9978" fmla="*/ 6753 h 10000"/>
              <a:gd name="connsiteX68-9979" fmla="*/ 431 w 10000"/>
              <a:gd name="connsiteY68-9980" fmla="*/ 6957 h 10000"/>
              <a:gd name="connsiteX69-9981" fmla="*/ 1061 w 10000"/>
              <a:gd name="connsiteY69-9982" fmla="*/ 7161 h 10000"/>
              <a:gd name="connsiteX70-9983" fmla="*/ 1453 w 10000"/>
              <a:gd name="connsiteY70-9984" fmla="*/ 7347 h 10000"/>
              <a:gd name="connsiteX71-9985" fmla="*/ 1888 w 10000"/>
              <a:gd name="connsiteY71-9986" fmla="*/ 7440 h 10000"/>
              <a:gd name="connsiteX72-9987" fmla="*/ 2280 w 10000"/>
              <a:gd name="connsiteY72-9988" fmla="*/ 7551 h 10000"/>
              <a:gd name="connsiteX73-9989" fmla="*/ 2522 w 10000"/>
              <a:gd name="connsiteY73-9990" fmla="*/ 7551 h 10000"/>
              <a:gd name="connsiteX74-9991" fmla="*/ 2714 w 10000"/>
              <a:gd name="connsiteY74-9992" fmla="*/ 7644 h 10000"/>
              <a:gd name="connsiteX75-9993" fmla="*/ 2913 w 10000"/>
              <a:gd name="connsiteY75-9994" fmla="*/ 7644 h 10000"/>
              <a:gd name="connsiteX76-9995" fmla="*/ 3106 w 10000"/>
              <a:gd name="connsiteY76-9996" fmla="*/ 7644 h 10000"/>
              <a:gd name="connsiteX77-9997" fmla="*/ 3344 w 10000"/>
              <a:gd name="connsiteY77-9998" fmla="*/ 7644 h 10000"/>
              <a:gd name="connsiteX78-9999" fmla="*/ 3540 w 10000"/>
              <a:gd name="connsiteY78-10000" fmla="*/ 7551 h 10000"/>
              <a:gd name="connsiteX79-10001" fmla="*/ 3741 w 10000"/>
              <a:gd name="connsiteY79-10002" fmla="*/ 7440 h 10000"/>
              <a:gd name="connsiteX80-10003" fmla="*/ 3741 w 10000"/>
              <a:gd name="connsiteY80-10004" fmla="*/ 7347 h 10000"/>
              <a:gd name="connsiteX81-10005" fmla="*/ 3976 w 10000"/>
              <a:gd name="connsiteY81-10006" fmla="*/ 7254 h 10000"/>
              <a:gd name="connsiteX82-10007" fmla="*/ 4169 w 10000"/>
              <a:gd name="connsiteY82-10008" fmla="*/ 7050 h 10000"/>
              <a:gd name="connsiteX83-10009" fmla="*/ 4169 w 10000"/>
              <a:gd name="connsiteY83-10010" fmla="*/ 6865 h 10000"/>
              <a:gd name="connsiteX84-10011" fmla="*/ 4367 w 10000"/>
              <a:gd name="connsiteY84-10012" fmla="*/ 6660 h 10000"/>
              <a:gd name="connsiteX85-10013" fmla="*/ 4564 w 10000"/>
              <a:gd name="connsiteY85-10014" fmla="*/ 6364 h 10000"/>
              <a:gd name="connsiteX86-10015" fmla="*/ 4801 w 10000"/>
              <a:gd name="connsiteY86-10016" fmla="*/ 6067 h 10000"/>
              <a:gd name="connsiteX87-10017" fmla="*/ 4801 w 10000"/>
              <a:gd name="connsiteY87-10018" fmla="*/ 5677 h 10000"/>
              <a:gd name="connsiteX88-10019" fmla="*/ 5196 w 10000"/>
              <a:gd name="connsiteY88-10020" fmla="*/ 4991 h 10000"/>
              <a:gd name="connsiteX89-10021" fmla="*/ 5438 w 10000"/>
              <a:gd name="connsiteY89-10022" fmla="*/ 4212 h 10000"/>
              <a:gd name="connsiteX90-10023" fmla="*/ 5438 w 10000"/>
              <a:gd name="connsiteY90-10024" fmla="*/ 3525 h 10000"/>
              <a:gd name="connsiteX91-10025" fmla="*/ 5631 w 10000"/>
              <a:gd name="connsiteY91-10026" fmla="*/ 2839 h 10000"/>
              <a:gd name="connsiteX92-10027" fmla="*/ 5631 w 10000"/>
              <a:gd name="connsiteY92-10028" fmla="*/ 2542 h 10000"/>
              <a:gd name="connsiteX93-10029" fmla="*/ 5631 w 10000"/>
              <a:gd name="connsiteY93-10030" fmla="*/ 2263 h 10000"/>
              <a:gd name="connsiteX94-10031" fmla="*/ 5631 w 10000"/>
              <a:gd name="connsiteY94-10032" fmla="*/ 2059 h 10000"/>
              <a:gd name="connsiteX95-10033" fmla="*/ 5631 w 10000"/>
              <a:gd name="connsiteY95-10034" fmla="*/ 1855 h 10000"/>
              <a:gd name="connsiteX96-10035" fmla="*/ 5631 w 10000"/>
              <a:gd name="connsiteY96-10036" fmla="*/ 1670 h 10000"/>
              <a:gd name="connsiteX97-10037" fmla="*/ 5631 w 10000"/>
              <a:gd name="connsiteY97-10038" fmla="*/ 1577 h 10000"/>
              <a:gd name="connsiteX98-10039" fmla="*/ 5438 w 10000"/>
              <a:gd name="connsiteY98-10040" fmla="*/ 1466 h 10000"/>
              <a:gd name="connsiteX99-10041" fmla="*/ 5438 w 10000"/>
              <a:gd name="connsiteY99-10042" fmla="*/ 1373 h 10000"/>
              <a:gd name="connsiteX100-10043" fmla="*/ 5438 w 10000"/>
              <a:gd name="connsiteY100-10044" fmla="*/ 1280 h 10000"/>
              <a:gd name="connsiteX101-10045" fmla="*/ 5196 w 10000"/>
              <a:gd name="connsiteY101-10046" fmla="*/ 1280 h 10000"/>
              <a:gd name="connsiteX102-10047" fmla="*/ 5005 w 10000"/>
              <a:gd name="connsiteY102-10048" fmla="*/ 1169 h 10000"/>
              <a:gd name="connsiteX103-10049" fmla="*/ 5005 w 10000"/>
              <a:gd name="connsiteY103-10050" fmla="*/ 1169 h 10000"/>
              <a:gd name="connsiteX104-10051" fmla="*/ 4564 w 10000"/>
              <a:gd name="connsiteY104-10052" fmla="*/ 1169 h 10000"/>
              <a:gd name="connsiteX105-10053" fmla="*/ 3540 w 10000"/>
              <a:gd name="connsiteY105-10054" fmla="*/ 482 h 10000"/>
              <a:gd name="connsiteX106-10055" fmla="*/ 4367 w 10000"/>
              <a:gd name="connsiteY106-10056" fmla="*/ 297 h 10000"/>
              <a:gd name="connsiteX107-10057" fmla="*/ 4801 w 10000"/>
              <a:gd name="connsiteY107-10058" fmla="*/ 297 h 10000"/>
              <a:gd name="connsiteX108-10059" fmla="*/ 4801 w 10000"/>
              <a:gd name="connsiteY108-10060" fmla="*/ 204 h 10000"/>
              <a:gd name="connsiteX109-10061" fmla="*/ 4801 w 10000"/>
              <a:gd name="connsiteY109-10062" fmla="*/ 204 h 10000"/>
              <a:gd name="connsiteX0-10063" fmla="*/ 4801 w 10000"/>
              <a:gd name="connsiteY0-10064" fmla="*/ 204 h 10000"/>
              <a:gd name="connsiteX1-10065" fmla="*/ 5005 w 10000"/>
              <a:gd name="connsiteY1-10066" fmla="*/ 93 h 10000"/>
              <a:gd name="connsiteX2-10067" fmla="*/ 5438 w 10000"/>
              <a:gd name="connsiteY2-10068" fmla="*/ 93 h 10000"/>
              <a:gd name="connsiteX3-10069" fmla="*/ 5631 w 10000"/>
              <a:gd name="connsiteY3-10070" fmla="*/ 0 h 10000"/>
              <a:gd name="connsiteX4-10071" fmla="*/ 5825 w 10000"/>
              <a:gd name="connsiteY4-10072" fmla="*/ 0 h 10000"/>
              <a:gd name="connsiteX5-10073" fmla="*/ 6259 w 10000"/>
              <a:gd name="connsiteY5-10074" fmla="*/ 93 h 10000"/>
              <a:gd name="connsiteX6-10075" fmla="*/ 6890 w 10000"/>
              <a:gd name="connsiteY6-10076" fmla="*/ 204 h 10000"/>
              <a:gd name="connsiteX7-10077" fmla="*/ 7085 w 10000"/>
              <a:gd name="connsiteY7-10078" fmla="*/ 297 h 10000"/>
              <a:gd name="connsiteX8-10079" fmla="*/ 7478 w 10000"/>
              <a:gd name="connsiteY8-10080" fmla="*/ 482 h 10000"/>
              <a:gd name="connsiteX9-10081" fmla="*/ 7711 w 10000"/>
              <a:gd name="connsiteY9-10082" fmla="*/ 594 h 10000"/>
              <a:gd name="connsiteX10-10083" fmla="*/ 8114 w 10000"/>
              <a:gd name="connsiteY10-10084" fmla="*/ 686 h 10000"/>
              <a:gd name="connsiteX11-10085" fmla="*/ 8544 w 10000"/>
              <a:gd name="connsiteY11-10086" fmla="*/ 891 h 10000"/>
              <a:gd name="connsiteX12-10087" fmla="*/ 8934 w 10000"/>
              <a:gd name="connsiteY12-10088" fmla="*/ 983 h 10000"/>
              <a:gd name="connsiteX13-10089" fmla="*/ 9173 w 10000"/>
              <a:gd name="connsiteY13-10090" fmla="*/ 1169 h 10000"/>
              <a:gd name="connsiteX14-10091" fmla="*/ 9568 w 10000"/>
              <a:gd name="connsiteY14-10092" fmla="*/ 1280 h 10000"/>
              <a:gd name="connsiteX15-10093" fmla="*/ 9762 w 10000"/>
              <a:gd name="connsiteY15-10094" fmla="*/ 1373 h 10000"/>
              <a:gd name="connsiteX16-10095" fmla="*/ 9762 w 10000"/>
              <a:gd name="connsiteY16-10096" fmla="*/ 1466 h 10000"/>
              <a:gd name="connsiteX17-10097" fmla="*/ 10000 w 10000"/>
              <a:gd name="connsiteY17-10098" fmla="*/ 1466 h 10000"/>
              <a:gd name="connsiteX18-10099" fmla="*/ 10000 w 10000"/>
              <a:gd name="connsiteY18-10100" fmla="*/ 1577 h 10000"/>
              <a:gd name="connsiteX19-10101" fmla="*/ 10000 w 10000"/>
              <a:gd name="connsiteY19-10102" fmla="*/ 1670 h 10000"/>
              <a:gd name="connsiteX20-10103" fmla="*/ 9762 w 10000"/>
              <a:gd name="connsiteY20-10104" fmla="*/ 1763 h 10000"/>
              <a:gd name="connsiteX21-10105" fmla="*/ 9568 w 10000"/>
              <a:gd name="connsiteY21-10106" fmla="*/ 1763 h 10000"/>
              <a:gd name="connsiteX22-10107" fmla="*/ 9371 w 10000"/>
              <a:gd name="connsiteY22-10108" fmla="*/ 1855 h 10000"/>
              <a:gd name="connsiteX23-10109" fmla="*/ 9173 w 10000"/>
              <a:gd name="connsiteY23-10110" fmla="*/ 1855 h 10000"/>
              <a:gd name="connsiteX24-10111" fmla="*/ 9173 w 10000"/>
              <a:gd name="connsiteY24-10112" fmla="*/ 1967 h 10000"/>
              <a:gd name="connsiteX25-10113" fmla="*/ 8934 w 10000"/>
              <a:gd name="connsiteY25-10114" fmla="*/ 2059 h 10000"/>
              <a:gd name="connsiteX26-10115" fmla="*/ 8740 w 10000"/>
              <a:gd name="connsiteY26-10116" fmla="*/ 2263 h 10000"/>
              <a:gd name="connsiteX27-10117" fmla="*/ 8740 w 10000"/>
              <a:gd name="connsiteY27-10118" fmla="*/ 2449 h 10000"/>
              <a:gd name="connsiteX28-10119" fmla="*/ 8544 w 10000"/>
              <a:gd name="connsiteY28-10120" fmla="*/ 2653 h 10000"/>
              <a:gd name="connsiteX29-10121" fmla="*/ 8544 w 10000"/>
              <a:gd name="connsiteY29-10122" fmla="*/ 2950 h 10000"/>
              <a:gd name="connsiteX30-10123" fmla="*/ 8544 w 10000"/>
              <a:gd name="connsiteY30-10124" fmla="*/ 3135 h 10000"/>
              <a:gd name="connsiteX31-10125" fmla="*/ 8305 w 10000"/>
              <a:gd name="connsiteY31-10126" fmla="*/ 3432 h 10000"/>
              <a:gd name="connsiteX32-10127" fmla="*/ 8305 w 10000"/>
              <a:gd name="connsiteY32-10128" fmla="*/ 3822 h 10000"/>
              <a:gd name="connsiteX33-10129" fmla="*/ 8114 w 10000"/>
              <a:gd name="connsiteY33-10130" fmla="*/ 4119 h 10000"/>
              <a:gd name="connsiteX34-10131" fmla="*/ 7913 w 10000"/>
              <a:gd name="connsiteY34-10132" fmla="*/ 4508 h 10000"/>
              <a:gd name="connsiteX35-10133" fmla="*/ 7711 w 10000"/>
              <a:gd name="connsiteY35-10134" fmla="*/ 4898 h 10000"/>
              <a:gd name="connsiteX36-10135" fmla="*/ 7478 w 10000"/>
              <a:gd name="connsiteY36-10136" fmla="*/ 5288 h 10000"/>
              <a:gd name="connsiteX37-10137" fmla="*/ 7085 w 10000"/>
              <a:gd name="connsiteY37-10138" fmla="*/ 6178 h 10000"/>
              <a:gd name="connsiteX38-10139" fmla="*/ 6890 w 10000"/>
              <a:gd name="connsiteY38-10140" fmla="*/ 6568 h 10000"/>
              <a:gd name="connsiteX39-10141" fmla="*/ 6657 w 10000"/>
              <a:gd name="connsiteY39-10142" fmla="*/ 6957 h 10000"/>
              <a:gd name="connsiteX40-10143" fmla="*/ 6458 w 10000"/>
              <a:gd name="connsiteY40-10144" fmla="*/ 7347 h 10000"/>
              <a:gd name="connsiteX41-10145" fmla="*/ 6259 w 10000"/>
              <a:gd name="connsiteY41-10146" fmla="*/ 7737 h 10000"/>
              <a:gd name="connsiteX42-10147" fmla="*/ 6021 w 10000"/>
              <a:gd name="connsiteY42-10148" fmla="*/ 8033 h 10000"/>
              <a:gd name="connsiteX43-10149" fmla="*/ 6021 w 10000"/>
              <a:gd name="connsiteY43-10150" fmla="*/ 8237 h 10000"/>
              <a:gd name="connsiteX44-10151" fmla="*/ 5825 w 10000"/>
              <a:gd name="connsiteY44-10152" fmla="*/ 8534 h 10000"/>
              <a:gd name="connsiteX45-10153" fmla="*/ 5631 w 10000"/>
              <a:gd name="connsiteY45-10154" fmla="*/ 8720 h 10000"/>
              <a:gd name="connsiteX46-10155" fmla="*/ 5196 w 10000"/>
              <a:gd name="connsiteY46-10156" fmla="*/ 9017 h 10000"/>
              <a:gd name="connsiteX47-10157" fmla="*/ 4801 w 10000"/>
              <a:gd name="connsiteY47-10158" fmla="*/ 9314 h 10000"/>
              <a:gd name="connsiteX48-10159" fmla="*/ 4367 w 10000"/>
              <a:gd name="connsiteY48-10160" fmla="*/ 9610 h 10000"/>
              <a:gd name="connsiteX49-10161" fmla="*/ 3976 w 10000"/>
              <a:gd name="connsiteY49-10162" fmla="*/ 9703 h 10000"/>
              <a:gd name="connsiteX50-10163" fmla="*/ 3540 w 10000"/>
              <a:gd name="connsiteY50-10164" fmla="*/ 9889 h 10000"/>
              <a:gd name="connsiteX51-10165" fmla="*/ 3106 w 10000"/>
              <a:gd name="connsiteY51-10166" fmla="*/ 10000 h 10000"/>
              <a:gd name="connsiteX52-10167" fmla="*/ 2714 w 10000"/>
              <a:gd name="connsiteY52-10168" fmla="*/ 10000 h 10000"/>
              <a:gd name="connsiteX53-10169" fmla="*/ 2280 w 10000"/>
              <a:gd name="connsiteY53-10170" fmla="*/ 10000 h 10000"/>
              <a:gd name="connsiteX54-10171" fmla="*/ 2280 w 10000"/>
              <a:gd name="connsiteY54-10172" fmla="*/ 9889 h 10000"/>
              <a:gd name="connsiteX55-10173" fmla="*/ 2081 w 10000"/>
              <a:gd name="connsiteY55-10174" fmla="*/ 9889 h 10000"/>
              <a:gd name="connsiteX56-10175" fmla="*/ 2081 w 10000"/>
              <a:gd name="connsiteY56-10176" fmla="*/ 9796 h 10000"/>
              <a:gd name="connsiteX57-10177" fmla="*/ 2081 w 10000"/>
              <a:gd name="connsiteY57-10178" fmla="*/ 9610 h 10000"/>
              <a:gd name="connsiteX58-10179" fmla="*/ 2081 w 10000"/>
              <a:gd name="connsiteY58-10180" fmla="*/ 9499 h 10000"/>
              <a:gd name="connsiteX59-10181" fmla="*/ 2081 w 10000"/>
              <a:gd name="connsiteY59-10182" fmla="*/ 9406 h 10000"/>
              <a:gd name="connsiteX60-10183" fmla="*/ 2081 w 10000"/>
              <a:gd name="connsiteY60-10184" fmla="*/ 9202 h 10000"/>
              <a:gd name="connsiteX61-10185" fmla="*/ 2081 w 10000"/>
              <a:gd name="connsiteY61-10186" fmla="*/ 9017 h 10000"/>
              <a:gd name="connsiteX62-10187" fmla="*/ 1888 w 10000"/>
              <a:gd name="connsiteY62-10188" fmla="*/ 8813 h 10000"/>
              <a:gd name="connsiteX63-10189" fmla="*/ 1651 w 10000"/>
              <a:gd name="connsiteY63-10190" fmla="*/ 8534 h 10000"/>
              <a:gd name="connsiteX64-10191" fmla="*/ 1258 w 10000"/>
              <a:gd name="connsiteY64-10192" fmla="*/ 8126 h 10000"/>
              <a:gd name="connsiteX65-10193" fmla="*/ 1061 w 10000"/>
              <a:gd name="connsiteY65-10194" fmla="*/ 7737 h 10000"/>
              <a:gd name="connsiteX66-10195" fmla="*/ 431 w 10000"/>
              <a:gd name="connsiteY66-10196" fmla="*/ 7347 h 10000"/>
              <a:gd name="connsiteX67-10197" fmla="*/ 0 w 10000"/>
              <a:gd name="connsiteY67-10198" fmla="*/ 6753 h 10000"/>
              <a:gd name="connsiteX68-10199" fmla="*/ 431 w 10000"/>
              <a:gd name="connsiteY68-10200" fmla="*/ 6957 h 10000"/>
              <a:gd name="connsiteX69-10201" fmla="*/ 1061 w 10000"/>
              <a:gd name="connsiteY69-10202" fmla="*/ 7161 h 10000"/>
              <a:gd name="connsiteX70-10203" fmla="*/ 1453 w 10000"/>
              <a:gd name="connsiteY70-10204" fmla="*/ 7347 h 10000"/>
              <a:gd name="connsiteX71-10205" fmla="*/ 1888 w 10000"/>
              <a:gd name="connsiteY71-10206" fmla="*/ 7440 h 10000"/>
              <a:gd name="connsiteX72-10207" fmla="*/ 2280 w 10000"/>
              <a:gd name="connsiteY72-10208" fmla="*/ 7551 h 10000"/>
              <a:gd name="connsiteX73-10209" fmla="*/ 2522 w 10000"/>
              <a:gd name="connsiteY73-10210" fmla="*/ 7551 h 10000"/>
              <a:gd name="connsiteX74-10211" fmla="*/ 2714 w 10000"/>
              <a:gd name="connsiteY74-10212" fmla="*/ 7644 h 10000"/>
              <a:gd name="connsiteX75-10213" fmla="*/ 2913 w 10000"/>
              <a:gd name="connsiteY75-10214" fmla="*/ 7644 h 10000"/>
              <a:gd name="connsiteX76-10215" fmla="*/ 3106 w 10000"/>
              <a:gd name="connsiteY76-10216" fmla="*/ 7644 h 10000"/>
              <a:gd name="connsiteX77-10217" fmla="*/ 3344 w 10000"/>
              <a:gd name="connsiteY77-10218" fmla="*/ 7644 h 10000"/>
              <a:gd name="connsiteX78-10219" fmla="*/ 3540 w 10000"/>
              <a:gd name="connsiteY78-10220" fmla="*/ 7551 h 10000"/>
              <a:gd name="connsiteX79-10221" fmla="*/ 3741 w 10000"/>
              <a:gd name="connsiteY79-10222" fmla="*/ 7440 h 10000"/>
              <a:gd name="connsiteX80-10223" fmla="*/ 3741 w 10000"/>
              <a:gd name="connsiteY80-10224" fmla="*/ 7347 h 10000"/>
              <a:gd name="connsiteX81-10225" fmla="*/ 3976 w 10000"/>
              <a:gd name="connsiteY81-10226" fmla="*/ 7254 h 10000"/>
              <a:gd name="connsiteX82-10227" fmla="*/ 4169 w 10000"/>
              <a:gd name="connsiteY82-10228" fmla="*/ 7050 h 10000"/>
              <a:gd name="connsiteX83-10229" fmla="*/ 4169 w 10000"/>
              <a:gd name="connsiteY83-10230" fmla="*/ 6865 h 10000"/>
              <a:gd name="connsiteX84-10231" fmla="*/ 4367 w 10000"/>
              <a:gd name="connsiteY84-10232" fmla="*/ 6660 h 10000"/>
              <a:gd name="connsiteX85-10233" fmla="*/ 4564 w 10000"/>
              <a:gd name="connsiteY85-10234" fmla="*/ 6364 h 10000"/>
              <a:gd name="connsiteX86-10235" fmla="*/ 4801 w 10000"/>
              <a:gd name="connsiteY86-10236" fmla="*/ 6067 h 10000"/>
              <a:gd name="connsiteX87-10237" fmla="*/ 4801 w 10000"/>
              <a:gd name="connsiteY87-10238" fmla="*/ 5677 h 10000"/>
              <a:gd name="connsiteX88-10239" fmla="*/ 5196 w 10000"/>
              <a:gd name="connsiteY88-10240" fmla="*/ 4991 h 10000"/>
              <a:gd name="connsiteX89-10241" fmla="*/ 5438 w 10000"/>
              <a:gd name="connsiteY89-10242" fmla="*/ 4212 h 10000"/>
              <a:gd name="connsiteX90-10243" fmla="*/ 5438 w 10000"/>
              <a:gd name="connsiteY90-10244" fmla="*/ 3525 h 10000"/>
              <a:gd name="connsiteX91-10245" fmla="*/ 5631 w 10000"/>
              <a:gd name="connsiteY91-10246" fmla="*/ 2839 h 10000"/>
              <a:gd name="connsiteX92-10247" fmla="*/ 5631 w 10000"/>
              <a:gd name="connsiteY92-10248" fmla="*/ 2542 h 10000"/>
              <a:gd name="connsiteX93-10249" fmla="*/ 5631 w 10000"/>
              <a:gd name="connsiteY93-10250" fmla="*/ 2263 h 10000"/>
              <a:gd name="connsiteX94-10251" fmla="*/ 5631 w 10000"/>
              <a:gd name="connsiteY94-10252" fmla="*/ 2059 h 10000"/>
              <a:gd name="connsiteX95-10253" fmla="*/ 5631 w 10000"/>
              <a:gd name="connsiteY95-10254" fmla="*/ 1855 h 10000"/>
              <a:gd name="connsiteX96-10255" fmla="*/ 5631 w 10000"/>
              <a:gd name="connsiteY96-10256" fmla="*/ 1670 h 10000"/>
              <a:gd name="connsiteX97-10257" fmla="*/ 5631 w 10000"/>
              <a:gd name="connsiteY97-10258" fmla="*/ 1577 h 10000"/>
              <a:gd name="connsiteX98-10259" fmla="*/ 5438 w 10000"/>
              <a:gd name="connsiteY98-10260" fmla="*/ 1466 h 10000"/>
              <a:gd name="connsiteX99-10261" fmla="*/ 5438 w 10000"/>
              <a:gd name="connsiteY99-10262" fmla="*/ 1373 h 10000"/>
              <a:gd name="connsiteX100-10263" fmla="*/ 5438 w 10000"/>
              <a:gd name="connsiteY100-10264" fmla="*/ 1280 h 10000"/>
              <a:gd name="connsiteX101-10265" fmla="*/ 5196 w 10000"/>
              <a:gd name="connsiteY101-10266" fmla="*/ 1280 h 10000"/>
              <a:gd name="connsiteX102-10267" fmla="*/ 5005 w 10000"/>
              <a:gd name="connsiteY102-10268" fmla="*/ 1169 h 10000"/>
              <a:gd name="connsiteX103-10269" fmla="*/ 5005 w 10000"/>
              <a:gd name="connsiteY103-10270" fmla="*/ 1169 h 10000"/>
              <a:gd name="connsiteX104-10271" fmla="*/ 4564 w 10000"/>
              <a:gd name="connsiteY104-10272" fmla="*/ 1169 h 10000"/>
              <a:gd name="connsiteX105-10273" fmla="*/ 4367 w 10000"/>
              <a:gd name="connsiteY105-10274" fmla="*/ 297 h 10000"/>
              <a:gd name="connsiteX106-10275" fmla="*/ 4801 w 10000"/>
              <a:gd name="connsiteY106-10276" fmla="*/ 297 h 10000"/>
              <a:gd name="connsiteX107-10277" fmla="*/ 4801 w 10000"/>
              <a:gd name="connsiteY107-10278" fmla="*/ 204 h 10000"/>
              <a:gd name="connsiteX108-10279" fmla="*/ 4801 w 10000"/>
              <a:gd name="connsiteY108-10280" fmla="*/ 204 h 10000"/>
              <a:gd name="connsiteX0-10281" fmla="*/ 4801 w 10000"/>
              <a:gd name="connsiteY0-10282" fmla="*/ 204 h 10000"/>
              <a:gd name="connsiteX1-10283" fmla="*/ 5005 w 10000"/>
              <a:gd name="connsiteY1-10284" fmla="*/ 93 h 10000"/>
              <a:gd name="connsiteX2-10285" fmla="*/ 5438 w 10000"/>
              <a:gd name="connsiteY2-10286" fmla="*/ 93 h 10000"/>
              <a:gd name="connsiteX3-10287" fmla="*/ 5631 w 10000"/>
              <a:gd name="connsiteY3-10288" fmla="*/ 0 h 10000"/>
              <a:gd name="connsiteX4-10289" fmla="*/ 5825 w 10000"/>
              <a:gd name="connsiteY4-10290" fmla="*/ 0 h 10000"/>
              <a:gd name="connsiteX5-10291" fmla="*/ 6259 w 10000"/>
              <a:gd name="connsiteY5-10292" fmla="*/ 93 h 10000"/>
              <a:gd name="connsiteX6-10293" fmla="*/ 6890 w 10000"/>
              <a:gd name="connsiteY6-10294" fmla="*/ 204 h 10000"/>
              <a:gd name="connsiteX7-10295" fmla="*/ 7085 w 10000"/>
              <a:gd name="connsiteY7-10296" fmla="*/ 297 h 10000"/>
              <a:gd name="connsiteX8-10297" fmla="*/ 7478 w 10000"/>
              <a:gd name="connsiteY8-10298" fmla="*/ 482 h 10000"/>
              <a:gd name="connsiteX9-10299" fmla="*/ 7711 w 10000"/>
              <a:gd name="connsiteY9-10300" fmla="*/ 594 h 10000"/>
              <a:gd name="connsiteX10-10301" fmla="*/ 8114 w 10000"/>
              <a:gd name="connsiteY10-10302" fmla="*/ 686 h 10000"/>
              <a:gd name="connsiteX11-10303" fmla="*/ 8544 w 10000"/>
              <a:gd name="connsiteY11-10304" fmla="*/ 891 h 10000"/>
              <a:gd name="connsiteX12-10305" fmla="*/ 8934 w 10000"/>
              <a:gd name="connsiteY12-10306" fmla="*/ 983 h 10000"/>
              <a:gd name="connsiteX13-10307" fmla="*/ 9173 w 10000"/>
              <a:gd name="connsiteY13-10308" fmla="*/ 1169 h 10000"/>
              <a:gd name="connsiteX14-10309" fmla="*/ 9568 w 10000"/>
              <a:gd name="connsiteY14-10310" fmla="*/ 1280 h 10000"/>
              <a:gd name="connsiteX15-10311" fmla="*/ 9762 w 10000"/>
              <a:gd name="connsiteY15-10312" fmla="*/ 1373 h 10000"/>
              <a:gd name="connsiteX16-10313" fmla="*/ 9762 w 10000"/>
              <a:gd name="connsiteY16-10314" fmla="*/ 1466 h 10000"/>
              <a:gd name="connsiteX17-10315" fmla="*/ 10000 w 10000"/>
              <a:gd name="connsiteY17-10316" fmla="*/ 1466 h 10000"/>
              <a:gd name="connsiteX18-10317" fmla="*/ 10000 w 10000"/>
              <a:gd name="connsiteY18-10318" fmla="*/ 1577 h 10000"/>
              <a:gd name="connsiteX19-10319" fmla="*/ 10000 w 10000"/>
              <a:gd name="connsiteY19-10320" fmla="*/ 1670 h 10000"/>
              <a:gd name="connsiteX20-10321" fmla="*/ 9762 w 10000"/>
              <a:gd name="connsiteY20-10322" fmla="*/ 1763 h 10000"/>
              <a:gd name="connsiteX21-10323" fmla="*/ 9568 w 10000"/>
              <a:gd name="connsiteY21-10324" fmla="*/ 1763 h 10000"/>
              <a:gd name="connsiteX22-10325" fmla="*/ 9371 w 10000"/>
              <a:gd name="connsiteY22-10326" fmla="*/ 1855 h 10000"/>
              <a:gd name="connsiteX23-10327" fmla="*/ 9173 w 10000"/>
              <a:gd name="connsiteY23-10328" fmla="*/ 1855 h 10000"/>
              <a:gd name="connsiteX24-10329" fmla="*/ 9173 w 10000"/>
              <a:gd name="connsiteY24-10330" fmla="*/ 1967 h 10000"/>
              <a:gd name="connsiteX25-10331" fmla="*/ 8934 w 10000"/>
              <a:gd name="connsiteY25-10332" fmla="*/ 2059 h 10000"/>
              <a:gd name="connsiteX26-10333" fmla="*/ 8740 w 10000"/>
              <a:gd name="connsiteY26-10334" fmla="*/ 2263 h 10000"/>
              <a:gd name="connsiteX27-10335" fmla="*/ 8740 w 10000"/>
              <a:gd name="connsiteY27-10336" fmla="*/ 2449 h 10000"/>
              <a:gd name="connsiteX28-10337" fmla="*/ 8544 w 10000"/>
              <a:gd name="connsiteY28-10338" fmla="*/ 2653 h 10000"/>
              <a:gd name="connsiteX29-10339" fmla="*/ 8544 w 10000"/>
              <a:gd name="connsiteY29-10340" fmla="*/ 2950 h 10000"/>
              <a:gd name="connsiteX30-10341" fmla="*/ 8544 w 10000"/>
              <a:gd name="connsiteY30-10342" fmla="*/ 3135 h 10000"/>
              <a:gd name="connsiteX31-10343" fmla="*/ 8305 w 10000"/>
              <a:gd name="connsiteY31-10344" fmla="*/ 3432 h 10000"/>
              <a:gd name="connsiteX32-10345" fmla="*/ 8305 w 10000"/>
              <a:gd name="connsiteY32-10346" fmla="*/ 3822 h 10000"/>
              <a:gd name="connsiteX33-10347" fmla="*/ 8114 w 10000"/>
              <a:gd name="connsiteY33-10348" fmla="*/ 4119 h 10000"/>
              <a:gd name="connsiteX34-10349" fmla="*/ 7913 w 10000"/>
              <a:gd name="connsiteY34-10350" fmla="*/ 4508 h 10000"/>
              <a:gd name="connsiteX35-10351" fmla="*/ 7711 w 10000"/>
              <a:gd name="connsiteY35-10352" fmla="*/ 4898 h 10000"/>
              <a:gd name="connsiteX36-10353" fmla="*/ 7478 w 10000"/>
              <a:gd name="connsiteY36-10354" fmla="*/ 5288 h 10000"/>
              <a:gd name="connsiteX37-10355" fmla="*/ 7085 w 10000"/>
              <a:gd name="connsiteY37-10356" fmla="*/ 6178 h 10000"/>
              <a:gd name="connsiteX38-10357" fmla="*/ 6890 w 10000"/>
              <a:gd name="connsiteY38-10358" fmla="*/ 6568 h 10000"/>
              <a:gd name="connsiteX39-10359" fmla="*/ 6657 w 10000"/>
              <a:gd name="connsiteY39-10360" fmla="*/ 6957 h 10000"/>
              <a:gd name="connsiteX40-10361" fmla="*/ 6458 w 10000"/>
              <a:gd name="connsiteY40-10362" fmla="*/ 7347 h 10000"/>
              <a:gd name="connsiteX41-10363" fmla="*/ 6259 w 10000"/>
              <a:gd name="connsiteY41-10364" fmla="*/ 7737 h 10000"/>
              <a:gd name="connsiteX42-10365" fmla="*/ 6021 w 10000"/>
              <a:gd name="connsiteY42-10366" fmla="*/ 8033 h 10000"/>
              <a:gd name="connsiteX43-10367" fmla="*/ 6021 w 10000"/>
              <a:gd name="connsiteY43-10368" fmla="*/ 8237 h 10000"/>
              <a:gd name="connsiteX44-10369" fmla="*/ 5825 w 10000"/>
              <a:gd name="connsiteY44-10370" fmla="*/ 8534 h 10000"/>
              <a:gd name="connsiteX45-10371" fmla="*/ 5631 w 10000"/>
              <a:gd name="connsiteY45-10372" fmla="*/ 8720 h 10000"/>
              <a:gd name="connsiteX46-10373" fmla="*/ 5196 w 10000"/>
              <a:gd name="connsiteY46-10374" fmla="*/ 9017 h 10000"/>
              <a:gd name="connsiteX47-10375" fmla="*/ 4801 w 10000"/>
              <a:gd name="connsiteY47-10376" fmla="*/ 9314 h 10000"/>
              <a:gd name="connsiteX48-10377" fmla="*/ 4367 w 10000"/>
              <a:gd name="connsiteY48-10378" fmla="*/ 9610 h 10000"/>
              <a:gd name="connsiteX49-10379" fmla="*/ 3976 w 10000"/>
              <a:gd name="connsiteY49-10380" fmla="*/ 9703 h 10000"/>
              <a:gd name="connsiteX50-10381" fmla="*/ 3540 w 10000"/>
              <a:gd name="connsiteY50-10382" fmla="*/ 9889 h 10000"/>
              <a:gd name="connsiteX51-10383" fmla="*/ 3106 w 10000"/>
              <a:gd name="connsiteY51-10384" fmla="*/ 10000 h 10000"/>
              <a:gd name="connsiteX52-10385" fmla="*/ 2714 w 10000"/>
              <a:gd name="connsiteY52-10386" fmla="*/ 10000 h 10000"/>
              <a:gd name="connsiteX53-10387" fmla="*/ 2280 w 10000"/>
              <a:gd name="connsiteY53-10388" fmla="*/ 10000 h 10000"/>
              <a:gd name="connsiteX54-10389" fmla="*/ 2280 w 10000"/>
              <a:gd name="connsiteY54-10390" fmla="*/ 9889 h 10000"/>
              <a:gd name="connsiteX55-10391" fmla="*/ 2081 w 10000"/>
              <a:gd name="connsiteY55-10392" fmla="*/ 9889 h 10000"/>
              <a:gd name="connsiteX56-10393" fmla="*/ 2081 w 10000"/>
              <a:gd name="connsiteY56-10394" fmla="*/ 9796 h 10000"/>
              <a:gd name="connsiteX57-10395" fmla="*/ 2081 w 10000"/>
              <a:gd name="connsiteY57-10396" fmla="*/ 9610 h 10000"/>
              <a:gd name="connsiteX58-10397" fmla="*/ 2081 w 10000"/>
              <a:gd name="connsiteY58-10398" fmla="*/ 9499 h 10000"/>
              <a:gd name="connsiteX59-10399" fmla="*/ 2081 w 10000"/>
              <a:gd name="connsiteY59-10400" fmla="*/ 9406 h 10000"/>
              <a:gd name="connsiteX60-10401" fmla="*/ 2081 w 10000"/>
              <a:gd name="connsiteY60-10402" fmla="*/ 9202 h 10000"/>
              <a:gd name="connsiteX61-10403" fmla="*/ 2081 w 10000"/>
              <a:gd name="connsiteY61-10404" fmla="*/ 9017 h 10000"/>
              <a:gd name="connsiteX62-10405" fmla="*/ 1888 w 10000"/>
              <a:gd name="connsiteY62-10406" fmla="*/ 8813 h 10000"/>
              <a:gd name="connsiteX63-10407" fmla="*/ 1651 w 10000"/>
              <a:gd name="connsiteY63-10408" fmla="*/ 8534 h 10000"/>
              <a:gd name="connsiteX64-10409" fmla="*/ 1258 w 10000"/>
              <a:gd name="connsiteY64-10410" fmla="*/ 8126 h 10000"/>
              <a:gd name="connsiteX65-10411" fmla="*/ 1061 w 10000"/>
              <a:gd name="connsiteY65-10412" fmla="*/ 7737 h 10000"/>
              <a:gd name="connsiteX66-10413" fmla="*/ 431 w 10000"/>
              <a:gd name="connsiteY66-10414" fmla="*/ 7347 h 10000"/>
              <a:gd name="connsiteX67-10415" fmla="*/ 0 w 10000"/>
              <a:gd name="connsiteY67-10416" fmla="*/ 6753 h 10000"/>
              <a:gd name="connsiteX68-10417" fmla="*/ 431 w 10000"/>
              <a:gd name="connsiteY68-10418" fmla="*/ 6957 h 10000"/>
              <a:gd name="connsiteX69-10419" fmla="*/ 1061 w 10000"/>
              <a:gd name="connsiteY69-10420" fmla="*/ 7161 h 10000"/>
              <a:gd name="connsiteX70-10421" fmla="*/ 1453 w 10000"/>
              <a:gd name="connsiteY70-10422" fmla="*/ 7347 h 10000"/>
              <a:gd name="connsiteX71-10423" fmla="*/ 1888 w 10000"/>
              <a:gd name="connsiteY71-10424" fmla="*/ 7440 h 10000"/>
              <a:gd name="connsiteX72-10425" fmla="*/ 2280 w 10000"/>
              <a:gd name="connsiteY72-10426" fmla="*/ 7551 h 10000"/>
              <a:gd name="connsiteX73-10427" fmla="*/ 2522 w 10000"/>
              <a:gd name="connsiteY73-10428" fmla="*/ 7551 h 10000"/>
              <a:gd name="connsiteX74-10429" fmla="*/ 2714 w 10000"/>
              <a:gd name="connsiteY74-10430" fmla="*/ 7644 h 10000"/>
              <a:gd name="connsiteX75-10431" fmla="*/ 2913 w 10000"/>
              <a:gd name="connsiteY75-10432" fmla="*/ 7644 h 10000"/>
              <a:gd name="connsiteX76-10433" fmla="*/ 3106 w 10000"/>
              <a:gd name="connsiteY76-10434" fmla="*/ 7644 h 10000"/>
              <a:gd name="connsiteX77-10435" fmla="*/ 3344 w 10000"/>
              <a:gd name="connsiteY77-10436" fmla="*/ 7644 h 10000"/>
              <a:gd name="connsiteX78-10437" fmla="*/ 3540 w 10000"/>
              <a:gd name="connsiteY78-10438" fmla="*/ 7551 h 10000"/>
              <a:gd name="connsiteX79-10439" fmla="*/ 3741 w 10000"/>
              <a:gd name="connsiteY79-10440" fmla="*/ 7440 h 10000"/>
              <a:gd name="connsiteX80-10441" fmla="*/ 3741 w 10000"/>
              <a:gd name="connsiteY80-10442" fmla="*/ 7347 h 10000"/>
              <a:gd name="connsiteX81-10443" fmla="*/ 3976 w 10000"/>
              <a:gd name="connsiteY81-10444" fmla="*/ 7254 h 10000"/>
              <a:gd name="connsiteX82-10445" fmla="*/ 4169 w 10000"/>
              <a:gd name="connsiteY82-10446" fmla="*/ 7050 h 10000"/>
              <a:gd name="connsiteX83-10447" fmla="*/ 4169 w 10000"/>
              <a:gd name="connsiteY83-10448" fmla="*/ 6865 h 10000"/>
              <a:gd name="connsiteX84-10449" fmla="*/ 4367 w 10000"/>
              <a:gd name="connsiteY84-10450" fmla="*/ 6660 h 10000"/>
              <a:gd name="connsiteX85-10451" fmla="*/ 4564 w 10000"/>
              <a:gd name="connsiteY85-10452" fmla="*/ 6364 h 10000"/>
              <a:gd name="connsiteX86-10453" fmla="*/ 4801 w 10000"/>
              <a:gd name="connsiteY86-10454" fmla="*/ 6067 h 10000"/>
              <a:gd name="connsiteX87-10455" fmla="*/ 4801 w 10000"/>
              <a:gd name="connsiteY87-10456" fmla="*/ 5677 h 10000"/>
              <a:gd name="connsiteX88-10457" fmla="*/ 5196 w 10000"/>
              <a:gd name="connsiteY88-10458" fmla="*/ 4991 h 10000"/>
              <a:gd name="connsiteX89-10459" fmla="*/ 5438 w 10000"/>
              <a:gd name="connsiteY89-10460" fmla="*/ 4212 h 10000"/>
              <a:gd name="connsiteX90-10461" fmla="*/ 5438 w 10000"/>
              <a:gd name="connsiteY90-10462" fmla="*/ 3525 h 10000"/>
              <a:gd name="connsiteX91-10463" fmla="*/ 5631 w 10000"/>
              <a:gd name="connsiteY91-10464" fmla="*/ 2839 h 10000"/>
              <a:gd name="connsiteX92-10465" fmla="*/ 5631 w 10000"/>
              <a:gd name="connsiteY92-10466" fmla="*/ 2542 h 10000"/>
              <a:gd name="connsiteX93-10467" fmla="*/ 5631 w 10000"/>
              <a:gd name="connsiteY93-10468" fmla="*/ 2263 h 10000"/>
              <a:gd name="connsiteX94-10469" fmla="*/ 5631 w 10000"/>
              <a:gd name="connsiteY94-10470" fmla="*/ 2059 h 10000"/>
              <a:gd name="connsiteX95-10471" fmla="*/ 5631 w 10000"/>
              <a:gd name="connsiteY95-10472" fmla="*/ 1855 h 10000"/>
              <a:gd name="connsiteX96-10473" fmla="*/ 5631 w 10000"/>
              <a:gd name="connsiteY96-10474" fmla="*/ 1670 h 10000"/>
              <a:gd name="connsiteX97-10475" fmla="*/ 5631 w 10000"/>
              <a:gd name="connsiteY97-10476" fmla="*/ 1577 h 10000"/>
              <a:gd name="connsiteX98-10477" fmla="*/ 5438 w 10000"/>
              <a:gd name="connsiteY98-10478" fmla="*/ 1466 h 10000"/>
              <a:gd name="connsiteX99-10479" fmla="*/ 5438 w 10000"/>
              <a:gd name="connsiteY99-10480" fmla="*/ 1373 h 10000"/>
              <a:gd name="connsiteX100-10481" fmla="*/ 5438 w 10000"/>
              <a:gd name="connsiteY100-10482" fmla="*/ 1280 h 10000"/>
              <a:gd name="connsiteX101-10483" fmla="*/ 5196 w 10000"/>
              <a:gd name="connsiteY101-10484" fmla="*/ 1280 h 10000"/>
              <a:gd name="connsiteX102-10485" fmla="*/ 5005 w 10000"/>
              <a:gd name="connsiteY102-10486" fmla="*/ 1169 h 10000"/>
              <a:gd name="connsiteX103-10487" fmla="*/ 5005 w 10000"/>
              <a:gd name="connsiteY103-10488" fmla="*/ 1169 h 10000"/>
              <a:gd name="connsiteX104-10489" fmla="*/ 4564 w 10000"/>
              <a:gd name="connsiteY104-10490" fmla="*/ 1169 h 10000"/>
              <a:gd name="connsiteX105-10491" fmla="*/ 4801 w 10000"/>
              <a:gd name="connsiteY105-10492" fmla="*/ 297 h 10000"/>
              <a:gd name="connsiteX106-10493" fmla="*/ 4801 w 10000"/>
              <a:gd name="connsiteY106-10494" fmla="*/ 204 h 10000"/>
              <a:gd name="connsiteX107-10495" fmla="*/ 4801 w 10000"/>
              <a:gd name="connsiteY107-10496" fmla="*/ 204 h 10000"/>
              <a:gd name="connsiteX0-10497" fmla="*/ 4801 w 10000"/>
              <a:gd name="connsiteY0-10498" fmla="*/ 204 h 10000"/>
              <a:gd name="connsiteX1-10499" fmla="*/ 5005 w 10000"/>
              <a:gd name="connsiteY1-10500" fmla="*/ 93 h 10000"/>
              <a:gd name="connsiteX2-10501" fmla="*/ 5438 w 10000"/>
              <a:gd name="connsiteY2-10502" fmla="*/ 93 h 10000"/>
              <a:gd name="connsiteX3-10503" fmla="*/ 5631 w 10000"/>
              <a:gd name="connsiteY3-10504" fmla="*/ 0 h 10000"/>
              <a:gd name="connsiteX4-10505" fmla="*/ 5825 w 10000"/>
              <a:gd name="connsiteY4-10506" fmla="*/ 0 h 10000"/>
              <a:gd name="connsiteX5-10507" fmla="*/ 6259 w 10000"/>
              <a:gd name="connsiteY5-10508" fmla="*/ 93 h 10000"/>
              <a:gd name="connsiteX6-10509" fmla="*/ 6890 w 10000"/>
              <a:gd name="connsiteY6-10510" fmla="*/ 204 h 10000"/>
              <a:gd name="connsiteX7-10511" fmla="*/ 7085 w 10000"/>
              <a:gd name="connsiteY7-10512" fmla="*/ 297 h 10000"/>
              <a:gd name="connsiteX8-10513" fmla="*/ 7478 w 10000"/>
              <a:gd name="connsiteY8-10514" fmla="*/ 482 h 10000"/>
              <a:gd name="connsiteX9-10515" fmla="*/ 7711 w 10000"/>
              <a:gd name="connsiteY9-10516" fmla="*/ 594 h 10000"/>
              <a:gd name="connsiteX10-10517" fmla="*/ 8114 w 10000"/>
              <a:gd name="connsiteY10-10518" fmla="*/ 686 h 10000"/>
              <a:gd name="connsiteX11-10519" fmla="*/ 8544 w 10000"/>
              <a:gd name="connsiteY11-10520" fmla="*/ 891 h 10000"/>
              <a:gd name="connsiteX12-10521" fmla="*/ 8934 w 10000"/>
              <a:gd name="connsiteY12-10522" fmla="*/ 983 h 10000"/>
              <a:gd name="connsiteX13-10523" fmla="*/ 9173 w 10000"/>
              <a:gd name="connsiteY13-10524" fmla="*/ 1169 h 10000"/>
              <a:gd name="connsiteX14-10525" fmla="*/ 9568 w 10000"/>
              <a:gd name="connsiteY14-10526" fmla="*/ 1280 h 10000"/>
              <a:gd name="connsiteX15-10527" fmla="*/ 9762 w 10000"/>
              <a:gd name="connsiteY15-10528" fmla="*/ 1373 h 10000"/>
              <a:gd name="connsiteX16-10529" fmla="*/ 9762 w 10000"/>
              <a:gd name="connsiteY16-10530" fmla="*/ 1466 h 10000"/>
              <a:gd name="connsiteX17-10531" fmla="*/ 10000 w 10000"/>
              <a:gd name="connsiteY17-10532" fmla="*/ 1466 h 10000"/>
              <a:gd name="connsiteX18-10533" fmla="*/ 10000 w 10000"/>
              <a:gd name="connsiteY18-10534" fmla="*/ 1577 h 10000"/>
              <a:gd name="connsiteX19-10535" fmla="*/ 10000 w 10000"/>
              <a:gd name="connsiteY19-10536" fmla="*/ 1670 h 10000"/>
              <a:gd name="connsiteX20-10537" fmla="*/ 9762 w 10000"/>
              <a:gd name="connsiteY20-10538" fmla="*/ 1763 h 10000"/>
              <a:gd name="connsiteX21-10539" fmla="*/ 9568 w 10000"/>
              <a:gd name="connsiteY21-10540" fmla="*/ 1763 h 10000"/>
              <a:gd name="connsiteX22-10541" fmla="*/ 9371 w 10000"/>
              <a:gd name="connsiteY22-10542" fmla="*/ 1855 h 10000"/>
              <a:gd name="connsiteX23-10543" fmla="*/ 9173 w 10000"/>
              <a:gd name="connsiteY23-10544" fmla="*/ 1855 h 10000"/>
              <a:gd name="connsiteX24-10545" fmla="*/ 9173 w 10000"/>
              <a:gd name="connsiteY24-10546" fmla="*/ 1967 h 10000"/>
              <a:gd name="connsiteX25-10547" fmla="*/ 8934 w 10000"/>
              <a:gd name="connsiteY25-10548" fmla="*/ 2059 h 10000"/>
              <a:gd name="connsiteX26-10549" fmla="*/ 8740 w 10000"/>
              <a:gd name="connsiteY26-10550" fmla="*/ 2263 h 10000"/>
              <a:gd name="connsiteX27-10551" fmla="*/ 8740 w 10000"/>
              <a:gd name="connsiteY27-10552" fmla="*/ 2449 h 10000"/>
              <a:gd name="connsiteX28-10553" fmla="*/ 8544 w 10000"/>
              <a:gd name="connsiteY28-10554" fmla="*/ 2653 h 10000"/>
              <a:gd name="connsiteX29-10555" fmla="*/ 8544 w 10000"/>
              <a:gd name="connsiteY29-10556" fmla="*/ 2950 h 10000"/>
              <a:gd name="connsiteX30-10557" fmla="*/ 8544 w 10000"/>
              <a:gd name="connsiteY30-10558" fmla="*/ 3135 h 10000"/>
              <a:gd name="connsiteX31-10559" fmla="*/ 8305 w 10000"/>
              <a:gd name="connsiteY31-10560" fmla="*/ 3432 h 10000"/>
              <a:gd name="connsiteX32-10561" fmla="*/ 8305 w 10000"/>
              <a:gd name="connsiteY32-10562" fmla="*/ 3822 h 10000"/>
              <a:gd name="connsiteX33-10563" fmla="*/ 8114 w 10000"/>
              <a:gd name="connsiteY33-10564" fmla="*/ 4119 h 10000"/>
              <a:gd name="connsiteX34-10565" fmla="*/ 7913 w 10000"/>
              <a:gd name="connsiteY34-10566" fmla="*/ 4508 h 10000"/>
              <a:gd name="connsiteX35-10567" fmla="*/ 7711 w 10000"/>
              <a:gd name="connsiteY35-10568" fmla="*/ 4898 h 10000"/>
              <a:gd name="connsiteX36-10569" fmla="*/ 7478 w 10000"/>
              <a:gd name="connsiteY36-10570" fmla="*/ 5288 h 10000"/>
              <a:gd name="connsiteX37-10571" fmla="*/ 7085 w 10000"/>
              <a:gd name="connsiteY37-10572" fmla="*/ 6178 h 10000"/>
              <a:gd name="connsiteX38-10573" fmla="*/ 6890 w 10000"/>
              <a:gd name="connsiteY38-10574" fmla="*/ 6568 h 10000"/>
              <a:gd name="connsiteX39-10575" fmla="*/ 6657 w 10000"/>
              <a:gd name="connsiteY39-10576" fmla="*/ 6957 h 10000"/>
              <a:gd name="connsiteX40-10577" fmla="*/ 6458 w 10000"/>
              <a:gd name="connsiteY40-10578" fmla="*/ 7347 h 10000"/>
              <a:gd name="connsiteX41-10579" fmla="*/ 6259 w 10000"/>
              <a:gd name="connsiteY41-10580" fmla="*/ 7737 h 10000"/>
              <a:gd name="connsiteX42-10581" fmla="*/ 6021 w 10000"/>
              <a:gd name="connsiteY42-10582" fmla="*/ 8033 h 10000"/>
              <a:gd name="connsiteX43-10583" fmla="*/ 6021 w 10000"/>
              <a:gd name="connsiteY43-10584" fmla="*/ 8237 h 10000"/>
              <a:gd name="connsiteX44-10585" fmla="*/ 5825 w 10000"/>
              <a:gd name="connsiteY44-10586" fmla="*/ 8534 h 10000"/>
              <a:gd name="connsiteX45-10587" fmla="*/ 5631 w 10000"/>
              <a:gd name="connsiteY45-10588" fmla="*/ 8720 h 10000"/>
              <a:gd name="connsiteX46-10589" fmla="*/ 5196 w 10000"/>
              <a:gd name="connsiteY46-10590" fmla="*/ 9017 h 10000"/>
              <a:gd name="connsiteX47-10591" fmla="*/ 4801 w 10000"/>
              <a:gd name="connsiteY47-10592" fmla="*/ 9314 h 10000"/>
              <a:gd name="connsiteX48-10593" fmla="*/ 4367 w 10000"/>
              <a:gd name="connsiteY48-10594" fmla="*/ 9610 h 10000"/>
              <a:gd name="connsiteX49-10595" fmla="*/ 3976 w 10000"/>
              <a:gd name="connsiteY49-10596" fmla="*/ 9703 h 10000"/>
              <a:gd name="connsiteX50-10597" fmla="*/ 3540 w 10000"/>
              <a:gd name="connsiteY50-10598" fmla="*/ 9889 h 10000"/>
              <a:gd name="connsiteX51-10599" fmla="*/ 3106 w 10000"/>
              <a:gd name="connsiteY51-10600" fmla="*/ 10000 h 10000"/>
              <a:gd name="connsiteX52-10601" fmla="*/ 2714 w 10000"/>
              <a:gd name="connsiteY52-10602" fmla="*/ 10000 h 10000"/>
              <a:gd name="connsiteX53-10603" fmla="*/ 2280 w 10000"/>
              <a:gd name="connsiteY53-10604" fmla="*/ 10000 h 10000"/>
              <a:gd name="connsiteX54-10605" fmla="*/ 2280 w 10000"/>
              <a:gd name="connsiteY54-10606" fmla="*/ 9889 h 10000"/>
              <a:gd name="connsiteX55-10607" fmla="*/ 2081 w 10000"/>
              <a:gd name="connsiteY55-10608" fmla="*/ 9889 h 10000"/>
              <a:gd name="connsiteX56-10609" fmla="*/ 2081 w 10000"/>
              <a:gd name="connsiteY56-10610" fmla="*/ 9796 h 10000"/>
              <a:gd name="connsiteX57-10611" fmla="*/ 2081 w 10000"/>
              <a:gd name="connsiteY57-10612" fmla="*/ 9610 h 10000"/>
              <a:gd name="connsiteX58-10613" fmla="*/ 2081 w 10000"/>
              <a:gd name="connsiteY58-10614" fmla="*/ 9499 h 10000"/>
              <a:gd name="connsiteX59-10615" fmla="*/ 2081 w 10000"/>
              <a:gd name="connsiteY59-10616" fmla="*/ 9406 h 10000"/>
              <a:gd name="connsiteX60-10617" fmla="*/ 2081 w 10000"/>
              <a:gd name="connsiteY60-10618" fmla="*/ 9202 h 10000"/>
              <a:gd name="connsiteX61-10619" fmla="*/ 2081 w 10000"/>
              <a:gd name="connsiteY61-10620" fmla="*/ 9017 h 10000"/>
              <a:gd name="connsiteX62-10621" fmla="*/ 1888 w 10000"/>
              <a:gd name="connsiteY62-10622" fmla="*/ 8813 h 10000"/>
              <a:gd name="connsiteX63-10623" fmla="*/ 1651 w 10000"/>
              <a:gd name="connsiteY63-10624" fmla="*/ 8534 h 10000"/>
              <a:gd name="connsiteX64-10625" fmla="*/ 1258 w 10000"/>
              <a:gd name="connsiteY64-10626" fmla="*/ 8126 h 10000"/>
              <a:gd name="connsiteX65-10627" fmla="*/ 1061 w 10000"/>
              <a:gd name="connsiteY65-10628" fmla="*/ 7737 h 10000"/>
              <a:gd name="connsiteX66-10629" fmla="*/ 431 w 10000"/>
              <a:gd name="connsiteY66-10630" fmla="*/ 7347 h 10000"/>
              <a:gd name="connsiteX67-10631" fmla="*/ 0 w 10000"/>
              <a:gd name="connsiteY67-10632" fmla="*/ 6753 h 10000"/>
              <a:gd name="connsiteX68-10633" fmla="*/ 431 w 10000"/>
              <a:gd name="connsiteY68-10634" fmla="*/ 6957 h 10000"/>
              <a:gd name="connsiteX69-10635" fmla="*/ 1061 w 10000"/>
              <a:gd name="connsiteY69-10636" fmla="*/ 7161 h 10000"/>
              <a:gd name="connsiteX70-10637" fmla="*/ 1453 w 10000"/>
              <a:gd name="connsiteY70-10638" fmla="*/ 7347 h 10000"/>
              <a:gd name="connsiteX71-10639" fmla="*/ 1888 w 10000"/>
              <a:gd name="connsiteY71-10640" fmla="*/ 7440 h 10000"/>
              <a:gd name="connsiteX72-10641" fmla="*/ 2280 w 10000"/>
              <a:gd name="connsiteY72-10642" fmla="*/ 7551 h 10000"/>
              <a:gd name="connsiteX73-10643" fmla="*/ 2522 w 10000"/>
              <a:gd name="connsiteY73-10644" fmla="*/ 7551 h 10000"/>
              <a:gd name="connsiteX74-10645" fmla="*/ 2714 w 10000"/>
              <a:gd name="connsiteY74-10646" fmla="*/ 7644 h 10000"/>
              <a:gd name="connsiteX75-10647" fmla="*/ 2913 w 10000"/>
              <a:gd name="connsiteY75-10648" fmla="*/ 7644 h 10000"/>
              <a:gd name="connsiteX76-10649" fmla="*/ 3106 w 10000"/>
              <a:gd name="connsiteY76-10650" fmla="*/ 7644 h 10000"/>
              <a:gd name="connsiteX77-10651" fmla="*/ 3344 w 10000"/>
              <a:gd name="connsiteY77-10652" fmla="*/ 7644 h 10000"/>
              <a:gd name="connsiteX78-10653" fmla="*/ 3540 w 10000"/>
              <a:gd name="connsiteY78-10654" fmla="*/ 7551 h 10000"/>
              <a:gd name="connsiteX79-10655" fmla="*/ 3741 w 10000"/>
              <a:gd name="connsiteY79-10656" fmla="*/ 7440 h 10000"/>
              <a:gd name="connsiteX80-10657" fmla="*/ 3741 w 10000"/>
              <a:gd name="connsiteY80-10658" fmla="*/ 7347 h 10000"/>
              <a:gd name="connsiteX81-10659" fmla="*/ 3976 w 10000"/>
              <a:gd name="connsiteY81-10660" fmla="*/ 7254 h 10000"/>
              <a:gd name="connsiteX82-10661" fmla="*/ 4169 w 10000"/>
              <a:gd name="connsiteY82-10662" fmla="*/ 7050 h 10000"/>
              <a:gd name="connsiteX83-10663" fmla="*/ 4169 w 10000"/>
              <a:gd name="connsiteY83-10664" fmla="*/ 6865 h 10000"/>
              <a:gd name="connsiteX84-10665" fmla="*/ 4367 w 10000"/>
              <a:gd name="connsiteY84-10666" fmla="*/ 6660 h 10000"/>
              <a:gd name="connsiteX85-10667" fmla="*/ 4564 w 10000"/>
              <a:gd name="connsiteY85-10668" fmla="*/ 6364 h 10000"/>
              <a:gd name="connsiteX86-10669" fmla="*/ 4801 w 10000"/>
              <a:gd name="connsiteY86-10670" fmla="*/ 6067 h 10000"/>
              <a:gd name="connsiteX87-10671" fmla="*/ 4801 w 10000"/>
              <a:gd name="connsiteY87-10672" fmla="*/ 5677 h 10000"/>
              <a:gd name="connsiteX88-10673" fmla="*/ 5196 w 10000"/>
              <a:gd name="connsiteY88-10674" fmla="*/ 4991 h 10000"/>
              <a:gd name="connsiteX89-10675" fmla="*/ 5438 w 10000"/>
              <a:gd name="connsiteY89-10676" fmla="*/ 4212 h 10000"/>
              <a:gd name="connsiteX90-10677" fmla="*/ 5438 w 10000"/>
              <a:gd name="connsiteY90-10678" fmla="*/ 3525 h 10000"/>
              <a:gd name="connsiteX91-10679" fmla="*/ 5631 w 10000"/>
              <a:gd name="connsiteY91-10680" fmla="*/ 2839 h 10000"/>
              <a:gd name="connsiteX92-10681" fmla="*/ 5631 w 10000"/>
              <a:gd name="connsiteY92-10682" fmla="*/ 2542 h 10000"/>
              <a:gd name="connsiteX93-10683" fmla="*/ 5631 w 10000"/>
              <a:gd name="connsiteY93-10684" fmla="*/ 2263 h 10000"/>
              <a:gd name="connsiteX94-10685" fmla="*/ 5631 w 10000"/>
              <a:gd name="connsiteY94-10686" fmla="*/ 2059 h 10000"/>
              <a:gd name="connsiteX95-10687" fmla="*/ 5631 w 10000"/>
              <a:gd name="connsiteY95-10688" fmla="*/ 1855 h 10000"/>
              <a:gd name="connsiteX96-10689" fmla="*/ 5631 w 10000"/>
              <a:gd name="connsiteY96-10690" fmla="*/ 1670 h 10000"/>
              <a:gd name="connsiteX97-10691" fmla="*/ 5631 w 10000"/>
              <a:gd name="connsiteY97-10692" fmla="*/ 1577 h 10000"/>
              <a:gd name="connsiteX98-10693" fmla="*/ 5438 w 10000"/>
              <a:gd name="connsiteY98-10694" fmla="*/ 1466 h 10000"/>
              <a:gd name="connsiteX99-10695" fmla="*/ 5438 w 10000"/>
              <a:gd name="connsiteY99-10696" fmla="*/ 1373 h 10000"/>
              <a:gd name="connsiteX100-10697" fmla="*/ 5438 w 10000"/>
              <a:gd name="connsiteY100-10698" fmla="*/ 1280 h 10000"/>
              <a:gd name="connsiteX101-10699" fmla="*/ 5196 w 10000"/>
              <a:gd name="connsiteY101-10700" fmla="*/ 1280 h 10000"/>
              <a:gd name="connsiteX102-10701" fmla="*/ 5005 w 10000"/>
              <a:gd name="connsiteY102-10702" fmla="*/ 1169 h 10000"/>
              <a:gd name="connsiteX103-10703" fmla="*/ 5005 w 10000"/>
              <a:gd name="connsiteY103-10704" fmla="*/ 1169 h 10000"/>
              <a:gd name="connsiteX104-10705" fmla="*/ 4801 w 10000"/>
              <a:gd name="connsiteY104-10706" fmla="*/ 297 h 10000"/>
              <a:gd name="connsiteX105-10707" fmla="*/ 4801 w 10000"/>
              <a:gd name="connsiteY105-10708" fmla="*/ 204 h 10000"/>
              <a:gd name="connsiteX106-10709" fmla="*/ 4801 w 10000"/>
              <a:gd name="connsiteY106-10710" fmla="*/ 204 h 10000"/>
              <a:gd name="connsiteX0-10711" fmla="*/ 4801 w 10000"/>
              <a:gd name="connsiteY0-10712" fmla="*/ 204 h 10000"/>
              <a:gd name="connsiteX1-10713" fmla="*/ 5005 w 10000"/>
              <a:gd name="connsiteY1-10714" fmla="*/ 93 h 10000"/>
              <a:gd name="connsiteX2-10715" fmla="*/ 5438 w 10000"/>
              <a:gd name="connsiteY2-10716" fmla="*/ 93 h 10000"/>
              <a:gd name="connsiteX3-10717" fmla="*/ 5631 w 10000"/>
              <a:gd name="connsiteY3-10718" fmla="*/ 0 h 10000"/>
              <a:gd name="connsiteX4-10719" fmla="*/ 5825 w 10000"/>
              <a:gd name="connsiteY4-10720" fmla="*/ 0 h 10000"/>
              <a:gd name="connsiteX5-10721" fmla="*/ 6259 w 10000"/>
              <a:gd name="connsiteY5-10722" fmla="*/ 93 h 10000"/>
              <a:gd name="connsiteX6-10723" fmla="*/ 6890 w 10000"/>
              <a:gd name="connsiteY6-10724" fmla="*/ 204 h 10000"/>
              <a:gd name="connsiteX7-10725" fmla="*/ 7085 w 10000"/>
              <a:gd name="connsiteY7-10726" fmla="*/ 297 h 10000"/>
              <a:gd name="connsiteX8-10727" fmla="*/ 7478 w 10000"/>
              <a:gd name="connsiteY8-10728" fmla="*/ 482 h 10000"/>
              <a:gd name="connsiteX9-10729" fmla="*/ 7711 w 10000"/>
              <a:gd name="connsiteY9-10730" fmla="*/ 594 h 10000"/>
              <a:gd name="connsiteX10-10731" fmla="*/ 8114 w 10000"/>
              <a:gd name="connsiteY10-10732" fmla="*/ 686 h 10000"/>
              <a:gd name="connsiteX11-10733" fmla="*/ 8544 w 10000"/>
              <a:gd name="connsiteY11-10734" fmla="*/ 891 h 10000"/>
              <a:gd name="connsiteX12-10735" fmla="*/ 8934 w 10000"/>
              <a:gd name="connsiteY12-10736" fmla="*/ 983 h 10000"/>
              <a:gd name="connsiteX13-10737" fmla="*/ 9173 w 10000"/>
              <a:gd name="connsiteY13-10738" fmla="*/ 1169 h 10000"/>
              <a:gd name="connsiteX14-10739" fmla="*/ 9568 w 10000"/>
              <a:gd name="connsiteY14-10740" fmla="*/ 1280 h 10000"/>
              <a:gd name="connsiteX15-10741" fmla="*/ 9762 w 10000"/>
              <a:gd name="connsiteY15-10742" fmla="*/ 1373 h 10000"/>
              <a:gd name="connsiteX16-10743" fmla="*/ 9762 w 10000"/>
              <a:gd name="connsiteY16-10744" fmla="*/ 1466 h 10000"/>
              <a:gd name="connsiteX17-10745" fmla="*/ 10000 w 10000"/>
              <a:gd name="connsiteY17-10746" fmla="*/ 1466 h 10000"/>
              <a:gd name="connsiteX18-10747" fmla="*/ 10000 w 10000"/>
              <a:gd name="connsiteY18-10748" fmla="*/ 1577 h 10000"/>
              <a:gd name="connsiteX19-10749" fmla="*/ 10000 w 10000"/>
              <a:gd name="connsiteY19-10750" fmla="*/ 1670 h 10000"/>
              <a:gd name="connsiteX20-10751" fmla="*/ 9762 w 10000"/>
              <a:gd name="connsiteY20-10752" fmla="*/ 1763 h 10000"/>
              <a:gd name="connsiteX21-10753" fmla="*/ 9568 w 10000"/>
              <a:gd name="connsiteY21-10754" fmla="*/ 1763 h 10000"/>
              <a:gd name="connsiteX22-10755" fmla="*/ 9371 w 10000"/>
              <a:gd name="connsiteY22-10756" fmla="*/ 1855 h 10000"/>
              <a:gd name="connsiteX23-10757" fmla="*/ 9173 w 10000"/>
              <a:gd name="connsiteY23-10758" fmla="*/ 1855 h 10000"/>
              <a:gd name="connsiteX24-10759" fmla="*/ 9173 w 10000"/>
              <a:gd name="connsiteY24-10760" fmla="*/ 1967 h 10000"/>
              <a:gd name="connsiteX25-10761" fmla="*/ 8934 w 10000"/>
              <a:gd name="connsiteY25-10762" fmla="*/ 2059 h 10000"/>
              <a:gd name="connsiteX26-10763" fmla="*/ 8740 w 10000"/>
              <a:gd name="connsiteY26-10764" fmla="*/ 2263 h 10000"/>
              <a:gd name="connsiteX27-10765" fmla="*/ 8740 w 10000"/>
              <a:gd name="connsiteY27-10766" fmla="*/ 2449 h 10000"/>
              <a:gd name="connsiteX28-10767" fmla="*/ 8544 w 10000"/>
              <a:gd name="connsiteY28-10768" fmla="*/ 2653 h 10000"/>
              <a:gd name="connsiteX29-10769" fmla="*/ 8544 w 10000"/>
              <a:gd name="connsiteY29-10770" fmla="*/ 2950 h 10000"/>
              <a:gd name="connsiteX30-10771" fmla="*/ 8544 w 10000"/>
              <a:gd name="connsiteY30-10772" fmla="*/ 3135 h 10000"/>
              <a:gd name="connsiteX31-10773" fmla="*/ 8305 w 10000"/>
              <a:gd name="connsiteY31-10774" fmla="*/ 3432 h 10000"/>
              <a:gd name="connsiteX32-10775" fmla="*/ 8305 w 10000"/>
              <a:gd name="connsiteY32-10776" fmla="*/ 3822 h 10000"/>
              <a:gd name="connsiteX33-10777" fmla="*/ 8114 w 10000"/>
              <a:gd name="connsiteY33-10778" fmla="*/ 4119 h 10000"/>
              <a:gd name="connsiteX34-10779" fmla="*/ 7913 w 10000"/>
              <a:gd name="connsiteY34-10780" fmla="*/ 4508 h 10000"/>
              <a:gd name="connsiteX35-10781" fmla="*/ 7711 w 10000"/>
              <a:gd name="connsiteY35-10782" fmla="*/ 4898 h 10000"/>
              <a:gd name="connsiteX36-10783" fmla="*/ 7478 w 10000"/>
              <a:gd name="connsiteY36-10784" fmla="*/ 5288 h 10000"/>
              <a:gd name="connsiteX37-10785" fmla="*/ 7085 w 10000"/>
              <a:gd name="connsiteY37-10786" fmla="*/ 6178 h 10000"/>
              <a:gd name="connsiteX38-10787" fmla="*/ 6890 w 10000"/>
              <a:gd name="connsiteY38-10788" fmla="*/ 6568 h 10000"/>
              <a:gd name="connsiteX39-10789" fmla="*/ 6657 w 10000"/>
              <a:gd name="connsiteY39-10790" fmla="*/ 6957 h 10000"/>
              <a:gd name="connsiteX40-10791" fmla="*/ 6458 w 10000"/>
              <a:gd name="connsiteY40-10792" fmla="*/ 7347 h 10000"/>
              <a:gd name="connsiteX41-10793" fmla="*/ 6259 w 10000"/>
              <a:gd name="connsiteY41-10794" fmla="*/ 7737 h 10000"/>
              <a:gd name="connsiteX42-10795" fmla="*/ 6021 w 10000"/>
              <a:gd name="connsiteY42-10796" fmla="*/ 8033 h 10000"/>
              <a:gd name="connsiteX43-10797" fmla="*/ 6021 w 10000"/>
              <a:gd name="connsiteY43-10798" fmla="*/ 8237 h 10000"/>
              <a:gd name="connsiteX44-10799" fmla="*/ 5825 w 10000"/>
              <a:gd name="connsiteY44-10800" fmla="*/ 8534 h 10000"/>
              <a:gd name="connsiteX45-10801" fmla="*/ 5631 w 10000"/>
              <a:gd name="connsiteY45-10802" fmla="*/ 8720 h 10000"/>
              <a:gd name="connsiteX46-10803" fmla="*/ 5196 w 10000"/>
              <a:gd name="connsiteY46-10804" fmla="*/ 9017 h 10000"/>
              <a:gd name="connsiteX47-10805" fmla="*/ 4801 w 10000"/>
              <a:gd name="connsiteY47-10806" fmla="*/ 9314 h 10000"/>
              <a:gd name="connsiteX48-10807" fmla="*/ 4367 w 10000"/>
              <a:gd name="connsiteY48-10808" fmla="*/ 9610 h 10000"/>
              <a:gd name="connsiteX49-10809" fmla="*/ 3976 w 10000"/>
              <a:gd name="connsiteY49-10810" fmla="*/ 9703 h 10000"/>
              <a:gd name="connsiteX50-10811" fmla="*/ 3540 w 10000"/>
              <a:gd name="connsiteY50-10812" fmla="*/ 9889 h 10000"/>
              <a:gd name="connsiteX51-10813" fmla="*/ 3106 w 10000"/>
              <a:gd name="connsiteY51-10814" fmla="*/ 10000 h 10000"/>
              <a:gd name="connsiteX52-10815" fmla="*/ 2714 w 10000"/>
              <a:gd name="connsiteY52-10816" fmla="*/ 10000 h 10000"/>
              <a:gd name="connsiteX53-10817" fmla="*/ 2280 w 10000"/>
              <a:gd name="connsiteY53-10818" fmla="*/ 10000 h 10000"/>
              <a:gd name="connsiteX54-10819" fmla="*/ 2280 w 10000"/>
              <a:gd name="connsiteY54-10820" fmla="*/ 9889 h 10000"/>
              <a:gd name="connsiteX55-10821" fmla="*/ 2081 w 10000"/>
              <a:gd name="connsiteY55-10822" fmla="*/ 9889 h 10000"/>
              <a:gd name="connsiteX56-10823" fmla="*/ 2081 w 10000"/>
              <a:gd name="connsiteY56-10824" fmla="*/ 9796 h 10000"/>
              <a:gd name="connsiteX57-10825" fmla="*/ 2081 w 10000"/>
              <a:gd name="connsiteY57-10826" fmla="*/ 9610 h 10000"/>
              <a:gd name="connsiteX58-10827" fmla="*/ 2081 w 10000"/>
              <a:gd name="connsiteY58-10828" fmla="*/ 9499 h 10000"/>
              <a:gd name="connsiteX59-10829" fmla="*/ 2081 w 10000"/>
              <a:gd name="connsiteY59-10830" fmla="*/ 9406 h 10000"/>
              <a:gd name="connsiteX60-10831" fmla="*/ 2081 w 10000"/>
              <a:gd name="connsiteY60-10832" fmla="*/ 9202 h 10000"/>
              <a:gd name="connsiteX61-10833" fmla="*/ 2081 w 10000"/>
              <a:gd name="connsiteY61-10834" fmla="*/ 9017 h 10000"/>
              <a:gd name="connsiteX62-10835" fmla="*/ 1888 w 10000"/>
              <a:gd name="connsiteY62-10836" fmla="*/ 8813 h 10000"/>
              <a:gd name="connsiteX63-10837" fmla="*/ 1651 w 10000"/>
              <a:gd name="connsiteY63-10838" fmla="*/ 8534 h 10000"/>
              <a:gd name="connsiteX64-10839" fmla="*/ 1258 w 10000"/>
              <a:gd name="connsiteY64-10840" fmla="*/ 8126 h 10000"/>
              <a:gd name="connsiteX65-10841" fmla="*/ 1061 w 10000"/>
              <a:gd name="connsiteY65-10842" fmla="*/ 7737 h 10000"/>
              <a:gd name="connsiteX66-10843" fmla="*/ 431 w 10000"/>
              <a:gd name="connsiteY66-10844" fmla="*/ 7347 h 10000"/>
              <a:gd name="connsiteX67-10845" fmla="*/ 0 w 10000"/>
              <a:gd name="connsiteY67-10846" fmla="*/ 6753 h 10000"/>
              <a:gd name="connsiteX68-10847" fmla="*/ 431 w 10000"/>
              <a:gd name="connsiteY68-10848" fmla="*/ 6957 h 10000"/>
              <a:gd name="connsiteX69-10849" fmla="*/ 1061 w 10000"/>
              <a:gd name="connsiteY69-10850" fmla="*/ 7161 h 10000"/>
              <a:gd name="connsiteX70-10851" fmla="*/ 1453 w 10000"/>
              <a:gd name="connsiteY70-10852" fmla="*/ 7347 h 10000"/>
              <a:gd name="connsiteX71-10853" fmla="*/ 1888 w 10000"/>
              <a:gd name="connsiteY71-10854" fmla="*/ 7440 h 10000"/>
              <a:gd name="connsiteX72-10855" fmla="*/ 2280 w 10000"/>
              <a:gd name="connsiteY72-10856" fmla="*/ 7551 h 10000"/>
              <a:gd name="connsiteX73-10857" fmla="*/ 2522 w 10000"/>
              <a:gd name="connsiteY73-10858" fmla="*/ 7551 h 10000"/>
              <a:gd name="connsiteX74-10859" fmla="*/ 2714 w 10000"/>
              <a:gd name="connsiteY74-10860" fmla="*/ 7644 h 10000"/>
              <a:gd name="connsiteX75-10861" fmla="*/ 2913 w 10000"/>
              <a:gd name="connsiteY75-10862" fmla="*/ 7644 h 10000"/>
              <a:gd name="connsiteX76-10863" fmla="*/ 3106 w 10000"/>
              <a:gd name="connsiteY76-10864" fmla="*/ 7644 h 10000"/>
              <a:gd name="connsiteX77-10865" fmla="*/ 3344 w 10000"/>
              <a:gd name="connsiteY77-10866" fmla="*/ 7644 h 10000"/>
              <a:gd name="connsiteX78-10867" fmla="*/ 3540 w 10000"/>
              <a:gd name="connsiteY78-10868" fmla="*/ 7551 h 10000"/>
              <a:gd name="connsiteX79-10869" fmla="*/ 3741 w 10000"/>
              <a:gd name="connsiteY79-10870" fmla="*/ 7440 h 10000"/>
              <a:gd name="connsiteX80-10871" fmla="*/ 3741 w 10000"/>
              <a:gd name="connsiteY80-10872" fmla="*/ 7347 h 10000"/>
              <a:gd name="connsiteX81-10873" fmla="*/ 3976 w 10000"/>
              <a:gd name="connsiteY81-10874" fmla="*/ 7254 h 10000"/>
              <a:gd name="connsiteX82-10875" fmla="*/ 4169 w 10000"/>
              <a:gd name="connsiteY82-10876" fmla="*/ 7050 h 10000"/>
              <a:gd name="connsiteX83-10877" fmla="*/ 4169 w 10000"/>
              <a:gd name="connsiteY83-10878" fmla="*/ 6865 h 10000"/>
              <a:gd name="connsiteX84-10879" fmla="*/ 4367 w 10000"/>
              <a:gd name="connsiteY84-10880" fmla="*/ 6660 h 10000"/>
              <a:gd name="connsiteX85-10881" fmla="*/ 4564 w 10000"/>
              <a:gd name="connsiteY85-10882" fmla="*/ 6364 h 10000"/>
              <a:gd name="connsiteX86-10883" fmla="*/ 4801 w 10000"/>
              <a:gd name="connsiteY86-10884" fmla="*/ 6067 h 10000"/>
              <a:gd name="connsiteX87-10885" fmla="*/ 4801 w 10000"/>
              <a:gd name="connsiteY87-10886" fmla="*/ 5677 h 10000"/>
              <a:gd name="connsiteX88-10887" fmla="*/ 5196 w 10000"/>
              <a:gd name="connsiteY88-10888" fmla="*/ 4991 h 10000"/>
              <a:gd name="connsiteX89-10889" fmla="*/ 5438 w 10000"/>
              <a:gd name="connsiteY89-10890" fmla="*/ 4212 h 10000"/>
              <a:gd name="connsiteX90-10891" fmla="*/ 5438 w 10000"/>
              <a:gd name="connsiteY90-10892" fmla="*/ 3525 h 10000"/>
              <a:gd name="connsiteX91-10893" fmla="*/ 5631 w 10000"/>
              <a:gd name="connsiteY91-10894" fmla="*/ 2839 h 10000"/>
              <a:gd name="connsiteX92-10895" fmla="*/ 5631 w 10000"/>
              <a:gd name="connsiteY92-10896" fmla="*/ 2542 h 10000"/>
              <a:gd name="connsiteX93-10897" fmla="*/ 5631 w 10000"/>
              <a:gd name="connsiteY93-10898" fmla="*/ 2263 h 10000"/>
              <a:gd name="connsiteX94-10899" fmla="*/ 5631 w 10000"/>
              <a:gd name="connsiteY94-10900" fmla="*/ 2059 h 10000"/>
              <a:gd name="connsiteX95-10901" fmla="*/ 5631 w 10000"/>
              <a:gd name="connsiteY95-10902" fmla="*/ 1855 h 10000"/>
              <a:gd name="connsiteX96-10903" fmla="*/ 5631 w 10000"/>
              <a:gd name="connsiteY96-10904" fmla="*/ 1670 h 10000"/>
              <a:gd name="connsiteX97-10905" fmla="*/ 5631 w 10000"/>
              <a:gd name="connsiteY97-10906" fmla="*/ 1577 h 10000"/>
              <a:gd name="connsiteX98-10907" fmla="*/ 5438 w 10000"/>
              <a:gd name="connsiteY98-10908" fmla="*/ 1466 h 10000"/>
              <a:gd name="connsiteX99-10909" fmla="*/ 5438 w 10000"/>
              <a:gd name="connsiteY99-10910" fmla="*/ 1373 h 10000"/>
              <a:gd name="connsiteX100-10911" fmla="*/ 5438 w 10000"/>
              <a:gd name="connsiteY100-10912" fmla="*/ 1280 h 10000"/>
              <a:gd name="connsiteX101-10913" fmla="*/ 5196 w 10000"/>
              <a:gd name="connsiteY101-10914" fmla="*/ 1280 h 10000"/>
              <a:gd name="connsiteX102-10915" fmla="*/ 5005 w 10000"/>
              <a:gd name="connsiteY102-10916" fmla="*/ 1169 h 10000"/>
              <a:gd name="connsiteX103-10917" fmla="*/ 5005 w 10000"/>
              <a:gd name="connsiteY103-10918" fmla="*/ 1169 h 10000"/>
              <a:gd name="connsiteX104-10919" fmla="*/ 4801 w 10000"/>
              <a:gd name="connsiteY104-10920" fmla="*/ 297 h 10000"/>
              <a:gd name="connsiteX105-10921" fmla="*/ 4801 w 10000"/>
              <a:gd name="connsiteY105-10922" fmla="*/ 204 h 10000"/>
              <a:gd name="connsiteX0-10923" fmla="*/ 4801 w 10000"/>
              <a:gd name="connsiteY0-10924" fmla="*/ 204 h 10000"/>
              <a:gd name="connsiteX1-10925" fmla="*/ 5005 w 10000"/>
              <a:gd name="connsiteY1-10926" fmla="*/ 93 h 10000"/>
              <a:gd name="connsiteX2-10927" fmla="*/ 5438 w 10000"/>
              <a:gd name="connsiteY2-10928" fmla="*/ 93 h 10000"/>
              <a:gd name="connsiteX3-10929" fmla="*/ 5631 w 10000"/>
              <a:gd name="connsiteY3-10930" fmla="*/ 0 h 10000"/>
              <a:gd name="connsiteX4-10931" fmla="*/ 5825 w 10000"/>
              <a:gd name="connsiteY4-10932" fmla="*/ 0 h 10000"/>
              <a:gd name="connsiteX5-10933" fmla="*/ 6259 w 10000"/>
              <a:gd name="connsiteY5-10934" fmla="*/ 93 h 10000"/>
              <a:gd name="connsiteX6-10935" fmla="*/ 6890 w 10000"/>
              <a:gd name="connsiteY6-10936" fmla="*/ 204 h 10000"/>
              <a:gd name="connsiteX7-10937" fmla="*/ 7085 w 10000"/>
              <a:gd name="connsiteY7-10938" fmla="*/ 297 h 10000"/>
              <a:gd name="connsiteX8-10939" fmla="*/ 7478 w 10000"/>
              <a:gd name="connsiteY8-10940" fmla="*/ 482 h 10000"/>
              <a:gd name="connsiteX9-10941" fmla="*/ 7711 w 10000"/>
              <a:gd name="connsiteY9-10942" fmla="*/ 594 h 10000"/>
              <a:gd name="connsiteX10-10943" fmla="*/ 8114 w 10000"/>
              <a:gd name="connsiteY10-10944" fmla="*/ 686 h 10000"/>
              <a:gd name="connsiteX11-10945" fmla="*/ 8544 w 10000"/>
              <a:gd name="connsiteY11-10946" fmla="*/ 891 h 10000"/>
              <a:gd name="connsiteX12-10947" fmla="*/ 8934 w 10000"/>
              <a:gd name="connsiteY12-10948" fmla="*/ 983 h 10000"/>
              <a:gd name="connsiteX13-10949" fmla="*/ 9173 w 10000"/>
              <a:gd name="connsiteY13-10950" fmla="*/ 1169 h 10000"/>
              <a:gd name="connsiteX14-10951" fmla="*/ 9568 w 10000"/>
              <a:gd name="connsiteY14-10952" fmla="*/ 1280 h 10000"/>
              <a:gd name="connsiteX15-10953" fmla="*/ 9762 w 10000"/>
              <a:gd name="connsiteY15-10954" fmla="*/ 1373 h 10000"/>
              <a:gd name="connsiteX16-10955" fmla="*/ 9762 w 10000"/>
              <a:gd name="connsiteY16-10956" fmla="*/ 1466 h 10000"/>
              <a:gd name="connsiteX17-10957" fmla="*/ 10000 w 10000"/>
              <a:gd name="connsiteY17-10958" fmla="*/ 1466 h 10000"/>
              <a:gd name="connsiteX18-10959" fmla="*/ 10000 w 10000"/>
              <a:gd name="connsiteY18-10960" fmla="*/ 1577 h 10000"/>
              <a:gd name="connsiteX19-10961" fmla="*/ 10000 w 10000"/>
              <a:gd name="connsiteY19-10962" fmla="*/ 1670 h 10000"/>
              <a:gd name="connsiteX20-10963" fmla="*/ 9762 w 10000"/>
              <a:gd name="connsiteY20-10964" fmla="*/ 1763 h 10000"/>
              <a:gd name="connsiteX21-10965" fmla="*/ 9568 w 10000"/>
              <a:gd name="connsiteY21-10966" fmla="*/ 1763 h 10000"/>
              <a:gd name="connsiteX22-10967" fmla="*/ 9371 w 10000"/>
              <a:gd name="connsiteY22-10968" fmla="*/ 1855 h 10000"/>
              <a:gd name="connsiteX23-10969" fmla="*/ 9173 w 10000"/>
              <a:gd name="connsiteY23-10970" fmla="*/ 1855 h 10000"/>
              <a:gd name="connsiteX24-10971" fmla="*/ 9173 w 10000"/>
              <a:gd name="connsiteY24-10972" fmla="*/ 1967 h 10000"/>
              <a:gd name="connsiteX25-10973" fmla="*/ 8934 w 10000"/>
              <a:gd name="connsiteY25-10974" fmla="*/ 2059 h 10000"/>
              <a:gd name="connsiteX26-10975" fmla="*/ 8740 w 10000"/>
              <a:gd name="connsiteY26-10976" fmla="*/ 2263 h 10000"/>
              <a:gd name="connsiteX27-10977" fmla="*/ 8740 w 10000"/>
              <a:gd name="connsiteY27-10978" fmla="*/ 2449 h 10000"/>
              <a:gd name="connsiteX28-10979" fmla="*/ 8544 w 10000"/>
              <a:gd name="connsiteY28-10980" fmla="*/ 2653 h 10000"/>
              <a:gd name="connsiteX29-10981" fmla="*/ 8544 w 10000"/>
              <a:gd name="connsiteY29-10982" fmla="*/ 2950 h 10000"/>
              <a:gd name="connsiteX30-10983" fmla="*/ 8544 w 10000"/>
              <a:gd name="connsiteY30-10984" fmla="*/ 3135 h 10000"/>
              <a:gd name="connsiteX31-10985" fmla="*/ 8305 w 10000"/>
              <a:gd name="connsiteY31-10986" fmla="*/ 3432 h 10000"/>
              <a:gd name="connsiteX32-10987" fmla="*/ 8305 w 10000"/>
              <a:gd name="connsiteY32-10988" fmla="*/ 3822 h 10000"/>
              <a:gd name="connsiteX33-10989" fmla="*/ 8114 w 10000"/>
              <a:gd name="connsiteY33-10990" fmla="*/ 4119 h 10000"/>
              <a:gd name="connsiteX34-10991" fmla="*/ 7913 w 10000"/>
              <a:gd name="connsiteY34-10992" fmla="*/ 4508 h 10000"/>
              <a:gd name="connsiteX35-10993" fmla="*/ 7711 w 10000"/>
              <a:gd name="connsiteY35-10994" fmla="*/ 4898 h 10000"/>
              <a:gd name="connsiteX36-10995" fmla="*/ 7478 w 10000"/>
              <a:gd name="connsiteY36-10996" fmla="*/ 5288 h 10000"/>
              <a:gd name="connsiteX37-10997" fmla="*/ 7085 w 10000"/>
              <a:gd name="connsiteY37-10998" fmla="*/ 6178 h 10000"/>
              <a:gd name="connsiteX38-10999" fmla="*/ 6890 w 10000"/>
              <a:gd name="connsiteY38-11000" fmla="*/ 6568 h 10000"/>
              <a:gd name="connsiteX39-11001" fmla="*/ 6657 w 10000"/>
              <a:gd name="connsiteY39-11002" fmla="*/ 6957 h 10000"/>
              <a:gd name="connsiteX40-11003" fmla="*/ 6458 w 10000"/>
              <a:gd name="connsiteY40-11004" fmla="*/ 7347 h 10000"/>
              <a:gd name="connsiteX41-11005" fmla="*/ 6259 w 10000"/>
              <a:gd name="connsiteY41-11006" fmla="*/ 7737 h 10000"/>
              <a:gd name="connsiteX42-11007" fmla="*/ 6021 w 10000"/>
              <a:gd name="connsiteY42-11008" fmla="*/ 8033 h 10000"/>
              <a:gd name="connsiteX43-11009" fmla="*/ 6021 w 10000"/>
              <a:gd name="connsiteY43-11010" fmla="*/ 8237 h 10000"/>
              <a:gd name="connsiteX44-11011" fmla="*/ 5825 w 10000"/>
              <a:gd name="connsiteY44-11012" fmla="*/ 8534 h 10000"/>
              <a:gd name="connsiteX45-11013" fmla="*/ 5631 w 10000"/>
              <a:gd name="connsiteY45-11014" fmla="*/ 8720 h 10000"/>
              <a:gd name="connsiteX46-11015" fmla="*/ 5196 w 10000"/>
              <a:gd name="connsiteY46-11016" fmla="*/ 9017 h 10000"/>
              <a:gd name="connsiteX47-11017" fmla="*/ 4801 w 10000"/>
              <a:gd name="connsiteY47-11018" fmla="*/ 9314 h 10000"/>
              <a:gd name="connsiteX48-11019" fmla="*/ 4367 w 10000"/>
              <a:gd name="connsiteY48-11020" fmla="*/ 9610 h 10000"/>
              <a:gd name="connsiteX49-11021" fmla="*/ 3976 w 10000"/>
              <a:gd name="connsiteY49-11022" fmla="*/ 9703 h 10000"/>
              <a:gd name="connsiteX50-11023" fmla="*/ 3540 w 10000"/>
              <a:gd name="connsiteY50-11024" fmla="*/ 9889 h 10000"/>
              <a:gd name="connsiteX51-11025" fmla="*/ 3106 w 10000"/>
              <a:gd name="connsiteY51-11026" fmla="*/ 10000 h 10000"/>
              <a:gd name="connsiteX52-11027" fmla="*/ 2714 w 10000"/>
              <a:gd name="connsiteY52-11028" fmla="*/ 10000 h 10000"/>
              <a:gd name="connsiteX53-11029" fmla="*/ 2280 w 10000"/>
              <a:gd name="connsiteY53-11030" fmla="*/ 10000 h 10000"/>
              <a:gd name="connsiteX54-11031" fmla="*/ 2280 w 10000"/>
              <a:gd name="connsiteY54-11032" fmla="*/ 9889 h 10000"/>
              <a:gd name="connsiteX55-11033" fmla="*/ 2081 w 10000"/>
              <a:gd name="connsiteY55-11034" fmla="*/ 9889 h 10000"/>
              <a:gd name="connsiteX56-11035" fmla="*/ 2081 w 10000"/>
              <a:gd name="connsiteY56-11036" fmla="*/ 9796 h 10000"/>
              <a:gd name="connsiteX57-11037" fmla="*/ 2081 w 10000"/>
              <a:gd name="connsiteY57-11038" fmla="*/ 9610 h 10000"/>
              <a:gd name="connsiteX58-11039" fmla="*/ 2081 w 10000"/>
              <a:gd name="connsiteY58-11040" fmla="*/ 9499 h 10000"/>
              <a:gd name="connsiteX59-11041" fmla="*/ 2081 w 10000"/>
              <a:gd name="connsiteY59-11042" fmla="*/ 9406 h 10000"/>
              <a:gd name="connsiteX60-11043" fmla="*/ 2081 w 10000"/>
              <a:gd name="connsiteY60-11044" fmla="*/ 9202 h 10000"/>
              <a:gd name="connsiteX61-11045" fmla="*/ 2081 w 10000"/>
              <a:gd name="connsiteY61-11046" fmla="*/ 9017 h 10000"/>
              <a:gd name="connsiteX62-11047" fmla="*/ 1888 w 10000"/>
              <a:gd name="connsiteY62-11048" fmla="*/ 8813 h 10000"/>
              <a:gd name="connsiteX63-11049" fmla="*/ 1651 w 10000"/>
              <a:gd name="connsiteY63-11050" fmla="*/ 8534 h 10000"/>
              <a:gd name="connsiteX64-11051" fmla="*/ 1258 w 10000"/>
              <a:gd name="connsiteY64-11052" fmla="*/ 8126 h 10000"/>
              <a:gd name="connsiteX65-11053" fmla="*/ 1061 w 10000"/>
              <a:gd name="connsiteY65-11054" fmla="*/ 7737 h 10000"/>
              <a:gd name="connsiteX66-11055" fmla="*/ 431 w 10000"/>
              <a:gd name="connsiteY66-11056" fmla="*/ 7347 h 10000"/>
              <a:gd name="connsiteX67-11057" fmla="*/ 0 w 10000"/>
              <a:gd name="connsiteY67-11058" fmla="*/ 6753 h 10000"/>
              <a:gd name="connsiteX68-11059" fmla="*/ 431 w 10000"/>
              <a:gd name="connsiteY68-11060" fmla="*/ 6957 h 10000"/>
              <a:gd name="connsiteX69-11061" fmla="*/ 1061 w 10000"/>
              <a:gd name="connsiteY69-11062" fmla="*/ 7161 h 10000"/>
              <a:gd name="connsiteX70-11063" fmla="*/ 1453 w 10000"/>
              <a:gd name="connsiteY70-11064" fmla="*/ 7347 h 10000"/>
              <a:gd name="connsiteX71-11065" fmla="*/ 1888 w 10000"/>
              <a:gd name="connsiteY71-11066" fmla="*/ 7440 h 10000"/>
              <a:gd name="connsiteX72-11067" fmla="*/ 2280 w 10000"/>
              <a:gd name="connsiteY72-11068" fmla="*/ 7551 h 10000"/>
              <a:gd name="connsiteX73-11069" fmla="*/ 2522 w 10000"/>
              <a:gd name="connsiteY73-11070" fmla="*/ 7551 h 10000"/>
              <a:gd name="connsiteX74-11071" fmla="*/ 2714 w 10000"/>
              <a:gd name="connsiteY74-11072" fmla="*/ 7644 h 10000"/>
              <a:gd name="connsiteX75-11073" fmla="*/ 2913 w 10000"/>
              <a:gd name="connsiteY75-11074" fmla="*/ 7644 h 10000"/>
              <a:gd name="connsiteX76-11075" fmla="*/ 3106 w 10000"/>
              <a:gd name="connsiteY76-11076" fmla="*/ 7644 h 10000"/>
              <a:gd name="connsiteX77-11077" fmla="*/ 3344 w 10000"/>
              <a:gd name="connsiteY77-11078" fmla="*/ 7644 h 10000"/>
              <a:gd name="connsiteX78-11079" fmla="*/ 3540 w 10000"/>
              <a:gd name="connsiteY78-11080" fmla="*/ 7551 h 10000"/>
              <a:gd name="connsiteX79-11081" fmla="*/ 3741 w 10000"/>
              <a:gd name="connsiteY79-11082" fmla="*/ 7440 h 10000"/>
              <a:gd name="connsiteX80-11083" fmla="*/ 3741 w 10000"/>
              <a:gd name="connsiteY80-11084" fmla="*/ 7347 h 10000"/>
              <a:gd name="connsiteX81-11085" fmla="*/ 3976 w 10000"/>
              <a:gd name="connsiteY81-11086" fmla="*/ 7254 h 10000"/>
              <a:gd name="connsiteX82-11087" fmla="*/ 4169 w 10000"/>
              <a:gd name="connsiteY82-11088" fmla="*/ 7050 h 10000"/>
              <a:gd name="connsiteX83-11089" fmla="*/ 4169 w 10000"/>
              <a:gd name="connsiteY83-11090" fmla="*/ 6865 h 10000"/>
              <a:gd name="connsiteX84-11091" fmla="*/ 4367 w 10000"/>
              <a:gd name="connsiteY84-11092" fmla="*/ 6660 h 10000"/>
              <a:gd name="connsiteX85-11093" fmla="*/ 4564 w 10000"/>
              <a:gd name="connsiteY85-11094" fmla="*/ 6364 h 10000"/>
              <a:gd name="connsiteX86-11095" fmla="*/ 4801 w 10000"/>
              <a:gd name="connsiteY86-11096" fmla="*/ 6067 h 10000"/>
              <a:gd name="connsiteX87-11097" fmla="*/ 4801 w 10000"/>
              <a:gd name="connsiteY87-11098" fmla="*/ 5677 h 10000"/>
              <a:gd name="connsiteX88-11099" fmla="*/ 5196 w 10000"/>
              <a:gd name="connsiteY88-11100" fmla="*/ 4991 h 10000"/>
              <a:gd name="connsiteX89-11101" fmla="*/ 5438 w 10000"/>
              <a:gd name="connsiteY89-11102" fmla="*/ 4212 h 10000"/>
              <a:gd name="connsiteX90-11103" fmla="*/ 5438 w 10000"/>
              <a:gd name="connsiteY90-11104" fmla="*/ 3525 h 10000"/>
              <a:gd name="connsiteX91-11105" fmla="*/ 5631 w 10000"/>
              <a:gd name="connsiteY91-11106" fmla="*/ 2839 h 10000"/>
              <a:gd name="connsiteX92-11107" fmla="*/ 5631 w 10000"/>
              <a:gd name="connsiteY92-11108" fmla="*/ 2542 h 10000"/>
              <a:gd name="connsiteX93-11109" fmla="*/ 5631 w 10000"/>
              <a:gd name="connsiteY93-11110" fmla="*/ 2263 h 10000"/>
              <a:gd name="connsiteX94-11111" fmla="*/ 5631 w 10000"/>
              <a:gd name="connsiteY94-11112" fmla="*/ 2059 h 10000"/>
              <a:gd name="connsiteX95-11113" fmla="*/ 5631 w 10000"/>
              <a:gd name="connsiteY95-11114" fmla="*/ 1855 h 10000"/>
              <a:gd name="connsiteX96-11115" fmla="*/ 5631 w 10000"/>
              <a:gd name="connsiteY96-11116" fmla="*/ 1670 h 10000"/>
              <a:gd name="connsiteX97-11117" fmla="*/ 5631 w 10000"/>
              <a:gd name="connsiteY97-11118" fmla="*/ 1577 h 10000"/>
              <a:gd name="connsiteX98-11119" fmla="*/ 5438 w 10000"/>
              <a:gd name="connsiteY98-11120" fmla="*/ 1466 h 10000"/>
              <a:gd name="connsiteX99-11121" fmla="*/ 5438 w 10000"/>
              <a:gd name="connsiteY99-11122" fmla="*/ 1373 h 10000"/>
              <a:gd name="connsiteX100-11123" fmla="*/ 5438 w 10000"/>
              <a:gd name="connsiteY100-11124" fmla="*/ 1280 h 10000"/>
              <a:gd name="connsiteX101-11125" fmla="*/ 5196 w 10000"/>
              <a:gd name="connsiteY101-11126" fmla="*/ 1280 h 10000"/>
              <a:gd name="connsiteX102-11127" fmla="*/ 5005 w 10000"/>
              <a:gd name="connsiteY102-11128" fmla="*/ 1169 h 10000"/>
              <a:gd name="connsiteX103-11129" fmla="*/ 5005 w 10000"/>
              <a:gd name="connsiteY103-11130" fmla="*/ 1169 h 10000"/>
              <a:gd name="connsiteX104-11131" fmla="*/ 4801 w 10000"/>
              <a:gd name="connsiteY104-11132" fmla="*/ 297 h 10000"/>
              <a:gd name="connsiteX0-11133" fmla="*/ 4801 w 10000"/>
              <a:gd name="connsiteY0-11134" fmla="*/ 204 h 10000"/>
              <a:gd name="connsiteX1-11135" fmla="*/ 5005 w 10000"/>
              <a:gd name="connsiteY1-11136" fmla="*/ 93 h 10000"/>
              <a:gd name="connsiteX2-11137" fmla="*/ 5438 w 10000"/>
              <a:gd name="connsiteY2-11138" fmla="*/ 93 h 10000"/>
              <a:gd name="connsiteX3-11139" fmla="*/ 5631 w 10000"/>
              <a:gd name="connsiteY3-11140" fmla="*/ 0 h 10000"/>
              <a:gd name="connsiteX4-11141" fmla="*/ 5825 w 10000"/>
              <a:gd name="connsiteY4-11142" fmla="*/ 0 h 10000"/>
              <a:gd name="connsiteX5-11143" fmla="*/ 6259 w 10000"/>
              <a:gd name="connsiteY5-11144" fmla="*/ 93 h 10000"/>
              <a:gd name="connsiteX6-11145" fmla="*/ 6890 w 10000"/>
              <a:gd name="connsiteY6-11146" fmla="*/ 204 h 10000"/>
              <a:gd name="connsiteX7-11147" fmla="*/ 7085 w 10000"/>
              <a:gd name="connsiteY7-11148" fmla="*/ 297 h 10000"/>
              <a:gd name="connsiteX8-11149" fmla="*/ 7478 w 10000"/>
              <a:gd name="connsiteY8-11150" fmla="*/ 482 h 10000"/>
              <a:gd name="connsiteX9-11151" fmla="*/ 7711 w 10000"/>
              <a:gd name="connsiteY9-11152" fmla="*/ 594 h 10000"/>
              <a:gd name="connsiteX10-11153" fmla="*/ 8114 w 10000"/>
              <a:gd name="connsiteY10-11154" fmla="*/ 686 h 10000"/>
              <a:gd name="connsiteX11-11155" fmla="*/ 8544 w 10000"/>
              <a:gd name="connsiteY11-11156" fmla="*/ 891 h 10000"/>
              <a:gd name="connsiteX12-11157" fmla="*/ 8934 w 10000"/>
              <a:gd name="connsiteY12-11158" fmla="*/ 983 h 10000"/>
              <a:gd name="connsiteX13-11159" fmla="*/ 9173 w 10000"/>
              <a:gd name="connsiteY13-11160" fmla="*/ 1169 h 10000"/>
              <a:gd name="connsiteX14-11161" fmla="*/ 9568 w 10000"/>
              <a:gd name="connsiteY14-11162" fmla="*/ 1280 h 10000"/>
              <a:gd name="connsiteX15-11163" fmla="*/ 9762 w 10000"/>
              <a:gd name="connsiteY15-11164" fmla="*/ 1373 h 10000"/>
              <a:gd name="connsiteX16-11165" fmla="*/ 9762 w 10000"/>
              <a:gd name="connsiteY16-11166" fmla="*/ 1466 h 10000"/>
              <a:gd name="connsiteX17-11167" fmla="*/ 10000 w 10000"/>
              <a:gd name="connsiteY17-11168" fmla="*/ 1466 h 10000"/>
              <a:gd name="connsiteX18-11169" fmla="*/ 10000 w 10000"/>
              <a:gd name="connsiteY18-11170" fmla="*/ 1577 h 10000"/>
              <a:gd name="connsiteX19-11171" fmla="*/ 10000 w 10000"/>
              <a:gd name="connsiteY19-11172" fmla="*/ 1670 h 10000"/>
              <a:gd name="connsiteX20-11173" fmla="*/ 9762 w 10000"/>
              <a:gd name="connsiteY20-11174" fmla="*/ 1763 h 10000"/>
              <a:gd name="connsiteX21-11175" fmla="*/ 9568 w 10000"/>
              <a:gd name="connsiteY21-11176" fmla="*/ 1763 h 10000"/>
              <a:gd name="connsiteX22-11177" fmla="*/ 9371 w 10000"/>
              <a:gd name="connsiteY22-11178" fmla="*/ 1855 h 10000"/>
              <a:gd name="connsiteX23-11179" fmla="*/ 9173 w 10000"/>
              <a:gd name="connsiteY23-11180" fmla="*/ 1855 h 10000"/>
              <a:gd name="connsiteX24-11181" fmla="*/ 9173 w 10000"/>
              <a:gd name="connsiteY24-11182" fmla="*/ 1967 h 10000"/>
              <a:gd name="connsiteX25-11183" fmla="*/ 8934 w 10000"/>
              <a:gd name="connsiteY25-11184" fmla="*/ 2059 h 10000"/>
              <a:gd name="connsiteX26-11185" fmla="*/ 8740 w 10000"/>
              <a:gd name="connsiteY26-11186" fmla="*/ 2263 h 10000"/>
              <a:gd name="connsiteX27-11187" fmla="*/ 8740 w 10000"/>
              <a:gd name="connsiteY27-11188" fmla="*/ 2449 h 10000"/>
              <a:gd name="connsiteX28-11189" fmla="*/ 8544 w 10000"/>
              <a:gd name="connsiteY28-11190" fmla="*/ 2653 h 10000"/>
              <a:gd name="connsiteX29-11191" fmla="*/ 8544 w 10000"/>
              <a:gd name="connsiteY29-11192" fmla="*/ 2950 h 10000"/>
              <a:gd name="connsiteX30-11193" fmla="*/ 8544 w 10000"/>
              <a:gd name="connsiteY30-11194" fmla="*/ 3135 h 10000"/>
              <a:gd name="connsiteX31-11195" fmla="*/ 8305 w 10000"/>
              <a:gd name="connsiteY31-11196" fmla="*/ 3432 h 10000"/>
              <a:gd name="connsiteX32-11197" fmla="*/ 8305 w 10000"/>
              <a:gd name="connsiteY32-11198" fmla="*/ 3822 h 10000"/>
              <a:gd name="connsiteX33-11199" fmla="*/ 8114 w 10000"/>
              <a:gd name="connsiteY33-11200" fmla="*/ 4119 h 10000"/>
              <a:gd name="connsiteX34-11201" fmla="*/ 7913 w 10000"/>
              <a:gd name="connsiteY34-11202" fmla="*/ 4508 h 10000"/>
              <a:gd name="connsiteX35-11203" fmla="*/ 7711 w 10000"/>
              <a:gd name="connsiteY35-11204" fmla="*/ 4898 h 10000"/>
              <a:gd name="connsiteX36-11205" fmla="*/ 7478 w 10000"/>
              <a:gd name="connsiteY36-11206" fmla="*/ 5288 h 10000"/>
              <a:gd name="connsiteX37-11207" fmla="*/ 7085 w 10000"/>
              <a:gd name="connsiteY37-11208" fmla="*/ 6178 h 10000"/>
              <a:gd name="connsiteX38-11209" fmla="*/ 6890 w 10000"/>
              <a:gd name="connsiteY38-11210" fmla="*/ 6568 h 10000"/>
              <a:gd name="connsiteX39-11211" fmla="*/ 6657 w 10000"/>
              <a:gd name="connsiteY39-11212" fmla="*/ 6957 h 10000"/>
              <a:gd name="connsiteX40-11213" fmla="*/ 6458 w 10000"/>
              <a:gd name="connsiteY40-11214" fmla="*/ 7347 h 10000"/>
              <a:gd name="connsiteX41-11215" fmla="*/ 6259 w 10000"/>
              <a:gd name="connsiteY41-11216" fmla="*/ 7737 h 10000"/>
              <a:gd name="connsiteX42-11217" fmla="*/ 6021 w 10000"/>
              <a:gd name="connsiteY42-11218" fmla="*/ 8033 h 10000"/>
              <a:gd name="connsiteX43-11219" fmla="*/ 6021 w 10000"/>
              <a:gd name="connsiteY43-11220" fmla="*/ 8237 h 10000"/>
              <a:gd name="connsiteX44-11221" fmla="*/ 5825 w 10000"/>
              <a:gd name="connsiteY44-11222" fmla="*/ 8534 h 10000"/>
              <a:gd name="connsiteX45-11223" fmla="*/ 5631 w 10000"/>
              <a:gd name="connsiteY45-11224" fmla="*/ 8720 h 10000"/>
              <a:gd name="connsiteX46-11225" fmla="*/ 5196 w 10000"/>
              <a:gd name="connsiteY46-11226" fmla="*/ 9017 h 10000"/>
              <a:gd name="connsiteX47-11227" fmla="*/ 4801 w 10000"/>
              <a:gd name="connsiteY47-11228" fmla="*/ 9314 h 10000"/>
              <a:gd name="connsiteX48-11229" fmla="*/ 4367 w 10000"/>
              <a:gd name="connsiteY48-11230" fmla="*/ 9610 h 10000"/>
              <a:gd name="connsiteX49-11231" fmla="*/ 3976 w 10000"/>
              <a:gd name="connsiteY49-11232" fmla="*/ 9703 h 10000"/>
              <a:gd name="connsiteX50-11233" fmla="*/ 3540 w 10000"/>
              <a:gd name="connsiteY50-11234" fmla="*/ 9889 h 10000"/>
              <a:gd name="connsiteX51-11235" fmla="*/ 3106 w 10000"/>
              <a:gd name="connsiteY51-11236" fmla="*/ 10000 h 10000"/>
              <a:gd name="connsiteX52-11237" fmla="*/ 2714 w 10000"/>
              <a:gd name="connsiteY52-11238" fmla="*/ 10000 h 10000"/>
              <a:gd name="connsiteX53-11239" fmla="*/ 2280 w 10000"/>
              <a:gd name="connsiteY53-11240" fmla="*/ 10000 h 10000"/>
              <a:gd name="connsiteX54-11241" fmla="*/ 2280 w 10000"/>
              <a:gd name="connsiteY54-11242" fmla="*/ 9889 h 10000"/>
              <a:gd name="connsiteX55-11243" fmla="*/ 2081 w 10000"/>
              <a:gd name="connsiteY55-11244" fmla="*/ 9889 h 10000"/>
              <a:gd name="connsiteX56-11245" fmla="*/ 2081 w 10000"/>
              <a:gd name="connsiteY56-11246" fmla="*/ 9796 h 10000"/>
              <a:gd name="connsiteX57-11247" fmla="*/ 2081 w 10000"/>
              <a:gd name="connsiteY57-11248" fmla="*/ 9610 h 10000"/>
              <a:gd name="connsiteX58-11249" fmla="*/ 2081 w 10000"/>
              <a:gd name="connsiteY58-11250" fmla="*/ 9499 h 10000"/>
              <a:gd name="connsiteX59-11251" fmla="*/ 2081 w 10000"/>
              <a:gd name="connsiteY59-11252" fmla="*/ 9406 h 10000"/>
              <a:gd name="connsiteX60-11253" fmla="*/ 2081 w 10000"/>
              <a:gd name="connsiteY60-11254" fmla="*/ 9202 h 10000"/>
              <a:gd name="connsiteX61-11255" fmla="*/ 2081 w 10000"/>
              <a:gd name="connsiteY61-11256" fmla="*/ 9017 h 10000"/>
              <a:gd name="connsiteX62-11257" fmla="*/ 1888 w 10000"/>
              <a:gd name="connsiteY62-11258" fmla="*/ 8813 h 10000"/>
              <a:gd name="connsiteX63-11259" fmla="*/ 1651 w 10000"/>
              <a:gd name="connsiteY63-11260" fmla="*/ 8534 h 10000"/>
              <a:gd name="connsiteX64-11261" fmla="*/ 1258 w 10000"/>
              <a:gd name="connsiteY64-11262" fmla="*/ 8126 h 10000"/>
              <a:gd name="connsiteX65-11263" fmla="*/ 1061 w 10000"/>
              <a:gd name="connsiteY65-11264" fmla="*/ 7737 h 10000"/>
              <a:gd name="connsiteX66-11265" fmla="*/ 431 w 10000"/>
              <a:gd name="connsiteY66-11266" fmla="*/ 7347 h 10000"/>
              <a:gd name="connsiteX67-11267" fmla="*/ 0 w 10000"/>
              <a:gd name="connsiteY67-11268" fmla="*/ 6753 h 10000"/>
              <a:gd name="connsiteX68-11269" fmla="*/ 431 w 10000"/>
              <a:gd name="connsiteY68-11270" fmla="*/ 6957 h 10000"/>
              <a:gd name="connsiteX69-11271" fmla="*/ 1061 w 10000"/>
              <a:gd name="connsiteY69-11272" fmla="*/ 7161 h 10000"/>
              <a:gd name="connsiteX70-11273" fmla="*/ 1453 w 10000"/>
              <a:gd name="connsiteY70-11274" fmla="*/ 7347 h 10000"/>
              <a:gd name="connsiteX71-11275" fmla="*/ 1888 w 10000"/>
              <a:gd name="connsiteY71-11276" fmla="*/ 7440 h 10000"/>
              <a:gd name="connsiteX72-11277" fmla="*/ 2280 w 10000"/>
              <a:gd name="connsiteY72-11278" fmla="*/ 7551 h 10000"/>
              <a:gd name="connsiteX73-11279" fmla="*/ 2522 w 10000"/>
              <a:gd name="connsiteY73-11280" fmla="*/ 7551 h 10000"/>
              <a:gd name="connsiteX74-11281" fmla="*/ 2714 w 10000"/>
              <a:gd name="connsiteY74-11282" fmla="*/ 7644 h 10000"/>
              <a:gd name="connsiteX75-11283" fmla="*/ 2913 w 10000"/>
              <a:gd name="connsiteY75-11284" fmla="*/ 7644 h 10000"/>
              <a:gd name="connsiteX76-11285" fmla="*/ 3106 w 10000"/>
              <a:gd name="connsiteY76-11286" fmla="*/ 7644 h 10000"/>
              <a:gd name="connsiteX77-11287" fmla="*/ 3344 w 10000"/>
              <a:gd name="connsiteY77-11288" fmla="*/ 7644 h 10000"/>
              <a:gd name="connsiteX78-11289" fmla="*/ 3540 w 10000"/>
              <a:gd name="connsiteY78-11290" fmla="*/ 7551 h 10000"/>
              <a:gd name="connsiteX79-11291" fmla="*/ 3741 w 10000"/>
              <a:gd name="connsiteY79-11292" fmla="*/ 7440 h 10000"/>
              <a:gd name="connsiteX80-11293" fmla="*/ 3741 w 10000"/>
              <a:gd name="connsiteY80-11294" fmla="*/ 7347 h 10000"/>
              <a:gd name="connsiteX81-11295" fmla="*/ 3976 w 10000"/>
              <a:gd name="connsiteY81-11296" fmla="*/ 7254 h 10000"/>
              <a:gd name="connsiteX82-11297" fmla="*/ 4169 w 10000"/>
              <a:gd name="connsiteY82-11298" fmla="*/ 7050 h 10000"/>
              <a:gd name="connsiteX83-11299" fmla="*/ 4169 w 10000"/>
              <a:gd name="connsiteY83-11300" fmla="*/ 6865 h 10000"/>
              <a:gd name="connsiteX84-11301" fmla="*/ 4367 w 10000"/>
              <a:gd name="connsiteY84-11302" fmla="*/ 6660 h 10000"/>
              <a:gd name="connsiteX85-11303" fmla="*/ 4564 w 10000"/>
              <a:gd name="connsiteY85-11304" fmla="*/ 6364 h 10000"/>
              <a:gd name="connsiteX86-11305" fmla="*/ 4801 w 10000"/>
              <a:gd name="connsiteY86-11306" fmla="*/ 6067 h 10000"/>
              <a:gd name="connsiteX87-11307" fmla="*/ 4801 w 10000"/>
              <a:gd name="connsiteY87-11308" fmla="*/ 5677 h 10000"/>
              <a:gd name="connsiteX88-11309" fmla="*/ 5196 w 10000"/>
              <a:gd name="connsiteY88-11310" fmla="*/ 4991 h 10000"/>
              <a:gd name="connsiteX89-11311" fmla="*/ 5438 w 10000"/>
              <a:gd name="connsiteY89-11312" fmla="*/ 4212 h 10000"/>
              <a:gd name="connsiteX90-11313" fmla="*/ 5438 w 10000"/>
              <a:gd name="connsiteY90-11314" fmla="*/ 3525 h 10000"/>
              <a:gd name="connsiteX91-11315" fmla="*/ 5631 w 10000"/>
              <a:gd name="connsiteY91-11316" fmla="*/ 2839 h 10000"/>
              <a:gd name="connsiteX92-11317" fmla="*/ 5631 w 10000"/>
              <a:gd name="connsiteY92-11318" fmla="*/ 2542 h 10000"/>
              <a:gd name="connsiteX93-11319" fmla="*/ 5631 w 10000"/>
              <a:gd name="connsiteY93-11320" fmla="*/ 2263 h 10000"/>
              <a:gd name="connsiteX94-11321" fmla="*/ 5631 w 10000"/>
              <a:gd name="connsiteY94-11322" fmla="*/ 2059 h 10000"/>
              <a:gd name="connsiteX95-11323" fmla="*/ 5631 w 10000"/>
              <a:gd name="connsiteY95-11324" fmla="*/ 1855 h 10000"/>
              <a:gd name="connsiteX96-11325" fmla="*/ 5631 w 10000"/>
              <a:gd name="connsiteY96-11326" fmla="*/ 1670 h 10000"/>
              <a:gd name="connsiteX97-11327" fmla="*/ 5631 w 10000"/>
              <a:gd name="connsiteY97-11328" fmla="*/ 1577 h 10000"/>
              <a:gd name="connsiteX98-11329" fmla="*/ 5438 w 10000"/>
              <a:gd name="connsiteY98-11330" fmla="*/ 1466 h 10000"/>
              <a:gd name="connsiteX99-11331" fmla="*/ 5438 w 10000"/>
              <a:gd name="connsiteY99-11332" fmla="*/ 1373 h 10000"/>
              <a:gd name="connsiteX100-11333" fmla="*/ 5438 w 10000"/>
              <a:gd name="connsiteY100-11334" fmla="*/ 1280 h 10000"/>
              <a:gd name="connsiteX101-11335" fmla="*/ 5196 w 10000"/>
              <a:gd name="connsiteY101-11336" fmla="*/ 1280 h 10000"/>
              <a:gd name="connsiteX102-11337" fmla="*/ 5005 w 10000"/>
              <a:gd name="connsiteY102-11338" fmla="*/ 1169 h 10000"/>
              <a:gd name="connsiteX103-11339" fmla="*/ 5005 w 10000"/>
              <a:gd name="connsiteY103-11340" fmla="*/ 1169 h 10000"/>
              <a:gd name="connsiteX0-11341" fmla="*/ 4801 w 10000"/>
              <a:gd name="connsiteY0-11342" fmla="*/ 204 h 10000"/>
              <a:gd name="connsiteX1-11343" fmla="*/ 5438 w 10000"/>
              <a:gd name="connsiteY1-11344" fmla="*/ 93 h 10000"/>
              <a:gd name="connsiteX2-11345" fmla="*/ 5631 w 10000"/>
              <a:gd name="connsiteY2-11346" fmla="*/ 0 h 10000"/>
              <a:gd name="connsiteX3-11347" fmla="*/ 5825 w 10000"/>
              <a:gd name="connsiteY3-11348" fmla="*/ 0 h 10000"/>
              <a:gd name="connsiteX4-11349" fmla="*/ 6259 w 10000"/>
              <a:gd name="connsiteY4-11350" fmla="*/ 93 h 10000"/>
              <a:gd name="connsiteX5-11351" fmla="*/ 6890 w 10000"/>
              <a:gd name="connsiteY5-11352" fmla="*/ 204 h 10000"/>
              <a:gd name="connsiteX6-11353" fmla="*/ 7085 w 10000"/>
              <a:gd name="connsiteY6-11354" fmla="*/ 297 h 10000"/>
              <a:gd name="connsiteX7-11355" fmla="*/ 7478 w 10000"/>
              <a:gd name="connsiteY7-11356" fmla="*/ 482 h 10000"/>
              <a:gd name="connsiteX8-11357" fmla="*/ 7711 w 10000"/>
              <a:gd name="connsiteY8-11358" fmla="*/ 594 h 10000"/>
              <a:gd name="connsiteX9-11359" fmla="*/ 8114 w 10000"/>
              <a:gd name="connsiteY9-11360" fmla="*/ 686 h 10000"/>
              <a:gd name="connsiteX10-11361" fmla="*/ 8544 w 10000"/>
              <a:gd name="connsiteY10-11362" fmla="*/ 891 h 10000"/>
              <a:gd name="connsiteX11-11363" fmla="*/ 8934 w 10000"/>
              <a:gd name="connsiteY11-11364" fmla="*/ 983 h 10000"/>
              <a:gd name="connsiteX12-11365" fmla="*/ 9173 w 10000"/>
              <a:gd name="connsiteY12-11366" fmla="*/ 1169 h 10000"/>
              <a:gd name="connsiteX13-11367" fmla="*/ 9568 w 10000"/>
              <a:gd name="connsiteY13-11368" fmla="*/ 1280 h 10000"/>
              <a:gd name="connsiteX14-11369" fmla="*/ 9762 w 10000"/>
              <a:gd name="connsiteY14-11370" fmla="*/ 1373 h 10000"/>
              <a:gd name="connsiteX15-11371" fmla="*/ 9762 w 10000"/>
              <a:gd name="connsiteY15-11372" fmla="*/ 1466 h 10000"/>
              <a:gd name="connsiteX16-11373" fmla="*/ 10000 w 10000"/>
              <a:gd name="connsiteY16-11374" fmla="*/ 1466 h 10000"/>
              <a:gd name="connsiteX17-11375" fmla="*/ 10000 w 10000"/>
              <a:gd name="connsiteY17-11376" fmla="*/ 1577 h 10000"/>
              <a:gd name="connsiteX18-11377" fmla="*/ 10000 w 10000"/>
              <a:gd name="connsiteY18-11378" fmla="*/ 1670 h 10000"/>
              <a:gd name="connsiteX19-11379" fmla="*/ 9762 w 10000"/>
              <a:gd name="connsiteY19-11380" fmla="*/ 1763 h 10000"/>
              <a:gd name="connsiteX20-11381" fmla="*/ 9568 w 10000"/>
              <a:gd name="connsiteY20-11382" fmla="*/ 1763 h 10000"/>
              <a:gd name="connsiteX21-11383" fmla="*/ 9371 w 10000"/>
              <a:gd name="connsiteY21-11384" fmla="*/ 1855 h 10000"/>
              <a:gd name="connsiteX22-11385" fmla="*/ 9173 w 10000"/>
              <a:gd name="connsiteY22-11386" fmla="*/ 1855 h 10000"/>
              <a:gd name="connsiteX23-11387" fmla="*/ 9173 w 10000"/>
              <a:gd name="connsiteY23-11388" fmla="*/ 1967 h 10000"/>
              <a:gd name="connsiteX24-11389" fmla="*/ 8934 w 10000"/>
              <a:gd name="connsiteY24-11390" fmla="*/ 2059 h 10000"/>
              <a:gd name="connsiteX25-11391" fmla="*/ 8740 w 10000"/>
              <a:gd name="connsiteY25-11392" fmla="*/ 2263 h 10000"/>
              <a:gd name="connsiteX26-11393" fmla="*/ 8740 w 10000"/>
              <a:gd name="connsiteY26-11394" fmla="*/ 2449 h 10000"/>
              <a:gd name="connsiteX27-11395" fmla="*/ 8544 w 10000"/>
              <a:gd name="connsiteY27-11396" fmla="*/ 2653 h 10000"/>
              <a:gd name="connsiteX28-11397" fmla="*/ 8544 w 10000"/>
              <a:gd name="connsiteY28-11398" fmla="*/ 2950 h 10000"/>
              <a:gd name="connsiteX29-11399" fmla="*/ 8544 w 10000"/>
              <a:gd name="connsiteY29-11400" fmla="*/ 3135 h 10000"/>
              <a:gd name="connsiteX30-11401" fmla="*/ 8305 w 10000"/>
              <a:gd name="connsiteY30-11402" fmla="*/ 3432 h 10000"/>
              <a:gd name="connsiteX31-11403" fmla="*/ 8305 w 10000"/>
              <a:gd name="connsiteY31-11404" fmla="*/ 3822 h 10000"/>
              <a:gd name="connsiteX32-11405" fmla="*/ 8114 w 10000"/>
              <a:gd name="connsiteY32-11406" fmla="*/ 4119 h 10000"/>
              <a:gd name="connsiteX33-11407" fmla="*/ 7913 w 10000"/>
              <a:gd name="connsiteY33-11408" fmla="*/ 4508 h 10000"/>
              <a:gd name="connsiteX34-11409" fmla="*/ 7711 w 10000"/>
              <a:gd name="connsiteY34-11410" fmla="*/ 4898 h 10000"/>
              <a:gd name="connsiteX35-11411" fmla="*/ 7478 w 10000"/>
              <a:gd name="connsiteY35-11412" fmla="*/ 5288 h 10000"/>
              <a:gd name="connsiteX36-11413" fmla="*/ 7085 w 10000"/>
              <a:gd name="connsiteY36-11414" fmla="*/ 6178 h 10000"/>
              <a:gd name="connsiteX37-11415" fmla="*/ 6890 w 10000"/>
              <a:gd name="connsiteY37-11416" fmla="*/ 6568 h 10000"/>
              <a:gd name="connsiteX38-11417" fmla="*/ 6657 w 10000"/>
              <a:gd name="connsiteY38-11418" fmla="*/ 6957 h 10000"/>
              <a:gd name="connsiteX39-11419" fmla="*/ 6458 w 10000"/>
              <a:gd name="connsiteY39-11420" fmla="*/ 7347 h 10000"/>
              <a:gd name="connsiteX40-11421" fmla="*/ 6259 w 10000"/>
              <a:gd name="connsiteY40-11422" fmla="*/ 7737 h 10000"/>
              <a:gd name="connsiteX41-11423" fmla="*/ 6021 w 10000"/>
              <a:gd name="connsiteY41-11424" fmla="*/ 8033 h 10000"/>
              <a:gd name="connsiteX42-11425" fmla="*/ 6021 w 10000"/>
              <a:gd name="connsiteY42-11426" fmla="*/ 8237 h 10000"/>
              <a:gd name="connsiteX43-11427" fmla="*/ 5825 w 10000"/>
              <a:gd name="connsiteY43-11428" fmla="*/ 8534 h 10000"/>
              <a:gd name="connsiteX44-11429" fmla="*/ 5631 w 10000"/>
              <a:gd name="connsiteY44-11430" fmla="*/ 8720 h 10000"/>
              <a:gd name="connsiteX45-11431" fmla="*/ 5196 w 10000"/>
              <a:gd name="connsiteY45-11432" fmla="*/ 9017 h 10000"/>
              <a:gd name="connsiteX46-11433" fmla="*/ 4801 w 10000"/>
              <a:gd name="connsiteY46-11434" fmla="*/ 9314 h 10000"/>
              <a:gd name="connsiteX47-11435" fmla="*/ 4367 w 10000"/>
              <a:gd name="connsiteY47-11436" fmla="*/ 9610 h 10000"/>
              <a:gd name="connsiteX48-11437" fmla="*/ 3976 w 10000"/>
              <a:gd name="connsiteY48-11438" fmla="*/ 9703 h 10000"/>
              <a:gd name="connsiteX49-11439" fmla="*/ 3540 w 10000"/>
              <a:gd name="connsiteY49-11440" fmla="*/ 9889 h 10000"/>
              <a:gd name="connsiteX50-11441" fmla="*/ 3106 w 10000"/>
              <a:gd name="connsiteY50-11442" fmla="*/ 10000 h 10000"/>
              <a:gd name="connsiteX51-11443" fmla="*/ 2714 w 10000"/>
              <a:gd name="connsiteY51-11444" fmla="*/ 10000 h 10000"/>
              <a:gd name="connsiteX52-11445" fmla="*/ 2280 w 10000"/>
              <a:gd name="connsiteY52-11446" fmla="*/ 10000 h 10000"/>
              <a:gd name="connsiteX53-11447" fmla="*/ 2280 w 10000"/>
              <a:gd name="connsiteY53-11448" fmla="*/ 9889 h 10000"/>
              <a:gd name="connsiteX54-11449" fmla="*/ 2081 w 10000"/>
              <a:gd name="connsiteY54-11450" fmla="*/ 9889 h 10000"/>
              <a:gd name="connsiteX55-11451" fmla="*/ 2081 w 10000"/>
              <a:gd name="connsiteY55-11452" fmla="*/ 9796 h 10000"/>
              <a:gd name="connsiteX56-11453" fmla="*/ 2081 w 10000"/>
              <a:gd name="connsiteY56-11454" fmla="*/ 9610 h 10000"/>
              <a:gd name="connsiteX57-11455" fmla="*/ 2081 w 10000"/>
              <a:gd name="connsiteY57-11456" fmla="*/ 9499 h 10000"/>
              <a:gd name="connsiteX58-11457" fmla="*/ 2081 w 10000"/>
              <a:gd name="connsiteY58-11458" fmla="*/ 9406 h 10000"/>
              <a:gd name="connsiteX59-11459" fmla="*/ 2081 w 10000"/>
              <a:gd name="connsiteY59-11460" fmla="*/ 9202 h 10000"/>
              <a:gd name="connsiteX60-11461" fmla="*/ 2081 w 10000"/>
              <a:gd name="connsiteY60-11462" fmla="*/ 9017 h 10000"/>
              <a:gd name="connsiteX61-11463" fmla="*/ 1888 w 10000"/>
              <a:gd name="connsiteY61-11464" fmla="*/ 8813 h 10000"/>
              <a:gd name="connsiteX62-11465" fmla="*/ 1651 w 10000"/>
              <a:gd name="connsiteY62-11466" fmla="*/ 8534 h 10000"/>
              <a:gd name="connsiteX63-11467" fmla="*/ 1258 w 10000"/>
              <a:gd name="connsiteY63-11468" fmla="*/ 8126 h 10000"/>
              <a:gd name="connsiteX64-11469" fmla="*/ 1061 w 10000"/>
              <a:gd name="connsiteY64-11470" fmla="*/ 7737 h 10000"/>
              <a:gd name="connsiteX65-11471" fmla="*/ 431 w 10000"/>
              <a:gd name="connsiteY65-11472" fmla="*/ 7347 h 10000"/>
              <a:gd name="connsiteX66-11473" fmla="*/ 0 w 10000"/>
              <a:gd name="connsiteY66-11474" fmla="*/ 6753 h 10000"/>
              <a:gd name="connsiteX67-11475" fmla="*/ 431 w 10000"/>
              <a:gd name="connsiteY67-11476" fmla="*/ 6957 h 10000"/>
              <a:gd name="connsiteX68-11477" fmla="*/ 1061 w 10000"/>
              <a:gd name="connsiteY68-11478" fmla="*/ 7161 h 10000"/>
              <a:gd name="connsiteX69-11479" fmla="*/ 1453 w 10000"/>
              <a:gd name="connsiteY69-11480" fmla="*/ 7347 h 10000"/>
              <a:gd name="connsiteX70-11481" fmla="*/ 1888 w 10000"/>
              <a:gd name="connsiteY70-11482" fmla="*/ 7440 h 10000"/>
              <a:gd name="connsiteX71-11483" fmla="*/ 2280 w 10000"/>
              <a:gd name="connsiteY71-11484" fmla="*/ 7551 h 10000"/>
              <a:gd name="connsiteX72-11485" fmla="*/ 2522 w 10000"/>
              <a:gd name="connsiteY72-11486" fmla="*/ 7551 h 10000"/>
              <a:gd name="connsiteX73-11487" fmla="*/ 2714 w 10000"/>
              <a:gd name="connsiteY73-11488" fmla="*/ 7644 h 10000"/>
              <a:gd name="connsiteX74-11489" fmla="*/ 2913 w 10000"/>
              <a:gd name="connsiteY74-11490" fmla="*/ 7644 h 10000"/>
              <a:gd name="connsiteX75-11491" fmla="*/ 3106 w 10000"/>
              <a:gd name="connsiteY75-11492" fmla="*/ 7644 h 10000"/>
              <a:gd name="connsiteX76-11493" fmla="*/ 3344 w 10000"/>
              <a:gd name="connsiteY76-11494" fmla="*/ 7644 h 10000"/>
              <a:gd name="connsiteX77-11495" fmla="*/ 3540 w 10000"/>
              <a:gd name="connsiteY77-11496" fmla="*/ 7551 h 10000"/>
              <a:gd name="connsiteX78-11497" fmla="*/ 3741 w 10000"/>
              <a:gd name="connsiteY78-11498" fmla="*/ 7440 h 10000"/>
              <a:gd name="connsiteX79-11499" fmla="*/ 3741 w 10000"/>
              <a:gd name="connsiteY79-11500" fmla="*/ 7347 h 10000"/>
              <a:gd name="connsiteX80-11501" fmla="*/ 3976 w 10000"/>
              <a:gd name="connsiteY80-11502" fmla="*/ 7254 h 10000"/>
              <a:gd name="connsiteX81-11503" fmla="*/ 4169 w 10000"/>
              <a:gd name="connsiteY81-11504" fmla="*/ 7050 h 10000"/>
              <a:gd name="connsiteX82-11505" fmla="*/ 4169 w 10000"/>
              <a:gd name="connsiteY82-11506" fmla="*/ 6865 h 10000"/>
              <a:gd name="connsiteX83-11507" fmla="*/ 4367 w 10000"/>
              <a:gd name="connsiteY83-11508" fmla="*/ 6660 h 10000"/>
              <a:gd name="connsiteX84-11509" fmla="*/ 4564 w 10000"/>
              <a:gd name="connsiteY84-11510" fmla="*/ 6364 h 10000"/>
              <a:gd name="connsiteX85-11511" fmla="*/ 4801 w 10000"/>
              <a:gd name="connsiteY85-11512" fmla="*/ 6067 h 10000"/>
              <a:gd name="connsiteX86-11513" fmla="*/ 4801 w 10000"/>
              <a:gd name="connsiteY86-11514" fmla="*/ 5677 h 10000"/>
              <a:gd name="connsiteX87-11515" fmla="*/ 5196 w 10000"/>
              <a:gd name="connsiteY87-11516" fmla="*/ 4991 h 10000"/>
              <a:gd name="connsiteX88-11517" fmla="*/ 5438 w 10000"/>
              <a:gd name="connsiteY88-11518" fmla="*/ 4212 h 10000"/>
              <a:gd name="connsiteX89-11519" fmla="*/ 5438 w 10000"/>
              <a:gd name="connsiteY89-11520" fmla="*/ 3525 h 10000"/>
              <a:gd name="connsiteX90-11521" fmla="*/ 5631 w 10000"/>
              <a:gd name="connsiteY90-11522" fmla="*/ 2839 h 10000"/>
              <a:gd name="connsiteX91-11523" fmla="*/ 5631 w 10000"/>
              <a:gd name="connsiteY91-11524" fmla="*/ 2542 h 10000"/>
              <a:gd name="connsiteX92-11525" fmla="*/ 5631 w 10000"/>
              <a:gd name="connsiteY92-11526" fmla="*/ 2263 h 10000"/>
              <a:gd name="connsiteX93-11527" fmla="*/ 5631 w 10000"/>
              <a:gd name="connsiteY93-11528" fmla="*/ 2059 h 10000"/>
              <a:gd name="connsiteX94-11529" fmla="*/ 5631 w 10000"/>
              <a:gd name="connsiteY94-11530" fmla="*/ 1855 h 10000"/>
              <a:gd name="connsiteX95-11531" fmla="*/ 5631 w 10000"/>
              <a:gd name="connsiteY95-11532" fmla="*/ 1670 h 10000"/>
              <a:gd name="connsiteX96-11533" fmla="*/ 5631 w 10000"/>
              <a:gd name="connsiteY96-11534" fmla="*/ 1577 h 10000"/>
              <a:gd name="connsiteX97-11535" fmla="*/ 5438 w 10000"/>
              <a:gd name="connsiteY97-11536" fmla="*/ 1466 h 10000"/>
              <a:gd name="connsiteX98-11537" fmla="*/ 5438 w 10000"/>
              <a:gd name="connsiteY98-11538" fmla="*/ 1373 h 10000"/>
              <a:gd name="connsiteX99-11539" fmla="*/ 5438 w 10000"/>
              <a:gd name="connsiteY99-11540" fmla="*/ 1280 h 10000"/>
              <a:gd name="connsiteX100-11541" fmla="*/ 5196 w 10000"/>
              <a:gd name="connsiteY100-11542" fmla="*/ 1280 h 10000"/>
              <a:gd name="connsiteX101-11543" fmla="*/ 5005 w 10000"/>
              <a:gd name="connsiteY101-11544" fmla="*/ 1169 h 10000"/>
              <a:gd name="connsiteX102-11545" fmla="*/ 5005 w 10000"/>
              <a:gd name="connsiteY102-11546" fmla="*/ 1169 h 10000"/>
              <a:gd name="connsiteX0-11547" fmla="*/ 4801 w 10000"/>
              <a:gd name="connsiteY0-11548" fmla="*/ 204 h 10000"/>
              <a:gd name="connsiteX1-11549" fmla="*/ 5438 w 10000"/>
              <a:gd name="connsiteY1-11550" fmla="*/ 93 h 10000"/>
              <a:gd name="connsiteX2-11551" fmla="*/ 5631 w 10000"/>
              <a:gd name="connsiteY2-11552" fmla="*/ 0 h 10000"/>
              <a:gd name="connsiteX3-11553" fmla="*/ 6259 w 10000"/>
              <a:gd name="connsiteY3-11554" fmla="*/ 93 h 10000"/>
              <a:gd name="connsiteX4-11555" fmla="*/ 6890 w 10000"/>
              <a:gd name="connsiteY4-11556" fmla="*/ 204 h 10000"/>
              <a:gd name="connsiteX5-11557" fmla="*/ 7085 w 10000"/>
              <a:gd name="connsiteY5-11558" fmla="*/ 297 h 10000"/>
              <a:gd name="connsiteX6-11559" fmla="*/ 7478 w 10000"/>
              <a:gd name="connsiteY6-11560" fmla="*/ 482 h 10000"/>
              <a:gd name="connsiteX7-11561" fmla="*/ 7711 w 10000"/>
              <a:gd name="connsiteY7-11562" fmla="*/ 594 h 10000"/>
              <a:gd name="connsiteX8-11563" fmla="*/ 8114 w 10000"/>
              <a:gd name="connsiteY8-11564" fmla="*/ 686 h 10000"/>
              <a:gd name="connsiteX9-11565" fmla="*/ 8544 w 10000"/>
              <a:gd name="connsiteY9-11566" fmla="*/ 891 h 10000"/>
              <a:gd name="connsiteX10-11567" fmla="*/ 8934 w 10000"/>
              <a:gd name="connsiteY10-11568" fmla="*/ 983 h 10000"/>
              <a:gd name="connsiteX11-11569" fmla="*/ 9173 w 10000"/>
              <a:gd name="connsiteY11-11570" fmla="*/ 1169 h 10000"/>
              <a:gd name="connsiteX12-11571" fmla="*/ 9568 w 10000"/>
              <a:gd name="connsiteY12-11572" fmla="*/ 1280 h 10000"/>
              <a:gd name="connsiteX13-11573" fmla="*/ 9762 w 10000"/>
              <a:gd name="connsiteY13-11574" fmla="*/ 1373 h 10000"/>
              <a:gd name="connsiteX14-11575" fmla="*/ 9762 w 10000"/>
              <a:gd name="connsiteY14-11576" fmla="*/ 1466 h 10000"/>
              <a:gd name="connsiteX15-11577" fmla="*/ 10000 w 10000"/>
              <a:gd name="connsiteY15-11578" fmla="*/ 1466 h 10000"/>
              <a:gd name="connsiteX16-11579" fmla="*/ 10000 w 10000"/>
              <a:gd name="connsiteY16-11580" fmla="*/ 1577 h 10000"/>
              <a:gd name="connsiteX17-11581" fmla="*/ 10000 w 10000"/>
              <a:gd name="connsiteY17-11582" fmla="*/ 1670 h 10000"/>
              <a:gd name="connsiteX18-11583" fmla="*/ 9762 w 10000"/>
              <a:gd name="connsiteY18-11584" fmla="*/ 1763 h 10000"/>
              <a:gd name="connsiteX19-11585" fmla="*/ 9568 w 10000"/>
              <a:gd name="connsiteY19-11586" fmla="*/ 1763 h 10000"/>
              <a:gd name="connsiteX20-11587" fmla="*/ 9371 w 10000"/>
              <a:gd name="connsiteY20-11588" fmla="*/ 1855 h 10000"/>
              <a:gd name="connsiteX21-11589" fmla="*/ 9173 w 10000"/>
              <a:gd name="connsiteY21-11590" fmla="*/ 1855 h 10000"/>
              <a:gd name="connsiteX22-11591" fmla="*/ 9173 w 10000"/>
              <a:gd name="connsiteY22-11592" fmla="*/ 1967 h 10000"/>
              <a:gd name="connsiteX23-11593" fmla="*/ 8934 w 10000"/>
              <a:gd name="connsiteY23-11594" fmla="*/ 2059 h 10000"/>
              <a:gd name="connsiteX24-11595" fmla="*/ 8740 w 10000"/>
              <a:gd name="connsiteY24-11596" fmla="*/ 2263 h 10000"/>
              <a:gd name="connsiteX25-11597" fmla="*/ 8740 w 10000"/>
              <a:gd name="connsiteY25-11598" fmla="*/ 2449 h 10000"/>
              <a:gd name="connsiteX26-11599" fmla="*/ 8544 w 10000"/>
              <a:gd name="connsiteY26-11600" fmla="*/ 2653 h 10000"/>
              <a:gd name="connsiteX27-11601" fmla="*/ 8544 w 10000"/>
              <a:gd name="connsiteY27-11602" fmla="*/ 2950 h 10000"/>
              <a:gd name="connsiteX28-11603" fmla="*/ 8544 w 10000"/>
              <a:gd name="connsiteY28-11604" fmla="*/ 3135 h 10000"/>
              <a:gd name="connsiteX29-11605" fmla="*/ 8305 w 10000"/>
              <a:gd name="connsiteY29-11606" fmla="*/ 3432 h 10000"/>
              <a:gd name="connsiteX30-11607" fmla="*/ 8305 w 10000"/>
              <a:gd name="connsiteY30-11608" fmla="*/ 3822 h 10000"/>
              <a:gd name="connsiteX31-11609" fmla="*/ 8114 w 10000"/>
              <a:gd name="connsiteY31-11610" fmla="*/ 4119 h 10000"/>
              <a:gd name="connsiteX32-11611" fmla="*/ 7913 w 10000"/>
              <a:gd name="connsiteY32-11612" fmla="*/ 4508 h 10000"/>
              <a:gd name="connsiteX33-11613" fmla="*/ 7711 w 10000"/>
              <a:gd name="connsiteY33-11614" fmla="*/ 4898 h 10000"/>
              <a:gd name="connsiteX34-11615" fmla="*/ 7478 w 10000"/>
              <a:gd name="connsiteY34-11616" fmla="*/ 5288 h 10000"/>
              <a:gd name="connsiteX35-11617" fmla="*/ 7085 w 10000"/>
              <a:gd name="connsiteY35-11618" fmla="*/ 6178 h 10000"/>
              <a:gd name="connsiteX36-11619" fmla="*/ 6890 w 10000"/>
              <a:gd name="connsiteY36-11620" fmla="*/ 6568 h 10000"/>
              <a:gd name="connsiteX37-11621" fmla="*/ 6657 w 10000"/>
              <a:gd name="connsiteY37-11622" fmla="*/ 6957 h 10000"/>
              <a:gd name="connsiteX38-11623" fmla="*/ 6458 w 10000"/>
              <a:gd name="connsiteY38-11624" fmla="*/ 7347 h 10000"/>
              <a:gd name="connsiteX39-11625" fmla="*/ 6259 w 10000"/>
              <a:gd name="connsiteY39-11626" fmla="*/ 7737 h 10000"/>
              <a:gd name="connsiteX40-11627" fmla="*/ 6021 w 10000"/>
              <a:gd name="connsiteY40-11628" fmla="*/ 8033 h 10000"/>
              <a:gd name="connsiteX41-11629" fmla="*/ 6021 w 10000"/>
              <a:gd name="connsiteY41-11630" fmla="*/ 8237 h 10000"/>
              <a:gd name="connsiteX42-11631" fmla="*/ 5825 w 10000"/>
              <a:gd name="connsiteY42-11632" fmla="*/ 8534 h 10000"/>
              <a:gd name="connsiteX43-11633" fmla="*/ 5631 w 10000"/>
              <a:gd name="connsiteY43-11634" fmla="*/ 8720 h 10000"/>
              <a:gd name="connsiteX44-11635" fmla="*/ 5196 w 10000"/>
              <a:gd name="connsiteY44-11636" fmla="*/ 9017 h 10000"/>
              <a:gd name="connsiteX45-11637" fmla="*/ 4801 w 10000"/>
              <a:gd name="connsiteY45-11638" fmla="*/ 9314 h 10000"/>
              <a:gd name="connsiteX46-11639" fmla="*/ 4367 w 10000"/>
              <a:gd name="connsiteY46-11640" fmla="*/ 9610 h 10000"/>
              <a:gd name="connsiteX47-11641" fmla="*/ 3976 w 10000"/>
              <a:gd name="connsiteY47-11642" fmla="*/ 9703 h 10000"/>
              <a:gd name="connsiteX48-11643" fmla="*/ 3540 w 10000"/>
              <a:gd name="connsiteY48-11644" fmla="*/ 9889 h 10000"/>
              <a:gd name="connsiteX49-11645" fmla="*/ 3106 w 10000"/>
              <a:gd name="connsiteY49-11646" fmla="*/ 10000 h 10000"/>
              <a:gd name="connsiteX50-11647" fmla="*/ 2714 w 10000"/>
              <a:gd name="connsiteY50-11648" fmla="*/ 10000 h 10000"/>
              <a:gd name="connsiteX51-11649" fmla="*/ 2280 w 10000"/>
              <a:gd name="connsiteY51-11650" fmla="*/ 10000 h 10000"/>
              <a:gd name="connsiteX52-11651" fmla="*/ 2280 w 10000"/>
              <a:gd name="connsiteY52-11652" fmla="*/ 9889 h 10000"/>
              <a:gd name="connsiteX53-11653" fmla="*/ 2081 w 10000"/>
              <a:gd name="connsiteY53-11654" fmla="*/ 9889 h 10000"/>
              <a:gd name="connsiteX54-11655" fmla="*/ 2081 w 10000"/>
              <a:gd name="connsiteY54-11656" fmla="*/ 9796 h 10000"/>
              <a:gd name="connsiteX55-11657" fmla="*/ 2081 w 10000"/>
              <a:gd name="connsiteY55-11658" fmla="*/ 9610 h 10000"/>
              <a:gd name="connsiteX56-11659" fmla="*/ 2081 w 10000"/>
              <a:gd name="connsiteY56-11660" fmla="*/ 9499 h 10000"/>
              <a:gd name="connsiteX57-11661" fmla="*/ 2081 w 10000"/>
              <a:gd name="connsiteY57-11662" fmla="*/ 9406 h 10000"/>
              <a:gd name="connsiteX58-11663" fmla="*/ 2081 w 10000"/>
              <a:gd name="connsiteY58-11664" fmla="*/ 9202 h 10000"/>
              <a:gd name="connsiteX59-11665" fmla="*/ 2081 w 10000"/>
              <a:gd name="connsiteY59-11666" fmla="*/ 9017 h 10000"/>
              <a:gd name="connsiteX60-11667" fmla="*/ 1888 w 10000"/>
              <a:gd name="connsiteY60-11668" fmla="*/ 8813 h 10000"/>
              <a:gd name="connsiteX61-11669" fmla="*/ 1651 w 10000"/>
              <a:gd name="connsiteY61-11670" fmla="*/ 8534 h 10000"/>
              <a:gd name="connsiteX62-11671" fmla="*/ 1258 w 10000"/>
              <a:gd name="connsiteY62-11672" fmla="*/ 8126 h 10000"/>
              <a:gd name="connsiteX63-11673" fmla="*/ 1061 w 10000"/>
              <a:gd name="connsiteY63-11674" fmla="*/ 7737 h 10000"/>
              <a:gd name="connsiteX64-11675" fmla="*/ 431 w 10000"/>
              <a:gd name="connsiteY64-11676" fmla="*/ 7347 h 10000"/>
              <a:gd name="connsiteX65-11677" fmla="*/ 0 w 10000"/>
              <a:gd name="connsiteY65-11678" fmla="*/ 6753 h 10000"/>
              <a:gd name="connsiteX66-11679" fmla="*/ 431 w 10000"/>
              <a:gd name="connsiteY66-11680" fmla="*/ 6957 h 10000"/>
              <a:gd name="connsiteX67-11681" fmla="*/ 1061 w 10000"/>
              <a:gd name="connsiteY67-11682" fmla="*/ 7161 h 10000"/>
              <a:gd name="connsiteX68-11683" fmla="*/ 1453 w 10000"/>
              <a:gd name="connsiteY68-11684" fmla="*/ 7347 h 10000"/>
              <a:gd name="connsiteX69-11685" fmla="*/ 1888 w 10000"/>
              <a:gd name="connsiteY69-11686" fmla="*/ 7440 h 10000"/>
              <a:gd name="connsiteX70-11687" fmla="*/ 2280 w 10000"/>
              <a:gd name="connsiteY70-11688" fmla="*/ 7551 h 10000"/>
              <a:gd name="connsiteX71-11689" fmla="*/ 2522 w 10000"/>
              <a:gd name="connsiteY71-11690" fmla="*/ 7551 h 10000"/>
              <a:gd name="connsiteX72-11691" fmla="*/ 2714 w 10000"/>
              <a:gd name="connsiteY72-11692" fmla="*/ 7644 h 10000"/>
              <a:gd name="connsiteX73-11693" fmla="*/ 2913 w 10000"/>
              <a:gd name="connsiteY73-11694" fmla="*/ 7644 h 10000"/>
              <a:gd name="connsiteX74-11695" fmla="*/ 3106 w 10000"/>
              <a:gd name="connsiteY74-11696" fmla="*/ 7644 h 10000"/>
              <a:gd name="connsiteX75-11697" fmla="*/ 3344 w 10000"/>
              <a:gd name="connsiteY75-11698" fmla="*/ 7644 h 10000"/>
              <a:gd name="connsiteX76-11699" fmla="*/ 3540 w 10000"/>
              <a:gd name="connsiteY76-11700" fmla="*/ 7551 h 10000"/>
              <a:gd name="connsiteX77-11701" fmla="*/ 3741 w 10000"/>
              <a:gd name="connsiteY77-11702" fmla="*/ 7440 h 10000"/>
              <a:gd name="connsiteX78-11703" fmla="*/ 3741 w 10000"/>
              <a:gd name="connsiteY78-11704" fmla="*/ 7347 h 10000"/>
              <a:gd name="connsiteX79-11705" fmla="*/ 3976 w 10000"/>
              <a:gd name="connsiteY79-11706" fmla="*/ 7254 h 10000"/>
              <a:gd name="connsiteX80-11707" fmla="*/ 4169 w 10000"/>
              <a:gd name="connsiteY80-11708" fmla="*/ 7050 h 10000"/>
              <a:gd name="connsiteX81-11709" fmla="*/ 4169 w 10000"/>
              <a:gd name="connsiteY81-11710" fmla="*/ 6865 h 10000"/>
              <a:gd name="connsiteX82-11711" fmla="*/ 4367 w 10000"/>
              <a:gd name="connsiteY82-11712" fmla="*/ 6660 h 10000"/>
              <a:gd name="connsiteX83-11713" fmla="*/ 4564 w 10000"/>
              <a:gd name="connsiteY83-11714" fmla="*/ 6364 h 10000"/>
              <a:gd name="connsiteX84-11715" fmla="*/ 4801 w 10000"/>
              <a:gd name="connsiteY84-11716" fmla="*/ 6067 h 10000"/>
              <a:gd name="connsiteX85-11717" fmla="*/ 4801 w 10000"/>
              <a:gd name="connsiteY85-11718" fmla="*/ 5677 h 10000"/>
              <a:gd name="connsiteX86-11719" fmla="*/ 5196 w 10000"/>
              <a:gd name="connsiteY86-11720" fmla="*/ 4991 h 10000"/>
              <a:gd name="connsiteX87-11721" fmla="*/ 5438 w 10000"/>
              <a:gd name="connsiteY87-11722" fmla="*/ 4212 h 10000"/>
              <a:gd name="connsiteX88-11723" fmla="*/ 5438 w 10000"/>
              <a:gd name="connsiteY88-11724" fmla="*/ 3525 h 10000"/>
              <a:gd name="connsiteX89-11725" fmla="*/ 5631 w 10000"/>
              <a:gd name="connsiteY89-11726" fmla="*/ 2839 h 10000"/>
              <a:gd name="connsiteX90-11727" fmla="*/ 5631 w 10000"/>
              <a:gd name="connsiteY90-11728" fmla="*/ 2542 h 10000"/>
              <a:gd name="connsiteX91-11729" fmla="*/ 5631 w 10000"/>
              <a:gd name="connsiteY91-11730" fmla="*/ 2263 h 10000"/>
              <a:gd name="connsiteX92-11731" fmla="*/ 5631 w 10000"/>
              <a:gd name="connsiteY92-11732" fmla="*/ 2059 h 10000"/>
              <a:gd name="connsiteX93-11733" fmla="*/ 5631 w 10000"/>
              <a:gd name="connsiteY93-11734" fmla="*/ 1855 h 10000"/>
              <a:gd name="connsiteX94-11735" fmla="*/ 5631 w 10000"/>
              <a:gd name="connsiteY94-11736" fmla="*/ 1670 h 10000"/>
              <a:gd name="connsiteX95-11737" fmla="*/ 5631 w 10000"/>
              <a:gd name="connsiteY95-11738" fmla="*/ 1577 h 10000"/>
              <a:gd name="connsiteX96-11739" fmla="*/ 5438 w 10000"/>
              <a:gd name="connsiteY96-11740" fmla="*/ 1466 h 10000"/>
              <a:gd name="connsiteX97-11741" fmla="*/ 5438 w 10000"/>
              <a:gd name="connsiteY97-11742" fmla="*/ 1373 h 10000"/>
              <a:gd name="connsiteX98-11743" fmla="*/ 5438 w 10000"/>
              <a:gd name="connsiteY98-11744" fmla="*/ 1280 h 10000"/>
              <a:gd name="connsiteX99-11745" fmla="*/ 5196 w 10000"/>
              <a:gd name="connsiteY99-11746" fmla="*/ 1280 h 10000"/>
              <a:gd name="connsiteX100-11747" fmla="*/ 5005 w 10000"/>
              <a:gd name="connsiteY100-11748" fmla="*/ 1169 h 10000"/>
              <a:gd name="connsiteX101-11749" fmla="*/ 5005 w 10000"/>
              <a:gd name="connsiteY101-11750" fmla="*/ 1169 h 10000"/>
              <a:gd name="connsiteX0-11751" fmla="*/ 4801 w 10000"/>
              <a:gd name="connsiteY0-11752" fmla="*/ 129 h 9925"/>
              <a:gd name="connsiteX1-11753" fmla="*/ 5438 w 10000"/>
              <a:gd name="connsiteY1-11754" fmla="*/ 18 h 9925"/>
              <a:gd name="connsiteX2-11755" fmla="*/ 6259 w 10000"/>
              <a:gd name="connsiteY2-11756" fmla="*/ 18 h 9925"/>
              <a:gd name="connsiteX3-11757" fmla="*/ 6890 w 10000"/>
              <a:gd name="connsiteY3-11758" fmla="*/ 129 h 9925"/>
              <a:gd name="connsiteX4-11759" fmla="*/ 7085 w 10000"/>
              <a:gd name="connsiteY4-11760" fmla="*/ 222 h 9925"/>
              <a:gd name="connsiteX5-11761" fmla="*/ 7478 w 10000"/>
              <a:gd name="connsiteY5-11762" fmla="*/ 407 h 9925"/>
              <a:gd name="connsiteX6-11763" fmla="*/ 7711 w 10000"/>
              <a:gd name="connsiteY6-11764" fmla="*/ 519 h 9925"/>
              <a:gd name="connsiteX7-11765" fmla="*/ 8114 w 10000"/>
              <a:gd name="connsiteY7-11766" fmla="*/ 611 h 9925"/>
              <a:gd name="connsiteX8-11767" fmla="*/ 8544 w 10000"/>
              <a:gd name="connsiteY8-11768" fmla="*/ 816 h 9925"/>
              <a:gd name="connsiteX9-11769" fmla="*/ 8934 w 10000"/>
              <a:gd name="connsiteY9-11770" fmla="*/ 908 h 9925"/>
              <a:gd name="connsiteX10-11771" fmla="*/ 9173 w 10000"/>
              <a:gd name="connsiteY10-11772" fmla="*/ 1094 h 9925"/>
              <a:gd name="connsiteX11-11773" fmla="*/ 9568 w 10000"/>
              <a:gd name="connsiteY11-11774" fmla="*/ 1205 h 9925"/>
              <a:gd name="connsiteX12-11775" fmla="*/ 9762 w 10000"/>
              <a:gd name="connsiteY12-11776" fmla="*/ 1298 h 9925"/>
              <a:gd name="connsiteX13-11777" fmla="*/ 9762 w 10000"/>
              <a:gd name="connsiteY13-11778" fmla="*/ 1391 h 9925"/>
              <a:gd name="connsiteX14-11779" fmla="*/ 10000 w 10000"/>
              <a:gd name="connsiteY14-11780" fmla="*/ 1391 h 9925"/>
              <a:gd name="connsiteX15-11781" fmla="*/ 10000 w 10000"/>
              <a:gd name="connsiteY15-11782" fmla="*/ 1502 h 9925"/>
              <a:gd name="connsiteX16-11783" fmla="*/ 10000 w 10000"/>
              <a:gd name="connsiteY16-11784" fmla="*/ 1595 h 9925"/>
              <a:gd name="connsiteX17-11785" fmla="*/ 9762 w 10000"/>
              <a:gd name="connsiteY17-11786" fmla="*/ 1688 h 9925"/>
              <a:gd name="connsiteX18-11787" fmla="*/ 9568 w 10000"/>
              <a:gd name="connsiteY18-11788" fmla="*/ 1688 h 9925"/>
              <a:gd name="connsiteX19-11789" fmla="*/ 9371 w 10000"/>
              <a:gd name="connsiteY19-11790" fmla="*/ 1780 h 9925"/>
              <a:gd name="connsiteX20-11791" fmla="*/ 9173 w 10000"/>
              <a:gd name="connsiteY20-11792" fmla="*/ 1780 h 9925"/>
              <a:gd name="connsiteX21-11793" fmla="*/ 9173 w 10000"/>
              <a:gd name="connsiteY21-11794" fmla="*/ 1892 h 9925"/>
              <a:gd name="connsiteX22-11795" fmla="*/ 8934 w 10000"/>
              <a:gd name="connsiteY22-11796" fmla="*/ 1984 h 9925"/>
              <a:gd name="connsiteX23-11797" fmla="*/ 8740 w 10000"/>
              <a:gd name="connsiteY23-11798" fmla="*/ 2188 h 9925"/>
              <a:gd name="connsiteX24-11799" fmla="*/ 8740 w 10000"/>
              <a:gd name="connsiteY24-11800" fmla="*/ 2374 h 9925"/>
              <a:gd name="connsiteX25-11801" fmla="*/ 8544 w 10000"/>
              <a:gd name="connsiteY25-11802" fmla="*/ 2578 h 9925"/>
              <a:gd name="connsiteX26-11803" fmla="*/ 8544 w 10000"/>
              <a:gd name="connsiteY26-11804" fmla="*/ 2875 h 9925"/>
              <a:gd name="connsiteX27-11805" fmla="*/ 8544 w 10000"/>
              <a:gd name="connsiteY27-11806" fmla="*/ 3060 h 9925"/>
              <a:gd name="connsiteX28-11807" fmla="*/ 8305 w 10000"/>
              <a:gd name="connsiteY28-11808" fmla="*/ 3357 h 9925"/>
              <a:gd name="connsiteX29-11809" fmla="*/ 8305 w 10000"/>
              <a:gd name="connsiteY29-11810" fmla="*/ 3747 h 9925"/>
              <a:gd name="connsiteX30-11811" fmla="*/ 8114 w 10000"/>
              <a:gd name="connsiteY30-11812" fmla="*/ 4044 h 9925"/>
              <a:gd name="connsiteX31-11813" fmla="*/ 7913 w 10000"/>
              <a:gd name="connsiteY31-11814" fmla="*/ 4433 h 9925"/>
              <a:gd name="connsiteX32-11815" fmla="*/ 7711 w 10000"/>
              <a:gd name="connsiteY32-11816" fmla="*/ 4823 h 9925"/>
              <a:gd name="connsiteX33-11817" fmla="*/ 7478 w 10000"/>
              <a:gd name="connsiteY33-11818" fmla="*/ 5213 h 9925"/>
              <a:gd name="connsiteX34-11819" fmla="*/ 7085 w 10000"/>
              <a:gd name="connsiteY34-11820" fmla="*/ 6103 h 9925"/>
              <a:gd name="connsiteX35-11821" fmla="*/ 6890 w 10000"/>
              <a:gd name="connsiteY35-11822" fmla="*/ 6493 h 9925"/>
              <a:gd name="connsiteX36-11823" fmla="*/ 6657 w 10000"/>
              <a:gd name="connsiteY36-11824" fmla="*/ 6882 h 9925"/>
              <a:gd name="connsiteX37-11825" fmla="*/ 6458 w 10000"/>
              <a:gd name="connsiteY37-11826" fmla="*/ 7272 h 9925"/>
              <a:gd name="connsiteX38-11827" fmla="*/ 6259 w 10000"/>
              <a:gd name="connsiteY38-11828" fmla="*/ 7662 h 9925"/>
              <a:gd name="connsiteX39-11829" fmla="*/ 6021 w 10000"/>
              <a:gd name="connsiteY39-11830" fmla="*/ 7958 h 9925"/>
              <a:gd name="connsiteX40-11831" fmla="*/ 6021 w 10000"/>
              <a:gd name="connsiteY40-11832" fmla="*/ 8162 h 9925"/>
              <a:gd name="connsiteX41-11833" fmla="*/ 5825 w 10000"/>
              <a:gd name="connsiteY41-11834" fmla="*/ 8459 h 9925"/>
              <a:gd name="connsiteX42-11835" fmla="*/ 5631 w 10000"/>
              <a:gd name="connsiteY42-11836" fmla="*/ 8645 h 9925"/>
              <a:gd name="connsiteX43-11837" fmla="*/ 5196 w 10000"/>
              <a:gd name="connsiteY43-11838" fmla="*/ 8942 h 9925"/>
              <a:gd name="connsiteX44-11839" fmla="*/ 4801 w 10000"/>
              <a:gd name="connsiteY44-11840" fmla="*/ 9239 h 9925"/>
              <a:gd name="connsiteX45-11841" fmla="*/ 4367 w 10000"/>
              <a:gd name="connsiteY45-11842" fmla="*/ 9535 h 9925"/>
              <a:gd name="connsiteX46-11843" fmla="*/ 3976 w 10000"/>
              <a:gd name="connsiteY46-11844" fmla="*/ 9628 h 9925"/>
              <a:gd name="connsiteX47-11845" fmla="*/ 3540 w 10000"/>
              <a:gd name="connsiteY47-11846" fmla="*/ 9814 h 9925"/>
              <a:gd name="connsiteX48-11847" fmla="*/ 3106 w 10000"/>
              <a:gd name="connsiteY48-11848" fmla="*/ 9925 h 9925"/>
              <a:gd name="connsiteX49-11849" fmla="*/ 2714 w 10000"/>
              <a:gd name="connsiteY49-11850" fmla="*/ 9925 h 9925"/>
              <a:gd name="connsiteX50-11851" fmla="*/ 2280 w 10000"/>
              <a:gd name="connsiteY50-11852" fmla="*/ 9925 h 9925"/>
              <a:gd name="connsiteX51-11853" fmla="*/ 2280 w 10000"/>
              <a:gd name="connsiteY51-11854" fmla="*/ 9814 h 9925"/>
              <a:gd name="connsiteX52-11855" fmla="*/ 2081 w 10000"/>
              <a:gd name="connsiteY52-11856" fmla="*/ 9814 h 9925"/>
              <a:gd name="connsiteX53-11857" fmla="*/ 2081 w 10000"/>
              <a:gd name="connsiteY53-11858" fmla="*/ 9721 h 9925"/>
              <a:gd name="connsiteX54-11859" fmla="*/ 2081 w 10000"/>
              <a:gd name="connsiteY54-11860" fmla="*/ 9535 h 9925"/>
              <a:gd name="connsiteX55-11861" fmla="*/ 2081 w 10000"/>
              <a:gd name="connsiteY55-11862" fmla="*/ 9424 h 9925"/>
              <a:gd name="connsiteX56-11863" fmla="*/ 2081 w 10000"/>
              <a:gd name="connsiteY56-11864" fmla="*/ 9331 h 9925"/>
              <a:gd name="connsiteX57-11865" fmla="*/ 2081 w 10000"/>
              <a:gd name="connsiteY57-11866" fmla="*/ 9127 h 9925"/>
              <a:gd name="connsiteX58-11867" fmla="*/ 2081 w 10000"/>
              <a:gd name="connsiteY58-11868" fmla="*/ 8942 h 9925"/>
              <a:gd name="connsiteX59-11869" fmla="*/ 1888 w 10000"/>
              <a:gd name="connsiteY59-11870" fmla="*/ 8738 h 9925"/>
              <a:gd name="connsiteX60-11871" fmla="*/ 1651 w 10000"/>
              <a:gd name="connsiteY60-11872" fmla="*/ 8459 h 9925"/>
              <a:gd name="connsiteX61-11873" fmla="*/ 1258 w 10000"/>
              <a:gd name="connsiteY61-11874" fmla="*/ 8051 h 9925"/>
              <a:gd name="connsiteX62-11875" fmla="*/ 1061 w 10000"/>
              <a:gd name="connsiteY62-11876" fmla="*/ 7662 h 9925"/>
              <a:gd name="connsiteX63-11877" fmla="*/ 431 w 10000"/>
              <a:gd name="connsiteY63-11878" fmla="*/ 7272 h 9925"/>
              <a:gd name="connsiteX64-11879" fmla="*/ 0 w 10000"/>
              <a:gd name="connsiteY64-11880" fmla="*/ 6678 h 9925"/>
              <a:gd name="connsiteX65-11881" fmla="*/ 431 w 10000"/>
              <a:gd name="connsiteY65-11882" fmla="*/ 6882 h 9925"/>
              <a:gd name="connsiteX66-11883" fmla="*/ 1061 w 10000"/>
              <a:gd name="connsiteY66-11884" fmla="*/ 7086 h 9925"/>
              <a:gd name="connsiteX67-11885" fmla="*/ 1453 w 10000"/>
              <a:gd name="connsiteY67-11886" fmla="*/ 7272 h 9925"/>
              <a:gd name="connsiteX68-11887" fmla="*/ 1888 w 10000"/>
              <a:gd name="connsiteY68-11888" fmla="*/ 7365 h 9925"/>
              <a:gd name="connsiteX69-11889" fmla="*/ 2280 w 10000"/>
              <a:gd name="connsiteY69-11890" fmla="*/ 7476 h 9925"/>
              <a:gd name="connsiteX70-11891" fmla="*/ 2522 w 10000"/>
              <a:gd name="connsiteY70-11892" fmla="*/ 7476 h 9925"/>
              <a:gd name="connsiteX71-11893" fmla="*/ 2714 w 10000"/>
              <a:gd name="connsiteY71-11894" fmla="*/ 7569 h 9925"/>
              <a:gd name="connsiteX72-11895" fmla="*/ 2913 w 10000"/>
              <a:gd name="connsiteY72-11896" fmla="*/ 7569 h 9925"/>
              <a:gd name="connsiteX73-11897" fmla="*/ 3106 w 10000"/>
              <a:gd name="connsiteY73-11898" fmla="*/ 7569 h 9925"/>
              <a:gd name="connsiteX74-11899" fmla="*/ 3344 w 10000"/>
              <a:gd name="connsiteY74-11900" fmla="*/ 7569 h 9925"/>
              <a:gd name="connsiteX75-11901" fmla="*/ 3540 w 10000"/>
              <a:gd name="connsiteY75-11902" fmla="*/ 7476 h 9925"/>
              <a:gd name="connsiteX76-11903" fmla="*/ 3741 w 10000"/>
              <a:gd name="connsiteY76-11904" fmla="*/ 7365 h 9925"/>
              <a:gd name="connsiteX77-11905" fmla="*/ 3741 w 10000"/>
              <a:gd name="connsiteY77-11906" fmla="*/ 7272 h 9925"/>
              <a:gd name="connsiteX78-11907" fmla="*/ 3976 w 10000"/>
              <a:gd name="connsiteY78-11908" fmla="*/ 7179 h 9925"/>
              <a:gd name="connsiteX79-11909" fmla="*/ 4169 w 10000"/>
              <a:gd name="connsiteY79-11910" fmla="*/ 6975 h 9925"/>
              <a:gd name="connsiteX80-11911" fmla="*/ 4169 w 10000"/>
              <a:gd name="connsiteY80-11912" fmla="*/ 6790 h 9925"/>
              <a:gd name="connsiteX81-11913" fmla="*/ 4367 w 10000"/>
              <a:gd name="connsiteY81-11914" fmla="*/ 6585 h 9925"/>
              <a:gd name="connsiteX82-11915" fmla="*/ 4564 w 10000"/>
              <a:gd name="connsiteY82-11916" fmla="*/ 6289 h 9925"/>
              <a:gd name="connsiteX83-11917" fmla="*/ 4801 w 10000"/>
              <a:gd name="connsiteY83-11918" fmla="*/ 5992 h 9925"/>
              <a:gd name="connsiteX84-11919" fmla="*/ 4801 w 10000"/>
              <a:gd name="connsiteY84-11920" fmla="*/ 5602 h 9925"/>
              <a:gd name="connsiteX85-11921" fmla="*/ 5196 w 10000"/>
              <a:gd name="connsiteY85-11922" fmla="*/ 4916 h 9925"/>
              <a:gd name="connsiteX86-11923" fmla="*/ 5438 w 10000"/>
              <a:gd name="connsiteY86-11924" fmla="*/ 4137 h 9925"/>
              <a:gd name="connsiteX87-11925" fmla="*/ 5438 w 10000"/>
              <a:gd name="connsiteY87-11926" fmla="*/ 3450 h 9925"/>
              <a:gd name="connsiteX88-11927" fmla="*/ 5631 w 10000"/>
              <a:gd name="connsiteY88-11928" fmla="*/ 2764 h 9925"/>
              <a:gd name="connsiteX89-11929" fmla="*/ 5631 w 10000"/>
              <a:gd name="connsiteY89-11930" fmla="*/ 2467 h 9925"/>
              <a:gd name="connsiteX90-11931" fmla="*/ 5631 w 10000"/>
              <a:gd name="connsiteY90-11932" fmla="*/ 2188 h 9925"/>
              <a:gd name="connsiteX91-11933" fmla="*/ 5631 w 10000"/>
              <a:gd name="connsiteY91-11934" fmla="*/ 1984 h 9925"/>
              <a:gd name="connsiteX92-11935" fmla="*/ 5631 w 10000"/>
              <a:gd name="connsiteY92-11936" fmla="*/ 1780 h 9925"/>
              <a:gd name="connsiteX93-11937" fmla="*/ 5631 w 10000"/>
              <a:gd name="connsiteY93-11938" fmla="*/ 1595 h 9925"/>
              <a:gd name="connsiteX94-11939" fmla="*/ 5631 w 10000"/>
              <a:gd name="connsiteY94-11940" fmla="*/ 1502 h 9925"/>
              <a:gd name="connsiteX95-11941" fmla="*/ 5438 w 10000"/>
              <a:gd name="connsiteY95-11942" fmla="*/ 1391 h 9925"/>
              <a:gd name="connsiteX96-11943" fmla="*/ 5438 w 10000"/>
              <a:gd name="connsiteY96-11944" fmla="*/ 1298 h 9925"/>
              <a:gd name="connsiteX97-11945" fmla="*/ 5438 w 10000"/>
              <a:gd name="connsiteY97-11946" fmla="*/ 1205 h 9925"/>
              <a:gd name="connsiteX98-11947" fmla="*/ 5196 w 10000"/>
              <a:gd name="connsiteY98-11948" fmla="*/ 1205 h 9925"/>
              <a:gd name="connsiteX99-11949" fmla="*/ 5005 w 10000"/>
              <a:gd name="connsiteY99-11950" fmla="*/ 1094 h 9925"/>
              <a:gd name="connsiteX100-11951" fmla="*/ 5005 w 10000"/>
              <a:gd name="connsiteY100-11952" fmla="*/ 1094 h 9925"/>
              <a:gd name="connsiteX0-11953" fmla="*/ 5438 w 10000"/>
              <a:gd name="connsiteY0-11954" fmla="*/ 18 h 10000"/>
              <a:gd name="connsiteX1-11955" fmla="*/ 6259 w 10000"/>
              <a:gd name="connsiteY1-11956" fmla="*/ 18 h 10000"/>
              <a:gd name="connsiteX2-11957" fmla="*/ 6890 w 10000"/>
              <a:gd name="connsiteY2-11958" fmla="*/ 130 h 10000"/>
              <a:gd name="connsiteX3-11959" fmla="*/ 7085 w 10000"/>
              <a:gd name="connsiteY3-11960" fmla="*/ 224 h 10000"/>
              <a:gd name="connsiteX4-11961" fmla="*/ 7478 w 10000"/>
              <a:gd name="connsiteY4-11962" fmla="*/ 410 h 10000"/>
              <a:gd name="connsiteX5-11963" fmla="*/ 7711 w 10000"/>
              <a:gd name="connsiteY5-11964" fmla="*/ 523 h 10000"/>
              <a:gd name="connsiteX6-11965" fmla="*/ 8114 w 10000"/>
              <a:gd name="connsiteY6-11966" fmla="*/ 616 h 10000"/>
              <a:gd name="connsiteX7-11967" fmla="*/ 8544 w 10000"/>
              <a:gd name="connsiteY7-11968" fmla="*/ 822 h 10000"/>
              <a:gd name="connsiteX8-11969" fmla="*/ 8934 w 10000"/>
              <a:gd name="connsiteY8-11970" fmla="*/ 915 h 10000"/>
              <a:gd name="connsiteX9-11971" fmla="*/ 9173 w 10000"/>
              <a:gd name="connsiteY9-11972" fmla="*/ 1102 h 10000"/>
              <a:gd name="connsiteX10-11973" fmla="*/ 9568 w 10000"/>
              <a:gd name="connsiteY10-11974" fmla="*/ 1214 h 10000"/>
              <a:gd name="connsiteX11-11975" fmla="*/ 9762 w 10000"/>
              <a:gd name="connsiteY11-11976" fmla="*/ 1308 h 10000"/>
              <a:gd name="connsiteX12-11977" fmla="*/ 9762 w 10000"/>
              <a:gd name="connsiteY12-11978" fmla="*/ 1402 h 10000"/>
              <a:gd name="connsiteX13-11979" fmla="*/ 10000 w 10000"/>
              <a:gd name="connsiteY13-11980" fmla="*/ 1402 h 10000"/>
              <a:gd name="connsiteX14-11981" fmla="*/ 10000 w 10000"/>
              <a:gd name="connsiteY14-11982" fmla="*/ 1513 h 10000"/>
              <a:gd name="connsiteX15-11983" fmla="*/ 10000 w 10000"/>
              <a:gd name="connsiteY15-11984" fmla="*/ 1607 h 10000"/>
              <a:gd name="connsiteX16-11985" fmla="*/ 9762 w 10000"/>
              <a:gd name="connsiteY16-11986" fmla="*/ 1701 h 10000"/>
              <a:gd name="connsiteX17-11987" fmla="*/ 9568 w 10000"/>
              <a:gd name="connsiteY17-11988" fmla="*/ 1701 h 10000"/>
              <a:gd name="connsiteX18-11989" fmla="*/ 9371 w 10000"/>
              <a:gd name="connsiteY18-11990" fmla="*/ 1793 h 10000"/>
              <a:gd name="connsiteX19-11991" fmla="*/ 9173 w 10000"/>
              <a:gd name="connsiteY19-11992" fmla="*/ 1793 h 10000"/>
              <a:gd name="connsiteX20-11993" fmla="*/ 9173 w 10000"/>
              <a:gd name="connsiteY20-11994" fmla="*/ 1906 h 10000"/>
              <a:gd name="connsiteX21-11995" fmla="*/ 8934 w 10000"/>
              <a:gd name="connsiteY21-11996" fmla="*/ 1999 h 10000"/>
              <a:gd name="connsiteX22-11997" fmla="*/ 8740 w 10000"/>
              <a:gd name="connsiteY22-11998" fmla="*/ 2205 h 10000"/>
              <a:gd name="connsiteX23-11999" fmla="*/ 8740 w 10000"/>
              <a:gd name="connsiteY23-12000" fmla="*/ 2392 h 10000"/>
              <a:gd name="connsiteX24-12001" fmla="*/ 8544 w 10000"/>
              <a:gd name="connsiteY24-12002" fmla="*/ 2597 h 10000"/>
              <a:gd name="connsiteX25-12003" fmla="*/ 8544 w 10000"/>
              <a:gd name="connsiteY25-12004" fmla="*/ 2897 h 10000"/>
              <a:gd name="connsiteX26-12005" fmla="*/ 8544 w 10000"/>
              <a:gd name="connsiteY26-12006" fmla="*/ 3083 h 10000"/>
              <a:gd name="connsiteX27-12007" fmla="*/ 8305 w 10000"/>
              <a:gd name="connsiteY27-12008" fmla="*/ 3382 h 10000"/>
              <a:gd name="connsiteX28-12009" fmla="*/ 8305 w 10000"/>
              <a:gd name="connsiteY28-12010" fmla="*/ 3775 h 10000"/>
              <a:gd name="connsiteX29-12011" fmla="*/ 8114 w 10000"/>
              <a:gd name="connsiteY29-12012" fmla="*/ 4075 h 10000"/>
              <a:gd name="connsiteX30-12013" fmla="*/ 7913 w 10000"/>
              <a:gd name="connsiteY30-12014" fmla="*/ 4466 h 10000"/>
              <a:gd name="connsiteX31-12015" fmla="*/ 7711 w 10000"/>
              <a:gd name="connsiteY31-12016" fmla="*/ 4859 h 10000"/>
              <a:gd name="connsiteX32-12017" fmla="*/ 7478 w 10000"/>
              <a:gd name="connsiteY32-12018" fmla="*/ 5252 h 10000"/>
              <a:gd name="connsiteX33-12019" fmla="*/ 7085 w 10000"/>
              <a:gd name="connsiteY33-12020" fmla="*/ 6149 h 10000"/>
              <a:gd name="connsiteX34-12021" fmla="*/ 6890 w 10000"/>
              <a:gd name="connsiteY34-12022" fmla="*/ 6542 h 10000"/>
              <a:gd name="connsiteX35-12023" fmla="*/ 6657 w 10000"/>
              <a:gd name="connsiteY35-12024" fmla="*/ 6934 h 10000"/>
              <a:gd name="connsiteX36-12025" fmla="*/ 6458 w 10000"/>
              <a:gd name="connsiteY36-12026" fmla="*/ 7327 h 10000"/>
              <a:gd name="connsiteX37-12027" fmla="*/ 6259 w 10000"/>
              <a:gd name="connsiteY37-12028" fmla="*/ 7720 h 10000"/>
              <a:gd name="connsiteX38-12029" fmla="*/ 6021 w 10000"/>
              <a:gd name="connsiteY38-12030" fmla="*/ 8018 h 10000"/>
              <a:gd name="connsiteX39-12031" fmla="*/ 6021 w 10000"/>
              <a:gd name="connsiteY39-12032" fmla="*/ 8224 h 10000"/>
              <a:gd name="connsiteX40-12033" fmla="*/ 5825 w 10000"/>
              <a:gd name="connsiteY40-12034" fmla="*/ 8523 h 10000"/>
              <a:gd name="connsiteX41-12035" fmla="*/ 5631 w 10000"/>
              <a:gd name="connsiteY41-12036" fmla="*/ 8710 h 10000"/>
              <a:gd name="connsiteX42-12037" fmla="*/ 5196 w 10000"/>
              <a:gd name="connsiteY42-12038" fmla="*/ 9010 h 10000"/>
              <a:gd name="connsiteX43-12039" fmla="*/ 4801 w 10000"/>
              <a:gd name="connsiteY43-12040" fmla="*/ 9309 h 10000"/>
              <a:gd name="connsiteX44-12041" fmla="*/ 4367 w 10000"/>
              <a:gd name="connsiteY44-12042" fmla="*/ 9607 h 10000"/>
              <a:gd name="connsiteX45-12043" fmla="*/ 3976 w 10000"/>
              <a:gd name="connsiteY45-12044" fmla="*/ 9701 h 10000"/>
              <a:gd name="connsiteX46-12045" fmla="*/ 3540 w 10000"/>
              <a:gd name="connsiteY46-12046" fmla="*/ 9888 h 10000"/>
              <a:gd name="connsiteX47-12047" fmla="*/ 3106 w 10000"/>
              <a:gd name="connsiteY47-12048" fmla="*/ 10000 h 10000"/>
              <a:gd name="connsiteX48-12049" fmla="*/ 2714 w 10000"/>
              <a:gd name="connsiteY48-12050" fmla="*/ 10000 h 10000"/>
              <a:gd name="connsiteX49-12051" fmla="*/ 2280 w 10000"/>
              <a:gd name="connsiteY49-12052" fmla="*/ 10000 h 10000"/>
              <a:gd name="connsiteX50-12053" fmla="*/ 2280 w 10000"/>
              <a:gd name="connsiteY50-12054" fmla="*/ 9888 h 10000"/>
              <a:gd name="connsiteX51-12055" fmla="*/ 2081 w 10000"/>
              <a:gd name="connsiteY51-12056" fmla="*/ 9888 h 10000"/>
              <a:gd name="connsiteX52-12057" fmla="*/ 2081 w 10000"/>
              <a:gd name="connsiteY52-12058" fmla="*/ 9794 h 10000"/>
              <a:gd name="connsiteX53-12059" fmla="*/ 2081 w 10000"/>
              <a:gd name="connsiteY53-12060" fmla="*/ 9607 h 10000"/>
              <a:gd name="connsiteX54-12061" fmla="*/ 2081 w 10000"/>
              <a:gd name="connsiteY54-12062" fmla="*/ 9495 h 10000"/>
              <a:gd name="connsiteX55-12063" fmla="*/ 2081 w 10000"/>
              <a:gd name="connsiteY55-12064" fmla="*/ 9402 h 10000"/>
              <a:gd name="connsiteX56-12065" fmla="*/ 2081 w 10000"/>
              <a:gd name="connsiteY56-12066" fmla="*/ 9196 h 10000"/>
              <a:gd name="connsiteX57-12067" fmla="*/ 2081 w 10000"/>
              <a:gd name="connsiteY57-12068" fmla="*/ 9010 h 10000"/>
              <a:gd name="connsiteX58-12069" fmla="*/ 1888 w 10000"/>
              <a:gd name="connsiteY58-12070" fmla="*/ 8804 h 10000"/>
              <a:gd name="connsiteX59-12071" fmla="*/ 1651 w 10000"/>
              <a:gd name="connsiteY59-12072" fmla="*/ 8523 h 10000"/>
              <a:gd name="connsiteX60-12073" fmla="*/ 1258 w 10000"/>
              <a:gd name="connsiteY60-12074" fmla="*/ 8112 h 10000"/>
              <a:gd name="connsiteX61-12075" fmla="*/ 1061 w 10000"/>
              <a:gd name="connsiteY61-12076" fmla="*/ 7720 h 10000"/>
              <a:gd name="connsiteX62-12077" fmla="*/ 431 w 10000"/>
              <a:gd name="connsiteY62-12078" fmla="*/ 7327 h 10000"/>
              <a:gd name="connsiteX63-12079" fmla="*/ 0 w 10000"/>
              <a:gd name="connsiteY63-12080" fmla="*/ 6728 h 10000"/>
              <a:gd name="connsiteX64-12081" fmla="*/ 431 w 10000"/>
              <a:gd name="connsiteY64-12082" fmla="*/ 6934 h 10000"/>
              <a:gd name="connsiteX65-12083" fmla="*/ 1061 w 10000"/>
              <a:gd name="connsiteY65-12084" fmla="*/ 7140 h 10000"/>
              <a:gd name="connsiteX66-12085" fmla="*/ 1453 w 10000"/>
              <a:gd name="connsiteY66-12086" fmla="*/ 7327 h 10000"/>
              <a:gd name="connsiteX67-12087" fmla="*/ 1888 w 10000"/>
              <a:gd name="connsiteY67-12088" fmla="*/ 7421 h 10000"/>
              <a:gd name="connsiteX68-12089" fmla="*/ 2280 w 10000"/>
              <a:gd name="connsiteY68-12090" fmla="*/ 7532 h 10000"/>
              <a:gd name="connsiteX69-12091" fmla="*/ 2522 w 10000"/>
              <a:gd name="connsiteY69-12092" fmla="*/ 7532 h 10000"/>
              <a:gd name="connsiteX70-12093" fmla="*/ 2714 w 10000"/>
              <a:gd name="connsiteY70-12094" fmla="*/ 7626 h 10000"/>
              <a:gd name="connsiteX71-12095" fmla="*/ 2913 w 10000"/>
              <a:gd name="connsiteY71-12096" fmla="*/ 7626 h 10000"/>
              <a:gd name="connsiteX72-12097" fmla="*/ 3106 w 10000"/>
              <a:gd name="connsiteY72-12098" fmla="*/ 7626 h 10000"/>
              <a:gd name="connsiteX73-12099" fmla="*/ 3344 w 10000"/>
              <a:gd name="connsiteY73-12100" fmla="*/ 7626 h 10000"/>
              <a:gd name="connsiteX74-12101" fmla="*/ 3540 w 10000"/>
              <a:gd name="connsiteY74-12102" fmla="*/ 7532 h 10000"/>
              <a:gd name="connsiteX75-12103" fmla="*/ 3741 w 10000"/>
              <a:gd name="connsiteY75-12104" fmla="*/ 7421 h 10000"/>
              <a:gd name="connsiteX76-12105" fmla="*/ 3741 w 10000"/>
              <a:gd name="connsiteY76-12106" fmla="*/ 7327 h 10000"/>
              <a:gd name="connsiteX77-12107" fmla="*/ 3976 w 10000"/>
              <a:gd name="connsiteY77-12108" fmla="*/ 7233 h 10000"/>
              <a:gd name="connsiteX78-12109" fmla="*/ 4169 w 10000"/>
              <a:gd name="connsiteY78-12110" fmla="*/ 7028 h 10000"/>
              <a:gd name="connsiteX79-12111" fmla="*/ 4169 w 10000"/>
              <a:gd name="connsiteY79-12112" fmla="*/ 6841 h 10000"/>
              <a:gd name="connsiteX80-12113" fmla="*/ 4367 w 10000"/>
              <a:gd name="connsiteY80-12114" fmla="*/ 6635 h 10000"/>
              <a:gd name="connsiteX81-12115" fmla="*/ 4564 w 10000"/>
              <a:gd name="connsiteY81-12116" fmla="*/ 6337 h 10000"/>
              <a:gd name="connsiteX82-12117" fmla="*/ 4801 w 10000"/>
              <a:gd name="connsiteY82-12118" fmla="*/ 6037 h 10000"/>
              <a:gd name="connsiteX83-12119" fmla="*/ 4801 w 10000"/>
              <a:gd name="connsiteY83-12120" fmla="*/ 5644 h 10000"/>
              <a:gd name="connsiteX84-12121" fmla="*/ 5196 w 10000"/>
              <a:gd name="connsiteY84-12122" fmla="*/ 4953 h 10000"/>
              <a:gd name="connsiteX85-12123" fmla="*/ 5438 w 10000"/>
              <a:gd name="connsiteY85-12124" fmla="*/ 4168 h 10000"/>
              <a:gd name="connsiteX86-12125" fmla="*/ 5438 w 10000"/>
              <a:gd name="connsiteY86-12126" fmla="*/ 3476 h 10000"/>
              <a:gd name="connsiteX87-12127" fmla="*/ 5631 w 10000"/>
              <a:gd name="connsiteY87-12128" fmla="*/ 2785 h 10000"/>
              <a:gd name="connsiteX88-12129" fmla="*/ 5631 w 10000"/>
              <a:gd name="connsiteY88-12130" fmla="*/ 2486 h 10000"/>
              <a:gd name="connsiteX89-12131" fmla="*/ 5631 w 10000"/>
              <a:gd name="connsiteY89-12132" fmla="*/ 2205 h 10000"/>
              <a:gd name="connsiteX90-12133" fmla="*/ 5631 w 10000"/>
              <a:gd name="connsiteY90-12134" fmla="*/ 1999 h 10000"/>
              <a:gd name="connsiteX91-12135" fmla="*/ 5631 w 10000"/>
              <a:gd name="connsiteY91-12136" fmla="*/ 1793 h 10000"/>
              <a:gd name="connsiteX92-12137" fmla="*/ 5631 w 10000"/>
              <a:gd name="connsiteY92-12138" fmla="*/ 1607 h 10000"/>
              <a:gd name="connsiteX93-12139" fmla="*/ 5631 w 10000"/>
              <a:gd name="connsiteY93-12140" fmla="*/ 1513 h 10000"/>
              <a:gd name="connsiteX94-12141" fmla="*/ 5438 w 10000"/>
              <a:gd name="connsiteY94-12142" fmla="*/ 1402 h 10000"/>
              <a:gd name="connsiteX95-12143" fmla="*/ 5438 w 10000"/>
              <a:gd name="connsiteY95-12144" fmla="*/ 1308 h 10000"/>
              <a:gd name="connsiteX96-12145" fmla="*/ 5438 w 10000"/>
              <a:gd name="connsiteY96-12146" fmla="*/ 1214 h 10000"/>
              <a:gd name="connsiteX97-12147" fmla="*/ 5196 w 10000"/>
              <a:gd name="connsiteY97-12148" fmla="*/ 1214 h 10000"/>
              <a:gd name="connsiteX98-12149" fmla="*/ 5005 w 10000"/>
              <a:gd name="connsiteY98-12150" fmla="*/ 1102 h 10000"/>
              <a:gd name="connsiteX99-12151" fmla="*/ 5005 w 10000"/>
              <a:gd name="connsiteY99-12152" fmla="*/ 1102 h 10000"/>
              <a:gd name="connsiteX0-12153" fmla="*/ 6259 w 10000"/>
              <a:gd name="connsiteY0-12154" fmla="*/ 0 h 9982"/>
              <a:gd name="connsiteX1-12155" fmla="*/ 6890 w 10000"/>
              <a:gd name="connsiteY1-12156" fmla="*/ 112 h 9982"/>
              <a:gd name="connsiteX2-12157" fmla="*/ 7085 w 10000"/>
              <a:gd name="connsiteY2-12158" fmla="*/ 206 h 9982"/>
              <a:gd name="connsiteX3-12159" fmla="*/ 7478 w 10000"/>
              <a:gd name="connsiteY3-12160" fmla="*/ 392 h 9982"/>
              <a:gd name="connsiteX4-12161" fmla="*/ 7711 w 10000"/>
              <a:gd name="connsiteY4-12162" fmla="*/ 505 h 9982"/>
              <a:gd name="connsiteX5-12163" fmla="*/ 8114 w 10000"/>
              <a:gd name="connsiteY5-12164" fmla="*/ 598 h 9982"/>
              <a:gd name="connsiteX6-12165" fmla="*/ 8544 w 10000"/>
              <a:gd name="connsiteY6-12166" fmla="*/ 804 h 9982"/>
              <a:gd name="connsiteX7-12167" fmla="*/ 8934 w 10000"/>
              <a:gd name="connsiteY7-12168" fmla="*/ 897 h 9982"/>
              <a:gd name="connsiteX8-12169" fmla="*/ 9173 w 10000"/>
              <a:gd name="connsiteY8-12170" fmla="*/ 1084 h 9982"/>
              <a:gd name="connsiteX9-12171" fmla="*/ 9568 w 10000"/>
              <a:gd name="connsiteY9-12172" fmla="*/ 1196 h 9982"/>
              <a:gd name="connsiteX10-12173" fmla="*/ 9762 w 10000"/>
              <a:gd name="connsiteY10-12174" fmla="*/ 1290 h 9982"/>
              <a:gd name="connsiteX11-12175" fmla="*/ 9762 w 10000"/>
              <a:gd name="connsiteY11-12176" fmla="*/ 1384 h 9982"/>
              <a:gd name="connsiteX12-12177" fmla="*/ 10000 w 10000"/>
              <a:gd name="connsiteY12-12178" fmla="*/ 1384 h 9982"/>
              <a:gd name="connsiteX13-12179" fmla="*/ 10000 w 10000"/>
              <a:gd name="connsiteY13-12180" fmla="*/ 1495 h 9982"/>
              <a:gd name="connsiteX14-12181" fmla="*/ 10000 w 10000"/>
              <a:gd name="connsiteY14-12182" fmla="*/ 1589 h 9982"/>
              <a:gd name="connsiteX15-12183" fmla="*/ 9762 w 10000"/>
              <a:gd name="connsiteY15-12184" fmla="*/ 1683 h 9982"/>
              <a:gd name="connsiteX16-12185" fmla="*/ 9568 w 10000"/>
              <a:gd name="connsiteY16-12186" fmla="*/ 1683 h 9982"/>
              <a:gd name="connsiteX17-12187" fmla="*/ 9371 w 10000"/>
              <a:gd name="connsiteY17-12188" fmla="*/ 1775 h 9982"/>
              <a:gd name="connsiteX18-12189" fmla="*/ 9173 w 10000"/>
              <a:gd name="connsiteY18-12190" fmla="*/ 1775 h 9982"/>
              <a:gd name="connsiteX19-12191" fmla="*/ 9173 w 10000"/>
              <a:gd name="connsiteY19-12192" fmla="*/ 1888 h 9982"/>
              <a:gd name="connsiteX20-12193" fmla="*/ 8934 w 10000"/>
              <a:gd name="connsiteY20-12194" fmla="*/ 1981 h 9982"/>
              <a:gd name="connsiteX21-12195" fmla="*/ 8740 w 10000"/>
              <a:gd name="connsiteY21-12196" fmla="*/ 2187 h 9982"/>
              <a:gd name="connsiteX22-12197" fmla="*/ 8740 w 10000"/>
              <a:gd name="connsiteY22-12198" fmla="*/ 2374 h 9982"/>
              <a:gd name="connsiteX23-12199" fmla="*/ 8544 w 10000"/>
              <a:gd name="connsiteY23-12200" fmla="*/ 2579 h 9982"/>
              <a:gd name="connsiteX24-12201" fmla="*/ 8544 w 10000"/>
              <a:gd name="connsiteY24-12202" fmla="*/ 2879 h 9982"/>
              <a:gd name="connsiteX25-12203" fmla="*/ 8544 w 10000"/>
              <a:gd name="connsiteY25-12204" fmla="*/ 3065 h 9982"/>
              <a:gd name="connsiteX26-12205" fmla="*/ 8305 w 10000"/>
              <a:gd name="connsiteY26-12206" fmla="*/ 3364 h 9982"/>
              <a:gd name="connsiteX27-12207" fmla="*/ 8305 w 10000"/>
              <a:gd name="connsiteY27-12208" fmla="*/ 3757 h 9982"/>
              <a:gd name="connsiteX28-12209" fmla="*/ 8114 w 10000"/>
              <a:gd name="connsiteY28-12210" fmla="*/ 4057 h 9982"/>
              <a:gd name="connsiteX29-12211" fmla="*/ 7913 w 10000"/>
              <a:gd name="connsiteY29-12212" fmla="*/ 4448 h 9982"/>
              <a:gd name="connsiteX30-12213" fmla="*/ 7711 w 10000"/>
              <a:gd name="connsiteY30-12214" fmla="*/ 4841 h 9982"/>
              <a:gd name="connsiteX31-12215" fmla="*/ 7478 w 10000"/>
              <a:gd name="connsiteY31-12216" fmla="*/ 5234 h 9982"/>
              <a:gd name="connsiteX32-12217" fmla="*/ 7085 w 10000"/>
              <a:gd name="connsiteY32-12218" fmla="*/ 6131 h 9982"/>
              <a:gd name="connsiteX33-12219" fmla="*/ 6890 w 10000"/>
              <a:gd name="connsiteY33-12220" fmla="*/ 6524 h 9982"/>
              <a:gd name="connsiteX34-12221" fmla="*/ 6657 w 10000"/>
              <a:gd name="connsiteY34-12222" fmla="*/ 6916 h 9982"/>
              <a:gd name="connsiteX35-12223" fmla="*/ 6458 w 10000"/>
              <a:gd name="connsiteY35-12224" fmla="*/ 7309 h 9982"/>
              <a:gd name="connsiteX36-12225" fmla="*/ 6259 w 10000"/>
              <a:gd name="connsiteY36-12226" fmla="*/ 7702 h 9982"/>
              <a:gd name="connsiteX37-12227" fmla="*/ 6021 w 10000"/>
              <a:gd name="connsiteY37-12228" fmla="*/ 8000 h 9982"/>
              <a:gd name="connsiteX38-12229" fmla="*/ 6021 w 10000"/>
              <a:gd name="connsiteY38-12230" fmla="*/ 8206 h 9982"/>
              <a:gd name="connsiteX39-12231" fmla="*/ 5825 w 10000"/>
              <a:gd name="connsiteY39-12232" fmla="*/ 8505 h 9982"/>
              <a:gd name="connsiteX40-12233" fmla="*/ 5631 w 10000"/>
              <a:gd name="connsiteY40-12234" fmla="*/ 8692 h 9982"/>
              <a:gd name="connsiteX41-12235" fmla="*/ 5196 w 10000"/>
              <a:gd name="connsiteY41-12236" fmla="*/ 8992 h 9982"/>
              <a:gd name="connsiteX42-12237" fmla="*/ 4801 w 10000"/>
              <a:gd name="connsiteY42-12238" fmla="*/ 9291 h 9982"/>
              <a:gd name="connsiteX43-12239" fmla="*/ 4367 w 10000"/>
              <a:gd name="connsiteY43-12240" fmla="*/ 9589 h 9982"/>
              <a:gd name="connsiteX44-12241" fmla="*/ 3976 w 10000"/>
              <a:gd name="connsiteY44-12242" fmla="*/ 9683 h 9982"/>
              <a:gd name="connsiteX45-12243" fmla="*/ 3540 w 10000"/>
              <a:gd name="connsiteY45-12244" fmla="*/ 9870 h 9982"/>
              <a:gd name="connsiteX46-12245" fmla="*/ 3106 w 10000"/>
              <a:gd name="connsiteY46-12246" fmla="*/ 9982 h 9982"/>
              <a:gd name="connsiteX47-12247" fmla="*/ 2714 w 10000"/>
              <a:gd name="connsiteY47-12248" fmla="*/ 9982 h 9982"/>
              <a:gd name="connsiteX48-12249" fmla="*/ 2280 w 10000"/>
              <a:gd name="connsiteY48-12250" fmla="*/ 9982 h 9982"/>
              <a:gd name="connsiteX49-12251" fmla="*/ 2280 w 10000"/>
              <a:gd name="connsiteY49-12252" fmla="*/ 9870 h 9982"/>
              <a:gd name="connsiteX50-12253" fmla="*/ 2081 w 10000"/>
              <a:gd name="connsiteY50-12254" fmla="*/ 9870 h 9982"/>
              <a:gd name="connsiteX51-12255" fmla="*/ 2081 w 10000"/>
              <a:gd name="connsiteY51-12256" fmla="*/ 9776 h 9982"/>
              <a:gd name="connsiteX52-12257" fmla="*/ 2081 w 10000"/>
              <a:gd name="connsiteY52-12258" fmla="*/ 9589 h 9982"/>
              <a:gd name="connsiteX53-12259" fmla="*/ 2081 w 10000"/>
              <a:gd name="connsiteY53-12260" fmla="*/ 9477 h 9982"/>
              <a:gd name="connsiteX54-12261" fmla="*/ 2081 w 10000"/>
              <a:gd name="connsiteY54-12262" fmla="*/ 9384 h 9982"/>
              <a:gd name="connsiteX55-12263" fmla="*/ 2081 w 10000"/>
              <a:gd name="connsiteY55-12264" fmla="*/ 9178 h 9982"/>
              <a:gd name="connsiteX56-12265" fmla="*/ 2081 w 10000"/>
              <a:gd name="connsiteY56-12266" fmla="*/ 8992 h 9982"/>
              <a:gd name="connsiteX57-12267" fmla="*/ 1888 w 10000"/>
              <a:gd name="connsiteY57-12268" fmla="*/ 8786 h 9982"/>
              <a:gd name="connsiteX58-12269" fmla="*/ 1651 w 10000"/>
              <a:gd name="connsiteY58-12270" fmla="*/ 8505 h 9982"/>
              <a:gd name="connsiteX59-12271" fmla="*/ 1258 w 10000"/>
              <a:gd name="connsiteY59-12272" fmla="*/ 8094 h 9982"/>
              <a:gd name="connsiteX60-12273" fmla="*/ 1061 w 10000"/>
              <a:gd name="connsiteY60-12274" fmla="*/ 7702 h 9982"/>
              <a:gd name="connsiteX61-12275" fmla="*/ 431 w 10000"/>
              <a:gd name="connsiteY61-12276" fmla="*/ 7309 h 9982"/>
              <a:gd name="connsiteX62-12277" fmla="*/ 0 w 10000"/>
              <a:gd name="connsiteY62-12278" fmla="*/ 6710 h 9982"/>
              <a:gd name="connsiteX63-12279" fmla="*/ 431 w 10000"/>
              <a:gd name="connsiteY63-12280" fmla="*/ 6916 h 9982"/>
              <a:gd name="connsiteX64-12281" fmla="*/ 1061 w 10000"/>
              <a:gd name="connsiteY64-12282" fmla="*/ 7122 h 9982"/>
              <a:gd name="connsiteX65-12283" fmla="*/ 1453 w 10000"/>
              <a:gd name="connsiteY65-12284" fmla="*/ 7309 h 9982"/>
              <a:gd name="connsiteX66-12285" fmla="*/ 1888 w 10000"/>
              <a:gd name="connsiteY66-12286" fmla="*/ 7403 h 9982"/>
              <a:gd name="connsiteX67-12287" fmla="*/ 2280 w 10000"/>
              <a:gd name="connsiteY67-12288" fmla="*/ 7514 h 9982"/>
              <a:gd name="connsiteX68-12289" fmla="*/ 2522 w 10000"/>
              <a:gd name="connsiteY68-12290" fmla="*/ 7514 h 9982"/>
              <a:gd name="connsiteX69-12291" fmla="*/ 2714 w 10000"/>
              <a:gd name="connsiteY69-12292" fmla="*/ 7608 h 9982"/>
              <a:gd name="connsiteX70-12293" fmla="*/ 2913 w 10000"/>
              <a:gd name="connsiteY70-12294" fmla="*/ 7608 h 9982"/>
              <a:gd name="connsiteX71-12295" fmla="*/ 3106 w 10000"/>
              <a:gd name="connsiteY71-12296" fmla="*/ 7608 h 9982"/>
              <a:gd name="connsiteX72-12297" fmla="*/ 3344 w 10000"/>
              <a:gd name="connsiteY72-12298" fmla="*/ 7608 h 9982"/>
              <a:gd name="connsiteX73-12299" fmla="*/ 3540 w 10000"/>
              <a:gd name="connsiteY73-12300" fmla="*/ 7514 h 9982"/>
              <a:gd name="connsiteX74-12301" fmla="*/ 3741 w 10000"/>
              <a:gd name="connsiteY74-12302" fmla="*/ 7403 h 9982"/>
              <a:gd name="connsiteX75-12303" fmla="*/ 3741 w 10000"/>
              <a:gd name="connsiteY75-12304" fmla="*/ 7309 h 9982"/>
              <a:gd name="connsiteX76-12305" fmla="*/ 3976 w 10000"/>
              <a:gd name="connsiteY76-12306" fmla="*/ 7215 h 9982"/>
              <a:gd name="connsiteX77-12307" fmla="*/ 4169 w 10000"/>
              <a:gd name="connsiteY77-12308" fmla="*/ 7010 h 9982"/>
              <a:gd name="connsiteX78-12309" fmla="*/ 4169 w 10000"/>
              <a:gd name="connsiteY78-12310" fmla="*/ 6823 h 9982"/>
              <a:gd name="connsiteX79-12311" fmla="*/ 4367 w 10000"/>
              <a:gd name="connsiteY79-12312" fmla="*/ 6617 h 9982"/>
              <a:gd name="connsiteX80-12313" fmla="*/ 4564 w 10000"/>
              <a:gd name="connsiteY80-12314" fmla="*/ 6319 h 9982"/>
              <a:gd name="connsiteX81-12315" fmla="*/ 4801 w 10000"/>
              <a:gd name="connsiteY81-12316" fmla="*/ 6019 h 9982"/>
              <a:gd name="connsiteX82-12317" fmla="*/ 4801 w 10000"/>
              <a:gd name="connsiteY82-12318" fmla="*/ 5626 h 9982"/>
              <a:gd name="connsiteX83-12319" fmla="*/ 5196 w 10000"/>
              <a:gd name="connsiteY83-12320" fmla="*/ 4935 h 9982"/>
              <a:gd name="connsiteX84-12321" fmla="*/ 5438 w 10000"/>
              <a:gd name="connsiteY84-12322" fmla="*/ 4150 h 9982"/>
              <a:gd name="connsiteX85-12323" fmla="*/ 5438 w 10000"/>
              <a:gd name="connsiteY85-12324" fmla="*/ 3458 h 9982"/>
              <a:gd name="connsiteX86-12325" fmla="*/ 5631 w 10000"/>
              <a:gd name="connsiteY86-12326" fmla="*/ 2767 h 9982"/>
              <a:gd name="connsiteX87-12327" fmla="*/ 5631 w 10000"/>
              <a:gd name="connsiteY87-12328" fmla="*/ 2468 h 9982"/>
              <a:gd name="connsiteX88-12329" fmla="*/ 5631 w 10000"/>
              <a:gd name="connsiteY88-12330" fmla="*/ 2187 h 9982"/>
              <a:gd name="connsiteX89-12331" fmla="*/ 5631 w 10000"/>
              <a:gd name="connsiteY89-12332" fmla="*/ 1981 h 9982"/>
              <a:gd name="connsiteX90-12333" fmla="*/ 5631 w 10000"/>
              <a:gd name="connsiteY90-12334" fmla="*/ 1775 h 9982"/>
              <a:gd name="connsiteX91-12335" fmla="*/ 5631 w 10000"/>
              <a:gd name="connsiteY91-12336" fmla="*/ 1589 h 9982"/>
              <a:gd name="connsiteX92-12337" fmla="*/ 5631 w 10000"/>
              <a:gd name="connsiteY92-12338" fmla="*/ 1495 h 9982"/>
              <a:gd name="connsiteX93-12339" fmla="*/ 5438 w 10000"/>
              <a:gd name="connsiteY93-12340" fmla="*/ 1384 h 9982"/>
              <a:gd name="connsiteX94-12341" fmla="*/ 5438 w 10000"/>
              <a:gd name="connsiteY94-12342" fmla="*/ 1290 h 9982"/>
              <a:gd name="connsiteX95-12343" fmla="*/ 5438 w 10000"/>
              <a:gd name="connsiteY95-12344" fmla="*/ 1196 h 9982"/>
              <a:gd name="connsiteX96-12345" fmla="*/ 5196 w 10000"/>
              <a:gd name="connsiteY96-12346" fmla="*/ 1196 h 9982"/>
              <a:gd name="connsiteX97-12347" fmla="*/ 5005 w 10000"/>
              <a:gd name="connsiteY97-12348" fmla="*/ 1084 h 9982"/>
              <a:gd name="connsiteX98-12349" fmla="*/ 5005 w 10000"/>
              <a:gd name="connsiteY98-12350" fmla="*/ 1084 h 9982"/>
              <a:gd name="connsiteX0-12351" fmla="*/ 6890 w 10000"/>
              <a:gd name="connsiteY0-12352" fmla="*/ 0 h 9888"/>
              <a:gd name="connsiteX1-12353" fmla="*/ 7085 w 10000"/>
              <a:gd name="connsiteY1-12354" fmla="*/ 94 h 9888"/>
              <a:gd name="connsiteX2-12355" fmla="*/ 7478 w 10000"/>
              <a:gd name="connsiteY2-12356" fmla="*/ 281 h 9888"/>
              <a:gd name="connsiteX3-12357" fmla="*/ 7711 w 10000"/>
              <a:gd name="connsiteY3-12358" fmla="*/ 394 h 9888"/>
              <a:gd name="connsiteX4-12359" fmla="*/ 8114 w 10000"/>
              <a:gd name="connsiteY4-12360" fmla="*/ 487 h 9888"/>
              <a:gd name="connsiteX5-12361" fmla="*/ 8544 w 10000"/>
              <a:gd name="connsiteY5-12362" fmla="*/ 693 h 9888"/>
              <a:gd name="connsiteX6-12363" fmla="*/ 8934 w 10000"/>
              <a:gd name="connsiteY6-12364" fmla="*/ 787 h 9888"/>
              <a:gd name="connsiteX7-12365" fmla="*/ 9173 w 10000"/>
              <a:gd name="connsiteY7-12366" fmla="*/ 974 h 9888"/>
              <a:gd name="connsiteX8-12367" fmla="*/ 9568 w 10000"/>
              <a:gd name="connsiteY8-12368" fmla="*/ 1086 h 9888"/>
              <a:gd name="connsiteX9-12369" fmla="*/ 9762 w 10000"/>
              <a:gd name="connsiteY9-12370" fmla="*/ 1180 h 9888"/>
              <a:gd name="connsiteX10-12371" fmla="*/ 9762 w 10000"/>
              <a:gd name="connsiteY10-12372" fmla="*/ 1274 h 9888"/>
              <a:gd name="connsiteX11-12373" fmla="*/ 10000 w 10000"/>
              <a:gd name="connsiteY11-12374" fmla="*/ 1274 h 9888"/>
              <a:gd name="connsiteX12-12375" fmla="*/ 10000 w 10000"/>
              <a:gd name="connsiteY12-12376" fmla="*/ 1386 h 9888"/>
              <a:gd name="connsiteX13-12377" fmla="*/ 10000 w 10000"/>
              <a:gd name="connsiteY13-12378" fmla="*/ 1480 h 9888"/>
              <a:gd name="connsiteX14-12379" fmla="*/ 9762 w 10000"/>
              <a:gd name="connsiteY14-12380" fmla="*/ 1574 h 9888"/>
              <a:gd name="connsiteX15-12381" fmla="*/ 9568 w 10000"/>
              <a:gd name="connsiteY15-12382" fmla="*/ 1574 h 9888"/>
              <a:gd name="connsiteX16-12383" fmla="*/ 9371 w 10000"/>
              <a:gd name="connsiteY16-12384" fmla="*/ 1666 h 9888"/>
              <a:gd name="connsiteX17-12385" fmla="*/ 9173 w 10000"/>
              <a:gd name="connsiteY17-12386" fmla="*/ 1666 h 9888"/>
              <a:gd name="connsiteX18-12387" fmla="*/ 9173 w 10000"/>
              <a:gd name="connsiteY18-12388" fmla="*/ 1779 h 9888"/>
              <a:gd name="connsiteX19-12389" fmla="*/ 8934 w 10000"/>
              <a:gd name="connsiteY19-12390" fmla="*/ 1873 h 9888"/>
              <a:gd name="connsiteX20-12391" fmla="*/ 8740 w 10000"/>
              <a:gd name="connsiteY20-12392" fmla="*/ 2079 h 9888"/>
              <a:gd name="connsiteX21-12393" fmla="*/ 8740 w 10000"/>
              <a:gd name="connsiteY21-12394" fmla="*/ 2266 h 9888"/>
              <a:gd name="connsiteX22-12395" fmla="*/ 8544 w 10000"/>
              <a:gd name="connsiteY22-12396" fmla="*/ 2472 h 9888"/>
              <a:gd name="connsiteX23-12397" fmla="*/ 8544 w 10000"/>
              <a:gd name="connsiteY23-12398" fmla="*/ 2772 h 9888"/>
              <a:gd name="connsiteX24-12399" fmla="*/ 8544 w 10000"/>
              <a:gd name="connsiteY24-12400" fmla="*/ 2959 h 9888"/>
              <a:gd name="connsiteX25-12401" fmla="*/ 8305 w 10000"/>
              <a:gd name="connsiteY25-12402" fmla="*/ 3258 h 9888"/>
              <a:gd name="connsiteX26-12403" fmla="*/ 8305 w 10000"/>
              <a:gd name="connsiteY26-12404" fmla="*/ 3652 h 9888"/>
              <a:gd name="connsiteX27-12405" fmla="*/ 8114 w 10000"/>
              <a:gd name="connsiteY27-12406" fmla="*/ 3952 h 9888"/>
              <a:gd name="connsiteX28-12407" fmla="*/ 7913 w 10000"/>
              <a:gd name="connsiteY28-12408" fmla="*/ 4344 h 9888"/>
              <a:gd name="connsiteX29-12409" fmla="*/ 7711 w 10000"/>
              <a:gd name="connsiteY29-12410" fmla="*/ 4738 h 9888"/>
              <a:gd name="connsiteX30-12411" fmla="*/ 7478 w 10000"/>
              <a:gd name="connsiteY30-12412" fmla="*/ 5131 h 9888"/>
              <a:gd name="connsiteX31-12413" fmla="*/ 7085 w 10000"/>
              <a:gd name="connsiteY31-12414" fmla="*/ 6030 h 9888"/>
              <a:gd name="connsiteX32-12415" fmla="*/ 6890 w 10000"/>
              <a:gd name="connsiteY32-12416" fmla="*/ 6424 h 9888"/>
              <a:gd name="connsiteX33-12417" fmla="*/ 6657 w 10000"/>
              <a:gd name="connsiteY33-12418" fmla="*/ 6816 h 9888"/>
              <a:gd name="connsiteX34-12419" fmla="*/ 6458 w 10000"/>
              <a:gd name="connsiteY34-12420" fmla="*/ 7210 h 9888"/>
              <a:gd name="connsiteX35-12421" fmla="*/ 6259 w 10000"/>
              <a:gd name="connsiteY35-12422" fmla="*/ 7604 h 9888"/>
              <a:gd name="connsiteX36-12423" fmla="*/ 6021 w 10000"/>
              <a:gd name="connsiteY36-12424" fmla="*/ 7902 h 9888"/>
              <a:gd name="connsiteX37-12425" fmla="*/ 6021 w 10000"/>
              <a:gd name="connsiteY37-12426" fmla="*/ 8109 h 9888"/>
              <a:gd name="connsiteX38-12427" fmla="*/ 5825 w 10000"/>
              <a:gd name="connsiteY38-12428" fmla="*/ 8408 h 9888"/>
              <a:gd name="connsiteX39-12429" fmla="*/ 5631 w 10000"/>
              <a:gd name="connsiteY39-12430" fmla="*/ 8596 h 9888"/>
              <a:gd name="connsiteX40-12431" fmla="*/ 5196 w 10000"/>
              <a:gd name="connsiteY40-12432" fmla="*/ 8896 h 9888"/>
              <a:gd name="connsiteX41-12433" fmla="*/ 4801 w 10000"/>
              <a:gd name="connsiteY41-12434" fmla="*/ 9196 h 9888"/>
              <a:gd name="connsiteX42-12435" fmla="*/ 4367 w 10000"/>
              <a:gd name="connsiteY42-12436" fmla="*/ 9494 h 9888"/>
              <a:gd name="connsiteX43-12437" fmla="*/ 3976 w 10000"/>
              <a:gd name="connsiteY43-12438" fmla="*/ 9588 h 9888"/>
              <a:gd name="connsiteX44-12439" fmla="*/ 3540 w 10000"/>
              <a:gd name="connsiteY44-12440" fmla="*/ 9776 h 9888"/>
              <a:gd name="connsiteX45-12441" fmla="*/ 3106 w 10000"/>
              <a:gd name="connsiteY45-12442" fmla="*/ 9888 h 9888"/>
              <a:gd name="connsiteX46-12443" fmla="*/ 2714 w 10000"/>
              <a:gd name="connsiteY46-12444" fmla="*/ 9888 h 9888"/>
              <a:gd name="connsiteX47-12445" fmla="*/ 2280 w 10000"/>
              <a:gd name="connsiteY47-12446" fmla="*/ 9888 h 9888"/>
              <a:gd name="connsiteX48-12447" fmla="*/ 2280 w 10000"/>
              <a:gd name="connsiteY48-12448" fmla="*/ 9776 h 9888"/>
              <a:gd name="connsiteX49-12449" fmla="*/ 2081 w 10000"/>
              <a:gd name="connsiteY49-12450" fmla="*/ 9776 h 9888"/>
              <a:gd name="connsiteX50-12451" fmla="*/ 2081 w 10000"/>
              <a:gd name="connsiteY50-12452" fmla="*/ 9682 h 9888"/>
              <a:gd name="connsiteX51-12453" fmla="*/ 2081 w 10000"/>
              <a:gd name="connsiteY51-12454" fmla="*/ 9494 h 9888"/>
              <a:gd name="connsiteX52-12455" fmla="*/ 2081 w 10000"/>
              <a:gd name="connsiteY52-12456" fmla="*/ 9382 h 9888"/>
              <a:gd name="connsiteX53-12457" fmla="*/ 2081 w 10000"/>
              <a:gd name="connsiteY53-12458" fmla="*/ 9289 h 9888"/>
              <a:gd name="connsiteX54-12459" fmla="*/ 2081 w 10000"/>
              <a:gd name="connsiteY54-12460" fmla="*/ 9083 h 9888"/>
              <a:gd name="connsiteX55-12461" fmla="*/ 2081 w 10000"/>
              <a:gd name="connsiteY55-12462" fmla="*/ 8896 h 9888"/>
              <a:gd name="connsiteX56-12463" fmla="*/ 1888 w 10000"/>
              <a:gd name="connsiteY56-12464" fmla="*/ 8690 h 9888"/>
              <a:gd name="connsiteX57-12465" fmla="*/ 1651 w 10000"/>
              <a:gd name="connsiteY57-12466" fmla="*/ 8408 h 9888"/>
              <a:gd name="connsiteX58-12467" fmla="*/ 1258 w 10000"/>
              <a:gd name="connsiteY58-12468" fmla="*/ 7997 h 9888"/>
              <a:gd name="connsiteX59-12469" fmla="*/ 1061 w 10000"/>
              <a:gd name="connsiteY59-12470" fmla="*/ 7604 h 9888"/>
              <a:gd name="connsiteX60-12471" fmla="*/ 431 w 10000"/>
              <a:gd name="connsiteY60-12472" fmla="*/ 7210 h 9888"/>
              <a:gd name="connsiteX61-12473" fmla="*/ 0 w 10000"/>
              <a:gd name="connsiteY61-12474" fmla="*/ 6610 h 9888"/>
              <a:gd name="connsiteX62-12475" fmla="*/ 431 w 10000"/>
              <a:gd name="connsiteY62-12476" fmla="*/ 6816 h 9888"/>
              <a:gd name="connsiteX63-12477" fmla="*/ 1061 w 10000"/>
              <a:gd name="connsiteY63-12478" fmla="*/ 7023 h 9888"/>
              <a:gd name="connsiteX64-12479" fmla="*/ 1453 w 10000"/>
              <a:gd name="connsiteY64-12480" fmla="*/ 7210 h 9888"/>
              <a:gd name="connsiteX65-12481" fmla="*/ 1888 w 10000"/>
              <a:gd name="connsiteY65-12482" fmla="*/ 7304 h 9888"/>
              <a:gd name="connsiteX66-12483" fmla="*/ 2280 w 10000"/>
              <a:gd name="connsiteY66-12484" fmla="*/ 7416 h 9888"/>
              <a:gd name="connsiteX67-12485" fmla="*/ 2522 w 10000"/>
              <a:gd name="connsiteY67-12486" fmla="*/ 7416 h 9888"/>
              <a:gd name="connsiteX68-12487" fmla="*/ 2714 w 10000"/>
              <a:gd name="connsiteY68-12488" fmla="*/ 7510 h 9888"/>
              <a:gd name="connsiteX69-12489" fmla="*/ 2913 w 10000"/>
              <a:gd name="connsiteY69-12490" fmla="*/ 7510 h 9888"/>
              <a:gd name="connsiteX70-12491" fmla="*/ 3106 w 10000"/>
              <a:gd name="connsiteY70-12492" fmla="*/ 7510 h 9888"/>
              <a:gd name="connsiteX71-12493" fmla="*/ 3344 w 10000"/>
              <a:gd name="connsiteY71-12494" fmla="*/ 7510 h 9888"/>
              <a:gd name="connsiteX72-12495" fmla="*/ 3540 w 10000"/>
              <a:gd name="connsiteY72-12496" fmla="*/ 7416 h 9888"/>
              <a:gd name="connsiteX73-12497" fmla="*/ 3741 w 10000"/>
              <a:gd name="connsiteY73-12498" fmla="*/ 7304 h 9888"/>
              <a:gd name="connsiteX74-12499" fmla="*/ 3741 w 10000"/>
              <a:gd name="connsiteY74-12500" fmla="*/ 7210 h 9888"/>
              <a:gd name="connsiteX75-12501" fmla="*/ 3976 w 10000"/>
              <a:gd name="connsiteY75-12502" fmla="*/ 7116 h 9888"/>
              <a:gd name="connsiteX76-12503" fmla="*/ 4169 w 10000"/>
              <a:gd name="connsiteY76-12504" fmla="*/ 6911 h 9888"/>
              <a:gd name="connsiteX77-12505" fmla="*/ 4169 w 10000"/>
              <a:gd name="connsiteY77-12506" fmla="*/ 6723 h 9888"/>
              <a:gd name="connsiteX78-12507" fmla="*/ 4367 w 10000"/>
              <a:gd name="connsiteY78-12508" fmla="*/ 6517 h 9888"/>
              <a:gd name="connsiteX79-12509" fmla="*/ 4564 w 10000"/>
              <a:gd name="connsiteY79-12510" fmla="*/ 6218 h 9888"/>
              <a:gd name="connsiteX80-12511" fmla="*/ 4801 w 10000"/>
              <a:gd name="connsiteY80-12512" fmla="*/ 5918 h 9888"/>
              <a:gd name="connsiteX81-12513" fmla="*/ 4801 w 10000"/>
              <a:gd name="connsiteY81-12514" fmla="*/ 5524 h 9888"/>
              <a:gd name="connsiteX82-12515" fmla="*/ 5196 w 10000"/>
              <a:gd name="connsiteY82-12516" fmla="*/ 4832 h 9888"/>
              <a:gd name="connsiteX83-12517" fmla="*/ 5438 w 10000"/>
              <a:gd name="connsiteY83-12518" fmla="*/ 4045 h 9888"/>
              <a:gd name="connsiteX84-12519" fmla="*/ 5438 w 10000"/>
              <a:gd name="connsiteY84-12520" fmla="*/ 3352 h 9888"/>
              <a:gd name="connsiteX85-12521" fmla="*/ 5631 w 10000"/>
              <a:gd name="connsiteY85-12522" fmla="*/ 2660 h 9888"/>
              <a:gd name="connsiteX86-12523" fmla="*/ 5631 w 10000"/>
              <a:gd name="connsiteY86-12524" fmla="*/ 2360 h 9888"/>
              <a:gd name="connsiteX87-12525" fmla="*/ 5631 w 10000"/>
              <a:gd name="connsiteY87-12526" fmla="*/ 2079 h 9888"/>
              <a:gd name="connsiteX88-12527" fmla="*/ 5631 w 10000"/>
              <a:gd name="connsiteY88-12528" fmla="*/ 1873 h 9888"/>
              <a:gd name="connsiteX89-12529" fmla="*/ 5631 w 10000"/>
              <a:gd name="connsiteY89-12530" fmla="*/ 1666 h 9888"/>
              <a:gd name="connsiteX90-12531" fmla="*/ 5631 w 10000"/>
              <a:gd name="connsiteY90-12532" fmla="*/ 1480 h 9888"/>
              <a:gd name="connsiteX91-12533" fmla="*/ 5631 w 10000"/>
              <a:gd name="connsiteY91-12534" fmla="*/ 1386 h 9888"/>
              <a:gd name="connsiteX92-12535" fmla="*/ 5438 w 10000"/>
              <a:gd name="connsiteY92-12536" fmla="*/ 1274 h 9888"/>
              <a:gd name="connsiteX93-12537" fmla="*/ 5438 w 10000"/>
              <a:gd name="connsiteY93-12538" fmla="*/ 1180 h 9888"/>
              <a:gd name="connsiteX94-12539" fmla="*/ 5438 w 10000"/>
              <a:gd name="connsiteY94-12540" fmla="*/ 1086 h 9888"/>
              <a:gd name="connsiteX95-12541" fmla="*/ 5196 w 10000"/>
              <a:gd name="connsiteY95-12542" fmla="*/ 1086 h 9888"/>
              <a:gd name="connsiteX96-12543" fmla="*/ 5005 w 10000"/>
              <a:gd name="connsiteY96-12544" fmla="*/ 974 h 9888"/>
              <a:gd name="connsiteX97-12545" fmla="*/ 5005 w 10000"/>
              <a:gd name="connsiteY97-12546" fmla="*/ 974 h 9888"/>
              <a:gd name="connsiteX0-12547" fmla="*/ 7085 w 10000"/>
              <a:gd name="connsiteY0-12548" fmla="*/ 0 h 9905"/>
              <a:gd name="connsiteX1-12549" fmla="*/ 7478 w 10000"/>
              <a:gd name="connsiteY1-12550" fmla="*/ 189 h 9905"/>
              <a:gd name="connsiteX2-12551" fmla="*/ 7711 w 10000"/>
              <a:gd name="connsiteY2-12552" fmla="*/ 303 h 9905"/>
              <a:gd name="connsiteX3-12553" fmla="*/ 8114 w 10000"/>
              <a:gd name="connsiteY3-12554" fmla="*/ 398 h 9905"/>
              <a:gd name="connsiteX4-12555" fmla="*/ 8544 w 10000"/>
              <a:gd name="connsiteY4-12556" fmla="*/ 606 h 9905"/>
              <a:gd name="connsiteX5-12557" fmla="*/ 8934 w 10000"/>
              <a:gd name="connsiteY5-12558" fmla="*/ 701 h 9905"/>
              <a:gd name="connsiteX6-12559" fmla="*/ 9173 w 10000"/>
              <a:gd name="connsiteY6-12560" fmla="*/ 890 h 9905"/>
              <a:gd name="connsiteX7-12561" fmla="*/ 9568 w 10000"/>
              <a:gd name="connsiteY7-12562" fmla="*/ 1003 h 9905"/>
              <a:gd name="connsiteX8-12563" fmla="*/ 9762 w 10000"/>
              <a:gd name="connsiteY8-12564" fmla="*/ 1098 h 9905"/>
              <a:gd name="connsiteX9-12565" fmla="*/ 9762 w 10000"/>
              <a:gd name="connsiteY9-12566" fmla="*/ 1193 h 9905"/>
              <a:gd name="connsiteX10-12567" fmla="*/ 10000 w 10000"/>
              <a:gd name="connsiteY10-12568" fmla="*/ 1193 h 9905"/>
              <a:gd name="connsiteX11-12569" fmla="*/ 10000 w 10000"/>
              <a:gd name="connsiteY11-12570" fmla="*/ 1307 h 9905"/>
              <a:gd name="connsiteX12-12571" fmla="*/ 10000 w 10000"/>
              <a:gd name="connsiteY12-12572" fmla="*/ 1402 h 9905"/>
              <a:gd name="connsiteX13-12573" fmla="*/ 9762 w 10000"/>
              <a:gd name="connsiteY13-12574" fmla="*/ 1497 h 9905"/>
              <a:gd name="connsiteX14-12575" fmla="*/ 9568 w 10000"/>
              <a:gd name="connsiteY14-12576" fmla="*/ 1497 h 9905"/>
              <a:gd name="connsiteX15-12577" fmla="*/ 9371 w 10000"/>
              <a:gd name="connsiteY15-12578" fmla="*/ 1590 h 9905"/>
              <a:gd name="connsiteX16-12579" fmla="*/ 9173 w 10000"/>
              <a:gd name="connsiteY16-12580" fmla="*/ 1590 h 9905"/>
              <a:gd name="connsiteX17-12581" fmla="*/ 9173 w 10000"/>
              <a:gd name="connsiteY17-12582" fmla="*/ 1704 h 9905"/>
              <a:gd name="connsiteX18-12583" fmla="*/ 8934 w 10000"/>
              <a:gd name="connsiteY18-12584" fmla="*/ 1799 h 9905"/>
              <a:gd name="connsiteX19-12585" fmla="*/ 8740 w 10000"/>
              <a:gd name="connsiteY19-12586" fmla="*/ 2008 h 9905"/>
              <a:gd name="connsiteX20-12587" fmla="*/ 8740 w 10000"/>
              <a:gd name="connsiteY20-12588" fmla="*/ 2197 h 9905"/>
              <a:gd name="connsiteX21-12589" fmla="*/ 8544 w 10000"/>
              <a:gd name="connsiteY21-12590" fmla="*/ 2405 h 9905"/>
              <a:gd name="connsiteX22-12591" fmla="*/ 8544 w 10000"/>
              <a:gd name="connsiteY22-12592" fmla="*/ 2708 h 9905"/>
              <a:gd name="connsiteX23-12593" fmla="*/ 8544 w 10000"/>
              <a:gd name="connsiteY23-12594" fmla="*/ 2898 h 9905"/>
              <a:gd name="connsiteX24-12595" fmla="*/ 8305 w 10000"/>
              <a:gd name="connsiteY24-12596" fmla="*/ 3200 h 9905"/>
              <a:gd name="connsiteX25-12597" fmla="*/ 8305 w 10000"/>
              <a:gd name="connsiteY25-12598" fmla="*/ 3598 h 9905"/>
              <a:gd name="connsiteX26-12599" fmla="*/ 8114 w 10000"/>
              <a:gd name="connsiteY26-12600" fmla="*/ 3902 h 9905"/>
              <a:gd name="connsiteX27-12601" fmla="*/ 7913 w 10000"/>
              <a:gd name="connsiteY27-12602" fmla="*/ 4298 h 9905"/>
              <a:gd name="connsiteX28-12603" fmla="*/ 7711 w 10000"/>
              <a:gd name="connsiteY28-12604" fmla="*/ 4697 h 9905"/>
              <a:gd name="connsiteX29-12605" fmla="*/ 7478 w 10000"/>
              <a:gd name="connsiteY29-12606" fmla="*/ 5094 h 9905"/>
              <a:gd name="connsiteX30-12607" fmla="*/ 7085 w 10000"/>
              <a:gd name="connsiteY30-12608" fmla="*/ 6003 h 9905"/>
              <a:gd name="connsiteX31-12609" fmla="*/ 6890 w 10000"/>
              <a:gd name="connsiteY31-12610" fmla="*/ 6402 h 9905"/>
              <a:gd name="connsiteX32-12611" fmla="*/ 6657 w 10000"/>
              <a:gd name="connsiteY32-12612" fmla="*/ 6798 h 9905"/>
              <a:gd name="connsiteX33-12613" fmla="*/ 6458 w 10000"/>
              <a:gd name="connsiteY33-12614" fmla="*/ 7197 h 9905"/>
              <a:gd name="connsiteX34-12615" fmla="*/ 6259 w 10000"/>
              <a:gd name="connsiteY34-12616" fmla="*/ 7595 h 9905"/>
              <a:gd name="connsiteX35-12617" fmla="*/ 6021 w 10000"/>
              <a:gd name="connsiteY35-12618" fmla="*/ 7897 h 9905"/>
              <a:gd name="connsiteX36-12619" fmla="*/ 6021 w 10000"/>
              <a:gd name="connsiteY36-12620" fmla="*/ 8106 h 9905"/>
              <a:gd name="connsiteX37-12621" fmla="*/ 5825 w 10000"/>
              <a:gd name="connsiteY37-12622" fmla="*/ 8408 h 9905"/>
              <a:gd name="connsiteX38-12623" fmla="*/ 5631 w 10000"/>
              <a:gd name="connsiteY38-12624" fmla="*/ 8598 h 9905"/>
              <a:gd name="connsiteX39-12625" fmla="*/ 5196 w 10000"/>
              <a:gd name="connsiteY39-12626" fmla="*/ 8902 h 9905"/>
              <a:gd name="connsiteX40-12627" fmla="*/ 4801 w 10000"/>
              <a:gd name="connsiteY40-12628" fmla="*/ 9205 h 9905"/>
              <a:gd name="connsiteX41-12629" fmla="*/ 4367 w 10000"/>
              <a:gd name="connsiteY41-12630" fmla="*/ 9507 h 9905"/>
              <a:gd name="connsiteX42-12631" fmla="*/ 3976 w 10000"/>
              <a:gd name="connsiteY42-12632" fmla="*/ 9602 h 9905"/>
              <a:gd name="connsiteX43-12633" fmla="*/ 3540 w 10000"/>
              <a:gd name="connsiteY43-12634" fmla="*/ 9792 h 9905"/>
              <a:gd name="connsiteX44-12635" fmla="*/ 3106 w 10000"/>
              <a:gd name="connsiteY44-12636" fmla="*/ 9905 h 9905"/>
              <a:gd name="connsiteX45-12637" fmla="*/ 2714 w 10000"/>
              <a:gd name="connsiteY45-12638" fmla="*/ 9905 h 9905"/>
              <a:gd name="connsiteX46-12639" fmla="*/ 2280 w 10000"/>
              <a:gd name="connsiteY46-12640" fmla="*/ 9905 h 9905"/>
              <a:gd name="connsiteX47-12641" fmla="*/ 2280 w 10000"/>
              <a:gd name="connsiteY47-12642" fmla="*/ 9792 h 9905"/>
              <a:gd name="connsiteX48-12643" fmla="*/ 2081 w 10000"/>
              <a:gd name="connsiteY48-12644" fmla="*/ 9792 h 9905"/>
              <a:gd name="connsiteX49-12645" fmla="*/ 2081 w 10000"/>
              <a:gd name="connsiteY49-12646" fmla="*/ 9697 h 9905"/>
              <a:gd name="connsiteX50-12647" fmla="*/ 2081 w 10000"/>
              <a:gd name="connsiteY50-12648" fmla="*/ 9507 h 9905"/>
              <a:gd name="connsiteX51-12649" fmla="*/ 2081 w 10000"/>
              <a:gd name="connsiteY51-12650" fmla="*/ 9393 h 9905"/>
              <a:gd name="connsiteX52-12651" fmla="*/ 2081 w 10000"/>
              <a:gd name="connsiteY52-12652" fmla="*/ 9299 h 9905"/>
              <a:gd name="connsiteX53-12653" fmla="*/ 2081 w 10000"/>
              <a:gd name="connsiteY53-12654" fmla="*/ 9091 h 9905"/>
              <a:gd name="connsiteX54-12655" fmla="*/ 2081 w 10000"/>
              <a:gd name="connsiteY54-12656" fmla="*/ 8902 h 9905"/>
              <a:gd name="connsiteX55-12657" fmla="*/ 1888 w 10000"/>
              <a:gd name="connsiteY55-12658" fmla="*/ 8693 h 9905"/>
              <a:gd name="connsiteX56-12659" fmla="*/ 1651 w 10000"/>
              <a:gd name="connsiteY56-12660" fmla="*/ 8408 h 9905"/>
              <a:gd name="connsiteX57-12661" fmla="*/ 1258 w 10000"/>
              <a:gd name="connsiteY57-12662" fmla="*/ 7993 h 9905"/>
              <a:gd name="connsiteX58-12663" fmla="*/ 1061 w 10000"/>
              <a:gd name="connsiteY58-12664" fmla="*/ 7595 h 9905"/>
              <a:gd name="connsiteX59-12665" fmla="*/ 431 w 10000"/>
              <a:gd name="connsiteY59-12666" fmla="*/ 7197 h 9905"/>
              <a:gd name="connsiteX60-12667" fmla="*/ 0 w 10000"/>
              <a:gd name="connsiteY60-12668" fmla="*/ 6590 h 9905"/>
              <a:gd name="connsiteX61-12669" fmla="*/ 431 w 10000"/>
              <a:gd name="connsiteY61-12670" fmla="*/ 6798 h 9905"/>
              <a:gd name="connsiteX62-12671" fmla="*/ 1061 w 10000"/>
              <a:gd name="connsiteY62-12672" fmla="*/ 7008 h 9905"/>
              <a:gd name="connsiteX63-12673" fmla="*/ 1453 w 10000"/>
              <a:gd name="connsiteY63-12674" fmla="*/ 7197 h 9905"/>
              <a:gd name="connsiteX64-12675" fmla="*/ 1888 w 10000"/>
              <a:gd name="connsiteY64-12676" fmla="*/ 7292 h 9905"/>
              <a:gd name="connsiteX65-12677" fmla="*/ 2280 w 10000"/>
              <a:gd name="connsiteY65-12678" fmla="*/ 7405 h 9905"/>
              <a:gd name="connsiteX66-12679" fmla="*/ 2522 w 10000"/>
              <a:gd name="connsiteY66-12680" fmla="*/ 7405 h 9905"/>
              <a:gd name="connsiteX67-12681" fmla="*/ 2714 w 10000"/>
              <a:gd name="connsiteY67-12682" fmla="*/ 7500 h 9905"/>
              <a:gd name="connsiteX68-12683" fmla="*/ 2913 w 10000"/>
              <a:gd name="connsiteY68-12684" fmla="*/ 7500 h 9905"/>
              <a:gd name="connsiteX69-12685" fmla="*/ 3106 w 10000"/>
              <a:gd name="connsiteY69-12686" fmla="*/ 7500 h 9905"/>
              <a:gd name="connsiteX70-12687" fmla="*/ 3344 w 10000"/>
              <a:gd name="connsiteY70-12688" fmla="*/ 7500 h 9905"/>
              <a:gd name="connsiteX71-12689" fmla="*/ 3540 w 10000"/>
              <a:gd name="connsiteY71-12690" fmla="*/ 7405 h 9905"/>
              <a:gd name="connsiteX72-12691" fmla="*/ 3741 w 10000"/>
              <a:gd name="connsiteY72-12692" fmla="*/ 7292 h 9905"/>
              <a:gd name="connsiteX73-12693" fmla="*/ 3741 w 10000"/>
              <a:gd name="connsiteY73-12694" fmla="*/ 7197 h 9905"/>
              <a:gd name="connsiteX74-12695" fmla="*/ 3976 w 10000"/>
              <a:gd name="connsiteY74-12696" fmla="*/ 7102 h 9905"/>
              <a:gd name="connsiteX75-12697" fmla="*/ 4169 w 10000"/>
              <a:gd name="connsiteY75-12698" fmla="*/ 6894 h 9905"/>
              <a:gd name="connsiteX76-12699" fmla="*/ 4169 w 10000"/>
              <a:gd name="connsiteY76-12700" fmla="*/ 6704 h 9905"/>
              <a:gd name="connsiteX77-12701" fmla="*/ 4367 w 10000"/>
              <a:gd name="connsiteY77-12702" fmla="*/ 6496 h 9905"/>
              <a:gd name="connsiteX78-12703" fmla="*/ 4564 w 10000"/>
              <a:gd name="connsiteY78-12704" fmla="*/ 6193 h 9905"/>
              <a:gd name="connsiteX79-12705" fmla="*/ 4801 w 10000"/>
              <a:gd name="connsiteY79-12706" fmla="*/ 5890 h 9905"/>
              <a:gd name="connsiteX80-12707" fmla="*/ 4801 w 10000"/>
              <a:gd name="connsiteY80-12708" fmla="*/ 5492 h 9905"/>
              <a:gd name="connsiteX81-12709" fmla="*/ 5196 w 10000"/>
              <a:gd name="connsiteY81-12710" fmla="*/ 4792 h 9905"/>
              <a:gd name="connsiteX82-12711" fmla="*/ 5438 w 10000"/>
              <a:gd name="connsiteY82-12712" fmla="*/ 3996 h 9905"/>
              <a:gd name="connsiteX83-12713" fmla="*/ 5438 w 10000"/>
              <a:gd name="connsiteY83-12714" fmla="*/ 3295 h 9905"/>
              <a:gd name="connsiteX84-12715" fmla="*/ 5631 w 10000"/>
              <a:gd name="connsiteY84-12716" fmla="*/ 2595 h 9905"/>
              <a:gd name="connsiteX85-12717" fmla="*/ 5631 w 10000"/>
              <a:gd name="connsiteY85-12718" fmla="*/ 2292 h 9905"/>
              <a:gd name="connsiteX86-12719" fmla="*/ 5631 w 10000"/>
              <a:gd name="connsiteY86-12720" fmla="*/ 2008 h 9905"/>
              <a:gd name="connsiteX87-12721" fmla="*/ 5631 w 10000"/>
              <a:gd name="connsiteY87-12722" fmla="*/ 1799 h 9905"/>
              <a:gd name="connsiteX88-12723" fmla="*/ 5631 w 10000"/>
              <a:gd name="connsiteY88-12724" fmla="*/ 1590 h 9905"/>
              <a:gd name="connsiteX89-12725" fmla="*/ 5631 w 10000"/>
              <a:gd name="connsiteY89-12726" fmla="*/ 1402 h 9905"/>
              <a:gd name="connsiteX90-12727" fmla="*/ 5631 w 10000"/>
              <a:gd name="connsiteY90-12728" fmla="*/ 1307 h 9905"/>
              <a:gd name="connsiteX91-12729" fmla="*/ 5438 w 10000"/>
              <a:gd name="connsiteY91-12730" fmla="*/ 1193 h 9905"/>
              <a:gd name="connsiteX92-12731" fmla="*/ 5438 w 10000"/>
              <a:gd name="connsiteY92-12732" fmla="*/ 1098 h 9905"/>
              <a:gd name="connsiteX93-12733" fmla="*/ 5438 w 10000"/>
              <a:gd name="connsiteY93-12734" fmla="*/ 1003 h 9905"/>
              <a:gd name="connsiteX94-12735" fmla="*/ 5196 w 10000"/>
              <a:gd name="connsiteY94-12736" fmla="*/ 1003 h 9905"/>
              <a:gd name="connsiteX95-12737" fmla="*/ 5005 w 10000"/>
              <a:gd name="connsiteY95-12738" fmla="*/ 890 h 9905"/>
              <a:gd name="connsiteX96-12739" fmla="*/ 5005 w 10000"/>
              <a:gd name="connsiteY96-12740" fmla="*/ 890 h 9905"/>
              <a:gd name="connsiteX0-12741" fmla="*/ 7478 w 10000"/>
              <a:gd name="connsiteY0-12742" fmla="*/ 0 h 9809"/>
              <a:gd name="connsiteX1-12743" fmla="*/ 7711 w 10000"/>
              <a:gd name="connsiteY1-12744" fmla="*/ 115 h 9809"/>
              <a:gd name="connsiteX2-12745" fmla="*/ 8114 w 10000"/>
              <a:gd name="connsiteY2-12746" fmla="*/ 211 h 9809"/>
              <a:gd name="connsiteX3-12747" fmla="*/ 8544 w 10000"/>
              <a:gd name="connsiteY3-12748" fmla="*/ 421 h 9809"/>
              <a:gd name="connsiteX4-12749" fmla="*/ 8934 w 10000"/>
              <a:gd name="connsiteY4-12750" fmla="*/ 517 h 9809"/>
              <a:gd name="connsiteX5-12751" fmla="*/ 9173 w 10000"/>
              <a:gd name="connsiteY5-12752" fmla="*/ 708 h 9809"/>
              <a:gd name="connsiteX6-12753" fmla="*/ 9568 w 10000"/>
              <a:gd name="connsiteY6-12754" fmla="*/ 822 h 9809"/>
              <a:gd name="connsiteX7-12755" fmla="*/ 9762 w 10000"/>
              <a:gd name="connsiteY7-12756" fmla="*/ 918 h 9809"/>
              <a:gd name="connsiteX8-12757" fmla="*/ 9762 w 10000"/>
              <a:gd name="connsiteY8-12758" fmla="*/ 1013 h 9809"/>
              <a:gd name="connsiteX9-12759" fmla="*/ 10000 w 10000"/>
              <a:gd name="connsiteY9-12760" fmla="*/ 1013 h 9809"/>
              <a:gd name="connsiteX10-12761" fmla="*/ 10000 w 10000"/>
              <a:gd name="connsiteY10-12762" fmla="*/ 1129 h 9809"/>
              <a:gd name="connsiteX11-12763" fmla="*/ 10000 w 10000"/>
              <a:gd name="connsiteY11-12764" fmla="*/ 1224 h 9809"/>
              <a:gd name="connsiteX12-12765" fmla="*/ 9762 w 10000"/>
              <a:gd name="connsiteY12-12766" fmla="*/ 1320 h 9809"/>
              <a:gd name="connsiteX13-12767" fmla="*/ 9568 w 10000"/>
              <a:gd name="connsiteY13-12768" fmla="*/ 1320 h 9809"/>
              <a:gd name="connsiteX14-12769" fmla="*/ 9371 w 10000"/>
              <a:gd name="connsiteY14-12770" fmla="*/ 1414 h 9809"/>
              <a:gd name="connsiteX15-12771" fmla="*/ 9173 w 10000"/>
              <a:gd name="connsiteY15-12772" fmla="*/ 1414 h 9809"/>
              <a:gd name="connsiteX16-12773" fmla="*/ 9173 w 10000"/>
              <a:gd name="connsiteY16-12774" fmla="*/ 1529 h 9809"/>
              <a:gd name="connsiteX17-12775" fmla="*/ 8934 w 10000"/>
              <a:gd name="connsiteY17-12776" fmla="*/ 1625 h 9809"/>
              <a:gd name="connsiteX18-12777" fmla="*/ 8740 w 10000"/>
              <a:gd name="connsiteY18-12778" fmla="*/ 1836 h 9809"/>
              <a:gd name="connsiteX19-12779" fmla="*/ 8740 w 10000"/>
              <a:gd name="connsiteY19-12780" fmla="*/ 2027 h 9809"/>
              <a:gd name="connsiteX20-12781" fmla="*/ 8544 w 10000"/>
              <a:gd name="connsiteY20-12782" fmla="*/ 2237 h 9809"/>
              <a:gd name="connsiteX21-12783" fmla="*/ 8544 w 10000"/>
              <a:gd name="connsiteY21-12784" fmla="*/ 2543 h 9809"/>
              <a:gd name="connsiteX22-12785" fmla="*/ 8544 w 10000"/>
              <a:gd name="connsiteY22-12786" fmla="*/ 2735 h 9809"/>
              <a:gd name="connsiteX23-12787" fmla="*/ 8305 w 10000"/>
              <a:gd name="connsiteY23-12788" fmla="*/ 3040 h 9809"/>
              <a:gd name="connsiteX24-12789" fmla="*/ 8305 w 10000"/>
              <a:gd name="connsiteY24-12790" fmla="*/ 3442 h 9809"/>
              <a:gd name="connsiteX25-12791" fmla="*/ 8114 w 10000"/>
              <a:gd name="connsiteY25-12792" fmla="*/ 3748 h 9809"/>
              <a:gd name="connsiteX26-12793" fmla="*/ 7913 w 10000"/>
              <a:gd name="connsiteY26-12794" fmla="*/ 4148 h 9809"/>
              <a:gd name="connsiteX27-12795" fmla="*/ 7711 w 10000"/>
              <a:gd name="connsiteY27-12796" fmla="*/ 4551 h 9809"/>
              <a:gd name="connsiteX28-12797" fmla="*/ 7478 w 10000"/>
              <a:gd name="connsiteY28-12798" fmla="*/ 4952 h 9809"/>
              <a:gd name="connsiteX29-12799" fmla="*/ 7085 w 10000"/>
              <a:gd name="connsiteY29-12800" fmla="*/ 5870 h 9809"/>
              <a:gd name="connsiteX30-12801" fmla="*/ 6890 w 10000"/>
              <a:gd name="connsiteY30-12802" fmla="*/ 6272 h 9809"/>
              <a:gd name="connsiteX31-12803" fmla="*/ 6657 w 10000"/>
              <a:gd name="connsiteY31-12804" fmla="*/ 6672 h 9809"/>
              <a:gd name="connsiteX32-12805" fmla="*/ 6458 w 10000"/>
              <a:gd name="connsiteY32-12806" fmla="*/ 7075 h 9809"/>
              <a:gd name="connsiteX33-12807" fmla="*/ 6259 w 10000"/>
              <a:gd name="connsiteY33-12808" fmla="*/ 7477 h 9809"/>
              <a:gd name="connsiteX34-12809" fmla="*/ 6021 w 10000"/>
              <a:gd name="connsiteY34-12810" fmla="*/ 7782 h 9809"/>
              <a:gd name="connsiteX35-12811" fmla="*/ 6021 w 10000"/>
              <a:gd name="connsiteY35-12812" fmla="*/ 7993 h 9809"/>
              <a:gd name="connsiteX36-12813" fmla="*/ 5825 w 10000"/>
              <a:gd name="connsiteY36-12814" fmla="*/ 8298 h 9809"/>
              <a:gd name="connsiteX37-12815" fmla="*/ 5631 w 10000"/>
              <a:gd name="connsiteY37-12816" fmla="*/ 8489 h 9809"/>
              <a:gd name="connsiteX38-12817" fmla="*/ 5196 w 10000"/>
              <a:gd name="connsiteY38-12818" fmla="*/ 8796 h 9809"/>
              <a:gd name="connsiteX39-12819" fmla="*/ 4801 w 10000"/>
              <a:gd name="connsiteY39-12820" fmla="*/ 9102 h 9809"/>
              <a:gd name="connsiteX40-12821" fmla="*/ 4367 w 10000"/>
              <a:gd name="connsiteY40-12822" fmla="*/ 9407 h 9809"/>
              <a:gd name="connsiteX41-12823" fmla="*/ 3976 w 10000"/>
              <a:gd name="connsiteY41-12824" fmla="*/ 9503 h 9809"/>
              <a:gd name="connsiteX42-12825" fmla="*/ 3540 w 10000"/>
              <a:gd name="connsiteY42-12826" fmla="*/ 9695 h 9809"/>
              <a:gd name="connsiteX43-12827" fmla="*/ 3106 w 10000"/>
              <a:gd name="connsiteY43-12828" fmla="*/ 9809 h 9809"/>
              <a:gd name="connsiteX44-12829" fmla="*/ 2714 w 10000"/>
              <a:gd name="connsiteY44-12830" fmla="*/ 9809 h 9809"/>
              <a:gd name="connsiteX45-12831" fmla="*/ 2280 w 10000"/>
              <a:gd name="connsiteY45-12832" fmla="*/ 9809 h 9809"/>
              <a:gd name="connsiteX46-12833" fmla="*/ 2280 w 10000"/>
              <a:gd name="connsiteY46-12834" fmla="*/ 9695 h 9809"/>
              <a:gd name="connsiteX47-12835" fmla="*/ 2081 w 10000"/>
              <a:gd name="connsiteY47-12836" fmla="*/ 9695 h 9809"/>
              <a:gd name="connsiteX48-12837" fmla="*/ 2081 w 10000"/>
              <a:gd name="connsiteY48-12838" fmla="*/ 9599 h 9809"/>
              <a:gd name="connsiteX49-12839" fmla="*/ 2081 w 10000"/>
              <a:gd name="connsiteY49-12840" fmla="*/ 9407 h 9809"/>
              <a:gd name="connsiteX50-12841" fmla="*/ 2081 w 10000"/>
              <a:gd name="connsiteY50-12842" fmla="*/ 9292 h 9809"/>
              <a:gd name="connsiteX51-12843" fmla="*/ 2081 w 10000"/>
              <a:gd name="connsiteY51-12844" fmla="*/ 9197 h 9809"/>
              <a:gd name="connsiteX52-12845" fmla="*/ 2081 w 10000"/>
              <a:gd name="connsiteY52-12846" fmla="*/ 8987 h 9809"/>
              <a:gd name="connsiteX53-12847" fmla="*/ 2081 w 10000"/>
              <a:gd name="connsiteY53-12848" fmla="*/ 8796 h 9809"/>
              <a:gd name="connsiteX54-12849" fmla="*/ 1888 w 10000"/>
              <a:gd name="connsiteY54-12850" fmla="*/ 8585 h 9809"/>
              <a:gd name="connsiteX55-12851" fmla="*/ 1651 w 10000"/>
              <a:gd name="connsiteY55-12852" fmla="*/ 8298 h 9809"/>
              <a:gd name="connsiteX56-12853" fmla="*/ 1258 w 10000"/>
              <a:gd name="connsiteY56-12854" fmla="*/ 7879 h 9809"/>
              <a:gd name="connsiteX57-12855" fmla="*/ 1061 w 10000"/>
              <a:gd name="connsiteY57-12856" fmla="*/ 7477 h 9809"/>
              <a:gd name="connsiteX58-12857" fmla="*/ 431 w 10000"/>
              <a:gd name="connsiteY58-12858" fmla="*/ 7075 h 9809"/>
              <a:gd name="connsiteX59-12859" fmla="*/ 0 w 10000"/>
              <a:gd name="connsiteY59-12860" fmla="*/ 6462 h 9809"/>
              <a:gd name="connsiteX60-12861" fmla="*/ 431 w 10000"/>
              <a:gd name="connsiteY60-12862" fmla="*/ 6672 h 9809"/>
              <a:gd name="connsiteX61-12863" fmla="*/ 1061 w 10000"/>
              <a:gd name="connsiteY61-12864" fmla="*/ 6884 h 9809"/>
              <a:gd name="connsiteX62-12865" fmla="*/ 1453 w 10000"/>
              <a:gd name="connsiteY62-12866" fmla="*/ 7075 h 9809"/>
              <a:gd name="connsiteX63-12867" fmla="*/ 1888 w 10000"/>
              <a:gd name="connsiteY63-12868" fmla="*/ 7171 h 9809"/>
              <a:gd name="connsiteX64-12869" fmla="*/ 2280 w 10000"/>
              <a:gd name="connsiteY64-12870" fmla="*/ 7285 h 9809"/>
              <a:gd name="connsiteX65-12871" fmla="*/ 2522 w 10000"/>
              <a:gd name="connsiteY65-12872" fmla="*/ 7285 h 9809"/>
              <a:gd name="connsiteX66-12873" fmla="*/ 2714 w 10000"/>
              <a:gd name="connsiteY66-12874" fmla="*/ 7381 h 9809"/>
              <a:gd name="connsiteX67-12875" fmla="*/ 2913 w 10000"/>
              <a:gd name="connsiteY67-12876" fmla="*/ 7381 h 9809"/>
              <a:gd name="connsiteX68-12877" fmla="*/ 3106 w 10000"/>
              <a:gd name="connsiteY68-12878" fmla="*/ 7381 h 9809"/>
              <a:gd name="connsiteX69-12879" fmla="*/ 3344 w 10000"/>
              <a:gd name="connsiteY69-12880" fmla="*/ 7381 h 9809"/>
              <a:gd name="connsiteX70-12881" fmla="*/ 3540 w 10000"/>
              <a:gd name="connsiteY70-12882" fmla="*/ 7285 h 9809"/>
              <a:gd name="connsiteX71-12883" fmla="*/ 3741 w 10000"/>
              <a:gd name="connsiteY71-12884" fmla="*/ 7171 h 9809"/>
              <a:gd name="connsiteX72-12885" fmla="*/ 3741 w 10000"/>
              <a:gd name="connsiteY72-12886" fmla="*/ 7075 h 9809"/>
              <a:gd name="connsiteX73-12887" fmla="*/ 3976 w 10000"/>
              <a:gd name="connsiteY73-12888" fmla="*/ 6979 h 9809"/>
              <a:gd name="connsiteX74-12889" fmla="*/ 4169 w 10000"/>
              <a:gd name="connsiteY74-12890" fmla="*/ 6769 h 9809"/>
              <a:gd name="connsiteX75-12891" fmla="*/ 4169 w 10000"/>
              <a:gd name="connsiteY75-12892" fmla="*/ 6577 h 9809"/>
              <a:gd name="connsiteX76-12893" fmla="*/ 4367 w 10000"/>
              <a:gd name="connsiteY76-12894" fmla="*/ 6367 h 9809"/>
              <a:gd name="connsiteX77-12895" fmla="*/ 4564 w 10000"/>
              <a:gd name="connsiteY77-12896" fmla="*/ 6061 h 9809"/>
              <a:gd name="connsiteX78-12897" fmla="*/ 4801 w 10000"/>
              <a:gd name="connsiteY78-12898" fmla="*/ 5755 h 9809"/>
              <a:gd name="connsiteX79-12899" fmla="*/ 4801 w 10000"/>
              <a:gd name="connsiteY79-12900" fmla="*/ 5354 h 9809"/>
              <a:gd name="connsiteX80-12901" fmla="*/ 5196 w 10000"/>
              <a:gd name="connsiteY80-12902" fmla="*/ 4647 h 9809"/>
              <a:gd name="connsiteX81-12903" fmla="*/ 5438 w 10000"/>
              <a:gd name="connsiteY81-12904" fmla="*/ 3843 h 9809"/>
              <a:gd name="connsiteX82-12905" fmla="*/ 5438 w 10000"/>
              <a:gd name="connsiteY82-12906" fmla="*/ 3136 h 9809"/>
              <a:gd name="connsiteX83-12907" fmla="*/ 5631 w 10000"/>
              <a:gd name="connsiteY83-12908" fmla="*/ 2429 h 9809"/>
              <a:gd name="connsiteX84-12909" fmla="*/ 5631 w 10000"/>
              <a:gd name="connsiteY84-12910" fmla="*/ 2123 h 9809"/>
              <a:gd name="connsiteX85-12911" fmla="*/ 5631 w 10000"/>
              <a:gd name="connsiteY85-12912" fmla="*/ 1836 h 9809"/>
              <a:gd name="connsiteX86-12913" fmla="*/ 5631 w 10000"/>
              <a:gd name="connsiteY86-12914" fmla="*/ 1625 h 9809"/>
              <a:gd name="connsiteX87-12915" fmla="*/ 5631 w 10000"/>
              <a:gd name="connsiteY87-12916" fmla="*/ 1414 h 9809"/>
              <a:gd name="connsiteX88-12917" fmla="*/ 5631 w 10000"/>
              <a:gd name="connsiteY88-12918" fmla="*/ 1224 h 9809"/>
              <a:gd name="connsiteX89-12919" fmla="*/ 5631 w 10000"/>
              <a:gd name="connsiteY89-12920" fmla="*/ 1129 h 9809"/>
              <a:gd name="connsiteX90-12921" fmla="*/ 5438 w 10000"/>
              <a:gd name="connsiteY90-12922" fmla="*/ 1013 h 9809"/>
              <a:gd name="connsiteX91-12923" fmla="*/ 5438 w 10000"/>
              <a:gd name="connsiteY91-12924" fmla="*/ 918 h 9809"/>
              <a:gd name="connsiteX92-12925" fmla="*/ 5438 w 10000"/>
              <a:gd name="connsiteY92-12926" fmla="*/ 822 h 9809"/>
              <a:gd name="connsiteX93-12927" fmla="*/ 5196 w 10000"/>
              <a:gd name="connsiteY93-12928" fmla="*/ 822 h 9809"/>
              <a:gd name="connsiteX94-12929" fmla="*/ 5005 w 10000"/>
              <a:gd name="connsiteY94-12930" fmla="*/ 708 h 9809"/>
              <a:gd name="connsiteX95-12931" fmla="*/ 5005 w 10000"/>
              <a:gd name="connsiteY95-12932" fmla="*/ 708 h 9809"/>
              <a:gd name="connsiteX0-12933" fmla="*/ 7478 w 10000"/>
              <a:gd name="connsiteY0-12934" fmla="*/ 0 h 10000"/>
              <a:gd name="connsiteX1-12935" fmla="*/ 8114 w 10000"/>
              <a:gd name="connsiteY1-12936" fmla="*/ 215 h 10000"/>
              <a:gd name="connsiteX2-12937" fmla="*/ 8544 w 10000"/>
              <a:gd name="connsiteY2-12938" fmla="*/ 429 h 10000"/>
              <a:gd name="connsiteX3-12939" fmla="*/ 8934 w 10000"/>
              <a:gd name="connsiteY3-12940" fmla="*/ 527 h 10000"/>
              <a:gd name="connsiteX4-12941" fmla="*/ 9173 w 10000"/>
              <a:gd name="connsiteY4-12942" fmla="*/ 722 h 10000"/>
              <a:gd name="connsiteX5-12943" fmla="*/ 9568 w 10000"/>
              <a:gd name="connsiteY5-12944" fmla="*/ 838 h 10000"/>
              <a:gd name="connsiteX6-12945" fmla="*/ 9762 w 10000"/>
              <a:gd name="connsiteY6-12946" fmla="*/ 936 h 10000"/>
              <a:gd name="connsiteX7-12947" fmla="*/ 9762 w 10000"/>
              <a:gd name="connsiteY7-12948" fmla="*/ 1033 h 10000"/>
              <a:gd name="connsiteX8-12949" fmla="*/ 10000 w 10000"/>
              <a:gd name="connsiteY8-12950" fmla="*/ 1033 h 10000"/>
              <a:gd name="connsiteX9-12951" fmla="*/ 10000 w 10000"/>
              <a:gd name="connsiteY9-12952" fmla="*/ 1151 h 10000"/>
              <a:gd name="connsiteX10-12953" fmla="*/ 10000 w 10000"/>
              <a:gd name="connsiteY10-12954" fmla="*/ 1248 h 10000"/>
              <a:gd name="connsiteX11-12955" fmla="*/ 9762 w 10000"/>
              <a:gd name="connsiteY11-12956" fmla="*/ 1346 h 10000"/>
              <a:gd name="connsiteX12-12957" fmla="*/ 9568 w 10000"/>
              <a:gd name="connsiteY12-12958" fmla="*/ 1346 h 10000"/>
              <a:gd name="connsiteX13-12959" fmla="*/ 9371 w 10000"/>
              <a:gd name="connsiteY13-12960" fmla="*/ 1442 h 10000"/>
              <a:gd name="connsiteX14-12961" fmla="*/ 9173 w 10000"/>
              <a:gd name="connsiteY14-12962" fmla="*/ 1442 h 10000"/>
              <a:gd name="connsiteX15-12963" fmla="*/ 9173 w 10000"/>
              <a:gd name="connsiteY15-12964" fmla="*/ 1559 h 10000"/>
              <a:gd name="connsiteX16-12965" fmla="*/ 8934 w 10000"/>
              <a:gd name="connsiteY16-12966" fmla="*/ 1657 h 10000"/>
              <a:gd name="connsiteX17-12967" fmla="*/ 8740 w 10000"/>
              <a:gd name="connsiteY17-12968" fmla="*/ 1872 h 10000"/>
              <a:gd name="connsiteX18-12969" fmla="*/ 8740 w 10000"/>
              <a:gd name="connsiteY18-12970" fmla="*/ 2066 h 10000"/>
              <a:gd name="connsiteX19-12971" fmla="*/ 8544 w 10000"/>
              <a:gd name="connsiteY19-12972" fmla="*/ 2281 h 10000"/>
              <a:gd name="connsiteX20-12973" fmla="*/ 8544 w 10000"/>
              <a:gd name="connsiteY20-12974" fmla="*/ 2593 h 10000"/>
              <a:gd name="connsiteX21-12975" fmla="*/ 8544 w 10000"/>
              <a:gd name="connsiteY21-12976" fmla="*/ 2788 h 10000"/>
              <a:gd name="connsiteX22-12977" fmla="*/ 8305 w 10000"/>
              <a:gd name="connsiteY22-12978" fmla="*/ 3099 h 10000"/>
              <a:gd name="connsiteX23-12979" fmla="*/ 8305 w 10000"/>
              <a:gd name="connsiteY23-12980" fmla="*/ 3509 h 10000"/>
              <a:gd name="connsiteX24-12981" fmla="*/ 8114 w 10000"/>
              <a:gd name="connsiteY24-12982" fmla="*/ 3821 h 10000"/>
              <a:gd name="connsiteX25-12983" fmla="*/ 7913 w 10000"/>
              <a:gd name="connsiteY25-12984" fmla="*/ 4229 h 10000"/>
              <a:gd name="connsiteX26-12985" fmla="*/ 7711 w 10000"/>
              <a:gd name="connsiteY26-12986" fmla="*/ 4640 h 10000"/>
              <a:gd name="connsiteX27-12987" fmla="*/ 7478 w 10000"/>
              <a:gd name="connsiteY27-12988" fmla="*/ 5048 h 10000"/>
              <a:gd name="connsiteX28-12989" fmla="*/ 7085 w 10000"/>
              <a:gd name="connsiteY28-12990" fmla="*/ 5984 h 10000"/>
              <a:gd name="connsiteX29-12991" fmla="*/ 6890 w 10000"/>
              <a:gd name="connsiteY29-12992" fmla="*/ 6394 h 10000"/>
              <a:gd name="connsiteX30-12993" fmla="*/ 6657 w 10000"/>
              <a:gd name="connsiteY30-12994" fmla="*/ 6802 h 10000"/>
              <a:gd name="connsiteX31-12995" fmla="*/ 6458 w 10000"/>
              <a:gd name="connsiteY31-12996" fmla="*/ 7213 h 10000"/>
              <a:gd name="connsiteX32-12997" fmla="*/ 6259 w 10000"/>
              <a:gd name="connsiteY32-12998" fmla="*/ 7623 h 10000"/>
              <a:gd name="connsiteX33-12999" fmla="*/ 6021 w 10000"/>
              <a:gd name="connsiteY33-13000" fmla="*/ 7934 h 10000"/>
              <a:gd name="connsiteX34-13001" fmla="*/ 6021 w 10000"/>
              <a:gd name="connsiteY34-13002" fmla="*/ 8149 h 10000"/>
              <a:gd name="connsiteX35-13003" fmla="*/ 5825 w 10000"/>
              <a:gd name="connsiteY35-13004" fmla="*/ 8460 h 10000"/>
              <a:gd name="connsiteX36-13005" fmla="*/ 5631 w 10000"/>
              <a:gd name="connsiteY36-13006" fmla="*/ 8654 h 10000"/>
              <a:gd name="connsiteX37-13007" fmla="*/ 5196 w 10000"/>
              <a:gd name="connsiteY37-13008" fmla="*/ 8967 h 10000"/>
              <a:gd name="connsiteX38-13009" fmla="*/ 4801 w 10000"/>
              <a:gd name="connsiteY38-13010" fmla="*/ 9279 h 10000"/>
              <a:gd name="connsiteX39-13011" fmla="*/ 4367 w 10000"/>
              <a:gd name="connsiteY39-13012" fmla="*/ 9590 h 10000"/>
              <a:gd name="connsiteX40-13013" fmla="*/ 3976 w 10000"/>
              <a:gd name="connsiteY40-13014" fmla="*/ 9688 h 10000"/>
              <a:gd name="connsiteX41-13015" fmla="*/ 3540 w 10000"/>
              <a:gd name="connsiteY41-13016" fmla="*/ 9884 h 10000"/>
              <a:gd name="connsiteX42-13017" fmla="*/ 3106 w 10000"/>
              <a:gd name="connsiteY42-13018" fmla="*/ 10000 h 10000"/>
              <a:gd name="connsiteX43-13019" fmla="*/ 2714 w 10000"/>
              <a:gd name="connsiteY43-13020" fmla="*/ 10000 h 10000"/>
              <a:gd name="connsiteX44-13021" fmla="*/ 2280 w 10000"/>
              <a:gd name="connsiteY44-13022" fmla="*/ 10000 h 10000"/>
              <a:gd name="connsiteX45-13023" fmla="*/ 2280 w 10000"/>
              <a:gd name="connsiteY45-13024" fmla="*/ 9884 h 10000"/>
              <a:gd name="connsiteX46-13025" fmla="*/ 2081 w 10000"/>
              <a:gd name="connsiteY46-13026" fmla="*/ 9884 h 10000"/>
              <a:gd name="connsiteX47-13027" fmla="*/ 2081 w 10000"/>
              <a:gd name="connsiteY47-13028" fmla="*/ 9786 h 10000"/>
              <a:gd name="connsiteX48-13029" fmla="*/ 2081 w 10000"/>
              <a:gd name="connsiteY48-13030" fmla="*/ 9590 h 10000"/>
              <a:gd name="connsiteX49-13031" fmla="*/ 2081 w 10000"/>
              <a:gd name="connsiteY49-13032" fmla="*/ 9473 h 10000"/>
              <a:gd name="connsiteX50-13033" fmla="*/ 2081 w 10000"/>
              <a:gd name="connsiteY50-13034" fmla="*/ 9376 h 10000"/>
              <a:gd name="connsiteX51-13035" fmla="*/ 2081 w 10000"/>
              <a:gd name="connsiteY51-13036" fmla="*/ 9162 h 10000"/>
              <a:gd name="connsiteX52-13037" fmla="*/ 2081 w 10000"/>
              <a:gd name="connsiteY52-13038" fmla="*/ 8967 h 10000"/>
              <a:gd name="connsiteX53-13039" fmla="*/ 1888 w 10000"/>
              <a:gd name="connsiteY53-13040" fmla="*/ 8752 h 10000"/>
              <a:gd name="connsiteX54-13041" fmla="*/ 1651 w 10000"/>
              <a:gd name="connsiteY54-13042" fmla="*/ 8460 h 10000"/>
              <a:gd name="connsiteX55-13043" fmla="*/ 1258 w 10000"/>
              <a:gd name="connsiteY55-13044" fmla="*/ 8032 h 10000"/>
              <a:gd name="connsiteX56-13045" fmla="*/ 1061 w 10000"/>
              <a:gd name="connsiteY56-13046" fmla="*/ 7623 h 10000"/>
              <a:gd name="connsiteX57-13047" fmla="*/ 431 w 10000"/>
              <a:gd name="connsiteY57-13048" fmla="*/ 7213 h 10000"/>
              <a:gd name="connsiteX58-13049" fmla="*/ 0 w 10000"/>
              <a:gd name="connsiteY58-13050" fmla="*/ 6588 h 10000"/>
              <a:gd name="connsiteX59-13051" fmla="*/ 431 w 10000"/>
              <a:gd name="connsiteY59-13052" fmla="*/ 6802 h 10000"/>
              <a:gd name="connsiteX60-13053" fmla="*/ 1061 w 10000"/>
              <a:gd name="connsiteY60-13054" fmla="*/ 7018 h 10000"/>
              <a:gd name="connsiteX61-13055" fmla="*/ 1453 w 10000"/>
              <a:gd name="connsiteY61-13056" fmla="*/ 7213 h 10000"/>
              <a:gd name="connsiteX62-13057" fmla="*/ 1888 w 10000"/>
              <a:gd name="connsiteY62-13058" fmla="*/ 7311 h 10000"/>
              <a:gd name="connsiteX63-13059" fmla="*/ 2280 w 10000"/>
              <a:gd name="connsiteY63-13060" fmla="*/ 7427 h 10000"/>
              <a:gd name="connsiteX64-13061" fmla="*/ 2522 w 10000"/>
              <a:gd name="connsiteY64-13062" fmla="*/ 7427 h 10000"/>
              <a:gd name="connsiteX65-13063" fmla="*/ 2714 w 10000"/>
              <a:gd name="connsiteY65-13064" fmla="*/ 7525 h 10000"/>
              <a:gd name="connsiteX66-13065" fmla="*/ 2913 w 10000"/>
              <a:gd name="connsiteY66-13066" fmla="*/ 7525 h 10000"/>
              <a:gd name="connsiteX67-13067" fmla="*/ 3106 w 10000"/>
              <a:gd name="connsiteY67-13068" fmla="*/ 7525 h 10000"/>
              <a:gd name="connsiteX68-13069" fmla="*/ 3344 w 10000"/>
              <a:gd name="connsiteY68-13070" fmla="*/ 7525 h 10000"/>
              <a:gd name="connsiteX69-13071" fmla="*/ 3540 w 10000"/>
              <a:gd name="connsiteY69-13072" fmla="*/ 7427 h 10000"/>
              <a:gd name="connsiteX70-13073" fmla="*/ 3741 w 10000"/>
              <a:gd name="connsiteY70-13074" fmla="*/ 7311 h 10000"/>
              <a:gd name="connsiteX71-13075" fmla="*/ 3741 w 10000"/>
              <a:gd name="connsiteY71-13076" fmla="*/ 7213 h 10000"/>
              <a:gd name="connsiteX72-13077" fmla="*/ 3976 w 10000"/>
              <a:gd name="connsiteY72-13078" fmla="*/ 7115 h 10000"/>
              <a:gd name="connsiteX73-13079" fmla="*/ 4169 w 10000"/>
              <a:gd name="connsiteY73-13080" fmla="*/ 6901 h 10000"/>
              <a:gd name="connsiteX74-13081" fmla="*/ 4169 w 10000"/>
              <a:gd name="connsiteY74-13082" fmla="*/ 6705 h 10000"/>
              <a:gd name="connsiteX75-13083" fmla="*/ 4367 w 10000"/>
              <a:gd name="connsiteY75-13084" fmla="*/ 6491 h 10000"/>
              <a:gd name="connsiteX76-13085" fmla="*/ 4564 w 10000"/>
              <a:gd name="connsiteY76-13086" fmla="*/ 6179 h 10000"/>
              <a:gd name="connsiteX77-13087" fmla="*/ 4801 w 10000"/>
              <a:gd name="connsiteY77-13088" fmla="*/ 5867 h 10000"/>
              <a:gd name="connsiteX78-13089" fmla="*/ 4801 w 10000"/>
              <a:gd name="connsiteY78-13090" fmla="*/ 5458 h 10000"/>
              <a:gd name="connsiteX79-13091" fmla="*/ 5196 w 10000"/>
              <a:gd name="connsiteY79-13092" fmla="*/ 4737 h 10000"/>
              <a:gd name="connsiteX80-13093" fmla="*/ 5438 w 10000"/>
              <a:gd name="connsiteY80-13094" fmla="*/ 3918 h 10000"/>
              <a:gd name="connsiteX81-13095" fmla="*/ 5438 w 10000"/>
              <a:gd name="connsiteY81-13096" fmla="*/ 3197 h 10000"/>
              <a:gd name="connsiteX82-13097" fmla="*/ 5631 w 10000"/>
              <a:gd name="connsiteY82-13098" fmla="*/ 2476 h 10000"/>
              <a:gd name="connsiteX83-13099" fmla="*/ 5631 w 10000"/>
              <a:gd name="connsiteY83-13100" fmla="*/ 2164 h 10000"/>
              <a:gd name="connsiteX84-13101" fmla="*/ 5631 w 10000"/>
              <a:gd name="connsiteY84-13102" fmla="*/ 1872 h 10000"/>
              <a:gd name="connsiteX85-13103" fmla="*/ 5631 w 10000"/>
              <a:gd name="connsiteY85-13104" fmla="*/ 1657 h 10000"/>
              <a:gd name="connsiteX86-13105" fmla="*/ 5631 w 10000"/>
              <a:gd name="connsiteY86-13106" fmla="*/ 1442 h 10000"/>
              <a:gd name="connsiteX87-13107" fmla="*/ 5631 w 10000"/>
              <a:gd name="connsiteY87-13108" fmla="*/ 1248 h 10000"/>
              <a:gd name="connsiteX88-13109" fmla="*/ 5631 w 10000"/>
              <a:gd name="connsiteY88-13110" fmla="*/ 1151 h 10000"/>
              <a:gd name="connsiteX89-13111" fmla="*/ 5438 w 10000"/>
              <a:gd name="connsiteY89-13112" fmla="*/ 1033 h 10000"/>
              <a:gd name="connsiteX90-13113" fmla="*/ 5438 w 10000"/>
              <a:gd name="connsiteY90-13114" fmla="*/ 936 h 10000"/>
              <a:gd name="connsiteX91-13115" fmla="*/ 5438 w 10000"/>
              <a:gd name="connsiteY91-13116" fmla="*/ 838 h 10000"/>
              <a:gd name="connsiteX92-13117" fmla="*/ 5196 w 10000"/>
              <a:gd name="connsiteY92-13118" fmla="*/ 838 h 10000"/>
              <a:gd name="connsiteX93-13119" fmla="*/ 5005 w 10000"/>
              <a:gd name="connsiteY93-13120" fmla="*/ 722 h 10000"/>
              <a:gd name="connsiteX94-13121" fmla="*/ 5005 w 10000"/>
              <a:gd name="connsiteY94-13122" fmla="*/ 722 h 10000"/>
              <a:gd name="connsiteX0-13123" fmla="*/ 8114 w 10000"/>
              <a:gd name="connsiteY0-13124" fmla="*/ 0 h 9785"/>
              <a:gd name="connsiteX1-13125" fmla="*/ 8544 w 10000"/>
              <a:gd name="connsiteY1-13126" fmla="*/ 214 h 9785"/>
              <a:gd name="connsiteX2-13127" fmla="*/ 8934 w 10000"/>
              <a:gd name="connsiteY2-13128" fmla="*/ 312 h 9785"/>
              <a:gd name="connsiteX3-13129" fmla="*/ 9173 w 10000"/>
              <a:gd name="connsiteY3-13130" fmla="*/ 507 h 9785"/>
              <a:gd name="connsiteX4-13131" fmla="*/ 9568 w 10000"/>
              <a:gd name="connsiteY4-13132" fmla="*/ 623 h 9785"/>
              <a:gd name="connsiteX5-13133" fmla="*/ 9762 w 10000"/>
              <a:gd name="connsiteY5-13134" fmla="*/ 721 h 9785"/>
              <a:gd name="connsiteX6-13135" fmla="*/ 9762 w 10000"/>
              <a:gd name="connsiteY6-13136" fmla="*/ 818 h 9785"/>
              <a:gd name="connsiteX7-13137" fmla="*/ 10000 w 10000"/>
              <a:gd name="connsiteY7-13138" fmla="*/ 818 h 9785"/>
              <a:gd name="connsiteX8-13139" fmla="*/ 10000 w 10000"/>
              <a:gd name="connsiteY8-13140" fmla="*/ 936 h 9785"/>
              <a:gd name="connsiteX9-13141" fmla="*/ 10000 w 10000"/>
              <a:gd name="connsiteY9-13142" fmla="*/ 1033 h 9785"/>
              <a:gd name="connsiteX10-13143" fmla="*/ 9762 w 10000"/>
              <a:gd name="connsiteY10-13144" fmla="*/ 1131 h 9785"/>
              <a:gd name="connsiteX11-13145" fmla="*/ 9568 w 10000"/>
              <a:gd name="connsiteY11-13146" fmla="*/ 1131 h 9785"/>
              <a:gd name="connsiteX12-13147" fmla="*/ 9371 w 10000"/>
              <a:gd name="connsiteY12-13148" fmla="*/ 1227 h 9785"/>
              <a:gd name="connsiteX13-13149" fmla="*/ 9173 w 10000"/>
              <a:gd name="connsiteY13-13150" fmla="*/ 1227 h 9785"/>
              <a:gd name="connsiteX14-13151" fmla="*/ 9173 w 10000"/>
              <a:gd name="connsiteY14-13152" fmla="*/ 1344 h 9785"/>
              <a:gd name="connsiteX15-13153" fmla="*/ 8934 w 10000"/>
              <a:gd name="connsiteY15-13154" fmla="*/ 1442 h 9785"/>
              <a:gd name="connsiteX16-13155" fmla="*/ 8740 w 10000"/>
              <a:gd name="connsiteY16-13156" fmla="*/ 1657 h 9785"/>
              <a:gd name="connsiteX17-13157" fmla="*/ 8740 w 10000"/>
              <a:gd name="connsiteY17-13158" fmla="*/ 1851 h 9785"/>
              <a:gd name="connsiteX18-13159" fmla="*/ 8544 w 10000"/>
              <a:gd name="connsiteY18-13160" fmla="*/ 2066 h 9785"/>
              <a:gd name="connsiteX19-13161" fmla="*/ 8544 w 10000"/>
              <a:gd name="connsiteY19-13162" fmla="*/ 2378 h 9785"/>
              <a:gd name="connsiteX20-13163" fmla="*/ 8544 w 10000"/>
              <a:gd name="connsiteY20-13164" fmla="*/ 2573 h 9785"/>
              <a:gd name="connsiteX21-13165" fmla="*/ 8305 w 10000"/>
              <a:gd name="connsiteY21-13166" fmla="*/ 2884 h 9785"/>
              <a:gd name="connsiteX22-13167" fmla="*/ 8305 w 10000"/>
              <a:gd name="connsiteY22-13168" fmla="*/ 3294 h 9785"/>
              <a:gd name="connsiteX23-13169" fmla="*/ 8114 w 10000"/>
              <a:gd name="connsiteY23-13170" fmla="*/ 3606 h 9785"/>
              <a:gd name="connsiteX24-13171" fmla="*/ 7913 w 10000"/>
              <a:gd name="connsiteY24-13172" fmla="*/ 4014 h 9785"/>
              <a:gd name="connsiteX25-13173" fmla="*/ 7711 w 10000"/>
              <a:gd name="connsiteY25-13174" fmla="*/ 4425 h 9785"/>
              <a:gd name="connsiteX26-13175" fmla="*/ 7478 w 10000"/>
              <a:gd name="connsiteY26-13176" fmla="*/ 4833 h 9785"/>
              <a:gd name="connsiteX27-13177" fmla="*/ 7085 w 10000"/>
              <a:gd name="connsiteY27-13178" fmla="*/ 5769 h 9785"/>
              <a:gd name="connsiteX28-13179" fmla="*/ 6890 w 10000"/>
              <a:gd name="connsiteY28-13180" fmla="*/ 6179 h 9785"/>
              <a:gd name="connsiteX29-13181" fmla="*/ 6657 w 10000"/>
              <a:gd name="connsiteY29-13182" fmla="*/ 6587 h 9785"/>
              <a:gd name="connsiteX30-13183" fmla="*/ 6458 w 10000"/>
              <a:gd name="connsiteY30-13184" fmla="*/ 6998 h 9785"/>
              <a:gd name="connsiteX31-13185" fmla="*/ 6259 w 10000"/>
              <a:gd name="connsiteY31-13186" fmla="*/ 7408 h 9785"/>
              <a:gd name="connsiteX32-13187" fmla="*/ 6021 w 10000"/>
              <a:gd name="connsiteY32-13188" fmla="*/ 7719 h 9785"/>
              <a:gd name="connsiteX33-13189" fmla="*/ 6021 w 10000"/>
              <a:gd name="connsiteY33-13190" fmla="*/ 7934 h 9785"/>
              <a:gd name="connsiteX34-13191" fmla="*/ 5825 w 10000"/>
              <a:gd name="connsiteY34-13192" fmla="*/ 8245 h 9785"/>
              <a:gd name="connsiteX35-13193" fmla="*/ 5631 w 10000"/>
              <a:gd name="connsiteY35-13194" fmla="*/ 8439 h 9785"/>
              <a:gd name="connsiteX36-13195" fmla="*/ 5196 w 10000"/>
              <a:gd name="connsiteY36-13196" fmla="*/ 8752 h 9785"/>
              <a:gd name="connsiteX37-13197" fmla="*/ 4801 w 10000"/>
              <a:gd name="connsiteY37-13198" fmla="*/ 9064 h 9785"/>
              <a:gd name="connsiteX38-13199" fmla="*/ 4367 w 10000"/>
              <a:gd name="connsiteY38-13200" fmla="*/ 9375 h 9785"/>
              <a:gd name="connsiteX39-13201" fmla="*/ 3976 w 10000"/>
              <a:gd name="connsiteY39-13202" fmla="*/ 9473 h 9785"/>
              <a:gd name="connsiteX40-13203" fmla="*/ 3540 w 10000"/>
              <a:gd name="connsiteY40-13204" fmla="*/ 9669 h 9785"/>
              <a:gd name="connsiteX41-13205" fmla="*/ 3106 w 10000"/>
              <a:gd name="connsiteY41-13206" fmla="*/ 9785 h 9785"/>
              <a:gd name="connsiteX42-13207" fmla="*/ 2714 w 10000"/>
              <a:gd name="connsiteY42-13208" fmla="*/ 9785 h 9785"/>
              <a:gd name="connsiteX43-13209" fmla="*/ 2280 w 10000"/>
              <a:gd name="connsiteY43-13210" fmla="*/ 9785 h 9785"/>
              <a:gd name="connsiteX44-13211" fmla="*/ 2280 w 10000"/>
              <a:gd name="connsiteY44-13212" fmla="*/ 9669 h 9785"/>
              <a:gd name="connsiteX45-13213" fmla="*/ 2081 w 10000"/>
              <a:gd name="connsiteY45-13214" fmla="*/ 9669 h 9785"/>
              <a:gd name="connsiteX46-13215" fmla="*/ 2081 w 10000"/>
              <a:gd name="connsiteY46-13216" fmla="*/ 9571 h 9785"/>
              <a:gd name="connsiteX47-13217" fmla="*/ 2081 w 10000"/>
              <a:gd name="connsiteY47-13218" fmla="*/ 9375 h 9785"/>
              <a:gd name="connsiteX48-13219" fmla="*/ 2081 w 10000"/>
              <a:gd name="connsiteY48-13220" fmla="*/ 9258 h 9785"/>
              <a:gd name="connsiteX49-13221" fmla="*/ 2081 w 10000"/>
              <a:gd name="connsiteY49-13222" fmla="*/ 9161 h 9785"/>
              <a:gd name="connsiteX50-13223" fmla="*/ 2081 w 10000"/>
              <a:gd name="connsiteY50-13224" fmla="*/ 8947 h 9785"/>
              <a:gd name="connsiteX51-13225" fmla="*/ 2081 w 10000"/>
              <a:gd name="connsiteY51-13226" fmla="*/ 8752 h 9785"/>
              <a:gd name="connsiteX52-13227" fmla="*/ 1888 w 10000"/>
              <a:gd name="connsiteY52-13228" fmla="*/ 8537 h 9785"/>
              <a:gd name="connsiteX53-13229" fmla="*/ 1651 w 10000"/>
              <a:gd name="connsiteY53-13230" fmla="*/ 8245 h 9785"/>
              <a:gd name="connsiteX54-13231" fmla="*/ 1258 w 10000"/>
              <a:gd name="connsiteY54-13232" fmla="*/ 7817 h 9785"/>
              <a:gd name="connsiteX55-13233" fmla="*/ 1061 w 10000"/>
              <a:gd name="connsiteY55-13234" fmla="*/ 7408 h 9785"/>
              <a:gd name="connsiteX56-13235" fmla="*/ 431 w 10000"/>
              <a:gd name="connsiteY56-13236" fmla="*/ 6998 h 9785"/>
              <a:gd name="connsiteX57-13237" fmla="*/ 0 w 10000"/>
              <a:gd name="connsiteY57-13238" fmla="*/ 6373 h 9785"/>
              <a:gd name="connsiteX58-13239" fmla="*/ 431 w 10000"/>
              <a:gd name="connsiteY58-13240" fmla="*/ 6587 h 9785"/>
              <a:gd name="connsiteX59-13241" fmla="*/ 1061 w 10000"/>
              <a:gd name="connsiteY59-13242" fmla="*/ 6803 h 9785"/>
              <a:gd name="connsiteX60-13243" fmla="*/ 1453 w 10000"/>
              <a:gd name="connsiteY60-13244" fmla="*/ 6998 h 9785"/>
              <a:gd name="connsiteX61-13245" fmla="*/ 1888 w 10000"/>
              <a:gd name="connsiteY61-13246" fmla="*/ 7096 h 9785"/>
              <a:gd name="connsiteX62-13247" fmla="*/ 2280 w 10000"/>
              <a:gd name="connsiteY62-13248" fmla="*/ 7212 h 9785"/>
              <a:gd name="connsiteX63-13249" fmla="*/ 2522 w 10000"/>
              <a:gd name="connsiteY63-13250" fmla="*/ 7212 h 9785"/>
              <a:gd name="connsiteX64-13251" fmla="*/ 2714 w 10000"/>
              <a:gd name="connsiteY64-13252" fmla="*/ 7310 h 9785"/>
              <a:gd name="connsiteX65-13253" fmla="*/ 2913 w 10000"/>
              <a:gd name="connsiteY65-13254" fmla="*/ 7310 h 9785"/>
              <a:gd name="connsiteX66-13255" fmla="*/ 3106 w 10000"/>
              <a:gd name="connsiteY66-13256" fmla="*/ 7310 h 9785"/>
              <a:gd name="connsiteX67-13257" fmla="*/ 3344 w 10000"/>
              <a:gd name="connsiteY67-13258" fmla="*/ 7310 h 9785"/>
              <a:gd name="connsiteX68-13259" fmla="*/ 3540 w 10000"/>
              <a:gd name="connsiteY68-13260" fmla="*/ 7212 h 9785"/>
              <a:gd name="connsiteX69-13261" fmla="*/ 3741 w 10000"/>
              <a:gd name="connsiteY69-13262" fmla="*/ 7096 h 9785"/>
              <a:gd name="connsiteX70-13263" fmla="*/ 3741 w 10000"/>
              <a:gd name="connsiteY70-13264" fmla="*/ 6998 h 9785"/>
              <a:gd name="connsiteX71-13265" fmla="*/ 3976 w 10000"/>
              <a:gd name="connsiteY71-13266" fmla="*/ 6900 h 9785"/>
              <a:gd name="connsiteX72-13267" fmla="*/ 4169 w 10000"/>
              <a:gd name="connsiteY72-13268" fmla="*/ 6686 h 9785"/>
              <a:gd name="connsiteX73-13269" fmla="*/ 4169 w 10000"/>
              <a:gd name="connsiteY73-13270" fmla="*/ 6490 h 9785"/>
              <a:gd name="connsiteX74-13271" fmla="*/ 4367 w 10000"/>
              <a:gd name="connsiteY74-13272" fmla="*/ 6276 h 9785"/>
              <a:gd name="connsiteX75-13273" fmla="*/ 4564 w 10000"/>
              <a:gd name="connsiteY75-13274" fmla="*/ 5964 h 9785"/>
              <a:gd name="connsiteX76-13275" fmla="*/ 4801 w 10000"/>
              <a:gd name="connsiteY76-13276" fmla="*/ 5652 h 9785"/>
              <a:gd name="connsiteX77-13277" fmla="*/ 4801 w 10000"/>
              <a:gd name="connsiteY77-13278" fmla="*/ 5243 h 9785"/>
              <a:gd name="connsiteX78-13279" fmla="*/ 5196 w 10000"/>
              <a:gd name="connsiteY78-13280" fmla="*/ 4522 h 9785"/>
              <a:gd name="connsiteX79-13281" fmla="*/ 5438 w 10000"/>
              <a:gd name="connsiteY79-13282" fmla="*/ 3703 h 9785"/>
              <a:gd name="connsiteX80-13283" fmla="*/ 5438 w 10000"/>
              <a:gd name="connsiteY80-13284" fmla="*/ 2982 h 9785"/>
              <a:gd name="connsiteX81-13285" fmla="*/ 5631 w 10000"/>
              <a:gd name="connsiteY81-13286" fmla="*/ 2261 h 9785"/>
              <a:gd name="connsiteX82-13287" fmla="*/ 5631 w 10000"/>
              <a:gd name="connsiteY82-13288" fmla="*/ 1949 h 9785"/>
              <a:gd name="connsiteX83-13289" fmla="*/ 5631 w 10000"/>
              <a:gd name="connsiteY83-13290" fmla="*/ 1657 h 9785"/>
              <a:gd name="connsiteX84-13291" fmla="*/ 5631 w 10000"/>
              <a:gd name="connsiteY84-13292" fmla="*/ 1442 h 9785"/>
              <a:gd name="connsiteX85-13293" fmla="*/ 5631 w 10000"/>
              <a:gd name="connsiteY85-13294" fmla="*/ 1227 h 9785"/>
              <a:gd name="connsiteX86-13295" fmla="*/ 5631 w 10000"/>
              <a:gd name="connsiteY86-13296" fmla="*/ 1033 h 9785"/>
              <a:gd name="connsiteX87-13297" fmla="*/ 5631 w 10000"/>
              <a:gd name="connsiteY87-13298" fmla="*/ 936 h 9785"/>
              <a:gd name="connsiteX88-13299" fmla="*/ 5438 w 10000"/>
              <a:gd name="connsiteY88-13300" fmla="*/ 818 h 9785"/>
              <a:gd name="connsiteX89-13301" fmla="*/ 5438 w 10000"/>
              <a:gd name="connsiteY89-13302" fmla="*/ 721 h 9785"/>
              <a:gd name="connsiteX90-13303" fmla="*/ 5438 w 10000"/>
              <a:gd name="connsiteY90-13304" fmla="*/ 623 h 9785"/>
              <a:gd name="connsiteX91-13305" fmla="*/ 5196 w 10000"/>
              <a:gd name="connsiteY91-13306" fmla="*/ 623 h 9785"/>
              <a:gd name="connsiteX92-13307" fmla="*/ 5005 w 10000"/>
              <a:gd name="connsiteY92-13308" fmla="*/ 507 h 9785"/>
              <a:gd name="connsiteX93-13309" fmla="*/ 5005 w 10000"/>
              <a:gd name="connsiteY93-13310" fmla="*/ 507 h 9785"/>
              <a:gd name="connsiteX0-13311" fmla="*/ 8544 w 10000"/>
              <a:gd name="connsiteY0-13312" fmla="*/ 0 h 9781"/>
              <a:gd name="connsiteX1-13313" fmla="*/ 8934 w 10000"/>
              <a:gd name="connsiteY1-13314" fmla="*/ 100 h 9781"/>
              <a:gd name="connsiteX2-13315" fmla="*/ 9173 w 10000"/>
              <a:gd name="connsiteY2-13316" fmla="*/ 299 h 9781"/>
              <a:gd name="connsiteX3-13317" fmla="*/ 9568 w 10000"/>
              <a:gd name="connsiteY3-13318" fmla="*/ 418 h 9781"/>
              <a:gd name="connsiteX4-13319" fmla="*/ 9762 w 10000"/>
              <a:gd name="connsiteY4-13320" fmla="*/ 518 h 9781"/>
              <a:gd name="connsiteX5-13321" fmla="*/ 9762 w 10000"/>
              <a:gd name="connsiteY5-13322" fmla="*/ 617 h 9781"/>
              <a:gd name="connsiteX6-13323" fmla="*/ 10000 w 10000"/>
              <a:gd name="connsiteY6-13324" fmla="*/ 617 h 9781"/>
              <a:gd name="connsiteX7-13325" fmla="*/ 10000 w 10000"/>
              <a:gd name="connsiteY7-13326" fmla="*/ 738 h 9781"/>
              <a:gd name="connsiteX8-13327" fmla="*/ 10000 w 10000"/>
              <a:gd name="connsiteY8-13328" fmla="*/ 837 h 9781"/>
              <a:gd name="connsiteX9-13329" fmla="*/ 9762 w 10000"/>
              <a:gd name="connsiteY9-13330" fmla="*/ 937 h 9781"/>
              <a:gd name="connsiteX10-13331" fmla="*/ 9568 w 10000"/>
              <a:gd name="connsiteY10-13332" fmla="*/ 937 h 9781"/>
              <a:gd name="connsiteX11-13333" fmla="*/ 9371 w 10000"/>
              <a:gd name="connsiteY11-13334" fmla="*/ 1035 h 9781"/>
              <a:gd name="connsiteX12-13335" fmla="*/ 9173 w 10000"/>
              <a:gd name="connsiteY12-13336" fmla="*/ 1035 h 9781"/>
              <a:gd name="connsiteX13-13337" fmla="*/ 9173 w 10000"/>
              <a:gd name="connsiteY13-13338" fmla="*/ 1155 h 9781"/>
              <a:gd name="connsiteX14-13339" fmla="*/ 8934 w 10000"/>
              <a:gd name="connsiteY14-13340" fmla="*/ 1255 h 9781"/>
              <a:gd name="connsiteX15-13341" fmla="*/ 8740 w 10000"/>
              <a:gd name="connsiteY15-13342" fmla="*/ 1474 h 9781"/>
              <a:gd name="connsiteX16-13343" fmla="*/ 8740 w 10000"/>
              <a:gd name="connsiteY16-13344" fmla="*/ 1673 h 9781"/>
              <a:gd name="connsiteX17-13345" fmla="*/ 8544 w 10000"/>
              <a:gd name="connsiteY17-13346" fmla="*/ 1892 h 9781"/>
              <a:gd name="connsiteX18-13347" fmla="*/ 8544 w 10000"/>
              <a:gd name="connsiteY18-13348" fmla="*/ 2211 h 9781"/>
              <a:gd name="connsiteX19-13349" fmla="*/ 8544 w 10000"/>
              <a:gd name="connsiteY19-13350" fmla="*/ 2411 h 9781"/>
              <a:gd name="connsiteX20-13351" fmla="*/ 8305 w 10000"/>
              <a:gd name="connsiteY20-13352" fmla="*/ 2728 h 9781"/>
              <a:gd name="connsiteX21-13353" fmla="*/ 8305 w 10000"/>
              <a:gd name="connsiteY21-13354" fmla="*/ 3147 h 9781"/>
              <a:gd name="connsiteX22-13355" fmla="*/ 8114 w 10000"/>
              <a:gd name="connsiteY22-13356" fmla="*/ 3466 h 9781"/>
              <a:gd name="connsiteX23-13357" fmla="*/ 7913 w 10000"/>
              <a:gd name="connsiteY23-13358" fmla="*/ 3883 h 9781"/>
              <a:gd name="connsiteX24-13359" fmla="*/ 7711 w 10000"/>
              <a:gd name="connsiteY24-13360" fmla="*/ 4303 h 9781"/>
              <a:gd name="connsiteX25-13361" fmla="*/ 7478 w 10000"/>
              <a:gd name="connsiteY25-13362" fmla="*/ 4720 h 9781"/>
              <a:gd name="connsiteX26-13363" fmla="*/ 7085 w 10000"/>
              <a:gd name="connsiteY26-13364" fmla="*/ 5677 h 9781"/>
              <a:gd name="connsiteX27-13365" fmla="*/ 6890 w 10000"/>
              <a:gd name="connsiteY27-13366" fmla="*/ 6096 h 9781"/>
              <a:gd name="connsiteX28-13367" fmla="*/ 6657 w 10000"/>
              <a:gd name="connsiteY28-13368" fmla="*/ 6513 h 9781"/>
              <a:gd name="connsiteX29-13369" fmla="*/ 6458 w 10000"/>
              <a:gd name="connsiteY29-13370" fmla="*/ 6933 h 9781"/>
              <a:gd name="connsiteX30-13371" fmla="*/ 6259 w 10000"/>
              <a:gd name="connsiteY30-13372" fmla="*/ 7352 h 9781"/>
              <a:gd name="connsiteX31-13373" fmla="*/ 6021 w 10000"/>
              <a:gd name="connsiteY31-13374" fmla="*/ 7670 h 9781"/>
              <a:gd name="connsiteX32-13375" fmla="*/ 6021 w 10000"/>
              <a:gd name="connsiteY32-13376" fmla="*/ 7889 h 9781"/>
              <a:gd name="connsiteX33-13377" fmla="*/ 5825 w 10000"/>
              <a:gd name="connsiteY33-13378" fmla="*/ 8207 h 9781"/>
              <a:gd name="connsiteX34-13379" fmla="*/ 5631 w 10000"/>
              <a:gd name="connsiteY34-13380" fmla="*/ 8405 h 9781"/>
              <a:gd name="connsiteX35-13381" fmla="*/ 5196 w 10000"/>
              <a:gd name="connsiteY35-13382" fmla="*/ 8725 h 9781"/>
              <a:gd name="connsiteX36-13383" fmla="*/ 4801 w 10000"/>
              <a:gd name="connsiteY36-13384" fmla="*/ 9044 h 9781"/>
              <a:gd name="connsiteX37-13385" fmla="*/ 4367 w 10000"/>
              <a:gd name="connsiteY37-13386" fmla="*/ 9362 h 9781"/>
              <a:gd name="connsiteX38-13387" fmla="*/ 3976 w 10000"/>
              <a:gd name="connsiteY38-13388" fmla="*/ 9462 h 9781"/>
              <a:gd name="connsiteX39-13389" fmla="*/ 3540 w 10000"/>
              <a:gd name="connsiteY39-13390" fmla="*/ 9662 h 9781"/>
              <a:gd name="connsiteX40-13391" fmla="*/ 3106 w 10000"/>
              <a:gd name="connsiteY40-13392" fmla="*/ 9781 h 9781"/>
              <a:gd name="connsiteX41-13393" fmla="*/ 2714 w 10000"/>
              <a:gd name="connsiteY41-13394" fmla="*/ 9781 h 9781"/>
              <a:gd name="connsiteX42-13395" fmla="*/ 2280 w 10000"/>
              <a:gd name="connsiteY42-13396" fmla="*/ 9781 h 9781"/>
              <a:gd name="connsiteX43-13397" fmla="*/ 2280 w 10000"/>
              <a:gd name="connsiteY43-13398" fmla="*/ 9662 h 9781"/>
              <a:gd name="connsiteX44-13399" fmla="*/ 2081 w 10000"/>
              <a:gd name="connsiteY44-13400" fmla="*/ 9662 h 9781"/>
              <a:gd name="connsiteX45-13401" fmla="*/ 2081 w 10000"/>
              <a:gd name="connsiteY45-13402" fmla="*/ 9562 h 9781"/>
              <a:gd name="connsiteX46-13403" fmla="*/ 2081 w 10000"/>
              <a:gd name="connsiteY46-13404" fmla="*/ 9362 h 9781"/>
              <a:gd name="connsiteX47-13405" fmla="*/ 2081 w 10000"/>
              <a:gd name="connsiteY47-13406" fmla="*/ 9242 h 9781"/>
              <a:gd name="connsiteX48-13407" fmla="*/ 2081 w 10000"/>
              <a:gd name="connsiteY48-13408" fmla="*/ 9143 h 9781"/>
              <a:gd name="connsiteX49-13409" fmla="*/ 2081 w 10000"/>
              <a:gd name="connsiteY49-13410" fmla="*/ 8925 h 9781"/>
              <a:gd name="connsiteX50-13411" fmla="*/ 2081 w 10000"/>
              <a:gd name="connsiteY50-13412" fmla="*/ 8725 h 9781"/>
              <a:gd name="connsiteX51-13413" fmla="*/ 1888 w 10000"/>
              <a:gd name="connsiteY51-13414" fmla="*/ 8506 h 9781"/>
              <a:gd name="connsiteX52-13415" fmla="*/ 1651 w 10000"/>
              <a:gd name="connsiteY52-13416" fmla="*/ 8207 h 9781"/>
              <a:gd name="connsiteX53-13417" fmla="*/ 1258 w 10000"/>
              <a:gd name="connsiteY53-13418" fmla="*/ 7770 h 9781"/>
              <a:gd name="connsiteX54-13419" fmla="*/ 1061 w 10000"/>
              <a:gd name="connsiteY54-13420" fmla="*/ 7352 h 9781"/>
              <a:gd name="connsiteX55-13421" fmla="*/ 431 w 10000"/>
              <a:gd name="connsiteY55-13422" fmla="*/ 6933 h 9781"/>
              <a:gd name="connsiteX56-13423" fmla="*/ 0 w 10000"/>
              <a:gd name="connsiteY56-13424" fmla="*/ 6294 h 9781"/>
              <a:gd name="connsiteX57-13425" fmla="*/ 431 w 10000"/>
              <a:gd name="connsiteY57-13426" fmla="*/ 6513 h 9781"/>
              <a:gd name="connsiteX58-13427" fmla="*/ 1061 w 10000"/>
              <a:gd name="connsiteY58-13428" fmla="*/ 6733 h 9781"/>
              <a:gd name="connsiteX59-13429" fmla="*/ 1453 w 10000"/>
              <a:gd name="connsiteY59-13430" fmla="*/ 6933 h 9781"/>
              <a:gd name="connsiteX60-13431" fmla="*/ 1888 w 10000"/>
              <a:gd name="connsiteY60-13432" fmla="*/ 7033 h 9781"/>
              <a:gd name="connsiteX61-13433" fmla="*/ 2280 w 10000"/>
              <a:gd name="connsiteY61-13434" fmla="*/ 7151 h 9781"/>
              <a:gd name="connsiteX62-13435" fmla="*/ 2522 w 10000"/>
              <a:gd name="connsiteY62-13436" fmla="*/ 7151 h 9781"/>
              <a:gd name="connsiteX63-13437" fmla="*/ 2714 w 10000"/>
              <a:gd name="connsiteY63-13438" fmla="*/ 7252 h 9781"/>
              <a:gd name="connsiteX64-13439" fmla="*/ 2913 w 10000"/>
              <a:gd name="connsiteY64-13440" fmla="*/ 7252 h 9781"/>
              <a:gd name="connsiteX65-13441" fmla="*/ 3106 w 10000"/>
              <a:gd name="connsiteY65-13442" fmla="*/ 7252 h 9781"/>
              <a:gd name="connsiteX66-13443" fmla="*/ 3344 w 10000"/>
              <a:gd name="connsiteY66-13444" fmla="*/ 7252 h 9781"/>
              <a:gd name="connsiteX67-13445" fmla="*/ 3540 w 10000"/>
              <a:gd name="connsiteY67-13446" fmla="*/ 7151 h 9781"/>
              <a:gd name="connsiteX68-13447" fmla="*/ 3741 w 10000"/>
              <a:gd name="connsiteY68-13448" fmla="*/ 7033 h 9781"/>
              <a:gd name="connsiteX69-13449" fmla="*/ 3741 w 10000"/>
              <a:gd name="connsiteY69-13450" fmla="*/ 6933 h 9781"/>
              <a:gd name="connsiteX70-13451" fmla="*/ 3976 w 10000"/>
              <a:gd name="connsiteY70-13452" fmla="*/ 6833 h 9781"/>
              <a:gd name="connsiteX71-13453" fmla="*/ 4169 w 10000"/>
              <a:gd name="connsiteY71-13454" fmla="*/ 6614 h 9781"/>
              <a:gd name="connsiteX72-13455" fmla="*/ 4169 w 10000"/>
              <a:gd name="connsiteY72-13456" fmla="*/ 6414 h 9781"/>
              <a:gd name="connsiteX73-13457" fmla="*/ 4367 w 10000"/>
              <a:gd name="connsiteY73-13458" fmla="*/ 6195 h 9781"/>
              <a:gd name="connsiteX74-13459" fmla="*/ 4564 w 10000"/>
              <a:gd name="connsiteY74-13460" fmla="*/ 5876 h 9781"/>
              <a:gd name="connsiteX75-13461" fmla="*/ 4801 w 10000"/>
              <a:gd name="connsiteY75-13462" fmla="*/ 5557 h 9781"/>
              <a:gd name="connsiteX76-13463" fmla="*/ 4801 w 10000"/>
              <a:gd name="connsiteY76-13464" fmla="*/ 5139 h 9781"/>
              <a:gd name="connsiteX77-13465" fmla="*/ 5196 w 10000"/>
              <a:gd name="connsiteY77-13466" fmla="*/ 4402 h 9781"/>
              <a:gd name="connsiteX78-13467" fmla="*/ 5438 w 10000"/>
              <a:gd name="connsiteY78-13468" fmla="*/ 3565 h 9781"/>
              <a:gd name="connsiteX79-13469" fmla="*/ 5438 w 10000"/>
              <a:gd name="connsiteY79-13470" fmla="*/ 2829 h 9781"/>
              <a:gd name="connsiteX80-13471" fmla="*/ 5631 w 10000"/>
              <a:gd name="connsiteY80-13472" fmla="*/ 2092 h 9781"/>
              <a:gd name="connsiteX81-13473" fmla="*/ 5631 w 10000"/>
              <a:gd name="connsiteY81-13474" fmla="*/ 1773 h 9781"/>
              <a:gd name="connsiteX82-13475" fmla="*/ 5631 w 10000"/>
              <a:gd name="connsiteY82-13476" fmla="*/ 1474 h 9781"/>
              <a:gd name="connsiteX83-13477" fmla="*/ 5631 w 10000"/>
              <a:gd name="connsiteY83-13478" fmla="*/ 1255 h 9781"/>
              <a:gd name="connsiteX84-13479" fmla="*/ 5631 w 10000"/>
              <a:gd name="connsiteY84-13480" fmla="*/ 1035 h 9781"/>
              <a:gd name="connsiteX85-13481" fmla="*/ 5631 w 10000"/>
              <a:gd name="connsiteY85-13482" fmla="*/ 837 h 9781"/>
              <a:gd name="connsiteX86-13483" fmla="*/ 5631 w 10000"/>
              <a:gd name="connsiteY86-13484" fmla="*/ 738 h 9781"/>
              <a:gd name="connsiteX87-13485" fmla="*/ 5438 w 10000"/>
              <a:gd name="connsiteY87-13486" fmla="*/ 617 h 9781"/>
              <a:gd name="connsiteX88-13487" fmla="*/ 5438 w 10000"/>
              <a:gd name="connsiteY88-13488" fmla="*/ 518 h 9781"/>
              <a:gd name="connsiteX89-13489" fmla="*/ 5438 w 10000"/>
              <a:gd name="connsiteY89-13490" fmla="*/ 418 h 9781"/>
              <a:gd name="connsiteX90-13491" fmla="*/ 5196 w 10000"/>
              <a:gd name="connsiteY90-13492" fmla="*/ 418 h 9781"/>
              <a:gd name="connsiteX91-13493" fmla="*/ 5005 w 10000"/>
              <a:gd name="connsiteY91-13494" fmla="*/ 299 h 9781"/>
              <a:gd name="connsiteX92-13495" fmla="*/ 5005 w 10000"/>
              <a:gd name="connsiteY92-13496" fmla="*/ 299 h 9781"/>
              <a:gd name="connsiteX0-13497" fmla="*/ 8934 w 10000"/>
              <a:gd name="connsiteY0-13498" fmla="*/ 0 h 9898"/>
              <a:gd name="connsiteX1-13499" fmla="*/ 9173 w 10000"/>
              <a:gd name="connsiteY1-13500" fmla="*/ 204 h 9898"/>
              <a:gd name="connsiteX2-13501" fmla="*/ 9568 w 10000"/>
              <a:gd name="connsiteY2-13502" fmla="*/ 325 h 9898"/>
              <a:gd name="connsiteX3-13503" fmla="*/ 9762 w 10000"/>
              <a:gd name="connsiteY3-13504" fmla="*/ 428 h 9898"/>
              <a:gd name="connsiteX4-13505" fmla="*/ 9762 w 10000"/>
              <a:gd name="connsiteY4-13506" fmla="*/ 529 h 9898"/>
              <a:gd name="connsiteX5-13507" fmla="*/ 10000 w 10000"/>
              <a:gd name="connsiteY5-13508" fmla="*/ 529 h 9898"/>
              <a:gd name="connsiteX6-13509" fmla="*/ 10000 w 10000"/>
              <a:gd name="connsiteY6-13510" fmla="*/ 653 h 9898"/>
              <a:gd name="connsiteX7-13511" fmla="*/ 10000 w 10000"/>
              <a:gd name="connsiteY7-13512" fmla="*/ 754 h 9898"/>
              <a:gd name="connsiteX8-13513" fmla="*/ 9762 w 10000"/>
              <a:gd name="connsiteY8-13514" fmla="*/ 856 h 9898"/>
              <a:gd name="connsiteX9-13515" fmla="*/ 9568 w 10000"/>
              <a:gd name="connsiteY9-13516" fmla="*/ 856 h 9898"/>
              <a:gd name="connsiteX10-13517" fmla="*/ 9371 w 10000"/>
              <a:gd name="connsiteY10-13518" fmla="*/ 956 h 9898"/>
              <a:gd name="connsiteX11-13519" fmla="*/ 9173 w 10000"/>
              <a:gd name="connsiteY11-13520" fmla="*/ 956 h 9898"/>
              <a:gd name="connsiteX12-13521" fmla="*/ 9173 w 10000"/>
              <a:gd name="connsiteY12-13522" fmla="*/ 1079 h 9898"/>
              <a:gd name="connsiteX13-13523" fmla="*/ 8934 w 10000"/>
              <a:gd name="connsiteY13-13524" fmla="*/ 1181 h 9898"/>
              <a:gd name="connsiteX14-13525" fmla="*/ 8740 w 10000"/>
              <a:gd name="connsiteY14-13526" fmla="*/ 1405 h 9898"/>
              <a:gd name="connsiteX15-13527" fmla="*/ 8740 w 10000"/>
              <a:gd name="connsiteY15-13528" fmla="*/ 1608 h 9898"/>
              <a:gd name="connsiteX16-13529" fmla="*/ 8544 w 10000"/>
              <a:gd name="connsiteY16-13530" fmla="*/ 1832 h 9898"/>
              <a:gd name="connsiteX17-13531" fmla="*/ 8544 w 10000"/>
              <a:gd name="connsiteY17-13532" fmla="*/ 2159 h 9898"/>
              <a:gd name="connsiteX18-13533" fmla="*/ 8544 w 10000"/>
              <a:gd name="connsiteY18-13534" fmla="*/ 2363 h 9898"/>
              <a:gd name="connsiteX19-13535" fmla="*/ 8305 w 10000"/>
              <a:gd name="connsiteY19-13536" fmla="*/ 2687 h 9898"/>
              <a:gd name="connsiteX20-13537" fmla="*/ 8305 w 10000"/>
              <a:gd name="connsiteY20-13538" fmla="*/ 3115 h 9898"/>
              <a:gd name="connsiteX21-13539" fmla="*/ 8114 w 10000"/>
              <a:gd name="connsiteY21-13540" fmla="*/ 3442 h 9898"/>
              <a:gd name="connsiteX22-13541" fmla="*/ 7913 w 10000"/>
              <a:gd name="connsiteY22-13542" fmla="*/ 3868 h 9898"/>
              <a:gd name="connsiteX23-13543" fmla="*/ 7711 w 10000"/>
              <a:gd name="connsiteY23-13544" fmla="*/ 4297 h 9898"/>
              <a:gd name="connsiteX24-13545" fmla="*/ 7478 w 10000"/>
              <a:gd name="connsiteY24-13546" fmla="*/ 4724 h 9898"/>
              <a:gd name="connsiteX25-13547" fmla="*/ 7085 w 10000"/>
              <a:gd name="connsiteY25-13548" fmla="*/ 5702 h 9898"/>
              <a:gd name="connsiteX26-13549" fmla="*/ 6890 w 10000"/>
              <a:gd name="connsiteY26-13550" fmla="*/ 6130 h 9898"/>
              <a:gd name="connsiteX27-13551" fmla="*/ 6657 w 10000"/>
              <a:gd name="connsiteY27-13552" fmla="*/ 6557 h 9898"/>
              <a:gd name="connsiteX28-13553" fmla="*/ 6458 w 10000"/>
              <a:gd name="connsiteY28-13554" fmla="*/ 6986 h 9898"/>
              <a:gd name="connsiteX29-13555" fmla="*/ 6259 w 10000"/>
              <a:gd name="connsiteY29-13556" fmla="*/ 7415 h 9898"/>
              <a:gd name="connsiteX30-13557" fmla="*/ 6021 w 10000"/>
              <a:gd name="connsiteY30-13558" fmla="*/ 7740 h 9898"/>
              <a:gd name="connsiteX31-13559" fmla="*/ 6021 w 10000"/>
              <a:gd name="connsiteY31-13560" fmla="*/ 7964 h 9898"/>
              <a:gd name="connsiteX32-13561" fmla="*/ 5825 w 10000"/>
              <a:gd name="connsiteY32-13562" fmla="*/ 8289 h 9898"/>
              <a:gd name="connsiteX33-13563" fmla="*/ 5631 w 10000"/>
              <a:gd name="connsiteY33-13564" fmla="*/ 8491 h 9898"/>
              <a:gd name="connsiteX34-13565" fmla="*/ 5196 w 10000"/>
              <a:gd name="connsiteY34-13566" fmla="*/ 8818 h 9898"/>
              <a:gd name="connsiteX35-13567" fmla="*/ 4801 w 10000"/>
              <a:gd name="connsiteY35-13568" fmla="*/ 9144 h 9898"/>
              <a:gd name="connsiteX36-13569" fmla="*/ 4367 w 10000"/>
              <a:gd name="connsiteY36-13570" fmla="*/ 9470 h 9898"/>
              <a:gd name="connsiteX37-13571" fmla="*/ 3976 w 10000"/>
              <a:gd name="connsiteY37-13572" fmla="*/ 9572 h 9898"/>
              <a:gd name="connsiteX38-13573" fmla="*/ 3540 w 10000"/>
              <a:gd name="connsiteY38-13574" fmla="*/ 9776 h 9898"/>
              <a:gd name="connsiteX39-13575" fmla="*/ 3106 w 10000"/>
              <a:gd name="connsiteY39-13576" fmla="*/ 9898 h 9898"/>
              <a:gd name="connsiteX40-13577" fmla="*/ 2714 w 10000"/>
              <a:gd name="connsiteY40-13578" fmla="*/ 9898 h 9898"/>
              <a:gd name="connsiteX41-13579" fmla="*/ 2280 w 10000"/>
              <a:gd name="connsiteY41-13580" fmla="*/ 9898 h 9898"/>
              <a:gd name="connsiteX42-13581" fmla="*/ 2280 w 10000"/>
              <a:gd name="connsiteY42-13582" fmla="*/ 9776 h 9898"/>
              <a:gd name="connsiteX43-13583" fmla="*/ 2081 w 10000"/>
              <a:gd name="connsiteY43-13584" fmla="*/ 9776 h 9898"/>
              <a:gd name="connsiteX44-13585" fmla="*/ 2081 w 10000"/>
              <a:gd name="connsiteY44-13586" fmla="*/ 9674 h 9898"/>
              <a:gd name="connsiteX45-13587" fmla="*/ 2081 w 10000"/>
              <a:gd name="connsiteY45-13588" fmla="*/ 9470 h 9898"/>
              <a:gd name="connsiteX46-13589" fmla="*/ 2081 w 10000"/>
              <a:gd name="connsiteY46-13590" fmla="*/ 9347 h 9898"/>
              <a:gd name="connsiteX47-13591" fmla="*/ 2081 w 10000"/>
              <a:gd name="connsiteY47-13592" fmla="*/ 9246 h 9898"/>
              <a:gd name="connsiteX48-13593" fmla="*/ 2081 w 10000"/>
              <a:gd name="connsiteY48-13594" fmla="*/ 9023 h 9898"/>
              <a:gd name="connsiteX49-13595" fmla="*/ 2081 w 10000"/>
              <a:gd name="connsiteY49-13596" fmla="*/ 8818 h 9898"/>
              <a:gd name="connsiteX50-13597" fmla="*/ 1888 w 10000"/>
              <a:gd name="connsiteY50-13598" fmla="*/ 8594 h 9898"/>
              <a:gd name="connsiteX51-13599" fmla="*/ 1651 w 10000"/>
              <a:gd name="connsiteY51-13600" fmla="*/ 8289 h 9898"/>
              <a:gd name="connsiteX52-13601" fmla="*/ 1258 w 10000"/>
              <a:gd name="connsiteY52-13602" fmla="*/ 7842 h 9898"/>
              <a:gd name="connsiteX53-13603" fmla="*/ 1061 w 10000"/>
              <a:gd name="connsiteY53-13604" fmla="*/ 7415 h 9898"/>
              <a:gd name="connsiteX54-13605" fmla="*/ 431 w 10000"/>
              <a:gd name="connsiteY54-13606" fmla="*/ 6986 h 9898"/>
              <a:gd name="connsiteX55-13607" fmla="*/ 0 w 10000"/>
              <a:gd name="connsiteY55-13608" fmla="*/ 6333 h 9898"/>
              <a:gd name="connsiteX56-13609" fmla="*/ 431 w 10000"/>
              <a:gd name="connsiteY56-13610" fmla="*/ 6557 h 9898"/>
              <a:gd name="connsiteX57-13611" fmla="*/ 1061 w 10000"/>
              <a:gd name="connsiteY57-13612" fmla="*/ 6782 h 9898"/>
              <a:gd name="connsiteX58-13613" fmla="*/ 1453 w 10000"/>
              <a:gd name="connsiteY58-13614" fmla="*/ 6986 h 9898"/>
              <a:gd name="connsiteX59-13615" fmla="*/ 1888 w 10000"/>
              <a:gd name="connsiteY59-13616" fmla="*/ 7088 h 9898"/>
              <a:gd name="connsiteX60-13617" fmla="*/ 2280 w 10000"/>
              <a:gd name="connsiteY60-13618" fmla="*/ 7209 h 9898"/>
              <a:gd name="connsiteX61-13619" fmla="*/ 2522 w 10000"/>
              <a:gd name="connsiteY61-13620" fmla="*/ 7209 h 9898"/>
              <a:gd name="connsiteX62-13621" fmla="*/ 2714 w 10000"/>
              <a:gd name="connsiteY62-13622" fmla="*/ 7312 h 9898"/>
              <a:gd name="connsiteX63-13623" fmla="*/ 2913 w 10000"/>
              <a:gd name="connsiteY63-13624" fmla="*/ 7312 h 9898"/>
              <a:gd name="connsiteX64-13625" fmla="*/ 3106 w 10000"/>
              <a:gd name="connsiteY64-13626" fmla="*/ 7312 h 9898"/>
              <a:gd name="connsiteX65-13627" fmla="*/ 3344 w 10000"/>
              <a:gd name="connsiteY65-13628" fmla="*/ 7312 h 9898"/>
              <a:gd name="connsiteX66-13629" fmla="*/ 3540 w 10000"/>
              <a:gd name="connsiteY66-13630" fmla="*/ 7209 h 9898"/>
              <a:gd name="connsiteX67-13631" fmla="*/ 3741 w 10000"/>
              <a:gd name="connsiteY67-13632" fmla="*/ 7088 h 9898"/>
              <a:gd name="connsiteX68-13633" fmla="*/ 3741 w 10000"/>
              <a:gd name="connsiteY68-13634" fmla="*/ 6986 h 9898"/>
              <a:gd name="connsiteX69-13635" fmla="*/ 3976 w 10000"/>
              <a:gd name="connsiteY69-13636" fmla="*/ 6884 h 9898"/>
              <a:gd name="connsiteX70-13637" fmla="*/ 4169 w 10000"/>
              <a:gd name="connsiteY70-13638" fmla="*/ 6660 h 9898"/>
              <a:gd name="connsiteX71-13639" fmla="*/ 4169 w 10000"/>
              <a:gd name="connsiteY71-13640" fmla="*/ 6456 h 9898"/>
              <a:gd name="connsiteX72-13641" fmla="*/ 4367 w 10000"/>
              <a:gd name="connsiteY72-13642" fmla="*/ 6232 h 9898"/>
              <a:gd name="connsiteX73-13643" fmla="*/ 4564 w 10000"/>
              <a:gd name="connsiteY73-13644" fmla="*/ 5906 h 9898"/>
              <a:gd name="connsiteX74-13645" fmla="*/ 4801 w 10000"/>
              <a:gd name="connsiteY74-13646" fmla="*/ 5579 h 9898"/>
              <a:gd name="connsiteX75-13647" fmla="*/ 4801 w 10000"/>
              <a:gd name="connsiteY75-13648" fmla="*/ 5152 h 9898"/>
              <a:gd name="connsiteX76-13649" fmla="*/ 5196 w 10000"/>
              <a:gd name="connsiteY76-13650" fmla="*/ 4399 h 9898"/>
              <a:gd name="connsiteX77-13651" fmla="*/ 5438 w 10000"/>
              <a:gd name="connsiteY77-13652" fmla="*/ 3543 h 9898"/>
              <a:gd name="connsiteX78-13653" fmla="*/ 5438 w 10000"/>
              <a:gd name="connsiteY78-13654" fmla="*/ 2790 h 9898"/>
              <a:gd name="connsiteX79-13655" fmla="*/ 5631 w 10000"/>
              <a:gd name="connsiteY79-13656" fmla="*/ 2037 h 9898"/>
              <a:gd name="connsiteX80-13657" fmla="*/ 5631 w 10000"/>
              <a:gd name="connsiteY80-13658" fmla="*/ 1711 h 9898"/>
              <a:gd name="connsiteX81-13659" fmla="*/ 5631 w 10000"/>
              <a:gd name="connsiteY81-13660" fmla="*/ 1405 h 9898"/>
              <a:gd name="connsiteX82-13661" fmla="*/ 5631 w 10000"/>
              <a:gd name="connsiteY82-13662" fmla="*/ 1181 h 9898"/>
              <a:gd name="connsiteX83-13663" fmla="*/ 5631 w 10000"/>
              <a:gd name="connsiteY83-13664" fmla="*/ 956 h 9898"/>
              <a:gd name="connsiteX84-13665" fmla="*/ 5631 w 10000"/>
              <a:gd name="connsiteY84-13666" fmla="*/ 754 h 9898"/>
              <a:gd name="connsiteX85-13667" fmla="*/ 5631 w 10000"/>
              <a:gd name="connsiteY85-13668" fmla="*/ 653 h 9898"/>
              <a:gd name="connsiteX86-13669" fmla="*/ 5438 w 10000"/>
              <a:gd name="connsiteY86-13670" fmla="*/ 529 h 9898"/>
              <a:gd name="connsiteX87-13671" fmla="*/ 5438 w 10000"/>
              <a:gd name="connsiteY87-13672" fmla="*/ 428 h 9898"/>
              <a:gd name="connsiteX88-13673" fmla="*/ 5438 w 10000"/>
              <a:gd name="connsiteY88-13674" fmla="*/ 325 h 9898"/>
              <a:gd name="connsiteX89-13675" fmla="*/ 5196 w 10000"/>
              <a:gd name="connsiteY89-13676" fmla="*/ 325 h 9898"/>
              <a:gd name="connsiteX90-13677" fmla="*/ 5005 w 10000"/>
              <a:gd name="connsiteY90-13678" fmla="*/ 204 h 9898"/>
              <a:gd name="connsiteX91-13679" fmla="*/ 5005 w 10000"/>
              <a:gd name="connsiteY91-13680" fmla="*/ 204 h 9898"/>
              <a:gd name="connsiteX0-13681" fmla="*/ 9173 w 10000"/>
              <a:gd name="connsiteY0-13682" fmla="*/ 0 h 9794"/>
              <a:gd name="connsiteX1-13683" fmla="*/ 9568 w 10000"/>
              <a:gd name="connsiteY1-13684" fmla="*/ 122 h 9794"/>
              <a:gd name="connsiteX2-13685" fmla="*/ 9762 w 10000"/>
              <a:gd name="connsiteY2-13686" fmla="*/ 226 h 9794"/>
              <a:gd name="connsiteX3-13687" fmla="*/ 9762 w 10000"/>
              <a:gd name="connsiteY3-13688" fmla="*/ 328 h 9794"/>
              <a:gd name="connsiteX4-13689" fmla="*/ 10000 w 10000"/>
              <a:gd name="connsiteY4-13690" fmla="*/ 328 h 9794"/>
              <a:gd name="connsiteX5-13691" fmla="*/ 10000 w 10000"/>
              <a:gd name="connsiteY5-13692" fmla="*/ 454 h 9794"/>
              <a:gd name="connsiteX6-13693" fmla="*/ 10000 w 10000"/>
              <a:gd name="connsiteY6-13694" fmla="*/ 556 h 9794"/>
              <a:gd name="connsiteX7-13695" fmla="*/ 9762 w 10000"/>
              <a:gd name="connsiteY7-13696" fmla="*/ 659 h 9794"/>
              <a:gd name="connsiteX8-13697" fmla="*/ 9568 w 10000"/>
              <a:gd name="connsiteY8-13698" fmla="*/ 659 h 9794"/>
              <a:gd name="connsiteX9-13699" fmla="*/ 9371 w 10000"/>
              <a:gd name="connsiteY9-13700" fmla="*/ 760 h 9794"/>
              <a:gd name="connsiteX10-13701" fmla="*/ 9173 w 10000"/>
              <a:gd name="connsiteY10-13702" fmla="*/ 760 h 9794"/>
              <a:gd name="connsiteX11-13703" fmla="*/ 9173 w 10000"/>
              <a:gd name="connsiteY11-13704" fmla="*/ 884 h 9794"/>
              <a:gd name="connsiteX12-13705" fmla="*/ 8934 w 10000"/>
              <a:gd name="connsiteY12-13706" fmla="*/ 987 h 9794"/>
              <a:gd name="connsiteX13-13707" fmla="*/ 8740 w 10000"/>
              <a:gd name="connsiteY13-13708" fmla="*/ 1213 h 9794"/>
              <a:gd name="connsiteX14-13709" fmla="*/ 8740 w 10000"/>
              <a:gd name="connsiteY14-13710" fmla="*/ 1419 h 9794"/>
              <a:gd name="connsiteX15-13711" fmla="*/ 8544 w 10000"/>
              <a:gd name="connsiteY15-13712" fmla="*/ 1645 h 9794"/>
              <a:gd name="connsiteX16-13713" fmla="*/ 8544 w 10000"/>
              <a:gd name="connsiteY16-13714" fmla="*/ 1975 h 9794"/>
              <a:gd name="connsiteX17-13715" fmla="*/ 8544 w 10000"/>
              <a:gd name="connsiteY17-13716" fmla="*/ 2181 h 9794"/>
              <a:gd name="connsiteX18-13717" fmla="*/ 8305 w 10000"/>
              <a:gd name="connsiteY18-13718" fmla="*/ 2509 h 9794"/>
              <a:gd name="connsiteX19-13719" fmla="*/ 8305 w 10000"/>
              <a:gd name="connsiteY19-13720" fmla="*/ 2941 h 9794"/>
              <a:gd name="connsiteX20-13721" fmla="*/ 8114 w 10000"/>
              <a:gd name="connsiteY20-13722" fmla="*/ 3271 h 9794"/>
              <a:gd name="connsiteX21-13723" fmla="*/ 7913 w 10000"/>
              <a:gd name="connsiteY21-13724" fmla="*/ 3702 h 9794"/>
              <a:gd name="connsiteX22-13725" fmla="*/ 7711 w 10000"/>
              <a:gd name="connsiteY22-13726" fmla="*/ 4135 h 9794"/>
              <a:gd name="connsiteX23-13727" fmla="*/ 7478 w 10000"/>
              <a:gd name="connsiteY23-13728" fmla="*/ 4567 h 9794"/>
              <a:gd name="connsiteX24-13729" fmla="*/ 7085 w 10000"/>
              <a:gd name="connsiteY24-13730" fmla="*/ 5555 h 9794"/>
              <a:gd name="connsiteX25-13731" fmla="*/ 6890 w 10000"/>
              <a:gd name="connsiteY25-13732" fmla="*/ 5987 h 9794"/>
              <a:gd name="connsiteX26-13733" fmla="*/ 6657 w 10000"/>
              <a:gd name="connsiteY26-13734" fmla="*/ 6419 h 9794"/>
              <a:gd name="connsiteX27-13735" fmla="*/ 6458 w 10000"/>
              <a:gd name="connsiteY27-13736" fmla="*/ 6852 h 9794"/>
              <a:gd name="connsiteX28-13737" fmla="*/ 6259 w 10000"/>
              <a:gd name="connsiteY28-13738" fmla="*/ 7285 h 9794"/>
              <a:gd name="connsiteX29-13739" fmla="*/ 6021 w 10000"/>
              <a:gd name="connsiteY29-13740" fmla="*/ 7614 h 9794"/>
              <a:gd name="connsiteX30-13741" fmla="*/ 6021 w 10000"/>
              <a:gd name="connsiteY30-13742" fmla="*/ 7840 h 9794"/>
              <a:gd name="connsiteX31-13743" fmla="*/ 5825 w 10000"/>
              <a:gd name="connsiteY31-13744" fmla="*/ 8168 h 9794"/>
              <a:gd name="connsiteX32-13745" fmla="*/ 5631 w 10000"/>
              <a:gd name="connsiteY32-13746" fmla="*/ 8373 h 9794"/>
              <a:gd name="connsiteX33-13747" fmla="*/ 5196 w 10000"/>
              <a:gd name="connsiteY33-13748" fmla="*/ 8703 h 9794"/>
              <a:gd name="connsiteX34-13749" fmla="*/ 4801 w 10000"/>
              <a:gd name="connsiteY34-13750" fmla="*/ 9032 h 9794"/>
              <a:gd name="connsiteX35-13751" fmla="*/ 4367 w 10000"/>
              <a:gd name="connsiteY35-13752" fmla="*/ 9362 h 9794"/>
              <a:gd name="connsiteX36-13753" fmla="*/ 3976 w 10000"/>
              <a:gd name="connsiteY36-13754" fmla="*/ 9465 h 9794"/>
              <a:gd name="connsiteX37-13755" fmla="*/ 3540 w 10000"/>
              <a:gd name="connsiteY37-13756" fmla="*/ 9671 h 9794"/>
              <a:gd name="connsiteX38-13757" fmla="*/ 3106 w 10000"/>
              <a:gd name="connsiteY38-13758" fmla="*/ 9794 h 9794"/>
              <a:gd name="connsiteX39-13759" fmla="*/ 2714 w 10000"/>
              <a:gd name="connsiteY39-13760" fmla="*/ 9794 h 9794"/>
              <a:gd name="connsiteX40-13761" fmla="*/ 2280 w 10000"/>
              <a:gd name="connsiteY40-13762" fmla="*/ 9794 h 9794"/>
              <a:gd name="connsiteX41-13763" fmla="*/ 2280 w 10000"/>
              <a:gd name="connsiteY41-13764" fmla="*/ 9671 h 9794"/>
              <a:gd name="connsiteX42-13765" fmla="*/ 2081 w 10000"/>
              <a:gd name="connsiteY42-13766" fmla="*/ 9671 h 9794"/>
              <a:gd name="connsiteX43-13767" fmla="*/ 2081 w 10000"/>
              <a:gd name="connsiteY43-13768" fmla="*/ 9568 h 9794"/>
              <a:gd name="connsiteX44-13769" fmla="*/ 2081 w 10000"/>
              <a:gd name="connsiteY44-13770" fmla="*/ 9362 h 9794"/>
              <a:gd name="connsiteX45-13771" fmla="*/ 2081 w 10000"/>
              <a:gd name="connsiteY45-13772" fmla="*/ 9237 h 9794"/>
              <a:gd name="connsiteX46-13773" fmla="*/ 2081 w 10000"/>
              <a:gd name="connsiteY46-13774" fmla="*/ 9135 h 9794"/>
              <a:gd name="connsiteX47-13775" fmla="*/ 2081 w 10000"/>
              <a:gd name="connsiteY47-13776" fmla="*/ 8910 h 9794"/>
              <a:gd name="connsiteX48-13777" fmla="*/ 2081 w 10000"/>
              <a:gd name="connsiteY48-13778" fmla="*/ 8703 h 9794"/>
              <a:gd name="connsiteX49-13779" fmla="*/ 1888 w 10000"/>
              <a:gd name="connsiteY49-13780" fmla="*/ 8477 h 9794"/>
              <a:gd name="connsiteX50-13781" fmla="*/ 1651 w 10000"/>
              <a:gd name="connsiteY50-13782" fmla="*/ 8168 h 9794"/>
              <a:gd name="connsiteX51-13783" fmla="*/ 1258 w 10000"/>
              <a:gd name="connsiteY51-13784" fmla="*/ 7717 h 9794"/>
              <a:gd name="connsiteX52-13785" fmla="*/ 1061 w 10000"/>
              <a:gd name="connsiteY52-13786" fmla="*/ 7285 h 9794"/>
              <a:gd name="connsiteX53-13787" fmla="*/ 431 w 10000"/>
              <a:gd name="connsiteY53-13788" fmla="*/ 6852 h 9794"/>
              <a:gd name="connsiteX54-13789" fmla="*/ 0 w 10000"/>
              <a:gd name="connsiteY54-13790" fmla="*/ 6192 h 9794"/>
              <a:gd name="connsiteX55-13791" fmla="*/ 431 w 10000"/>
              <a:gd name="connsiteY55-13792" fmla="*/ 6419 h 9794"/>
              <a:gd name="connsiteX56-13793" fmla="*/ 1061 w 10000"/>
              <a:gd name="connsiteY56-13794" fmla="*/ 6646 h 9794"/>
              <a:gd name="connsiteX57-13795" fmla="*/ 1453 w 10000"/>
              <a:gd name="connsiteY57-13796" fmla="*/ 6852 h 9794"/>
              <a:gd name="connsiteX58-13797" fmla="*/ 1888 w 10000"/>
              <a:gd name="connsiteY58-13798" fmla="*/ 6955 h 9794"/>
              <a:gd name="connsiteX59-13799" fmla="*/ 2280 w 10000"/>
              <a:gd name="connsiteY59-13800" fmla="*/ 7077 h 9794"/>
              <a:gd name="connsiteX60-13801" fmla="*/ 2522 w 10000"/>
              <a:gd name="connsiteY60-13802" fmla="*/ 7077 h 9794"/>
              <a:gd name="connsiteX61-13803" fmla="*/ 2714 w 10000"/>
              <a:gd name="connsiteY61-13804" fmla="*/ 7181 h 9794"/>
              <a:gd name="connsiteX62-13805" fmla="*/ 2913 w 10000"/>
              <a:gd name="connsiteY62-13806" fmla="*/ 7181 h 9794"/>
              <a:gd name="connsiteX63-13807" fmla="*/ 3106 w 10000"/>
              <a:gd name="connsiteY63-13808" fmla="*/ 7181 h 9794"/>
              <a:gd name="connsiteX64-13809" fmla="*/ 3344 w 10000"/>
              <a:gd name="connsiteY64-13810" fmla="*/ 7181 h 9794"/>
              <a:gd name="connsiteX65-13811" fmla="*/ 3540 w 10000"/>
              <a:gd name="connsiteY65-13812" fmla="*/ 7077 h 9794"/>
              <a:gd name="connsiteX66-13813" fmla="*/ 3741 w 10000"/>
              <a:gd name="connsiteY66-13814" fmla="*/ 6955 h 9794"/>
              <a:gd name="connsiteX67-13815" fmla="*/ 3741 w 10000"/>
              <a:gd name="connsiteY67-13816" fmla="*/ 6852 h 9794"/>
              <a:gd name="connsiteX68-13817" fmla="*/ 3976 w 10000"/>
              <a:gd name="connsiteY68-13818" fmla="*/ 6749 h 9794"/>
              <a:gd name="connsiteX69-13819" fmla="*/ 4169 w 10000"/>
              <a:gd name="connsiteY69-13820" fmla="*/ 6523 h 9794"/>
              <a:gd name="connsiteX70-13821" fmla="*/ 4169 w 10000"/>
              <a:gd name="connsiteY70-13822" fmla="*/ 6317 h 9794"/>
              <a:gd name="connsiteX71-13823" fmla="*/ 4367 w 10000"/>
              <a:gd name="connsiteY71-13824" fmla="*/ 6090 h 9794"/>
              <a:gd name="connsiteX72-13825" fmla="*/ 4564 w 10000"/>
              <a:gd name="connsiteY72-13826" fmla="*/ 5761 h 9794"/>
              <a:gd name="connsiteX73-13827" fmla="*/ 4801 w 10000"/>
              <a:gd name="connsiteY73-13828" fmla="*/ 5430 h 9794"/>
              <a:gd name="connsiteX74-13829" fmla="*/ 4801 w 10000"/>
              <a:gd name="connsiteY74-13830" fmla="*/ 4999 h 9794"/>
              <a:gd name="connsiteX75-13831" fmla="*/ 5196 w 10000"/>
              <a:gd name="connsiteY75-13832" fmla="*/ 4238 h 9794"/>
              <a:gd name="connsiteX76-13833" fmla="*/ 5438 w 10000"/>
              <a:gd name="connsiteY76-13834" fmla="*/ 3374 h 9794"/>
              <a:gd name="connsiteX77-13835" fmla="*/ 5438 w 10000"/>
              <a:gd name="connsiteY77-13836" fmla="*/ 2613 h 9794"/>
              <a:gd name="connsiteX78-13837" fmla="*/ 5631 w 10000"/>
              <a:gd name="connsiteY78-13838" fmla="*/ 1852 h 9794"/>
              <a:gd name="connsiteX79-13839" fmla="*/ 5631 w 10000"/>
              <a:gd name="connsiteY79-13840" fmla="*/ 1523 h 9794"/>
              <a:gd name="connsiteX80-13841" fmla="*/ 5631 w 10000"/>
              <a:gd name="connsiteY80-13842" fmla="*/ 1213 h 9794"/>
              <a:gd name="connsiteX81-13843" fmla="*/ 5631 w 10000"/>
              <a:gd name="connsiteY81-13844" fmla="*/ 987 h 9794"/>
              <a:gd name="connsiteX82-13845" fmla="*/ 5631 w 10000"/>
              <a:gd name="connsiteY82-13846" fmla="*/ 760 h 9794"/>
              <a:gd name="connsiteX83-13847" fmla="*/ 5631 w 10000"/>
              <a:gd name="connsiteY83-13848" fmla="*/ 556 h 9794"/>
              <a:gd name="connsiteX84-13849" fmla="*/ 5631 w 10000"/>
              <a:gd name="connsiteY84-13850" fmla="*/ 454 h 9794"/>
              <a:gd name="connsiteX85-13851" fmla="*/ 5438 w 10000"/>
              <a:gd name="connsiteY85-13852" fmla="*/ 328 h 9794"/>
              <a:gd name="connsiteX86-13853" fmla="*/ 5438 w 10000"/>
              <a:gd name="connsiteY86-13854" fmla="*/ 226 h 9794"/>
              <a:gd name="connsiteX87-13855" fmla="*/ 5438 w 10000"/>
              <a:gd name="connsiteY87-13856" fmla="*/ 122 h 9794"/>
              <a:gd name="connsiteX88-13857" fmla="*/ 5196 w 10000"/>
              <a:gd name="connsiteY88-13858" fmla="*/ 122 h 9794"/>
              <a:gd name="connsiteX89-13859" fmla="*/ 5005 w 10000"/>
              <a:gd name="connsiteY89-13860" fmla="*/ 0 h 9794"/>
              <a:gd name="connsiteX90-13861" fmla="*/ 5005 w 10000"/>
              <a:gd name="connsiteY90-13862" fmla="*/ 0 h 9794"/>
              <a:gd name="connsiteX0-13863" fmla="*/ 9173 w 10000"/>
              <a:gd name="connsiteY0-13864" fmla="*/ 0 h 10000"/>
              <a:gd name="connsiteX1-13865" fmla="*/ 9568 w 10000"/>
              <a:gd name="connsiteY1-13866" fmla="*/ 125 h 10000"/>
              <a:gd name="connsiteX2-13867" fmla="*/ 9762 w 10000"/>
              <a:gd name="connsiteY2-13868" fmla="*/ 335 h 10000"/>
              <a:gd name="connsiteX3-13869" fmla="*/ 10000 w 10000"/>
              <a:gd name="connsiteY3-13870" fmla="*/ 335 h 10000"/>
              <a:gd name="connsiteX4-13871" fmla="*/ 10000 w 10000"/>
              <a:gd name="connsiteY4-13872" fmla="*/ 464 h 10000"/>
              <a:gd name="connsiteX5-13873" fmla="*/ 10000 w 10000"/>
              <a:gd name="connsiteY5-13874" fmla="*/ 568 h 10000"/>
              <a:gd name="connsiteX6-13875" fmla="*/ 9762 w 10000"/>
              <a:gd name="connsiteY6-13876" fmla="*/ 673 h 10000"/>
              <a:gd name="connsiteX7-13877" fmla="*/ 9568 w 10000"/>
              <a:gd name="connsiteY7-13878" fmla="*/ 673 h 10000"/>
              <a:gd name="connsiteX8-13879" fmla="*/ 9371 w 10000"/>
              <a:gd name="connsiteY8-13880" fmla="*/ 776 h 10000"/>
              <a:gd name="connsiteX9-13881" fmla="*/ 9173 w 10000"/>
              <a:gd name="connsiteY9-13882" fmla="*/ 776 h 10000"/>
              <a:gd name="connsiteX10-13883" fmla="*/ 9173 w 10000"/>
              <a:gd name="connsiteY10-13884" fmla="*/ 903 h 10000"/>
              <a:gd name="connsiteX11-13885" fmla="*/ 8934 w 10000"/>
              <a:gd name="connsiteY11-13886" fmla="*/ 1008 h 10000"/>
              <a:gd name="connsiteX12-13887" fmla="*/ 8740 w 10000"/>
              <a:gd name="connsiteY12-13888" fmla="*/ 1239 h 10000"/>
              <a:gd name="connsiteX13-13889" fmla="*/ 8740 w 10000"/>
              <a:gd name="connsiteY13-13890" fmla="*/ 1449 h 10000"/>
              <a:gd name="connsiteX14-13891" fmla="*/ 8544 w 10000"/>
              <a:gd name="connsiteY14-13892" fmla="*/ 1680 h 10000"/>
              <a:gd name="connsiteX15-13893" fmla="*/ 8544 w 10000"/>
              <a:gd name="connsiteY15-13894" fmla="*/ 2017 h 10000"/>
              <a:gd name="connsiteX16-13895" fmla="*/ 8544 w 10000"/>
              <a:gd name="connsiteY16-13896" fmla="*/ 2227 h 10000"/>
              <a:gd name="connsiteX17-13897" fmla="*/ 8305 w 10000"/>
              <a:gd name="connsiteY17-13898" fmla="*/ 2562 h 10000"/>
              <a:gd name="connsiteX18-13899" fmla="*/ 8305 w 10000"/>
              <a:gd name="connsiteY18-13900" fmla="*/ 3003 h 10000"/>
              <a:gd name="connsiteX19-13901" fmla="*/ 8114 w 10000"/>
              <a:gd name="connsiteY19-13902" fmla="*/ 3340 h 10000"/>
              <a:gd name="connsiteX20-13903" fmla="*/ 7913 w 10000"/>
              <a:gd name="connsiteY20-13904" fmla="*/ 3780 h 10000"/>
              <a:gd name="connsiteX21-13905" fmla="*/ 7711 w 10000"/>
              <a:gd name="connsiteY21-13906" fmla="*/ 4222 h 10000"/>
              <a:gd name="connsiteX22-13907" fmla="*/ 7478 w 10000"/>
              <a:gd name="connsiteY22-13908" fmla="*/ 4663 h 10000"/>
              <a:gd name="connsiteX23-13909" fmla="*/ 7085 w 10000"/>
              <a:gd name="connsiteY23-13910" fmla="*/ 5672 h 10000"/>
              <a:gd name="connsiteX24-13911" fmla="*/ 6890 w 10000"/>
              <a:gd name="connsiteY24-13912" fmla="*/ 6113 h 10000"/>
              <a:gd name="connsiteX25-13913" fmla="*/ 6657 w 10000"/>
              <a:gd name="connsiteY25-13914" fmla="*/ 6554 h 10000"/>
              <a:gd name="connsiteX26-13915" fmla="*/ 6458 w 10000"/>
              <a:gd name="connsiteY26-13916" fmla="*/ 6996 h 10000"/>
              <a:gd name="connsiteX27-13917" fmla="*/ 6259 w 10000"/>
              <a:gd name="connsiteY27-13918" fmla="*/ 7438 h 10000"/>
              <a:gd name="connsiteX28-13919" fmla="*/ 6021 w 10000"/>
              <a:gd name="connsiteY28-13920" fmla="*/ 7774 h 10000"/>
              <a:gd name="connsiteX29-13921" fmla="*/ 6021 w 10000"/>
              <a:gd name="connsiteY29-13922" fmla="*/ 8005 h 10000"/>
              <a:gd name="connsiteX30-13923" fmla="*/ 5825 w 10000"/>
              <a:gd name="connsiteY30-13924" fmla="*/ 8340 h 10000"/>
              <a:gd name="connsiteX31-13925" fmla="*/ 5631 w 10000"/>
              <a:gd name="connsiteY31-13926" fmla="*/ 8549 h 10000"/>
              <a:gd name="connsiteX32-13927" fmla="*/ 5196 w 10000"/>
              <a:gd name="connsiteY32-13928" fmla="*/ 8886 h 10000"/>
              <a:gd name="connsiteX33-13929" fmla="*/ 4801 w 10000"/>
              <a:gd name="connsiteY33-13930" fmla="*/ 9222 h 10000"/>
              <a:gd name="connsiteX34-13931" fmla="*/ 4367 w 10000"/>
              <a:gd name="connsiteY34-13932" fmla="*/ 9559 h 10000"/>
              <a:gd name="connsiteX35-13933" fmla="*/ 3976 w 10000"/>
              <a:gd name="connsiteY35-13934" fmla="*/ 9664 h 10000"/>
              <a:gd name="connsiteX36-13935" fmla="*/ 3540 w 10000"/>
              <a:gd name="connsiteY36-13936" fmla="*/ 9874 h 10000"/>
              <a:gd name="connsiteX37-13937" fmla="*/ 3106 w 10000"/>
              <a:gd name="connsiteY37-13938" fmla="*/ 10000 h 10000"/>
              <a:gd name="connsiteX38-13939" fmla="*/ 2714 w 10000"/>
              <a:gd name="connsiteY38-13940" fmla="*/ 10000 h 10000"/>
              <a:gd name="connsiteX39-13941" fmla="*/ 2280 w 10000"/>
              <a:gd name="connsiteY39-13942" fmla="*/ 10000 h 10000"/>
              <a:gd name="connsiteX40-13943" fmla="*/ 2280 w 10000"/>
              <a:gd name="connsiteY40-13944" fmla="*/ 9874 h 10000"/>
              <a:gd name="connsiteX41-13945" fmla="*/ 2081 w 10000"/>
              <a:gd name="connsiteY41-13946" fmla="*/ 9874 h 10000"/>
              <a:gd name="connsiteX42-13947" fmla="*/ 2081 w 10000"/>
              <a:gd name="connsiteY42-13948" fmla="*/ 9769 h 10000"/>
              <a:gd name="connsiteX43-13949" fmla="*/ 2081 w 10000"/>
              <a:gd name="connsiteY43-13950" fmla="*/ 9559 h 10000"/>
              <a:gd name="connsiteX44-13951" fmla="*/ 2081 w 10000"/>
              <a:gd name="connsiteY44-13952" fmla="*/ 9431 h 10000"/>
              <a:gd name="connsiteX45-13953" fmla="*/ 2081 w 10000"/>
              <a:gd name="connsiteY45-13954" fmla="*/ 9327 h 10000"/>
              <a:gd name="connsiteX46-13955" fmla="*/ 2081 w 10000"/>
              <a:gd name="connsiteY46-13956" fmla="*/ 9097 h 10000"/>
              <a:gd name="connsiteX47-13957" fmla="*/ 2081 w 10000"/>
              <a:gd name="connsiteY47-13958" fmla="*/ 8886 h 10000"/>
              <a:gd name="connsiteX48-13959" fmla="*/ 1888 w 10000"/>
              <a:gd name="connsiteY48-13960" fmla="*/ 8655 h 10000"/>
              <a:gd name="connsiteX49-13961" fmla="*/ 1651 w 10000"/>
              <a:gd name="connsiteY49-13962" fmla="*/ 8340 h 10000"/>
              <a:gd name="connsiteX50-13963" fmla="*/ 1258 w 10000"/>
              <a:gd name="connsiteY50-13964" fmla="*/ 7879 h 10000"/>
              <a:gd name="connsiteX51-13965" fmla="*/ 1061 w 10000"/>
              <a:gd name="connsiteY51-13966" fmla="*/ 7438 h 10000"/>
              <a:gd name="connsiteX52-13967" fmla="*/ 431 w 10000"/>
              <a:gd name="connsiteY52-13968" fmla="*/ 6996 h 10000"/>
              <a:gd name="connsiteX53-13969" fmla="*/ 0 w 10000"/>
              <a:gd name="connsiteY53-13970" fmla="*/ 6322 h 10000"/>
              <a:gd name="connsiteX54-13971" fmla="*/ 431 w 10000"/>
              <a:gd name="connsiteY54-13972" fmla="*/ 6554 h 10000"/>
              <a:gd name="connsiteX55-13973" fmla="*/ 1061 w 10000"/>
              <a:gd name="connsiteY55-13974" fmla="*/ 6786 h 10000"/>
              <a:gd name="connsiteX56-13975" fmla="*/ 1453 w 10000"/>
              <a:gd name="connsiteY56-13976" fmla="*/ 6996 h 10000"/>
              <a:gd name="connsiteX57-13977" fmla="*/ 1888 w 10000"/>
              <a:gd name="connsiteY57-13978" fmla="*/ 7101 h 10000"/>
              <a:gd name="connsiteX58-13979" fmla="*/ 2280 w 10000"/>
              <a:gd name="connsiteY58-13980" fmla="*/ 7226 h 10000"/>
              <a:gd name="connsiteX59-13981" fmla="*/ 2522 w 10000"/>
              <a:gd name="connsiteY59-13982" fmla="*/ 7226 h 10000"/>
              <a:gd name="connsiteX60-13983" fmla="*/ 2714 w 10000"/>
              <a:gd name="connsiteY60-13984" fmla="*/ 7332 h 10000"/>
              <a:gd name="connsiteX61-13985" fmla="*/ 2913 w 10000"/>
              <a:gd name="connsiteY61-13986" fmla="*/ 7332 h 10000"/>
              <a:gd name="connsiteX62-13987" fmla="*/ 3106 w 10000"/>
              <a:gd name="connsiteY62-13988" fmla="*/ 7332 h 10000"/>
              <a:gd name="connsiteX63-13989" fmla="*/ 3344 w 10000"/>
              <a:gd name="connsiteY63-13990" fmla="*/ 7332 h 10000"/>
              <a:gd name="connsiteX64-13991" fmla="*/ 3540 w 10000"/>
              <a:gd name="connsiteY64-13992" fmla="*/ 7226 h 10000"/>
              <a:gd name="connsiteX65-13993" fmla="*/ 3741 w 10000"/>
              <a:gd name="connsiteY65-13994" fmla="*/ 7101 h 10000"/>
              <a:gd name="connsiteX66-13995" fmla="*/ 3741 w 10000"/>
              <a:gd name="connsiteY66-13996" fmla="*/ 6996 h 10000"/>
              <a:gd name="connsiteX67-13997" fmla="*/ 3976 w 10000"/>
              <a:gd name="connsiteY67-13998" fmla="*/ 6891 h 10000"/>
              <a:gd name="connsiteX68-13999" fmla="*/ 4169 w 10000"/>
              <a:gd name="connsiteY68-14000" fmla="*/ 6660 h 10000"/>
              <a:gd name="connsiteX69-14001" fmla="*/ 4169 w 10000"/>
              <a:gd name="connsiteY69-14002" fmla="*/ 6450 h 10000"/>
              <a:gd name="connsiteX70-14003" fmla="*/ 4367 w 10000"/>
              <a:gd name="connsiteY70-14004" fmla="*/ 6218 h 10000"/>
              <a:gd name="connsiteX71-14005" fmla="*/ 4564 w 10000"/>
              <a:gd name="connsiteY71-14006" fmla="*/ 5882 h 10000"/>
              <a:gd name="connsiteX72-14007" fmla="*/ 4801 w 10000"/>
              <a:gd name="connsiteY72-14008" fmla="*/ 5544 h 10000"/>
              <a:gd name="connsiteX73-14009" fmla="*/ 4801 w 10000"/>
              <a:gd name="connsiteY73-14010" fmla="*/ 5104 h 10000"/>
              <a:gd name="connsiteX74-14011" fmla="*/ 5196 w 10000"/>
              <a:gd name="connsiteY74-14012" fmla="*/ 4327 h 10000"/>
              <a:gd name="connsiteX75-14013" fmla="*/ 5438 w 10000"/>
              <a:gd name="connsiteY75-14014" fmla="*/ 3445 h 10000"/>
              <a:gd name="connsiteX76-14015" fmla="*/ 5438 w 10000"/>
              <a:gd name="connsiteY76-14016" fmla="*/ 2668 h 10000"/>
              <a:gd name="connsiteX77-14017" fmla="*/ 5631 w 10000"/>
              <a:gd name="connsiteY77-14018" fmla="*/ 1891 h 10000"/>
              <a:gd name="connsiteX78-14019" fmla="*/ 5631 w 10000"/>
              <a:gd name="connsiteY78-14020" fmla="*/ 1555 h 10000"/>
              <a:gd name="connsiteX79-14021" fmla="*/ 5631 w 10000"/>
              <a:gd name="connsiteY79-14022" fmla="*/ 1239 h 10000"/>
              <a:gd name="connsiteX80-14023" fmla="*/ 5631 w 10000"/>
              <a:gd name="connsiteY80-14024" fmla="*/ 1008 h 10000"/>
              <a:gd name="connsiteX81-14025" fmla="*/ 5631 w 10000"/>
              <a:gd name="connsiteY81-14026" fmla="*/ 776 h 10000"/>
              <a:gd name="connsiteX82-14027" fmla="*/ 5631 w 10000"/>
              <a:gd name="connsiteY82-14028" fmla="*/ 568 h 10000"/>
              <a:gd name="connsiteX83-14029" fmla="*/ 5631 w 10000"/>
              <a:gd name="connsiteY83-14030" fmla="*/ 464 h 10000"/>
              <a:gd name="connsiteX84-14031" fmla="*/ 5438 w 10000"/>
              <a:gd name="connsiteY84-14032" fmla="*/ 335 h 10000"/>
              <a:gd name="connsiteX85-14033" fmla="*/ 5438 w 10000"/>
              <a:gd name="connsiteY85-14034" fmla="*/ 231 h 10000"/>
              <a:gd name="connsiteX86-14035" fmla="*/ 5438 w 10000"/>
              <a:gd name="connsiteY86-14036" fmla="*/ 125 h 10000"/>
              <a:gd name="connsiteX87-14037" fmla="*/ 5196 w 10000"/>
              <a:gd name="connsiteY87-14038" fmla="*/ 125 h 10000"/>
              <a:gd name="connsiteX88-14039" fmla="*/ 5005 w 10000"/>
              <a:gd name="connsiteY88-14040" fmla="*/ 0 h 10000"/>
              <a:gd name="connsiteX89-14041" fmla="*/ 5005 w 10000"/>
              <a:gd name="connsiteY89-14042" fmla="*/ 0 h 10000"/>
              <a:gd name="connsiteX0-14043" fmla="*/ 9568 w 10000"/>
              <a:gd name="connsiteY0-14044" fmla="*/ 125 h 10000"/>
              <a:gd name="connsiteX1-14045" fmla="*/ 9762 w 10000"/>
              <a:gd name="connsiteY1-14046" fmla="*/ 335 h 10000"/>
              <a:gd name="connsiteX2-14047" fmla="*/ 10000 w 10000"/>
              <a:gd name="connsiteY2-14048" fmla="*/ 335 h 10000"/>
              <a:gd name="connsiteX3-14049" fmla="*/ 10000 w 10000"/>
              <a:gd name="connsiteY3-14050" fmla="*/ 464 h 10000"/>
              <a:gd name="connsiteX4-14051" fmla="*/ 10000 w 10000"/>
              <a:gd name="connsiteY4-14052" fmla="*/ 568 h 10000"/>
              <a:gd name="connsiteX5-14053" fmla="*/ 9762 w 10000"/>
              <a:gd name="connsiteY5-14054" fmla="*/ 673 h 10000"/>
              <a:gd name="connsiteX6-14055" fmla="*/ 9568 w 10000"/>
              <a:gd name="connsiteY6-14056" fmla="*/ 673 h 10000"/>
              <a:gd name="connsiteX7-14057" fmla="*/ 9371 w 10000"/>
              <a:gd name="connsiteY7-14058" fmla="*/ 776 h 10000"/>
              <a:gd name="connsiteX8-14059" fmla="*/ 9173 w 10000"/>
              <a:gd name="connsiteY8-14060" fmla="*/ 776 h 10000"/>
              <a:gd name="connsiteX9-14061" fmla="*/ 9173 w 10000"/>
              <a:gd name="connsiteY9-14062" fmla="*/ 903 h 10000"/>
              <a:gd name="connsiteX10-14063" fmla="*/ 8934 w 10000"/>
              <a:gd name="connsiteY10-14064" fmla="*/ 1008 h 10000"/>
              <a:gd name="connsiteX11-14065" fmla="*/ 8740 w 10000"/>
              <a:gd name="connsiteY11-14066" fmla="*/ 1239 h 10000"/>
              <a:gd name="connsiteX12-14067" fmla="*/ 8740 w 10000"/>
              <a:gd name="connsiteY12-14068" fmla="*/ 1449 h 10000"/>
              <a:gd name="connsiteX13-14069" fmla="*/ 8544 w 10000"/>
              <a:gd name="connsiteY13-14070" fmla="*/ 1680 h 10000"/>
              <a:gd name="connsiteX14-14071" fmla="*/ 8544 w 10000"/>
              <a:gd name="connsiteY14-14072" fmla="*/ 2017 h 10000"/>
              <a:gd name="connsiteX15-14073" fmla="*/ 8544 w 10000"/>
              <a:gd name="connsiteY15-14074" fmla="*/ 2227 h 10000"/>
              <a:gd name="connsiteX16-14075" fmla="*/ 8305 w 10000"/>
              <a:gd name="connsiteY16-14076" fmla="*/ 2562 h 10000"/>
              <a:gd name="connsiteX17-14077" fmla="*/ 8305 w 10000"/>
              <a:gd name="connsiteY17-14078" fmla="*/ 3003 h 10000"/>
              <a:gd name="connsiteX18-14079" fmla="*/ 8114 w 10000"/>
              <a:gd name="connsiteY18-14080" fmla="*/ 3340 h 10000"/>
              <a:gd name="connsiteX19-14081" fmla="*/ 7913 w 10000"/>
              <a:gd name="connsiteY19-14082" fmla="*/ 3780 h 10000"/>
              <a:gd name="connsiteX20-14083" fmla="*/ 7711 w 10000"/>
              <a:gd name="connsiteY20-14084" fmla="*/ 4222 h 10000"/>
              <a:gd name="connsiteX21-14085" fmla="*/ 7478 w 10000"/>
              <a:gd name="connsiteY21-14086" fmla="*/ 4663 h 10000"/>
              <a:gd name="connsiteX22-14087" fmla="*/ 7085 w 10000"/>
              <a:gd name="connsiteY22-14088" fmla="*/ 5672 h 10000"/>
              <a:gd name="connsiteX23-14089" fmla="*/ 6890 w 10000"/>
              <a:gd name="connsiteY23-14090" fmla="*/ 6113 h 10000"/>
              <a:gd name="connsiteX24-14091" fmla="*/ 6657 w 10000"/>
              <a:gd name="connsiteY24-14092" fmla="*/ 6554 h 10000"/>
              <a:gd name="connsiteX25-14093" fmla="*/ 6458 w 10000"/>
              <a:gd name="connsiteY25-14094" fmla="*/ 6996 h 10000"/>
              <a:gd name="connsiteX26-14095" fmla="*/ 6259 w 10000"/>
              <a:gd name="connsiteY26-14096" fmla="*/ 7438 h 10000"/>
              <a:gd name="connsiteX27-14097" fmla="*/ 6021 w 10000"/>
              <a:gd name="connsiteY27-14098" fmla="*/ 7774 h 10000"/>
              <a:gd name="connsiteX28-14099" fmla="*/ 6021 w 10000"/>
              <a:gd name="connsiteY28-14100" fmla="*/ 8005 h 10000"/>
              <a:gd name="connsiteX29-14101" fmla="*/ 5825 w 10000"/>
              <a:gd name="connsiteY29-14102" fmla="*/ 8340 h 10000"/>
              <a:gd name="connsiteX30-14103" fmla="*/ 5631 w 10000"/>
              <a:gd name="connsiteY30-14104" fmla="*/ 8549 h 10000"/>
              <a:gd name="connsiteX31-14105" fmla="*/ 5196 w 10000"/>
              <a:gd name="connsiteY31-14106" fmla="*/ 8886 h 10000"/>
              <a:gd name="connsiteX32-14107" fmla="*/ 4801 w 10000"/>
              <a:gd name="connsiteY32-14108" fmla="*/ 9222 h 10000"/>
              <a:gd name="connsiteX33-14109" fmla="*/ 4367 w 10000"/>
              <a:gd name="connsiteY33-14110" fmla="*/ 9559 h 10000"/>
              <a:gd name="connsiteX34-14111" fmla="*/ 3976 w 10000"/>
              <a:gd name="connsiteY34-14112" fmla="*/ 9664 h 10000"/>
              <a:gd name="connsiteX35-14113" fmla="*/ 3540 w 10000"/>
              <a:gd name="connsiteY35-14114" fmla="*/ 9874 h 10000"/>
              <a:gd name="connsiteX36-14115" fmla="*/ 3106 w 10000"/>
              <a:gd name="connsiteY36-14116" fmla="*/ 10000 h 10000"/>
              <a:gd name="connsiteX37-14117" fmla="*/ 2714 w 10000"/>
              <a:gd name="connsiteY37-14118" fmla="*/ 10000 h 10000"/>
              <a:gd name="connsiteX38-14119" fmla="*/ 2280 w 10000"/>
              <a:gd name="connsiteY38-14120" fmla="*/ 10000 h 10000"/>
              <a:gd name="connsiteX39-14121" fmla="*/ 2280 w 10000"/>
              <a:gd name="connsiteY39-14122" fmla="*/ 9874 h 10000"/>
              <a:gd name="connsiteX40-14123" fmla="*/ 2081 w 10000"/>
              <a:gd name="connsiteY40-14124" fmla="*/ 9874 h 10000"/>
              <a:gd name="connsiteX41-14125" fmla="*/ 2081 w 10000"/>
              <a:gd name="connsiteY41-14126" fmla="*/ 9769 h 10000"/>
              <a:gd name="connsiteX42-14127" fmla="*/ 2081 w 10000"/>
              <a:gd name="connsiteY42-14128" fmla="*/ 9559 h 10000"/>
              <a:gd name="connsiteX43-14129" fmla="*/ 2081 w 10000"/>
              <a:gd name="connsiteY43-14130" fmla="*/ 9431 h 10000"/>
              <a:gd name="connsiteX44-14131" fmla="*/ 2081 w 10000"/>
              <a:gd name="connsiteY44-14132" fmla="*/ 9327 h 10000"/>
              <a:gd name="connsiteX45-14133" fmla="*/ 2081 w 10000"/>
              <a:gd name="connsiteY45-14134" fmla="*/ 9097 h 10000"/>
              <a:gd name="connsiteX46-14135" fmla="*/ 2081 w 10000"/>
              <a:gd name="connsiteY46-14136" fmla="*/ 8886 h 10000"/>
              <a:gd name="connsiteX47-14137" fmla="*/ 1888 w 10000"/>
              <a:gd name="connsiteY47-14138" fmla="*/ 8655 h 10000"/>
              <a:gd name="connsiteX48-14139" fmla="*/ 1651 w 10000"/>
              <a:gd name="connsiteY48-14140" fmla="*/ 8340 h 10000"/>
              <a:gd name="connsiteX49-14141" fmla="*/ 1258 w 10000"/>
              <a:gd name="connsiteY49-14142" fmla="*/ 7879 h 10000"/>
              <a:gd name="connsiteX50-14143" fmla="*/ 1061 w 10000"/>
              <a:gd name="connsiteY50-14144" fmla="*/ 7438 h 10000"/>
              <a:gd name="connsiteX51-14145" fmla="*/ 431 w 10000"/>
              <a:gd name="connsiteY51-14146" fmla="*/ 6996 h 10000"/>
              <a:gd name="connsiteX52-14147" fmla="*/ 0 w 10000"/>
              <a:gd name="connsiteY52-14148" fmla="*/ 6322 h 10000"/>
              <a:gd name="connsiteX53-14149" fmla="*/ 431 w 10000"/>
              <a:gd name="connsiteY53-14150" fmla="*/ 6554 h 10000"/>
              <a:gd name="connsiteX54-14151" fmla="*/ 1061 w 10000"/>
              <a:gd name="connsiteY54-14152" fmla="*/ 6786 h 10000"/>
              <a:gd name="connsiteX55-14153" fmla="*/ 1453 w 10000"/>
              <a:gd name="connsiteY55-14154" fmla="*/ 6996 h 10000"/>
              <a:gd name="connsiteX56-14155" fmla="*/ 1888 w 10000"/>
              <a:gd name="connsiteY56-14156" fmla="*/ 7101 h 10000"/>
              <a:gd name="connsiteX57-14157" fmla="*/ 2280 w 10000"/>
              <a:gd name="connsiteY57-14158" fmla="*/ 7226 h 10000"/>
              <a:gd name="connsiteX58-14159" fmla="*/ 2522 w 10000"/>
              <a:gd name="connsiteY58-14160" fmla="*/ 7226 h 10000"/>
              <a:gd name="connsiteX59-14161" fmla="*/ 2714 w 10000"/>
              <a:gd name="connsiteY59-14162" fmla="*/ 7332 h 10000"/>
              <a:gd name="connsiteX60-14163" fmla="*/ 2913 w 10000"/>
              <a:gd name="connsiteY60-14164" fmla="*/ 7332 h 10000"/>
              <a:gd name="connsiteX61-14165" fmla="*/ 3106 w 10000"/>
              <a:gd name="connsiteY61-14166" fmla="*/ 7332 h 10000"/>
              <a:gd name="connsiteX62-14167" fmla="*/ 3344 w 10000"/>
              <a:gd name="connsiteY62-14168" fmla="*/ 7332 h 10000"/>
              <a:gd name="connsiteX63-14169" fmla="*/ 3540 w 10000"/>
              <a:gd name="connsiteY63-14170" fmla="*/ 7226 h 10000"/>
              <a:gd name="connsiteX64-14171" fmla="*/ 3741 w 10000"/>
              <a:gd name="connsiteY64-14172" fmla="*/ 7101 h 10000"/>
              <a:gd name="connsiteX65-14173" fmla="*/ 3741 w 10000"/>
              <a:gd name="connsiteY65-14174" fmla="*/ 6996 h 10000"/>
              <a:gd name="connsiteX66-14175" fmla="*/ 3976 w 10000"/>
              <a:gd name="connsiteY66-14176" fmla="*/ 6891 h 10000"/>
              <a:gd name="connsiteX67-14177" fmla="*/ 4169 w 10000"/>
              <a:gd name="connsiteY67-14178" fmla="*/ 6660 h 10000"/>
              <a:gd name="connsiteX68-14179" fmla="*/ 4169 w 10000"/>
              <a:gd name="connsiteY68-14180" fmla="*/ 6450 h 10000"/>
              <a:gd name="connsiteX69-14181" fmla="*/ 4367 w 10000"/>
              <a:gd name="connsiteY69-14182" fmla="*/ 6218 h 10000"/>
              <a:gd name="connsiteX70-14183" fmla="*/ 4564 w 10000"/>
              <a:gd name="connsiteY70-14184" fmla="*/ 5882 h 10000"/>
              <a:gd name="connsiteX71-14185" fmla="*/ 4801 w 10000"/>
              <a:gd name="connsiteY71-14186" fmla="*/ 5544 h 10000"/>
              <a:gd name="connsiteX72-14187" fmla="*/ 4801 w 10000"/>
              <a:gd name="connsiteY72-14188" fmla="*/ 5104 h 10000"/>
              <a:gd name="connsiteX73-14189" fmla="*/ 5196 w 10000"/>
              <a:gd name="connsiteY73-14190" fmla="*/ 4327 h 10000"/>
              <a:gd name="connsiteX74-14191" fmla="*/ 5438 w 10000"/>
              <a:gd name="connsiteY74-14192" fmla="*/ 3445 h 10000"/>
              <a:gd name="connsiteX75-14193" fmla="*/ 5438 w 10000"/>
              <a:gd name="connsiteY75-14194" fmla="*/ 2668 h 10000"/>
              <a:gd name="connsiteX76-14195" fmla="*/ 5631 w 10000"/>
              <a:gd name="connsiteY76-14196" fmla="*/ 1891 h 10000"/>
              <a:gd name="connsiteX77-14197" fmla="*/ 5631 w 10000"/>
              <a:gd name="connsiteY77-14198" fmla="*/ 1555 h 10000"/>
              <a:gd name="connsiteX78-14199" fmla="*/ 5631 w 10000"/>
              <a:gd name="connsiteY78-14200" fmla="*/ 1239 h 10000"/>
              <a:gd name="connsiteX79-14201" fmla="*/ 5631 w 10000"/>
              <a:gd name="connsiteY79-14202" fmla="*/ 1008 h 10000"/>
              <a:gd name="connsiteX80-14203" fmla="*/ 5631 w 10000"/>
              <a:gd name="connsiteY80-14204" fmla="*/ 776 h 10000"/>
              <a:gd name="connsiteX81-14205" fmla="*/ 5631 w 10000"/>
              <a:gd name="connsiteY81-14206" fmla="*/ 568 h 10000"/>
              <a:gd name="connsiteX82-14207" fmla="*/ 5631 w 10000"/>
              <a:gd name="connsiteY82-14208" fmla="*/ 464 h 10000"/>
              <a:gd name="connsiteX83-14209" fmla="*/ 5438 w 10000"/>
              <a:gd name="connsiteY83-14210" fmla="*/ 335 h 10000"/>
              <a:gd name="connsiteX84-14211" fmla="*/ 5438 w 10000"/>
              <a:gd name="connsiteY84-14212" fmla="*/ 231 h 10000"/>
              <a:gd name="connsiteX85-14213" fmla="*/ 5438 w 10000"/>
              <a:gd name="connsiteY85-14214" fmla="*/ 125 h 10000"/>
              <a:gd name="connsiteX86-14215" fmla="*/ 5196 w 10000"/>
              <a:gd name="connsiteY86-14216" fmla="*/ 125 h 10000"/>
              <a:gd name="connsiteX87-14217" fmla="*/ 5005 w 10000"/>
              <a:gd name="connsiteY87-14218" fmla="*/ 0 h 10000"/>
              <a:gd name="connsiteX88-14219" fmla="*/ 5005 w 10000"/>
              <a:gd name="connsiteY88-14220" fmla="*/ 0 h 10000"/>
              <a:gd name="connsiteX0-14221" fmla="*/ 9762 w 10000"/>
              <a:gd name="connsiteY0-14222" fmla="*/ 335 h 10000"/>
              <a:gd name="connsiteX1-14223" fmla="*/ 10000 w 10000"/>
              <a:gd name="connsiteY1-14224" fmla="*/ 335 h 10000"/>
              <a:gd name="connsiteX2-14225" fmla="*/ 10000 w 10000"/>
              <a:gd name="connsiteY2-14226" fmla="*/ 464 h 10000"/>
              <a:gd name="connsiteX3-14227" fmla="*/ 10000 w 10000"/>
              <a:gd name="connsiteY3-14228" fmla="*/ 568 h 10000"/>
              <a:gd name="connsiteX4-14229" fmla="*/ 9762 w 10000"/>
              <a:gd name="connsiteY4-14230" fmla="*/ 673 h 10000"/>
              <a:gd name="connsiteX5-14231" fmla="*/ 9568 w 10000"/>
              <a:gd name="connsiteY5-14232" fmla="*/ 673 h 10000"/>
              <a:gd name="connsiteX6-14233" fmla="*/ 9371 w 10000"/>
              <a:gd name="connsiteY6-14234" fmla="*/ 776 h 10000"/>
              <a:gd name="connsiteX7-14235" fmla="*/ 9173 w 10000"/>
              <a:gd name="connsiteY7-14236" fmla="*/ 776 h 10000"/>
              <a:gd name="connsiteX8-14237" fmla="*/ 9173 w 10000"/>
              <a:gd name="connsiteY8-14238" fmla="*/ 903 h 10000"/>
              <a:gd name="connsiteX9-14239" fmla="*/ 8934 w 10000"/>
              <a:gd name="connsiteY9-14240" fmla="*/ 1008 h 10000"/>
              <a:gd name="connsiteX10-14241" fmla="*/ 8740 w 10000"/>
              <a:gd name="connsiteY10-14242" fmla="*/ 1239 h 10000"/>
              <a:gd name="connsiteX11-14243" fmla="*/ 8740 w 10000"/>
              <a:gd name="connsiteY11-14244" fmla="*/ 1449 h 10000"/>
              <a:gd name="connsiteX12-14245" fmla="*/ 8544 w 10000"/>
              <a:gd name="connsiteY12-14246" fmla="*/ 1680 h 10000"/>
              <a:gd name="connsiteX13-14247" fmla="*/ 8544 w 10000"/>
              <a:gd name="connsiteY13-14248" fmla="*/ 2017 h 10000"/>
              <a:gd name="connsiteX14-14249" fmla="*/ 8544 w 10000"/>
              <a:gd name="connsiteY14-14250" fmla="*/ 2227 h 10000"/>
              <a:gd name="connsiteX15-14251" fmla="*/ 8305 w 10000"/>
              <a:gd name="connsiteY15-14252" fmla="*/ 2562 h 10000"/>
              <a:gd name="connsiteX16-14253" fmla="*/ 8305 w 10000"/>
              <a:gd name="connsiteY16-14254" fmla="*/ 3003 h 10000"/>
              <a:gd name="connsiteX17-14255" fmla="*/ 8114 w 10000"/>
              <a:gd name="connsiteY17-14256" fmla="*/ 3340 h 10000"/>
              <a:gd name="connsiteX18-14257" fmla="*/ 7913 w 10000"/>
              <a:gd name="connsiteY18-14258" fmla="*/ 3780 h 10000"/>
              <a:gd name="connsiteX19-14259" fmla="*/ 7711 w 10000"/>
              <a:gd name="connsiteY19-14260" fmla="*/ 4222 h 10000"/>
              <a:gd name="connsiteX20-14261" fmla="*/ 7478 w 10000"/>
              <a:gd name="connsiteY20-14262" fmla="*/ 4663 h 10000"/>
              <a:gd name="connsiteX21-14263" fmla="*/ 7085 w 10000"/>
              <a:gd name="connsiteY21-14264" fmla="*/ 5672 h 10000"/>
              <a:gd name="connsiteX22-14265" fmla="*/ 6890 w 10000"/>
              <a:gd name="connsiteY22-14266" fmla="*/ 6113 h 10000"/>
              <a:gd name="connsiteX23-14267" fmla="*/ 6657 w 10000"/>
              <a:gd name="connsiteY23-14268" fmla="*/ 6554 h 10000"/>
              <a:gd name="connsiteX24-14269" fmla="*/ 6458 w 10000"/>
              <a:gd name="connsiteY24-14270" fmla="*/ 6996 h 10000"/>
              <a:gd name="connsiteX25-14271" fmla="*/ 6259 w 10000"/>
              <a:gd name="connsiteY25-14272" fmla="*/ 7438 h 10000"/>
              <a:gd name="connsiteX26-14273" fmla="*/ 6021 w 10000"/>
              <a:gd name="connsiteY26-14274" fmla="*/ 7774 h 10000"/>
              <a:gd name="connsiteX27-14275" fmla="*/ 6021 w 10000"/>
              <a:gd name="connsiteY27-14276" fmla="*/ 8005 h 10000"/>
              <a:gd name="connsiteX28-14277" fmla="*/ 5825 w 10000"/>
              <a:gd name="connsiteY28-14278" fmla="*/ 8340 h 10000"/>
              <a:gd name="connsiteX29-14279" fmla="*/ 5631 w 10000"/>
              <a:gd name="connsiteY29-14280" fmla="*/ 8549 h 10000"/>
              <a:gd name="connsiteX30-14281" fmla="*/ 5196 w 10000"/>
              <a:gd name="connsiteY30-14282" fmla="*/ 8886 h 10000"/>
              <a:gd name="connsiteX31-14283" fmla="*/ 4801 w 10000"/>
              <a:gd name="connsiteY31-14284" fmla="*/ 9222 h 10000"/>
              <a:gd name="connsiteX32-14285" fmla="*/ 4367 w 10000"/>
              <a:gd name="connsiteY32-14286" fmla="*/ 9559 h 10000"/>
              <a:gd name="connsiteX33-14287" fmla="*/ 3976 w 10000"/>
              <a:gd name="connsiteY33-14288" fmla="*/ 9664 h 10000"/>
              <a:gd name="connsiteX34-14289" fmla="*/ 3540 w 10000"/>
              <a:gd name="connsiteY34-14290" fmla="*/ 9874 h 10000"/>
              <a:gd name="connsiteX35-14291" fmla="*/ 3106 w 10000"/>
              <a:gd name="connsiteY35-14292" fmla="*/ 10000 h 10000"/>
              <a:gd name="connsiteX36-14293" fmla="*/ 2714 w 10000"/>
              <a:gd name="connsiteY36-14294" fmla="*/ 10000 h 10000"/>
              <a:gd name="connsiteX37-14295" fmla="*/ 2280 w 10000"/>
              <a:gd name="connsiteY37-14296" fmla="*/ 10000 h 10000"/>
              <a:gd name="connsiteX38-14297" fmla="*/ 2280 w 10000"/>
              <a:gd name="connsiteY38-14298" fmla="*/ 9874 h 10000"/>
              <a:gd name="connsiteX39-14299" fmla="*/ 2081 w 10000"/>
              <a:gd name="connsiteY39-14300" fmla="*/ 9874 h 10000"/>
              <a:gd name="connsiteX40-14301" fmla="*/ 2081 w 10000"/>
              <a:gd name="connsiteY40-14302" fmla="*/ 9769 h 10000"/>
              <a:gd name="connsiteX41-14303" fmla="*/ 2081 w 10000"/>
              <a:gd name="connsiteY41-14304" fmla="*/ 9559 h 10000"/>
              <a:gd name="connsiteX42-14305" fmla="*/ 2081 w 10000"/>
              <a:gd name="connsiteY42-14306" fmla="*/ 9431 h 10000"/>
              <a:gd name="connsiteX43-14307" fmla="*/ 2081 w 10000"/>
              <a:gd name="connsiteY43-14308" fmla="*/ 9327 h 10000"/>
              <a:gd name="connsiteX44-14309" fmla="*/ 2081 w 10000"/>
              <a:gd name="connsiteY44-14310" fmla="*/ 9097 h 10000"/>
              <a:gd name="connsiteX45-14311" fmla="*/ 2081 w 10000"/>
              <a:gd name="connsiteY45-14312" fmla="*/ 8886 h 10000"/>
              <a:gd name="connsiteX46-14313" fmla="*/ 1888 w 10000"/>
              <a:gd name="connsiteY46-14314" fmla="*/ 8655 h 10000"/>
              <a:gd name="connsiteX47-14315" fmla="*/ 1651 w 10000"/>
              <a:gd name="connsiteY47-14316" fmla="*/ 8340 h 10000"/>
              <a:gd name="connsiteX48-14317" fmla="*/ 1258 w 10000"/>
              <a:gd name="connsiteY48-14318" fmla="*/ 7879 h 10000"/>
              <a:gd name="connsiteX49-14319" fmla="*/ 1061 w 10000"/>
              <a:gd name="connsiteY49-14320" fmla="*/ 7438 h 10000"/>
              <a:gd name="connsiteX50-14321" fmla="*/ 431 w 10000"/>
              <a:gd name="connsiteY50-14322" fmla="*/ 6996 h 10000"/>
              <a:gd name="connsiteX51-14323" fmla="*/ 0 w 10000"/>
              <a:gd name="connsiteY51-14324" fmla="*/ 6322 h 10000"/>
              <a:gd name="connsiteX52-14325" fmla="*/ 431 w 10000"/>
              <a:gd name="connsiteY52-14326" fmla="*/ 6554 h 10000"/>
              <a:gd name="connsiteX53-14327" fmla="*/ 1061 w 10000"/>
              <a:gd name="connsiteY53-14328" fmla="*/ 6786 h 10000"/>
              <a:gd name="connsiteX54-14329" fmla="*/ 1453 w 10000"/>
              <a:gd name="connsiteY54-14330" fmla="*/ 6996 h 10000"/>
              <a:gd name="connsiteX55-14331" fmla="*/ 1888 w 10000"/>
              <a:gd name="connsiteY55-14332" fmla="*/ 7101 h 10000"/>
              <a:gd name="connsiteX56-14333" fmla="*/ 2280 w 10000"/>
              <a:gd name="connsiteY56-14334" fmla="*/ 7226 h 10000"/>
              <a:gd name="connsiteX57-14335" fmla="*/ 2522 w 10000"/>
              <a:gd name="connsiteY57-14336" fmla="*/ 7226 h 10000"/>
              <a:gd name="connsiteX58-14337" fmla="*/ 2714 w 10000"/>
              <a:gd name="connsiteY58-14338" fmla="*/ 7332 h 10000"/>
              <a:gd name="connsiteX59-14339" fmla="*/ 2913 w 10000"/>
              <a:gd name="connsiteY59-14340" fmla="*/ 7332 h 10000"/>
              <a:gd name="connsiteX60-14341" fmla="*/ 3106 w 10000"/>
              <a:gd name="connsiteY60-14342" fmla="*/ 7332 h 10000"/>
              <a:gd name="connsiteX61-14343" fmla="*/ 3344 w 10000"/>
              <a:gd name="connsiteY61-14344" fmla="*/ 7332 h 10000"/>
              <a:gd name="connsiteX62-14345" fmla="*/ 3540 w 10000"/>
              <a:gd name="connsiteY62-14346" fmla="*/ 7226 h 10000"/>
              <a:gd name="connsiteX63-14347" fmla="*/ 3741 w 10000"/>
              <a:gd name="connsiteY63-14348" fmla="*/ 7101 h 10000"/>
              <a:gd name="connsiteX64-14349" fmla="*/ 3741 w 10000"/>
              <a:gd name="connsiteY64-14350" fmla="*/ 6996 h 10000"/>
              <a:gd name="connsiteX65-14351" fmla="*/ 3976 w 10000"/>
              <a:gd name="connsiteY65-14352" fmla="*/ 6891 h 10000"/>
              <a:gd name="connsiteX66-14353" fmla="*/ 4169 w 10000"/>
              <a:gd name="connsiteY66-14354" fmla="*/ 6660 h 10000"/>
              <a:gd name="connsiteX67-14355" fmla="*/ 4169 w 10000"/>
              <a:gd name="connsiteY67-14356" fmla="*/ 6450 h 10000"/>
              <a:gd name="connsiteX68-14357" fmla="*/ 4367 w 10000"/>
              <a:gd name="connsiteY68-14358" fmla="*/ 6218 h 10000"/>
              <a:gd name="connsiteX69-14359" fmla="*/ 4564 w 10000"/>
              <a:gd name="connsiteY69-14360" fmla="*/ 5882 h 10000"/>
              <a:gd name="connsiteX70-14361" fmla="*/ 4801 w 10000"/>
              <a:gd name="connsiteY70-14362" fmla="*/ 5544 h 10000"/>
              <a:gd name="connsiteX71-14363" fmla="*/ 4801 w 10000"/>
              <a:gd name="connsiteY71-14364" fmla="*/ 5104 h 10000"/>
              <a:gd name="connsiteX72-14365" fmla="*/ 5196 w 10000"/>
              <a:gd name="connsiteY72-14366" fmla="*/ 4327 h 10000"/>
              <a:gd name="connsiteX73-14367" fmla="*/ 5438 w 10000"/>
              <a:gd name="connsiteY73-14368" fmla="*/ 3445 h 10000"/>
              <a:gd name="connsiteX74-14369" fmla="*/ 5438 w 10000"/>
              <a:gd name="connsiteY74-14370" fmla="*/ 2668 h 10000"/>
              <a:gd name="connsiteX75-14371" fmla="*/ 5631 w 10000"/>
              <a:gd name="connsiteY75-14372" fmla="*/ 1891 h 10000"/>
              <a:gd name="connsiteX76-14373" fmla="*/ 5631 w 10000"/>
              <a:gd name="connsiteY76-14374" fmla="*/ 1555 h 10000"/>
              <a:gd name="connsiteX77-14375" fmla="*/ 5631 w 10000"/>
              <a:gd name="connsiteY77-14376" fmla="*/ 1239 h 10000"/>
              <a:gd name="connsiteX78-14377" fmla="*/ 5631 w 10000"/>
              <a:gd name="connsiteY78-14378" fmla="*/ 1008 h 10000"/>
              <a:gd name="connsiteX79-14379" fmla="*/ 5631 w 10000"/>
              <a:gd name="connsiteY79-14380" fmla="*/ 776 h 10000"/>
              <a:gd name="connsiteX80-14381" fmla="*/ 5631 w 10000"/>
              <a:gd name="connsiteY80-14382" fmla="*/ 568 h 10000"/>
              <a:gd name="connsiteX81-14383" fmla="*/ 5631 w 10000"/>
              <a:gd name="connsiteY81-14384" fmla="*/ 464 h 10000"/>
              <a:gd name="connsiteX82-14385" fmla="*/ 5438 w 10000"/>
              <a:gd name="connsiteY82-14386" fmla="*/ 335 h 10000"/>
              <a:gd name="connsiteX83-14387" fmla="*/ 5438 w 10000"/>
              <a:gd name="connsiteY83-14388" fmla="*/ 231 h 10000"/>
              <a:gd name="connsiteX84-14389" fmla="*/ 5438 w 10000"/>
              <a:gd name="connsiteY84-14390" fmla="*/ 125 h 10000"/>
              <a:gd name="connsiteX85-14391" fmla="*/ 5196 w 10000"/>
              <a:gd name="connsiteY85-14392" fmla="*/ 125 h 10000"/>
              <a:gd name="connsiteX86-14393" fmla="*/ 5005 w 10000"/>
              <a:gd name="connsiteY86-14394" fmla="*/ 0 h 10000"/>
              <a:gd name="connsiteX87-14395" fmla="*/ 5005 w 10000"/>
              <a:gd name="connsiteY87-14396" fmla="*/ 0 h 10000"/>
              <a:gd name="connsiteX0-14397" fmla="*/ 9762 w 10000"/>
              <a:gd name="connsiteY0-14398" fmla="*/ 335 h 10000"/>
              <a:gd name="connsiteX1-14399" fmla="*/ 10000 w 10000"/>
              <a:gd name="connsiteY1-14400" fmla="*/ 335 h 10000"/>
              <a:gd name="connsiteX2-14401" fmla="*/ 10000 w 10000"/>
              <a:gd name="connsiteY2-14402" fmla="*/ 568 h 10000"/>
              <a:gd name="connsiteX3-14403" fmla="*/ 9762 w 10000"/>
              <a:gd name="connsiteY3-14404" fmla="*/ 673 h 10000"/>
              <a:gd name="connsiteX4-14405" fmla="*/ 9568 w 10000"/>
              <a:gd name="connsiteY4-14406" fmla="*/ 673 h 10000"/>
              <a:gd name="connsiteX5-14407" fmla="*/ 9371 w 10000"/>
              <a:gd name="connsiteY5-14408" fmla="*/ 776 h 10000"/>
              <a:gd name="connsiteX6-14409" fmla="*/ 9173 w 10000"/>
              <a:gd name="connsiteY6-14410" fmla="*/ 776 h 10000"/>
              <a:gd name="connsiteX7-14411" fmla="*/ 9173 w 10000"/>
              <a:gd name="connsiteY7-14412" fmla="*/ 903 h 10000"/>
              <a:gd name="connsiteX8-14413" fmla="*/ 8934 w 10000"/>
              <a:gd name="connsiteY8-14414" fmla="*/ 1008 h 10000"/>
              <a:gd name="connsiteX9-14415" fmla="*/ 8740 w 10000"/>
              <a:gd name="connsiteY9-14416" fmla="*/ 1239 h 10000"/>
              <a:gd name="connsiteX10-14417" fmla="*/ 8740 w 10000"/>
              <a:gd name="connsiteY10-14418" fmla="*/ 1449 h 10000"/>
              <a:gd name="connsiteX11-14419" fmla="*/ 8544 w 10000"/>
              <a:gd name="connsiteY11-14420" fmla="*/ 1680 h 10000"/>
              <a:gd name="connsiteX12-14421" fmla="*/ 8544 w 10000"/>
              <a:gd name="connsiteY12-14422" fmla="*/ 2017 h 10000"/>
              <a:gd name="connsiteX13-14423" fmla="*/ 8544 w 10000"/>
              <a:gd name="connsiteY13-14424" fmla="*/ 2227 h 10000"/>
              <a:gd name="connsiteX14-14425" fmla="*/ 8305 w 10000"/>
              <a:gd name="connsiteY14-14426" fmla="*/ 2562 h 10000"/>
              <a:gd name="connsiteX15-14427" fmla="*/ 8305 w 10000"/>
              <a:gd name="connsiteY15-14428" fmla="*/ 3003 h 10000"/>
              <a:gd name="connsiteX16-14429" fmla="*/ 8114 w 10000"/>
              <a:gd name="connsiteY16-14430" fmla="*/ 3340 h 10000"/>
              <a:gd name="connsiteX17-14431" fmla="*/ 7913 w 10000"/>
              <a:gd name="connsiteY17-14432" fmla="*/ 3780 h 10000"/>
              <a:gd name="connsiteX18-14433" fmla="*/ 7711 w 10000"/>
              <a:gd name="connsiteY18-14434" fmla="*/ 4222 h 10000"/>
              <a:gd name="connsiteX19-14435" fmla="*/ 7478 w 10000"/>
              <a:gd name="connsiteY19-14436" fmla="*/ 4663 h 10000"/>
              <a:gd name="connsiteX20-14437" fmla="*/ 7085 w 10000"/>
              <a:gd name="connsiteY20-14438" fmla="*/ 5672 h 10000"/>
              <a:gd name="connsiteX21-14439" fmla="*/ 6890 w 10000"/>
              <a:gd name="connsiteY21-14440" fmla="*/ 6113 h 10000"/>
              <a:gd name="connsiteX22-14441" fmla="*/ 6657 w 10000"/>
              <a:gd name="connsiteY22-14442" fmla="*/ 6554 h 10000"/>
              <a:gd name="connsiteX23-14443" fmla="*/ 6458 w 10000"/>
              <a:gd name="connsiteY23-14444" fmla="*/ 6996 h 10000"/>
              <a:gd name="connsiteX24-14445" fmla="*/ 6259 w 10000"/>
              <a:gd name="connsiteY24-14446" fmla="*/ 7438 h 10000"/>
              <a:gd name="connsiteX25-14447" fmla="*/ 6021 w 10000"/>
              <a:gd name="connsiteY25-14448" fmla="*/ 7774 h 10000"/>
              <a:gd name="connsiteX26-14449" fmla="*/ 6021 w 10000"/>
              <a:gd name="connsiteY26-14450" fmla="*/ 8005 h 10000"/>
              <a:gd name="connsiteX27-14451" fmla="*/ 5825 w 10000"/>
              <a:gd name="connsiteY27-14452" fmla="*/ 8340 h 10000"/>
              <a:gd name="connsiteX28-14453" fmla="*/ 5631 w 10000"/>
              <a:gd name="connsiteY28-14454" fmla="*/ 8549 h 10000"/>
              <a:gd name="connsiteX29-14455" fmla="*/ 5196 w 10000"/>
              <a:gd name="connsiteY29-14456" fmla="*/ 8886 h 10000"/>
              <a:gd name="connsiteX30-14457" fmla="*/ 4801 w 10000"/>
              <a:gd name="connsiteY30-14458" fmla="*/ 9222 h 10000"/>
              <a:gd name="connsiteX31-14459" fmla="*/ 4367 w 10000"/>
              <a:gd name="connsiteY31-14460" fmla="*/ 9559 h 10000"/>
              <a:gd name="connsiteX32-14461" fmla="*/ 3976 w 10000"/>
              <a:gd name="connsiteY32-14462" fmla="*/ 9664 h 10000"/>
              <a:gd name="connsiteX33-14463" fmla="*/ 3540 w 10000"/>
              <a:gd name="connsiteY33-14464" fmla="*/ 9874 h 10000"/>
              <a:gd name="connsiteX34-14465" fmla="*/ 3106 w 10000"/>
              <a:gd name="connsiteY34-14466" fmla="*/ 10000 h 10000"/>
              <a:gd name="connsiteX35-14467" fmla="*/ 2714 w 10000"/>
              <a:gd name="connsiteY35-14468" fmla="*/ 10000 h 10000"/>
              <a:gd name="connsiteX36-14469" fmla="*/ 2280 w 10000"/>
              <a:gd name="connsiteY36-14470" fmla="*/ 10000 h 10000"/>
              <a:gd name="connsiteX37-14471" fmla="*/ 2280 w 10000"/>
              <a:gd name="connsiteY37-14472" fmla="*/ 9874 h 10000"/>
              <a:gd name="connsiteX38-14473" fmla="*/ 2081 w 10000"/>
              <a:gd name="connsiteY38-14474" fmla="*/ 9874 h 10000"/>
              <a:gd name="connsiteX39-14475" fmla="*/ 2081 w 10000"/>
              <a:gd name="connsiteY39-14476" fmla="*/ 9769 h 10000"/>
              <a:gd name="connsiteX40-14477" fmla="*/ 2081 w 10000"/>
              <a:gd name="connsiteY40-14478" fmla="*/ 9559 h 10000"/>
              <a:gd name="connsiteX41-14479" fmla="*/ 2081 w 10000"/>
              <a:gd name="connsiteY41-14480" fmla="*/ 9431 h 10000"/>
              <a:gd name="connsiteX42-14481" fmla="*/ 2081 w 10000"/>
              <a:gd name="connsiteY42-14482" fmla="*/ 9327 h 10000"/>
              <a:gd name="connsiteX43-14483" fmla="*/ 2081 w 10000"/>
              <a:gd name="connsiteY43-14484" fmla="*/ 9097 h 10000"/>
              <a:gd name="connsiteX44-14485" fmla="*/ 2081 w 10000"/>
              <a:gd name="connsiteY44-14486" fmla="*/ 8886 h 10000"/>
              <a:gd name="connsiteX45-14487" fmla="*/ 1888 w 10000"/>
              <a:gd name="connsiteY45-14488" fmla="*/ 8655 h 10000"/>
              <a:gd name="connsiteX46-14489" fmla="*/ 1651 w 10000"/>
              <a:gd name="connsiteY46-14490" fmla="*/ 8340 h 10000"/>
              <a:gd name="connsiteX47-14491" fmla="*/ 1258 w 10000"/>
              <a:gd name="connsiteY47-14492" fmla="*/ 7879 h 10000"/>
              <a:gd name="connsiteX48-14493" fmla="*/ 1061 w 10000"/>
              <a:gd name="connsiteY48-14494" fmla="*/ 7438 h 10000"/>
              <a:gd name="connsiteX49-14495" fmla="*/ 431 w 10000"/>
              <a:gd name="connsiteY49-14496" fmla="*/ 6996 h 10000"/>
              <a:gd name="connsiteX50-14497" fmla="*/ 0 w 10000"/>
              <a:gd name="connsiteY50-14498" fmla="*/ 6322 h 10000"/>
              <a:gd name="connsiteX51-14499" fmla="*/ 431 w 10000"/>
              <a:gd name="connsiteY51-14500" fmla="*/ 6554 h 10000"/>
              <a:gd name="connsiteX52-14501" fmla="*/ 1061 w 10000"/>
              <a:gd name="connsiteY52-14502" fmla="*/ 6786 h 10000"/>
              <a:gd name="connsiteX53-14503" fmla="*/ 1453 w 10000"/>
              <a:gd name="connsiteY53-14504" fmla="*/ 6996 h 10000"/>
              <a:gd name="connsiteX54-14505" fmla="*/ 1888 w 10000"/>
              <a:gd name="connsiteY54-14506" fmla="*/ 7101 h 10000"/>
              <a:gd name="connsiteX55-14507" fmla="*/ 2280 w 10000"/>
              <a:gd name="connsiteY55-14508" fmla="*/ 7226 h 10000"/>
              <a:gd name="connsiteX56-14509" fmla="*/ 2522 w 10000"/>
              <a:gd name="connsiteY56-14510" fmla="*/ 7226 h 10000"/>
              <a:gd name="connsiteX57-14511" fmla="*/ 2714 w 10000"/>
              <a:gd name="connsiteY57-14512" fmla="*/ 7332 h 10000"/>
              <a:gd name="connsiteX58-14513" fmla="*/ 2913 w 10000"/>
              <a:gd name="connsiteY58-14514" fmla="*/ 7332 h 10000"/>
              <a:gd name="connsiteX59-14515" fmla="*/ 3106 w 10000"/>
              <a:gd name="connsiteY59-14516" fmla="*/ 7332 h 10000"/>
              <a:gd name="connsiteX60-14517" fmla="*/ 3344 w 10000"/>
              <a:gd name="connsiteY60-14518" fmla="*/ 7332 h 10000"/>
              <a:gd name="connsiteX61-14519" fmla="*/ 3540 w 10000"/>
              <a:gd name="connsiteY61-14520" fmla="*/ 7226 h 10000"/>
              <a:gd name="connsiteX62-14521" fmla="*/ 3741 w 10000"/>
              <a:gd name="connsiteY62-14522" fmla="*/ 7101 h 10000"/>
              <a:gd name="connsiteX63-14523" fmla="*/ 3741 w 10000"/>
              <a:gd name="connsiteY63-14524" fmla="*/ 6996 h 10000"/>
              <a:gd name="connsiteX64-14525" fmla="*/ 3976 w 10000"/>
              <a:gd name="connsiteY64-14526" fmla="*/ 6891 h 10000"/>
              <a:gd name="connsiteX65-14527" fmla="*/ 4169 w 10000"/>
              <a:gd name="connsiteY65-14528" fmla="*/ 6660 h 10000"/>
              <a:gd name="connsiteX66-14529" fmla="*/ 4169 w 10000"/>
              <a:gd name="connsiteY66-14530" fmla="*/ 6450 h 10000"/>
              <a:gd name="connsiteX67-14531" fmla="*/ 4367 w 10000"/>
              <a:gd name="connsiteY67-14532" fmla="*/ 6218 h 10000"/>
              <a:gd name="connsiteX68-14533" fmla="*/ 4564 w 10000"/>
              <a:gd name="connsiteY68-14534" fmla="*/ 5882 h 10000"/>
              <a:gd name="connsiteX69-14535" fmla="*/ 4801 w 10000"/>
              <a:gd name="connsiteY69-14536" fmla="*/ 5544 h 10000"/>
              <a:gd name="connsiteX70-14537" fmla="*/ 4801 w 10000"/>
              <a:gd name="connsiteY70-14538" fmla="*/ 5104 h 10000"/>
              <a:gd name="connsiteX71-14539" fmla="*/ 5196 w 10000"/>
              <a:gd name="connsiteY71-14540" fmla="*/ 4327 h 10000"/>
              <a:gd name="connsiteX72-14541" fmla="*/ 5438 w 10000"/>
              <a:gd name="connsiteY72-14542" fmla="*/ 3445 h 10000"/>
              <a:gd name="connsiteX73-14543" fmla="*/ 5438 w 10000"/>
              <a:gd name="connsiteY73-14544" fmla="*/ 2668 h 10000"/>
              <a:gd name="connsiteX74-14545" fmla="*/ 5631 w 10000"/>
              <a:gd name="connsiteY74-14546" fmla="*/ 1891 h 10000"/>
              <a:gd name="connsiteX75-14547" fmla="*/ 5631 w 10000"/>
              <a:gd name="connsiteY75-14548" fmla="*/ 1555 h 10000"/>
              <a:gd name="connsiteX76-14549" fmla="*/ 5631 w 10000"/>
              <a:gd name="connsiteY76-14550" fmla="*/ 1239 h 10000"/>
              <a:gd name="connsiteX77-14551" fmla="*/ 5631 w 10000"/>
              <a:gd name="connsiteY77-14552" fmla="*/ 1008 h 10000"/>
              <a:gd name="connsiteX78-14553" fmla="*/ 5631 w 10000"/>
              <a:gd name="connsiteY78-14554" fmla="*/ 776 h 10000"/>
              <a:gd name="connsiteX79-14555" fmla="*/ 5631 w 10000"/>
              <a:gd name="connsiteY79-14556" fmla="*/ 568 h 10000"/>
              <a:gd name="connsiteX80-14557" fmla="*/ 5631 w 10000"/>
              <a:gd name="connsiteY80-14558" fmla="*/ 464 h 10000"/>
              <a:gd name="connsiteX81-14559" fmla="*/ 5438 w 10000"/>
              <a:gd name="connsiteY81-14560" fmla="*/ 335 h 10000"/>
              <a:gd name="connsiteX82-14561" fmla="*/ 5438 w 10000"/>
              <a:gd name="connsiteY82-14562" fmla="*/ 231 h 10000"/>
              <a:gd name="connsiteX83-14563" fmla="*/ 5438 w 10000"/>
              <a:gd name="connsiteY83-14564" fmla="*/ 125 h 10000"/>
              <a:gd name="connsiteX84-14565" fmla="*/ 5196 w 10000"/>
              <a:gd name="connsiteY84-14566" fmla="*/ 125 h 10000"/>
              <a:gd name="connsiteX85-14567" fmla="*/ 5005 w 10000"/>
              <a:gd name="connsiteY85-14568" fmla="*/ 0 h 10000"/>
              <a:gd name="connsiteX86-14569" fmla="*/ 5005 w 10000"/>
              <a:gd name="connsiteY86-14570" fmla="*/ 0 h 10000"/>
              <a:gd name="connsiteX0-14571" fmla="*/ 9762 w 10000"/>
              <a:gd name="connsiteY0-14572" fmla="*/ 335 h 10000"/>
              <a:gd name="connsiteX1-14573" fmla="*/ 10000 w 10000"/>
              <a:gd name="connsiteY1-14574" fmla="*/ 568 h 10000"/>
              <a:gd name="connsiteX2-14575" fmla="*/ 9762 w 10000"/>
              <a:gd name="connsiteY2-14576" fmla="*/ 673 h 10000"/>
              <a:gd name="connsiteX3-14577" fmla="*/ 9568 w 10000"/>
              <a:gd name="connsiteY3-14578" fmla="*/ 673 h 10000"/>
              <a:gd name="connsiteX4-14579" fmla="*/ 9371 w 10000"/>
              <a:gd name="connsiteY4-14580" fmla="*/ 776 h 10000"/>
              <a:gd name="connsiteX5-14581" fmla="*/ 9173 w 10000"/>
              <a:gd name="connsiteY5-14582" fmla="*/ 776 h 10000"/>
              <a:gd name="connsiteX6-14583" fmla="*/ 9173 w 10000"/>
              <a:gd name="connsiteY6-14584" fmla="*/ 903 h 10000"/>
              <a:gd name="connsiteX7-14585" fmla="*/ 8934 w 10000"/>
              <a:gd name="connsiteY7-14586" fmla="*/ 1008 h 10000"/>
              <a:gd name="connsiteX8-14587" fmla="*/ 8740 w 10000"/>
              <a:gd name="connsiteY8-14588" fmla="*/ 1239 h 10000"/>
              <a:gd name="connsiteX9-14589" fmla="*/ 8740 w 10000"/>
              <a:gd name="connsiteY9-14590" fmla="*/ 1449 h 10000"/>
              <a:gd name="connsiteX10-14591" fmla="*/ 8544 w 10000"/>
              <a:gd name="connsiteY10-14592" fmla="*/ 1680 h 10000"/>
              <a:gd name="connsiteX11-14593" fmla="*/ 8544 w 10000"/>
              <a:gd name="connsiteY11-14594" fmla="*/ 2017 h 10000"/>
              <a:gd name="connsiteX12-14595" fmla="*/ 8544 w 10000"/>
              <a:gd name="connsiteY12-14596" fmla="*/ 2227 h 10000"/>
              <a:gd name="connsiteX13-14597" fmla="*/ 8305 w 10000"/>
              <a:gd name="connsiteY13-14598" fmla="*/ 2562 h 10000"/>
              <a:gd name="connsiteX14-14599" fmla="*/ 8305 w 10000"/>
              <a:gd name="connsiteY14-14600" fmla="*/ 3003 h 10000"/>
              <a:gd name="connsiteX15-14601" fmla="*/ 8114 w 10000"/>
              <a:gd name="connsiteY15-14602" fmla="*/ 3340 h 10000"/>
              <a:gd name="connsiteX16-14603" fmla="*/ 7913 w 10000"/>
              <a:gd name="connsiteY16-14604" fmla="*/ 3780 h 10000"/>
              <a:gd name="connsiteX17-14605" fmla="*/ 7711 w 10000"/>
              <a:gd name="connsiteY17-14606" fmla="*/ 4222 h 10000"/>
              <a:gd name="connsiteX18-14607" fmla="*/ 7478 w 10000"/>
              <a:gd name="connsiteY18-14608" fmla="*/ 4663 h 10000"/>
              <a:gd name="connsiteX19-14609" fmla="*/ 7085 w 10000"/>
              <a:gd name="connsiteY19-14610" fmla="*/ 5672 h 10000"/>
              <a:gd name="connsiteX20-14611" fmla="*/ 6890 w 10000"/>
              <a:gd name="connsiteY20-14612" fmla="*/ 6113 h 10000"/>
              <a:gd name="connsiteX21-14613" fmla="*/ 6657 w 10000"/>
              <a:gd name="connsiteY21-14614" fmla="*/ 6554 h 10000"/>
              <a:gd name="connsiteX22-14615" fmla="*/ 6458 w 10000"/>
              <a:gd name="connsiteY22-14616" fmla="*/ 6996 h 10000"/>
              <a:gd name="connsiteX23-14617" fmla="*/ 6259 w 10000"/>
              <a:gd name="connsiteY23-14618" fmla="*/ 7438 h 10000"/>
              <a:gd name="connsiteX24-14619" fmla="*/ 6021 w 10000"/>
              <a:gd name="connsiteY24-14620" fmla="*/ 7774 h 10000"/>
              <a:gd name="connsiteX25-14621" fmla="*/ 6021 w 10000"/>
              <a:gd name="connsiteY25-14622" fmla="*/ 8005 h 10000"/>
              <a:gd name="connsiteX26-14623" fmla="*/ 5825 w 10000"/>
              <a:gd name="connsiteY26-14624" fmla="*/ 8340 h 10000"/>
              <a:gd name="connsiteX27-14625" fmla="*/ 5631 w 10000"/>
              <a:gd name="connsiteY27-14626" fmla="*/ 8549 h 10000"/>
              <a:gd name="connsiteX28-14627" fmla="*/ 5196 w 10000"/>
              <a:gd name="connsiteY28-14628" fmla="*/ 8886 h 10000"/>
              <a:gd name="connsiteX29-14629" fmla="*/ 4801 w 10000"/>
              <a:gd name="connsiteY29-14630" fmla="*/ 9222 h 10000"/>
              <a:gd name="connsiteX30-14631" fmla="*/ 4367 w 10000"/>
              <a:gd name="connsiteY30-14632" fmla="*/ 9559 h 10000"/>
              <a:gd name="connsiteX31-14633" fmla="*/ 3976 w 10000"/>
              <a:gd name="connsiteY31-14634" fmla="*/ 9664 h 10000"/>
              <a:gd name="connsiteX32-14635" fmla="*/ 3540 w 10000"/>
              <a:gd name="connsiteY32-14636" fmla="*/ 9874 h 10000"/>
              <a:gd name="connsiteX33-14637" fmla="*/ 3106 w 10000"/>
              <a:gd name="connsiteY33-14638" fmla="*/ 10000 h 10000"/>
              <a:gd name="connsiteX34-14639" fmla="*/ 2714 w 10000"/>
              <a:gd name="connsiteY34-14640" fmla="*/ 10000 h 10000"/>
              <a:gd name="connsiteX35-14641" fmla="*/ 2280 w 10000"/>
              <a:gd name="connsiteY35-14642" fmla="*/ 10000 h 10000"/>
              <a:gd name="connsiteX36-14643" fmla="*/ 2280 w 10000"/>
              <a:gd name="connsiteY36-14644" fmla="*/ 9874 h 10000"/>
              <a:gd name="connsiteX37-14645" fmla="*/ 2081 w 10000"/>
              <a:gd name="connsiteY37-14646" fmla="*/ 9874 h 10000"/>
              <a:gd name="connsiteX38-14647" fmla="*/ 2081 w 10000"/>
              <a:gd name="connsiteY38-14648" fmla="*/ 9769 h 10000"/>
              <a:gd name="connsiteX39-14649" fmla="*/ 2081 w 10000"/>
              <a:gd name="connsiteY39-14650" fmla="*/ 9559 h 10000"/>
              <a:gd name="connsiteX40-14651" fmla="*/ 2081 w 10000"/>
              <a:gd name="connsiteY40-14652" fmla="*/ 9431 h 10000"/>
              <a:gd name="connsiteX41-14653" fmla="*/ 2081 w 10000"/>
              <a:gd name="connsiteY41-14654" fmla="*/ 9327 h 10000"/>
              <a:gd name="connsiteX42-14655" fmla="*/ 2081 w 10000"/>
              <a:gd name="connsiteY42-14656" fmla="*/ 9097 h 10000"/>
              <a:gd name="connsiteX43-14657" fmla="*/ 2081 w 10000"/>
              <a:gd name="connsiteY43-14658" fmla="*/ 8886 h 10000"/>
              <a:gd name="connsiteX44-14659" fmla="*/ 1888 w 10000"/>
              <a:gd name="connsiteY44-14660" fmla="*/ 8655 h 10000"/>
              <a:gd name="connsiteX45-14661" fmla="*/ 1651 w 10000"/>
              <a:gd name="connsiteY45-14662" fmla="*/ 8340 h 10000"/>
              <a:gd name="connsiteX46-14663" fmla="*/ 1258 w 10000"/>
              <a:gd name="connsiteY46-14664" fmla="*/ 7879 h 10000"/>
              <a:gd name="connsiteX47-14665" fmla="*/ 1061 w 10000"/>
              <a:gd name="connsiteY47-14666" fmla="*/ 7438 h 10000"/>
              <a:gd name="connsiteX48-14667" fmla="*/ 431 w 10000"/>
              <a:gd name="connsiteY48-14668" fmla="*/ 6996 h 10000"/>
              <a:gd name="connsiteX49-14669" fmla="*/ 0 w 10000"/>
              <a:gd name="connsiteY49-14670" fmla="*/ 6322 h 10000"/>
              <a:gd name="connsiteX50-14671" fmla="*/ 431 w 10000"/>
              <a:gd name="connsiteY50-14672" fmla="*/ 6554 h 10000"/>
              <a:gd name="connsiteX51-14673" fmla="*/ 1061 w 10000"/>
              <a:gd name="connsiteY51-14674" fmla="*/ 6786 h 10000"/>
              <a:gd name="connsiteX52-14675" fmla="*/ 1453 w 10000"/>
              <a:gd name="connsiteY52-14676" fmla="*/ 6996 h 10000"/>
              <a:gd name="connsiteX53-14677" fmla="*/ 1888 w 10000"/>
              <a:gd name="connsiteY53-14678" fmla="*/ 7101 h 10000"/>
              <a:gd name="connsiteX54-14679" fmla="*/ 2280 w 10000"/>
              <a:gd name="connsiteY54-14680" fmla="*/ 7226 h 10000"/>
              <a:gd name="connsiteX55-14681" fmla="*/ 2522 w 10000"/>
              <a:gd name="connsiteY55-14682" fmla="*/ 7226 h 10000"/>
              <a:gd name="connsiteX56-14683" fmla="*/ 2714 w 10000"/>
              <a:gd name="connsiteY56-14684" fmla="*/ 7332 h 10000"/>
              <a:gd name="connsiteX57-14685" fmla="*/ 2913 w 10000"/>
              <a:gd name="connsiteY57-14686" fmla="*/ 7332 h 10000"/>
              <a:gd name="connsiteX58-14687" fmla="*/ 3106 w 10000"/>
              <a:gd name="connsiteY58-14688" fmla="*/ 7332 h 10000"/>
              <a:gd name="connsiteX59-14689" fmla="*/ 3344 w 10000"/>
              <a:gd name="connsiteY59-14690" fmla="*/ 7332 h 10000"/>
              <a:gd name="connsiteX60-14691" fmla="*/ 3540 w 10000"/>
              <a:gd name="connsiteY60-14692" fmla="*/ 7226 h 10000"/>
              <a:gd name="connsiteX61-14693" fmla="*/ 3741 w 10000"/>
              <a:gd name="connsiteY61-14694" fmla="*/ 7101 h 10000"/>
              <a:gd name="connsiteX62-14695" fmla="*/ 3741 w 10000"/>
              <a:gd name="connsiteY62-14696" fmla="*/ 6996 h 10000"/>
              <a:gd name="connsiteX63-14697" fmla="*/ 3976 w 10000"/>
              <a:gd name="connsiteY63-14698" fmla="*/ 6891 h 10000"/>
              <a:gd name="connsiteX64-14699" fmla="*/ 4169 w 10000"/>
              <a:gd name="connsiteY64-14700" fmla="*/ 6660 h 10000"/>
              <a:gd name="connsiteX65-14701" fmla="*/ 4169 w 10000"/>
              <a:gd name="connsiteY65-14702" fmla="*/ 6450 h 10000"/>
              <a:gd name="connsiteX66-14703" fmla="*/ 4367 w 10000"/>
              <a:gd name="connsiteY66-14704" fmla="*/ 6218 h 10000"/>
              <a:gd name="connsiteX67-14705" fmla="*/ 4564 w 10000"/>
              <a:gd name="connsiteY67-14706" fmla="*/ 5882 h 10000"/>
              <a:gd name="connsiteX68-14707" fmla="*/ 4801 w 10000"/>
              <a:gd name="connsiteY68-14708" fmla="*/ 5544 h 10000"/>
              <a:gd name="connsiteX69-14709" fmla="*/ 4801 w 10000"/>
              <a:gd name="connsiteY69-14710" fmla="*/ 5104 h 10000"/>
              <a:gd name="connsiteX70-14711" fmla="*/ 5196 w 10000"/>
              <a:gd name="connsiteY70-14712" fmla="*/ 4327 h 10000"/>
              <a:gd name="connsiteX71-14713" fmla="*/ 5438 w 10000"/>
              <a:gd name="connsiteY71-14714" fmla="*/ 3445 h 10000"/>
              <a:gd name="connsiteX72-14715" fmla="*/ 5438 w 10000"/>
              <a:gd name="connsiteY72-14716" fmla="*/ 2668 h 10000"/>
              <a:gd name="connsiteX73-14717" fmla="*/ 5631 w 10000"/>
              <a:gd name="connsiteY73-14718" fmla="*/ 1891 h 10000"/>
              <a:gd name="connsiteX74-14719" fmla="*/ 5631 w 10000"/>
              <a:gd name="connsiteY74-14720" fmla="*/ 1555 h 10000"/>
              <a:gd name="connsiteX75-14721" fmla="*/ 5631 w 10000"/>
              <a:gd name="connsiteY75-14722" fmla="*/ 1239 h 10000"/>
              <a:gd name="connsiteX76-14723" fmla="*/ 5631 w 10000"/>
              <a:gd name="connsiteY76-14724" fmla="*/ 1008 h 10000"/>
              <a:gd name="connsiteX77-14725" fmla="*/ 5631 w 10000"/>
              <a:gd name="connsiteY77-14726" fmla="*/ 776 h 10000"/>
              <a:gd name="connsiteX78-14727" fmla="*/ 5631 w 10000"/>
              <a:gd name="connsiteY78-14728" fmla="*/ 568 h 10000"/>
              <a:gd name="connsiteX79-14729" fmla="*/ 5631 w 10000"/>
              <a:gd name="connsiteY79-14730" fmla="*/ 464 h 10000"/>
              <a:gd name="connsiteX80-14731" fmla="*/ 5438 w 10000"/>
              <a:gd name="connsiteY80-14732" fmla="*/ 335 h 10000"/>
              <a:gd name="connsiteX81-14733" fmla="*/ 5438 w 10000"/>
              <a:gd name="connsiteY81-14734" fmla="*/ 231 h 10000"/>
              <a:gd name="connsiteX82-14735" fmla="*/ 5438 w 10000"/>
              <a:gd name="connsiteY82-14736" fmla="*/ 125 h 10000"/>
              <a:gd name="connsiteX83-14737" fmla="*/ 5196 w 10000"/>
              <a:gd name="connsiteY83-14738" fmla="*/ 125 h 10000"/>
              <a:gd name="connsiteX84-14739" fmla="*/ 5005 w 10000"/>
              <a:gd name="connsiteY84-14740" fmla="*/ 0 h 10000"/>
              <a:gd name="connsiteX85-14741" fmla="*/ 5005 w 10000"/>
              <a:gd name="connsiteY85-14742" fmla="*/ 0 h 10000"/>
              <a:gd name="connsiteX0-14743" fmla="*/ 9762 w 10000"/>
              <a:gd name="connsiteY0-14744" fmla="*/ 335 h 10000"/>
              <a:gd name="connsiteX1-14745" fmla="*/ 10000 w 10000"/>
              <a:gd name="connsiteY1-14746" fmla="*/ 568 h 10000"/>
              <a:gd name="connsiteX2-14747" fmla="*/ 9762 w 10000"/>
              <a:gd name="connsiteY2-14748" fmla="*/ 673 h 10000"/>
              <a:gd name="connsiteX3-14749" fmla="*/ 9568 w 10000"/>
              <a:gd name="connsiteY3-14750" fmla="*/ 673 h 10000"/>
              <a:gd name="connsiteX4-14751" fmla="*/ 9371 w 10000"/>
              <a:gd name="connsiteY4-14752" fmla="*/ 776 h 10000"/>
              <a:gd name="connsiteX5-14753" fmla="*/ 9173 w 10000"/>
              <a:gd name="connsiteY5-14754" fmla="*/ 776 h 10000"/>
              <a:gd name="connsiteX6-14755" fmla="*/ 9173 w 10000"/>
              <a:gd name="connsiteY6-14756" fmla="*/ 903 h 10000"/>
              <a:gd name="connsiteX7-14757" fmla="*/ 8934 w 10000"/>
              <a:gd name="connsiteY7-14758" fmla="*/ 1008 h 10000"/>
              <a:gd name="connsiteX8-14759" fmla="*/ 8740 w 10000"/>
              <a:gd name="connsiteY8-14760" fmla="*/ 1239 h 10000"/>
              <a:gd name="connsiteX9-14761" fmla="*/ 8740 w 10000"/>
              <a:gd name="connsiteY9-14762" fmla="*/ 1449 h 10000"/>
              <a:gd name="connsiteX10-14763" fmla="*/ 8544 w 10000"/>
              <a:gd name="connsiteY10-14764" fmla="*/ 1680 h 10000"/>
              <a:gd name="connsiteX11-14765" fmla="*/ 8544 w 10000"/>
              <a:gd name="connsiteY11-14766" fmla="*/ 2017 h 10000"/>
              <a:gd name="connsiteX12-14767" fmla="*/ 8544 w 10000"/>
              <a:gd name="connsiteY12-14768" fmla="*/ 2227 h 10000"/>
              <a:gd name="connsiteX13-14769" fmla="*/ 8305 w 10000"/>
              <a:gd name="connsiteY13-14770" fmla="*/ 2562 h 10000"/>
              <a:gd name="connsiteX14-14771" fmla="*/ 8305 w 10000"/>
              <a:gd name="connsiteY14-14772" fmla="*/ 3003 h 10000"/>
              <a:gd name="connsiteX15-14773" fmla="*/ 8114 w 10000"/>
              <a:gd name="connsiteY15-14774" fmla="*/ 3340 h 10000"/>
              <a:gd name="connsiteX16-14775" fmla="*/ 7913 w 10000"/>
              <a:gd name="connsiteY16-14776" fmla="*/ 3780 h 10000"/>
              <a:gd name="connsiteX17-14777" fmla="*/ 7711 w 10000"/>
              <a:gd name="connsiteY17-14778" fmla="*/ 4222 h 10000"/>
              <a:gd name="connsiteX18-14779" fmla="*/ 7478 w 10000"/>
              <a:gd name="connsiteY18-14780" fmla="*/ 4663 h 10000"/>
              <a:gd name="connsiteX19-14781" fmla="*/ 7085 w 10000"/>
              <a:gd name="connsiteY19-14782" fmla="*/ 5672 h 10000"/>
              <a:gd name="connsiteX20-14783" fmla="*/ 6890 w 10000"/>
              <a:gd name="connsiteY20-14784" fmla="*/ 6113 h 10000"/>
              <a:gd name="connsiteX21-14785" fmla="*/ 6657 w 10000"/>
              <a:gd name="connsiteY21-14786" fmla="*/ 6554 h 10000"/>
              <a:gd name="connsiteX22-14787" fmla="*/ 6458 w 10000"/>
              <a:gd name="connsiteY22-14788" fmla="*/ 6996 h 10000"/>
              <a:gd name="connsiteX23-14789" fmla="*/ 6259 w 10000"/>
              <a:gd name="connsiteY23-14790" fmla="*/ 7438 h 10000"/>
              <a:gd name="connsiteX24-14791" fmla="*/ 6021 w 10000"/>
              <a:gd name="connsiteY24-14792" fmla="*/ 7774 h 10000"/>
              <a:gd name="connsiteX25-14793" fmla="*/ 6021 w 10000"/>
              <a:gd name="connsiteY25-14794" fmla="*/ 8005 h 10000"/>
              <a:gd name="connsiteX26-14795" fmla="*/ 5825 w 10000"/>
              <a:gd name="connsiteY26-14796" fmla="*/ 8340 h 10000"/>
              <a:gd name="connsiteX27-14797" fmla="*/ 5631 w 10000"/>
              <a:gd name="connsiteY27-14798" fmla="*/ 8549 h 10000"/>
              <a:gd name="connsiteX28-14799" fmla="*/ 5196 w 10000"/>
              <a:gd name="connsiteY28-14800" fmla="*/ 8886 h 10000"/>
              <a:gd name="connsiteX29-14801" fmla="*/ 4801 w 10000"/>
              <a:gd name="connsiteY29-14802" fmla="*/ 9222 h 10000"/>
              <a:gd name="connsiteX30-14803" fmla="*/ 4367 w 10000"/>
              <a:gd name="connsiteY30-14804" fmla="*/ 9559 h 10000"/>
              <a:gd name="connsiteX31-14805" fmla="*/ 3976 w 10000"/>
              <a:gd name="connsiteY31-14806" fmla="*/ 9664 h 10000"/>
              <a:gd name="connsiteX32-14807" fmla="*/ 3540 w 10000"/>
              <a:gd name="connsiteY32-14808" fmla="*/ 9874 h 10000"/>
              <a:gd name="connsiteX33-14809" fmla="*/ 3106 w 10000"/>
              <a:gd name="connsiteY33-14810" fmla="*/ 10000 h 10000"/>
              <a:gd name="connsiteX34-14811" fmla="*/ 2714 w 10000"/>
              <a:gd name="connsiteY34-14812" fmla="*/ 10000 h 10000"/>
              <a:gd name="connsiteX35-14813" fmla="*/ 2280 w 10000"/>
              <a:gd name="connsiteY35-14814" fmla="*/ 10000 h 10000"/>
              <a:gd name="connsiteX36-14815" fmla="*/ 2280 w 10000"/>
              <a:gd name="connsiteY36-14816" fmla="*/ 9874 h 10000"/>
              <a:gd name="connsiteX37-14817" fmla="*/ 2081 w 10000"/>
              <a:gd name="connsiteY37-14818" fmla="*/ 9874 h 10000"/>
              <a:gd name="connsiteX38-14819" fmla="*/ 2081 w 10000"/>
              <a:gd name="connsiteY38-14820" fmla="*/ 9769 h 10000"/>
              <a:gd name="connsiteX39-14821" fmla="*/ 2081 w 10000"/>
              <a:gd name="connsiteY39-14822" fmla="*/ 9559 h 10000"/>
              <a:gd name="connsiteX40-14823" fmla="*/ 2081 w 10000"/>
              <a:gd name="connsiteY40-14824" fmla="*/ 9431 h 10000"/>
              <a:gd name="connsiteX41-14825" fmla="*/ 2081 w 10000"/>
              <a:gd name="connsiteY41-14826" fmla="*/ 9327 h 10000"/>
              <a:gd name="connsiteX42-14827" fmla="*/ 2081 w 10000"/>
              <a:gd name="connsiteY42-14828" fmla="*/ 9097 h 10000"/>
              <a:gd name="connsiteX43-14829" fmla="*/ 2081 w 10000"/>
              <a:gd name="connsiteY43-14830" fmla="*/ 8886 h 10000"/>
              <a:gd name="connsiteX44-14831" fmla="*/ 1888 w 10000"/>
              <a:gd name="connsiteY44-14832" fmla="*/ 8655 h 10000"/>
              <a:gd name="connsiteX45-14833" fmla="*/ 1651 w 10000"/>
              <a:gd name="connsiteY45-14834" fmla="*/ 8340 h 10000"/>
              <a:gd name="connsiteX46-14835" fmla="*/ 1258 w 10000"/>
              <a:gd name="connsiteY46-14836" fmla="*/ 7879 h 10000"/>
              <a:gd name="connsiteX47-14837" fmla="*/ 1061 w 10000"/>
              <a:gd name="connsiteY47-14838" fmla="*/ 7438 h 10000"/>
              <a:gd name="connsiteX48-14839" fmla="*/ 431 w 10000"/>
              <a:gd name="connsiteY48-14840" fmla="*/ 6996 h 10000"/>
              <a:gd name="connsiteX49-14841" fmla="*/ 0 w 10000"/>
              <a:gd name="connsiteY49-14842" fmla="*/ 6322 h 10000"/>
              <a:gd name="connsiteX50-14843" fmla="*/ 431 w 10000"/>
              <a:gd name="connsiteY50-14844" fmla="*/ 6554 h 10000"/>
              <a:gd name="connsiteX51-14845" fmla="*/ 1061 w 10000"/>
              <a:gd name="connsiteY51-14846" fmla="*/ 6786 h 10000"/>
              <a:gd name="connsiteX52-14847" fmla="*/ 1453 w 10000"/>
              <a:gd name="connsiteY52-14848" fmla="*/ 6996 h 10000"/>
              <a:gd name="connsiteX53-14849" fmla="*/ 1888 w 10000"/>
              <a:gd name="connsiteY53-14850" fmla="*/ 7101 h 10000"/>
              <a:gd name="connsiteX54-14851" fmla="*/ 2280 w 10000"/>
              <a:gd name="connsiteY54-14852" fmla="*/ 7226 h 10000"/>
              <a:gd name="connsiteX55-14853" fmla="*/ 2522 w 10000"/>
              <a:gd name="connsiteY55-14854" fmla="*/ 7226 h 10000"/>
              <a:gd name="connsiteX56-14855" fmla="*/ 2714 w 10000"/>
              <a:gd name="connsiteY56-14856" fmla="*/ 7332 h 10000"/>
              <a:gd name="connsiteX57-14857" fmla="*/ 2913 w 10000"/>
              <a:gd name="connsiteY57-14858" fmla="*/ 7332 h 10000"/>
              <a:gd name="connsiteX58-14859" fmla="*/ 3106 w 10000"/>
              <a:gd name="connsiteY58-14860" fmla="*/ 7332 h 10000"/>
              <a:gd name="connsiteX59-14861" fmla="*/ 3344 w 10000"/>
              <a:gd name="connsiteY59-14862" fmla="*/ 7332 h 10000"/>
              <a:gd name="connsiteX60-14863" fmla="*/ 3540 w 10000"/>
              <a:gd name="connsiteY60-14864" fmla="*/ 7226 h 10000"/>
              <a:gd name="connsiteX61-14865" fmla="*/ 3741 w 10000"/>
              <a:gd name="connsiteY61-14866" fmla="*/ 7101 h 10000"/>
              <a:gd name="connsiteX62-14867" fmla="*/ 3741 w 10000"/>
              <a:gd name="connsiteY62-14868" fmla="*/ 6996 h 10000"/>
              <a:gd name="connsiteX63-14869" fmla="*/ 3976 w 10000"/>
              <a:gd name="connsiteY63-14870" fmla="*/ 6891 h 10000"/>
              <a:gd name="connsiteX64-14871" fmla="*/ 4169 w 10000"/>
              <a:gd name="connsiteY64-14872" fmla="*/ 6660 h 10000"/>
              <a:gd name="connsiteX65-14873" fmla="*/ 4169 w 10000"/>
              <a:gd name="connsiteY65-14874" fmla="*/ 6450 h 10000"/>
              <a:gd name="connsiteX66-14875" fmla="*/ 4367 w 10000"/>
              <a:gd name="connsiteY66-14876" fmla="*/ 6218 h 10000"/>
              <a:gd name="connsiteX67-14877" fmla="*/ 4564 w 10000"/>
              <a:gd name="connsiteY67-14878" fmla="*/ 5882 h 10000"/>
              <a:gd name="connsiteX68-14879" fmla="*/ 4801 w 10000"/>
              <a:gd name="connsiteY68-14880" fmla="*/ 5544 h 10000"/>
              <a:gd name="connsiteX69-14881" fmla="*/ 4801 w 10000"/>
              <a:gd name="connsiteY69-14882" fmla="*/ 5104 h 10000"/>
              <a:gd name="connsiteX70-14883" fmla="*/ 5196 w 10000"/>
              <a:gd name="connsiteY70-14884" fmla="*/ 4327 h 10000"/>
              <a:gd name="connsiteX71-14885" fmla="*/ 5438 w 10000"/>
              <a:gd name="connsiteY71-14886" fmla="*/ 3445 h 10000"/>
              <a:gd name="connsiteX72-14887" fmla="*/ 5438 w 10000"/>
              <a:gd name="connsiteY72-14888" fmla="*/ 2668 h 10000"/>
              <a:gd name="connsiteX73-14889" fmla="*/ 5631 w 10000"/>
              <a:gd name="connsiteY73-14890" fmla="*/ 1891 h 10000"/>
              <a:gd name="connsiteX74-14891" fmla="*/ 5631 w 10000"/>
              <a:gd name="connsiteY74-14892" fmla="*/ 1555 h 10000"/>
              <a:gd name="connsiteX75-14893" fmla="*/ 5631 w 10000"/>
              <a:gd name="connsiteY75-14894" fmla="*/ 1239 h 10000"/>
              <a:gd name="connsiteX76-14895" fmla="*/ 5631 w 10000"/>
              <a:gd name="connsiteY76-14896" fmla="*/ 1008 h 10000"/>
              <a:gd name="connsiteX77-14897" fmla="*/ 5631 w 10000"/>
              <a:gd name="connsiteY77-14898" fmla="*/ 776 h 10000"/>
              <a:gd name="connsiteX78-14899" fmla="*/ 5631 w 10000"/>
              <a:gd name="connsiteY78-14900" fmla="*/ 568 h 10000"/>
              <a:gd name="connsiteX79-14901" fmla="*/ 5631 w 10000"/>
              <a:gd name="connsiteY79-14902" fmla="*/ 464 h 10000"/>
              <a:gd name="connsiteX80-14903" fmla="*/ 5438 w 10000"/>
              <a:gd name="connsiteY80-14904" fmla="*/ 335 h 10000"/>
              <a:gd name="connsiteX81-14905" fmla="*/ 5438 w 10000"/>
              <a:gd name="connsiteY81-14906" fmla="*/ 231 h 10000"/>
              <a:gd name="connsiteX82-14907" fmla="*/ 5438 w 10000"/>
              <a:gd name="connsiteY82-14908" fmla="*/ 125 h 10000"/>
              <a:gd name="connsiteX83-14909" fmla="*/ 5196 w 10000"/>
              <a:gd name="connsiteY83-14910" fmla="*/ 125 h 10000"/>
              <a:gd name="connsiteX84-14911" fmla="*/ 5005 w 10000"/>
              <a:gd name="connsiteY84-14912" fmla="*/ 0 h 10000"/>
              <a:gd name="connsiteX0-14913" fmla="*/ 9762 w 10000"/>
              <a:gd name="connsiteY0-14914" fmla="*/ 335 h 10000"/>
              <a:gd name="connsiteX1-14915" fmla="*/ 10000 w 10000"/>
              <a:gd name="connsiteY1-14916" fmla="*/ 568 h 10000"/>
              <a:gd name="connsiteX2-14917" fmla="*/ 9762 w 10000"/>
              <a:gd name="connsiteY2-14918" fmla="*/ 673 h 10000"/>
              <a:gd name="connsiteX3-14919" fmla="*/ 9568 w 10000"/>
              <a:gd name="connsiteY3-14920" fmla="*/ 673 h 10000"/>
              <a:gd name="connsiteX4-14921" fmla="*/ 9371 w 10000"/>
              <a:gd name="connsiteY4-14922" fmla="*/ 776 h 10000"/>
              <a:gd name="connsiteX5-14923" fmla="*/ 9173 w 10000"/>
              <a:gd name="connsiteY5-14924" fmla="*/ 776 h 10000"/>
              <a:gd name="connsiteX6-14925" fmla="*/ 9173 w 10000"/>
              <a:gd name="connsiteY6-14926" fmla="*/ 903 h 10000"/>
              <a:gd name="connsiteX7-14927" fmla="*/ 8934 w 10000"/>
              <a:gd name="connsiteY7-14928" fmla="*/ 1008 h 10000"/>
              <a:gd name="connsiteX8-14929" fmla="*/ 8740 w 10000"/>
              <a:gd name="connsiteY8-14930" fmla="*/ 1239 h 10000"/>
              <a:gd name="connsiteX9-14931" fmla="*/ 8740 w 10000"/>
              <a:gd name="connsiteY9-14932" fmla="*/ 1449 h 10000"/>
              <a:gd name="connsiteX10-14933" fmla="*/ 8544 w 10000"/>
              <a:gd name="connsiteY10-14934" fmla="*/ 1680 h 10000"/>
              <a:gd name="connsiteX11-14935" fmla="*/ 8544 w 10000"/>
              <a:gd name="connsiteY11-14936" fmla="*/ 2017 h 10000"/>
              <a:gd name="connsiteX12-14937" fmla="*/ 8544 w 10000"/>
              <a:gd name="connsiteY12-14938" fmla="*/ 2227 h 10000"/>
              <a:gd name="connsiteX13-14939" fmla="*/ 8305 w 10000"/>
              <a:gd name="connsiteY13-14940" fmla="*/ 2562 h 10000"/>
              <a:gd name="connsiteX14-14941" fmla="*/ 8305 w 10000"/>
              <a:gd name="connsiteY14-14942" fmla="*/ 3003 h 10000"/>
              <a:gd name="connsiteX15-14943" fmla="*/ 8114 w 10000"/>
              <a:gd name="connsiteY15-14944" fmla="*/ 3340 h 10000"/>
              <a:gd name="connsiteX16-14945" fmla="*/ 7913 w 10000"/>
              <a:gd name="connsiteY16-14946" fmla="*/ 3780 h 10000"/>
              <a:gd name="connsiteX17-14947" fmla="*/ 7711 w 10000"/>
              <a:gd name="connsiteY17-14948" fmla="*/ 4222 h 10000"/>
              <a:gd name="connsiteX18-14949" fmla="*/ 7478 w 10000"/>
              <a:gd name="connsiteY18-14950" fmla="*/ 4663 h 10000"/>
              <a:gd name="connsiteX19-14951" fmla="*/ 7085 w 10000"/>
              <a:gd name="connsiteY19-14952" fmla="*/ 5672 h 10000"/>
              <a:gd name="connsiteX20-14953" fmla="*/ 6890 w 10000"/>
              <a:gd name="connsiteY20-14954" fmla="*/ 6113 h 10000"/>
              <a:gd name="connsiteX21-14955" fmla="*/ 6657 w 10000"/>
              <a:gd name="connsiteY21-14956" fmla="*/ 6554 h 10000"/>
              <a:gd name="connsiteX22-14957" fmla="*/ 6458 w 10000"/>
              <a:gd name="connsiteY22-14958" fmla="*/ 6996 h 10000"/>
              <a:gd name="connsiteX23-14959" fmla="*/ 6259 w 10000"/>
              <a:gd name="connsiteY23-14960" fmla="*/ 7438 h 10000"/>
              <a:gd name="connsiteX24-14961" fmla="*/ 6021 w 10000"/>
              <a:gd name="connsiteY24-14962" fmla="*/ 7774 h 10000"/>
              <a:gd name="connsiteX25-14963" fmla="*/ 6021 w 10000"/>
              <a:gd name="connsiteY25-14964" fmla="*/ 8005 h 10000"/>
              <a:gd name="connsiteX26-14965" fmla="*/ 5825 w 10000"/>
              <a:gd name="connsiteY26-14966" fmla="*/ 8340 h 10000"/>
              <a:gd name="connsiteX27-14967" fmla="*/ 5631 w 10000"/>
              <a:gd name="connsiteY27-14968" fmla="*/ 8549 h 10000"/>
              <a:gd name="connsiteX28-14969" fmla="*/ 5196 w 10000"/>
              <a:gd name="connsiteY28-14970" fmla="*/ 8886 h 10000"/>
              <a:gd name="connsiteX29-14971" fmla="*/ 4801 w 10000"/>
              <a:gd name="connsiteY29-14972" fmla="*/ 9222 h 10000"/>
              <a:gd name="connsiteX30-14973" fmla="*/ 4367 w 10000"/>
              <a:gd name="connsiteY30-14974" fmla="*/ 9559 h 10000"/>
              <a:gd name="connsiteX31-14975" fmla="*/ 3976 w 10000"/>
              <a:gd name="connsiteY31-14976" fmla="*/ 9664 h 10000"/>
              <a:gd name="connsiteX32-14977" fmla="*/ 3540 w 10000"/>
              <a:gd name="connsiteY32-14978" fmla="*/ 9874 h 10000"/>
              <a:gd name="connsiteX33-14979" fmla="*/ 3106 w 10000"/>
              <a:gd name="connsiteY33-14980" fmla="*/ 10000 h 10000"/>
              <a:gd name="connsiteX34-14981" fmla="*/ 2714 w 10000"/>
              <a:gd name="connsiteY34-14982" fmla="*/ 10000 h 10000"/>
              <a:gd name="connsiteX35-14983" fmla="*/ 2280 w 10000"/>
              <a:gd name="connsiteY35-14984" fmla="*/ 10000 h 10000"/>
              <a:gd name="connsiteX36-14985" fmla="*/ 2280 w 10000"/>
              <a:gd name="connsiteY36-14986" fmla="*/ 9874 h 10000"/>
              <a:gd name="connsiteX37-14987" fmla="*/ 2081 w 10000"/>
              <a:gd name="connsiteY37-14988" fmla="*/ 9874 h 10000"/>
              <a:gd name="connsiteX38-14989" fmla="*/ 2081 w 10000"/>
              <a:gd name="connsiteY38-14990" fmla="*/ 9769 h 10000"/>
              <a:gd name="connsiteX39-14991" fmla="*/ 2081 w 10000"/>
              <a:gd name="connsiteY39-14992" fmla="*/ 9559 h 10000"/>
              <a:gd name="connsiteX40-14993" fmla="*/ 2081 w 10000"/>
              <a:gd name="connsiteY40-14994" fmla="*/ 9431 h 10000"/>
              <a:gd name="connsiteX41-14995" fmla="*/ 2081 w 10000"/>
              <a:gd name="connsiteY41-14996" fmla="*/ 9327 h 10000"/>
              <a:gd name="connsiteX42-14997" fmla="*/ 2081 w 10000"/>
              <a:gd name="connsiteY42-14998" fmla="*/ 9097 h 10000"/>
              <a:gd name="connsiteX43-14999" fmla="*/ 2081 w 10000"/>
              <a:gd name="connsiteY43-15000" fmla="*/ 8886 h 10000"/>
              <a:gd name="connsiteX44-15001" fmla="*/ 1888 w 10000"/>
              <a:gd name="connsiteY44-15002" fmla="*/ 8655 h 10000"/>
              <a:gd name="connsiteX45-15003" fmla="*/ 1651 w 10000"/>
              <a:gd name="connsiteY45-15004" fmla="*/ 8340 h 10000"/>
              <a:gd name="connsiteX46-15005" fmla="*/ 1258 w 10000"/>
              <a:gd name="connsiteY46-15006" fmla="*/ 7879 h 10000"/>
              <a:gd name="connsiteX47-15007" fmla="*/ 1061 w 10000"/>
              <a:gd name="connsiteY47-15008" fmla="*/ 7438 h 10000"/>
              <a:gd name="connsiteX48-15009" fmla="*/ 431 w 10000"/>
              <a:gd name="connsiteY48-15010" fmla="*/ 6996 h 10000"/>
              <a:gd name="connsiteX49-15011" fmla="*/ 0 w 10000"/>
              <a:gd name="connsiteY49-15012" fmla="*/ 6322 h 10000"/>
              <a:gd name="connsiteX50-15013" fmla="*/ 431 w 10000"/>
              <a:gd name="connsiteY50-15014" fmla="*/ 6554 h 10000"/>
              <a:gd name="connsiteX51-15015" fmla="*/ 1061 w 10000"/>
              <a:gd name="connsiteY51-15016" fmla="*/ 6786 h 10000"/>
              <a:gd name="connsiteX52-15017" fmla="*/ 1453 w 10000"/>
              <a:gd name="connsiteY52-15018" fmla="*/ 6996 h 10000"/>
              <a:gd name="connsiteX53-15019" fmla="*/ 1888 w 10000"/>
              <a:gd name="connsiteY53-15020" fmla="*/ 7101 h 10000"/>
              <a:gd name="connsiteX54-15021" fmla="*/ 2280 w 10000"/>
              <a:gd name="connsiteY54-15022" fmla="*/ 7226 h 10000"/>
              <a:gd name="connsiteX55-15023" fmla="*/ 2522 w 10000"/>
              <a:gd name="connsiteY55-15024" fmla="*/ 7226 h 10000"/>
              <a:gd name="connsiteX56-15025" fmla="*/ 2714 w 10000"/>
              <a:gd name="connsiteY56-15026" fmla="*/ 7332 h 10000"/>
              <a:gd name="connsiteX57-15027" fmla="*/ 2913 w 10000"/>
              <a:gd name="connsiteY57-15028" fmla="*/ 7332 h 10000"/>
              <a:gd name="connsiteX58-15029" fmla="*/ 3106 w 10000"/>
              <a:gd name="connsiteY58-15030" fmla="*/ 7332 h 10000"/>
              <a:gd name="connsiteX59-15031" fmla="*/ 3344 w 10000"/>
              <a:gd name="connsiteY59-15032" fmla="*/ 7332 h 10000"/>
              <a:gd name="connsiteX60-15033" fmla="*/ 3540 w 10000"/>
              <a:gd name="connsiteY60-15034" fmla="*/ 7226 h 10000"/>
              <a:gd name="connsiteX61-15035" fmla="*/ 3741 w 10000"/>
              <a:gd name="connsiteY61-15036" fmla="*/ 7101 h 10000"/>
              <a:gd name="connsiteX62-15037" fmla="*/ 3741 w 10000"/>
              <a:gd name="connsiteY62-15038" fmla="*/ 6996 h 10000"/>
              <a:gd name="connsiteX63-15039" fmla="*/ 3976 w 10000"/>
              <a:gd name="connsiteY63-15040" fmla="*/ 6891 h 10000"/>
              <a:gd name="connsiteX64-15041" fmla="*/ 4169 w 10000"/>
              <a:gd name="connsiteY64-15042" fmla="*/ 6660 h 10000"/>
              <a:gd name="connsiteX65-15043" fmla="*/ 4169 w 10000"/>
              <a:gd name="connsiteY65-15044" fmla="*/ 6450 h 10000"/>
              <a:gd name="connsiteX66-15045" fmla="*/ 4367 w 10000"/>
              <a:gd name="connsiteY66-15046" fmla="*/ 6218 h 10000"/>
              <a:gd name="connsiteX67-15047" fmla="*/ 4564 w 10000"/>
              <a:gd name="connsiteY67-15048" fmla="*/ 5882 h 10000"/>
              <a:gd name="connsiteX68-15049" fmla="*/ 4801 w 10000"/>
              <a:gd name="connsiteY68-15050" fmla="*/ 5544 h 10000"/>
              <a:gd name="connsiteX69-15051" fmla="*/ 4801 w 10000"/>
              <a:gd name="connsiteY69-15052" fmla="*/ 5104 h 10000"/>
              <a:gd name="connsiteX70-15053" fmla="*/ 5196 w 10000"/>
              <a:gd name="connsiteY70-15054" fmla="*/ 4327 h 10000"/>
              <a:gd name="connsiteX71-15055" fmla="*/ 5438 w 10000"/>
              <a:gd name="connsiteY71-15056" fmla="*/ 3445 h 10000"/>
              <a:gd name="connsiteX72-15057" fmla="*/ 5438 w 10000"/>
              <a:gd name="connsiteY72-15058" fmla="*/ 2668 h 10000"/>
              <a:gd name="connsiteX73-15059" fmla="*/ 5631 w 10000"/>
              <a:gd name="connsiteY73-15060" fmla="*/ 1891 h 10000"/>
              <a:gd name="connsiteX74-15061" fmla="*/ 5631 w 10000"/>
              <a:gd name="connsiteY74-15062" fmla="*/ 1555 h 10000"/>
              <a:gd name="connsiteX75-15063" fmla="*/ 5631 w 10000"/>
              <a:gd name="connsiteY75-15064" fmla="*/ 1239 h 10000"/>
              <a:gd name="connsiteX76-15065" fmla="*/ 5631 w 10000"/>
              <a:gd name="connsiteY76-15066" fmla="*/ 1008 h 10000"/>
              <a:gd name="connsiteX77-15067" fmla="*/ 5631 w 10000"/>
              <a:gd name="connsiteY77-15068" fmla="*/ 776 h 10000"/>
              <a:gd name="connsiteX78-15069" fmla="*/ 5631 w 10000"/>
              <a:gd name="connsiteY78-15070" fmla="*/ 568 h 10000"/>
              <a:gd name="connsiteX79-15071" fmla="*/ 5631 w 10000"/>
              <a:gd name="connsiteY79-15072" fmla="*/ 464 h 10000"/>
              <a:gd name="connsiteX80-15073" fmla="*/ 5438 w 10000"/>
              <a:gd name="connsiteY80-15074" fmla="*/ 335 h 10000"/>
              <a:gd name="connsiteX81-15075" fmla="*/ 5438 w 10000"/>
              <a:gd name="connsiteY81-15076" fmla="*/ 125 h 10000"/>
              <a:gd name="connsiteX82-15077" fmla="*/ 5196 w 10000"/>
              <a:gd name="connsiteY82-15078" fmla="*/ 125 h 10000"/>
              <a:gd name="connsiteX83-15079" fmla="*/ 5005 w 10000"/>
              <a:gd name="connsiteY83-15080" fmla="*/ 0 h 10000"/>
              <a:gd name="connsiteX0-15081" fmla="*/ 9762 w 10000"/>
              <a:gd name="connsiteY0-15082" fmla="*/ 210 h 9875"/>
              <a:gd name="connsiteX1-15083" fmla="*/ 10000 w 10000"/>
              <a:gd name="connsiteY1-15084" fmla="*/ 443 h 9875"/>
              <a:gd name="connsiteX2-15085" fmla="*/ 9762 w 10000"/>
              <a:gd name="connsiteY2-15086" fmla="*/ 548 h 9875"/>
              <a:gd name="connsiteX3-15087" fmla="*/ 9568 w 10000"/>
              <a:gd name="connsiteY3-15088" fmla="*/ 548 h 9875"/>
              <a:gd name="connsiteX4-15089" fmla="*/ 9371 w 10000"/>
              <a:gd name="connsiteY4-15090" fmla="*/ 651 h 9875"/>
              <a:gd name="connsiteX5-15091" fmla="*/ 9173 w 10000"/>
              <a:gd name="connsiteY5-15092" fmla="*/ 651 h 9875"/>
              <a:gd name="connsiteX6-15093" fmla="*/ 9173 w 10000"/>
              <a:gd name="connsiteY6-15094" fmla="*/ 778 h 9875"/>
              <a:gd name="connsiteX7-15095" fmla="*/ 8934 w 10000"/>
              <a:gd name="connsiteY7-15096" fmla="*/ 883 h 9875"/>
              <a:gd name="connsiteX8-15097" fmla="*/ 8740 w 10000"/>
              <a:gd name="connsiteY8-15098" fmla="*/ 1114 h 9875"/>
              <a:gd name="connsiteX9-15099" fmla="*/ 8740 w 10000"/>
              <a:gd name="connsiteY9-15100" fmla="*/ 1324 h 9875"/>
              <a:gd name="connsiteX10-15101" fmla="*/ 8544 w 10000"/>
              <a:gd name="connsiteY10-15102" fmla="*/ 1555 h 9875"/>
              <a:gd name="connsiteX11-15103" fmla="*/ 8544 w 10000"/>
              <a:gd name="connsiteY11-15104" fmla="*/ 1892 h 9875"/>
              <a:gd name="connsiteX12-15105" fmla="*/ 8544 w 10000"/>
              <a:gd name="connsiteY12-15106" fmla="*/ 2102 h 9875"/>
              <a:gd name="connsiteX13-15107" fmla="*/ 8305 w 10000"/>
              <a:gd name="connsiteY13-15108" fmla="*/ 2437 h 9875"/>
              <a:gd name="connsiteX14-15109" fmla="*/ 8305 w 10000"/>
              <a:gd name="connsiteY14-15110" fmla="*/ 2878 h 9875"/>
              <a:gd name="connsiteX15-15111" fmla="*/ 8114 w 10000"/>
              <a:gd name="connsiteY15-15112" fmla="*/ 3215 h 9875"/>
              <a:gd name="connsiteX16-15113" fmla="*/ 7913 w 10000"/>
              <a:gd name="connsiteY16-15114" fmla="*/ 3655 h 9875"/>
              <a:gd name="connsiteX17-15115" fmla="*/ 7711 w 10000"/>
              <a:gd name="connsiteY17-15116" fmla="*/ 4097 h 9875"/>
              <a:gd name="connsiteX18-15117" fmla="*/ 7478 w 10000"/>
              <a:gd name="connsiteY18-15118" fmla="*/ 4538 h 9875"/>
              <a:gd name="connsiteX19-15119" fmla="*/ 7085 w 10000"/>
              <a:gd name="connsiteY19-15120" fmla="*/ 5547 h 9875"/>
              <a:gd name="connsiteX20-15121" fmla="*/ 6890 w 10000"/>
              <a:gd name="connsiteY20-15122" fmla="*/ 5988 h 9875"/>
              <a:gd name="connsiteX21-15123" fmla="*/ 6657 w 10000"/>
              <a:gd name="connsiteY21-15124" fmla="*/ 6429 h 9875"/>
              <a:gd name="connsiteX22-15125" fmla="*/ 6458 w 10000"/>
              <a:gd name="connsiteY22-15126" fmla="*/ 6871 h 9875"/>
              <a:gd name="connsiteX23-15127" fmla="*/ 6259 w 10000"/>
              <a:gd name="connsiteY23-15128" fmla="*/ 7313 h 9875"/>
              <a:gd name="connsiteX24-15129" fmla="*/ 6021 w 10000"/>
              <a:gd name="connsiteY24-15130" fmla="*/ 7649 h 9875"/>
              <a:gd name="connsiteX25-15131" fmla="*/ 6021 w 10000"/>
              <a:gd name="connsiteY25-15132" fmla="*/ 7880 h 9875"/>
              <a:gd name="connsiteX26-15133" fmla="*/ 5825 w 10000"/>
              <a:gd name="connsiteY26-15134" fmla="*/ 8215 h 9875"/>
              <a:gd name="connsiteX27-15135" fmla="*/ 5631 w 10000"/>
              <a:gd name="connsiteY27-15136" fmla="*/ 8424 h 9875"/>
              <a:gd name="connsiteX28-15137" fmla="*/ 5196 w 10000"/>
              <a:gd name="connsiteY28-15138" fmla="*/ 8761 h 9875"/>
              <a:gd name="connsiteX29-15139" fmla="*/ 4801 w 10000"/>
              <a:gd name="connsiteY29-15140" fmla="*/ 9097 h 9875"/>
              <a:gd name="connsiteX30-15141" fmla="*/ 4367 w 10000"/>
              <a:gd name="connsiteY30-15142" fmla="*/ 9434 h 9875"/>
              <a:gd name="connsiteX31-15143" fmla="*/ 3976 w 10000"/>
              <a:gd name="connsiteY31-15144" fmla="*/ 9539 h 9875"/>
              <a:gd name="connsiteX32-15145" fmla="*/ 3540 w 10000"/>
              <a:gd name="connsiteY32-15146" fmla="*/ 9749 h 9875"/>
              <a:gd name="connsiteX33-15147" fmla="*/ 3106 w 10000"/>
              <a:gd name="connsiteY33-15148" fmla="*/ 9875 h 9875"/>
              <a:gd name="connsiteX34-15149" fmla="*/ 2714 w 10000"/>
              <a:gd name="connsiteY34-15150" fmla="*/ 9875 h 9875"/>
              <a:gd name="connsiteX35-15151" fmla="*/ 2280 w 10000"/>
              <a:gd name="connsiteY35-15152" fmla="*/ 9875 h 9875"/>
              <a:gd name="connsiteX36-15153" fmla="*/ 2280 w 10000"/>
              <a:gd name="connsiteY36-15154" fmla="*/ 9749 h 9875"/>
              <a:gd name="connsiteX37-15155" fmla="*/ 2081 w 10000"/>
              <a:gd name="connsiteY37-15156" fmla="*/ 9749 h 9875"/>
              <a:gd name="connsiteX38-15157" fmla="*/ 2081 w 10000"/>
              <a:gd name="connsiteY38-15158" fmla="*/ 9644 h 9875"/>
              <a:gd name="connsiteX39-15159" fmla="*/ 2081 w 10000"/>
              <a:gd name="connsiteY39-15160" fmla="*/ 9434 h 9875"/>
              <a:gd name="connsiteX40-15161" fmla="*/ 2081 w 10000"/>
              <a:gd name="connsiteY40-15162" fmla="*/ 9306 h 9875"/>
              <a:gd name="connsiteX41-15163" fmla="*/ 2081 w 10000"/>
              <a:gd name="connsiteY41-15164" fmla="*/ 9202 h 9875"/>
              <a:gd name="connsiteX42-15165" fmla="*/ 2081 w 10000"/>
              <a:gd name="connsiteY42-15166" fmla="*/ 8972 h 9875"/>
              <a:gd name="connsiteX43-15167" fmla="*/ 2081 w 10000"/>
              <a:gd name="connsiteY43-15168" fmla="*/ 8761 h 9875"/>
              <a:gd name="connsiteX44-15169" fmla="*/ 1888 w 10000"/>
              <a:gd name="connsiteY44-15170" fmla="*/ 8530 h 9875"/>
              <a:gd name="connsiteX45-15171" fmla="*/ 1651 w 10000"/>
              <a:gd name="connsiteY45-15172" fmla="*/ 8215 h 9875"/>
              <a:gd name="connsiteX46-15173" fmla="*/ 1258 w 10000"/>
              <a:gd name="connsiteY46-15174" fmla="*/ 7754 h 9875"/>
              <a:gd name="connsiteX47-15175" fmla="*/ 1061 w 10000"/>
              <a:gd name="connsiteY47-15176" fmla="*/ 7313 h 9875"/>
              <a:gd name="connsiteX48-15177" fmla="*/ 431 w 10000"/>
              <a:gd name="connsiteY48-15178" fmla="*/ 6871 h 9875"/>
              <a:gd name="connsiteX49-15179" fmla="*/ 0 w 10000"/>
              <a:gd name="connsiteY49-15180" fmla="*/ 6197 h 9875"/>
              <a:gd name="connsiteX50-15181" fmla="*/ 431 w 10000"/>
              <a:gd name="connsiteY50-15182" fmla="*/ 6429 h 9875"/>
              <a:gd name="connsiteX51-15183" fmla="*/ 1061 w 10000"/>
              <a:gd name="connsiteY51-15184" fmla="*/ 6661 h 9875"/>
              <a:gd name="connsiteX52-15185" fmla="*/ 1453 w 10000"/>
              <a:gd name="connsiteY52-15186" fmla="*/ 6871 h 9875"/>
              <a:gd name="connsiteX53-15187" fmla="*/ 1888 w 10000"/>
              <a:gd name="connsiteY53-15188" fmla="*/ 6976 h 9875"/>
              <a:gd name="connsiteX54-15189" fmla="*/ 2280 w 10000"/>
              <a:gd name="connsiteY54-15190" fmla="*/ 7101 h 9875"/>
              <a:gd name="connsiteX55-15191" fmla="*/ 2522 w 10000"/>
              <a:gd name="connsiteY55-15192" fmla="*/ 7101 h 9875"/>
              <a:gd name="connsiteX56-15193" fmla="*/ 2714 w 10000"/>
              <a:gd name="connsiteY56-15194" fmla="*/ 7207 h 9875"/>
              <a:gd name="connsiteX57-15195" fmla="*/ 2913 w 10000"/>
              <a:gd name="connsiteY57-15196" fmla="*/ 7207 h 9875"/>
              <a:gd name="connsiteX58-15197" fmla="*/ 3106 w 10000"/>
              <a:gd name="connsiteY58-15198" fmla="*/ 7207 h 9875"/>
              <a:gd name="connsiteX59-15199" fmla="*/ 3344 w 10000"/>
              <a:gd name="connsiteY59-15200" fmla="*/ 7207 h 9875"/>
              <a:gd name="connsiteX60-15201" fmla="*/ 3540 w 10000"/>
              <a:gd name="connsiteY60-15202" fmla="*/ 7101 h 9875"/>
              <a:gd name="connsiteX61-15203" fmla="*/ 3741 w 10000"/>
              <a:gd name="connsiteY61-15204" fmla="*/ 6976 h 9875"/>
              <a:gd name="connsiteX62-15205" fmla="*/ 3741 w 10000"/>
              <a:gd name="connsiteY62-15206" fmla="*/ 6871 h 9875"/>
              <a:gd name="connsiteX63-15207" fmla="*/ 3976 w 10000"/>
              <a:gd name="connsiteY63-15208" fmla="*/ 6766 h 9875"/>
              <a:gd name="connsiteX64-15209" fmla="*/ 4169 w 10000"/>
              <a:gd name="connsiteY64-15210" fmla="*/ 6535 h 9875"/>
              <a:gd name="connsiteX65-15211" fmla="*/ 4169 w 10000"/>
              <a:gd name="connsiteY65-15212" fmla="*/ 6325 h 9875"/>
              <a:gd name="connsiteX66-15213" fmla="*/ 4367 w 10000"/>
              <a:gd name="connsiteY66-15214" fmla="*/ 6093 h 9875"/>
              <a:gd name="connsiteX67-15215" fmla="*/ 4564 w 10000"/>
              <a:gd name="connsiteY67-15216" fmla="*/ 5757 h 9875"/>
              <a:gd name="connsiteX68-15217" fmla="*/ 4801 w 10000"/>
              <a:gd name="connsiteY68-15218" fmla="*/ 5419 h 9875"/>
              <a:gd name="connsiteX69-15219" fmla="*/ 4801 w 10000"/>
              <a:gd name="connsiteY69-15220" fmla="*/ 4979 h 9875"/>
              <a:gd name="connsiteX70-15221" fmla="*/ 5196 w 10000"/>
              <a:gd name="connsiteY70-15222" fmla="*/ 4202 h 9875"/>
              <a:gd name="connsiteX71-15223" fmla="*/ 5438 w 10000"/>
              <a:gd name="connsiteY71-15224" fmla="*/ 3320 h 9875"/>
              <a:gd name="connsiteX72-15225" fmla="*/ 5438 w 10000"/>
              <a:gd name="connsiteY72-15226" fmla="*/ 2543 h 9875"/>
              <a:gd name="connsiteX73-15227" fmla="*/ 5631 w 10000"/>
              <a:gd name="connsiteY73-15228" fmla="*/ 1766 h 9875"/>
              <a:gd name="connsiteX74-15229" fmla="*/ 5631 w 10000"/>
              <a:gd name="connsiteY74-15230" fmla="*/ 1430 h 9875"/>
              <a:gd name="connsiteX75-15231" fmla="*/ 5631 w 10000"/>
              <a:gd name="connsiteY75-15232" fmla="*/ 1114 h 9875"/>
              <a:gd name="connsiteX76-15233" fmla="*/ 5631 w 10000"/>
              <a:gd name="connsiteY76-15234" fmla="*/ 883 h 9875"/>
              <a:gd name="connsiteX77-15235" fmla="*/ 5631 w 10000"/>
              <a:gd name="connsiteY77-15236" fmla="*/ 651 h 9875"/>
              <a:gd name="connsiteX78-15237" fmla="*/ 5631 w 10000"/>
              <a:gd name="connsiteY78-15238" fmla="*/ 443 h 9875"/>
              <a:gd name="connsiteX79-15239" fmla="*/ 5631 w 10000"/>
              <a:gd name="connsiteY79-15240" fmla="*/ 339 h 9875"/>
              <a:gd name="connsiteX80-15241" fmla="*/ 5438 w 10000"/>
              <a:gd name="connsiteY80-15242" fmla="*/ 210 h 9875"/>
              <a:gd name="connsiteX81-15243" fmla="*/ 5438 w 10000"/>
              <a:gd name="connsiteY81-15244" fmla="*/ 0 h 9875"/>
              <a:gd name="connsiteX82-15245" fmla="*/ 5196 w 10000"/>
              <a:gd name="connsiteY82-15246" fmla="*/ 0 h 9875"/>
              <a:gd name="connsiteX0-15247" fmla="*/ 9762 w 10000"/>
              <a:gd name="connsiteY0-15248" fmla="*/ 213 h 10000"/>
              <a:gd name="connsiteX1-15249" fmla="*/ 10000 w 10000"/>
              <a:gd name="connsiteY1-15250" fmla="*/ 449 h 10000"/>
              <a:gd name="connsiteX2-15251" fmla="*/ 9762 w 10000"/>
              <a:gd name="connsiteY2-15252" fmla="*/ 555 h 10000"/>
              <a:gd name="connsiteX3-15253" fmla="*/ 9568 w 10000"/>
              <a:gd name="connsiteY3-15254" fmla="*/ 555 h 10000"/>
              <a:gd name="connsiteX4-15255" fmla="*/ 9371 w 10000"/>
              <a:gd name="connsiteY4-15256" fmla="*/ 659 h 10000"/>
              <a:gd name="connsiteX5-15257" fmla="*/ 9173 w 10000"/>
              <a:gd name="connsiteY5-15258" fmla="*/ 659 h 10000"/>
              <a:gd name="connsiteX6-15259" fmla="*/ 9173 w 10000"/>
              <a:gd name="connsiteY6-15260" fmla="*/ 788 h 10000"/>
              <a:gd name="connsiteX7-15261" fmla="*/ 8934 w 10000"/>
              <a:gd name="connsiteY7-15262" fmla="*/ 894 h 10000"/>
              <a:gd name="connsiteX8-15263" fmla="*/ 8740 w 10000"/>
              <a:gd name="connsiteY8-15264" fmla="*/ 1128 h 10000"/>
              <a:gd name="connsiteX9-15265" fmla="*/ 8740 w 10000"/>
              <a:gd name="connsiteY9-15266" fmla="*/ 1341 h 10000"/>
              <a:gd name="connsiteX10-15267" fmla="*/ 8544 w 10000"/>
              <a:gd name="connsiteY10-15268" fmla="*/ 1575 h 10000"/>
              <a:gd name="connsiteX11-15269" fmla="*/ 8544 w 10000"/>
              <a:gd name="connsiteY11-15270" fmla="*/ 1916 h 10000"/>
              <a:gd name="connsiteX12-15271" fmla="*/ 8544 w 10000"/>
              <a:gd name="connsiteY12-15272" fmla="*/ 2129 h 10000"/>
              <a:gd name="connsiteX13-15273" fmla="*/ 8305 w 10000"/>
              <a:gd name="connsiteY13-15274" fmla="*/ 2468 h 10000"/>
              <a:gd name="connsiteX14-15275" fmla="*/ 8305 w 10000"/>
              <a:gd name="connsiteY14-15276" fmla="*/ 2914 h 10000"/>
              <a:gd name="connsiteX15-15277" fmla="*/ 8114 w 10000"/>
              <a:gd name="connsiteY15-15278" fmla="*/ 3256 h 10000"/>
              <a:gd name="connsiteX16-15279" fmla="*/ 7913 w 10000"/>
              <a:gd name="connsiteY16-15280" fmla="*/ 3701 h 10000"/>
              <a:gd name="connsiteX17-15281" fmla="*/ 7711 w 10000"/>
              <a:gd name="connsiteY17-15282" fmla="*/ 4149 h 10000"/>
              <a:gd name="connsiteX18-15283" fmla="*/ 7478 w 10000"/>
              <a:gd name="connsiteY18-15284" fmla="*/ 4595 h 10000"/>
              <a:gd name="connsiteX19-15285" fmla="*/ 7085 w 10000"/>
              <a:gd name="connsiteY19-15286" fmla="*/ 5617 h 10000"/>
              <a:gd name="connsiteX20-15287" fmla="*/ 6890 w 10000"/>
              <a:gd name="connsiteY20-15288" fmla="*/ 6064 h 10000"/>
              <a:gd name="connsiteX21-15289" fmla="*/ 6657 w 10000"/>
              <a:gd name="connsiteY21-15290" fmla="*/ 6510 h 10000"/>
              <a:gd name="connsiteX22-15291" fmla="*/ 6458 w 10000"/>
              <a:gd name="connsiteY22-15292" fmla="*/ 6958 h 10000"/>
              <a:gd name="connsiteX23-15293" fmla="*/ 6259 w 10000"/>
              <a:gd name="connsiteY23-15294" fmla="*/ 7406 h 10000"/>
              <a:gd name="connsiteX24-15295" fmla="*/ 6021 w 10000"/>
              <a:gd name="connsiteY24-15296" fmla="*/ 7746 h 10000"/>
              <a:gd name="connsiteX25-15297" fmla="*/ 6021 w 10000"/>
              <a:gd name="connsiteY25-15298" fmla="*/ 7980 h 10000"/>
              <a:gd name="connsiteX26-15299" fmla="*/ 5825 w 10000"/>
              <a:gd name="connsiteY26-15300" fmla="*/ 8319 h 10000"/>
              <a:gd name="connsiteX27-15301" fmla="*/ 5631 w 10000"/>
              <a:gd name="connsiteY27-15302" fmla="*/ 8531 h 10000"/>
              <a:gd name="connsiteX28-15303" fmla="*/ 5196 w 10000"/>
              <a:gd name="connsiteY28-15304" fmla="*/ 8872 h 10000"/>
              <a:gd name="connsiteX29-15305" fmla="*/ 4801 w 10000"/>
              <a:gd name="connsiteY29-15306" fmla="*/ 9212 h 10000"/>
              <a:gd name="connsiteX30-15307" fmla="*/ 4367 w 10000"/>
              <a:gd name="connsiteY30-15308" fmla="*/ 9553 h 10000"/>
              <a:gd name="connsiteX31-15309" fmla="*/ 3976 w 10000"/>
              <a:gd name="connsiteY31-15310" fmla="*/ 9660 h 10000"/>
              <a:gd name="connsiteX32-15311" fmla="*/ 3540 w 10000"/>
              <a:gd name="connsiteY32-15312" fmla="*/ 9872 h 10000"/>
              <a:gd name="connsiteX33-15313" fmla="*/ 3106 w 10000"/>
              <a:gd name="connsiteY33-15314" fmla="*/ 10000 h 10000"/>
              <a:gd name="connsiteX34-15315" fmla="*/ 2714 w 10000"/>
              <a:gd name="connsiteY34-15316" fmla="*/ 10000 h 10000"/>
              <a:gd name="connsiteX35-15317" fmla="*/ 2280 w 10000"/>
              <a:gd name="connsiteY35-15318" fmla="*/ 10000 h 10000"/>
              <a:gd name="connsiteX36-15319" fmla="*/ 2280 w 10000"/>
              <a:gd name="connsiteY36-15320" fmla="*/ 9872 h 10000"/>
              <a:gd name="connsiteX37-15321" fmla="*/ 2081 w 10000"/>
              <a:gd name="connsiteY37-15322" fmla="*/ 9872 h 10000"/>
              <a:gd name="connsiteX38-15323" fmla="*/ 2081 w 10000"/>
              <a:gd name="connsiteY38-15324" fmla="*/ 9766 h 10000"/>
              <a:gd name="connsiteX39-15325" fmla="*/ 2081 w 10000"/>
              <a:gd name="connsiteY39-15326" fmla="*/ 9553 h 10000"/>
              <a:gd name="connsiteX40-15327" fmla="*/ 2081 w 10000"/>
              <a:gd name="connsiteY40-15328" fmla="*/ 9424 h 10000"/>
              <a:gd name="connsiteX41-15329" fmla="*/ 2081 w 10000"/>
              <a:gd name="connsiteY41-15330" fmla="*/ 9318 h 10000"/>
              <a:gd name="connsiteX42-15331" fmla="*/ 2081 w 10000"/>
              <a:gd name="connsiteY42-15332" fmla="*/ 9086 h 10000"/>
              <a:gd name="connsiteX43-15333" fmla="*/ 2081 w 10000"/>
              <a:gd name="connsiteY43-15334" fmla="*/ 8872 h 10000"/>
              <a:gd name="connsiteX44-15335" fmla="*/ 1888 w 10000"/>
              <a:gd name="connsiteY44-15336" fmla="*/ 8638 h 10000"/>
              <a:gd name="connsiteX45-15337" fmla="*/ 1651 w 10000"/>
              <a:gd name="connsiteY45-15338" fmla="*/ 8319 h 10000"/>
              <a:gd name="connsiteX46-15339" fmla="*/ 1258 w 10000"/>
              <a:gd name="connsiteY46-15340" fmla="*/ 7852 h 10000"/>
              <a:gd name="connsiteX47-15341" fmla="*/ 1061 w 10000"/>
              <a:gd name="connsiteY47-15342" fmla="*/ 7406 h 10000"/>
              <a:gd name="connsiteX48-15343" fmla="*/ 431 w 10000"/>
              <a:gd name="connsiteY48-15344" fmla="*/ 6958 h 10000"/>
              <a:gd name="connsiteX49-15345" fmla="*/ 0 w 10000"/>
              <a:gd name="connsiteY49-15346" fmla="*/ 6275 h 10000"/>
              <a:gd name="connsiteX50-15347" fmla="*/ 431 w 10000"/>
              <a:gd name="connsiteY50-15348" fmla="*/ 6510 h 10000"/>
              <a:gd name="connsiteX51-15349" fmla="*/ 1061 w 10000"/>
              <a:gd name="connsiteY51-15350" fmla="*/ 6745 h 10000"/>
              <a:gd name="connsiteX52-15351" fmla="*/ 1453 w 10000"/>
              <a:gd name="connsiteY52-15352" fmla="*/ 6958 h 10000"/>
              <a:gd name="connsiteX53-15353" fmla="*/ 1888 w 10000"/>
              <a:gd name="connsiteY53-15354" fmla="*/ 7064 h 10000"/>
              <a:gd name="connsiteX54-15355" fmla="*/ 2280 w 10000"/>
              <a:gd name="connsiteY54-15356" fmla="*/ 7191 h 10000"/>
              <a:gd name="connsiteX55-15357" fmla="*/ 2522 w 10000"/>
              <a:gd name="connsiteY55-15358" fmla="*/ 7191 h 10000"/>
              <a:gd name="connsiteX56-15359" fmla="*/ 2714 w 10000"/>
              <a:gd name="connsiteY56-15360" fmla="*/ 7298 h 10000"/>
              <a:gd name="connsiteX57-15361" fmla="*/ 2913 w 10000"/>
              <a:gd name="connsiteY57-15362" fmla="*/ 7298 h 10000"/>
              <a:gd name="connsiteX58-15363" fmla="*/ 3106 w 10000"/>
              <a:gd name="connsiteY58-15364" fmla="*/ 7298 h 10000"/>
              <a:gd name="connsiteX59-15365" fmla="*/ 3344 w 10000"/>
              <a:gd name="connsiteY59-15366" fmla="*/ 7298 h 10000"/>
              <a:gd name="connsiteX60-15367" fmla="*/ 3540 w 10000"/>
              <a:gd name="connsiteY60-15368" fmla="*/ 7191 h 10000"/>
              <a:gd name="connsiteX61-15369" fmla="*/ 3741 w 10000"/>
              <a:gd name="connsiteY61-15370" fmla="*/ 7064 h 10000"/>
              <a:gd name="connsiteX62-15371" fmla="*/ 3741 w 10000"/>
              <a:gd name="connsiteY62-15372" fmla="*/ 6958 h 10000"/>
              <a:gd name="connsiteX63-15373" fmla="*/ 3976 w 10000"/>
              <a:gd name="connsiteY63-15374" fmla="*/ 6852 h 10000"/>
              <a:gd name="connsiteX64-15375" fmla="*/ 4169 w 10000"/>
              <a:gd name="connsiteY64-15376" fmla="*/ 6618 h 10000"/>
              <a:gd name="connsiteX65-15377" fmla="*/ 4169 w 10000"/>
              <a:gd name="connsiteY65-15378" fmla="*/ 6405 h 10000"/>
              <a:gd name="connsiteX66-15379" fmla="*/ 4367 w 10000"/>
              <a:gd name="connsiteY66-15380" fmla="*/ 6170 h 10000"/>
              <a:gd name="connsiteX67-15381" fmla="*/ 4564 w 10000"/>
              <a:gd name="connsiteY67-15382" fmla="*/ 5830 h 10000"/>
              <a:gd name="connsiteX68-15383" fmla="*/ 4801 w 10000"/>
              <a:gd name="connsiteY68-15384" fmla="*/ 5488 h 10000"/>
              <a:gd name="connsiteX69-15385" fmla="*/ 4801 w 10000"/>
              <a:gd name="connsiteY69-15386" fmla="*/ 5042 h 10000"/>
              <a:gd name="connsiteX70-15387" fmla="*/ 5196 w 10000"/>
              <a:gd name="connsiteY70-15388" fmla="*/ 4255 h 10000"/>
              <a:gd name="connsiteX71-15389" fmla="*/ 5438 w 10000"/>
              <a:gd name="connsiteY71-15390" fmla="*/ 3362 h 10000"/>
              <a:gd name="connsiteX72-15391" fmla="*/ 5438 w 10000"/>
              <a:gd name="connsiteY72-15392" fmla="*/ 2575 h 10000"/>
              <a:gd name="connsiteX73-15393" fmla="*/ 5631 w 10000"/>
              <a:gd name="connsiteY73-15394" fmla="*/ 1788 h 10000"/>
              <a:gd name="connsiteX74-15395" fmla="*/ 5631 w 10000"/>
              <a:gd name="connsiteY74-15396" fmla="*/ 1448 h 10000"/>
              <a:gd name="connsiteX75-15397" fmla="*/ 5631 w 10000"/>
              <a:gd name="connsiteY75-15398" fmla="*/ 1128 h 10000"/>
              <a:gd name="connsiteX76-15399" fmla="*/ 5631 w 10000"/>
              <a:gd name="connsiteY76-15400" fmla="*/ 894 h 10000"/>
              <a:gd name="connsiteX77-15401" fmla="*/ 5631 w 10000"/>
              <a:gd name="connsiteY77-15402" fmla="*/ 659 h 10000"/>
              <a:gd name="connsiteX78-15403" fmla="*/ 5631 w 10000"/>
              <a:gd name="connsiteY78-15404" fmla="*/ 449 h 10000"/>
              <a:gd name="connsiteX79-15405" fmla="*/ 5631 w 10000"/>
              <a:gd name="connsiteY79-15406" fmla="*/ 343 h 10000"/>
              <a:gd name="connsiteX80-15407" fmla="*/ 5438 w 10000"/>
              <a:gd name="connsiteY80-15408" fmla="*/ 213 h 10000"/>
              <a:gd name="connsiteX81-15409" fmla="*/ 5438 w 10000"/>
              <a:gd name="connsiteY81-15410" fmla="*/ 0 h 10000"/>
              <a:gd name="connsiteX0-15411" fmla="*/ 9762 w 10000"/>
              <a:gd name="connsiteY0-15412" fmla="*/ 0 h 9787"/>
              <a:gd name="connsiteX1-15413" fmla="*/ 10000 w 10000"/>
              <a:gd name="connsiteY1-15414" fmla="*/ 236 h 9787"/>
              <a:gd name="connsiteX2-15415" fmla="*/ 9762 w 10000"/>
              <a:gd name="connsiteY2-15416" fmla="*/ 342 h 9787"/>
              <a:gd name="connsiteX3-15417" fmla="*/ 9568 w 10000"/>
              <a:gd name="connsiteY3-15418" fmla="*/ 342 h 9787"/>
              <a:gd name="connsiteX4-15419" fmla="*/ 9371 w 10000"/>
              <a:gd name="connsiteY4-15420" fmla="*/ 446 h 9787"/>
              <a:gd name="connsiteX5-15421" fmla="*/ 9173 w 10000"/>
              <a:gd name="connsiteY5-15422" fmla="*/ 446 h 9787"/>
              <a:gd name="connsiteX6-15423" fmla="*/ 9173 w 10000"/>
              <a:gd name="connsiteY6-15424" fmla="*/ 575 h 9787"/>
              <a:gd name="connsiteX7-15425" fmla="*/ 8934 w 10000"/>
              <a:gd name="connsiteY7-15426" fmla="*/ 681 h 9787"/>
              <a:gd name="connsiteX8-15427" fmla="*/ 8740 w 10000"/>
              <a:gd name="connsiteY8-15428" fmla="*/ 915 h 9787"/>
              <a:gd name="connsiteX9-15429" fmla="*/ 8740 w 10000"/>
              <a:gd name="connsiteY9-15430" fmla="*/ 1128 h 9787"/>
              <a:gd name="connsiteX10-15431" fmla="*/ 8544 w 10000"/>
              <a:gd name="connsiteY10-15432" fmla="*/ 1362 h 9787"/>
              <a:gd name="connsiteX11-15433" fmla="*/ 8544 w 10000"/>
              <a:gd name="connsiteY11-15434" fmla="*/ 1703 h 9787"/>
              <a:gd name="connsiteX12-15435" fmla="*/ 8544 w 10000"/>
              <a:gd name="connsiteY12-15436" fmla="*/ 1916 h 9787"/>
              <a:gd name="connsiteX13-15437" fmla="*/ 8305 w 10000"/>
              <a:gd name="connsiteY13-15438" fmla="*/ 2255 h 9787"/>
              <a:gd name="connsiteX14-15439" fmla="*/ 8305 w 10000"/>
              <a:gd name="connsiteY14-15440" fmla="*/ 2701 h 9787"/>
              <a:gd name="connsiteX15-15441" fmla="*/ 8114 w 10000"/>
              <a:gd name="connsiteY15-15442" fmla="*/ 3043 h 9787"/>
              <a:gd name="connsiteX16-15443" fmla="*/ 7913 w 10000"/>
              <a:gd name="connsiteY16-15444" fmla="*/ 3488 h 9787"/>
              <a:gd name="connsiteX17-15445" fmla="*/ 7711 w 10000"/>
              <a:gd name="connsiteY17-15446" fmla="*/ 3936 h 9787"/>
              <a:gd name="connsiteX18-15447" fmla="*/ 7478 w 10000"/>
              <a:gd name="connsiteY18-15448" fmla="*/ 4382 h 9787"/>
              <a:gd name="connsiteX19-15449" fmla="*/ 7085 w 10000"/>
              <a:gd name="connsiteY19-15450" fmla="*/ 5404 h 9787"/>
              <a:gd name="connsiteX20-15451" fmla="*/ 6890 w 10000"/>
              <a:gd name="connsiteY20-15452" fmla="*/ 5851 h 9787"/>
              <a:gd name="connsiteX21-15453" fmla="*/ 6657 w 10000"/>
              <a:gd name="connsiteY21-15454" fmla="*/ 6297 h 9787"/>
              <a:gd name="connsiteX22-15455" fmla="*/ 6458 w 10000"/>
              <a:gd name="connsiteY22-15456" fmla="*/ 6745 h 9787"/>
              <a:gd name="connsiteX23-15457" fmla="*/ 6259 w 10000"/>
              <a:gd name="connsiteY23-15458" fmla="*/ 7193 h 9787"/>
              <a:gd name="connsiteX24-15459" fmla="*/ 6021 w 10000"/>
              <a:gd name="connsiteY24-15460" fmla="*/ 7533 h 9787"/>
              <a:gd name="connsiteX25-15461" fmla="*/ 6021 w 10000"/>
              <a:gd name="connsiteY25-15462" fmla="*/ 7767 h 9787"/>
              <a:gd name="connsiteX26-15463" fmla="*/ 5825 w 10000"/>
              <a:gd name="connsiteY26-15464" fmla="*/ 8106 h 9787"/>
              <a:gd name="connsiteX27-15465" fmla="*/ 5631 w 10000"/>
              <a:gd name="connsiteY27-15466" fmla="*/ 8318 h 9787"/>
              <a:gd name="connsiteX28-15467" fmla="*/ 5196 w 10000"/>
              <a:gd name="connsiteY28-15468" fmla="*/ 8659 h 9787"/>
              <a:gd name="connsiteX29-15469" fmla="*/ 4801 w 10000"/>
              <a:gd name="connsiteY29-15470" fmla="*/ 8999 h 9787"/>
              <a:gd name="connsiteX30-15471" fmla="*/ 4367 w 10000"/>
              <a:gd name="connsiteY30-15472" fmla="*/ 9340 h 9787"/>
              <a:gd name="connsiteX31-15473" fmla="*/ 3976 w 10000"/>
              <a:gd name="connsiteY31-15474" fmla="*/ 9447 h 9787"/>
              <a:gd name="connsiteX32-15475" fmla="*/ 3540 w 10000"/>
              <a:gd name="connsiteY32-15476" fmla="*/ 9659 h 9787"/>
              <a:gd name="connsiteX33-15477" fmla="*/ 3106 w 10000"/>
              <a:gd name="connsiteY33-15478" fmla="*/ 9787 h 9787"/>
              <a:gd name="connsiteX34-15479" fmla="*/ 2714 w 10000"/>
              <a:gd name="connsiteY34-15480" fmla="*/ 9787 h 9787"/>
              <a:gd name="connsiteX35-15481" fmla="*/ 2280 w 10000"/>
              <a:gd name="connsiteY35-15482" fmla="*/ 9787 h 9787"/>
              <a:gd name="connsiteX36-15483" fmla="*/ 2280 w 10000"/>
              <a:gd name="connsiteY36-15484" fmla="*/ 9659 h 9787"/>
              <a:gd name="connsiteX37-15485" fmla="*/ 2081 w 10000"/>
              <a:gd name="connsiteY37-15486" fmla="*/ 9659 h 9787"/>
              <a:gd name="connsiteX38-15487" fmla="*/ 2081 w 10000"/>
              <a:gd name="connsiteY38-15488" fmla="*/ 9553 h 9787"/>
              <a:gd name="connsiteX39-15489" fmla="*/ 2081 w 10000"/>
              <a:gd name="connsiteY39-15490" fmla="*/ 9340 h 9787"/>
              <a:gd name="connsiteX40-15491" fmla="*/ 2081 w 10000"/>
              <a:gd name="connsiteY40-15492" fmla="*/ 9211 h 9787"/>
              <a:gd name="connsiteX41-15493" fmla="*/ 2081 w 10000"/>
              <a:gd name="connsiteY41-15494" fmla="*/ 9105 h 9787"/>
              <a:gd name="connsiteX42-15495" fmla="*/ 2081 w 10000"/>
              <a:gd name="connsiteY42-15496" fmla="*/ 8873 h 9787"/>
              <a:gd name="connsiteX43-15497" fmla="*/ 2081 w 10000"/>
              <a:gd name="connsiteY43-15498" fmla="*/ 8659 h 9787"/>
              <a:gd name="connsiteX44-15499" fmla="*/ 1888 w 10000"/>
              <a:gd name="connsiteY44-15500" fmla="*/ 8425 h 9787"/>
              <a:gd name="connsiteX45-15501" fmla="*/ 1651 w 10000"/>
              <a:gd name="connsiteY45-15502" fmla="*/ 8106 h 9787"/>
              <a:gd name="connsiteX46-15503" fmla="*/ 1258 w 10000"/>
              <a:gd name="connsiteY46-15504" fmla="*/ 7639 h 9787"/>
              <a:gd name="connsiteX47-15505" fmla="*/ 1061 w 10000"/>
              <a:gd name="connsiteY47-15506" fmla="*/ 7193 h 9787"/>
              <a:gd name="connsiteX48-15507" fmla="*/ 431 w 10000"/>
              <a:gd name="connsiteY48-15508" fmla="*/ 6745 h 9787"/>
              <a:gd name="connsiteX49-15509" fmla="*/ 0 w 10000"/>
              <a:gd name="connsiteY49-15510" fmla="*/ 6062 h 9787"/>
              <a:gd name="connsiteX50-15511" fmla="*/ 431 w 10000"/>
              <a:gd name="connsiteY50-15512" fmla="*/ 6297 h 9787"/>
              <a:gd name="connsiteX51-15513" fmla="*/ 1061 w 10000"/>
              <a:gd name="connsiteY51-15514" fmla="*/ 6532 h 9787"/>
              <a:gd name="connsiteX52-15515" fmla="*/ 1453 w 10000"/>
              <a:gd name="connsiteY52-15516" fmla="*/ 6745 h 9787"/>
              <a:gd name="connsiteX53-15517" fmla="*/ 1888 w 10000"/>
              <a:gd name="connsiteY53-15518" fmla="*/ 6851 h 9787"/>
              <a:gd name="connsiteX54-15519" fmla="*/ 2280 w 10000"/>
              <a:gd name="connsiteY54-15520" fmla="*/ 6978 h 9787"/>
              <a:gd name="connsiteX55-15521" fmla="*/ 2522 w 10000"/>
              <a:gd name="connsiteY55-15522" fmla="*/ 6978 h 9787"/>
              <a:gd name="connsiteX56-15523" fmla="*/ 2714 w 10000"/>
              <a:gd name="connsiteY56-15524" fmla="*/ 7085 h 9787"/>
              <a:gd name="connsiteX57-15525" fmla="*/ 2913 w 10000"/>
              <a:gd name="connsiteY57-15526" fmla="*/ 7085 h 9787"/>
              <a:gd name="connsiteX58-15527" fmla="*/ 3106 w 10000"/>
              <a:gd name="connsiteY58-15528" fmla="*/ 7085 h 9787"/>
              <a:gd name="connsiteX59-15529" fmla="*/ 3344 w 10000"/>
              <a:gd name="connsiteY59-15530" fmla="*/ 7085 h 9787"/>
              <a:gd name="connsiteX60-15531" fmla="*/ 3540 w 10000"/>
              <a:gd name="connsiteY60-15532" fmla="*/ 6978 h 9787"/>
              <a:gd name="connsiteX61-15533" fmla="*/ 3741 w 10000"/>
              <a:gd name="connsiteY61-15534" fmla="*/ 6851 h 9787"/>
              <a:gd name="connsiteX62-15535" fmla="*/ 3741 w 10000"/>
              <a:gd name="connsiteY62-15536" fmla="*/ 6745 h 9787"/>
              <a:gd name="connsiteX63-15537" fmla="*/ 3976 w 10000"/>
              <a:gd name="connsiteY63-15538" fmla="*/ 6639 h 9787"/>
              <a:gd name="connsiteX64-15539" fmla="*/ 4169 w 10000"/>
              <a:gd name="connsiteY64-15540" fmla="*/ 6405 h 9787"/>
              <a:gd name="connsiteX65-15541" fmla="*/ 4169 w 10000"/>
              <a:gd name="connsiteY65-15542" fmla="*/ 6192 h 9787"/>
              <a:gd name="connsiteX66-15543" fmla="*/ 4367 w 10000"/>
              <a:gd name="connsiteY66-15544" fmla="*/ 5957 h 9787"/>
              <a:gd name="connsiteX67-15545" fmla="*/ 4564 w 10000"/>
              <a:gd name="connsiteY67-15546" fmla="*/ 5617 h 9787"/>
              <a:gd name="connsiteX68-15547" fmla="*/ 4801 w 10000"/>
              <a:gd name="connsiteY68-15548" fmla="*/ 5275 h 9787"/>
              <a:gd name="connsiteX69-15549" fmla="*/ 4801 w 10000"/>
              <a:gd name="connsiteY69-15550" fmla="*/ 4829 h 9787"/>
              <a:gd name="connsiteX70-15551" fmla="*/ 5196 w 10000"/>
              <a:gd name="connsiteY70-15552" fmla="*/ 4042 h 9787"/>
              <a:gd name="connsiteX71-15553" fmla="*/ 5438 w 10000"/>
              <a:gd name="connsiteY71-15554" fmla="*/ 3149 h 9787"/>
              <a:gd name="connsiteX72-15555" fmla="*/ 5438 w 10000"/>
              <a:gd name="connsiteY72-15556" fmla="*/ 2362 h 9787"/>
              <a:gd name="connsiteX73-15557" fmla="*/ 5631 w 10000"/>
              <a:gd name="connsiteY73-15558" fmla="*/ 1575 h 9787"/>
              <a:gd name="connsiteX74-15559" fmla="*/ 5631 w 10000"/>
              <a:gd name="connsiteY74-15560" fmla="*/ 1235 h 9787"/>
              <a:gd name="connsiteX75-15561" fmla="*/ 5631 w 10000"/>
              <a:gd name="connsiteY75-15562" fmla="*/ 915 h 9787"/>
              <a:gd name="connsiteX76-15563" fmla="*/ 5631 w 10000"/>
              <a:gd name="connsiteY76-15564" fmla="*/ 681 h 9787"/>
              <a:gd name="connsiteX77-15565" fmla="*/ 5631 w 10000"/>
              <a:gd name="connsiteY77-15566" fmla="*/ 446 h 9787"/>
              <a:gd name="connsiteX78-15567" fmla="*/ 5631 w 10000"/>
              <a:gd name="connsiteY78-15568" fmla="*/ 236 h 9787"/>
              <a:gd name="connsiteX79-15569" fmla="*/ 5631 w 10000"/>
              <a:gd name="connsiteY79-15570" fmla="*/ 130 h 9787"/>
              <a:gd name="connsiteX80-15571" fmla="*/ 5438 w 10000"/>
              <a:gd name="connsiteY80-15572" fmla="*/ 0 h 9787"/>
              <a:gd name="connsiteX0-15573" fmla="*/ 9762 w 10000"/>
              <a:gd name="connsiteY0-15574" fmla="*/ 0 h 10000"/>
              <a:gd name="connsiteX1-15575" fmla="*/ 10000 w 10000"/>
              <a:gd name="connsiteY1-15576" fmla="*/ 241 h 10000"/>
              <a:gd name="connsiteX2-15577" fmla="*/ 9762 w 10000"/>
              <a:gd name="connsiteY2-15578" fmla="*/ 349 h 10000"/>
              <a:gd name="connsiteX3-15579" fmla="*/ 9568 w 10000"/>
              <a:gd name="connsiteY3-15580" fmla="*/ 349 h 10000"/>
              <a:gd name="connsiteX4-15581" fmla="*/ 9371 w 10000"/>
              <a:gd name="connsiteY4-15582" fmla="*/ 456 h 10000"/>
              <a:gd name="connsiteX5-15583" fmla="*/ 9173 w 10000"/>
              <a:gd name="connsiteY5-15584" fmla="*/ 456 h 10000"/>
              <a:gd name="connsiteX6-15585" fmla="*/ 9173 w 10000"/>
              <a:gd name="connsiteY6-15586" fmla="*/ 588 h 10000"/>
              <a:gd name="connsiteX7-15587" fmla="*/ 8934 w 10000"/>
              <a:gd name="connsiteY7-15588" fmla="*/ 696 h 10000"/>
              <a:gd name="connsiteX8-15589" fmla="*/ 8740 w 10000"/>
              <a:gd name="connsiteY8-15590" fmla="*/ 935 h 10000"/>
              <a:gd name="connsiteX9-15591" fmla="*/ 8740 w 10000"/>
              <a:gd name="connsiteY9-15592" fmla="*/ 1153 h 10000"/>
              <a:gd name="connsiteX10-15593" fmla="*/ 8544 w 10000"/>
              <a:gd name="connsiteY10-15594" fmla="*/ 1392 h 10000"/>
              <a:gd name="connsiteX11-15595" fmla="*/ 8544 w 10000"/>
              <a:gd name="connsiteY11-15596" fmla="*/ 1740 h 10000"/>
              <a:gd name="connsiteX12-15597" fmla="*/ 8544 w 10000"/>
              <a:gd name="connsiteY12-15598" fmla="*/ 1958 h 10000"/>
              <a:gd name="connsiteX13-15599" fmla="*/ 8305 w 10000"/>
              <a:gd name="connsiteY13-15600" fmla="*/ 2304 h 10000"/>
              <a:gd name="connsiteX14-15601" fmla="*/ 8305 w 10000"/>
              <a:gd name="connsiteY14-15602" fmla="*/ 2760 h 10000"/>
              <a:gd name="connsiteX15-15603" fmla="*/ 8114 w 10000"/>
              <a:gd name="connsiteY15-15604" fmla="*/ 3109 h 10000"/>
              <a:gd name="connsiteX16-15605" fmla="*/ 7913 w 10000"/>
              <a:gd name="connsiteY16-15606" fmla="*/ 3564 h 10000"/>
              <a:gd name="connsiteX17-15607" fmla="*/ 7711 w 10000"/>
              <a:gd name="connsiteY17-15608" fmla="*/ 4022 h 10000"/>
              <a:gd name="connsiteX18-15609" fmla="*/ 7478 w 10000"/>
              <a:gd name="connsiteY18-15610" fmla="*/ 4477 h 10000"/>
              <a:gd name="connsiteX19-15611" fmla="*/ 7085 w 10000"/>
              <a:gd name="connsiteY19-15612" fmla="*/ 5522 h 10000"/>
              <a:gd name="connsiteX20-15613" fmla="*/ 6890 w 10000"/>
              <a:gd name="connsiteY20-15614" fmla="*/ 5978 h 10000"/>
              <a:gd name="connsiteX21-15615" fmla="*/ 6657 w 10000"/>
              <a:gd name="connsiteY21-15616" fmla="*/ 6434 h 10000"/>
              <a:gd name="connsiteX22-15617" fmla="*/ 6458 w 10000"/>
              <a:gd name="connsiteY22-15618" fmla="*/ 6892 h 10000"/>
              <a:gd name="connsiteX23-15619" fmla="*/ 6259 w 10000"/>
              <a:gd name="connsiteY23-15620" fmla="*/ 7350 h 10000"/>
              <a:gd name="connsiteX24-15621" fmla="*/ 6021 w 10000"/>
              <a:gd name="connsiteY24-15622" fmla="*/ 7697 h 10000"/>
              <a:gd name="connsiteX25-15623" fmla="*/ 6021 w 10000"/>
              <a:gd name="connsiteY25-15624" fmla="*/ 7936 h 10000"/>
              <a:gd name="connsiteX26-15625" fmla="*/ 5825 w 10000"/>
              <a:gd name="connsiteY26-15626" fmla="*/ 8282 h 10000"/>
              <a:gd name="connsiteX27-15627" fmla="*/ 5631 w 10000"/>
              <a:gd name="connsiteY27-15628" fmla="*/ 8499 h 10000"/>
              <a:gd name="connsiteX28-15629" fmla="*/ 5196 w 10000"/>
              <a:gd name="connsiteY28-15630" fmla="*/ 8847 h 10000"/>
              <a:gd name="connsiteX29-15631" fmla="*/ 4801 w 10000"/>
              <a:gd name="connsiteY29-15632" fmla="*/ 9195 h 10000"/>
              <a:gd name="connsiteX30-15633" fmla="*/ 4367 w 10000"/>
              <a:gd name="connsiteY30-15634" fmla="*/ 9543 h 10000"/>
              <a:gd name="connsiteX31-15635" fmla="*/ 3976 w 10000"/>
              <a:gd name="connsiteY31-15636" fmla="*/ 9653 h 10000"/>
              <a:gd name="connsiteX32-15637" fmla="*/ 3540 w 10000"/>
              <a:gd name="connsiteY32-15638" fmla="*/ 9869 h 10000"/>
              <a:gd name="connsiteX33-15639" fmla="*/ 3106 w 10000"/>
              <a:gd name="connsiteY33-15640" fmla="*/ 10000 h 10000"/>
              <a:gd name="connsiteX34-15641" fmla="*/ 2714 w 10000"/>
              <a:gd name="connsiteY34-15642" fmla="*/ 10000 h 10000"/>
              <a:gd name="connsiteX35-15643" fmla="*/ 2280 w 10000"/>
              <a:gd name="connsiteY35-15644" fmla="*/ 10000 h 10000"/>
              <a:gd name="connsiteX36-15645" fmla="*/ 2280 w 10000"/>
              <a:gd name="connsiteY36-15646" fmla="*/ 9869 h 10000"/>
              <a:gd name="connsiteX37-15647" fmla="*/ 2081 w 10000"/>
              <a:gd name="connsiteY37-15648" fmla="*/ 9869 h 10000"/>
              <a:gd name="connsiteX38-15649" fmla="*/ 2081 w 10000"/>
              <a:gd name="connsiteY38-15650" fmla="*/ 9761 h 10000"/>
              <a:gd name="connsiteX39-15651" fmla="*/ 2081 w 10000"/>
              <a:gd name="connsiteY39-15652" fmla="*/ 9543 h 10000"/>
              <a:gd name="connsiteX40-15653" fmla="*/ 2081 w 10000"/>
              <a:gd name="connsiteY40-15654" fmla="*/ 9411 h 10000"/>
              <a:gd name="connsiteX41-15655" fmla="*/ 2081 w 10000"/>
              <a:gd name="connsiteY41-15656" fmla="*/ 9303 h 10000"/>
              <a:gd name="connsiteX42-15657" fmla="*/ 2081 w 10000"/>
              <a:gd name="connsiteY42-15658" fmla="*/ 9066 h 10000"/>
              <a:gd name="connsiteX43-15659" fmla="*/ 2081 w 10000"/>
              <a:gd name="connsiteY43-15660" fmla="*/ 8847 h 10000"/>
              <a:gd name="connsiteX44-15661" fmla="*/ 1888 w 10000"/>
              <a:gd name="connsiteY44-15662" fmla="*/ 8608 h 10000"/>
              <a:gd name="connsiteX45-15663" fmla="*/ 1651 w 10000"/>
              <a:gd name="connsiteY45-15664" fmla="*/ 8282 h 10000"/>
              <a:gd name="connsiteX46-15665" fmla="*/ 1258 w 10000"/>
              <a:gd name="connsiteY46-15666" fmla="*/ 7805 h 10000"/>
              <a:gd name="connsiteX47-15667" fmla="*/ 1061 w 10000"/>
              <a:gd name="connsiteY47-15668" fmla="*/ 7350 h 10000"/>
              <a:gd name="connsiteX48-15669" fmla="*/ 431 w 10000"/>
              <a:gd name="connsiteY48-15670" fmla="*/ 6892 h 10000"/>
              <a:gd name="connsiteX49-15671" fmla="*/ 0 w 10000"/>
              <a:gd name="connsiteY49-15672" fmla="*/ 6194 h 10000"/>
              <a:gd name="connsiteX50-15673" fmla="*/ 431 w 10000"/>
              <a:gd name="connsiteY50-15674" fmla="*/ 6434 h 10000"/>
              <a:gd name="connsiteX51-15675" fmla="*/ 1061 w 10000"/>
              <a:gd name="connsiteY51-15676" fmla="*/ 6674 h 10000"/>
              <a:gd name="connsiteX52-15677" fmla="*/ 1453 w 10000"/>
              <a:gd name="connsiteY52-15678" fmla="*/ 6892 h 10000"/>
              <a:gd name="connsiteX53-15679" fmla="*/ 1888 w 10000"/>
              <a:gd name="connsiteY53-15680" fmla="*/ 7000 h 10000"/>
              <a:gd name="connsiteX54-15681" fmla="*/ 2280 w 10000"/>
              <a:gd name="connsiteY54-15682" fmla="*/ 7130 h 10000"/>
              <a:gd name="connsiteX55-15683" fmla="*/ 2522 w 10000"/>
              <a:gd name="connsiteY55-15684" fmla="*/ 7130 h 10000"/>
              <a:gd name="connsiteX56-15685" fmla="*/ 2714 w 10000"/>
              <a:gd name="connsiteY56-15686" fmla="*/ 7239 h 10000"/>
              <a:gd name="connsiteX57-15687" fmla="*/ 2913 w 10000"/>
              <a:gd name="connsiteY57-15688" fmla="*/ 7239 h 10000"/>
              <a:gd name="connsiteX58-15689" fmla="*/ 3106 w 10000"/>
              <a:gd name="connsiteY58-15690" fmla="*/ 7239 h 10000"/>
              <a:gd name="connsiteX59-15691" fmla="*/ 3344 w 10000"/>
              <a:gd name="connsiteY59-15692" fmla="*/ 7239 h 10000"/>
              <a:gd name="connsiteX60-15693" fmla="*/ 3540 w 10000"/>
              <a:gd name="connsiteY60-15694" fmla="*/ 7130 h 10000"/>
              <a:gd name="connsiteX61-15695" fmla="*/ 3741 w 10000"/>
              <a:gd name="connsiteY61-15696" fmla="*/ 7000 h 10000"/>
              <a:gd name="connsiteX62-15697" fmla="*/ 3741 w 10000"/>
              <a:gd name="connsiteY62-15698" fmla="*/ 6892 h 10000"/>
              <a:gd name="connsiteX63-15699" fmla="*/ 3976 w 10000"/>
              <a:gd name="connsiteY63-15700" fmla="*/ 6783 h 10000"/>
              <a:gd name="connsiteX64-15701" fmla="*/ 4169 w 10000"/>
              <a:gd name="connsiteY64-15702" fmla="*/ 6544 h 10000"/>
              <a:gd name="connsiteX65-15703" fmla="*/ 4169 w 10000"/>
              <a:gd name="connsiteY65-15704" fmla="*/ 6327 h 10000"/>
              <a:gd name="connsiteX66-15705" fmla="*/ 4367 w 10000"/>
              <a:gd name="connsiteY66-15706" fmla="*/ 6087 h 10000"/>
              <a:gd name="connsiteX67-15707" fmla="*/ 4564 w 10000"/>
              <a:gd name="connsiteY67-15708" fmla="*/ 5739 h 10000"/>
              <a:gd name="connsiteX68-15709" fmla="*/ 4801 w 10000"/>
              <a:gd name="connsiteY68-15710" fmla="*/ 5390 h 10000"/>
              <a:gd name="connsiteX69-15711" fmla="*/ 4801 w 10000"/>
              <a:gd name="connsiteY69-15712" fmla="*/ 4934 h 10000"/>
              <a:gd name="connsiteX70-15713" fmla="*/ 5196 w 10000"/>
              <a:gd name="connsiteY70-15714" fmla="*/ 4130 h 10000"/>
              <a:gd name="connsiteX71-15715" fmla="*/ 5438 w 10000"/>
              <a:gd name="connsiteY71-15716" fmla="*/ 3218 h 10000"/>
              <a:gd name="connsiteX72-15717" fmla="*/ 5438 w 10000"/>
              <a:gd name="connsiteY72-15718" fmla="*/ 2413 h 10000"/>
              <a:gd name="connsiteX73-15719" fmla="*/ 5631 w 10000"/>
              <a:gd name="connsiteY73-15720" fmla="*/ 1609 h 10000"/>
              <a:gd name="connsiteX74-15721" fmla="*/ 5631 w 10000"/>
              <a:gd name="connsiteY74-15722" fmla="*/ 1262 h 10000"/>
              <a:gd name="connsiteX75-15723" fmla="*/ 5631 w 10000"/>
              <a:gd name="connsiteY75-15724" fmla="*/ 935 h 10000"/>
              <a:gd name="connsiteX76-15725" fmla="*/ 5631 w 10000"/>
              <a:gd name="connsiteY76-15726" fmla="*/ 696 h 10000"/>
              <a:gd name="connsiteX77-15727" fmla="*/ 5631 w 10000"/>
              <a:gd name="connsiteY77-15728" fmla="*/ 456 h 10000"/>
              <a:gd name="connsiteX78-15729" fmla="*/ 5631 w 10000"/>
              <a:gd name="connsiteY78-15730" fmla="*/ 241 h 10000"/>
              <a:gd name="connsiteX79-15731" fmla="*/ 5631 w 10000"/>
              <a:gd name="connsiteY79-15732" fmla="*/ 133 h 10000"/>
              <a:gd name="connsiteX0-15733" fmla="*/ 9762 w 10000"/>
              <a:gd name="connsiteY0-15734" fmla="*/ 0 h 10000"/>
              <a:gd name="connsiteX1-15735" fmla="*/ 10000 w 10000"/>
              <a:gd name="connsiteY1-15736" fmla="*/ 241 h 10000"/>
              <a:gd name="connsiteX2-15737" fmla="*/ 9762 w 10000"/>
              <a:gd name="connsiteY2-15738" fmla="*/ 349 h 10000"/>
              <a:gd name="connsiteX3-15739" fmla="*/ 9568 w 10000"/>
              <a:gd name="connsiteY3-15740" fmla="*/ 349 h 10000"/>
              <a:gd name="connsiteX4-15741" fmla="*/ 9371 w 10000"/>
              <a:gd name="connsiteY4-15742" fmla="*/ 456 h 10000"/>
              <a:gd name="connsiteX5-15743" fmla="*/ 9173 w 10000"/>
              <a:gd name="connsiteY5-15744" fmla="*/ 456 h 10000"/>
              <a:gd name="connsiteX6-15745" fmla="*/ 9173 w 10000"/>
              <a:gd name="connsiteY6-15746" fmla="*/ 588 h 10000"/>
              <a:gd name="connsiteX7-15747" fmla="*/ 8934 w 10000"/>
              <a:gd name="connsiteY7-15748" fmla="*/ 696 h 10000"/>
              <a:gd name="connsiteX8-15749" fmla="*/ 8740 w 10000"/>
              <a:gd name="connsiteY8-15750" fmla="*/ 935 h 10000"/>
              <a:gd name="connsiteX9-15751" fmla="*/ 8740 w 10000"/>
              <a:gd name="connsiteY9-15752" fmla="*/ 1153 h 10000"/>
              <a:gd name="connsiteX10-15753" fmla="*/ 8544 w 10000"/>
              <a:gd name="connsiteY10-15754" fmla="*/ 1392 h 10000"/>
              <a:gd name="connsiteX11-15755" fmla="*/ 8544 w 10000"/>
              <a:gd name="connsiteY11-15756" fmla="*/ 1740 h 10000"/>
              <a:gd name="connsiteX12-15757" fmla="*/ 8544 w 10000"/>
              <a:gd name="connsiteY12-15758" fmla="*/ 1958 h 10000"/>
              <a:gd name="connsiteX13-15759" fmla="*/ 8305 w 10000"/>
              <a:gd name="connsiteY13-15760" fmla="*/ 2304 h 10000"/>
              <a:gd name="connsiteX14-15761" fmla="*/ 8305 w 10000"/>
              <a:gd name="connsiteY14-15762" fmla="*/ 2760 h 10000"/>
              <a:gd name="connsiteX15-15763" fmla="*/ 8114 w 10000"/>
              <a:gd name="connsiteY15-15764" fmla="*/ 3109 h 10000"/>
              <a:gd name="connsiteX16-15765" fmla="*/ 7913 w 10000"/>
              <a:gd name="connsiteY16-15766" fmla="*/ 3564 h 10000"/>
              <a:gd name="connsiteX17-15767" fmla="*/ 7711 w 10000"/>
              <a:gd name="connsiteY17-15768" fmla="*/ 4022 h 10000"/>
              <a:gd name="connsiteX18-15769" fmla="*/ 7478 w 10000"/>
              <a:gd name="connsiteY18-15770" fmla="*/ 4477 h 10000"/>
              <a:gd name="connsiteX19-15771" fmla="*/ 7085 w 10000"/>
              <a:gd name="connsiteY19-15772" fmla="*/ 5522 h 10000"/>
              <a:gd name="connsiteX20-15773" fmla="*/ 6890 w 10000"/>
              <a:gd name="connsiteY20-15774" fmla="*/ 5978 h 10000"/>
              <a:gd name="connsiteX21-15775" fmla="*/ 6657 w 10000"/>
              <a:gd name="connsiteY21-15776" fmla="*/ 6434 h 10000"/>
              <a:gd name="connsiteX22-15777" fmla="*/ 6458 w 10000"/>
              <a:gd name="connsiteY22-15778" fmla="*/ 6892 h 10000"/>
              <a:gd name="connsiteX23-15779" fmla="*/ 6259 w 10000"/>
              <a:gd name="connsiteY23-15780" fmla="*/ 7350 h 10000"/>
              <a:gd name="connsiteX24-15781" fmla="*/ 6021 w 10000"/>
              <a:gd name="connsiteY24-15782" fmla="*/ 7697 h 10000"/>
              <a:gd name="connsiteX25-15783" fmla="*/ 6021 w 10000"/>
              <a:gd name="connsiteY25-15784" fmla="*/ 7936 h 10000"/>
              <a:gd name="connsiteX26-15785" fmla="*/ 5825 w 10000"/>
              <a:gd name="connsiteY26-15786" fmla="*/ 8282 h 10000"/>
              <a:gd name="connsiteX27-15787" fmla="*/ 5631 w 10000"/>
              <a:gd name="connsiteY27-15788" fmla="*/ 8499 h 10000"/>
              <a:gd name="connsiteX28-15789" fmla="*/ 5196 w 10000"/>
              <a:gd name="connsiteY28-15790" fmla="*/ 8847 h 10000"/>
              <a:gd name="connsiteX29-15791" fmla="*/ 4801 w 10000"/>
              <a:gd name="connsiteY29-15792" fmla="*/ 9195 h 10000"/>
              <a:gd name="connsiteX30-15793" fmla="*/ 4367 w 10000"/>
              <a:gd name="connsiteY30-15794" fmla="*/ 9543 h 10000"/>
              <a:gd name="connsiteX31-15795" fmla="*/ 3976 w 10000"/>
              <a:gd name="connsiteY31-15796" fmla="*/ 9653 h 10000"/>
              <a:gd name="connsiteX32-15797" fmla="*/ 3540 w 10000"/>
              <a:gd name="connsiteY32-15798" fmla="*/ 9869 h 10000"/>
              <a:gd name="connsiteX33-15799" fmla="*/ 3106 w 10000"/>
              <a:gd name="connsiteY33-15800" fmla="*/ 10000 h 10000"/>
              <a:gd name="connsiteX34-15801" fmla="*/ 2714 w 10000"/>
              <a:gd name="connsiteY34-15802" fmla="*/ 10000 h 10000"/>
              <a:gd name="connsiteX35-15803" fmla="*/ 2280 w 10000"/>
              <a:gd name="connsiteY35-15804" fmla="*/ 10000 h 10000"/>
              <a:gd name="connsiteX36-15805" fmla="*/ 2280 w 10000"/>
              <a:gd name="connsiteY36-15806" fmla="*/ 9869 h 10000"/>
              <a:gd name="connsiteX37-15807" fmla="*/ 2081 w 10000"/>
              <a:gd name="connsiteY37-15808" fmla="*/ 9869 h 10000"/>
              <a:gd name="connsiteX38-15809" fmla="*/ 2081 w 10000"/>
              <a:gd name="connsiteY38-15810" fmla="*/ 9761 h 10000"/>
              <a:gd name="connsiteX39-15811" fmla="*/ 2081 w 10000"/>
              <a:gd name="connsiteY39-15812" fmla="*/ 9543 h 10000"/>
              <a:gd name="connsiteX40-15813" fmla="*/ 2081 w 10000"/>
              <a:gd name="connsiteY40-15814" fmla="*/ 9411 h 10000"/>
              <a:gd name="connsiteX41-15815" fmla="*/ 2081 w 10000"/>
              <a:gd name="connsiteY41-15816" fmla="*/ 9303 h 10000"/>
              <a:gd name="connsiteX42-15817" fmla="*/ 2081 w 10000"/>
              <a:gd name="connsiteY42-15818" fmla="*/ 9066 h 10000"/>
              <a:gd name="connsiteX43-15819" fmla="*/ 2081 w 10000"/>
              <a:gd name="connsiteY43-15820" fmla="*/ 8847 h 10000"/>
              <a:gd name="connsiteX44-15821" fmla="*/ 1888 w 10000"/>
              <a:gd name="connsiteY44-15822" fmla="*/ 8608 h 10000"/>
              <a:gd name="connsiteX45-15823" fmla="*/ 1651 w 10000"/>
              <a:gd name="connsiteY45-15824" fmla="*/ 8282 h 10000"/>
              <a:gd name="connsiteX46-15825" fmla="*/ 1258 w 10000"/>
              <a:gd name="connsiteY46-15826" fmla="*/ 7805 h 10000"/>
              <a:gd name="connsiteX47-15827" fmla="*/ 1061 w 10000"/>
              <a:gd name="connsiteY47-15828" fmla="*/ 7350 h 10000"/>
              <a:gd name="connsiteX48-15829" fmla="*/ 431 w 10000"/>
              <a:gd name="connsiteY48-15830" fmla="*/ 6892 h 10000"/>
              <a:gd name="connsiteX49-15831" fmla="*/ 0 w 10000"/>
              <a:gd name="connsiteY49-15832" fmla="*/ 6194 h 10000"/>
              <a:gd name="connsiteX50-15833" fmla="*/ 431 w 10000"/>
              <a:gd name="connsiteY50-15834" fmla="*/ 6434 h 10000"/>
              <a:gd name="connsiteX51-15835" fmla="*/ 1061 w 10000"/>
              <a:gd name="connsiteY51-15836" fmla="*/ 6674 h 10000"/>
              <a:gd name="connsiteX52-15837" fmla="*/ 1453 w 10000"/>
              <a:gd name="connsiteY52-15838" fmla="*/ 6892 h 10000"/>
              <a:gd name="connsiteX53-15839" fmla="*/ 1888 w 10000"/>
              <a:gd name="connsiteY53-15840" fmla="*/ 7000 h 10000"/>
              <a:gd name="connsiteX54-15841" fmla="*/ 2280 w 10000"/>
              <a:gd name="connsiteY54-15842" fmla="*/ 7130 h 10000"/>
              <a:gd name="connsiteX55-15843" fmla="*/ 2522 w 10000"/>
              <a:gd name="connsiteY55-15844" fmla="*/ 7130 h 10000"/>
              <a:gd name="connsiteX56-15845" fmla="*/ 2714 w 10000"/>
              <a:gd name="connsiteY56-15846" fmla="*/ 7239 h 10000"/>
              <a:gd name="connsiteX57-15847" fmla="*/ 2913 w 10000"/>
              <a:gd name="connsiteY57-15848" fmla="*/ 7239 h 10000"/>
              <a:gd name="connsiteX58-15849" fmla="*/ 3106 w 10000"/>
              <a:gd name="connsiteY58-15850" fmla="*/ 7239 h 10000"/>
              <a:gd name="connsiteX59-15851" fmla="*/ 3344 w 10000"/>
              <a:gd name="connsiteY59-15852" fmla="*/ 7239 h 10000"/>
              <a:gd name="connsiteX60-15853" fmla="*/ 3540 w 10000"/>
              <a:gd name="connsiteY60-15854" fmla="*/ 7130 h 10000"/>
              <a:gd name="connsiteX61-15855" fmla="*/ 3741 w 10000"/>
              <a:gd name="connsiteY61-15856" fmla="*/ 7000 h 10000"/>
              <a:gd name="connsiteX62-15857" fmla="*/ 3741 w 10000"/>
              <a:gd name="connsiteY62-15858" fmla="*/ 6892 h 10000"/>
              <a:gd name="connsiteX63-15859" fmla="*/ 3976 w 10000"/>
              <a:gd name="connsiteY63-15860" fmla="*/ 6783 h 10000"/>
              <a:gd name="connsiteX64-15861" fmla="*/ 4169 w 10000"/>
              <a:gd name="connsiteY64-15862" fmla="*/ 6544 h 10000"/>
              <a:gd name="connsiteX65-15863" fmla="*/ 4169 w 10000"/>
              <a:gd name="connsiteY65-15864" fmla="*/ 6327 h 10000"/>
              <a:gd name="connsiteX66-15865" fmla="*/ 4367 w 10000"/>
              <a:gd name="connsiteY66-15866" fmla="*/ 6087 h 10000"/>
              <a:gd name="connsiteX67-15867" fmla="*/ 4564 w 10000"/>
              <a:gd name="connsiteY67-15868" fmla="*/ 5739 h 10000"/>
              <a:gd name="connsiteX68-15869" fmla="*/ 4801 w 10000"/>
              <a:gd name="connsiteY68-15870" fmla="*/ 5390 h 10000"/>
              <a:gd name="connsiteX69-15871" fmla="*/ 4801 w 10000"/>
              <a:gd name="connsiteY69-15872" fmla="*/ 4934 h 10000"/>
              <a:gd name="connsiteX70-15873" fmla="*/ 5196 w 10000"/>
              <a:gd name="connsiteY70-15874" fmla="*/ 4130 h 10000"/>
              <a:gd name="connsiteX71-15875" fmla="*/ 5438 w 10000"/>
              <a:gd name="connsiteY71-15876" fmla="*/ 3218 h 10000"/>
              <a:gd name="connsiteX72-15877" fmla="*/ 5438 w 10000"/>
              <a:gd name="connsiteY72-15878" fmla="*/ 2413 h 10000"/>
              <a:gd name="connsiteX73-15879" fmla="*/ 5631 w 10000"/>
              <a:gd name="connsiteY73-15880" fmla="*/ 1609 h 10000"/>
              <a:gd name="connsiteX74-15881" fmla="*/ 5631 w 10000"/>
              <a:gd name="connsiteY74-15882" fmla="*/ 1262 h 10000"/>
              <a:gd name="connsiteX75-15883" fmla="*/ 5631 w 10000"/>
              <a:gd name="connsiteY75-15884" fmla="*/ 935 h 10000"/>
              <a:gd name="connsiteX76-15885" fmla="*/ 5631 w 10000"/>
              <a:gd name="connsiteY76-15886" fmla="*/ 696 h 10000"/>
              <a:gd name="connsiteX77-15887" fmla="*/ 5631 w 10000"/>
              <a:gd name="connsiteY77-15888" fmla="*/ 456 h 10000"/>
              <a:gd name="connsiteX78-15889" fmla="*/ 5631 w 10000"/>
              <a:gd name="connsiteY78-15890" fmla="*/ 133 h 10000"/>
              <a:gd name="connsiteX0-15891" fmla="*/ 9762 w 10000"/>
              <a:gd name="connsiteY0-15892" fmla="*/ 0 h 10000"/>
              <a:gd name="connsiteX1-15893" fmla="*/ 10000 w 10000"/>
              <a:gd name="connsiteY1-15894" fmla="*/ 241 h 10000"/>
              <a:gd name="connsiteX2-15895" fmla="*/ 9762 w 10000"/>
              <a:gd name="connsiteY2-15896" fmla="*/ 349 h 10000"/>
              <a:gd name="connsiteX3-15897" fmla="*/ 9568 w 10000"/>
              <a:gd name="connsiteY3-15898" fmla="*/ 349 h 10000"/>
              <a:gd name="connsiteX4-15899" fmla="*/ 9371 w 10000"/>
              <a:gd name="connsiteY4-15900" fmla="*/ 456 h 10000"/>
              <a:gd name="connsiteX5-15901" fmla="*/ 9173 w 10000"/>
              <a:gd name="connsiteY5-15902" fmla="*/ 456 h 10000"/>
              <a:gd name="connsiteX6-15903" fmla="*/ 9173 w 10000"/>
              <a:gd name="connsiteY6-15904" fmla="*/ 588 h 10000"/>
              <a:gd name="connsiteX7-15905" fmla="*/ 8934 w 10000"/>
              <a:gd name="connsiteY7-15906" fmla="*/ 696 h 10000"/>
              <a:gd name="connsiteX8-15907" fmla="*/ 8740 w 10000"/>
              <a:gd name="connsiteY8-15908" fmla="*/ 935 h 10000"/>
              <a:gd name="connsiteX9-15909" fmla="*/ 8740 w 10000"/>
              <a:gd name="connsiteY9-15910" fmla="*/ 1153 h 10000"/>
              <a:gd name="connsiteX10-15911" fmla="*/ 8544 w 10000"/>
              <a:gd name="connsiteY10-15912" fmla="*/ 1392 h 10000"/>
              <a:gd name="connsiteX11-15913" fmla="*/ 8544 w 10000"/>
              <a:gd name="connsiteY11-15914" fmla="*/ 1740 h 10000"/>
              <a:gd name="connsiteX12-15915" fmla="*/ 8544 w 10000"/>
              <a:gd name="connsiteY12-15916" fmla="*/ 1958 h 10000"/>
              <a:gd name="connsiteX13-15917" fmla="*/ 8305 w 10000"/>
              <a:gd name="connsiteY13-15918" fmla="*/ 2304 h 10000"/>
              <a:gd name="connsiteX14-15919" fmla="*/ 8305 w 10000"/>
              <a:gd name="connsiteY14-15920" fmla="*/ 2760 h 10000"/>
              <a:gd name="connsiteX15-15921" fmla="*/ 8114 w 10000"/>
              <a:gd name="connsiteY15-15922" fmla="*/ 3109 h 10000"/>
              <a:gd name="connsiteX16-15923" fmla="*/ 7913 w 10000"/>
              <a:gd name="connsiteY16-15924" fmla="*/ 3564 h 10000"/>
              <a:gd name="connsiteX17-15925" fmla="*/ 7711 w 10000"/>
              <a:gd name="connsiteY17-15926" fmla="*/ 4022 h 10000"/>
              <a:gd name="connsiteX18-15927" fmla="*/ 7478 w 10000"/>
              <a:gd name="connsiteY18-15928" fmla="*/ 4477 h 10000"/>
              <a:gd name="connsiteX19-15929" fmla="*/ 7085 w 10000"/>
              <a:gd name="connsiteY19-15930" fmla="*/ 5522 h 10000"/>
              <a:gd name="connsiteX20-15931" fmla="*/ 6890 w 10000"/>
              <a:gd name="connsiteY20-15932" fmla="*/ 5978 h 10000"/>
              <a:gd name="connsiteX21-15933" fmla="*/ 6657 w 10000"/>
              <a:gd name="connsiteY21-15934" fmla="*/ 6434 h 10000"/>
              <a:gd name="connsiteX22-15935" fmla="*/ 6458 w 10000"/>
              <a:gd name="connsiteY22-15936" fmla="*/ 6892 h 10000"/>
              <a:gd name="connsiteX23-15937" fmla="*/ 6259 w 10000"/>
              <a:gd name="connsiteY23-15938" fmla="*/ 7350 h 10000"/>
              <a:gd name="connsiteX24-15939" fmla="*/ 6021 w 10000"/>
              <a:gd name="connsiteY24-15940" fmla="*/ 7697 h 10000"/>
              <a:gd name="connsiteX25-15941" fmla="*/ 6021 w 10000"/>
              <a:gd name="connsiteY25-15942" fmla="*/ 7936 h 10000"/>
              <a:gd name="connsiteX26-15943" fmla="*/ 5825 w 10000"/>
              <a:gd name="connsiteY26-15944" fmla="*/ 8282 h 10000"/>
              <a:gd name="connsiteX27-15945" fmla="*/ 5631 w 10000"/>
              <a:gd name="connsiteY27-15946" fmla="*/ 8499 h 10000"/>
              <a:gd name="connsiteX28-15947" fmla="*/ 5196 w 10000"/>
              <a:gd name="connsiteY28-15948" fmla="*/ 8847 h 10000"/>
              <a:gd name="connsiteX29-15949" fmla="*/ 4801 w 10000"/>
              <a:gd name="connsiteY29-15950" fmla="*/ 9195 h 10000"/>
              <a:gd name="connsiteX30-15951" fmla="*/ 4367 w 10000"/>
              <a:gd name="connsiteY30-15952" fmla="*/ 9543 h 10000"/>
              <a:gd name="connsiteX31-15953" fmla="*/ 3976 w 10000"/>
              <a:gd name="connsiteY31-15954" fmla="*/ 9653 h 10000"/>
              <a:gd name="connsiteX32-15955" fmla="*/ 3540 w 10000"/>
              <a:gd name="connsiteY32-15956" fmla="*/ 9869 h 10000"/>
              <a:gd name="connsiteX33-15957" fmla="*/ 3106 w 10000"/>
              <a:gd name="connsiteY33-15958" fmla="*/ 10000 h 10000"/>
              <a:gd name="connsiteX34-15959" fmla="*/ 2714 w 10000"/>
              <a:gd name="connsiteY34-15960" fmla="*/ 10000 h 10000"/>
              <a:gd name="connsiteX35-15961" fmla="*/ 2280 w 10000"/>
              <a:gd name="connsiteY35-15962" fmla="*/ 10000 h 10000"/>
              <a:gd name="connsiteX36-15963" fmla="*/ 2280 w 10000"/>
              <a:gd name="connsiteY36-15964" fmla="*/ 9869 h 10000"/>
              <a:gd name="connsiteX37-15965" fmla="*/ 2081 w 10000"/>
              <a:gd name="connsiteY37-15966" fmla="*/ 9869 h 10000"/>
              <a:gd name="connsiteX38-15967" fmla="*/ 2081 w 10000"/>
              <a:gd name="connsiteY38-15968" fmla="*/ 9761 h 10000"/>
              <a:gd name="connsiteX39-15969" fmla="*/ 2081 w 10000"/>
              <a:gd name="connsiteY39-15970" fmla="*/ 9543 h 10000"/>
              <a:gd name="connsiteX40-15971" fmla="*/ 2081 w 10000"/>
              <a:gd name="connsiteY40-15972" fmla="*/ 9411 h 10000"/>
              <a:gd name="connsiteX41-15973" fmla="*/ 2081 w 10000"/>
              <a:gd name="connsiteY41-15974" fmla="*/ 9303 h 10000"/>
              <a:gd name="connsiteX42-15975" fmla="*/ 2081 w 10000"/>
              <a:gd name="connsiteY42-15976" fmla="*/ 9066 h 10000"/>
              <a:gd name="connsiteX43-15977" fmla="*/ 2081 w 10000"/>
              <a:gd name="connsiteY43-15978" fmla="*/ 8847 h 10000"/>
              <a:gd name="connsiteX44-15979" fmla="*/ 1888 w 10000"/>
              <a:gd name="connsiteY44-15980" fmla="*/ 8608 h 10000"/>
              <a:gd name="connsiteX45-15981" fmla="*/ 1651 w 10000"/>
              <a:gd name="connsiteY45-15982" fmla="*/ 8282 h 10000"/>
              <a:gd name="connsiteX46-15983" fmla="*/ 1258 w 10000"/>
              <a:gd name="connsiteY46-15984" fmla="*/ 7805 h 10000"/>
              <a:gd name="connsiteX47-15985" fmla="*/ 1061 w 10000"/>
              <a:gd name="connsiteY47-15986" fmla="*/ 7350 h 10000"/>
              <a:gd name="connsiteX48-15987" fmla="*/ 431 w 10000"/>
              <a:gd name="connsiteY48-15988" fmla="*/ 6892 h 10000"/>
              <a:gd name="connsiteX49-15989" fmla="*/ 0 w 10000"/>
              <a:gd name="connsiteY49-15990" fmla="*/ 6194 h 10000"/>
              <a:gd name="connsiteX50-15991" fmla="*/ 431 w 10000"/>
              <a:gd name="connsiteY50-15992" fmla="*/ 6434 h 10000"/>
              <a:gd name="connsiteX51-15993" fmla="*/ 1061 w 10000"/>
              <a:gd name="connsiteY51-15994" fmla="*/ 6674 h 10000"/>
              <a:gd name="connsiteX52-15995" fmla="*/ 1453 w 10000"/>
              <a:gd name="connsiteY52-15996" fmla="*/ 6892 h 10000"/>
              <a:gd name="connsiteX53-15997" fmla="*/ 1888 w 10000"/>
              <a:gd name="connsiteY53-15998" fmla="*/ 7000 h 10000"/>
              <a:gd name="connsiteX54-15999" fmla="*/ 2280 w 10000"/>
              <a:gd name="connsiteY54-16000" fmla="*/ 7130 h 10000"/>
              <a:gd name="connsiteX55-16001" fmla="*/ 2522 w 10000"/>
              <a:gd name="connsiteY55-16002" fmla="*/ 7130 h 10000"/>
              <a:gd name="connsiteX56-16003" fmla="*/ 2714 w 10000"/>
              <a:gd name="connsiteY56-16004" fmla="*/ 7239 h 10000"/>
              <a:gd name="connsiteX57-16005" fmla="*/ 2913 w 10000"/>
              <a:gd name="connsiteY57-16006" fmla="*/ 7239 h 10000"/>
              <a:gd name="connsiteX58-16007" fmla="*/ 3106 w 10000"/>
              <a:gd name="connsiteY58-16008" fmla="*/ 7239 h 10000"/>
              <a:gd name="connsiteX59-16009" fmla="*/ 3344 w 10000"/>
              <a:gd name="connsiteY59-16010" fmla="*/ 7239 h 10000"/>
              <a:gd name="connsiteX60-16011" fmla="*/ 3540 w 10000"/>
              <a:gd name="connsiteY60-16012" fmla="*/ 7130 h 10000"/>
              <a:gd name="connsiteX61-16013" fmla="*/ 3741 w 10000"/>
              <a:gd name="connsiteY61-16014" fmla="*/ 7000 h 10000"/>
              <a:gd name="connsiteX62-16015" fmla="*/ 3741 w 10000"/>
              <a:gd name="connsiteY62-16016" fmla="*/ 6892 h 10000"/>
              <a:gd name="connsiteX63-16017" fmla="*/ 3976 w 10000"/>
              <a:gd name="connsiteY63-16018" fmla="*/ 6783 h 10000"/>
              <a:gd name="connsiteX64-16019" fmla="*/ 4169 w 10000"/>
              <a:gd name="connsiteY64-16020" fmla="*/ 6544 h 10000"/>
              <a:gd name="connsiteX65-16021" fmla="*/ 4169 w 10000"/>
              <a:gd name="connsiteY65-16022" fmla="*/ 6327 h 10000"/>
              <a:gd name="connsiteX66-16023" fmla="*/ 4367 w 10000"/>
              <a:gd name="connsiteY66-16024" fmla="*/ 6087 h 10000"/>
              <a:gd name="connsiteX67-16025" fmla="*/ 4564 w 10000"/>
              <a:gd name="connsiteY67-16026" fmla="*/ 5739 h 10000"/>
              <a:gd name="connsiteX68-16027" fmla="*/ 4801 w 10000"/>
              <a:gd name="connsiteY68-16028" fmla="*/ 5390 h 10000"/>
              <a:gd name="connsiteX69-16029" fmla="*/ 4801 w 10000"/>
              <a:gd name="connsiteY69-16030" fmla="*/ 4934 h 10000"/>
              <a:gd name="connsiteX70-16031" fmla="*/ 5196 w 10000"/>
              <a:gd name="connsiteY70-16032" fmla="*/ 4130 h 10000"/>
              <a:gd name="connsiteX71-16033" fmla="*/ 5438 w 10000"/>
              <a:gd name="connsiteY71-16034" fmla="*/ 3218 h 10000"/>
              <a:gd name="connsiteX72-16035" fmla="*/ 5438 w 10000"/>
              <a:gd name="connsiteY72-16036" fmla="*/ 2413 h 10000"/>
              <a:gd name="connsiteX73-16037" fmla="*/ 5631 w 10000"/>
              <a:gd name="connsiteY73-16038" fmla="*/ 1609 h 10000"/>
              <a:gd name="connsiteX74-16039" fmla="*/ 5631 w 10000"/>
              <a:gd name="connsiteY74-16040" fmla="*/ 1262 h 10000"/>
              <a:gd name="connsiteX75-16041" fmla="*/ 5631 w 10000"/>
              <a:gd name="connsiteY75-16042" fmla="*/ 935 h 10000"/>
              <a:gd name="connsiteX76-16043" fmla="*/ 5631 w 10000"/>
              <a:gd name="connsiteY76-16044" fmla="*/ 696 h 10000"/>
              <a:gd name="connsiteX77-16045" fmla="*/ 5631 w 10000"/>
              <a:gd name="connsiteY77-16046" fmla="*/ 456 h 10000"/>
              <a:gd name="connsiteX0-16047" fmla="*/ 9762 w 10000"/>
              <a:gd name="connsiteY0-16048" fmla="*/ 0 h 10000"/>
              <a:gd name="connsiteX1-16049" fmla="*/ 10000 w 10000"/>
              <a:gd name="connsiteY1-16050" fmla="*/ 241 h 10000"/>
              <a:gd name="connsiteX2-16051" fmla="*/ 9762 w 10000"/>
              <a:gd name="connsiteY2-16052" fmla="*/ 349 h 10000"/>
              <a:gd name="connsiteX3-16053" fmla="*/ 9568 w 10000"/>
              <a:gd name="connsiteY3-16054" fmla="*/ 349 h 10000"/>
              <a:gd name="connsiteX4-16055" fmla="*/ 9371 w 10000"/>
              <a:gd name="connsiteY4-16056" fmla="*/ 456 h 10000"/>
              <a:gd name="connsiteX5-16057" fmla="*/ 9173 w 10000"/>
              <a:gd name="connsiteY5-16058" fmla="*/ 456 h 10000"/>
              <a:gd name="connsiteX6-16059" fmla="*/ 9173 w 10000"/>
              <a:gd name="connsiteY6-16060" fmla="*/ 588 h 10000"/>
              <a:gd name="connsiteX7-16061" fmla="*/ 8934 w 10000"/>
              <a:gd name="connsiteY7-16062" fmla="*/ 696 h 10000"/>
              <a:gd name="connsiteX8-16063" fmla="*/ 8740 w 10000"/>
              <a:gd name="connsiteY8-16064" fmla="*/ 935 h 10000"/>
              <a:gd name="connsiteX9-16065" fmla="*/ 8740 w 10000"/>
              <a:gd name="connsiteY9-16066" fmla="*/ 1153 h 10000"/>
              <a:gd name="connsiteX10-16067" fmla="*/ 8544 w 10000"/>
              <a:gd name="connsiteY10-16068" fmla="*/ 1392 h 10000"/>
              <a:gd name="connsiteX11-16069" fmla="*/ 8544 w 10000"/>
              <a:gd name="connsiteY11-16070" fmla="*/ 1740 h 10000"/>
              <a:gd name="connsiteX12-16071" fmla="*/ 8544 w 10000"/>
              <a:gd name="connsiteY12-16072" fmla="*/ 1958 h 10000"/>
              <a:gd name="connsiteX13-16073" fmla="*/ 8305 w 10000"/>
              <a:gd name="connsiteY13-16074" fmla="*/ 2304 h 10000"/>
              <a:gd name="connsiteX14-16075" fmla="*/ 8305 w 10000"/>
              <a:gd name="connsiteY14-16076" fmla="*/ 2760 h 10000"/>
              <a:gd name="connsiteX15-16077" fmla="*/ 8114 w 10000"/>
              <a:gd name="connsiteY15-16078" fmla="*/ 3109 h 10000"/>
              <a:gd name="connsiteX16-16079" fmla="*/ 7913 w 10000"/>
              <a:gd name="connsiteY16-16080" fmla="*/ 3564 h 10000"/>
              <a:gd name="connsiteX17-16081" fmla="*/ 7711 w 10000"/>
              <a:gd name="connsiteY17-16082" fmla="*/ 4022 h 10000"/>
              <a:gd name="connsiteX18-16083" fmla="*/ 7478 w 10000"/>
              <a:gd name="connsiteY18-16084" fmla="*/ 4477 h 10000"/>
              <a:gd name="connsiteX19-16085" fmla="*/ 7085 w 10000"/>
              <a:gd name="connsiteY19-16086" fmla="*/ 5522 h 10000"/>
              <a:gd name="connsiteX20-16087" fmla="*/ 6890 w 10000"/>
              <a:gd name="connsiteY20-16088" fmla="*/ 5978 h 10000"/>
              <a:gd name="connsiteX21-16089" fmla="*/ 6657 w 10000"/>
              <a:gd name="connsiteY21-16090" fmla="*/ 6434 h 10000"/>
              <a:gd name="connsiteX22-16091" fmla="*/ 6458 w 10000"/>
              <a:gd name="connsiteY22-16092" fmla="*/ 6892 h 10000"/>
              <a:gd name="connsiteX23-16093" fmla="*/ 6259 w 10000"/>
              <a:gd name="connsiteY23-16094" fmla="*/ 7350 h 10000"/>
              <a:gd name="connsiteX24-16095" fmla="*/ 6021 w 10000"/>
              <a:gd name="connsiteY24-16096" fmla="*/ 7697 h 10000"/>
              <a:gd name="connsiteX25-16097" fmla="*/ 6021 w 10000"/>
              <a:gd name="connsiteY25-16098" fmla="*/ 7936 h 10000"/>
              <a:gd name="connsiteX26-16099" fmla="*/ 5825 w 10000"/>
              <a:gd name="connsiteY26-16100" fmla="*/ 8282 h 10000"/>
              <a:gd name="connsiteX27-16101" fmla="*/ 5631 w 10000"/>
              <a:gd name="connsiteY27-16102" fmla="*/ 8499 h 10000"/>
              <a:gd name="connsiteX28-16103" fmla="*/ 5196 w 10000"/>
              <a:gd name="connsiteY28-16104" fmla="*/ 8847 h 10000"/>
              <a:gd name="connsiteX29-16105" fmla="*/ 4801 w 10000"/>
              <a:gd name="connsiteY29-16106" fmla="*/ 9195 h 10000"/>
              <a:gd name="connsiteX30-16107" fmla="*/ 4367 w 10000"/>
              <a:gd name="connsiteY30-16108" fmla="*/ 9543 h 10000"/>
              <a:gd name="connsiteX31-16109" fmla="*/ 3976 w 10000"/>
              <a:gd name="connsiteY31-16110" fmla="*/ 9653 h 10000"/>
              <a:gd name="connsiteX32-16111" fmla="*/ 3540 w 10000"/>
              <a:gd name="connsiteY32-16112" fmla="*/ 9869 h 10000"/>
              <a:gd name="connsiteX33-16113" fmla="*/ 3106 w 10000"/>
              <a:gd name="connsiteY33-16114" fmla="*/ 10000 h 10000"/>
              <a:gd name="connsiteX34-16115" fmla="*/ 2714 w 10000"/>
              <a:gd name="connsiteY34-16116" fmla="*/ 10000 h 10000"/>
              <a:gd name="connsiteX35-16117" fmla="*/ 2280 w 10000"/>
              <a:gd name="connsiteY35-16118" fmla="*/ 10000 h 10000"/>
              <a:gd name="connsiteX36-16119" fmla="*/ 2280 w 10000"/>
              <a:gd name="connsiteY36-16120" fmla="*/ 9869 h 10000"/>
              <a:gd name="connsiteX37-16121" fmla="*/ 2081 w 10000"/>
              <a:gd name="connsiteY37-16122" fmla="*/ 9869 h 10000"/>
              <a:gd name="connsiteX38-16123" fmla="*/ 2081 w 10000"/>
              <a:gd name="connsiteY38-16124" fmla="*/ 9761 h 10000"/>
              <a:gd name="connsiteX39-16125" fmla="*/ 2081 w 10000"/>
              <a:gd name="connsiteY39-16126" fmla="*/ 9543 h 10000"/>
              <a:gd name="connsiteX40-16127" fmla="*/ 2081 w 10000"/>
              <a:gd name="connsiteY40-16128" fmla="*/ 9411 h 10000"/>
              <a:gd name="connsiteX41-16129" fmla="*/ 2081 w 10000"/>
              <a:gd name="connsiteY41-16130" fmla="*/ 9303 h 10000"/>
              <a:gd name="connsiteX42-16131" fmla="*/ 2081 w 10000"/>
              <a:gd name="connsiteY42-16132" fmla="*/ 9066 h 10000"/>
              <a:gd name="connsiteX43-16133" fmla="*/ 2081 w 10000"/>
              <a:gd name="connsiteY43-16134" fmla="*/ 8847 h 10000"/>
              <a:gd name="connsiteX44-16135" fmla="*/ 1888 w 10000"/>
              <a:gd name="connsiteY44-16136" fmla="*/ 8608 h 10000"/>
              <a:gd name="connsiteX45-16137" fmla="*/ 1651 w 10000"/>
              <a:gd name="connsiteY45-16138" fmla="*/ 8282 h 10000"/>
              <a:gd name="connsiteX46-16139" fmla="*/ 1258 w 10000"/>
              <a:gd name="connsiteY46-16140" fmla="*/ 7805 h 10000"/>
              <a:gd name="connsiteX47-16141" fmla="*/ 1061 w 10000"/>
              <a:gd name="connsiteY47-16142" fmla="*/ 7350 h 10000"/>
              <a:gd name="connsiteX48-16143" fmla="*/ 431 w 10000"/>
              <a:gd name="connsiteY48-16144" fmla="*/ 6892 h 10000"/>
              <a:gd name="connsiteX49-16145" fmla="*/ 0 w 10000"/>
              <a:gd name="connsiteY49-16146" fmla="*/ 6194 h 10000"/>
              <a:gd name="connsiteX50-16147" fmla="*/ 431 w 10000"/>
              <a:gd name="connsiteY50-16148" fmla="*/ 6434 h 10000"/>
              <a:gd name="connsiteX51-16149" fmla="*/ 1061 w 10000"/>
              <a:gd name="connsiteY51-16150" fmla="*/ 6674 h 10000"/>
              <a:gd name="connsiteX52-16151" fmla="*/ 1453 w 10000"/>
              <a:gd name="connsiteY52-16152" fmla="*/ 6892 h 10000"/>
              <a:gd name="connsiteX53-16153" fmla="*/ 1888 w 10000"/>
              <a:gd name="connsiteY53-16154" fmla="*/ 7000 h 10000"/>
              <a:gd name="connsiteX54-16155" fmla="*/ 2280 w 10000"/>
              <a:gd name="connsiteY54-16156" fmla="*/ 7130 h 10000"/>
              <a:gd name="connsiteX55-16157" fmla="*/ 2522 w 10000"/>
              <a:gd name="connsiteY55-16158" fmla="*/ 7130 h 10000"/>
              <a:gd name="connsiteX56-16159" fmla="*/ 2714 w 10000"/>
              <a:gd name="connsiteY56-16160" fmla="*/ 7239 h 10000"/>
              <a:gd name="connsiteX57-16161" fmla="*/ 2913 w 10000"/>
              <a:gd name="connsiteY57-16162" fmla="*/ 7239 h 10000"/>
              <a:gd name="connsiteX58-16163" fmla="*/ 3106 w 10000"/>
              <a:gd name="connsiteY58-16164" fmla="*/ 7239 h 10000"/>
              <a:gd name="connsiteX59-16165" fmla="*/ 3344 w 10000"/>
              <a:gd name="connsiteY59-16166" fmla="*/ 7239 h 10000"/>
              <a:gd name="connsiteX60-16167" fmla="*/ 3540 w 10000"/>
              <a:gd name="connsiteY60-16168" fmla="*/ 7130 h 10000"/>
              <a:gd name="connsiteX61-16169" fmla="*/ 3741 w 10000"/>
              <a:gd name="connsiteY61-16170" fmla="*/ 7000 h 10000"/>
              <a:gd name="connsiteX62-16171" fmla="*/ 3741 w 10000"/>
              <a:gd name="connsiteY62-16172" fmla="*/ 6892 h 10000"/>
              <a:gd name="connsiteX63-16173" fmla="*/ 3976 w 10000"/>
              <a:gd name="connsiteY63-16174" fmla="*/ 6783 h 10000"/>
              <a:gd name="connsiteX64-16175" fmla="*/ 4169 w 10000"/>
              <a:gd name="connsiteY64-16176" fmla="*/ 6544 h 10000"/>
              <a:gd name="connsiteX65-16177" fmla="*/ 4169 w 10000"/>
              <a:gd name="connsiteY65-16178" fmla="*/ 6327 h 10000"/>
              <a:gd name="connsiteX66-16179" fmla="*/ 4367 w 10000"/>
              <a:gd name="connsiteY66-16180" fmla="*/ 6087 h 10000"/>
              <a:gd name="connsiteX67-16181" fmla="*/ 4564 w 10000"/>
              <a:gd name="connsiteY67-16182" fmla="*/ 5739 h 10000"/>
              <a:gd name="connsiteX68-16183" fmla="*/ 4801 w 10000"/>
              <a:gd name="connsiteY68-16184" fmla="*/ 5390 h 10000"/>
              <a:gd name="connsiteX69-16185" fmla="*/ 4801 w 10000"/>
              <a:gd name="connsiteY69-16186" fmla="*/ 4934 h 10000"/>
              <a:gd name="connsiteX70-16187" fmla="*/ 5196 w 10000"/>
              <a:gd name="connsiteY70-16188" fmla="*/ 4130 h 10000"/>
              <a:gd name="connsiteX71-16189" fmla="*/ 5438 w 10000"/>
              <a:gd name="connsiteY71-16190" fmla="*/ 3218 h 10000"/>
              <a:gd name="connsiteX72-16191" fmla="*/ 5438 w 10000"/>
              <a:gd name="connsiteY72-16192" fmla="*/ 2413 h 10000"/>
              <a:gd name="connsiteX73-16193" fmla="*/ 5631 w 10000"/>
              <a:gd name="connsiteY73-16194" fmla="*/ 1609 h 10000"/>
              <a:gd name="connsiteX74-16195" fmla="*/ 5631 w 10000"/>
              <a:gd name="connsiteY74-16196" fmla="*/ 1262 h 10000"/>
              <a:gd name="connsiteX75-16197" fmla="*/ 5631 w 10000"/>
              <a:gd name="connsiteY75-16198" fmla="*/ 935 h 10000"/>
              <a:gd name="connsiteX76-16199" fmla="*/ 5631 w 10000"/>
              <a:gd name="connsiteY76-16200" fmla="*/ 696 h 10000"/>
              <a:gd name="connsiteX0-16201" fmla="*/ 10000 w 10000"/>
              <a:gd name="connsiteY0-16202" fmla="*/ 0 h 9759"/>
              <a:gd name="connsiteX1-16203" fmla="*/ 9762 w 10000"/>
              <a:gd name="connsiteY1-16204" fmla="*/ 108 h 9759"/>
              <a:gd name="connsiteX2-16205" fmla="*/ 9568 w 10000"/>
              <a:gd name="connsiteY2-16206" fmla="*/ 108 h 9759"/>
              <a:gd name="connsiteX3-16207" fmla="*/ 9371 w 10000"/>
              <a:gd name="connsiteY3-16208" fmla="*/ 215 h 9759"/>
              <a:gd name="connsiteX4-16209" fmla="*/ 9173 w 10000"/>
              <a:gd name="connsiteY4-16210" fmla="*/ 215 h 9759"/>
              <a:gd name="connsiteX5-16211" fmla="*/ 9173 w 10000"/>
              <a:gd name="connsiteY5-16212" fmla="*/ 347 h 9759"/>
              <a:gd name="connsiteX6-16213" fmla="*/ 8934 w 10000"/>
              <a:gd name="connsiteY6-16214" fmla="*/ 455 h 9759"/>
              <a:gd name="connsiteX7-16215" fmla="*/ 8740 w 10000"/>
              <a:gd name="connsiteY7-16216" fmla="*/ 694 h 9759"/>
              <a:gd name="connsiteX8-16217" fmla="*/ 8740 w 10000"/>
              <a:gd name="connsiteY8-16218" fmla="*/ 912 h 9759"/>
              <a:gd name="connsiteX9-16219" fmla="*/ 8544 w 10000"/>
              <a:gd name="connsiteY9-16220" fmla="*/ 1151 h 9759"/>
              <a:gd name="connsiteX10-16221" fmla="*/ 8544 w 10000"/>
              <a:gd name="connsiteY10-16222" fmla="*/ 1499 h 9759"/>
              <a:gd name="connsiteX11-16223" fmla="*/ 8544 w 10000"/>
              <a:gd name="connsiteY11-16224" fmla="*/ 1717 h 9759"/>
              <a:gd name="connsiteX12-16225" fmla="*/ 8305 w 10000"/>
              <a:gd name="connsiteY12-16226" fmla="*/ 2063 h 9759"/>
              <a:gd name="connsiteX13-16227" fmla="*/ 8305 w 10000"/>
              <a:gd name="connsiteY13-16228" fmla="*/ 2519 h 9759"/>
              <a:gd name="connsiteX14-16229" fmla="*/ 8114 w 10000"/>
              <a:gd name="connsiteY14-16230" fmla="*/ 2868 h 9759"/>
              <a:gd name="connsiteX15-16231" fmla="*/ 7913 w 10000"/>
              <a:gd name="connsiteY15-16232" fmla="*/ 3323 h 9759"/>
              <a:gd name="connsiteX16-16233" fmla="*/ 7711 w 10000"/>
              <a:gd name="connsiteY16-16234" fmla="*/ 3781 h 9759"/>
              <a:gd name="connsiteX17-16235" fmla="*/ 7478 w 10000"/>
              <a:gd name="connsiteY17-16236" fmla="*/ 4236 h 9759"/>
              <a:gd name="connsiteX18-16237" fmla="*/ 7085 w 10000"/>
              <a:gd name="connsiteY18-16238" fmla="*/ 5281 h 9759"/>
              <a:gd name="connsiteX19-16239" fmla="*/ 6890 w 10000"/>
              <a:gd name="connsiteY19-16240" fmla="*/ 5737 h 9759"/>
              <a:gd name="connsiteX20-16241" fmla="*/ 6657 w 10000"/>
              <a:gd name="connsiteY20-16242" fmla="*/ 6193 h 9759"/>
              <a:gd name="connsiteX21-16243" fmla="*/ 6458 w 10000"/>
              <a:gd name="connsiteY21-16244" fmla="*/ 6651 h 9759"/>
              <a:gd name="connsiteX22-16245" fmla="*/ 6259 w 10000"/>
              <a:gd name="connsiteY22-16246" fmla="*/ 7109 h 9759"/>
              <a:gd name="connsiteX23-16247" fmla="*/ 6021 w 10000"/>
              <a:gd name="connsiteY23-16248" fmla="*/ 7456 h 9759"/>
              <a:gd name="connsiteX24-16249" fmla="*/ 6021 w 10000"/>
              <a:gd name="connsiteY24-16250" fmla="*/ 7695 h 9759"/>
              <a:gd name="connsiteX25-16251" fmla="*/ 5825 w 10000"/>
              <a:gd name="connsiteY25-16252" fmla="*/ 8041 h 9759"/>
              <a:gd name="connsiteX26-16253" fmla="*/ 5631 w 10000"/>
              <a:gd name="connsiteY26-16254" fmla="*/ 8258 h 9759"/>
              <a:gd name="connsiteX27-16255" fmla="*/ 5196 w 10000"/>
              <a:gd name="connsiteY27-16256" fmla="*/ 8606 h 9759"/>
              <a:gd name="connsiteX28-16257" fmla="*/ 4801 w 10000"/>
              <a:gd name="connsiteY28-16258" fmla="*/ 8954 h 9759"/>
              <a:gd name="connsiteX29-16259" fmla="*/ 4367 w 10000"/>
              <a:gd name="connsiteY29-16260" fmla="*/ 9302 h 9759"/>
              <a:gd name="connsiteX30-16261" fmla="*/ 3976 w 10000"/>
              <a:gd name="connsiteY30-16262" fmla="*/ 9412 h 9759"/>
              <a:gd name="connsiteX31-16263" fmla="*/ 3540 w 10000"/>
              <a:gd name="connsiteY31-16264" fmla="*/ 9628 h 9759"/>
              <a:gd name="connsiteX32-16265" fmla="*/ 3106 w 10000"/>
              <a:gd name="connsiteY32-16266" fmla="*/ 9759 h 9759"/>
              <a:gd name="connsiteX33-16267" fmla="*/ 2714 w 10000"/>
              <a:gd name="connsiteY33-16268" fmla="*/ 9759 h 9759"/>
              <a:gd name="connsiteX34-16269" fmla="*/ 2280 w 10000"/>
              <a:gd name="connsiteY34-16270" fmla="*/ 9759 h 9759"/>
              <a:gd name="connsiteX35-16271" fmla="*/ 2280 w 10000"/>
              <a:gd name="connsiteY35-16272" fmla="*/ 9628 h 9759"/>
              <a:gd name="connsiteX36-16273" fmla="*/ 2081 w 10000"/>
              <a:gd name="connsiteY36-16274" fmla="*/ 9628 h 9759"/>
              <a:gd name="connsiteX37-16275" fmla="*/ 2081 w 10000"/>
              <a:gd name="connsiteY37-16276" fmla="*/ 9520 h 9759"/>
              <a:gd name="connsiteX38-16277" fmla="*/ 2081 w 10000"/>
              <a:gd name="connsiteY38-16278" fmla="*/ 9302 h 9759"/>
              <a:gd name="connsiteX39-16279" fmla="*/ 2081 w 10000"/>
              <a:gd name="connsiteY39-16280" fmla="*/ 9170 h 9759"/>
              <a:gd name="connsiteX40-16281" fmla="*/ 2081 w 10000"/>
              <a:gd name="connsiteY40-16282" fmla="*/ 9062 h 9759"/>
              <a:gd name="connsiteX41-16283" fmla="*/ 2081 w 10000"/>
              <a:gd name="connsiteY41-16284" fmla="*/ 8825 h 9759"/>
              <a:gd name="connsiteX42-16285" fmla="*/ 2081 w 10000"/>
              <a:gd name="connsiteY42-16286" fmla="*/ 8606 h 9759"/>
              <a:gd name="connsiteX43-16287" fmla="*/ 1888 w 10000"/>
              <a:gd name="connsiteY43-16288" fmla="*/ 8367 h 9759"/>
              <a:gd name="connsiteX44-16289" fmla="*/ 1651 w 10000"/>
              <a:gd name="connsiteY44-16290" fmla="*/ 8041 h 9759"/>
              <a:gd name="connsiteX45-16291" fmla="*/ 1258 w 10000"/>
              <a:gd name="connsiteY45-16292" fmla="*/ 7564 h 9759"/>
              <a:gd name="connsiteX46-16293" fmla="*/ 1061 w 10000"/>
              <a:gd name="connsiteY46-16294" fmla="*/ 7109 h 9759"/>
              <a:gd name="connsiteX47-16295" fmla="*/ 431 w 10000"/>
              <a:gd name="connsiteY47-16296" fmla="*/ 6651 h 9759"/>
              <a:gd name="connsiteX48-16297" fmla="*/ 0 w 10000"/>
              <a:gd name="connsiteY48-16298" fmla="*/ 5953 h 9759"/>
              <a:gd name="connsiteX49-16299" fmla="*/ 431 w 10000"/>
              <a:gd name="connsiteY49-16300" fmla="*/ 6193 h 9759"/>
              <a:gd name="connsiteX50-16301" fmla="*/ 1061 w 10000"/>
              <a:gd name="connsiteY50-16302" fmla="*/ 6433 h 9759"/>
              <a:gd name="connsiteX51-16303" fmla="*/ 1453 w 10000"/>
              <a:gd name="connsiteY51-16304" fmla="*/ 6651 h 9759"/>
              <a:gd name="connsiteX52-16305" fmla="*/ 1888 w 10000"/>
              <a:gd name="connsiteY52-16306" fmla="*/ 6759 h 9759"/>
              <a:gd name="connsiteX53-16307" fmla="*/ 2280 w 10000"/>
              <a:gd name="connsiteY53-16308" fmla="*/ 6889 h 9759"/>
              <a:gd name="connsiteX54-16309" fmla="*/ 2522 w 10000"/>
              <a:gd name="connsiteY54-16310" fmla="*/ 6889 h 9759"/>
              <a:gd name="connsiteX55-16311" fmla="*/ 2714 w 10000"/>
              <a:gd name="connsiteY55-16312" fmla="*/ 6998 h 9759"/>
              <a:gd name="connsiteX56-16313" fmla="*/ 2913 w 10000"/>
              <a:gd name="connsiteY56-16314" fmla="*/ 6998 h 9759"/>
              <a:gd name="connsiteX57-16315" fmla="*/ 3106 w 10000"/>
              <a:gd name="connsiteY57-16316" fmla="*/ 6998 h 9759"/>
              <a:gd name="connsiteX58-16317" fmla="*/ 3344 w 10000"/>
              <a:gd name="connsiteY58-16318" fmla="*/ 6998 h 9759"/>
              <a:gd name="connsiteX59-16319" fmla="*/ 3540 w 10000"/>
              <a:gd name="connsiteY59-16320" fmla="*/ 6889 h 9759"/>
              <a:gd name="connsiteX60-16321" fmla="*/ 3741 w 10000"/>
              <a:gd name="connsiteY60-16322" fmla="*/ 6759 h 9759"/>
              <a:gd name="connsiteX61-16323" fmla="*/ 3741 w 10000"/>
              <a:gd name="connsiteY61-16324" fmla="*/ 6651 h 9759"/>
              <a:gd name="connsiteX62-16325" fmla="*/ 3976 w 10000"/>
              <a:gd name="connsiteY62-16326" fmla="*/ 6542 h 9759"/>
              <a:gd name="connsiteX63-16327" fmla="*/ 4169 w 10000"/>
              <a:gd name="connsiteY63-16328" fmla="*/ 6303 h 9759"/>
              <a:gd name="connsiteX64-16329" fmla="*/ 4169 w 10000"/>
              <a:gd name="connsiteY64-16330" fmla="*/ 6086 h 9759"/>
              <a:gd name="connsiteX65-16331" fmla="*/ 4367 w 10000"/>
              <a:gd name="connsiteY65-16332" fmla="*/ 5846 h 9759"/>
              <a:gd name="connsiteX66-16333" fmla="*/ 4564 w 10000"/>
              <a:gd name="connsiteY66-16334" fmla="*/ 5498 h 9759"/>
              <a:gd name="connsiteX67-16335" fmla="*/ 4801 w 10000"/>
              <a:gd name="connsiteY67-16336" fmla="*/ 5149 h 9759"/>
              <a:gd name="connsiteX68-16337" fmla="*/ 4801 w 10000"/>
              <a:gd name="connsiteY68-16338" fmla="*/ 4693 h 9759"/>
              <a:gd name="connsiteX69-16339" fmla="*/ 5196 w 10000"/>
              <a:gd name="connsiteY69-16340" fmla="*/ 3889 h 9759"/>
              <a:gd name="connsiteX70-16341" fmla="*/ 5438 w 10000"/>
              <a:gd name="connsiteY70-16342" fmla="*/ 2977 h 9759"/>
              <a:gd name="connsiteX71-16343" fmla="*/ 5438 w 10000"/>
              <a:gd name="connsiteY71-16344" fmla="*/ 2172 h 9759"/>
              <a:gd name="connsiteX72-16345" fmla="*/ 5631 w 10000"/>
              <a:gd name="connsiteY72-16346" fmla="*/ 1368 h 9759"/>
              <a:gd name="connsiteX73-16347" fmla="*/ 5631 w 10000"/>
              <a:gd name="connsiteY73-16348" fmla="*/ 1021 h 9759"/>
              <a:gd name="connsiteX74-16349" fmla="*/ 5631 w 10000"/>
              <a:gd name="connsiteY74-16350" fmla="*/ 694 h 9759"/>
              <a:gd name="connsiteX75-16351" fmla="*/ 5631 w 10000"/>
              <a:gd name="connsiteY75-16352" fmla="*/ 455 h 9759"/>
              <a:gd name="connsiteX0-16353" fmla="*/ 10000 w 10000"/>
              <a:gd name="connsiteY0-16354" fmla="*/ 0 h 10000"/>
              <a:gd name="connsiteX1-16355" fmla="*/ 9568 w 10000"/>
              <a:gd name="connsiteY1-16356" fmla="*/ 111 h 10000"/>
              <a:gd name="connsiteX2-16357" fmla="*/ 9371 w 10000"/>
              <a:gd name="connsiteY2-16358" fmla="*/ 220 h 10000"/>
              <a:gd name="connsiteX3-16359" fmla="*/ 9173 w 10000"/>
              <a:gd name="connsiteY3-16360" fmla="*/ 220 h 10000"/>
              <a:gd name="connsiteX4-16361" fmla="*/ 9173 w 10000"/>
              <a:gd name="connsiteY4-16362" fmla="*/ 356 h 10000"/>
              <a:gd name="connsiteX5-16363" fmla="*/ 8934 w 10000"/>
              <a:gd name="connsiteY5-16364" fmla="*/ 466 h 10000"/>
              <a:gd name="connsiteX6-16365" fmla="*/ 8740 w 10000"/>
              <a:gd name="connsiteY6-16366" fmla="*/ 711 h 10000"/>
              <a:gd name="connsiteX7-16367" fmla="*/ 8740 w 10000"/>
              <a:gd name="connsiteY7-16368" fmla="*/ 935 h 10000"/>
              <a:gd name="connsiteX8-16369" fmla="*/ 8544 w 10000"/>
              <a:gd name="connsiteY8-16370" fmla="*/ 1179 h 10000"/>
              <a:gd name="connsiteX9-16371" fmla="*/ 8544 w 10000"/>
              <a:gd name="connsiteY9-16372" fmla="*/ 1536 h 10000"/>
              <a:gd name="connsiteX10-16373" fmla="*/ 8544 w 10000"/>
              <a:gd name="connsiteY10-16374" fmla="*/ 1759 h 10000"/>
              <a:gd name="connsiteX11-16375" fmla="*/ 8305 w 10000"/>
              <a:gd name="connsiteY11-16376" fmla="*/ 2114 h 10000"/>
              <a:gd name="connsiteX12-16377" fmla="*/ 8305 w 10000"/>
              <a:gd name="connsiteY12-16378" fmla="*/ 2581 h 10000"/>
              <a:gd name="connsiteX13-16379" fmla="*/ 8114 w 10000"/>
              <a:gd name="connsiteY13-16380" fmla="*/ 2939 h 10000"/>
              <a:gd name="connsiteX14-16381" fmla="*/ 7913 w 10000"/>
              <a:gd name="connsiteY14-16382" fmla="*/ 3405 h 10000"/>
              <a:gd name="connsiteX15-16383" fmla="*/ 7711 w 10000"/>
              <a:gd name="connsiteY15-16384" fmla="*/ 3874 h 10000"/>
              <a:gd name="connsiteX16-16385" fmla="*/ 7478 w 10000"/>
              <a:gd name="connsiteY16-16386" fmla="*/ 4341 h 10000"/>
              <a:gd name="connsiteX17-16387" fmla="*/ 7085 w 10000"/>
              <a:gd name="connsiteY17-16388" fmla="*/ 5411 h 10000"/>
              <a:gd name="connsiteX18-16389" fmla="*/ 6890 w 10000"/>
              <a:gd name="connsiteY18-16390" fmla="*/ 5879 h 10000"/>
              <a:gd name="connsiteX19-16391" fmla="*/ 6657 w 10000"/>
              <a:gd name="connsiteY19-16392" fmla="*/ 6346 h 10000"/>
              <a:gd name="connsiteX20-16393" fmla="*/ 6458 w 10000"/>
              <a:gd name="connsiteY20-16394" fmla="*/ 6815 h 10000"/>
              <a:gd name="connsiteX21-16395" fmla="*/ 6259 w 10000"/>
              <a:gd name="connsiteY21-16396" fmla="*/ 7285 h 10000"/>
              <a:gd name="connsiteX22-16397" fmla="*/ 6021 w 10000"/>
              <a:gd name="connsiteY22-16398" fmla="*/ 7640 h 10000"/>
              <a:gd name="connsiteX23-16399" fmla="*/ 6021 w 10000"/>
              <a:gd name="connsiteY23-16400" fmla="*/ 7885 h 10000"/>
              <a:gd name="connsiteX24-16401" fmla="*/ 5825 w 10000"/>
              <a:gd name="connsiteY24-16402" fmla="*/ 8240 h 10000"/>
              <a:gd name="connsiteX25-16403" fmla="*/ 5631 w 10000"/>
              <a:gd name="connsiteY25-16404" fmla="*/ 8462 h 10000"/>
              <a:gd name="connsiteX26-16405" fmla="*/ 5196 w 10000"/>
              <a:gd name="connsiteY26-16406" fmla="*/ 8819 h 10000"/>
              <a:gd name="connsiteX27-16407" fmla="*/ 4801 w 10000"/>
              <a:gd name="connsiteY27-16408" fmla="*/ 9175 h 10000"/>
              <a:gd name="connsiteX28-16409" fmla="*/ 4367 w 10000"/>
              <a:gd name="connsiteY28-16410" fmla="*/ 9532 h 10000"/>
              <a:gd name="connsiteX29-16411" fmla="*/ 3976 w 10000"/>
              <a:gd name="connsiteY29-16412" fmla="*/ 9644 h 10000"/>
              <a:gd name="connsiteX30-16413" fmla="*/ 3540 w 10000"/>
              <a:gd name="connsiteY30-16414" fmla="*/ 9866 h 10000"/>
              <a:gd name="connsiteX31-16415" fmla="*/ 3106 w 10000"/>
              <a:gd name="connsiteY31-16416" fmla="*/ 10000 h 10000"/>
              <a:gd name="connsiteX32-16417" fmla="*/ 2714 w 10000"/>
              <a:gd name="connsiteY32-16418" fmla="*/ 10000 h 10000"/>
              <a:gd name="connsiteX33-16419" fmla="*/ 2280 w 10000"/>
              <a:gd name="connsiteY33-16420" fmla="*/ 10000 h 10000"/>
              <a:gd name="connsiteX34-16421" fmla="*/ 2280 w 10000"/>
              <a:gd name="connsiteY34-16422" fmla="*/ 9866 h 10000"/>
              <a:gd name="connsiteX35-16423" fmla="*/ 2081 w 10000"/>
              <a:gd name="connsiteY35-16424" fmla="*/ 9866 h 10000"/>
              <a:gd name="connsiteX36-16425" fmla="*/ 2081 w 10000"/>
              <a:gd name="connsiteY36-16426" fmla="*/ 9755 h 10000"/>
              <a:gd name="connsiteX37-16427" fmla="*/ 2081 w 10000"/>
              <a:gd name="connsiteY37-16428" fmla="*/ 9532 h 10000"/>
              <a:gd name="connsiteX38-16429" fmla="*/ 2081 w 10000"/>
              <a:gd name="connsiteY38-16430" fmla="*/ 9396 h 10000"/>
              <a:gd name="connsiteX39-16431" fmla="*/ 2081 w 10000"/>
              <a:gd name="connsiteY39-16432" fmla="*/ 9286 h 10000"/>
              <a:gd name="connsiteX40-16433" fmla="*/ 2081 w 10000"/>
              <a:gd name="connsiteY40-16434" fmla="*/ 9043 h 10000"/>
              <a:gd name="connsiteX41-16435" fmla="*/ 2081 w 10000"/>
              <a:gd name="connsiteY41-16436" fmla="*/ 8819 h 10000"/>
              <a:gd name="connsiteX42-16437" fmla="*/ 1888 w 10000"/>
              <a:gd name="connsiteY42-16438" fmla="*/ 8574 h 10000"/>
              <a:gd name="connsiteX43-16439" fmla="*/ 1651 w 10000"/>
              <a:gd name="connsiteY43-16440" fmla="*/ 8240 h 10000"/>
              <a:gd name="connsiteX44-16441" fmla="*/ 1258 w 10000"/>
              <a:gd name="connsiteY44-16442" fmla="*/ 7751 h 10000"/>
              <a:gd name="connsiteX45-16443" fmla="*/ 1061 w 10000"/>
              <a:gd name="connsiteY45-16444" fmla="*/ 7285 h 10000"/>
              <a:gd name="connsiteX46-16445" fmla="*/ 431 w 10000"/>
              <a:gd name="connsiteY46-16446" fmla="*/ 6815 h 10000"/>
              <a:gd name="connsiteX47-16447" fmla="*/ 0 w 10000"/>
              <a:gd name="connsiteY47-16448" fmla="*/ 6100 h 10000"/>
              <a:gd name="connsiteX48-16449" fmla="*/ 431 w 10000"/>
              <a:gd name="connsiteY48-16450" fmla="*/ 6346 h 10000"/>
              <a:gd name="connsiteX49-16451" fmla="*/ 1061 w 10000"/>
              <a:gd name="connsiteY49-16452" fmla="*/ 6592 h 10000"/>
              <a:gd name="connsiteX50-16453" fmla="*/ 1453 w 10000"/>
              <a:gd name="connsiteY50-16454" fmla="*/ 6815 h 10000"/>
              <a:gd name="connsiteX51-16455" fmla="*/ 1888 w 10000"/>
              <a:gd name="connsiteY51-16456" fmla="*/ 6926 h 10000"/>
              <a:gd name="connsiteX52-16457" fmla="*/ 2280 w 10000"/>
              <a:gd name="connsiteY52-16458" fmla="*/ 7059 h 10000"/>
              <a:gd name="connsiteX53-16459" fmla="*/ 2522 w 10000"/>
              <a:gd name="connsiteY53-16460" fmla="*/ 7059 h 10000"/>
              <a:gd name="connsiteX54-16461" fmla="*/ 2714 w 10000"/>
              <a:gd name="connsiteY54-16462" fmla="*/ 7171 h 10000"/>
              <a:gd name="connsiteX55-16463" fmla="*/ 2913 w 10000"/>
              <a:gd name="connsiteY55-16464" fmla="*/ 7171 h 10000"/>
              <a:gd name="connsiteX56-16465" fmla="*/ 3106 w 10000"/>
              <a:gd name="connsiteY56-16466" fmla="*/ 7171 h 10000"/>
              <a:gd name="connsiteX57-16467" fmla="*/ 3344 w 10000"/>
              <a:gd name="connsiteY57-16468" fmla="*/ 7171 h 10000"/>
              <a:gd name="connsiteX58-16469" fmla="*/ 3540 w 10000"/>
              <a:gd name="connsiteY58-16470" fmla="*/ 7059 h 10000"/>
              <a:gd name="connsiteX59-16471" fmla="*/ 3741 w 10000"/>
              <a:gd name="connsiteY59-16472" fmla="*/ 6926 h 10000"/>
              <a:gd name="connsiteX60-16473" fmla="*/ 3741 w 10000"/>
              <a:gd name="connsiteY60-16474" fmla="*/ 6815 h 10000"/>
              <a:gd name="connsiteX61-16475" fmla="*/ 3976 w 10000"/>
              <a:gd name="connsiteY61-16476" fmla="*/ 6704 h 10000"/>
              <a:gd name="connsiteX62-16477" fmla="*/ 4169 w 10000"/>
              <a:gd name="connsiteY62-16478" fmla="*/ 6459 h 10000"/>
              <a:gd name="connsiteX63-16479" fmla="*/ 4169 w 10000"/>
              <a:gd name="connsiteY63-16480" fmla="*/ 6236 h 10000"/>
              <a:gd name="connsiteX64-16481" fmla="*/ 4367 w 10000"/>
              <a:gd name="connsiteY64-16482" fmla="*/ 5990 h 10000"/>
              <a:gd name="connsiteX65-16483" fmla="*/ 4564 w 10000"/>
              <a:gd name="connsiteY65-16484" fmla="*/ 5634 h 10000"/>
              <a:gd name="connsiteX66-16485" fmla="*/ 4801 w 10000"/>
              <a:gd name="connsiteY66-16486" fmla="*/ 5276 h 10000"/>
              <a:gd name="connsiteX67-16487" fmla="*/ 4801 w 10000"/>
              <a:gd name="connsiteY67-16488" fmla="*/ 4809 h 10000"/>
              <a:gd name="connsiteX68-16489" fmla="*/ 5196 w 10000"/>
              <a:gd name="connsiteY68-16490" fmla="*/ 3985 h 10000"/>
              <a:gd name="connsiteX69-16491" fmla="*/ 5438 w 10000"/>
              <a:gd name="connsiteY69-16492" fmla="*/ 3051 h 10000"/>
              <a:gd name="connsiteX70-16493" fmla="*/ 5438 w 10000"/>
              <a:gd name="connsiteY70-16494" fmla="*/ 2226 h 10000"/>
              <a:gd name="connsiteX71-16495" fmla="*/ 5631 w 10000"/>
              <a:gd name="connsiteY71-16496" fmla="*/ 1402 h 10000"/>
              <a:gd name="connsiteX72-16497" fmla="*/ 5631 w 10000"/>
              <a:gd name="connsiteY72-16498" fmla="*/ 1046 h 10000"/>
              <a:gd name="connsiteX73-16499" fmla="*/ 5631 w 10000"/>
              <a:gd name="connsiteY73-16500" fmla="*/ 711 h 10000"/>
              <a:gd name="connsiteX74-16501" fmla="*/ 5631 w 10000"/>
              <a:gd name="connsiteY74-16502" fmla="*/ 466 h 10000"/>
              <a:gd name="connsiteX0-16503" fmla="*/ 10000 w 10000"/>
              <a:gd name="connsiteY0-16504" fmla="*/ 0 h 10000"/>
              <a:gd name="connsiteX1-16505" fmla="*/ 9568 w 10000"/>
              <a:gd name="connsiteY1-16506" fmla="*/ 111 h 10000"/>
              <a:gd name="connsiteX2-16507" fmla="*/ 9371 w 10000"/>
              <a:gd name="connsiteY2-16508" fmla="*/ 220 h 10000"/>
              <a:gd name="connsiteX3-16509" fmla="*/ 9173 w 10000"/>
              <a:gd name="connsiteY3-16510" fmla="*/ 356 h 10000"/>
              <a:gd name="connsiteX4-16511" fmla="*/ 8934 w 10000"/>
              <a:gd name="connsiteY4-16512" fmla="*/ 466 h 10000"/>
              <a:gd name="connsiteX5-16513" fmla="*/ 8740 w 10000"/>
              <a:gd name="connsiteY5-16514" fmla="*/ 711 h 10000"/>
              <a:gd name="connsiteX6-16515" fmla="*/ 8740 w 10000"/>
              <a:gd name="connsiteY6-16516" fmla="*/ 935 h 10000"/>
              <a:gd name="connsiteX7-16517" fmla="*/ 8544 w 10000"/>
              <a:gd name="connsiteY7-16518" fmla="*/ 1179 h 10000"/>
              <a:gd name="connsiteX8-16519" fmla="*/ 8544 w 10000"/>
              <a:gd name="connsiteY8-16520" fmla="*/ 1536 h 10000"/>
              <a:gd name="connsiteX9-16521" fmla="*/ 8544 w 10000"/>
              <a:gd name="connsiteY9-16522" fmla="*/ 1759 h 10000"/>
              <a:gd name="connsiteX10-16523" fmla="*/ 8305 w 10000"/>
              <a:gd name="connsiteY10-16524" fmla="*/ 2114 h 10000"/>
              <a:gd name="connsiteX11-16525" fmla="*/ 8305 w 10000"/>
              <a:gd name="connsiteY11-16526" fmla="*/ 2581 h 10000"/>
              <a:gd name="connsiteX12-16527" fmla="*/ 8114 w 10000"/>
              <a:gd name="connsiteY12-16528" fmla="*/ 2939 h 10000"/>
              <a:gd name="connsiteX13-16529" fmla="*/ 7913 w 10000"/>
              <a:gd name="connsiteY13-16530" fmla="*/ 3405 h 10000"/>
              <a:gd name="connsiteX14-16531" fmla="*/ 7711 w 10000"/>
              <a:gd name="connsiteY14-16532" fmla="*/ 3874 h 10000"/>
              <a:gd name="connsiteX15-16533" fmla="*/ 7478 w 10000"/>
              <a:gd name="connsiteY15-16534" fmla="*/ 4341 h 10000"/>
              <a:gd name="connsiteX16-16535" fmla="*/ 7085 w 10000"/>
              <a:gd name="connsiteY16-16536" fmla="*/ 5411 h 10000"/>
              <a:gd name="connsiteX17-16537" fmla="*/ 6890 w 10000"/>
              <a:gd name="connsiteY17-16538" fmla="*/ 5879 h 10000"/>
              <a:gd name="connsiteX18-16539" fmla="*/ 6657 w 10000"/>
              <a:gd name="connsiteY18-16540" fmla="*/ 6346 h 10000"/>
              <a:gd name="connsiteX19-16541" fmla="*/ 6458 w 10000"/>
              <a:gd name="connsiteY19-16542" fmla="*/ 6815 h 10000"/>
              <a:gd name="connsiteX20-16543" fmla="*/ 6259 w 10000"/>
              <a:gd name="connsiteY20-16544" fmla="*/ 7285 h 10000"/>
              <a:gd name="connsiteX21-16545" fmla="*/ 6021 w 10000"/>
              <a:gd name="connsiteY21-16546" fmla="*/ 7640 h 10000"/>
              <a:gd name="connsiteX22-16547" fmla="*/ 6021 w 10000"/>
              <a:gd name="connsiteY22-16548" fmla="*/ 7885 h 10000"/>
              <a:gd name="connsiteX23-16549" fmla="*/ 5825 w 10000"/>
              <a:gd name="connsiteY23-16550" fmla="*/ 8240 h 10000"/>
              <a:gd name="connsiteX24-16551" fmla="*/ 5631 w 10000"/>
              <a:gd name="connsiteY24-16552" fmla="*/ 8462 h 10000"/>
              <a:gd name="connsiteX25-16553" fmla="*/ 5196 w 10000"/>
              <a:gd name="connsiteY25-16554" fmla="*/ 8819 h 10000"/>
              <a:gd name="connsiteX26-16555" fmla="*/ 4801 w 10000"/>
              <a:gd name="connsiteY26-16556" fmla="*/ 9175 h 10000"/>
              <a:gd name="connsiteX27-16557" fmla="*/ 4367 w 10000"/>
              <a:gd name="connsiteY27-16558" fmla="*/ 9532 h 10000"/>
              <a:gd name="connsiteX28-16559" fmla="*/ 3976 w 10000"/>
              <a:gd name="connsiteY28-16560" fmla="*/ 9644 h 10000"/>
              <a:gd name="connsiteX29-16561" fmla="*/ 3540 w 10000"/>
              <a:gd name="connsiteY29-16562" fmla="*/ 9866 h 10000"/>
              <a:gd name="connsiteX30-16563" fmla="*/ 3106 w 10000"/>
              <a:gd name="connsiteY30-16564" fmla="*/ 10000 h 10000"/>
              <a:gd name="connsiteX31-16565" fmla="*/ 2714 w 10000"/>
              <a:gd name="connsiteY31-16566" fmla="*/ 10000 h 10000"/>
              <a:gd name="connsiteX32-16567" fmla="*/ 2280 w 10000"/>
              <a:gd name="connsiteY32-16568" fmla="*/ 10000 h 10000"/>
              <a:gd name="connsiteX33-16569" fmla="*/ 2280 w 10000"/>
              <a:gd name="connsiteY33-16570" fmla="*/ 9866 h 10000"/>
              <a:gd name="connsiteX34-16571" fmla="*/ 2081 w 10000"/>
              <a:gd name="connsiteY34-16572" fmla="*/ 9866 h 10000"/>
              <a:gd name="connsiteX35-16573" fmla="*/ 2081 w 10000"/>
              <a:gd name="connsiteY35-16574" fmla="*/ 9755 h 10000"/>
              <a:gd name="connsiteX36-16575" fmla="*/ 2081 w 10000"/>
              <a:gd name="connsiteY36-16576" fmla="*/ 9532 h 10000"/>
              <a:gd name="connsiteX37-16577" fmla="*/ 2081 w 10000"/>
              <a:gd name="connsiteY37-16578" fmla="*/ 9396 h 10000"/>
              <a:gd name="connsiteX38-16579" fmla="*/ 2081 w 10000"/>
              <a:gd name="connsiteY38-16580" fmla="*/ 9286 h 10000"/>
              <a:gd name="connsiteX39-16581" fmla="*/ 2081 w 10000"/>
              <a:gd name="connsiteY39-16582" fmla="*/ 9043 h 10000"/>
              <a:gd name="connsiteX40-16583" fmla="*/ 2081 w 10000"/>
              <a:gd name="connsiteY40-16584" fmla="*/ 8819 h 10000"/>
              <a:gd name="connsiteX41-16585" fmla="*/ 1888 w 10000"/>
              <a:gd name="connsiteY41-16586" fmla="*/ 8574 h 10000"/>
              <a:gd name="connsiteX42-16587" fmla="*/ 1651 w 10000"/>
              <a:gd name="connsiteY42-16588" fmla="*/ 8240 h 10000"/>
              <a:gd name="connsiteX43-16589" fmla="*/ 1258 w 10000"/>
              <a:gd name="connsiteY43-16590" fmla="*/ 7751 h 10000"/>
              <a:gd name="connsiteX44-16591" fmla="*/ 1061 w 10000"/>
              <a:gd name="connsiteY44-16592" fmla="*/ 7285 h 10000"/>
              <a:gd name="connsiteX45-16593" fmla="*/ 431 w 10000"/>
              <a:gd name="connsiteY45-16594" fmla="*/ 6815 h 10000"/>
              <a:gd name="connsiteX46-16595" fmla="*/ 0 w 10000"/>
              <a:gd name="connsiteY46-16596" fmla="*/ 6100 h 10000"/>
              <a:gd name="connsiteX47-16597" fmla="*/ 431 w 10000"/>
              <a:gd name="connsiteY47-16598" fmla="*/ 6346 h 10000"/>
              <a:gd name="connsiteX48-16599" fmla="*/ 1061 w 10000"/>
              <a:gd name="connsiteY48-16600" fmla="*/ 6592 h 10000"/>
              <a:gd name="connsiteX49-16601" fmla="*/ 1453 w 10000"/>
              <a:gd name="connsiteY49-16602" fmla="*/ 6815 h 10000"/>
              <a:gd name="connsiteX50-16603" fmla="*/ 1888 w 10000"/>
              <a:gd name="connsiteY50-16604" fmla="*/ 6926 h 10000"/>
              <a:gd name="connsiteX51-16605" fmla="*/ 2280 w 10000"/>
              <a:gd name="connsiteY51-16606" fmla="*/ 7059 h 10000"/>
              <a:gd name="connsiteX52-16607" fmla="*/ 2522 w 10000"/>
              <a:gd name="connsiteY52-16608" fmla="*/ 7059 h 10000"/>
              <a:gd name="connsiteX53-16609" fmla="*/ 2714 w 10000"/>
              <a:gd name="connsiteY53-16610" fmla="*/ 7171 h 10000"/>
              <a:gd name="connsiteX54-16611" fmla="*/ 2913 w 10000"/>
              <a:gd name="connsiteY54-16612" fmla="*/ 7171 h 10000"/>
              <a:gd name="connsiteX55-16613" fmla="*/ 3106 w 10000"/>
              <a:gd name="connsiteY55-16614" fmla="*/ 7171 h 10000"/>
              <a:gd name="connsiteX56-16615" fmla="*/ 3344 w 10000"/>
              <a:gd name="connsiteY56-16616" fmla="*/ 7171 h 10000"/>
              <a:gd name="connsiteX57-16617" fmla="*/ 3540 w 10000"/>
              <a:gd name="connsiteY57-16618" fmla="*/ 7059 h 10000"/>
              <a:gd name="connsiteX58-16619" fmla="*/ 3741 w 10000"/>
              <a:gd name="connsiteY58-16620" fmla="*/ 6926 h 10000"/>
              <a:gd name="connsiteX59-16621" fmla="*/ 3741 w 10000"/>
              <a:gd name="connsiteY59-16622" fmla="*/ 6815 h 10000"/>
              <a:gd name="connsiteX60-16623" fmla="*/ 3976 w 10000"/>
              <a:gd name="connsiteY60-16624" fmla="*/ 6704 h 10000"/>
              <a:gd name="connsiteX61-16625" fmla="*/ 4169 w 10000"/>
              <a:gd name="connsiteY61-16626" fmla="*/ 6459 h 10000"/>
              <a:gd name="connsiteX62-16627" fmla="*/ 4169 w 10000"/>
              <a:gd name="connsiteY62-16628" fmla="*/ 6236 h 10000"/>
              <a:gd name="connsiteX63-16629" fmla="*/ 4367 w 10000"/>
              <a:gd name="connsiteY63-16630" fmla="*/ 5990 h 10000"/>
              <a:gd name="connsiteX64-16631" fmla="*/ 4564 w 10000"/>
              <a:gd name="connsiteY64-16632" fmla="*/ 5634 h 10000"/>
              <a:gd name="connsiteX65-16633" fmla="*/ 4801 w 10000"/>
              <a:gd name="connsiteY65-16634" fmla="*/ 5276 h 10000"/>
              <a:gd name="connsiteX66-16635" fmla="*/ 4801 w 10000"/>
              <a:gd name="connsiteY66-16636" fmla="*/ 4809 h 10000"/>
              <a:gd name="connsiteX67-16637" fmla="*/ 5196 w 10000"/>
              <a:gd name="connsiteY67-16638" fmla="*/ 3985 h 10000"/>
              <a:gd name="connsiteX68-16639" fmla="*/ 5438 w 10000"/>
              <a:gd name="connsiteY68-16640" fmla="*/ 3051 h 10000"/>
              <a:gd name="connsiteX69-16641" fmla="*/ 5438 w 10000"/>
              <a:gd name="connsiteY69-16642" fmla="*/ 2226 h 10000"/>
              <a:gd name="connsiteX70-16643" fmla="*/ 5631 w 10000"/>
              <a:gd name="connsiteY70-16644" fmla="*/ 1402 h 10000"/>
              <a:gd name="connsiteX71-16645" fmla="*/ 5631 w 10000"/>
              <a:gd name="connsiteY71-16646" fmla="*/ 1046 h 10000"/>
              <a:gd name="connsiteX72-16647" fmla="*/ 5631 w 10000"/>
              <a:gd name="connsiteY72-16648" fmla="*/ 711 h 10000"/>
              <a:gd name="connsiteX73-16649" fmla="*/ 5631 w 10000"/>
              <a:gd name="connsiteY73-16650" fmla="*/ 466 h 10000"/>
              <a:gd name="connsiteX0-16651" fmla="*/ 10000 w 10000"/>
              <a:gd name="connsiteY0-16652" fmla="*/ 0 h 10000"/>
              <a:gd name="connsiteX1-16653" fmla="*/ 9568 w 10000"/>
              <a:gd name="connsiteY1-16654" fmla="*/ 111 h 10000"/>
              <a:gd name="connsiteX2-16655" fmla="*/ 9371 w 10000"/>
              <a:gd name="connsiteY2-16656" fmla="*/ 220 h 10000"/>
              <a:gd name="connsiteX3-16657" fmla="*/ 8934 w 10000"/>
              <a:gd name="connsiteY3-16658" fmla="*/ 466 h 10000"/>
              <a:gd name="connsiteX4-16659" fmla="*/ 8740 w 10000"/>
              <a:gd name="connsiteY4-16660" fmla="*/ 711 h 10000"/>
              <a:gd name="connsiteX5-16661" fmla="*/ 8740 w 10000"/>
              <a:gd name="connsiteY5-16662" fmla="*/ 935 h 10000"/>
              <a:gd name="connsiteX6-16663" fmla="*/ 8544 w 10000"/>
              <a:gd name="connsiteY6-16664" fmla="*/ 1179 h 10000"/>
              <a:gd name="connsiteX7-16665" fmla="*/ 8544 w 10000"/>
              <a:gd name="connsiteY7-16666" fmla="*/ 1536 h 10000"/>
              <a:gd name="connsiteX8-16667" fmla="*/ 8544 w 10000"/>
              <a:gd name="connsiteY8-16668" fmla="*/ 1759 h 10000"/>
              <a:gd name="connsiteX9-16669" fmla="*/ 8305 w 10000"/>
              <a:gd name="connsiteY9-16670" fmla="*/ 2114 h 10000"/>
              <a:gd name="connsiteX10-16671" fmla="*/ 8305 w 10000"/>
              <a:gd name="connsiteY10-16672" fmla="*/ 2581 h 10000"/>
              <a:gd name="connsiteX11-16673" fmla="*/ 8114 w 10000"/>
              <a:gd name="connsiteY11-16674" fmla="*/ 2939 h 10000"/>
              <a:gd name="connsiteX12-16675" fmla="*/ 7913 w 10000"/>
              <a:gd name="connsiteY12-16676" fmla="*/ 3405 h 10000"/>
              <a:gd name="connsiteX13-16677" fmla="*/ 7711 w 10000"/>
              <a:gd name="connsiteY13-16678" fmla="*/ 3874 h 10000"/>
              <a:gd name="connsiteX14-16679" fmla="*/ 7478 w 10000"/>
              <a:gd name="connsiteY14-16680" fmla="*/ 4341 h 10000"/>
              <a:gd name="connsiteX15-16681" fmla="*/ 7085 w 10000"/>
              <a:gd name="connsiteY15-16682" fmla="*/ 5411 h 10000"/>
              <a:gd name="connsiteX16-16683" fmla="*/ 6890 w 10000"/>
              <a:gd name="connsiteY16-16684" fmla="*/ 5879 h 10000"/>
              <a:gd name="connsiteX17-16685" fmla="*/ 6657 w 10000"/>
              <a:gd name="connsiteY17-16686" fmla="*/ 6346 h 10000"/>
              <a:gd name="connsiteX18-16687" fmla="*/ 6458 w 10000"/>
              <a:gd name="connsiteY18-16688" fmla="*/ 6815 h 10000"/>
              <a:gd name="connsiteX19-16689" fmla="*/ 6259 w 10000"/>
              <a:gd name="connsiteY19-16690" fmla="*/ 7285 h 10000"/>
              <a:gd name="connsiteX20-16691" fmla="*/ 6021 w 10000"/>
              <a:gd name="connsiteY20-16692" fmla="*/ 7640 h 10000"/>
              <a:gd name="connsiteX21-16693" fmla="*/ 6021 w 10000"/>
              <a:gd name="connsiteY21-16694" fmla="*/ 7885 h 10000"/>
              <a:gd name="connsiteX22-16695" fmla="*/ 5825 w 10000"/>
              <a:gd name="connsiteY22-16696" fmla="*/ 8240 h 10000"/>
              <a:gd name="connsiteX23-16697" fmla="*/ 5631 w 10000"/>
              <a:gd name="connsiteY23-16698" fmla="*/ 8462 h 10000"/>
              <a:gd name="connsiteX24-16699" fmla="*/ 5196 w 10000"/>
              <a:gd name="connsiteY24-16700" fmla="*/ 8819 h 10000"/>
              <a:gd name="connsiteX25-16701" fmla="*/ 4801 w 10000"/>
              <a:gd name="connsiteY25-16702" fmla="*/ 9175 h 10000"/>
              <a:gd name="connsiteX26-16703" fmla="*/ 4367 w 10000"/>
              <a:gd name="connsiteY26-16704" fmla="*/ 9532 h 10000"/>
              <a:gd name="connsiteX27-16705" fmla="*/ 3976 w 10000"/>
              <a:gd name="connsiteY27-16706" fmla="*/ 9644 h 10000"/>
              <a:gd name="connsiteX28-16707" fmla="*/ 3540 w 10000"/>
              <a:gd name="connsiteY28-16708" fmla="*/ 9866 h 10000"/>
              <a:gd name="connsiteX29-16709" fmla="*/ 3106 w 10000"/>
              <a:gd name="connsiteY29-16710" fmla="*/ 10000 h 10000"/>
              <a:gd name="connsiteX30-16711" fmla="*/ 2714 w 10000"/>
              <a:gd name="connsiteY30-16712" fmla="*/ 10000 h 10000"/>
              <a:gd name="connsiteX31-16713" fmla="*/ 2280 w 10000"/>
              <a:gd name="connsiteY31-16714" fmla="*/ 10000 h 10000"/>
              <a:gd name="connsiteX32-16715" fmla="*/ 2280 w 10000"/>
              <a:gd name="connsiteY32-16716" fmla="*/ 9866 h 10000"/>
              <a:gd name="connsiteX33-16717" fmla="*/ 2081 w 10000"/>
              <a:gd name="connsiteY33-16718" fmla="*/ 9866 h 10000"/>
              <a:gd name="connsiteX34-16719" fmla="*/ 2081 w 10000"/>
              <a:gd name="connsiteY34-16720" fmla="*/ 9755 h 10000"/>
              <a:gd name="connsiteX35-16721" fmla="*/ 2081 w 10000"/>
              <a:gd name="connsiteY35-16722" fmla="*/ 9532 h 10000"/>
              <a:gd name="connsiteX36-16723" fmla="*/ 2081 w 10000"/>
              <a:gd name="connsiteY36-16724" fmla="*/ 9396 h 10000"/>
              <a:gd name="connsiteX37-16725" fmla="*/ 2081 w 10000"/>
              <a:gd name="connsiteY37-16726" fmla="*/ 9286 h 10000"/>
              <a:gd name="connsiteX38-16727" fmla="*/ 2081 w 10000"/>
              <a:gd name="connsiteY38-16728" fmla="*/ 9043 h 10000"/>
              <a:gd name="connsiteX39-16729" fmla="*/ 2081 w 10000"/>
              <a:gd name="connsiteY39-16730" fmla="*/ 8819 h 10000"/>
              <a:gd name="connsiteX40-16731" fmla="*/ 1888 w 10000"/>
              <a:gd name="connsiteY40-16732" fmla="*/ 8574 h 10000"/>
              <a:gd name="connsiteX41-16733" fmla="*/ 1651 w 10000"/>
              <a:gd name="connsiteY41-16734" fmla="*/ 8240 h 10000"/>
              <a:gd name="connsiteX42-16735" fmla="*/ 1258 w 10000"/>
              <a:gd name="connsiteY42-16736" fmla="*/ 7751 h 10000"/>
              <a:gd name="connsiteX43-16737" fmla="*/ 1061 w 10000"/>
              <a:gd name="connsiteY43-16738" fmla="*/ 7285 h 10000"/>
              <a:gd name="connsiteX44-16739" fmla="*/ 431 w 10000"/>
              <a:gd name="connsiteY44-16740" fmla="*/ 6815 h 10000"/>
              <a:gd name="connsiteX45-16741" fmla="*/ 0 w 10000"/>
              <a:gd name="connsiteY45-16742" fmla="*/ 6100 h 10000"/>
              <a:gd name="connsiteX46-16743" fmla="*/ 431 w 10000"/>
              <a:gd name="connsiteY46-16744" fmla="*/ 6346 h 10000"/>
              <a:gd name="connsiteX47-16745" fmla="*/ 1061 w 10000"/>
              <a:gd name="connsiteY47-16746" fmla="*/ 6592 h 10000"/>
              <a:gd name="connsiteX48-16747" fmla="*/ 1453 w 10000"/>
              <a:gd name="connsiteY48-16748" fmla="*/ 6815 h 10000"/>
              <a:gd name="connsiteX49-16749" fmla="*/ 1888 w 10000"/>
              <a:gd name="connsiteY49-16750" fmla="*/ 6926 h 10000"/>
              <a:gd name="connsiteX50-16751" fmla="*/ 2280 w 10000"/>
              <a:gd name="connsiteY50-16752" fmla="*/ 7059 h 10000"/>
              <a:gd name="connsiteX51-16753" fmla="*/ 2522 w 10000"/>
              <a:gd name="connsiteY51-16754" fmla="*/ 7059 h 10000"/>
              <a:gd name="connsiteX52-16755" fmla="*/ 2714 w 10000"/>
              <a:gd name="connsiteY52-16756" fmla="*/ 7171 h 10000"/>
              <a:gd name="connsiteX53-16757" fmla="*/ 2913 w 10000"/>
              <a:gd name="connsiteY53-16758" fmla="*/ 7171 h 10000"/>
              <a:gd name="connsiteX54-16759" fmla="*/ 3106 w 10000"/>
              <a:gd name="connsiteY54-16760" fmla="*/ 7171 h 10000"/>
              <a:gd name="connsiteX55-16761" fmla="*/ 3344 w 10000"/>
              <a:gd name="connsiteY55-16762" fmla="*/ 7171 h 10000"/>
              <a:gd name="connsiteX56-16763" fmla="*/ 3540 w 10000"/>
              <a:gd name="connsiteY56-16764" fmla="*/ 7059 h 10000"/>
              <a:gd name="connsiteX57-16765" fmla="*/ 3741 w 10000"/>
              <a:gd name="connsiteY57-16766" fmla="*/ 6926 h 10000"/>
              <a:gd name="connsiteX58-16767" fmla="*/ 3741 w 10000"/>
              <a:gd name="connsiteY58-16768" fmla="*/ 6815 h 10000"/>
              <a:gd name="connsiteX59-16769" fmla="*/ 3976 w 10000"/>
              <a:gd name="connsiteY59-16770" fmla="*/ 6704 h 10000"/>
              <a:gd name="connsiteX60-16771" fmla="*/ 4169 w 10000"/>
              <a:gd name="connsiteY60-16772" fmla="*/ 6459 h 10000"/>
              <a:gd name="connsiteX61-16773" fmla="*/ 4169 w 10000"/>
              <a:gd name="connsiteY61-16774" fmla="*/ 6236 h 10000"/>
              <a:gd name="connsiteX62-16775" fmla="*/ 4367 w 10000"/>
              <a:gd name="connsiteY62-16776" fmla="*/ 5990 h 10000"/>
              <a:gd name="connsiteX63-16777" fmla="*/ 4564 w 10000"/>
              <a:gd name="connsiteY63-16778" fmla="*/ 5634 h 10000"/>
              <a:gd name="connsiteX64-16779" fmla="*/ 4801 w 10000"/>
              <a:gd name="connsiteY64-16780" fmla="*/ 5276 h 10000"/>
              <a:gd name="connsiteX65-16781" fmla="*/ 4801 w 10000"/>
              <a:gd name="connsiteY65-16782" fmla="*/ 4809 h 10000"/>
              <a:gd name="connsiteX66-16783" fmla="*/ 5196 w 10000"/>
              <a:gd name="connsiteY66-16784" fmla="*/ 3985 h 10000"/>
              <a:gd name="connsiteX67-16785" fmla="*/ 5438 w 10000"/>
              <a:gd name="connsiteY67-16786" fmla="*/ 3051 h 10000"/>
              <a:gd name="connsiteX68-16787" fmla="*/ 5438 w 10000"/>
              <a:gd name="connsiteY68-16788" fmla="*/ 2226 h 10000"/>
              <a:gd name="connsiteX69-16789" fmla="*/ 5631 w 10000"/>
              <a:gd name="connsiteY69-16790" fmla="*/ 1402 h 10000"/>
              <a:gd name="connsiteX70-16791" fmla="*/ 5631 w 10000"/>
              <a:gd name="connsiteY70-16792" fmla="*/ 1046 h 10000"/>
              <a:gd name="connsiteX71-16793" fmla="*/ 5631 w 10000"/>
              <a:gd name="connsiteY71-16794" fmla="*/ 711 h 10000"/>
              <a:gd name="connsiteX72-16795" fmla="*/ 5631 w 10000"/>
              <a:gd name="connsiteY72-16796" fmla="*/ 466 h 10000"/>
              <a:gd name="connsiteX0-16797" fmla="*/ 10000 w 10000"/>
              <a:gd name="connsiteY0-16798" fmla="*/ 0 h 10000"/>
              <a:gd name="connsiteX1-16799" fmla="*/ 9568 w 10000"/>
              <a:gd name="connsiteY1-16800" fmla="*/ 111 h 10000"/>
              <a:gd name="connsiteX2-16801" fmla="*/ 8934 w 10000"/>
              <a:gd name="connsiteY2-16802" fmla="*/ 466 h 10000"/>
              <a:gd name="connsiteX3-16803" fmla="*/ 8740 w 10000"/>
              <a:gd name="connsiteY3-16804" fmla="*/ 711 h 10000"/>
              <a:gd name="connsiteX4-16805" fmla="*/ 8740 w 10000"/>
              <a:gd name="connsiteY4-16806" fmla="*/ 935 h 10000"/>
              <a:gd name="connsiteX5-16807" fmla="*/ 8544 w 10000"/>
              <a:gd name="connsiteY5-16808" fmla="*/ 1179 h 10000"/>
              <a:gd name="connsiteX6-16809" fmla="*/ 8544 w 10000"/>
              <a:gd name="connsiteY6-16810" fmla="*/ 1536 h 10000"/>
              <a:gd name="connsiteX7-16811" fmla="*/ 8544 w 10000"/>
              <a:gd name="connsiteY7-16812" fmla="*/ 1759 h 10000"/>
              <a:gd name="connsiteX8-16813" fmla="*/ 8305 w 10000"/>
              <a:gd name="connsiteY8-16814" fmla="*/ 2114 h 10000"/>
              <a:gd name="connsiteX9-16815" fmla="*/ 8305 w 10000"/>
              <a:gd name="connsiteY9-16816" fmla="*/ 2581 h 10000"/>
              <a:gd name="connsiteX10-16817" fmla="*/ 8114 w 10000"/>
              <a:gd name="connsiteY10-16818" fmla="*/ 2939 h 10000"/>
              <a:gd name="connsiteX11-16819" fmla="*/ 7913 w 10000"/>
              <a:gd name="connsiteY11-16820" fmla="*/ 3405 h 10000"/>
              <a:gd name="connsiteX12-16821" fmla="*/ 7711 w 10000"/>
              <a:gd name="connsiteY12-16822" fmla="*/ 3874 h 10000"/>
              <a:gd name="connsiteX13-16823" fmla="*/ 7478 w 10000"/>
              <a:gd name="connsiteY13-16824" fmla="*/ 4341 h 10000"/>
              <a:gd name="connsiteX14-16825" fmla="*/ 7085 w 10000"/>
              <a:gd name="connsiteY14-16826" fmla="*/ 5411 h 10000"/>
              <a:gd name="connsiteX15-16827" fmla="*/ 6890 w 10000"/>
              <a:gd name="connsiteY15-16828" fmla="*/ 5879 h 10000"/>
              <a:gd name="connsiteX16-16829" fmla="*/ 6657 w 10000"/>
              <a:gd name="connsiteY16-16830" fmla="*/ 6346 h 10000"/>
              <a:gd name="connsiteX17-16831" fmla="*/ 6458 w 10000"/>
              <a:gd name="connsiteY17-16832" fmla="*/ 6815 h 10000"/>
              <a:gd name="connsiteX18-16833" fmla="*/ 6259 w 10000"/>
              <a:gd name="connsiteY18-16834" fmla="*/ 7285 h 10000"/>
              <a:gd name="connsiteX19-16835" fmla="*/ 6021 w 10000"/>
              <a:gd name="connsiteY19-16836" fmla="*/ 7640 h 10000"/>
              <a:gd name="connsiteX20-16837" fmla="*/ 6021 w 10000"/>
              <a:gd name="connsiteY20-16838" fmla="*/ 7885 h 10000"/>
              <a:gd name="connsiteX21-16839" fmla="*/ 5825 w 10000"/>
              <a:gd name="connsiteY21-16840" fmla="*/ 8240 h 10000"/>
              <a:gd name="connsiteX22-16841" fmla="*/ 5631 w 10000"/>
              <a:gd name="connsiteY22-16842" fmla="*/ 8462 h 10000"/>
              <a:gd name="connsiteX23-16843" fmla="*/ 5196 w 10000"/>
              <a:gd name="connsiteY23-16844" fmla="*/ 8819 h 10000"/>
              <a:gd name="connsiteX24-16845" fmla="*/ 4801 w 10000"/>
              <a:gd name="connsiteY24-16846" fmla="*/ 9175 h 10000"/>
              <a:gd name="connsiteX25-16847" fmla="*/ 4367 w 10000"/>
              <a:gd name="connsiteY25-16848" fmla="*/ 9532 h 10000"/>
              <a:gd name="connsiteX26-16849" fmla="*/ 3976 w 10000"/>
              <a:gd name="connsiteY26-16850" fmla="*/ 9644 h 10000"/>
              <a:gd name="connsiteX27-16851" fmla="*/ 3540 w 10000"/>
              <a:gd name="connsiteY27-16852" fmla="*/ 9866 h 10000"/>
              <a:gd name="connsiteX28-16853" fmla="*/ 3106 w 10000"/>
              <a:gd name="connsiteY28-16854" fmla="*/ 10000 h 10000"/>
              <a:gd name="connsiteX29-16855" fmla="*/ 2714 w 10000"/>
              <a:gd name="connsiteY29-16856" fmla="*/ 10000 h 10000"/>
              <a:gd name="connsiteX30-16857" fmla="*/ 2280 w 10000"/>
              <a:gd name="connsiteY30-16858" fmla="*/ 10000 h 10000"/>
              <a:gd name="connsiteX31-16859" fmla="*/ 2280 w 10000"/>
              <a:gd name="connsiteY31-16860" fmla="*/ 9866 h 10000"/>
              <a:gd name="connsiteX32-16861" fmla="*/ 2081 w 10000"/>
              <a:gd name="connsiteY32-16862" fmla="*/ 9866 h 10000"/>
              <a:gd name="connsiteX33-16863" fmla="*/ 2081 w 10000"/>
              <a:gd name="connsiteY33-16864" fmla="*/ 9755 h 10000"/>
              <a:gd name="connsiteX34-16865" fmla="*/ 2081 w 10000"/>
              <a:gd name="connsiteY34-16866" fmla="*/ 9532 h 10000"/>
              <a:gd name="connsiteX35-16867" fmla="*/ 2081 w 10000"/>
              <a:gd name="connsiteY35-16868" fmla="*/ 9396 h 10000"/>
              <a:gd name="connsiteX36-16869" fmla="*/ 2081 w 10000"/>
              <a:gd name="connsiteY36-16870" fmla="*/ 9286 h 10000"/>
              <a:gd name="connsiteX37-16871" fmla="*/ 2081 w 10000"/>
              <a:gd name="connsiteY37-16872" fmla="*/ 9043 h 10000"/>
              <a:gd name="connsiteX38-16873" fmla="*/ 2081 w 10000"/>
              <a:gd name="connsiteY38-16874" fmla="*/ 8819 h 10000"/>
              <a:gd name="connsiteX39-16875" fmla="*/ 1888 w 10000"/>
              <a:gd name="connsiteY39-16876" fmla="*/ 8574 h 10000"/>
              <a:gd name="connsiteX40-16877" fmla="*/ 1651 w 10000"/>
              <a:gd name="connsiteY40-16878" fmla="*/ 8240 h 10000"/>
              <a:gd name="connsiteX41-16879" fmla="*/ 1258 w 10000"/>
              <a:gd name="connsiteY41-16880" fmla="*/ 7751 h 10000"/>
              <a:gd name="connsiteX42-16881" fmla="*/ 1061 w 10000"/>
              <a:gd name="connsiteY42-16882" fmla="*/ 7285 h 10000"/>
              <a:gd name="connsiteX43-16883" fmla="*/ 431 w 10000"/>
              <a:gd name="connsiteY43-16884" fmla="*/ 6815 h 10000"/>
              <a:gd name="connsiteX44-16885" fmla="*/ 0 w 10000"/>
              <a:gd name="connsiteY44-16886" fmla="*/ 6100 h 10000"/>
              <a:gd name="connsiteX45-16887" fmla="*/ 431 w 10000"/>
              <a:gd name="connsiteY45-16888" fmla="*/ 6346 h 10000"/>
              <a:gd name="connsiteX46-16889" fmla="*/ 1061 w 10000"/>
              <a:gd name="connsiteY46-16890" fmla="*/ 6592 h 10000"/>
              <a:gd name="connsiteX47-16891" fmla="*/ 1453 w 10000"/>
              <a:gd name="connsiteY47-16892" fmla="*/ 6815 h 10000"/>
              <a:gd name="connsiteX48-16893" fmla="*/ 1888 w 10000"/>
              <a:gd name="connsiteY48-16894" fmla="*/ 6926 h 10000"/>
              <a:gd name="connsiteX49-16895" fmla="*/ 2280 w 10000"/>
              <a:gd name="connsiteY49-16896" fmla="*/ 7059 h 10000"/>
              <a:gd name="connsiteX50-16897" fmla="*/ 2522 w 10000"/>
              <a:gd name="connsiteY50-16898" fmla="*/ 7059 h 10000"/>
              <a:gd name="connsiteX51-16899" fmla="*/ 2714 w 10000"/>
              <a:gd name="connsiteY51-16900" fmla="*/ 7171 h 10000"/>
              <a:gd name="connsiteX52-16901" fmla="*/ 2913 w 10000"/>
              <a:gd name="connsiteY52-16902" fmla="*/ 7171 h 10000"/>
              <a:gd name="connsiteX53-16903" fmla="*/ 3106 w 10000"/>
              <a:gd name="connsiteY53-16904" fmla="*/ 7171 h 10000"/>
              <a:gd name="connsiteX54-16905" fmla="*/ 3344 w 10000"/>
              <a:gd name="connsiteY54-16906" fmla="*/ 7171 h 10000"/>
              <a:gd name="connsiteX55-16907" fmla="*/ 3540 w 10000"/>
              <a:gd name="connsiteY55-16908" fmla="*/ 7059 h 10000"/>
              <a:gd name="connsiteX56-16909" fmla="*/ 3741 w 10000"/>
              <a:gd name="connsiteY56-16910" fmla="*/ 6926 h 10000"/>
              <a:gd name="connsiteX57-16911" fmla="*/ 3741 w 10000"/>
              <a:gd name="connsiteY57-16912" fmla="*/ 6815 h 10000"/>
              <a:gd name="connsiteX58-16913" fmla="*/ 3976 w 10000"/>
              <a:gd name="connsiteY58-16914" fmla="*/ 6704 h 10000"/>
              <a:gd name="connsiteX59-16915" fmla="*/ 4169 w 10000"/>
              <a:gd name="connsiteY59-16916" fmla="*/ 6459 h 10000"/>
              <a:gd name="connsiteX60-16917" fmla="*/ 4169 w 10000"/>
              <a:gd name="connsiteY60-16918" fmla="*/ 6236 h 10000"/>
              <a:gd name="connsiteX61-16919" fmla="*/ 4367 w 10000"/>
              <a:gd name="connsiteY61-16920" fmla="*/ 5990 h 10000"/>
              <a:gd name="connsiteX62-16921" fmla="*/ 4564 w 10000"/>
              <a:gd name="connsiteY62-16922" fmla="*/ 5634 h 10000"/>
              <a:gd name="connsiteX63-16923" fmla="*/ 4801 w 10000"/>
              <a:gd name="connsiteY63-16924" fmla="*/ 5276 h 10000"/>
              <a:gd name="connsiteX64-16925" fmla="*/ 4801 w 10000"/>
              <a:gd name="connsiteY64-16926" fmla="*/ 4809 h 10000"/>
              <a:gd name="connsiteX65-16927" fmla="*/ 5196 w 10000"/>
              <a:gd name="connsiteY65-16928" fmla="*/ 3985 h 10000"/>
              <a:gd name="connsiteX66-16929" fmla="*/ 5438 w 10000"/>
              <a:gd name="connsiteY66-16930" fmla="*/ 3051 h 10000"/>
              <a:gd name="connsiteX67-16931" fmla="*/ 5438 w 10000"/>
              <a:gd name="connsiteY67-16932" fmla="*/ 2226 h 10000"/>
              <a:gd name="connsiteX68-16933" fmla="*/ 5631 w 10000"/>
              <a:gd name="connsiteY68-16934" fmla="*/ 1402 h 10000"/>
              <a:gd name="connsiteX69-16935" fmla="*/ 5631 w 10000"/>
              <a:gd name="connsiteY69-16936" fmla="*/ 1046 h 10000"/>
              <a:gd name="connsiteX70-16937" fmla="*/ 5631 w 10000"/>
              <a:gd name="connsiteY70-16938" fmla="*/ 711 h 10000"/>
              <a:gd name="connsiteX71-16939" fmla="*/ 5631 w 10000"/>
              <a:gd name="connsiteY71-16940" fmla="*/ 466 h 10000"/>
              <a:gd name="connsiteX0-16941" fmla="*/ 10000 w 10000"/>
              <a:gd name="connsiteY0-16942" fmla="*/ 0 h 10000"/>
              <a:gd name="connsiteX1-16943" fmla="*/ 8934 w 10000"/>
              <a:gd name="connsiteY1-16944" fmla="*/ 466 h 10000"/>
              <a:gd name="connsiteX2-16945" fmla="*/ 8740 w 10000"/>
              <a:gd name="connsiteY2-16946" fmla="*/ 711 h 10000"/>
              <a:gd name="connsiteX3-16947" fmla="*/ 8740 w 10000"/>
              <a:gd name="connsiteY3-16948" fmla="*/ 935 h 10000"/>
              <a:gd name="connsiteX4-16949" fmla="*/ 8544 w 10000"/>
              <a:gd name="connsiteY4-16950" fmla="*/ 1179 h 10000"/>
              <a:gd name="connsiteX5-16951" fmla="*/ 8544 w 10000"/>
              <a:gd name="connsiteY5-16952" fmla="*/ 1536 h 10000"/>
              <a:gd name="connsiteX6-16953" fmla="*/ 8544 w 10000"/>
              <a:gd name="connsiteY6-16954" fmla="*/ 1759 h 10000"/>
              <a:gd name="connsiteX7-16955" fmla="*/ 8305 w 10000"/>
              <a:gd name="connsiteY7-16956" fmla="*/ 2114 h 10000"/>
              <a:gd name="connsiteX8-16957" fmla="*/ 8305 w 10000"/>
              <a:gd name="connsiteY8-16958" fmla="*/ 2581 h 10000"/>
              <a:gd name="connsiteX9-16959" fmla="*/ 8114 w 10000"/>
              <a:gd name="connsiteY9-16960" fmla="*/ 2939 h 10000"/>
              <a:gd name="connsiteX10-16961" fmla="*/ 7913 w 10000"/>
              <a:gd name="connsiteY10-16962" fmla="*/ 3405 h 10000"/>
              <a:gd name="connsiteX11-16963" fmla="*/ 7711 w 10000"/>
              <a:gd name="connsiteY11-16964" fmla="*/ 3874 h 10000"/>
              <a:gd name="connsiteX12-16965" fmla="*/ 7478 w 10000"/>
              <a:gd name="connsiteY12-16966" fmla="*/ 4341 h 10000"/>
              <a:gd name="connsiteX13-16967" fmla="*/ 7085 w 10000"/>
              <a:gd name="connsiteY13-16968" fmla="*/ 5411 h 10000"/>
              <a:gd name="connsiteX14-16969" fmla="*/ 6890 w 10000"/>
              <a:gd name="connsiteY14-16970" fmla="*/ 5879 h 10000"/>
              <a:gd name="connsiteX15-16971" fmla="*/ 6657 w 10000"/>
              <a:gd name="connsiteY15-16972" fmla="*/ 6346 h 10000"/>
              <a:gd name="connsiteX16-16973" fmla="*/ 6458 w 10000"/>
              <a:gd name="connsiteY16-16974" fmla="*/ 6815 h 10000"/>
              <a:gd name="connsiteX17-16975" fmla="*/ 6259 w 10000"/>
              <a:gd name="connsiteY17-16976" fmla="*/ 7285 h 10000"/>
              <a:gd name="connsiteX18-16977" fmla="*/ 6021 w 10000"/>
              <a:gd name="connsiteY18-16978" fmla="*/ 7640 h 10000"/>
              <a:gd name="connsiteX19-16979" fmla="*/ 6021 w 10000"/>
              <a:gd name="connsiteY19-16980" fmla="*/ 7885 h 10000"/>
              <a:gd name="connsiteX20-16981" fmla="*/ 5825 w 10000"/>
              <a:gd name="connsiteY20-16982" fmla="*/ 8240 h 10000"/>
              <a:gd name="connsiteX21-16983" fmla="*/ 5631 w 10000"/>
              <a:gd name="connsiteY21-16984" fmla="*/ 8462 h 10000"/>
              <a:gd name="connsiteX22-16985" fmla="*/ 5196 w 10000"/>
              <a:gd name="connsiteY22-16986" fmla="*/ 8819 h 10000"/>
              <a:gd name="connsiteX23-16987" fmla="*/ 4801 w 10000"/>
              <a:gd name="connsiteY23-16988" fmla="*/ 9175 h 10000"/>
              <a:gd name="connsiteX24-16989" fmla="*/ 4367 w 10000"/>
              <a:gd name="connsiteY24-16990" fmla="*/ 9532 h 10000"/>
              <a:gd name="connsiteX25-16991" fmla="*/ 3976 w 10000"/>
              <a:gd name="connsiteY25-16992" fmla="*/ 9644 h 10000"/>
              <a:gd name="connsiteX26-16993" fmla="*/ 3540 w 10000"/>
              <a:gd name="connsiteY26-16994" fmla="*/ 9866 h 10000"/>
              <a:gd name="connsiteX27-16995" fmla="*/ 3106 w 10000"/>
              <a:gd name="connsiteY27-16996" fmla="*/ 10000 h 10000"/>
              <a:gd name="connsiteX28-16997" fmla="*/ 2714 w 10000"/>
              <a:gd name="connsiteY28-16998" fmla="*/ 10000 h 10000"/>
              <a:gd name="connsiteX29-16999" fmla="*/ 2280 w 10000"/>
              <a:gd name="connsiteY29-17000" fmla="*/ 10000 h 10000"/>
              <a:gd name="connsiteX30-17001" fmla="*/ 2280 w 10000"/>
              <a:gd name="connsiteY30-17002" fmla="*/ 9866 h 10000"/>
              <a:gd name="connsiteX31-17003" fmla="*/ 2081 w 10000"/>
              <a:gd name="connsiteY31-17004" fmla="*/ 9866 h 10000"/>
              <a:gd name="connsiteX32-17005" fmla="*/ 2081 w 10000"/>
              <a:gd name="connsiteY32-17006" fmla="*/ 9755 h 10000"/>
              <a:gd name="connsiteX33-17007" fmla="*/ 2081 w 10000"/>
              <a:gd name="connsiteY33-17008" fmla="*/ 9532 h 10000"/>
              <a:gd name="connsiteX34-17009" fmla="*/ 2081 w 10000"/>
              <a:gd name="connsiteY34-17010" fmla="*/ 9396 h 10000"/>
              <a:gd name="connsiteX35-17011" fmla="*/ 2081 w 10000"/>
              <a:gd name="connsiteY35-17012" fmla="*/ 9286 h 10000"/>
              <a:gd name="connsiteX36-17013" fmla="*/ 2081 w 10000"/>
              <a:gd name="connsiteY36-17014" fmla="*/ 9043 h 10000"/>
              <a:gd name="connsiteX37-17015" fmla="*/ 2081 w 10000"/>
              <a:gd name="connsiteY37-17016" fmla="*/ 8819 h 10000"/>
              <a:gd name="connsiteX38-17017" fmla="*/ 1888 w 10000"/>
              <a:gd name="connsiteY38-17018" fmla="*/ 8574 h 10000"/>
              <a:gd name="connsiteX39-17019" fmla="*/ 1651 w 10000"/>
              <a:gd name="connsiteY39-17020" fmla="*/ 8240 h 10000"/>
              <a:gd name="connsiteX40-17021" fmla="*/ 1258 w 10000"/>
              <a:gd name="connsiteY40-17022" fmla="*/ 7751 h 10000"/>
              <a:gd name="connsiteX41-17023" fmla="*/ 1061 w 10000"/>
              <a:gd name="connsiteY41-17024" fmla="*/ 7285 h 10000"/>
              <a:gd name="connsiteX42-17025" fmla="*/ 431 w 10000"/>
              <a:gd name="connsiteY42-17026" fmla="*/ 6815 h 10000"/>
              <a:gd name="connsiteX43-17027" fmla="*/ 0 w 10000"/>
              <a:gd name="connsiteY43-17028" fmla="*/ 6100 h 10000"/>
              <a:gd name="connsiteX44-17029" fmla="*/ 431 w 10000"/>
              <a:gd name="connsiteY44-17030" fmla="*/ 6346 h 10000"/>
              <a:gd name="connsiteX45-17031" fmla="*/ 1061 w 10000"/>
              <a:gd name="connsiteY45-17032" fmla="*/ 6592 h 10000"/>
              <a:gd name="connsiteX46-17033" fmla="*/ 1453 w 10000"/>
              <a:gd name="connsiteY46-17034" fmla="*/ 6815 h 10000"/>
              <a:gd name="connsiteX47-17035" fmla="*/ 1888 w 10000"/>
              <a:gd name="connsiteY47-17036" fmla="*/ 6926 h 10000"/>
              <a:gd name="connsiteX48-17037" fmla="*/ 2280 w 10000"/>
              <a:gd name="connsiteY48-17038" fmla="*/ 7059 h 10000"/>
              <a:gd name="connsiteX49-17039" fmla="*/ 2522 w 10000"/>
              <a:gd name="connsiteY49-17040" fmla="*/ 7059 h 10000"/>
              <a:gd name="connsiteX50-17041" fmla="*/ 2714 w 10000"/>
              <a:gd name="connsiteY50-17042" fmla="*/ 7171 h 10000"/>
              <a:gd name="connsiteX51-17043" fmla="*/ 2913 w 10000"/>
              <a:gd name="connsiteY51-17044" fmla="*/ 7171 h 10000"/>
              <a:gd name="connsiteX52-17045" fmla="*/ 3106 w 10000"/>
              <a:gd name="connsiteY52-17046" fmla="*/ 7171 h 10000"/>
              <a:gd name="connsiteX53-17047" fmla="*/ 3344 w 10000"/>
              <a:gd name="connsiteY53-17048" fmla="*/ 7171 h 10000"/>
              <a:gd name="connsiteX54-17049" fmla="*/ 3540 w 10000"/>
              <a:gd name="connsiteY54-17050" fmla="*/ 7059 h 10000"/>
              <a:gd name="connsiteX55-17051" fmla="*/ 3741 w 10000"/>
              <a:gd name="connsiteY55-17052" fmla="*/ 6926 h 10000"/>
              <a:gd name="connsiteX56-17053" fmla="*/ 3741 w 10000"/>
              <a:gd name="connsiteY56-17054" fmla="*/ 6815 h 10000"/>
              <a:gd name="connsiteX57-17055" fmla="*/ 3976 w 10000"/>
              <a:gd name="connsiteY57-17056" fmla="*/ 6704 h 10000"/>
              <a:gd name="connsiteX58-17057" fmla="*/ 4169 w 10000"/>
              <a:gd name="connsiteY58-17058" fmla="*/ 6459 h 10000"/>
              <a:gd name="connsiteX59-17059" fmla="*/ 4169 w 10000"/>
              <a:gd name="connsiteY59-17060" fmla="*/ 6236 h 10000"/>
              <a:gd name="connsiteX60-17061" fmla="*/ 4367 w 10000"/>
              <a:gd name="connsiteY60-17062" fmla="*/ 5990 h 10000"/>
              <a:gd name="connsiteX61-17063" fmla="*/ 4564 w 10000"/>
              <a:gd name="connsiteY61-17064" fmla="*/ 5634 h 10000"/>
              <a:gd name="connsiteX62-17065" fmla="*/ 4801 w 10000"/>
              <a:gd name="connsiteY62-17066" fmla="*/ 5276 h 10000"/>
              <a:gd name="connsiteX63-17067" fmla="*/ 4801 w 10000"/>
              <a:gd name="connsiteY63-17068" fmla="*/ 4809 h 10000"/>
              <a:gd name="connsiteX64-17069" fmla="*/ 5196 w 10000"/>
              <a:gd name="connsiteY64-17070" fmla="*/ 3985 h 10000"/>
              <a:gd name="connsiteX65-17071" fmla="*/ 5438 w 10000"/>
              <a:gd name="connsiteY65-17072" fmla="*/ 3051 h 10000"/>
              <a:gd name="connsiteX66-17073" fmla="*/ 5438 w 10000"/>
              <a:gd name="connsiteY66-17074" fmla="*/ 2226 h 10000"/>
              <a:gd name="connsiteX67-17075" fmla="*/ 5631 w 10000"/>
              <a:gd name="connsiteY67-17076" fmla="*/ 1402 h 10000"/>
              <a:gd name="connsiteX68-17077" fmla="*/ 5631 w 10000"/>
              <a:gd name="connsiteY68-17078" fmla="*/ 1046 h 10000"/>
              <a:gd name="connsiteX69-17079" fmla="*/ 5631 w 10000"/>
              <a:gd name="connsiteY69-17080" fmla="*/ 711 h 10000"/>
              <a:gd name="connsiteX70-17081" fmla="*/ 5631 w 10000"/>
              <a:gd name="connsiteY70-17082" fmla="*/ 466 h 10000"/>
              <a:gd name="connsiteX0-17083" fmla="*/ 8934 w 8934"/>
              <a:gd name="connsiteY0-17084" fmla="*/ 0 h 9534"/>
              <a:gd name="connsiteX1-17085" fmla="*/ 8740 w 8934"/>
              <a:gd name="connsiteY1-17086" fmla="*/ 245 h 9534"/>
              <a:gd name="connsiteX2-17087" fmla="*/ 8740 w 8934"/>
              <a:gd name="connsiteY2-17088" fmla="*/ 469 h 9534"/>
              <a:gd name="connsiteX3-17089" fmla="*/ 8544 w 8934"/>
              <a:gd name="connsiteY3-17090" fmla="*/ 713 h 9534"/>
              <a:gd name="connsiteX4-17091" fmla="*/ 8544 w 8934"/>
              <a:gd name="connsiteY4-17092" fmla="*/ 1070 h 9534"/>
              <a:gd name="connsiteX5-17093" fmla="*/ 8544 w 8934"/>
              <a:gd name="connsiteY5-17094" fmla="*/ 1293 h 9534"/>
              <a:gd name="connsiteX6-17095" fmla="*/ 8305 w 8934"/>
              <a:gd name="connsiteY6-17096" fmla="*/ 1648 h 9534"/>
              <a:gd name="connsiteX7-17097" fmla="*/ 8305 w 8934"/>
              <a:gd name="connsiteY7-17098" fmla="*/ 2115 h 9534"/>
              <a:gd name="connsiteX8-17099" fmla="*/ 8114 w 8934"/>
              <a:gd name="connsiteY8-17100" fmla="*/ 2473 h 9534"/>
              <a:gd name="connsiteX9-17101" fmla="*/ 7913 w 8934"/>
              <a:gd name="connsiteY9-17102" fmla="*/ 2939 h 9534"/>
              <a:gd name="connsiteX10-17103" fmla="*/ 7711 w 8934"/>
              <a:gd name="connsiteY10-17104" fmla="*/ 3408 h 9534"/>
              <a:gd name="connsiteX11-17105" fmla="*/ 7478 w 8934"/>
              <a:gd name="connsiteY11-17106" fmla="*/ 3875 h 9534"/>
              <a:gd name="connsiteX12-17107" fmla="*/ 7085 w 8934"/>
              <a:gd name="connsiteY12-17108" fmla="*/ 4945 h 9534"/>
              <a:gd name="connsiteX13-17109" fmla="*/ 6890 w 8934"/>
              <a:gd name="connsiteY13-17110" fmla="*/ 5413 h 9534"/>
              <a:gd name="connsiteX14-17111" fmla="*/ 6657 w 8934"/>
              <a:gd name="connsiteY14-17112" fmla="*/ 5880 h 9534"/>
              <a:gd name="connsiteX15-17113" fmla="*/ 6458 w 8934"/>
              <a:gd name="connsiteY15-17114" fmla="*/ 6349 h 9534"/>
              <a:gd name="connsiteX16-17115" fmla="*/ 6259 w 8934"/>
              <a:gd name="connsiteY16-17116" fmla="*/ 6819 h 9534"/>
              <a:gd name="connsiteX17-17117" fmla="*/ 6021 w 8934"/>
              <a:gd name="connsiteY17-17118" fmla="*/ 7174 h 9534"/>
              <a:gd name="connsiteX18-17119" fmla="*/ 6021 w 8934"/>
              <a:gd name="connsiteY18-17120" fmla="*/ 7419 h 9534"/>
              <a:gd name="connsiteX19-17121" fmla="*/ 5825 w 8934"/>
              <a:gd name="connsiteY19-17122" fmla="*/ 7774 h 9534"/>
              <a:gd name="connsiteX20-17123" fmla="*/ 5631 w 8934"/>
              <a:gd name="connsiteY20-17124" fmla="*/ 7996 h 9534"/>
              <a:gd name="connsiteX21-17125" fmla="*/ 5196 w 8934"/>
              <a:gd name="connsiteY21-17126" fmla="*/ 8353 h 9534"/>
              <a:gd name="connsiteX22-17127" fmla="*/ 4801 w 8934"/>
              <a:gd name="connsiteY22-17128" fmla="*/ 8709 h 9534"/>
              <a:gd name="connsiteX23-17129" fmla="*/ 4367 w 8934"/>
              <a:gd name="connsiteY23-17130" fmla="*/ 9066 h 9534"/>
              <a:gd name="connsiteX24-17131" fmla="*/ 3976 w 8934"/>
              <a:gd name="connsiteY24-17132" fmla="*/ 9178 h 9534"/>
              <a:gd name="connsiteX25-17133" fmla="*/ 3540 w 8934"/>
              <a:gd name="connsiteY25-17134" fmla="*/ 9400 h 9534"/>
              <a:gd name="connsiteX26-17135" fmla="*/ 3106 w 8934"/>
              <a:gd name="connsiteY26-17136" fmla="*/ 9534 h 9534"/>
              <a:gd name="connsiteX27-17137" fmla="*/ 2714 w 8934"/>
              <a:gd name="connsiteY27-17138" fmla="*/ 9534 h 9534"/>
              <a:gd name="connsiteX28-17139" fmla="*/ 2280 w 8934"/>
              <a:gd name="connsiteY28-17140" fmla="*/ 9534 h 9534"/>
              <a:gd name="connsiteX29-17141" fmla="*/ 2280 w 8934"/>
              <a:gd name="connsiteY29-17142" fmla="*/ 9400 h 9534"/>
              <a:gd name="connsiteX30-17143" fmla="*/ 2081 w 8934"/>
              <a:gd name="connsiteY30-17144" fmla="*/ 9400 h 9534"/>
              <a:gd name="connsiteX31-17145" fmla="*/ 2081 w 8934"/>
              <a:gd name="connsiteY31-17146" fmla="*/ 9289 h 9534"/>
              <a:gd name="connsiteX32-17147" fmla="*/ 2081 w 8934"/>
              <a:gd name="connsiteY32-17148" fmla="*/ 9066 h 9534"/>
              <a:gd name="connsiteX33-17149" fmla="*/ 2081 w 8934"/>
              <a:gd name="connsiteY33-17150" fmla="*/ 8930 h 9534"/>
              <a:gd name="connsiteX34-17151" fmla="*/ 2081 w 8934"/>
              <a:gd name="connsiteY34-17152" fmla="*/ 8820 h 9534"/>
              <a:gd name="connsiteX35-17153" fmla="*/ 2081 w 8934"/>
              <a:gd name="connsiteY35-17154" fmla="*/ 8577 h 9534"/>
              <a:gd name="connsiteX36-17155" fmla="*/ 2081 w 8934"/>
              <a:gd name="connsiteY36-17156" fmla="*/ 8353 h 9534"/>
              <a:gd name="connsiteX37-17157" fmla="*/ 1888 w 8934"/>
              <a:gd name="connsiteY37-17158" fmla="*/ 8108 h 9534"/>
              <a:gd name="connsiteX38-17159" fmla="*/ 1651 w 8934"/>
              <a:gd name="connsiteY38-17160" fmla="*/ 7774 h 9534"/>
              <a:gd name="connsiteX39-17161" fmla="*/ 1258 w 8934"/>
              <a:gd name="connsiteY39-17162" fmla="*/ 7285 h 9534"/>
              <a:gd name="connsiteX40-17163" fmla="*/ 1061 w 8934"/>
              <a:gd name="connsiteY40-17164" fmla="*/ 6819 h 9534"/>
              <a:gd name="connsiteX41-17165" fmla="*/ 431 w 8934"/>
              <a:gd name="connsiteY41-17166" fmla="*/ 6349 h 9534"/>
              <a:gd name="connsiteX42-17167" fmla="*/ 0 w 8934"/>
              <a:gd name="connsiteY42-17168" fmla="*/ 5634 h 9534"/>
              <a:gd name="connsiteX43-17169" fmla="*/ 431 w 8934"/>
              <a:gd name="connsiteY43-17170" fmla="*/ 5880 h 9534"/>
              <a:gd name="connsiteX44-17171" fmla="*/ 1061 w 8934"/>
              <a:gd name="connsiteY44-17172" fmla="*/ 6126 h 9534"/>
              <a:gd name="connsiteX45-17173" fmla="*/ 1453 w 8934"/>
              <a:gd name="connsiteY45-17174" fmla="*/ 6349 h 9534"/>
              <a:gd name="connsiteX46-17175" fmla="*/ 1888 w 8934"/>
              <a:gd name="connsiteY46-17176" fmla="*/ 6460 h 9534"/>
              <a:gd name="connsiteX47-17177" fmla="*/ 2280 w 8934"/>
              <a:gd name="connsiteY47-17178" fmla="*/ 6593 h 9534"/>
              <a:gd name="connsiteX48-17179" fmla="*/ 2522 w 8934"/>
              <a:gd name="connsiteY48-17180" fmla="*/ 6593 h 9534"/>
              <a:gd name="connsiteX49-17181" fmla="*/ 2714 w 8934"/>
              <a:gd name="connsiteY49-17182" fmla="*/ 6705 h 9534"/>
              <a:gd name="connsiteX50-17183" fmla="*/ 2913 w 8934"/>
              <a:gd name="connsiteY50-17184" fmla="*/ 6705 h 9534"/>
              <a:gd name="connsiteX51-17185" fmla="*/ 3106 w 8934"/>
              <a:gd name="connsiteY51-17186" fmla="*/ 6705 h 9534"/>
              <a:gd name="connsiteX52-17187" fmla="*/ 3344 w 8934"/>
              <a:gd name="connsiteY52-17188" fmla="*/ 6705 h 9534"/>
              <a:gd name="connsiteX53-17189" fmla="*/ 3540 w 8934"/>
              <a:gd name="connsiteY53-17190" fmla="*/ 6593 h 9534"/>
              <a:gd name="connsiteX54-17191" fmla="*/ 3741 w 8934"/>
              <a:gd name="connsiteY54-17192" fmla="*/ 6460 h 9534"/>
              <a:gd name="connsiteX55-17193" fmla="*/ 3741 w 8934"/>
              <a:gd name="connsiteY55-17194" fmla="*/ 6349 h 9534"/>
              <a:gd name="connsiteX56-17195" fmla="*/ 3976 w 8934"/>
              <a:gd name="connsiteY56-17196" fmla="*/ 6238 h 9534"/>
              <a:gd name="connsiteX57-17197" fmla="*/ 4169 w 8934"/>
              <a:gd name="connsiteY57-17198" fmla="*/ 5993 h 9534"/>
              <a:gd name="connsiteX58-17199" fmla="*/ 4169 w 8934"/>
              <a:gd name="connsiteY58-17200" fmla="*/ 5770 h 9534"/>
              <a:gd name="connsiteX59-17201" fmla="*/ 4367 w 8934"/>
              <a:gd name="connsiteY59-17202" fmla="*/ 5524 h 9534"/>
              <a:gd name="connsiteX60-17203" fmla="*/ 4564 w 8934"/>
              <a:gd name="connsiteY60-17204" fmla="*/ 5168 h 9534"/>
              <a:gd name="connsiteX61-17205" fmla="*/ 4801 w 8934"/>
              <a:gd name="connsiteY61-17206" fmla="*/ 4810 h 9534"/>
              <a:gd name="connsiteX62-17207" fmla="*/ 4801 w 8934"/>
              <a:gd name="connsiteY62-17208" fmla="*/ 4343 h 9534"/>
              <a:gd name="connsiteX63-17209" fmla="*/ 5196 w 8934"/>
              <a:gd name="connsiteY63-17210" fmla="*/ 3519 h 9534"/>
              <a:gd name="connsiteX64-17211" fmla="*/ 5438 w 8934"/>
              <a:gd name="connsiteY64-17212" fmla="*/ 2585 h 9534"/>
              <a:gd name="connsiteX65-17213" fmla="*/ 5438 w 8934"/>
              <a:gd name="connsiteY65-17214" fmla="*/ 1760 h 9534"/>
              <a:gd name="connsiteX66-17215" fmla="*/ 5631 w 8934"/>
              <a:gd name="connsiteY66-17216" fmla="*/ 936 h 9534"/>
              <a:gd name="connsiteX67-17217" fmla="*/ 5631 w 8934"/>
              <a:gd name="connsiteY67-17218" fmla="*/ 580 h 9534"/>
              <a:gd name="connsiteX68-17219" fmla="*/ 5631 w 8934"/>
              <a:gd name="connsiteY68-17220" fmla="*/ 245 h 9534"/>
              <a:gd name="connsiteX69-17221" fmla="*/ 5631 w 8934"/>
              <a:gd name="connsiteY69-17222" fmla="*/ 0 h 9534"/>
              <a:gd name="connsiteX0-17223" fmla="*/ 9783 w 9783"/>
              <a:gd name="connsiteY0-17224" fmla="*/ 257 h 10000"/>
              <a:gd name="connsiteX1-17225" fmla="*/ 9783 w 9783"/>
              <a:gd name="connsiteY1-17226" fmla="*/ 492 h 10000"/>
              <a:gd name="connsiteX2-17227" fmla="*/ 9563 w 9783"/>
              <a:gd name="connsiteY2-17228" fmla="*/ 748 h 10000"/>
              <a:gd name="connsiteX3-17229" fmla="*/ 9563 w 9783"/>
              <a:gd name="connsiteY3-17230" fmla="*/ 1122 h 10000"/>
              <a:gd name="connsiteX4-17231" fmla="*/ 9563 w 9783"/>
              <a:gd name="connsiteY4-17232" fmla="*/ 1356 h 10000"/>
              <a:gd name="connsiteX5-17233" fmla="*/ 9296 w 9783"/>
              <a:gd name="connsiteY5-17234" fmla="*/ 1729 h 10000"/>
              <a:gd name="connsiteX6-17235" fmla="*/ 9296 w 9783"/>
              <a:gd name="connsiteY6-17236" fmla="*/ 2218 h 10000"/>
              <a:gd name="connsiteX7-17237" fmla="*/ 9082 w 9783"/>
              <a:gd name="connsiteY7-17238" fmla="*/ 2594 h 10000"/>
              <a:gd name="connsiteX8-17239" fmla="*/ 8857 w 9783"/>
              <a:gd name="connsiteY8-17240" fmla="*/ 3083 h 10000"/>
              <a:gd name="connsiteX9-17241" fmla="*/ 8631 w 9783"/>
              <a:gd name="connsiteY9-17242" fmla="*/ 3575 h 10000"/>
              <a:gd name="connsiteX10-17243" fmla="*/ 8370 w 9783"/>
              <a:gd name="connsiteY10-17244" fmla="*/ 4064 h 10000"/>
              <a:gd name="connsiteX11-17245" fmla="*/ 7930 w 9783"/>
              <a:gd name="connsiteY11-17246" fmla="*/ 5187 h 10000"/>
              <a:gd name="connsiteX12-17247" fmla="*/ 7712 w 9783"/>
              <a:gd name="connsiteY12-17248" fmla="*/ 5678 h 10000"/>
              <a:gd name="connsiteX13-17249" fmla="*/ 7451 w 9783"/>
              <a:gd name="connsiteY13-17250" fmla="*/ 6167 h 10000"/>
              <a:gd name="connsiteX14-17251" fmla="*/ 7229 w 9783"/>
              <a:gd name="connsiteY14-17252" fmla="*/ 6659 h 10000"/>
              <a:gd name="connsiteX15-17253" fmla="*/ 7006 w 9783"/>
              <a:gd name="connsiteY15-17254" fmla="*/ 7152 h 10000"/>
              <a:gd name="connsiteX16-17255" fmla="*/ 6739 w 9783"/>
              <a:gd name="connsiteY16-17256" fmla="*/ 7525 h 10000"/>
              <a:gd name="connsiteX17-17257" fmla="*/ 6739 w 9783"/>
              <a:gd name="connsiteY17-17258" fmla="*/ 7782 h 10000"/>
              <a:gd name="connsiteX18-17259" fmla="*/ 6520 w 9783"/>
              <a:gd name="connsiteY18-17260" fmla="*/ 8154 h 10000"/>
              <a:gd name="connsiteX19-17261" fmla="*/ 6303 w 9783"/>
              <a:gd name="connsiteY19-17262" fmla="*/ 8387 h 10000"/>
              <a:gd name="connsiteX20-17263" fmla="*/ 5816 w 9783"/>
              <a:gd name="connsiteY20-17264" fmla="*/ 8761 h 10000"/>
              <a:gd name="connsiteX21-17265" fmla="*/ 5374 w 9783"/>
              <a:gd name="connsiteY21-17266" fmla="*/ 9135 h 10000"/>
              <a:gd name="connsiteX22-17267" fmla="*/ 4888 w 9783"/>
              <a:gd name="connsiteY22-17268" fmla="*/ 9509 h 10000"/>
              <a:gd name="connsiteX23-17269" fmla="*/ 4450 w 9783"/>
              <a:gd name="connsiteY23-17270" fmla="*/ 9627 h 10000"/>
              <a:gd name="connsiteX24-17271" fmla="*/ 3962 w 9783"/>
              <a:gd name="connsiteY24-17272" fmla="*/ 9859 h 10000"/>
              <a:gd name="connsiteX25-17273" fmla="*/ 3477 w 9783"/>
              <a:gd name="connsiteY25-17274" fmla="*/ 10000 h 10000"/>
              <a:gd name="connsiteX26-17275" fmla="*/ 3038 w 9783"/>
              <a:gd name="connsiteY26-17276" fmla="*/ 10000 h 10000"/>
              <a:gd name="connsiteX27-17277" fmla="*/ 2552 w 9783"/>
              <a:gd name="connsiteY27-17278" fmla="*/ 10000 h 10000"/>
              <a:gd name="connsiteX28-17279" fmla="*/ 2552 w 9783"/>
              <a:gd name="connsiteY28-17280" fmla="*/ 9859 h 10000"/>
              <a:gd name="connsiteX29-17281" fmla="*/ 2329 w 9783"/>
              <a:gd name="connsiteY29-17282" fmla="*/ 9859 h 10000"/>
              <a:gd name="connsiteX30-17283" fmla="*/ 2329 w 9783"/>
              <a:gd name="connsiteY30-17284" fmla="*/ 9743 h 10000"/>
              <a:gd name="connsiteX31-17285" fmla="*/ 2329 w 9783"/>
              <a:gd name="connsiteY31-17286" fmla="*/ 9509 h 10000"/>
              <a:gd name="connsiteX32-17287" fmla="*/ 2329 w 9783"/>
              <a:gd name="connsiteY32-17288" fmla="*/ 9366 h 10000"/>
              <a:gd name="connsiteX33-17289" fmla="*/ 2329 w 9783"/>
              <a:gd name="connsiteY33-17290" fmla="*/ 9251 h 10000"/>
              <a:gd name="connsiteX34-17291" fmla="*/ 2329 w 9783"/>
              <a:gd name="connsiteY34-17292" fmla="*/ 8996 h 10000"/>
              <a:gd name="connsiteX35-17293" fmla="*/ 2329 w 9783"/>
              <a:gd name="connsiteY35-17294" fmla="*/ 8761 h 10000"/>
              <a:gd name="connsiteX36-17295" fmla="*/ 2113 w 9783"/>
              <a:gd name="connsiteY36-17296" fmla="*/ 8504 h 10000"/>
              <a:gd name="connsiteX37-17297" fmla="*/ 1848 w 9783"/>
              <a:gd name="connsiteY37-17298" fmla="*/ 8154 h 10000"/>
              <a:gd name="connsiteX38-17299" fmla="*/ 1408 w 9783"/>
              <a:gd name="connsiteY38-17300" fmla="*/ 7641 h 10000"/>
              <a:gd name="connsiteX39-17301" fmla="*/ 1188 w 9783"/>
              <a:gd name="connsiteY39-17302" fmla="*/ 7152 h 10000"/>
              <a:gd name="connsiteX40-17303" fmla="*/ 482 w 9783"/>
              <a:gd name="connsiteY40-17304" fmla="*/ 6659 h 10000"/>
              <a:gd name="connsiteX41-17305" fmla="*/ 0 w 9783"/>
              <a:gd name="connsiteY41-17306" fmla="*/ 5909 h 10000"/>
              <a:gd name="connsiteX42-17307" fmla="*/ 482 w 9783"/>
              <a:gd name="connsiteY42-17308" fmla="*/ 6167 h 10000"/>
              <a:gd name="connsiteX43-17309" fmla="*/ 1188 w 9783"/>
              <a:gd name="connsiteY43-17310" fmla="*/ 6425 h 10000"/>
              <a:gd name="connsiteX44-17311" fmla="*/ 1626 w 9783"/>
              <a:gd name="connsiteY44-17312" fmla="*/ 6659 h 10000"/>
              <a:gd name="connsiteX45-17313" fmla="*/ 2113 w 9783"/>
              <a:gd name="connsiteY45-17314" fmla="*/ 6776 h 10000"/>
              <a:gd name="connsiteX46-17315" fmla="*/ 2552 w 9783"/>
              <a:gd name="connsiteY46-17316" fmla="*/ 6915 h 10000"/>
              <a:gd name="connsiteX47-17317" fmla="*/ 2823 w 9783"/>
              <a:gd name="connsiteY47-17318" fmla="*/ 6915 h 10000"/>
              <a:gd name="connsiteX48-17319" fmla="*/ 3038 w 9783"/>
              <a:gd name="connsiteY48-17320" fmla="*/ 7033 h 10000"/>
              <a:gd name="connsiteX49-17321" fmla="*/ 3261 w 9783"/>
              <a:gd name="connsiteY49-17322" fmla="*/ 7033 h 10000"/>
              <a:gd name="connsiteX50-17323" fmla="*/ 3477 w 9783"/>
              <a:gd name="connsiteY50-17324" fmla="*/ 7033 h 10000"/>
              <a:gd name="connsiteX51-17325" fmla="*/ 3743 w 9783"/>
              <a:gd name="connsiteY51-17326" fmla="*/ 7033 h 10000"/>
              <a:gd name="connsiteX52-17327" fmla="*/ 3962 w 9783"/>
              <a:gd name="connsiteY52-17328" fmla="*/ 6915 h 10000"/>
              <a:gd name="connsiteX53-17329" fmla="*/ 4187 w 9783"/>
              <a:gd name="connsiteY53-17330" fmla="*/ 6776 h 10000"/>
              <a:gd name="connsiteX54-17331" fmla="*/ 4187 w 9783"/>
              <a:gd name="connsiteY54-17332" fmla="*/ 6659 h 10000"/>
              <a:gd name="connsiteX55-17333" fmla="*/ 4450 w 9783"/>
              <a:gd name="connsiteY55-17334" fmla="*/ 6543 h 10000"/>
              <a:gd name="connsiteX56-17335" fmla="*/ 4666 w 9783"/>
              <a:gd name="connsiteY56-17336" fmla="*/ 6286 h 10000"/>
              <a:gd name="connsiteX57-17337" fmla="*/ 4666 w 9783"/>
              <a:gd name="connsiteY57-17338" fmla="*/ 6052 h 10000"/>
              <a:gd name="connsiteX58-17339" fmla="*/ 4888 w 9783"/>
              <a:gd name="connsiteY58-17340" fmla="*/ 5794 h 10000"/>
              <a:gd name="connsiteX59-17341" fmla="*/ 5109 w 9783"/>
              <a:gd name="connsiteY59-17342" fmla="*/ 5421 h 10000"/>
              <a:gd name="connsiteX60-17343" fmla="*/ 5374 w 9783"/>
              <a:gd name="connsiteY60-17344" fmla="*/ 5045 h 10000"/>
              <a:gd name="connsiteX61-17345" fmla="*/ 5374 w 9783"/>
              <a:gd name="connsiteY61-17346" fmla="*/ 4555 h 10000"/>
              <a:gd name="connsiteX62-17347" fmla="*/ 5816 w 9783"/>
              <a:gd name="connsiteY62-17348" fmla="*/ 3691 h 10000"/>
              <a:gd name="connsiteX63-17349" fmla="*/ 6087 w 9783"/>
              <a:gd name="connsiteY63-17350" fmla="*/ 2711 h 10000"/>
              <a:gd name="connsiteX64-17351" fmla="*/ 6087 w 9783"/>
              <a:gd name="connsiteY64-17352" fmla="*/ 1846 h 10000"/>
              <a:gd name="connsiteX65-17353" fmla="*/ 6303 w 9783"/>
              <a:gd name="connsiteY65-17354" fmla="*/ 982 h 10000"/>
              <a:gd name="connsiteX66-17355" fmla="*/ 6303 w 9783"/>
              <a:gd name="connsiteY66-17356" fmla="*/ 608 h 10000"/>
              <a:gd name="connsiteX67-17357" fmla="*/ 6303 w 9783"/>
              <a:gd name="connsiteY67-17358" fmla="*/ 257 h 10000"/>
              <a:gd name="connsiteX68-17359" fmla="*/ 6303 w 9783"/>
              <a:gd name="connsiteY68-17360" fmla="*/ 0 h 10000"/>
              <a:gd name="connsiteX0-17361" fmla="*/ 10000 w 10000"/>
              <a:gd name="connsiteY0-17362" fmla="*/ 492 h 10000"/>
              <a:gd name="connsiteX1-17363" fmla="*/ 9775 w 10000"/>
              <a:gd name="connsiteY1-17364" fmla="*/ 748 h 10000"/>
              <a:gd name="connsiteX2-17365" fmla="*/ 9775 w 10000"/>
              <a:gd name="connsiteY2-17366" fmla="*/ 1122 h 10000"/>
              <a:gd name="connsiteX3-17367" fmla="*/ 9775 w 10000"/>
              <a:gd name="connsiteY3-17368" fmla="*/ 1356 h 10000"/>
              <a:gd name="connsiteX4-17369" fmla="*/ 9502 w 10000"/>
              <a:gd name="connsiteY4-17370" fmla="*/ 1729 h 10000"/>
              <a:gd name="connsiteX5-17371" fmla="*/ 9502 w 10000"/>
              <a:gd name="connsiteY5-17372" fmla="*/ 2218 h 10000"/>
              <a:gd name="connsiteX6-17373" fmla="*/ 9283 w 10000"/>
              <a:gd name="connsiteY6-17374" fmla="*/ 2594 h 10000"/>
              <a:gd name="connsiteX7-17375" fmla="*/ 9053 w 10000"/>
              <a:gd name="connsiteY7-17376" fmla="*/ 3083 h 10000"/>
              <a:gd name="connsiteX8-17377" fmla="*/ 8822 w 10000"/>
              <a:gd name="connsiteY8-17378" fmla="*/ 3575 h 10000"/>
              <a:gd name="connsiteX9-17379" fmla="*/ 8556 w 10000"/>
              <a:gd name="connsiteY9-17380" fmla="*/ 4064 h 10000"/>
              <a:gd name="connsiteX10-17381" fmla="*/ 8106 w 10000"/>
              <a:gd name="connsiteY10-17382" fmla="*/ 5187 h 10000"/>
              <a:gd name="connsiteX11-17383" fmla="*/ 7883 w 10000"/>
              <a:gd name="connsiteY11-17384" fmla="*/ 5678 h 10000"/>
              <a:gd name="connsiteX12-17385" fmla="*/ 7616 w 10000"/>
              <a:gd name="connsiteY12-17386" fmla="*/ 6167 h 10000"/>
              <a:gd name="connsiteX13-17387" fmla="*/ 7389 w 10000"/>
              <a:gd name="connsiteY13-17388" fmla="*/ 6659 h 10000"/>
              <a:gd name="connsiteX14-17389" fmla="*/ 7161 w 10000"/>
              <a:gd name="connsiteY14-17390" fmla="*/ 7152 h 10000"/>
              <a:gd name="connsiteX15-17391" fmla="*/ 6888 w 10000"/>
              <a:gd name="connsiteY15-17392" fmla="*/ 7525 h 10000"/>
              <a:gd name="connsiteX16-17393" fmla="*/ 6888 w 10000"/>
              <a:gd name="connsiteY16-17394" fmla="*/ 7782 h 10000"/>
              <a:gd name="connsiteX17-17395" fmla="*/ 6665 w 10000"/>
              <a:gd name="connsiteY17-17396" fmla="*/ 8154 h 10000"/>
              <a:gd name="connsiteX18-17397" fmla="*/ 6443 w 10000"/>
              <a:gd name="connsiteY18-17398" fmla="*/ 8387 h 10000"/>
              <a:gd name="connsiteX19-17399" fmla="*/ 5945 w 10000"/>
              <a:gd name="connsiteY19-17400" fmla="*/ 8761 h 10000"/>
              <a:gd name="connsiteX20-17401" fmla="*/ 5493 w 10000"/>
              <a:gd name="connsiteY20-17402" fmla="*/ 9135 h 10000"/>
              <a:gd name="connsiteX21-17403" fmla="*/ 4996 w 10000"/>
              <a:gd name="connsiteY21-17404" fmla="*/ 9509 h 10000"/>
              <a:gd name="connsiteX22-17405" fmla="*/ 4549 w 10000"/>
              <a:gd name="connsiteY22-17406" fmla="*/ 9627 h 10000"/>
              <a:gd name="connsiteX23-17407" fmla="*/ 4050 w 10000"/>
              <a:gd name="connsiteY23-17408" fmla="*/ 9859 h 10000"/>
              <a:gd name="connsiteX24-17409" fmla="*/ 3554 w 10000"/>
              <a:gd name="connsiteY24-17410" fmla="*/ 10000 h 10000"/>
              <a:gd name="connsiteX25-17411" fmla="*/ 3105 w 10000"/>
              <a:gd name="connsiteY25-17412" fmla="*/ 10000 h 10000"/>
              <a:gd name="connsiteX26-17413" fmla="*/ 2609 w 10000"/>
              <a:gd name="connsiteY26-17414" fmla="*/ 10000 h 10000"/>
              <a:gd name="connsiteX27-17415" fmla="*/ 2609 w 10000"/>
              <a:gd name="connsiteY27-17416" fmla="*/ 9859 h 10000"/>
              <a:gd name="connsiteX28-17417" fmla="*/ 2381 w 10000"/>
              <a:gd name="connsiteY28-17418" fmla="*/ 9859 h 10000"/>
              <a:gd name="connsiteX29-17419" fmla="*/ 2381 w 10000"/>
              <a:gd name="connsiteY29-17420" fmla="*/ 9743 h 10000"/>
              <a:gd name="connsiteX30-17421" fmla="*/ 2381 w 10000"/>
              <a:gd name="connsiteY30-17422" fmla="*/ 9509 h 10000"/>
              <a:gd name="connsiteX31-17423" fmla="*/ 2381 w 10000"/>
              <a:gd name="connsiteY31-17424" fmla="*/ 9366 h 10000"/>
              <a:gd name="connsiteX32-17425" fmla="*/ 2381 w 10000"/>
              <a:gd name="connsiteY32-17426" fmla="*/ 9251 h 10000"/>
              <a:gd name="connsiteX33-17427" fmla="*/ 2381 w 10000"/>
              <a:gd name="connsiteY33-17428" fmla="*/ 8996 h 10000"/>
              <a:gd name="connsiteX34-17429" fmla="*/ 2381 w 10000"/>
              <a:gd name="connsiteY34-17430" fmla="*/ 8761 h 10000"/>
              <a:gd name="connsiteX35-17431" fmla="*/ 2160 w 10000"/>
              <a:gd name="connsiteY35-17432" fmla="*/ 8504 h 10000"/>
              <a:gd name="connsiteX36-17433" fmla="*/ 1889 w 10000"/>
              <a:gd name="connsiteY36-17434" fmla="*/ 8154 h 10000"/>
              <a:gd name="connsiteX37-17435" fmla="*/ 1439 w 10000"/>
              <a:gd name="connsiteY37-17436" fmla="*/ 7641 h 10000"/>
              <a:gd name="connsiteX38-17437" fmla="*/ 1214 w 10000"/>
              <a:gd name="connsiteY38-17438" fmla="*/ 7152 h 10000"/>
              <a:gd name="connsiteX39-17439" fmla="*/ 493 w 10000"/>
              <a:gd name="connsiteY39-17440" fmla="*/ 6659 h 10000"/>
              <a:gd name="connsiteX40-17441" fmla="*/ 0 w 10000"/>
              <a:gd name="connsiteY40-17442" fmla="*/ 5909 h 10000"/>
              <a:gd name="connsiteX41-17443" fmla="*/ 493 w 10000"/>
              <a:gd name="connsiteY41-17444" fmla="*/ 6167 h 10000"/>
              <a:gd name="connsiteX42-17445" fmla="*/ 1214 w 10000"/>
              <a:gd name="connsiteY42-17446" fmla="*/ 6425 h 10000"/>
              <a:gd name="connsiteX43-17447" fmla="*/ 1662 w 10000"/>
              <a:gd name="connsiteY43-17448" fmla="*/ 6659 h 10000"/>
              <a:gd name="connsiteX44-17449" fmla="*/ 2160 w 10000"/>
              <a:gd name="connsiteY44-17450" fmla="*/ 6776 h 10000"/>
              <a:gd name="connsiteX45-17451" fmla="*/ 2609 w 10000"/>
              <a:gd name="connsiteY45-17452" fmla="*/ 6915 h 10000"/>
              <a:gd name="connsiteX46-17453" fmla="*/ 2886 w 10000"/>
              <a:gd name="connsiteY46-17454" fmla="*/ 6915 h 10000"/>
              <a:gd name="connsiteX47-17455" fmla="*/ 3105 w 10000"/>
              <a:gd name="connsiteY47-17456" fmla="*/ 7033 h 10000"/>
              <a:gd name="connsiteX48-17457" fmla="*/ 3333 w 10000"/>
              <a:gd name="connsiteY48-17458" fmla="*/ 7033 h 10000"/>
              <a:gd name="connsiteX49-17459" fmla="*/ 3554 w 10000"/>
              <a:gd name="connsiteY49-17460" fmla="*/ 7033 h 10000"/>
              <a:gd name="connsiteX50-17461" fmla="*/ 3826 w 10000"/>
              <a:gd name="connsiteY50-17462" fmla="*/ 7033 h 10000"/>
              <a:gd name="connsiteX51-17463" fmla="*/ 4050 w 10000"/>
              <a:gd name="connsiteY51-17464" fmla="*/ 6915 h 10000"/>
              <a:gd name="connsiteX52-17465" fmla="*/ 4280 w 10000"/>
              <a:gd name="connsiteY52-17466" fmla="*/ 6776 h 10000"/>
              <a:gd name="connsiteX53-17467" fmla="*/ 4280 w 10000"/>
              <a:gd name="connsiteY53-17468" fmla="*/ 6659 h 10000"/>
              <a:gd name="connsiteX54-17469" fmla="*/ 4549 w 10000"/>
              <a:gd name="connsiteY54-17470" fmla="*/ 6543 h 10000"/>
              <a:gd name="connsiteX55-17471" fmla="*/ 4769 w 10000"/>
              <a:gd name="connsiteY55-17472" fmla="*/ 6286 h 10000"/>
              <a:gd name="connsiteX56-17473" fmla="*/ 4769 w 10000"/>
              <a:gd name="connsiteY56-17474" fmla="*/ 6052 h 10000"/>
              <a:gd name="connsiteX57-17475" fmla="*/ 4996 w 10000"/>
              <a:gd name="connsiteY57-17476" fmla="*/ 5794 h 10000"/>
              <a:gd name="connsiteX58-17477" fmla="*/ 5222 w 10000"/>
              <a:gd name="connsiteY58-17478" fmla="*/ 5421 h 10000"/>
              <a:gd name="connsiteX59-17479" fmla="*/ 5493 w 10000"/>
              <a:gd name="connsiteY59-17480" fmla="*/ 5045 h 10000"/>
              <a:gd name="connsiteX60-17481" fmla="*/ 5493 w 10000"/>
              <a:gd name="connsiteY60-17482" fmla="*/ 4555 h 10000"/>
              <a:gd name="connsiteX61-17483" fmla="*/ 5945 w 10000"/>
              <a:gd name="connsiteY61-17484" fmla="*/ 3691 h 10000"/>
              <a:gd name="connsiteX62-17485" fmla="*/ 6222 w 10000"/>
              <a:gd name="connsiteY62-17486" fmla="*/ 2711 h 10000"/>
              <a:gd name="connsiteX63-17487" fmla="*/ 6222 w 10000"/>
              <a:gd name="connsiteY63-17488" fmla="*/ 1846 h 10000"/>
              <a:gd name="connsiteX64-17489" fmla="*/ 6443 w 10000"/>
              <a:gd name="connsiteY64-17490" fmla="*/ 982 h 10000"/>
              <a:gd name="connsiteX65-17491" fmla="*/ 6443 w 10000"/>
              <a:gd name="connsiteY65-17492" fmla="*/ 608 h 10000"/>
              <a:gd name="connsiteX66-17493" fmla="*/ 6443 w 10000"/>
              <a:gd name="connsiteY66-17494" fmla="*/ 257 h 10000"/>
              <a:gd name="connsiteX67-17495" fmla="*/ 6443 w 10000"/>
              <a:gd name="connsiteY67-17496" fmla="*/ 0 h 10000"/>
              <a:gd name="connsiteX0-17497" fmla="*/ 9775 w 9775"/>
              <a:gd name="connsiteY0-17498" fmla="*/ 748 h 10000"/>
              <a:gd name="connsiteX1-17499" fmla="*/ 9775 w 9775"/>
              <a:gd name="connsiteY1-17500" fmla="*/ 1122 h 10000"/>
              <a:gd name="connsiteX2-17501" fmla="*/ 9775 w 9775"/>
              <a:gd name="connsiteY2-17502" fmla="*/ 1356 h 10000"/>
              <a:gd name="connsiteX3-17503" fmla="*/ 9502 w 9775"/>
              <a:gd name="connsiteY3-17504" fmla="*/ 1729 h 10000"/>
              <a:gd name="connsiteX4-17505" fmla="*/ 9502 w 9775"/>
              <a:gd name="connsiteY4-17506" fmla="*/ 2218 h 10000"/>
              <a:gd name="connsiteX5-17507" fmla="*/ 9283 w 9775"/>
              <a:gd name="connsiteY5-17508" fmla="*/ 2594 h 10000"/>
              <a:gd name="connsiteX6-17509" fmla="*/ 9053 w 9775"/>
              <a:gd name="connsiteY6-17510" fmla="*/ 3083 h 10000"/>
              <a:gd name="connsiteX7-17511" fmla="*/ 8822 w 9775"/>
              <a:gd name="connsiteY7-17512" fmla="*/ 3575 h 10000"/>
              <a:gd name="connsiteX8-17513" fmla="*/ 8556 w 9775"/>
              <a:gd name="connsiteY8-17514" fmla="*/ 4064 h 10000"/>
              <a:gd name="connsiteX9-17515" fmla="*/ 8106 w 9775"/>
              <a:gd name="connsiteY9-17516" fmla="*/ 5187 h 10000"/>
              <a:gd name="connsiteX10-17517" fmla="*/ 7883 w 9775"/>
              <a:gd name="connsiteY10-17518" fmla="*/ 5678 h 10000"/>
              <a:gd name="connsiteX11-17519" fmla="*/ 7616 w 9775"/>
              <a:gd name="connsiteY11-17520" fmla="*/ 6167 h 10000"/>
              <a:gd name="connsiteX12-17521" fmla="*/ 7389 w 9775"/>
              <a:gd name="connsiteY12-17522" fmla="*/ 6659 h 10000"/>
              <a:gd name="connsiteX13-17523" fmla="*/ 7161 w 9775"/>
              <a:gd name="connsiteY13-17524" fmla="*/ 7152 h 10000"/>
              <a:gd name="connsiteX14-17525" fmla="*/ 6888 w 9775"/>
              <a:gd name="connsiteY14-17526" fmla="*/ 7525 h 10000"/>
              <a:gd name="connsiteX15-17527" fmla="*/ 6888 w 9775"/>
              <a:gd name="connsiteY15-17528" fmla="*/ 7782 h 10000"/>
              <a:gd name="connsiteX16-17529" fmla="*/ 6665 w 9775"/>
              <a:gd name="connsiteY16-17530" fmla="*/ 8154 h 10000"/>
              <a:gd name="connsiteX17-17531" fmla="*/ 6443 w 9775"/>
              <a:gd name="connsiteY17-17532" fmla="*/ 8387 h 10000"/>
              <a:gd name="connsiteX18-17533" fmla="*/ 5945 w 9775"/>
              <a:gd name="connsiteY18-17534" fmla="*/ 8761 h 10000"/>
              <a:gd name="connsiteX19-17535" fmla="*/ 5493 w 9775"/>
              <a:gd name="connsiteY19-17536" fmla="*/ 9135 h 10000"/>
              <a:gd name="connsiteX20-17537" fmla="*/ 4996 w 9775"/>
              <a:gd name="connsiteY20-17538" fmla="*/ 9509 h 10000"/>
              <a:gd name="connsiteX21-17539" fmla="*/ 4549 w 9775"/>
              <a:gd name="connsiteY21-17540" fmla="*/ 9627 h 10000"/>
              <a:gd name="connsiteX22-17541" fmla="*/ 4050 w 9775"/>
              <a:gd name="connsiteY22-17542" fmla="*/ 9859 h 10000"/>
              <a:gd name="connsiteX23-17543" fmla="*/ 3554 w 9775"/>
              <a:gd name="connsiteY23-17544" fmla="*/ 10000 h 10000"/>
              <a:gd name="connsiteX24-17545" fmla="*/ 3105 w 9775"/>
              <a:gd name="connsiteY24-17546" fmla="*/ 10000 h 10000"/>
              <a:gd name="connsiteX25-17547" fmla="*/ 2609 w 9775"/>
              <a:gd name="connsiteY25-17548" fmla="*/ 10000 h 10000"/>
              <a:gd name="connsiteX26-17549" fmla="*/ 2609 w 9775"/>
              <a:gd name="connsiteY26-17550" fmla="*/ 9859 h 10000"/>
              <a:gd name="connsiteX27-17551" fmla="*/ 2381 w 9775"/>
              <a:gd name="connsiteY27-17552" fmla="*/ 9859 h 10000"/>
              <a:gd name="connsiteX28-17553" fmla="*/ 2381 w 9775"/>
              <a:gd name="connsiteY28-17554" fmla="*/ 9743 h 10000"/>
              <a:gd name="connsiteX29-17555" fmla="*/ 2381 w 9775"/>
              <a:gd name="connsiteY29-17556" fmla="*/ 9509 h 10000"/>
              <a:gd name="connsiteX30-17557" fmla="*/ 2381 w 9775"/>
              <a:gd name="connsiteY30-17558" fmla="*/ 9366 h 10000"/>
              <a:gd name="connsiteX31-17559" fmla="*/ 2381 w 9775"/>
              <a:gd name="connsiteY31-17560" fmla="*/ 9251 h 10000"/>
              <a:gd name="connsiteX32-17561" fmla="*/ 2381 w 9775"/>
              <a:gd name="connsiteY32-17562" fmla="*/ 8996 h 10000"/>
              <a:gd name="connsiteX33-17563" fmla="*/ 2381 w 9775"/>
              <a:gd name="connsiteY33-17564" fmla="*/ 8761 h 10000"/>
              <a:gd name="connsiteX34-17565" fmla="*/ 2160 w 9775"/>
              <a:gd name="connsiteY34-17566" fmla="*/ 8504 h 10000"/>
              <a:gd name="connsiteX35-17567" fmla="*/ 1889 w 9775"/>
              <a:gd name="connsiteY35-17568" fmla="*/ 8154 h 10000"/>
              <a:gd name="connsiteX36-17569" fmla="*/ 1439 w 9775"/>
              <a:gd name="connsiteY36-17570" fmla="*/ 7641 h 10000"/>
              <a:gd name="connsiteX37-17571" fmla="*/ 1214 w 9775"/>
              <a:gd name="connsiteY37-17572" fmla="*/ 7152 h 10000"/>
              <a:gd name="connsiteX38-17573" fmla="*/ 493 w 9775"/>
              <a:gd name="connsiteY38-17574" fmla="*/ 6659 h 10000"/>
              <a:gd name="connsiteX39-17575" fmla="*/ 0 w 9775"/>
              <a:gd name="connsiteY39-17576" fmla="*/ 5909 h 10000"/>
              <a:gd name="connsiteX40-17577" fmla="*/ 493 w 9775"/>
              <a:gd name="connsiteY40-17578" fmla="*/ 6167 h 10000"/>
              <a:gd name="connsiteX41-17579" fmla="*/ 1214 w 9775"/>
              <a:gd name="connsiteY41-17580" fmla="*/ 6425 h 10000"/>
              <a:gd name="connsiteX42-17581" fmla="*/ 1662 w 9775"/>
              <a:gd name="connsiteY42-17582" fmla="*/ 6659 h 10000"/>
              <a:gd name="connsiteX43-17583" fmla="*/ 2160 w 9775"/>
              <a:gd name="connsiteY43-17584" fmla="*/ 6776 h 10000"/>
              <a:gd name="connsiteX44-17585" fmla="*/ 2609 w 9775"/>
              <a:gd name="connsiteY44-17586" fmla="*/ 6915 h 10000"/>
              <a:gd name="connsiteX45-17587" fmla="*/ 2886 w 9775"/>
              <a:gd name="connsiteY45-17588" fmla="*/ 6915 h 10000"/>
              <a:gd name="connsiteX46-17589" fmla="*/ 3105 w 9775"/>
              <a:gd name="connsiteY46-17590" fmla="*/ 7033 h 10000"/>
              <a:gd name="connsiteX47-17591" fmla="*/ 3333 w 9775"/>
              <a:gd name="connsiteY47-17592" fmla="*/ 7033 h 10000"/>
              <a:gd name="connsiteX48-17593" fmla="*/ 3554 w 9775"/>
              <a:gd name="connsiteY48-17594" fmla="*/ 7033 h 10000"/>
              <a:gd name="connsiteX49-17595" fmla="*/ 3826 w 9775"/>
              <a:gd name="connsiteY49-17596" fmla="*/ 7033 h 10000"/>
              <a:gd name="connsiteX50-17597" fmla="*/ 4050 w 9775"/>
              <a:gd name="connsiteY50-17598" fmla="*/ 6915 h 10000"/>
              <a:gd name="connsiteX51-17599" fmla="*/ 4280 w 9775"/>
              <a:gd name="connsiteY51-17600" fmla="*/ 6776 h 10000"/>
              <a:gd name="connsiteX52-17601" fmla="*/ 4280 w 9775"/>
              <a:gd name="connsiteY52-17602" fmla="*/ 6659 h 10000"/>
              <a:gd name="connsiteX53-17603" fmla="*/ 4549 w 9775"/>
              <a:gd name="connsiteY53-17604" fmla="*/ 6543 h 10000"/>
              <a:gd name="connsiteX54-17605" fmla="*/ 4769 w 9775"/>
              <a:gd name="connsiteY54-17606" fmla="*/ 6286 h 10000"/>
              <a:gd name="connsiteX55-17607" fmla="*/ 4769 w 9775"/>
              <a:gd name="connsiteY55-17608" fmla="*/ 6052 h 10000"/>
              <a:gd name="connsiteX56-17609" fmla="*/ 4996 w 9775"/>
              <a:gd name="connsiteY56-17610" fmla="*/ 5794 h 10000"/>
              <a:gd name="connsiteX57-17611" fmla="*/ 5222 w 9775"/>
              <a:gd name="connsiteY57-17612" fmla="*/ 5421 h 10000"/>
              <a:gd name="connsiteX58-17613" fmla="*/ 5493 w 9775"/>
              <a:gd name="connsiteY58-17614" fmla="*/ 5045 h 10000"/>
              <a:gd name="connsiteX59-17615" fmla="*/ 5493 w 9775"/>
              <a:gd name="connsiteY59-17616" fmla="*/ 4555 h 10000"/>
              <a:gd name="connsiteX60-17617" fmla="*/ 5945 w 9775"/>
              <a:gd name="connsiteY60-17618" fmla="*/ 3691 h 10000"/>
              <a:gd name="connsiteX61-17619" fmla="*/ 6222 w 9775"/>
              <a:gd name="connsiteY61-17620" fmla="*/ 2711 h 10000"/>
              <a:gd name="connsiteX62-17621" fmla="*/ 6222 w 9775"/>
              <a:gd name="connsiteY62-17622" fmla="*/ 1846 h 10000"/>
              <a:gd name="connsiteX63-17623" fmla="*/ 6443 w 9775"/>
              <a:gd name="connsiteY63-17624" fmla="*/ 982 h 10000"/>
              <a:gd name="connsiteX64-17625" fmla="*/ 6443 w 9775"/>
              <a:gd name="connsiteY64-17626" fmla="*/ 608 h 10000"/>
              <a:gd name="connsiteX65-17627" fmla="*/ 6443 w 9775"/>
              <a:gd name="connsiteY65-17628" fmla="*/ 257 h 10000"/>
              <a:gd name="connsiteX66-17629" fmla="*/ 6443 w 9775"/>
              <a:gd name="connsiteY66-17630" fmla="*/ 0 h 10000"/>
              <a:gd name="connsiteX0-17631" fmla="*/ 10000 w 10000"/>
              <a:gd name="connsiteY0-17632" fmla="*/ 748 h 10000"/>
              <a:gd name="connsiteX1-17633" fmla="*/ 10000 w 10000"/>
              <a:gd name="connsiteY1-17634" fmla="*/ 1122 h 10000"/>
              <a:gd name="connsiteX2-17635" fmla="*/ 10000 w 10000"/>
              <a:gd name="connsiteY2-17636" fmla="*/ 1356 h 10000"/>
              <a:gd name="connsiteX3-17637" fmla="*/ 9721 w 10000"/>
              <a:gd name="connsiteY3-17638" fmla="*/ 1729 h 10000"/>
              <a:gd name="connsiteX4-17639" fmla="*/ 9721 w 10000"/>
              <a:gd name="connsiteY4-17640" fmla="*/ 2218 h 10000"/>
              <a:gd name="connsiteX5-17641" fmla="*/ 9497 w 10000"/>
              <a:gd name="connsiteY5-17642" fmla="*/ 2594 h 10000"/>
              <a:gd name="connsiteX6-17643" fmla="*/ 9261 w 10000"/>
              <a:gd name="connsiteY6-17644" fmla="*/ 3083 h 10000"/>
              <a:gd name="connsiteX7-17645" fmla="*/ 9025 w 10000"/>
              <a:gd name="connsiteY7-17646" fmla="*/ 3575 h 10000"/>
              <a:gd name="connsiteX8-17647" fmla="*/ 8753 w 10000"/>
              <a:gd name="connsiteY8-17648" fmla="*/ 4064 h 10000"/>
              <a:gd name="connsiteX9-17649" fmla="*/ 8293 w 10000"/>
              <a:gd name="connsiteY9-17650" fmla="*/ 5187 h 10000"/>
              <a:gd name="connsiteX10-17651" fmla="*/ 8064 w 10000"/>
              <a:gd name="connsiteY10-17652" fmla="*/ 5678 h 10000"/>
              <a:gd name="connsiteX11-17653" fmla="*/ 7791 w 10000"/>
              <a:gd name="connsiteY11-17654" fmla="*/ 6167 h 10000"/>
              <a:gd name="connsiteX12-17655" fmla="*/ 7559 w 10000"/>
              <a:gd name="connsiteY12-17656" fmla="*/ 6659 h 10000"/>
              <a:gd name="connsiteX13-17657" fmla="*/ 7326 w 10000"/>
              <a:gd name="connsiteY13-17658" fmla="*/ 7152 h 10000"/>
              <a:gd name="connsiteX14-17659" fmla="*/ 7047 w 10000"/>
              <a:gd name="connsiteY14-17660" fmla="*/ 7525 h 10000"/>
              <a:gd name="connsiteX15-17661" fmla="*/ 7047 w 10000"/>
              <a:gd name="connsiteY15-17662" fmla="*/ 7782 h 10000"/>
              <a:gd name="connsiteX16-17663" fmla="*/ 6818 w 10000"/>
              <a:gd name="connsiteY16-17664" fmla="*/ 8154 h 10000"/>
              <a:gd name="connsiteX17-17665" fmla="*/ 6591 w 10000"/>
              <a:gd name="connsiteY17-17666" fmla="*/ 8387 h 10000"/>
              <a:gd name="connsiteX18-17667" fmla="*/ 6082 w 10000"/>
              <a:gd name="connsiteY18-17668" fmla="*/ 8761 h 10000"/>
              <a:gd name="connsiteX19-17669" fmla="*/ 5619 w 10000"/>
              <a:gd name="connsiteY19-17670" fmla="*/ 9135 h 10000"/>
              <a:gd name="connsiteX20-17671" fmla="*/ 5111 w 10000"/>
              <a:gd name="connsiteY20-17672" fmla="*/ 9509 h 10000"/>
              <a:gd name="connsiteX21-17673" fmla="*/ 4654 w 10000"/>
              <a:gd name="connsiteY21-17674" fmla="*/ 9627 h 10000"/>
              <a:gd name="connsiteX22-17675" fmla="*/ 4143 w 10000"/>
              <a:gd name="connsiteY22-17676" fmla="*/ 9859 h 10000"/>
              <a:gd name="connsiteX23-17677" fmla="*/ 3636 w 10000"/>
              <a:gd name="connsiteY23-17678" fmla="*/ 10000 h 10000"/>
              <a:gd name="connsiteX24-17679" fmla="*/ 3176 w 10000"/>
              <a:gd name="connsiteY24-17680" fmla="*/ 10000 h 10000"/>
              <a:gd name="connsiteX25-17681" fmla="*/ 2669 w 10000"/>
              <a:gd name="connsiteY25-17682" fmla="*/ 10000 h 10000"/>
              <a:gd name="connsiteX26-17683" fmla="*/ 2669 w 10000"/>
              <a:gd name="connsiteY26-17684" fmla="*/ 9859 h 10000"/>
              <a:gd name="connsiteX27-17685" fmla="*/ 2436 w 10000"/>
              <a:gd name="connsiteY27-17686" fmla="*/ 9859 h 10000"/>
              <a:gd name="connsiteX28-17687" fmla="*/ 2436 w 10000"/>
              <a:gd name="connsiteY28-17688" fmla="*/ 9743 h 10000"/>
              <a:gd name="connsiteX29-17689" fmla="*/ 2436 w 10000"/>
              <a:gd name="connsiteY29-17690" fmla="*/ 9509 h 10000"/>
              <a:gd name="connsiteX30-17691" fmla="*/ 2436 w 10000"/>
              <a:gd name="connsiteY30-17692" fmla="*/ 9366 h 10000"/>
              <a:gd name="connsiteX31-17693" fmla="*/ 2436 w 10000"/>
              <a:gd name="connsiteY31-17694" fmla="*/ 9251 h 10000"/>
              <a:gd name="connsiteX32-17695" fmla="*/ 2436 w 10000"/>
              <a:gd name="connsiteY32-17696" fmla="*/ 8996 h 10000"/>
              <a:gd name="connsiteX33-17697" fmla="*/ 2436 w 10000"/>
              <a:gd name="connsiteY33-17698" fmla="*/ 8761 h 10000"/>
              <a:gd name="connsiteX34-17699" fmla="*/ 2210 w 10000"/>
              <a:gd name="connsiteY34-17700" fmla="*/ 8504 h 10000"/>
              <a:gd name="connsiteX35-17701" fmla="*/ 1932 w 10000"/>
              <a:gd name="connsiteY35-17702" fmla="*/ 8154 h 10000"/>
              <a:gd name="connsiteX36-17703" fmla="*/ 1472 w 10000"/>
              <a:gd name="connsiteY36-17704" fmla="*/ 7641 h 10000"/>
              <a:gd name="connsiteX37-17705" fmla="*/ 1242 w 10000"/>
              <a:gd name="connsiteY37-17706" fmla="*/ 7152 h 10000"/>
              <a:gd name="connsiteX38-17707" fmla="*/ 504 w 10000"/>
              <a:gd name="connsiteY38-17708" fmla="*/ 6659 h 10000"/>
              <a:gd name="connsiteX39-17709" fmla="*/ 0 w 10000"/>
              <a:gd name="connsiteY39-17710" fmla="*/ 5909 h 10000"/>
              <a:gd name="connsiteX40-17711" fmla="*/ 504 w 10000"/>
              <a:gd name="connsiteY40-17712" fmla="*/ 6167 h 10000"/>
              <a:gd name="connsiteX41-17713" fmla="*/ 1242 w 10000"/>
              <a:gd name="connsiteY41-17714" fmla="*/ 6425 h 10000"/>
              <a:gd name="connsiteX42-17715" fmla="*/ 1700 w 10000"/>
              <a:gd name="connsiteY42-17716" fmla="*/ 6659 h 10000"/>
              <a:gd name="connsiteX43-17717" fmla="*/ 2210 w 10000"/>
              <a:gd name="connsiteY43-17718" fmla="*/ 6776 h 10000"/>
              <a:gd name="connsiteX44-17719" fmla="*/ 2669 w 10000"/>
              <a:gd name="connsiteY44-17720" fmla="*/ 6915 h 10000"/>
              <a:gd name="connsiteX45-17721" fmla="*/ 2952 w 10000"/>
              <a:gd name="connsiteY45-17722" fmla="*/ 6915 h 10000"/>
              <a:gd name="connsiteX46-17723" fmla="*/ 3176 w 10000"/>
              <a:gd name="connsiteY46-17724" fmla="*/ 7033 h 10000"/>
              <a:gd name="connsiteX47-17725" fmla="*/ 3410 w 10000"/>
              <a:gd name="connsiteY47-17726" fmla="*/ 7033 h 10000"/>
              <a:gd name="connsiteX48-17727" fmla="*/ 3636 w 10000"/>
              <a:gd name="connsiteY48-17728" fmla="*/ 7033 h 10000"/>
              <a:gd name="connsiteX49-17729" fmla="*/ 3914 w 10000"/>
              <a:gd name="connsiteY49-17730" fmla="*/ 7033 h 10000"/>
              <a:gd name="connsiteX50-17731" fmla="*/ 4143 w 10000"/>
              <a:gd name="connsiteY50-17732" fmla="*/ 6915 h 10000"/>
              <a:gd name="connsiteX51-17733" fmla="*/ 4379 w 10000"/>
              <a:gd name="connsiteY51-17734" fmla="*/ 6776 h 10000"/>
              <a:gd name="connsiteX52-17735" fmla="*/ 4379 w 10000"/>
              <a:gd name="connsiteY52-17736" fmla="*/ 6659 h 10000"/>
              <a:gd name="connsiteX53-17737" fmla="*/ 4654 w 10000"/>
              <a:gd name="connsiteY53-17738" fmla="*/ 6543 h 10000"/>
              <a:gd name="connsiteX54-17739" fmla="*/ 4879 w 10000"/>
              <a:gd name="connsiteY54-17740" fmla="*/ 6286 h 10000"/>
              <a:gd name="connsiteX55-17741" fmla="*/ 4879 w 10000"/>
              <a:gd name="connsiteY55-17742" fmla="*/ 6052 h 10000"/>
              <a:gd name="connsiteX56-17743" fmla="*/ 5111 w 10000"/>
              <a:gd name="connsiteY56-17744" fmla="*/ 5794 h 10000"/>
              <a:gd name="connsiteX57-17745" fmla="*/ 5342 w 10000"/>
              <a:gd name="connsiteY57-17746" fmla="*/ 5421 h 10000"/>
              <a:gd name="connsiteX58-17747" fmla="*/ 5619 w 10000"/>
              <a:gd name="connsiteY58-17748" fmla="*/ 5045 h 10000"/>
              <a:gd name="connsiteX59-17749" fmla="*/ 5619 w 10000"/>
              <a:gd name="connsiteY59-17750" fmla="*/ 4555 h 10000"/>
              <a:gd name="connsiteX60-17751" fmla="*/ 6082 w 10000"/>
              <a:gd name="connsiteY60-17752" fmla="*/ 3691 h 10000"/>
              <a:gd name="connsiteX61-17753" fmla="*/ 6365 w 10000"/>
              <a:gd name="connsiteY61-17754" fmla="*/ 2711 h 10000"/>
              <a:gd name="connsiteX62-17755" fmla="*/ 6365 w 10000"/>
              <a:gd name="connsiteY62-17756" fmla="*/ 1846 h 10000"/>
              <a:gd name="connsiteX63-17757" fmla="*/ 6591 w 10000"/>
              <a:gd name="connsiteY63-17758" fmla="*/ 982 h 10000"/>
              <a:gd name="connsiteX64-17759" fmla="*/ 6591 w 10000"/>
              <a:gd name="connsiteY64-17760" fmla="*/ 608 h 10000"/>
              <a:gd name="connsiteX65-17761" fmla="*/ 6591 w 10000"/>
              <a:gd name="connsiteY65-17762" fmla="*/ 0 h 10000"/>
              <a:gd name="connsiteX0-17763" fmla="*/ 10000 w 10000"/>
              <a:gd name="connsiteY0-17764" fmla="*/ 140 h 9392"/>
              <a:gd name="connsiteX1-17765" fmla="*/ 10000 w 10000"/>
              <a:gd name="connsiteY1-17766" fmla="*/ 514 h 9392"/>
              <a:gd name="connsiteX2-17767" fmla="*/ 10000 w 10000"/>
              <a:gd name="connsiteY2-17768" fmla="*/ 748 h 9392"/>
              <a:gd name="connsiteX3-17769" fmla="*/ 9721 w 10000"/>
              <a:gd name="connsiteY3-17770" fmla="*/ 1121 h 9392"/>
              <a:gd name="connsiteX4-17771" fmla="*/ 9721 w 10000"/>
              <a:gd name="connsiteY4-17772" fmla="*/ 1610 h 9392"/>
              <a:gd name="connsiteX5-17773" fmla="*/ 9497 w 10000"/>
              <a:gd name="connsiteY5-17774" fmla="*/ 1986 h 9392"/>
              <a:gd name="connsiteX6-17775" fmla="*/ 9261 w 10000"/>
              <a:gd name="connsiteY6-17776" fmla="*/ 2475 h 9392"/>
              <a:gd name="connsiteX7-17777" fmla="*/ 9025 w 10000"/>
              <a:gd name="connsiteY7-17778" fmla="*/ 2967 h 9392"/>
              <a:gd name="connsiteX8-17779" fmla="*/ 8753 w 10000"/>
              <a:gd name="connsiteY8-17780" fmla="*/ 3456 h 9392"/>
              <a:gd name="connsiteX9-17781" fmla="*/ 8293 w 10000"/>
              <a:gd name="connsiteY9-17782" fmla="*/ 4579 h 9392"/>
              <a:gd name="connsiteX10-17783" fmla="*/ 8064 w 10000"/>
              <a:gd name="connsiteY10-17784" fmla="*/ 5070 h 9392"/>
              <a:gd name="connsiteX11-17785" fmla="*/ 7791 w 10000"/>
              <a:gd name="connsiteY11-17786" fmla="*/ 5559 h 9392"/>
              <a:gd name="connsiteX12-17787" fmla="*/ 7559 w 10000"/>
              <a:gd name="connsiteY12-17788" fmla="*/ 6051 h 9392"/>
              <a:gd name="connsiteX13-17789" fmla="*/ 7326 w 10000"/>
              <a:gd name="connsiteY13-17790" fmla="*/ 6544 h 9392"/>
              <a:gd name="connsiteX14-17791" fmla="*/ 7047 w 10000"/>
              <a:gd name="connsiteY14-17792" fmla="*/ 6917 h 9392"/>
              <a:gd name="connsiteX15-17793" fmla="*/ 7047 w 10000"/>
              <a:gd name="connsiteY15-17794" fmla="*/ 7174 h 9392"/>
              <a:gd name="connsiteX16-17795" fmla="*/ 6818 w 10000"/>
              <a:gd name="connsiteY16-17796" fmla="*/ 7546 h 9392"/>
              <a:gd name="connsiteX17-17797" fmla="*/ 6591 w 10000"/>
              <a:gd name="connsiteY17-17798" fmla="*/ 7779 h 9392"/>
              <a:gd name="connsiteX18-17799" fmla="*/ 6082 w 10000"/>
              <a:gd name="connsiteY18-17800" fmla="*/ 8153 h 9392"/>
              <a:gd name="connsiteX19-17801" fmla="*/ 5619 w 10000"/>
              <a:gd name="connsiteY19-17802" fmla="*/ 8527 h 9392"/>
              <a:gd name="connsiteX20-17803" fmla="*/ 5111 w 10000"/>
              <a:gd name="connsiteY20-17804" fmla="*/ 8901 h 9392"/>
              <a:gd name="connsiteX21-17805" fmla="*/ 4654 w 10000"/>
              <a:gd name="connsiteY21-17806" fmla="*/ 9019 h 9392"/>
              <a:gd name="connsiteX22-17807" fmla="*/ 4143 w 10000"/>
              <a:gd name="connsiteY22-17808" fmla="*/ 9251 h 9392"/>
              <a:gd name="connsiteX23-17809" fmla="*/ 3636 w 10000"/>
              <a:gd name="connsiteY23-17810" fmla="*/ 9392 h 9392"/>
              <a:gd name="connsiteX24-17811" fmla="*/ 3176 w 10000"/>
              <a:gd name="connsiteY24-17812" fmla="*/ 9392 h 9392"/>
              <a:gd name="connsiteX25-17813" fmla="*/ 2669 w 10000"/>
              <a:gd name="connsiteY25-17814" fmla="*/ 9392 h 9392"/>
              <a:gd name="connsiteX26-17815" fmla="*/ 2669 w 10000"/>
              <a:gd name="connsiteY26-17816" fmla="*/ 9251 h 9392"/>
              <a:gd name="connsiteX27-17817" fmla="*/ 2436 w 10000"/>
              <a:gd name="connsiteY27-17818" fmla="*/ 9251 h 9392"/>
              <a:gd name="connsiteX28-17819" fmla="*/ 2436 w 10000"/>
              <a:gd name="connsiteY28-17820" fmla="*/ 9135 h 9392"/>
              <a:gd name="connsiteX29-17821" fmla="*/ 2436 w 10000"/>
              <a:gd name="connsiteY29-17822" fmla="*/ 8901 h 9392"/>
              <a:gd name="connsiteX30-17823" fmla="*/ 2436 w 10000"/>
              <a:gd name="connsiteY30-17824" fmla="*/ 8758 h 9392"/>
              <a:gd name="connsiteX31-17825" fmla="*/ 2436 w 10000"/>
              <a:gd name="connsiteY31-17826" fmla="*/ 8643 h 9392"/>
              <a:gd name="connsiteX32-17827" fmla="*/ 2436 w 10000"/>
              <a:gd name="connsiteY32-17828" fmla="*/ 8388 h 9392"/>
              <a:gd name="connsiteX33-17829" fmla="*/ 2436 w 10000"/>
              <a:gd name="connsiteY33-17830" fmla="*/ 8153 h 9392"/>
              <a:gd name="connsiteX34-17831" fmla="*/ 2210 w 10000"/>
              <a:gd name="connsiteY34-17832" fmla="*/ 7896 h 9392"/>
              <a:gd name="connsiteX35-17833" fmla="*/ 1932 w 10000"/>
              <a:gd name="connsiteY35-17834" fmla="*/ 7546 h 9392"/>
              <a:gd name="connsiteX36-17835" fmla="*/ 1472 w 10000"/>
              <a:gd name="connsiteY36-17836" fmla="*/ 7033 h 9392"/>
              <a:gd name="connsiteX37-17837" fmla="*/ 1242 w 10000"/>
              <a:gd name="connsiteY37-17838" fmla="*/ 6544 h 9392"/>
              <a:gd name="connsiteX38-17839" fmla="*/ 504 w 10000"/>
              <a:gd name="connsiteY38-17840" fmla="*/ 6051 h 9392"/>
              <a:gd name="connsiteX39-17841" fmla="*/ 0 w 10000"/>
              <a:gd name="connsiteY39-17842" fmla="*/ 5301 h 9392"/>
              <a:gd name="connsiteX40-17843" fmla="*/ 504 w 10000"/>
              <a:gd name="connsiteY40-17844" fmla="*/ 5559 h 9392"/>
              <a:gd name="connsiteX41-17845" fmla="*/ 1242 w 10000"/>
              <a:gd name="connsiteY41-17846" fmla="*/ 5817 h 9392"/>
              <a:gd name="connsiteX42-17847" fmla="*/ 1700 w 10000"/>
              <a:gd name="connsiteY42-17848" fmla="*/ 6051 h 9392"/>
              <a:gd name="connsiteX43-17849" fmla="*/ 2210 w 10000"/>
              <a:gd name="connsiteY43-17850" fmla="*/ 6168 h 9392"/>
              <a:gd name="connsiteX44-17851" fmla="*/ 2669 w 10000"/>
              <a:gd name="connsiteY44-17852" fmla="*/ 6307 h 9392"/>
              <a:gd name="connsiteX45-17853" fmla="*/ 2952 w 10000"/>
              <a:gd name="connsiteY45-17854" fmla="*/ 6307 h 9392"/>
              <a:gd name="connsiteX46-17855" fmla="*/ 3176 w 10000"/>
              <a:gd name="connsiteY46-17856" fmla="*/ 6425 h 9392"/>
              <a:gd name="connsiteX47-17857" fmla="*/ 3410 w 10000"/>
              <a:gd name="connsiteY47-17858" fmla="*/ 6425 h 9392"/>
              <a:gd name="connsiteX48-17859" fmla="*/ 3636 w 10000"/>
              <a:gd name="connsiteY48-17860" fmla="*/ 6425 h 9392"/>
              <a:gd name="connsiteX49-17861" fmla="*/ 3914 w 10000"/>
              <a:gd name="connsiteY49-17862" fmla="*/ 6425 h 9392"/>
              <a:gd name="connsiteX50-17863" fmla="*/ 4143 w 10000"/>
              <a:gd name="connsiteY50-17864" fmla="*/ 6307 h 9392"/>
              <a:gd name="connsiteX51-17865" fmla="*/ 4379 w 10000"/>
              <a:gd name="connsiteY51-17866" fmla="*/ 6168 h 9392"/>
              <a:gd name="connsiteX52-17867" fmla="*/ 4379 w 10000"/>
              <a:gd name="connsiteY52-17868" fmla="*/ 6051 h 9392"/>
              <a:gd name="connsiteX53-17869" fmla="*/ 4654 w 10000"/>
              <a:gd name="connsiteY53-17870" fmla="*/ 5935 h 9392"/>
              <a:gd name="connsiteX54-17871" fmla="*/ 4879 w 10000"/>
              <a:gd name="connsiteY54-17872" fmla="*/ 5678 h 9392"/>
              <a:gd name="connsiteX55-17873" fmla="*/ 4879 w 10000"/>
              <a:gd name="connsiteY55-17874" fmla="*/ 5444 h 9392"/>
              <a:gd name="connsiteX56-17875" fmla="*/ 5111 w 10000"/>
              <a:gd name="connsiteY56-17876" fmla="*/ 5186 h 9392"/>
              <a:gd name="connsiteX57-17877" fmla="*/ 5342 w 10000"/>
              <a:gd name="connsiteY57-17878" fmla="*/ 4813 h 9392"/>
              <a:gd name="connsiteX58-17879" fmla="*/ 5619 w 10000"/>
              <a:gd name="connsiteY58-17880" fmla="*/ 4437 h 9392"/>
              <a:gd name="connsiteX59-17881" fmla="*/ 5619 w 10000"/>
              <a:gd name="connsiteY59-17882" fmla="*/ 3947 h 9392"/>
              <a:gd name="connsiteX60-17883" fmla="*/ 6082 w 10000"/>
              <a:gd name="connsiteY60-17884" fmla="*/ 3083 h 9392"/>
              <a:gd name="connsiteX61-17885" fmla="*/ 6365 w 10000"/>
              <a:gd name="connsiteY61-17886" fmla="*/ 2103 h 9392"/>
              <a:gd name="connsiteX62-17887" fmla="*/ 6365 w 10000"/>
              <a:gd name="connsiteY62-17888" fmla="*/ 1238 h 9392"/>
              <a:gd name="connsiteX63-17889" fmla="*/ 6591 w 10000"/>
              <a:gd name="connsiteY63-17890" fmla="*/ 374 h 9392"/>
              <a:gd name="connsiteX64-17891" fmla="*/ 6591 w 10000"/>
              <a:gd name="connsiteY64-17892" fmla="*/ 0 h 9392"/>
              <a:gd name="connsiteX0-17893" fmla="*/ 10000 w 10000"/>
              <a:gd name="connsiteY0-17894" fmla="*/ 0 h 9851"/>
              <a:gd name="connsiteX1-17895" fmla="*/ 10000 w 10000"/>
              <a:gd name="connsiteY1-17896" fmla="*/ 398 h 9851"/>
              <a:gd name="connsiteX2-17897" fmla="*/ 10000 w 10000"/>
              <a:gd name="connsiteY2-17898" fmla="*/ 647 h 9851"/>
              <a:gd name="connsiteX3-17899" fmla="*/ 9721 w 10000"/>
              <a:gd name="connsiteY3-17900" fmla="*/ 1045 h 9851"/>
              <a:gd name="connsiteX4-17901" fmla="*/ 9721 w 10000"/>
              <a:gd name="connsiteY4-17902" fmla="*/ 1565 h 9851"/>
              <a:gd name="connsiteX5-17903" fmla="*/ 9497 w 10000"/>
              <a:gd name="connsiteY5-17904" fmla="*/ 1966 h 9851"/>
              <a:gd name="connsiteX6-17905" fmla="*/ 9261 w 10000"/>
              <a:gd name="connsiteY6-17906" fmla="*/ 2486 h 9851"/>
              <a:gd name="connsiteX7-17907" fmla="*/ 9025 w 10000"/>
              <a:gd name="connsiteY7-17908" fmla="*/ 3010 h 9851"/>
              <a:gd name="connsiteX8-17909" fmla="*/ 8753 w 10000"/>
              <a:gd name="connsiteY8-17910" fmla="*/ 3531 h 9851"/>
              <a:gd name="connsiteX9-17911" fmla="*/ 8293 w 10000"/>
              <a:gd name="connsiteY9-17912" fmla="*/ 4726 h 9851"/>
              <a:gd name="connsiteX10-17913" fmla="*/ 8064 w 10000"/>
              <a:gd name="connsiteY10-17914" fmla="*/ 5249 h 9851"/>
              <a:gd name="connsiteX11-17915" fmla="*/ 7791 w 10000"/>
              <a:gd name="connsiteY11-17916" fmla="*/ 5770 h 9851"/>
              <a:gd name="connsiteX12-17917" fmla="*/ 7559 w 10000"/>
              <a:gd name="connsiteY12-17918" fmla="*/ 6294 h 9851"/>
              <a:gd name="connsiteX13-17919" fmla="*/ 7326 w 10000"/>
              <a:gd name="connsiteY13-17920" fmla="*/ 6819 h 9851"/>
              <a:gd name="connsiteX14-17921" fmla="*/ 7047 w 10000"/>
              <a:gd name="connsiteY14-17922" fmla="*/ 7216 h 9851"/>
              <a:gd name="connsiteX15-17923" fmla="*/ 7047 w 10000"/>
              <a:gd name="connsiteY15-17924" fmla="*/ 7489 h 9851"/>
              <a:gd name="connsiteX16-17925" fmla="*/ 6818 w 10000"/>
              <a:gd name="connsiteY16-17926" fmla="*/ 7885 h 9851"/>
              <a:gd name="connsiteX17-17927" fmla="*/ 6591 w 10000"/>
              <a:gd name="connsiteY17-17928" fmla="*/ 8134 h 9851"/>
              <a:gd name="connsiteX18-17929" fmla="*/ 6082 w 10000"/>
              <a:gd name="connsiteY18-17930" fmla="*/ 8532 h 9851"/>
              <a:gd name="connsiteX19-17931" fmla="*/ 5619 w 10000"/>
              <a:gd name="connsiteY19-17932" fmla="*/ 8930 h 9851"/>
              <a:gd name="connsiteX20-17933" fmla="*/ 5111 w 10000"/>
              <a:gd name="connsiteY20-17934" fmla="*/ 9328 h 9851"/>
              <a:gd name="connsiteX21-17935" fmla="*/ 4654 w 10000"/>
              <a:gd name="connsiteY21-17936" fmla="*/ 9454 h 9851"/>
              <a:gd name="connsiteX22-17937" fmla="*/ 4143 w 10000"/>
              <a:gd name="connsiteY22-17938" fmla="*/ 9701 h 9851"/>
              <a:gd name="connsiteX23-17939" fmla="*/ 3636 w 10000"/>
              <a:gd name="connsiteY23-17940" fmla="*/ 9851 h 9851"/>
              <a:gd name="connsiteX24-17941" fmla="*/ 3176 w 10000"/>
              <a:gd name="connsiteY24-17942" fmla="*/ 9851 h 9851"/>
              <a:gd name="connsiteX25-17943" fmla="*/ 2669 w 10000"/>
              <a:gd name="connsiteY25-17944" fmla="*/ 9851 h 9851"/>
              <a:gd name="connsiteX26-17945" fmla="*/ 2669 w 10000"/>
              <a:gd name="connsiteY26-17946" fmla="*/ 9701 h 9851"/>
              <a:gd name="connsiteX27-17947" fmla="*/ 2436 w 10000"/>
              <a:gd name="connsiteY27-17948" fmla="*/ 9701 h 9851"/>
              <a:gd name="connsiteX28-17949" fmla="*/ 2436 w 10000"/>
              <a:gd name="connsiteY28-17950" fmla="*/ 9577 h 9851"/>
              <a:gd name="connsiteX29-17951" fmla="*/ 2436 w 10000"/>
              <a:gd name="connsiteY29-17952" fmla="*/ 9328 h 9851"/>
              <a:gd name="connsiteX30-17953" fmla="*/ 2436 w 10000"/>
              <a:gd name="connsiteY30-17954" fmla="*/ 9176 h 9851"/>
              <a:gd name="connsiteX31-17955" fmla="*/ 2436 w 10000"/>
              <a:gd name="connsiteY31-17956" fmla="*/ 9054 h 9851"/>
              <a:gd name="connsiteX32-17957" fmla="*/ 2436 w 10000"/>
              <a:gd name="connsiteY32-17958" fmla="*/ 8782 h 9851"/>
              <a:gd name="connsiteX33-17959" fmla="*/ 2436 w 10000"/>
              <a:gd name="connsiteY33-17960" fmla="*/ 8532 h 9851"/>
              <a:gd name="connsiteX34-17961" fmla="*/ 2210 w 10000"/>
              <a:gd name="connsiteY34-17962" fmla="*/ 8258 h 9851"/>
              <a:gd name="connsiteX35-17963" fmla="*/ 1932 w 10000"/>
              <a:gd name="connsiteY35-17964" fmla="*/ 7885 h 9851"/>
              <a:gd name="connsiteX36-17965" fmla="*/ 1472 w 10000"/>
              <a:gd name="connsiteY36-17966" fmla="*/ 7339 h 9851"/>
              <a:gd name="connsiteX37-17967" fmla="*/ 1242 w 10000"/>
              <a:gd name="connsiteY37-17968" fmla="*/ 6819 h 9851"/>
              <a:gd name="connsiteX38-17969" fmla="*/ 504 w 10000"/>
              <a:gd name="connsiteY38-17970" fmla="*/ 6294 h 9851"/>
              <a:gd name="connsiteX39-17971" fmla="*/ 0 w 10000"/>
              <a:gd name="connsiteY39-17972" fmla="*/ 5495 h 9851"/>
              <a:gd name="connsiteX40-17973" fmla="*/ 504 w 10000"/>
              <a:gd name="connsiteY40-17974" fmla="*/ 5770 h 9851"/>
              <a:gd name="connsiteX41-17975" fmla="*/ 1242 w 10000"/>
              <a:gd name="connsiteY41-17976" fmla="*/ 6045 h 9851"/>
              <a:gd name="connsiteX42-17977" fmla="*/ 1700 w 10000"/>
              <a:gd name="connsiteY42-17978" fmla="*/ 6294 h 9851"/>
              <a:gd name="connsiteX43-17979" fmla="*/ 2210 w 10000"/>
              <a:gd name="connsiteY43-17980" fmla="*/ 6418 h 9851"/>
              <a:gd name="connsiteX44-17981" fmla="*/ 2669 w 10000"/>
              <a:gd name="connsiteY44-17982" fmla="*/ 6566 h 9851"/>
              <a:gd name="connsiteX45-17983" fmla="*/ 2952 w 10000"/>
              <a:gd name="connsiteY45-17984" fmla="*/ 6566 h 9851"/>
              <a:gd name="connsiteX46-17985" fmla="*/ 3176 w 10000"/>
              <a:gd name="connsiteY46-17986" fmla="*/ 6692 h 9851"/>
              <a:gd name="connsiteX47-17987" fmla="*/ 3410 w 10000"/>
              <a:gd name="connsiteY47-17988" fmla="*/ 6692 h 9851"/>
              <a:gd name="connsiteX48-17989" fmla="*/ 3636 w 10000"/>
              <a:gd name="connsiteY48-17990" fmla="*/ 6692 h 9851"/>
              <a:gd name="connsiteX49-17991" fmla="*/ 3914 w 10000"/>
              <a:gd name="connsiteY49-17992" fmla="*/ 6692 h 9851"/>
              <a:gd name="connsiteX50-17993" fmla="*/ 4143 w 10000"/>
              <a:gd name="connsiteY50-17994" fmla="*/ 6566 h 9851"/>
              <a:gd name="connsiteX51-17995" fmla="*/ 4379 w 10000"/>
              <a:gd name="connsiteY51-17996" fmla="*/ 6418 h 9851"/>
              <a:gd name="connsiteX52-17997" fmla="*/ 4379 w 10000"/>
              <a:gd name="connsiteY52-17998" fmla="*/ 6294 h 9851"/>
              <a:gd name="connsiteX53-17999" fmla="*/ 4654 w 10000"/>
              <a:gd name="connsiteY53-18000" fmla="*/ 6170 h 9851"/>
              <a:gd name="connsiteX54-18001" fmla="*/ 4879 w 10000"/>
              <a:gd name="connsiteY54-18002" fmla="*/ 5897 h 9851"/>
              <a:gd name="connsiteX55-18003" fmla="*/ 4879 w 10000"/>
              <a:gd name="connsiteY55-18004" fmla="*/ 5647 h 9851"/>
              <a:gd name="connsiteX56-18005" fmla="*/ 5111 w 10000"/>
              <a:gd name="connsiteY56-18006" fmla="*/ 5373 h 9851"/>
              <a:gd name="connsiteX57-18007" fmla="*/ 5342 w 10000"/>
              <a:gd name="connsiteY57-18008" fmla="*/ 4976 h 9851"/>
              <a:gd name="connsiteX58-18009" fmla="*/ 5619 w 10000"/>
              <a:gd name="connsiteY58-18010" fmla="*/ 4575 h 9851"/>
              <a:gd name="connsiteX59-18011" fmla="*/ 5619 w 10000"/>
              <a:gd name="connsiteY59-18012" fmla="*/ 4054 h 9851"/>
              <a:gd name="connsiteX60-18013" fmla="*/ 6082 w 10000"/>
              <a:gd name="connsiteY60-18014" fmla="*/ 3134 h 9851"/>
              <a:gd name="connsiteX61-18015" fmla="*/ 6365 w 10000"/>
              <a:gd name="connsiteY61-18016" fmla="*/ 2090 h 9851"/>
              <a:gd name="connsiteX62-18017" fmla="*/ 6365 w 10000"/>
              <a:gd name="connsiteY62-18018" fmla="*/ 1169 h 9851"/>
              <a:gd name="connsiteX63-18019" fmla="*/ 6591 w 10000"/>
              <a:gd name="connsiteY63-18020" fmla="*/ 249 h 9851"/>
              <a:gd name="connsiteX0-18021" fmla="*/ 10000 w 10000"/>
              <a:gd name="connsiteY0-18022" fmla="*/ 0 h 10000"/>
              <a:gd name="connsiteX1-18023" fmla="*/ 10000 w 10000"/>
              <a:gd name="connsiteY1-18024" fmla="*/ 404 h 10000"/>
              <a:gd name="connsiteX2-18025" fmla="*/ 10000 w 10000"/>
              <a:gd name="connsiteY2-18026" fmla="*/ 657 h 10000"/>
              <a:gd name="connsiteX3-18027" fmla="*/ 9721 w 10000"/>
              <a:gd name="connsiteY3-18028" fmla="*/ 1061 h 10000"/>
              <a:gd name="connsiteX4-18029" fmla="*/ 9721 w 10000"/>
              <a:gd name="connsiteY4-18030" fmla="*/ 1589 h 10000"/>
              <a:gd name="connsiteX5-18031" fmla="*/ 9497 w 10000"/>
              <a:gd name="connsiteY5-18032" fmla="*/ 1996 h 10000"/>
              <a:gd name="connsiteX6-18033" fmla="*/ 9261 w 10000"/>
              <a:gd name="connsiteY6-18034" fmla="*/ 2524 h 10000"/>
              <a:gd name="connsiteX7-18035" fmla="*/ 9025 w 10000"/>
              <a:gd name="connsiteY7-18036" fmla="*/ 3056 h 10000"/>
              <a:gd name="connsiteX8-18037" fmla="*/ 8753 w 10000"/>
              <a:gd name="connsiteY8-18038" fmla="*/ 3584 h 10000"/>
              <a:gd name="connsiteX9-18039" fmla="*/ 8293 w 10000"/>
              <a:gd name="connsiteY9-18040" fmla="*/ 4797 h 10000"/>
              <a:gd name="connsiteX10-18041" fmla="*/ 8064 w 10000"/>
              <a:gd name="connsiteY10-18042" fmla="*/ 5328 h 10000"/>
              <a:gd name="connsiteX11-18043" fmla="*/ 7791 w 10000"/>
              <a:gd name="connsiteY11-18044" fmla="*/ 5857 h 10000"/>
              <a:gd name="connsiteX12-18045" fmla="*/ 7559 w 10000"/>
              <a:gd name="connsiteY12-18046" fmla="*/ 6389 h 10000"/>
              <a:gd name="connsiteX13-18047" fmla="*/ 7326 w 10000"/>
              <a:gd name="connsiteY13-18048" fmla="*/ 6922 h 10000"/>
              <a:gd name="connsiteX14-18049" fmla="*/ 7047 w 10000"/>
              <a:gd name="connsiteY14-18050" fmla="*/ 7325 h 10000"/>
              <a:gd name="connsiteX15-18051" fmla="*/ 7047 w 10000"/>
              <a:gd name="connsiteY15-18052" fmla="*/ 7602 h 10000"/>
              <a:gd name="connsiteX16-18053" fmla="*/ 6818 w 10000"/>
              <a:gd name="connsiteY16-18054" fmla="*/ 8004 h 10000"/>
              <a:gd name="connsiteX17-18055" fmla="*/ 6591 w 10000"/>
              <a:gd name="connsiteY17-18056" fmla="*/ 8257 h 10000"/>
              <a:gd name="connsiteX18-18057" fmla="*/ 6082 w 10000"/>
              <a:gd name="connsiteY18-18058" fmla="*/ 8661 h 10000"/>
              <a:gd name="connsiteX19-18059" fmla="*/ 5619 w 10000"/>
              <a:gd name="connsiteY19-18060" fmla="*/ 9065 h 10000"/>
              <a:gd name="connsiteX20-18061" fmla="*/ 5111 w 10000"/>
              <a:gd name="connsiteY20-18062" fmla="*/ 9469 h 10000"/>
              <a:gd name="connsiteX21-18063" fmla="*/ 4654 w 10000"/>
              <a:gd name="connsiteY21-18064" fmla="*/ 9597 h 10000"/>
              <a:gd name="connsiteX22-18065" fmla="*/ 4143 w 10000"/>
              <a:gd name="connsiteY22-18066" fmla="*/ 9848 h 10000"/>
              <a:gd name="connsiteX23-18067" fmla="*/ 3636 w 10000"/>
              <a:gd name="connsiteY23-18068" fmla="*/ 10000 h 10000"/>
              <a:gd name="connsiteX24-18069" fmla="*/ 3176 w 10000"/>
              <a:gd name="connsiteY24-18070" fmla="*/ 10000 h 10000"/>
              <a:gd name="connsiteX25-18071" fmla="*/ 2669 w 10000"/>
              <a:gd name="connsiteY25-18072" fmla="*/ 10000 h 10000"/>
              <a:gd name="connsiteX26-18073" fmla="*/ 2669 w 10000"/>
              <a:gd name="connsiteY26-18074" fmla="*/ 9848 h 10000"/>
              <a:gd name="connsiteX27-18075" fmla="*/ 2436 w 10000"/>
              <a:gd name="connsiteY27-18076" fmla="*/ 9848 h 10000"/>
              <a:gd name="connsiteX28-18077" fmla="*/ 2436 w 10000"/>
              <a:gd name="connsiteY28-18078" fmla="*/ 9722 h 10000"/>
              <a:gd name="connsiteX29-18079" fmla="*/ 2436 w 10000"/>
              <a:gd name="connsiteY29-18080" fmla="*/ 9469 h 10000"/>
              <a:gd name="connsiteX30-18081" fmla="*/ 2436 w 10000"/>
              <a:gd name="connsiteY30-18082" fmla="*/ 9315 h 10000"/>
              <a:gd name="connsiteX31-18083" fmla="*/ 2436 w 10000"/>
              <a:gd name="connsiteY31-18084" fmla="*/ 9191 h 10000"/>
              <a:gd name="connsiteX32-18085" fmla="*/ 2436 w 10000"/>
              <a:gd name="connsiteY32-18086" fmla="*/ 8915 h 10000"/>
              <a:gd name="connsiteX33-18087" fmla="*/ 2436 w 10000"/>
              <a:gd name="connsiteY33-18088" fmla="*/ 8661 h 10000"/>
              <a:gd name="connsiteX34-18089" fmla="*/ 2210 w 10000"/>
              <a:gd name="connsiteY34-18090" fmla="*/ 8383 h 10000"/>
              <a:gd name="connsiteX35-18091" fmla="*/ 1932 w 10000"/>
              <a:gd name="connsiteY35-18092" fmla="*/ 8004 h 10000"/>
              <a:gd name="connsiteX36-18093" fmla="*/ 1472 w 10000"/>
              <a:gd name="connsiteY36-18094" fmla="*/ 7450 h 10000"/>
              <a:gd name="connsiteX37-18095" fmla="*/ 1242 w 10000"/>
              <a:gd name="connsiteY37-18096" fmla="*/ 6922 h 10000"/>
              <a:gd name="connsiteX38-18097" fmla="*/ 504 w 10000"/>
              <a:gd name="connsiteY38-18098" fmla="*/ 6389 h 10000"/>
              <a:gd name="connsiteX39-18099" fmla="*/ 0 w 10000"/>
              <a:gd name="connsiteY39-18100" fmla="*/ 5578 h 10000"/>
              <a:gd name="connsiteX40-18101" fmla="*/ 504 w 10000"/>
              <a:gd name="connsiteY40-18102" fmla="*/ 5857 h 10000"/>
              <a:gd name="connsiteX41-18103" fmla="*/ 1242 w 10000"/>
              <a:gd name="connsiteY41-18104" fmla="*/ 6136 h 10000"/>
              <a:gd name="connsiteX42-18105" fmla="*/ 1700 w 10000"/>
              <a:gd name="connsiteY42-18106" fmla="*/ 6389 h 10000"/>
              <a:gd name="connsiteX43-18107" fmla="*/ 2210 w 10000"/>
              <a:gd name="connsiteY43-18108" fmla="*/ 6515 h 10000"/>
              <a:gd name="connsiteX44-18109" fmla="*/ 2669 w 10000"/>
              <a:gd name="connsiteY44-18110" fmla="*/ 6665 h 10000"/>
              <a:gd name="connsiteX45-18111" fmla="*/ 2952 w 10000"/>
              <a:gd name="connsiteY45-18112" fmla="*/ 6665 h 10000"/>
              <a:gd name="connsiteX46-18113" fmla="*/ 3176 w 10000"/>
              <a:gd name="connsiteY46-18114" fmla="*/ 6793 h 10000"/>
              <a:gd name="connsiteX47-18115" fmla="*/ 3410 w 10000"/>
              <a:gd name="connsiteY47-18116" fmla="*/ 6793 h 10000"/>
              <a:gd name="connsiteX48-18117" fmla="*/ 3636 w 10000"/>
              <a:gd name="connsiteY48-18118" fmla="*/ 6793 h 10000"/>
              <a:gd name="connsiteX49-18119" fmla="*/ 3914 w 10000"/>
              <a:gd name="connsiteY49-18120" fmla="*/ 6793 h 10000"/>
              <a:gd name="connsiteX50-18121" fmla="*/ 4143 w 10000"/>
              <a:gd name="connsiteY50-18122" fmla="*/ 6665 h 10000"/>
              <a:gd name="connsiteX51-18123" fmla="*/ 4379 w 10000"/>
              <a:gd name="connsiteY51-18124" fmla="*/ 6515 h 10000"/>
              <a:gd name="connsiteX52-18125" fmla="*/ 4379 w 10000"/>
              <a:gd name="connsiteY52-18126" fmla="*/ 6389 h 10000"/>
              <a:gd name="connsiteX53-18127" fmla="*/ 4654 w 10000"/>
              <a:gd name="connsiteY53-18128" fmla="*/ 6263 h 10000"/>
              <a:gd name="connsiteX54-18129" fmla="*/ 4879 w 10000"/>
              <a:gd name="connsiteY54-18130" fmla="*/ 5986 h 10000"/>
              <a:gd name="connsiteX55-18131" fmla="*/ 4879 w 10000"/>
              <a:gd name="connsiteY55-18132" fmla="*/ 5732 h 10000"/>
              <a:gd name="connsiteX56-18133" fmla="*/ 5111 w 10000"/>
              <a:gd name="connsiteY56-18134" fmla="*/ 5454 h 10000"/>
              <a:gd name="connsiteX57-18135" fmla="*/ 5342 w 10000"/>
              <a:gd name="connsiteY57-18136" fmla="*/ 5051 h 10000"/>
              <a:gd name="connsiteX58-18137" fmla="*/ 5619 w 10000"/>
              <a:gd name="connsiteY58-18138" fmla="*/ 4644 h 10000"/>
              <a:gd name="connsiteX59-18139" fmla="*/ 5619 w 10000"/>
              <a:gd name="connsiteY59-18140" fmla="*/ 4115 h 10000"/>
              <a:gd name="connsiteX60-18141" fmla="*/ 6082 w 10000"/>
              <a:gd name="connsiteY60-18142" fmla="*/ 3181 h 10000"/>
              <a:gd name="connsiteX61-18143" fmla="*/ 6365 w 10000"/>
              <a:gd name="connsiteY61-18144" fmla="*/ 2122 h 10000"/>
              <a:gd name="connsiteX62-18145" fmla="*/ 6365 w 10000"/>
              <a:gd name="connsiteY62-18146" fmla="*/ 1187 h 10000"/>
              <a:gd name="connsiteX0-18147" fmla="*/ 10000 w 10000"/>
              <a:gd name="connsiteY0-18148" fmla="*/ 0 h 10000"/>
              <a:gd name="connsiteX1-18149" fmla="*/ 10000 w 10000"/>
              <a:gd name="connsiteY1-18150" fmla="*/ 404 h 10000"/>
              <a:gd name="connsiteX2-18151" fmla="*/ 10000 w 10000"/>
              <a:gd name="connsiteY2-18152" fmla="*/ 657 h 10000"/>
              <a:gd name="connsiteX3-18153" fmla="*/ 9721 w 10000"/>
              <a:gd name="connsiteY3-18154" fmla="*/ 1061 h 10000"/>
              <a:gd name="connsiteX4-18155" fmla="*/ 9721 w 10000"/>
              <a:gd name="connsiteY4-18156" fmla="*/ 1589 h 10000"/>
              <a:gd name="connsiteX5-18157" fmla="*/ 9497 w 10000"/>
              <a:gd name="connsiteY5-18158" fmla="*/ 1996 h 10000"/>
              <a:gd name="connsiteX6-18159" fmla="*/ 9261 w 10000"/>
              <a:gd name="connsiteY6-18160" fmla="*/ 2524 h 10000"/>
              <a:gd name="connsiteX7-18161" fmla="*/ 9025 w 10000"/>
              <a:gd name="connsiteY7-18162" fmla="*/ 3056 h 10000"/>
              <a:gd name="connsiteX8-18163" fmla="*/ 8753 w 10000"/>
              <a:gd name="connsiteY8-18164" fmla="*/ 3584 h 10000"/>
              <a:gd name="connsiteX9-18165" fmla="*/ 8293 w 10000"/>
              <a:gd name="connsiteY9-18166" fmla="*/ 4797 h 10000"/>
              <a:gd name="connsiteX10-18167" fmla="*/ 8064 w 10000"/>
              <a:gd name="connsiteY10-18168" fmla="*/ 5328 h 10000"/>
              <a:gd name="connsiteX11-18169" fmla="*/ 7791 w 10000"/>
              <a:gd name="connsiteY11-18170" fmla="*/ 5857 h 10000"/>
              <a:gd name="connsiteX12-18171" fmla="*/ 7559 w 10000"/>
              <a:gd name="connsiteY12-18172" fmla="*/ 6389 h 10000"/>
              <a:gd name="connsiteX13-18173" fmla="*/ 7326 w 10000"/>
              <a:gd name="connsiteY13-18174" fmla="*/ 6922 h 10000"/>
              <a:gd name="connsiteX14-18175" fmla="*/ 7047 w 10000"/>
              <a:gd name="connsiteY14-18176" fmla="*/ 7325 h 10000"/>
              <a:gd name="connsiteX15-18177" fmla="*/ 7047 w 10000"/>
              <a:gd name="connsiteY15-18178" fmla="*/ 7602 h 10000"/>
              <a:gd name="connsiteX16-18179" fmla="*/ 6818 w 10000"/>
              <a:gd name="connsiteY16-18180" fmla="*/ 8004 h 10000"/>
              <a:gd name="connsiteX17-18181" fmla="*/ 6591 w 10000"/>
              <a:gd name="connsiteY17-18182" fmla="*/ 8257 h 10000"/>
              <a:gd name="connsiteX18-18183" fmla="*/ 6082 w 10000"/>
              <a:gd name="connsiteY18-18184" fmla="*/ 8661 h 10000"/>
              <a:gd name="connsiteX19-18185" fmla="*/ 5619 w 10000"/>
              <a:gd name="connsiteY19-18186" fmla="*/ 9065 h 10000"/>
              <a:gd name="connsiteX20-18187" fmla="*/ 5111 w 10000"/>
              <a:gd name="connsiteY20-18188" fmla="*/ 9469 h 10000"/>
              <a:gd name="connsiteX21-18189" fmla="*/ 4654 w 10000"/>
              <a:gd name="connsiteY21-18190" fmla="*/ 9597 h 10000"/>
              <a:gd name="connsiteX22-18191" fmla="*/ 4143 w 10000"/>
              <a:gd name="connsiteY22-18192" fmla="*/ 9848 h 10000"/>
              <a:gd name="connsiteX23-18193" fmla="*/ 3636 w 10000"/>
              <a:gd name="connsiteY23-18194" fmla="*/ 10000 h 10000"/>
              <a:gd name="connsiteX24-18195" fmla="*/ 3176 w 10000"/>
              <a:gd name="connsiteY24-18196" fmla="*/ 10000 h 10000"/>
              <a:gd name="connsiteX25-18197" fmla="*/ 2669 w 10000"/>
              <a:gd name="connsiteY25-18198" fmla="*/ 10000 h 10000"/>
              <a:gd name="connsiteX26-18199" fmla="*/ 2669 w 10000"/>
              <a:gd name="connsiteY26-18200" fmla="*/ 9848 h 10000"/>
              <a:gd name="connsiteX27-18201" fmla="*/ 2436 w 10000"/>
              <a:gd name="connsiteY27-18202" fmla="*/ 9848 h 10000"/>
              <a:gd name="connsiteX28-18203" fmla="*/ 2436 w 10000"/>
              <a:gd name="connsiteY28-18204" fmla="*/ 9722 h 10000"/>
              <a:gd name="connsiteX29-18205" fmla="*/ 2436 w 10000"/>
              <a:gd name="connsiteY29-18206" fmla="*/ 9469 h 10000"/>
              <a:gd name="connsiteX30-18207" fmla="*/ 2436 w 10000"/>
              <a:gd name="connsiteY30-18208" fmla="*/ 9315 h 10000"/>
              <a:gd name="connsiteX31-18209" fmla="*/ 2436 w 10000"/>
              <a:gd name="connsiteY31-18210" fmla="*/ 9191 h 10000"/>
              <a:gd name="connsiteX32-18211" fmla="*/ 2436 w 10000"/>
              <a:gd name="connsiteY32-18212" fmla="*/ 8915 h 10000"/>
              <a:gd name="connsiteX33-18213" fmla="*/ 2436 w 10000"/>
              <a:gd name="connsiteY33-18214" fmla="*/ 8661 h 10000"/>
              <a:gd name="connsiteX34-18215" fmla="*/ 2210 w 10000"/>
              <a:gd name="connsiteY34-18216" fmla="*/ 8383 h 10000"/>
              <a:gd name="connsiteX35-18217" fmla="*/ 1932 w 10000"/>
              <a:gd name="connsiteY35-18218" fmla="*/ 8004 h 10000"/>
              <a:gd name="connsiteX36-18219" fmla="*/ 1472 w 10000"/>
              <a:gd name="connsiteY36-18220" fmla="*/ 7450 h 10000"/>
              <a:gd name="connsiteX37-18221" fmla="*/ 1242 w 10000"/>
              <a:gd name="connsiteY37-18222" fmla="*/ 6922 h 10000"/>
              <a:gd name="connsiteX38-18223" fmla="*/ 504 w 10000"/>
              <a:gd name="connsiteY38-18224" fmla="*/ 6389 h 10000"/>
              <a:gd name="connsiteX39-18225" fmla="*/ 0 w 10000"/>
              <a:gd name="connsiteY39-18226" fmla="*/ 5578 h 10000"/>
              <a:gd name="connsiteX40-18227" fmla="*/ 504 w 10000"/>
              <a:gd name="connsiteY40-18228" fmla="*/ 5857 h 10000"/>
              <a:gd name="connsiteX41-18229" fmla="*/ 1242 w 10000"/>
              <a:gd name="connsiteY41-18230" fmla="*/ 6136 h 10000"/>
              <a:gd name="connsiteX42-18231" fmla="*/ 1700 w 10000"/>
              <a:gd name="connsiteY42-18232" fmla="*/ 6389 h 10000"/>
              <a:gd name="connsiteX43-18233" fmla="*/ 2210 w 10000"/>
              <a:gd name="connsiteY43-18234" fmla="*/ 6515 h 10000"/>
              <a:gd name="connsiteX44-18235" fmla="*/ 2669 w 10000"/>
              <a:gd name="connsiteY44-18236" fmla="*/ 6665 h 10000"/>
              <a:gd name="connsiteX45-18237" fmla="*/ 2952 w 10000"/>
              <a:gd name="connsiteY45-18238" fmla="*/ 6665 h 10000"/>
              <a:gd name="connsiteX46-18239" fmla="*/ 3176 w 10000"/>
              <a:gd name="connsiteY46-18240" fmla="*/ 6793 h 10000"/>
              <a:gd name="connsiteX47-18241" fmla="*/ 3410 w 10000"/>
              <a:gd name="connsiteY47-18242" fmla="*/ 6793 h 10000"/>
              <a:gd name="connsiteX48-18243" fmla="*/ 3636 w 10000"/>
              <a:gd name="connsiteY48-18244" fmla="*/ 6793 h 10000"/>
              <a:gd name="connsiteX49-18245" fmla="*/ 3914 w 10000"/>
              <a:gd name="connsiteY49-18246" fmla="*/ 6793 h 10000"/>
              <a:gd name="connsiteX50-18247" fmla="*/ 4143 w 10000"/>
              <a:gd name="connsiteY50-18248" fmla="*/ 6665 h 10000"/>
              <a:gd name="connsiteX51-18249" fmla="*/ 4379 w 10000"/>
              <a:gd name="connsiteY51-18250" fmla="*/ 6515 h 10000"/>
              <a:gd name="connsiteX52-18251" fmla="*/ 4379 w 10000"/>
              <a:gd name="connsiteY52-18252" fmla="*/ 6389 h 10000"/>
              <a:gd name="connsiteX53-18253" fmla="*/ 4654 w 10000"/>
              <a:gd name="connsiteY53-18254" fmla="*/ 6263 h 10000"/>
              <a:gd name="connsiteX54-18255" fmla="*/ 4879 w 10000"/>
              <a:gd name="connsiteY54-18256" fmla="*/ 5986 h 10000"/>
              <a:gd name="connsiteX55-18257" fmla="*/ 4879 w 10000"/>
              <a:gd name="connsiteY55-18258" fmla="*/ 5732 h 10000"/>
              <a:gd name="connsiteX56-18259" fmla="*/ 5111 w 10000"/>
              <a:gd name="connsiteY56-18260" fmla="*/ 5454 h 10000"/>
              <a:gd name="connsiteX57-18261" fmla="*/ 5342 w 10000"/>
              <a:gd name="connsiteY57-18262" fmla="*/ 5051 h 10000"/>
              <a:gd name="connsiteX58-18263" fmla="*/ 5619 w 10000"/>
              <a:gd name="connsiteY58-18264" fmla="*/ 4644 h 10000"/>
              <a:gd name="connsiteX59-18265" fmla="*/ 5619 w 10000"/>
              <a:gd name="connsiteY59-18266" fmla="*/ 4115 h 10000"/>
              <a:gd name="connsiteX60-18267" fmla="*/ 6082 w 10000"/>
              <a:gd name="connsiteY60-18268" fmla="*/ 3181 h 10000"/>
              <a:gd name="connsiteX61-18269" fmla="*/ 6365 w 10000"/>
              <a:gd name="connsiteY61-18270" fmla="*/ 2122 h 10000"/>
              <a:gd name="connsiteX0-18271" fmla="*/ 10000 w 10000"/>
              <a:gd name="connsiteY0-18272" fmla="*/ 0 h 10000"/>
              <a:gd name="connsiteX1-18273" fmla="*/ 10000 w 10000"/>
              <a:gd name="connsiteY1-18274" fmla="*/ 404 h 10000"/>
              <a:gd name="connsiteX2-18275" fmla="*/ 9721 w 10000"/>
              <a:gd name="connsiteY2-18276" fmla="*/ 1061 h 10000"/>
              <a:gd name="connsiteX3-18277" fmla="*/ 9721 w 10000"/>
              <a:gd name="connsiteY3-18278" fmla="*/ 1589 h 10000"/>
              <a:gd name="connsiteX4-18279" fmla="*/ 9497 w 10000"/>
              <a:gd name="connsiteY4-18280" fmla="*/ 1996 h 10000"/>
              <a:gd name="connsiteX5-18281" fmla="*/ 9261 w 10000"/>
              <a:gd name="connsiteY5-18282" fmla="*/ 2524 h 10000"/>
              <a:gd name="connsiteX6-18283" fmla="*/ 9025 w 10000"/>
              <a:gd name="connsiteY6-18284" fmla="*/ 3056 h 10000"/>
              <a:gd name="connsiteX7-18285" fmla="*/ 8753 w 10000"/>
              <a:gd name="connsiteY7-18286" fmla="*/ 3584 h 10000"/>
              <a:gd name="connsiteX8-18287" fmla="*/ 8293 w 10000"/>
              <a:gd name="connsiteY8-18288" fmla="*/ 4797 h 10000"/>
              <a:gd name="connsiteX9-18289" fmla="*/ 8064 w 10000"/>
              <a:gd name="connsiteY9-18290" fmla="*/ 5328 h 10000"/>
              <a:gd name="connsiteX10-18291" fmla="*/ 7791 w 10000"/>
              <a:gd name="connsiteY10-18292" fmla="*/ 5857 h 10000"/>
              <a:gd name="connsiteX11-18293" fmla="*/ 7559 w 10000"/>
              <a:gd name="connsiteY11-18294" fmla="*/ 6389 h 10000"/>
              <a:gd name="connsiteX12-18295" fmla="*/ 7326 w 10000"/>
              <a:gd name="connsiteY12-18296" fmla="*/ 6922 h 10000"/>
              <a:gd name="connsiteX13-18297" fmla="*/ 7047 w 10000"/>
              <a:gd name="connsiteY13-18298" fmla="*/ 7325 h 10000"/>
              <a:gd name="connsiteX14-18299" fmla="*/ 7047 w 10000"/>
              <a:gd name="connsiteY14-18300" fmla="*/ 7602 h 10000"/>
              <a:gd name="connsiteX15-18301" fmla="*/ 6818 w 10000"/>
              <a:gd name="connsiteY15-18302" fmla="*/ 8004 h 10000"/>
              <a:gd name="connsiteX16-18303" fmla="*/ 6591 w 10000"/>
              <a:gd name="connsiteY16-18304" fmla="*/ 8257 h 10000"/>
              <a:gd name="connsiteX17-18305" fmla="*/ 6082 w 10000"/>
              <a:gd name="connsiteY17-18306" fmla="*/ 8661 h 10000"/>
              <a:gd name="connsiteX18-18307" fmla="*/ 5619 w 10000"/>
              <a:gd name="connsiteY18-18308" fmla="*/ 9065 h 10000"/>
              <a:gd name="connsiteX19-18309" fmla="*/ 5111 w 10000"/>
              <a:gd name="connsiteY19-18310" fmla="*/ 9469 h 10000"/>
              <a:gd name="connsiteX20-18311" fmla="*/ 4654 w 10000"/>
              <a:gd name="connsiteY20-18312" fmla="*/ 9597 h 10000"/>
              <a:gd name="connsiteX21-18313" fmla="*/ 4143 w 10000"/>
              <a:gd name="connsiteY21-18314" fmla="*/ 9848 h 10000"/>
              <a:gd name="connsiteX22-18315" fmla="*/ 3636 w 10000"/>
              <a:gd name="connsiteY22-18316" fmla="*/ 10000 h 10000"/>
              <a:gd name="connsiteX23-18317" fmla="*/ 3176 w 10000"/>
              <a:gd name="connsiteY23-18318" fmla="*/ 10000 h 10000"/>
              <a:gd name="connsiteX24-18319" fmla="*/ 2669 w 10000"/>
              <a:gd name="connsiteY24-18320" fmla="*/ 10000 h 10000"/>
              <a:gd name="connsiteX25-18321" fmla="*/ 2669 w 10000"/>
              <a:gd name="connsiteY25-18322" fmla="*/ 9848 h 10000"/>
              <a:gd name="connsiteX26-18323" fmla="*/ 2436 w 10000"/>
              <a:gd name="connsiteY26-18324" fmla="*/ 9848 h 10000"/>
              <a:gd name="connsiteX27-18325" fmla="*/ 2436 w 10000"/>
              <a:gd name="connsiteY27-18326" fmla="*/ 9722 h 10000"/>
              <a:gd name="connsiteX28-18327" fmla="*/ 2436 w 10000"/>
              <a:gd name="connsiteY28-18328" fmla="*/ 9469 h 10000"/>
              <a:gd name="connsiteX29-18329" fmla="*/ 2436 w 10000"/>
              <a:gd name="connsiteY29-18330" fmla="*/ 9315 h 10000"/>
              <a:gd name="connsiteX30-18331" fmla="*/ 2436 w 10000"/>
              <a:gd name="connsiteY30-18332" fmla="*/ 9191 h 10000"/>
              <a:gd name="connsiteX31-18333" fmla="*/ 2436 w 10000"/>
              <a:gd name="connsiteY31-18334" fmla="*/ 8915 h 10000"/>
              <a:gd name="connsiteX32-18335" fmla="*/ 2436 w 10000"/>
              <a:gd name="connsiteY32-18336" fmla="*/ 8661 h 10000"/>
              <a:gd name="connsiteX33-18337" fmla="*/ 2210 w 10000"/>
              <a:gd name="connsiteY33-18338" fmla="*/ 8383 h 10000"/>
              <a:gd name="connsiteX34-18339" fmla="*/ 1932 w 10000"/>
              <a:gd name="connsiteY34-18340" fmla="*/ 8004 h 10000"/>
              <a:gd name="connsiteX35-18341" fmla="*/ 1472 w 10000"/>
              <a:gd name="connsiteY35-18342" fmla="*/ 7450 h 10000"/>
              <a:gd name="connsiteX36-18343" fmla="*/ 1242 w 10000"/>
              <a:gd name="connsiteY36-18344" fmla="*/ 6922 h 10000"/>
              <a:gd name="connsiteX37-18345" fmla="*/ 504 w 10000"/>
              <a:gd name="connsiteY37-18346" fmla="*/ 6389 h 10000"/>
              <a:gd name="connsiteX38-18347" fmla="*/ 0 w 10000"/>
              <a:gd name="connsiteY38-18348" fmla="*/ 5578 h 10000"/>
              <a:gd name="connsiteX39-18349" fmla="*/ 504 w 10000"/>
              <a:gd name="connsiteY39-18350" fmla="*/ 5857 h 10000"/>
              <a:gd name="connsiteX40-18351" fmla="*/ 1242 w 10000"/>
              <a:gd name="connsiteY40-18352" fmla="*/ 6136 h 10000"/>
              <a:gd name="connsiteX41-18353" fmla="*/ 1700 w 10000"/>
              <a:gd name="connsiteY41-18354" fmla="*/ 6389 h 10000"/>
              <a:gd name="connsiteX42-18355" fmla="*/ 2210 w 10000"/>
              <a:gd name="connsiteY42-18356" fmla="*/ 6515 h 10000"/>
              <a:gd name="connsiteX43-18357" fmla="*/ 2669 w 10000"/>
              <a:gd name="connsiteY43-18358" fmla="*/ 6665 h 10000"/>
              <a:gd name="connsiteX44-18359" fmla="*/ 2952 w 10000"/>
              <a:gd name="connsiteY44-18360" fmla="*/ 6665 h 10000"/>
              <a:gd name="connsiteX45-18361" fmla="*/ 3176 w 10000"/>
              <a:gd name="connsiteY45-18362" fmla="*/ 6793 h 10000"/>
              <a:gd name="connsiteX46-18363" fmla="*/ 3410 w 10000"/>
              <a:gd name="connsiteY46-18364" fmla="*/ 6793 h 10000"/>
              <a:gd name="connsiteX47-18365" fmla="*/ 3636 w 10000"/>
              <a:gd name="connsiteY47-18366" fmla="*/ 6793 h 10000"/>
              <a:gd name="connsiteX48-18367" fmla="*/ 3914 w 10000"/>
              <a:gd name="connsiteY48-18368" fmla="*/ 6793 h 10000"/>
              <a:gd name="connsiteX49-18369" fmla="*/ 4143 w 10000"/>
              <a:gd name="connsiteY49-18370" fmla="*/ 6665 h 10000"/>
              <a:gd name="connsiteX50-18371" fmla="*/ 4379 w 10000"/>
              <a:gd name="connsiteY50-18372" fmla="*/ 6515 h 10000"/>
              <a:gd name="connsiteX51-18373" fmla="*/ 4379 w 10000"/>
              <a:gd name="connsiteY51-18374" fmla="*/ 6389 h 10000"/>
              <a:gd name="connsiteX52-18375" fmla="*/ 4654 w 10000"/>
              <a:gd name="connsiteY52-18376" fmla="*/ 6263 h 10000"/>
              <a:gd name="connsiteX53-18377" fmla="*/ 4879 w 10000"/>
              <a:gd name="connsiteY53-18378" fmla="*/ 5986 h 10000"/>
              <a:gd name="connsiteX54-18379" fmla="*/ 4879 w 10000"/>
              <a:gd name="connsiteY54-18380" fmla="*/ 5732 h 10000"/>
              <a:gd name="connsiteX55-18381" fmla="*/ 5111 w 10000"/>
              <a:gd name="connsiteY55-18382" fmla="*/ 5454 h 10000"/>
              <a:gd name="connsiteX56-18383" fmla="*/ 5342 w 10000"/>
              <a:gd name="connsiteY56-18384" fmla="*/ 5051 h 10000"/>
              <a:gd name="connsiteX57-18385" fmla="*/ 5619 w 10000"/>
              <a:gd name="connsiteY57-18386" fmla="*/ 4644 h 10000"/>
              <a:gd name="connsiteX58-18387" fmla="*/ 5619 w 10000"/>
              <a:gd name="connsiteY58-18388" fmla="*/ 4115 h 10000"/>
              <a:gd name="connsiteX59-18389" fmla="*/ 6082 w 10000"/>
              <a:gd name="connsiteY59-18390" fmla="*/ 3181 h 10000"/>
              <a:gd name="connsiteX60-18391" fmla="*/ 6365 w 10000"/>
              <a:gd name="connsiteY60-18392" fmla="*/ 2122 h 10000"/>
              <a:gd name="connsiteX0-18393" fmla="*/ 10000 w 10000"/>
              <a:gd name="connsiteY0-18394" fmla="*/ 0 h 9596"/>
              <a:gd name="connsiteX1-18395" fmla="*/ 9721 w 10000"/>
              <a:gd name="connsiteY1-18396" fmla="*/ 657 h 9596"/>
              <a:gd name="connsiteX2-18397" fmla="*/ 9721 w 10000"/>
              <a:gd name="connsiteY2-18398" fmla="*/ 1185 h 9596"/>
              <a:gd name="connsiteX3-18399" fmla="*/ 9497 w 10000"/>
              <a:gd name="connsiteY3-18400" fmla="*/ 1592 h 9596"/>
              <a:gd name="connsiteX4-18401" fmla="*/ 9261 w 10000"/>
              <a:gd name="connsiteY4-18402" fmla="*/ 2120 h 9596"/>
              <a:gd name="connsiteX5-18403" fmla="*/ 9025 w 10000"/>
              <a:gd name="connsiteY5-18404" fmla="*/ 2652 h 9596"/>
              <a:gd name="connsiteX6-18405" fmla="*/ 8753 w 10000"/>
              <a:gd name="connsiteY6-18406" fmla="*/ 3180 h 9596"/>
              <a:gd name="connsiteX7-18407" fmla="*/ 8293 w 10000"/>
              <a:gd name="connsiteY7-18408" fmla="*/ 4393 h 9596"/>
              <a:gd name="connsiteX8-18409" fmla="*/ 8064 w 10000"/>
              <a:gd name="connsiteY8-18410" fmla="*/ 4924 h 9596"/>
              <a:gd name="connsiteX9-18411" fmla="*/ 7791 w 10000"/>
              <a:gd name="connsiteY9-18412" fmla="*/ 5453 h 9596"/>
              <a:gd name="connsiteX10-18413" fmla="*/ 7559 w 10000"/>
              <a:gd name="connsiteY10-18414" fmla="*/ 5985 h 9596"/>
              <a:gd name="connsiteX11-18415" fmla="*/ 7326 w 10000"/>
              <a:gd name="connsiteY11-18416" fmla="*/ 6518 h 9596"/>
              <a:gd name="connsiteX12-18417" fmla="*/ 7047 w 10000"/>
              <a:gd name="connsiteY12-18418" fmla="*/ 6921 h 9596"/>
              <a:gd name="connsiteX13-18419" fmla="*/ 7047 w 10000"/>
              <a:gd name="connsiteY13-18420" fmla="*/ 7198 h 9596"/>
              <a:gd name="connsiteX14-18421" fmla="*/ 6818 w 10000"/>
              <a:gd name="connsiteY14-18422" fmla="*/ 7600 h 9596"/>
              <a:gd name="connsiteX15-18423" fmla="*/ 6591 w 10000"/>
              <a:gd name="connsiteY15-18424" fmla="*/ 7853 h 9596"/>
              <a:gd name="connsiteX16-18425" fmla="*/ 6082 w 10000"/>
              <a:gd name="connsiteY16-18426" fmla="*/ 8257 h 9596"/>
              <a:gd name="connsiteX17-18427" fmla="*/ 5619 w 10000"/>
              <a:gd name="connsiteY17-18428" fmla="*/ 8661 h 9596"/>
              <a:gd name="connsiteX18-18429" fmla="*/ 5111 w 10000"/>
              <a:gd name="connsiteY18-18430" fmla="*/ 9065 h 9596"/>
              <a:gd name="connsiteX19-18431" fmla="*/ 4654 w 10000"/>
              <a:gd name="connsiteY19-18432" fmla="*/ 9193 h 9596"/>
              <a:gd name="connsiteX20-18433" fmla="*/ 4143 w 10000"/>
              <a:gd name="connsiteY20-18434" fmla="*/ 9444 h 9596"/>
              <a:gd name="connsiteX21-18435" fmla="*/ 3636 w 10000"/>
              <a:gd name="connsiteY21-18436" fmla="*/ 9596 h 9596"/>
              <a:gd name="connsiteX22-18437" fmla="*/ 3176 w 10000"/>
              <a:gd name="connsiteY22-18438" fmla="*/ 9596 h 9596"/>
              <a:gd name="connsiteX23-18439" fmla="*/ 2669 w 10000"/>
              <a:gd name="connsiteY23-18440" fmla="*/ 9596 h 9596"/>
              <a:gd name="connsiteX24-18441" fmla="*/ 2669 w 10000"/>
              <a:gd name="connsiteY24-18442" fmla="*/ 9444 h 9596"/>
              <a:gd name="connsiteX25-18443" fmla="*/ 2436 w 10000"/>
              <a:gd name="connsiteY25-18444" fmla="*/ 9444 h 9596"/>
              <a:gd name="connsiteX26-18445" fmla="*/ 2436 w 10000"/>
              <a:gd name="connsiteY26-18446" fmla="*/ 9318 h 9596"/>
              <a:gd name="connsiteX27-18447" fmla="*/ 2436 w 10000"/>
              <a:gd name="connsiteY27-18448" fmla="*/ 9065 h 9596"/>
              <a:gd name="connsiteX28-18449" fmla="*/ 2436 w 10000"/>
              <a:gd name="connsiteY28-18450" fmla="*/ 8911 h 9596"/>
              <a:gd name="connsiteX29-18451" fmla="*/ 2436 w 10000"/>
              <a:gd name="connsiteY29-18452" fmla="*/ 8787 h 9596"/>
              <a:gd name="connsiteX30-18453" fmla="*/ 2436 w 10000"/>
              <a:gd name="connsiteY30-18454" fmla="*/ 8511 h 9596"/>
              <a:gd name="connsiteX31-18455" fmla="*/ 2436 w 10000"/>
              <a:gd name="connsiteY31-18456" fmla="*/ 8257 h 9596"/>
              <a:gd name="connsiteX32-18457" fmla="*/ 2210 w 10000"/>
              <a:gd name="connsiteY32-18458" fmla="*/ 7979 h 9596"/>
              <a:gd name="connsiteX33-18459" fmla="*/ 1932 w 10000"/>
              <a:gd name="connsiteY33-18460" fmla="*/ 7600 h 9596"/>
              <a:gd name="connsiteX34-18461" fmla="*/ 1472 w 10000"/>
              <a:gd name="connsiteY34-18462" fmla="*/ 7046 h 9596"/>
              <a:gd name="connsiteX35-18463" fmla="*/ 1242 w 10000"/>
              <a:gd name="connsiteY35-18464" fmla="*/ 6518 h 9596"/>
              <a:gd name="connsiteX36-18465" fmla="*/ 504 w 10000"/>
              <a:gd name="connsiteY36-18466" fmla="*/ 5985 h 9596"/>
              <a:gd name="connsiteX37-18467" fmla="*/ 0 w 10000"/>
              <a:gd name="connsiteY37-18468" fmla="*/ 5174 h 9596"/>
              <a:gd name="connsiteX38-18469" fmla="*/ 504 w 10000"/>
              <a:gd name="connsiteY38-18470" fmla="*/ 5453 h 9596"/>
              <a:gd name="connsiteX39-18471" fmla="*/ 1242 w 10000"/>
              <a:gd name="connsiteY39-18472" fmla="*/ 5732 h 9596"/>
              <a:gd name="connsiteX40-18473" fmla="*/ 1700 w 10000"/>
              <a:gd name="connsiteY40-18474" fmla="*/ 5985 h 9596"/>
              <a:gd name="connsiteX41-18475" fmla="*/ 2210 w 10000"/>
              <a:gd name="connsiteY41-18476" fmla="*/ 6111 h 9596"/>
              <a:gd name="connsiteX42-18477" fmla="*/ 2669 w 10000"/>
              <a:gd name="connsiteY42-18478" fmla="*/ 6261 h 9596"/>
              <a:gd name="connsiteX43-18479" fmla="*/ 2952 w 10000"/>
              <a:gd name="connsiteY43-18480" fmla="*/ 6261 h 9596"/>
              <a:gd name="connsiteX44-18481" fmla="*/ 3176 w 10000"/>
              <a:gd name="connsiteY44-18482" fmla="*/ 6389 h 9596"/>
              <a:gd name="connsiteX45-18483" fmla="*/ 3410 w 10000"/>
              <a:gd name="connsiteY45-18484" fmla="*/ 6389 h 9596"/>
              <a:gd name="connsiteX46-18485" fmla="*/ 3636 w 10000"/>
              <a:gd name="connsiteY46-18486" fmla="*/ 6389 h 9596"/>
              <a:gd name="connsiteX47-18487" fmla="*/ 3914 w 10000"/>
              <a:gd name="connsiteY47-18488" fmla="*/ 6389 h 9596"/>
              <a:gd name="connsiteX48-18489" fmla="*/ 4143 w 10000"/>
              <a:gd name="connsiteY48-18490" fmla="*/ 6261 h 9596"/>
              <a:gd name="connsiteX49-18491" fmla="*/ 4379 w 10000"/>
              <a:gd name="connsiteY49-18492" fmla="*/ 6111 h 9596"/>
              <a:gd name="connsiteX50-18493" fmla="*/ 4379 w 10000"/>
              <a:gd name="connsiteY50-18494" fmla="*/ 5985 h 9596"/>
              <a:gd name="connsiteX51-18495" fmla="*/ 4654 w 10000"/>
              <a:gd name="connsiteY51-18496" fmla="*/ 5859 h 9596"/>
              <a:gd name="connsiteX52-18497" fmla="*/ 4879 w 10000"/>
              <a:gd name="connsiteY52-18498" fmla="*/ 5582 h 9596"/>
              <a:gd name="connsiteX53-18499" fmla="*/ 4879 w 10000"/>
              <a:gd name="connsiteY53-18500" fmla="*/ 5328 h 9596"/>
              <a:gd name="connsiteX54-18501" fmla="*/ 5111 w 10000"/>
              <a:gd name="connsiteY54-18502" fmla="*/ 5050 h 9596"/>
              <a:gd name="connsiteX55-18503" fmla="*/ 5342 w 10000"/>
              <a:gd name="connsiteY55-18504" fmla="*/ 4647 h 9596"/>
              <a:gd name="connsiteX56-18505" fmla="*/ 5619 w 10000"/>
              <a:gd name="connsiteY56-18506" fmla="*/ 4240 h 9596"/>
              <a:gd name="connsiteX57-18507" fmla="*/ 5619 w 10000"/>
              <a:gd name="connsiteY57-18508" fmla="*/ 3711 h 9596"/>
              <a:gd name="connsiteX58-18509" fmla="*/ 6082 w 10000"/>
              <a:gd name="connsiteY58-18510" fmla="*/ 2777 h 9596"/>
              <a:gd name="connsiteX59-18511" fmla="*/ 6365 w 10000"/>
              <a:gd name="connsiteY59-18512" fmla="*/ 1718 h 9596"/>
              <a:gd name="connsiteX0-18513" fmla="*/ 10000 w 10000"/>
              <a:gd name="connsiteY0-18514" fmla="*/ 0 h 10000"/>
              <a:gd name="connsiteX1-18515" fmla="*/ 9721 w 10000"/>
              <a:gd name="connsiteY1-18516" fmla="*/ 1235 h 10000"/>
              <a:gd name="connsiteX2-18517" fmla="*/ 9497 w 10000"/>
              <a:gd name="connsiteY2-18518" fmla="*/ 1659 h 10000"/>
              <a:gd name="connsiteX3-18519" fmla="*/ 9261 w 10000"/>
              <a:gd name="connsiteY3-18520" fmla="*/ 2209 h 10000"/>
              <a:gd name="connsiteX4-18521" fmla="*/ 9025 w 10000"/>
              <a:gd name="connsiteY4-18522" fmla="*/ 2764 h 10000"/>
              <a:gd name="connsiteX5-18523" fmla="*/ 8753 w 10000"/>
              <a:gd name="connsiteY5-18524" fmla="*/ 3314 h 10000"/>
              <a:gd name="connsiteX6-18525" fmla="*/ 8293 w 10000"/>
              <a:gd name="connsiteY6-18526" fmla="*/ 4578 h 10000"/>
              <a:gd name="connsiteX7-18527" fmla="*/ 8064 w 10000"/>
              <a:gd name="connsiteY7-18528" fmla="*/ 5131 h 10000"/>
              <a:gd name="connsiteX8-18529" fmla="*/ 7791 w 10000"/>
              <a:gd name="connsiteY8-18530" fmla="*/ 5683 h 10000"/>
              <a:gd name="connsiteX9-18531" fmla="*/ 7559 w 10000"/>
              <a:gd name="connsiteY9-18532" fmla="*/ 6237 h 10000"/>
              <a:gd name="connsiteX10-18533" fmla="*/ 7326 w 10000"/>
              <a:gd name="connsiteY10-18534" fmla="*/ 6792 h 10000"/>
              <a:gd name="connsiteX11-18535" fmla="*/ 7047 w 10000"/>
              <a:gd name="connsiteY11-18536" fmla="*/ 7212 h 10000"/>
              <a:gd name="connsiteX12-18537" fmla="*/ 7047 w 10000"/>
              <a:gd name="connsiteY12-18538" fmla="*/ 7501 h 10000"/>
              <a:gd name="connsiteX13-18539" fmla="*/ 6818 w 10000"/>
              <a:gd name="connsiteY13-18540" fmla="*/ 7920 h 10000"/>
              <a:gd name="connsiteX14-18541" fmla="*/ 6591 w 10000"/>
              <a:gd name="connsiteY14-18542" fmla="*/ 8184 h 10000"/>
              <a:gd name="connsiteX15-18543" fmla="*/ 6082 w 10000"/>
              <a:gd name="connsiteY15-18544" fmla="*/ 8605 h 10000"/>
              <a:gd name="connsiteX16-18545" fmla="*/ 5619 w 10000"/>
              <a:gd name="connsiteY16-18546" fmla="*/ 9026 h 10000"/>
              <a:gd name="connsiteX17-18547" fmla="*/ 5111 w 10000"/>
              <a:gd name="connsiteY17-18548" fmla="*/ 9447 h 10000"/>
              <a:gd name="connsiteX18-18549" fmla="*/ 4654 w 10000"/>
              <a:gd name="connsiteY18-18550" fmla="*/ 9580 h 10000"/>
              <a:gd name="connsiteX19-18551" fmla="*/ 4143 w 10000"/>
              <a:gd name="connsiteY19-18552" fmla="*/ 9842 h 10000"/>
              <a:gd name="connsiteX20-18553" fmla="*/ 3636 w 10000"/>
              <a:gd name="connsiteY20-18554" fmla="*/ 10000 h 10000"/>
              <a:gd name="connsiteX21-18555" fmla="*/ 3176 w 10000"/>
              <a:gd name="connsiteY21-18556" fmla="*/ 10000 h 10000"/>
              <a:gd name="connsiteX22-18557" fmla="*/ 2669 w 10000"/>
              <a:gd name="connsiteY22-18558" fmla="*/ 10000 h 10000"/>
              <a:gd name="connsiteX23-18559" fmla="*/ 2669 w 10000"/>
              <a:gd name="connsiteY23-18560" fmla="*/ 9842 h 10000"/>
              <a:gd name="connsiteX24-18561" fmla="*/ 2436 w 10000"/>
              <a:gd name="connsiteY24-18562" fmla="*/ 9842 h 10000"/>
              <a:gd name="connsiteX25-18563" fmla="*/ 2436 w 10000"/>
              <a:gd name="connsiteY25-18564" fmla="*/ 9710 h 10000"/>
              <a:gd name="connsiteX26-18565" fmla="*/ 2436 w 10000"/>
              <a:gd name="connsiteY26-18566" fmla="*/ 9447 h 10000"/>
              <a:gd name="connsiteX27-18567" fmla="*/ 2436 w 10000"/>
              <a:gd name="connsiteY27-18568" fmla="*/ 9286 h 10000"/>
              <a:gd name="connsiteX28-18569" fmla="*/ 2436 w 10000"/>
              <a:gd name="connsiteY28-18570" fmla="*/ 9157 h 10000"/>
              <a:gd name="connsiteX29-18571" fmla="*/ 2436 w 10000"/>
              <a:gd name="connsiteY29-18572" fmla="*/ 8869 h 10000"/>
              <a:gd name="connsiteX30-18573" fmla="*/ 2436 w 10000"/>
              <a:gd name="connsiteY30-18574" fmla="*/ 8605 h 10000"/>
              <a:gd name="connsiteX31-18575" fmla="*/ 2210 w 10000"/>
              <a:gd name="connsiteY31-18576" fmla="*/ 8315 h 10000"/>
              <a:gd name="connsiteX32-18577" fmla="*/ 1932 w 10000"/>
              <a:gd name="connsiteY32-18578" fmla="*/ 7920 h 10000"/>
              <a:gd name="connsiteX33-18579" fmla="*/ 1472 w 10000"/>
              <a:gd name="connsiteY33-18580" fmla="*/ 7343 h 10000"/>
              <a:gd name="connsiteX34-18581" fmla="*/ 1242 w 10000"/>
              <a:gd name="connsiteY34-18582" fmla="*/ 6792 h 10000"/>
              <a:gd name="connsiteX35-18583" fmla="*/ 504 w 10000"/>
              <a:gd name="connsiteY35-18584" fmla="*/ 6237 h 10000"/>
              <a:gd name="connsiteX36-18585" fmla="*/ 0 w 10000"/>
              <a:gd name="connsiteY36-18586" fmla="*/ 5392 h 10000"/>
              <a:gd name="connsiteX37-18587" fmla="*/ 504 w 10000"/>
              <a:gd name="connsiteY37-18588" fmla="*/ 5683 h 10000"/>
              <a:gd name="connsiteX38-18589" fmla="*/ 1242 w 10000"/>
              <a:gd name="connsiteY38-18590" fmla="*/ 5973 h 10000"/>
              <a:gd name="connsiteX39-18591" fmla="*/ 1700 w 10000"/>
              <a:gd name="connsiteY39-18592" fmla="*/ 6237 h 10000"/>
              <a:gd name="connsiteX40-18593" fmla="*/ 2210 w 10000"/>
              <a:gd name="connsiteY40-18594" fmla="*/ 6368 h 10000"/>
              <a:gd name="connsiteX41-18595" fmla="*/ 2669 w 10000"/>
              <a:gd name="connsiteY41-18596" fmla="*/ 6525 h 10000"/>
              <a:gd name="connsiteX42-18597" fmla="*/ 2952 w 10000"/>
              <a:gd name="connsiteY42-18598" fmla="*/ 6525 h 10000"/>
              <a:gd name="connsiteX43-18599" fmla="*/ 3176 w 10000"/>
              <a:gd name="connsiteY43-18600" fmla="*/ 6658 h 10000"/>
              <a:gd name="connsiteX44-18601" fmla="*/ 3410 w 10000"/>
              <a:gd name="connsiteY44-18602" fmla="*/ 6658 h 10000"/>
              <a:gd name="connsiteX45-18603" fmla="*/ 3636 w 10000"/>
              <a:gd name="connsiteY45-18604" fmla="*/ 6658 h 10000"/>
              <a:gd name="connsiteX46-18605" fmla="*/ 3914 w 10000"/>
              <a:gd name="connsiteY46-18606" fmla="*/ 6658 h 10000"/>
              <a:gd name="connsiteX47-18607" fmla="*/ 4143 w 10000"/>
              <a:gd name="connsiteY47-18608" fmla="*/ 6525 h 10000"/>
              <a:gd name="connsiteX48-18609" fmla="*/ 4379 w 10000"/>
              <a:gd name="connsiteY48-18610" fmla="*/ 6368 h 10000"/>
              <a:gd name="connsiteX49-18611" fmla="*/ 4379 w 10000"/>
              <a:gd name="connsiteY49-18612" fmla="*/ 6237 h 10000"/>
              <a:gd name="connsiteX50-18613" fmla="*/ 4654 w 10000"/>
              <a:gd name="connsiteY50-18614" fmla="*/ 6106 h 10000"/>
              <a:gd name="connsiteX51-18615" fmla="*/ 4879 w 10000"/>
              <a:gd name="connsiteY51-18616" fmla="*/ 5817 h 10000"/>
              <a:gd name="connsiteX52-18617" fmla="*/ 4879 w 10000"/>
              <a:gd name="connsiteY52-18618" fmla="*/ 5552 h 10000"/>
              <a:gd name="connsiteX53-18619" fmla="*/ 5111 w 10000"/>
              <a:gd name="connsiteY53-18620" fmla="*/ 5263 h 10000"/>
              <a:gd name="connsiteX54-18621" fmla="*/ 5342 w 10000"/>
              <a:gd name="connsiteY54-18622" fmla="*/ 4843 h 10000"/>
              <a:gd name="connsiteX55-18623" fmla="*/ 5619 w 10000"/>
              <a:gd name="connsiteY55-18624" fmla="*/ 4419 h 10000"/>
              <a:gd name="connsiteX56-18625" fmla="*/ 5619 w 10000"/>
              <a:gd name="connsiteY56-18626" fmla="*/ 3867 h 10000"/>
              <a:gd name="connsiteX57-18627" fmla="*/ 6082 w 10000"/>
              <a:gd name="connsiteY57-18628" fmla="*/ 2894 h 10000"/>
              <a:gd name="connsiteX58-18629" fmla="*/ 6365 w 10000"/>
              <a:gd name="connsiteY58-18630" fmla="*/ 1790 h 10000"/>
              <a:gd name="connsiteX0-18631" fmla="*/ 9721 w 9721"/>
              <a:gd name="connsiteY0-18632" fmla="*/ 0 h 8765"/>
              <a:gd name="connsiteX1-18633" fmla="*/ 9497 w 9721"/>
              <a:gd name="connsiteY1-18634" fmla="*/ 424 h 8765"/>
              <a:gd name="connsiteX2-18635" fmla="*/ 9261 w 9721"/>
              <a:gd name="connsiteY2-18636" fmla="*/ 974 h 8765"/>
              <a:gd name="connsiteX3-18637" fmla="*/ 9025 w 9721"/>
              <a:gd name="connsiteY3-18638" fmla="*/ 1529 h 8765"/>
              <a:gd name="connsiteX4-18639" fmla="*/ 8753 w 9721"/>
              <a:gd name="connsiteY4-18640" fmla="*/ 2079 h 8765"/>
              <a:gd name="connsiteX5-18641" fmla="*/ 8293 w 9721"/>
              <a:gd name="connsiteY5-18642" fmla="*/ 3343 h 8765"/>
              <a:gd name="connsiteX6-18643" fmla="*/ 8064 w 9721"/>
              <a:gd name="connsiteY6-18644" fmla="*/ 3896 h 8765"/>
              <a:gd name="connsiteX7-18645" fmla="*/ 7791 w 9721"/>
              <a:gd name="connsiteY7-18646" fmla="*/ 4448 h 8765"/>
              <a:gd name="connsiteX8-18647" fmla="*/ 7559 w 9721"/>
              <a:gd name="connsiteY8-18648" fmla="*/ 5002 h 8765"/>
              <a:gd name="connsiteX9-18649" fmla="*/ 7326 w 9721"/>
              <a:gd name="connsiteY9-18650" fmla="*/ 5557 h 8765"/>
              <a:gd name="connsiteX10-18651" fmla="*/ 7047 w 9721"/>
              <a:gd name="connsiteY10-18652" fmla="*/ 5977 h 8765"/>
              <a:gd name="connsiteX11-18653" fmla="*/ 7047 w 9721"/>
              <a:gd name="connsiteY11-18654" fmla="*/ 6266 h 8765"/>
              <a:gd name="connsiteX12-18655" fmla="*/ 6818 w 9721"/>
              <a:gd name="connsiteY12-18656" fmla="*/ 6685 h 8765"/>
              <a:gd name="connsiteX13-18657" fmla="*/ 6591 w 9721"/>
              <a:gd name="connsiteY13-18658" fmla="*/ 6949 h 8765"/>
              <a:gd name="connsiteX14-18659" fmla="*/ 6082 w 9721"/>
              <a:gd name="connsiteY14-18660" fmla="*/ 7370 h 8765"/>
              <a:gd name="connsiteX15-18661" fmla="*/ 5619 w 9721"/>
              <a:gd name="connsiteY15-18662" fmla="*/ 7791 h 8765"/>
              <a:gd name="connsiteX16-18663" fmla="*/ 5111 w 9721"/>
              <a:gd name="connsiteY16-18664" fmla="*/ 8212 h 8765"/>
              <a:gd name="connsiteX17-18665" fmla="*/ 4654 w 9721"/>
              <a:gd name="connsiteY17-18666" fmla="*/ 8345 h 8765"/>
              <a:gd name="connsiteX18-18667" fmla="*/ 4143 w 9721"/>
              <a:gd name="connsiteY18-18668" fmla="*/ 8607 h 8765"/>
              <a:gd name="connsiteX19-18669" fmla="*/ 3636 w 9721"/>
              <a:gd name="connsiteY19-18670" fmla="*/ 8765 h 8765"/>
              <a:gd name="connsiteX20-18671" fmla="*/ 3176 w 9721"/>
              <a:gd name="connsiteY20-18672" fmla="*/ 8765 h 8765"/>
              <a:gd name="connsiteX21-18673" fmla="*/ 2669 w 9721"/>
              <a:gd name="connsiteY21-18674" fmla="*/ 8765 h 8765"/>
              <a:gd name="connsiteX22-18675" fmla="*/ 2669 w 9721"/>
              <a:gd name="connsiteY22-18676" fmla="*/ 8607 h 8765"/>
              <a:gd name="connsiteX23-18677" fmla="*/ 2436 w 9721"/>
              <a:gd name="connsiteY23-18678" fmla="*/ 8607 h 8765"/>
              <a:gd name="connsiteX24-18679" fmla="*/ 2436 w 9721"/>
              <a:gd name="connsiteY24-18680" fmla="*/ 8475 h 8765"/>
              <a:gd name="connsiteX25-18681" fmla="*/ 2436 w 9721"/>
              <a:gd name="connsiteY25-18682" fmla="*/ 8212 h 8765"/>
              <a:gd name="connsiteX26-18683" fmla="*/ 2436 w 9721"/>
              <a:gd name="connsiteY26-18684" fmla="*/ 8051 h 8765"/>
              <a:gd name="connsiteX27-18685" fmla="*/ 2436 w 9721"/>
              <a:gd name="connsiteY27-18686" fmla="*/ 7922 h 8765"/>
              <a:gd name="connsiteX28-18687" fmla="*/ 2436 w 9721"/>
              <a:gd name="connsiteY28-18688" fmla="*/ 7634 h 8765"/>
              <a:gd name="connsiteX29-18689" fmla="*/ 2436 w 9721"/>
              <a:gd name="connsiteY29-18690" fmla="*/ 7370 h 8765"/>
              <a:gd name="connsiteX30-18691" fmla="*/ 2210 w 9721"/>
              <a:gd name="connsiteY30-18692" fmla="*/ 7080 h 8765"/>
              <a:gd name="connsiteX31-18693" fmla="*/ 1932 w 9721"/>
              <a:gd name="connsiteY31-18694" fmla="*/ 6685 h 8765"/>
              <a:gd name="connsiteX32-18695" fmla="*/ 1472 w 9721"/>
              <a:gd name="connsiteY32-18696" fmla="*/ 6108 h 8765"/>
              <a:gd name="connsiteX33-18697" fmla="*/ 1242 w 9721"/>
              <a:gd name="connsiteY33-18698" fmla="*/ 5557 h 8765"/>
              <a:gd name="connsiteX34-18699" fmla="*/ 504 w 9721"/>
              <a:gd name="connsiteY34-18700" fmla="*/ 5002 h 8765"/>
              <a:gd name="connsiteX35-18701" fmla="*/ 0 w 9721"/>
              <a:gd name="connsiteY35-18702" fmla="*/ 4157 h 8765"/>
              <a:gd name="connsiteX36-18703" fmla="*/ 504 w 9721"/>
              <a:gd name="connsiteY36-18704" fmla="*/ 4448 h 8765"/>
              <a:gd name="connsiteX37-18705" fmla="*/ 1242 w 9721"/>
              <a:gd name="connsiteY37-18706" fmla="*/ 4738 h 8765"/>
              <a:gd name="connsiteX38-18707" fmla="*/ 1700 w 9721"/>
              <a:gd name="connsiteY38-18708" fmla="*/ 5002 h 8765"/>
              <a:gd name="connsiteX39-18709" fmla="*/ 2210 w 9721"/>
              <a:gd name="connsiteY39-18710" fmla="*/ 5133 h 8765"/>
              <a:gd name="connsiteX40-18711" fmla="*/ 2669 w 9721"/>
              <a:gd name="connsiteY40-18712" fmla="*/ 5290 h 8765"/>
              <a:gd name="connsiteX41-18713" fmla="*/ 2952 w 9721"/>
              <a:gd name="connsiteY41-18714" fmla="*/ 5290 h 8765"/>
              <a:gd name="connsiteX42-18715" fmla="*/ 3176 w 9721"/>
              <a:gd name="connsiteY42-18716" fmla="*/ 5423 h 8765"/>
              <a:gd name="connsiteX43-18717" fmla="*/ 3410 w 9721"/>
              <a:gd name="connsiteY43-18718" fmla="*/ 5423 h 8765"/>
              <a:gd name="connsiteX44-18719" fmla="*/ 3636 w 9721"/>
              <a:gd name="connsiteY44-18720" fmla="*/ 5423 h 8765"/>
              <a:gd name="connsiteX45-18721" fmla="*/ 3914 w 9721"/>
              <a:gd name="connsiteY45-18722" fmla="*/ 5423 h 8765"/>
              <a:gd name="connsiteX46-18723" fmla="*/ 4143 w 9721"/>
              <a:gd name="connsiteY46-18724" fmla="*/ 5290 h 8765"/>
              <a:gd name="connsiteX47-18725" fmla="*/ 4379 w 9721"/>
              <a:gd name="connsiteY47-18726" fmla="*/ 5133 h 8765"/>
              <a:gd name="connsiteX48-18727" fmla="*/ 4379 w 9721"/>
              <a:gd name="connsiteY48-18728" fmla="*/ 5002 h 8765"/>
              <a:gd name="connsiteX49-18729" fmla="*/ 4654 w 9721"/>
              <a:gd name="connsiteY49-18730" fmla="*/ 4871 h 8765"/>
              <a:gd name="connsiteX50-18731" fmla="*/ 4879 w 9721"/>
              <a:gd name="connsiteY50-18732" fmla="*/ 4582 h 8765"/>
              <a:gd name="connsiteX51-18733" fmla="*/ 4879 w 9721"/>
              <a:gd name="connsiteY51-18734" fmla="*/ 4317 h 8765"/>
              <a:gd name="connsiteX52-18735" fmla="*/ 5111 w 9721"/>
              <a:gd name="connsiteY52-18736" fmla="*/ 4028 h 8765"/>
              <a:gd name="connsiteX53-18737" fmla="*/ 5342 w 9721"/>
              <a:gd name="connsiteY53-18738" fmla="*/ 3608 h 8765"/>
              <a:gd name="connsiteX54-18739" fmla="*/ 5619 w 9721"/>
              <a:gd name="connsiteY54-18740" fmla="*/ 3184 h 8765"/>
              <a:gd name="connsiteX55-18741" fmla="*/ 5619 w 9721"/>
              <a:gd name="connsiteY55-18742" fmla="*/ 2632 h 8765"/>
              <a:gd name="connsiteX56-18743" fmla="*/ 6082 w 9721"/>
              <a:gd name="connsiteY56-18744" fmla="*/ 1659 h 8765"/>
              <a:gd name="connsiteX57-18745" fmla="*/ 6365 w 9721"/>
              <a:gd name="connsiteY57-18746" fmla="*/ 555 h 8765"/>
              <a:gd name="connsiteX0-18747" fmla="*/ 9770 w 9770"/>
              <a:gd name="connsiteY0-18748" fmla="*/ 0 h 9516"/>
              <a:gd name="connsiteX1-18749" fmla="*/ 9527 w 9770"/>
              <a:gd name="connsiteY1-18750" fmla="*/ 627 h 9516"/>
              <a:gd name="connsiteX2-18751" fmla="*/ 9284 w 9770"/>
              <a:gd name="connsiteY2-18752" fmla="*/ 1260 h 9516"/>
              <a:gd name="connsiteX3-18753" fmla="*/ 9004 w 9770"/>
              <a:gd name="connsiteY3-18754" fmla="*/ 1888 h 9516"/>
              <a:gd name="connsiteX4-18755" fmla="*/ 8531 w 9770"/>
              <a:gd name="connsiteY4-18756" fmla="*/ 3330 h 9516"/>
              <a:gd name="connsiteX5-18757" fmla="*/ 8295 w 9770"/>
              <a:gd name="connsiteY5-18758" fmla="*/ 3961 h 9516"/>
              <a:gd name="connsiteX6-18759" fmla="*/ 8015 w 9770"/>
              <a:gd name="connsiteY6-18760" fmla="*/ 4591 h 9516"/>
              <a:gd name="connsiteX7-18761" fmla="*/ 7776 w 9770"/>
              <a:gd name="connsiteY7-18762" fmla="*/ 5223 h 9516"/>
              <a:gd name="connsiteX8-18763" fmla="*/ 7536 w 9770"/>
              <a:gd name="connsiteY8-18764" fmla="*/ 5856 h 9516"/>
              <a:gd name="connsiteX9-18765" fmla="*/ 7249 w 9770"/>
              <a:gd name="connsiteY9-18766" fmla="*/ 6335 h 9516"/>
              <a:gd name="connsiteX10-18767" fmla="*/ 7249 w 9770"/>
              <a:gd name="connsiteY10-18768" fmla="*/ 6665 h 9516"/>
              <a:gd name="connsiteX11-18769" fmla="*/ 7014 w 9770"/>
              <a:gd name="connsiteY11-18770" fmla="*/ 7143 h 9516"/>
              <a:gd name="connsiteX12-18771" fmla="*/ 6780 w 9770"/>
              <a:gd name="connsiteY12-18772" fmla="*/ 7444 h 9516"/>
              <a:gd name="connsiteX13-18773" fmla="*/ 6257 w 9770"/>
              <a:gd name="connsiteY13-18774" fmla="*/ 7924 h 9516"/>
              <a:gd name="connsiteX14-18775" fmla="*/ 5780 w 9770"/>
              <a:gd name="connsiteY14-18776" fmla="*/ 8405 h 9516"/>
              <a:gd name="connsiteX15-18777" fmla="*/ 5258 w 9770"/>
              <a:gd name="connsiteY15-18778" fmla="*/ 8885 h 9516"/>
              <a:gd name="connsiteX16-18779" fmla="*/ 4788 w 9770"/>
              <a:gd name="connsiteY16-18780" fmla="*/ 9037 h 9516"/>
              <a:gd name="connsiteX17-18781" fmla="*/ 4262 w 9770"/>
              <a:gd name="connsiteY17-18782" fmla="*/ 9336 h 9516"/>
              <a:gd name="connsiteX18-18783" fmla="*/ 3740 w 9770"/>
              <a:gd name="connsiteY18-18784" fmla="*/ 9516 h 9516"/>
              <a:gd name="connsiteX19-18785" fmla="*/ 3267 w 9770"/>
              <a:gd name="connsiteY19-18786" fmla="*/ 9516 h 9516"/>
              <a:gd name="connsiteX20-18787" fmla="*/ 2746 w 9770"/>
              <a:gd name="connsiteY20-18788" fmla="*/ 9516 h 9516"/>
              <a:gd name="connsiteX21-18789" fmla="*/ 2746 w 9770"/>
              <a:gd name="connsiteY21-18790" fmla="*/ 9336 h 9516"/>
              <a:gd name="connsiteX22-18791" fmla="*/ 2506 w 9770"/>
              <a:gd name="connsiteY22-18792" fmla="*/ 9336 h 9516"/>
              <a:gd name="connsiteX23-18793" fmla="*/ 2506 w 9770"/>
              <a:gd name="connsiteY23-18794" fmla="*/ 9185 h 9516"/>
              <a:gd name="connsiteX24-18795" fmla="*/ 2506 w 9770"/>
              <a:gd name="connsiteY24-18796" fmla="*/ 8885 h 9516"/>
              <a:gd name="connsiteX25-18797" fmla="*/ 2506 w 9770"/>
              <a:gd name="connsiteY25-18798" fmla="*/ 8701 h 9516"/>
              <a:gd name="connsiteX26-18799" fmla="*/ 2506 w 9770"/>
              <a:gd name="connsiteY26-18800" fmla="*/ 8554 h 9516"/>
              <a:gd name="connsiteX27-18801" fmla="*/ 2506 w 9770"/>
              <a:gd name="connsiteY27-18802" fmla="*/ 8226 h 9516"/>
              <a:gd name="connsiteX28-18803" fmla="*/ 2506 w 9770"/>
              <a:gd name="connsiteY28-18804" fmla="*/ 7924 h 9516"/>
              <a:gd name="connsiteX29-18805" fmla="*/ 2273 w 9770"/>
              <a:gd name="connsiteY29-18806" fmla="*/ 7594 h 9516"/>
              <a:gd name="connsiteX30-18807" fmla="*/ 1987 w 9770"/>
              <a:gd name="connsiteY30-18808" fmla="*/ 7143 h 9516"/>
              <a:gd name="connsiteX31-18809" fmla="*/ 1514 w 9770"/>
              <a:gd name="connsiteY31-18810" fmla="*/ 6485 h 9516"/>
              <a:gd name="connsiteX32-18811" fmla="*/ 1278 w 9770"/>
              <a:gd name="connsiteY32-18812" fmla="*/ 5856 h 9516"/>
              <a:gd name="connsiteX33-18813" fmla="*/ 518 w 9770"/>
              <a:gd name="connsiteY33-18814" fmla="*/ 5223 h 9516"/>
              <a:gd name="connsiteX34-18815" fmla="*/ 0 w 9770"/>
              <a:gd name="connsiteY34-18816" fmla="*/ 4259 h 9516"/>
              <a:gd name="connsiteX35-18817" fmla="*/ 518 w 9770"/>
              <a:gd name="connsiteY35-18818" fmla="*/ 4591 h 9516"/>
              <a:gd name="connsiteX36-18819" fmla="*/ 1278 w 9770"/>
              <a:gd name="connsiteY36-18820" fmla="*/ 4922 h 9516"/>
              <a:gd name="connsiteX37-18821" fmla="*/ 1749 w 9770"/>
              <a:gd name="connsiteY37-18822" fmla="*/ 5223 h 9516"/>
              <a:gd name="connsiteX38-18823" fmla="*/ 2273 w 9770"/>
              <a:gd name="connsiteY38-18824" fmla="*/ 5372 h 9516"/>
              <a:gd name="connsiteX39-18825" fmla="*/ 2746 w 9770"/>
              <a:gd name="connsiteY39-18826" fmla="*/ 5551 h 9516"/>
              <a:gd name="connsiteX40-18827" fmla="*/ 3037 w 9770"/>
              <a:gd name="connsiteY40-18828" fmla="*/ 5551 h 9516"/>
              <a:gd name="connsiteX41-18829" fmla="*/ 3267 w 9770"/>
              <a:gd name="connsiteY41-18830" fmla="*/ 5703 h 9516"/>
              <a:gd name="connsiteX42-18831" fmla="*/ 3508 w 9770"/>
              <a:gd name="connsiteY42-18832" fmla="*/ 5703 h 9516"/>
              <a:gd name="connsiteX43-18833" fmla="*/ 3740 w 9770"/>
              <a:gd name="connsiteY43-18834" fmla="*/ 5703 h 9516"/>
              <a:gd name="connsiteX44-18835" fmla="*/ 4026 w 9770"/>
              <a:gd name="connsiteY44-18836" fmla="*/ 5703 h 9516"/>
              <a:gd name="connsiteX45-18837" fmla="*/ 4262 w 9770"/>
              <a:gd name="connsiteY45-18838" fmla="*/ 5551 h 9516"/>
              <a:gd name="connsiteX46-18839" fmla="*/ 4505 w 9770"/>
              <a:gd name="connsiteY46-18840" fmla="*/ 5372 h 9516"/>
              <a:gd name="connsiteX47-18841" fmla="*/ 4505 w 9770"/>
              <a:gd name="connsiteY47-18842" fmla="*/ 5223 h 9516"/>
              <a:gd name="connsiteX48-18843" fmla="*/ 4788 w 9770"/>
              <a:gd name="connsiteY48-18844" fmla="*/ 5073 h 9516"/>
              <a:gd name="connsiteX49-18845" fmla="*/ 5019 w 9770"/>
              <a:gd name="connsiteY49-18846" fmla="*/ 4744 h 9516"/>
              <a:gd name="connsiteX50-18847" fmla="*/ 5019 w 9770"/>
              <a:gd name="connsiteY50-18848" fmla="*/ 4441 h 9516"/>
              <a:gd name="connsiteX51-18849" fmla="*/ 5258 w 9770"/>
              <a:gd name="connsiteY51-18850" fmla="*/ 4112 h 9516"/>
              <a:gd name="connsiteX52-18851" fmla="*/ 5495 w 9770"/>
              <a:gd name="connsiteY52-18852" fmla="*/ 3632 h 9516"/>
              <a:gd name="connsiteX53-18853" fmla="*/ 5780 w 9770"/>
              <a:gd name="connsiteY53-18854" fmla="*/ 3149 h 9516"/>
              <a:gd name="connsiteX54-18855" fmla="*/ 5780 w 9770"/>
              <a:gd name="connsiteY54-18856" fmla="*/ 2519 h 9516"/>
              <a:gd name="connsiteX55-18857" fmla="*/ 6257 w 9770"/>
              <a:gd name="connsiteY55-18858" fmla="*/ 1409 h 9516"/>
              <a:gd name="connsiteX56-18859" fmla="*/ 6548 w 9770"/>
              <a:gd name="connsiteY56-18860" fmla="*/ 149 h 9516"/>
              <a:gd name="connsiteX0-18861" fmla="*/ 9751 w 9751"/>
              <a:gd name="connsiteY0-18862" fmla="*/ 502 h 9843"/>
              <a:gd name="connsiteX1-18863" fmla="*/ 9503 w 9751"/>
              <a:gd name="connsiteY1-18864" fmla="*/ 1167 h 9843"/>
              <a:gd name="connsiteX2-18865" fmla="*/ 9216 w 9751"/>
              <a:gd name="connsiteY2-18866" fmla="*/ 1827 h 9843"/>
              <a:gd name="connsiteX3-18867" fmla="*/ 8732 w 9751"/>
              <a:gd name="connsiteY3-18868" fmla="*/ 3342 h 9843"/>
              <a:gd name="connsiteX4-18869" fmla="*/ 8490 w 9751"/>
              <a:gd name="connsiteY4-18870" fmla="*/ 4005 h 9843"/>
              <a:gd name="connsiteX5-18871" fmla="*/ 8204 w 9751"/>
              <a:gd name="connsiteY5-18872" fmla="*/ 4668 h 9843"/>
              <a:gd name="connsiteX6-18873" fmla="*/ 7959 w 9751"/>
              <a:gd name="connsiteY6-18874" fmla="*/ 5332 h 9843"/>
              <a:gd name="connsiteX7-18875" fmla="*/ 7713 w 9751"/>
              <a:gd name="connsiteY7-18876" fmla="*/ 5997 h 9843"/>
              <a:gd name="connsiteX8-18877" fmla="*/ 7420 w 9751"/>
              <a:gd name="connsiteY8-18878" fmla="*/ 6500 h 9843"/>
              <a:gd name="connsiteX9-18879" fmla="*/ 7420 w 9751"/>
              <a:gd name="connsiteY9-18880" fmla="*/ 6847 h 9843"/>
              <a:gd name="connsiteX10-18881" fmla="*/ 7179 w 9751"/>
              <a:gd name="connsiteY10-18882" fmla="*/ 7349 h 9843"/>
              <a:gd name="connsiteX11-18883" fmla="*/ 6940 w 9751"/>
              <a:gd name="connsiteY11-18884" fmla="*/ 7666 h 9843"/>
              <a:gd name="connsiteX12-18885" fmla="*/ 6404 w 9751"/>
              <a:gd name="connsiteY12-18886" fmla="*/ 8170 h 9843"/>
              <a:gd name="connsiteX13-18887" fmla="*/ 5916 w 9751"/>
              <a:gd name="connsiteY13-18888" fmla="*/ 8675 h 9843"/>
              <a:gd name="connsiteX14-18889" fmla="*/ 5382 w 9751"/>
              <a:gd name="connsiteY14-18890" fmla="*/ 9180 h 9843"/>
              <a:gd name="connsiteX15-18891" fmla="*/ 4901 w 9751"/>
              <a:gd name="connsiteY15-18892" fmla="*/ 9340 h 9843"/>
              <a:gd name="connsiteX16-18893" fmla="*/ 4362 w 9751"/>
              <a:gd name="connsiteY16-18894" fmla="*/ 9654 h 9843"/>
              <a:gd name="connsiteX17-18895" fmla="*/ 3828 w 9751"/>
              <a:gd name="connsiteY17-18896" fmla="*/ 9843 h 9843"/>
              <a:gd name="connsiteX18-18897" fmla="*/ 3344 w 9751"/>
              <a:gd name="connsiteY18-18898" fmla="*/ 9843 h 9843"/>
              <a:gd name="connsiteX19-18899" fmla="*/ 2811 w 9751"/>
              <a:gd name="connsiteY19-18900" fmla="*/ 9843 h 9843"/>
              <a:gd name="connsiteX20-18901" fmla="*/ 2811 w 9751"/>
              <a:gd name="connsiteY20-18902" fmla="*/ 9654 h 9843"/>
              <a:gd name="connsiteX21-18903" fmla="*/ 2565 w 9751"/>
              <a:gd name="connsiteY21-18904" fmla="*/ 9654 h 9843"/>
              <a:gd name="connsiteX22-18905" fmla="*/ 2565 w 9751"/>
              <a:gd name="connsiteY22-18906" fmla="*/ 9495 h 9843"/>
              <a:gd name="connsiteX23-18907" fmla="*/ 2565 w 9751"/>
              <a:gd name="connsiteY23-18908" fmla="*/ 9180 h 9843"/>
              <a:gd name="connsiteX24-18909" fmla="*/ 2565 w 9751"/>
              <a:gd name="connsiteY24-18910" fmla="*/ 8987 h 9843"/>
              <a:gd name="connsiteX25-18911" fmla="*/ 2565 w 9751"/>
              <a:gd name="connsiteY25-18912" fmla="*/ 8832 h 9843"/>
              <a:gd name="connsiteX26-18913" fmla="*/ 2565 w 9751"/>
              <a:gd name="connsiteY26-18914" fmla="*/ 8487 h 9843"/>
              <a:gd name="connsiteX27-18915" fmla="*/ 2565 w 9751"/>
              <a:gd name="connsiteY27-18916" fmla="*/ 8170 h 9843"/>
              <a:gd name="connsiteX28-18917" fmla="*/ 2327 w 9751"/>
              <a:gd name="connsiteY28-18918" fmla="*/ 7823 h 9843"/>
              <a:gd name="connsiteX29-18919" fmla="*/ 2034 w 9751"/>
              <a:gd name="connsiteY29-18920" fmla="*/ 7349 h 9843"/>
              <a:gd name="connsiteX30-18921" fmla="*/ 1550 w 9751"/>
              <a:gd name="connsiteY30-18922" fmla="*/ 6658 h 9843"/>
              <a:gd name="connsiteX31-18923" fmla="*/ 1308 w 9751"/>
              <a:gd name="connsiteY31-18924" fmla="*/ 5997 h 9843"/>
              <a:gd name="connsiteX32-18925" fmla="*/ 530 w 9751"/>
              <a:gd name="connsiteY32-18926" fmla="*/ 5332 h 9843"/>
              <a:gd name="connsiteX33-18927" fmla="*/ 0 w 9751"/>
              <a:gd name="connsiteY33-18928" fmla="*/ 4319 h 9843"/>
              <a:gd name="connsiteX34-18929" fmla="*/ 530 w 9751"/>
              <a:gd name="connsiteY34-18930" fmla="*/ 4668 h 9843"/>
              <a:gd name="connsiteX35-18931" fmla="*/ 1308 w 9751"/>
              <a:gd name="connsiteY35-18932" fmla="*/ 5015 h 9843"/>
              <a:gd name="connsiteX36-18933" fmla="*/ 1790 w 9751"/>
              <a:gd name="connsiteY36-18934" fmla="*/ 5332 h 9843"/>
              <a:gd name="connsiteX37-18935" fmla="*/ 2327 w 9751"/>
              <a:gd name="connsiteY37-18936" fmla="*/ 5488 h 9843"/>
              <a:gd name="connsiteX38-18937" fmla="*/ 2811 w 9751"/>
              <a:gd name="connsiteY38-18938" fmla="*/ 5676 h 9843"/>
              <a:gd name="connsiteX39-18939" fmla="*/ 3108 w 9751"/>
              <a:gd name="connsiteY39-18940" fmla="*/ 5676 h 9843"/>
              <a:gd name="connsiteX40-18941" fmla="*/ 3344 w 9751"/>
              <a:gd name="connsiteY40-18942" fmla="*/ 5836 h 9843"/>
              <a:gd name="connsiteX41-18943" fmla="*/ 3591 w 9751"/>
              <a:gd name="connsiteY41-18944" fmla="*/ 5836 h 9843"/>
              <a:gd name="connsiteX42-18945" fmla="*/ 3828 w 9751"/>
              <a:gd name="connsiteY42-18946" fmla="*/ 5836 h 9843"/>
              <a:gd name="connsiteX43-18947" fmla="*/ 4121 w 9751"/>
              <a:gd name="connsiteY43-18948" fmla="*/ 5836 h 9843"/>
              <a:gd name="connsiteX44-18949" fmla="*/ 4362 w 9751"/>
              <a:gd name="connsiteY44-18950" fmla="*/ 5676 h 9843"/>
              <a:gd name="connsiteX45-18951" fmla="*/ 4611 w 9751"/>
              <a:gd name="connsiteY45-18952" fmla="*/ 5488 h 9843"/>
              <a:gd name="connsiteX46-18953" fmla="*/ 4611 w 9751"/>
              <a:gd name="connsiteY46-18954" fmla="*/ 5332 h 9843"/>
              <a:gd name="connsiteX47-18955" fmla="*/ 4901 w 9751"/>
              <a:gd name="connsiteY47-18956" fmla="*/ 5174 h 9843"/>
              <a:gd name="connsiteX48-18957" fmla="*/ 5137 w 9751"/>
              <a:gd name="connsiteY48-18958" fmla="*/ 4828 h 9843"/>
              <a:gd name="connsiteX49-18959" fmla="*/ 5137 w 9751"/>
              <a:gd name="connsiteY49-18960" fmla="*/ 4510 h 9843"/>
              <a:gd name="connsiteX50-18961" fmla="*/ 5382 w 9751"/>
              <a:gd name="connsiteY50-18962" fmla="*/ 4164 h 9843"/>
              <a:gd name="connsiteX51-18963" fmla="*/ 5624 w 9751"/>
              <a:gd name="connsiteY51-18964" fmla="*/ 3660 h 9843"/>
              <a:gd name="connsiteX52-18965" fmla="*/ 5916 w 9751"/>
              <a:gd name="connsiteY52-18966" fmla="*/ 3152 h 9843"/>
              <a:gd name="connsiteX53-18967" fmla="*/ 5916 w 9751"/>
              <a:gd name="connsiteY53-18968" fmla="*/ 2490 h 9843"/>
              <a:gd name="connsiteX54-18969" fmla="*/ 6404 w 9751"/>
              <a:gd name="connsiteY54-18970" fmla="*/ 1324 h 9843"/>
              <a:gd name="connsiteX55-18971" fmla="*/ 6702 w 9751"/>
              <a:gd name="connsiteY55-18972" fmla="*/ 0 h 9843"/>
              <a:gd name="connsiteX0-18973" fmla="*/ 9746 w 9746"/>
              <a:gd name="connsiteY0-18974" fmla="*/ 1186 h 10000"/>
              <a:gd name="connsiteX1-18975" fmla="*/ 9451 w 9746"/>
              <a:gd name="connsiteY1-18976" fmla="*/ 1856 h 10000"/>
              <a:gd name="connsiteX2-18977" fmla="*/ 8955 w 9746"/>
              <a:gd name="connsiteY2-18978" fmla="*/ 3395 h 10000"/>
              <a:gd name="connsiteX3-18979" fmla="*/ 8707 w 9746"/>
              <a:gd name="connsiteY3-18980" fmla="*/ 4069 h 10000"/>
              <a:gd name="connsiteX4-18981" fmla="*/ 8413 w 9746"/>
              <a:gd name="connsiteY4-18982" fmla="*/ 4742 h 10000"/>
              <a:gd name="connsiteX5-18983" fmla="*/ 8162 w 9746"/>
              <a:gd name="connsiteY5-18984" fmla="*/ 5417 h 10000"/>
              <a:gd name="connsiteX6-18985" fmla="*/ 7910 w 9746"/>
              <a:gd name="connsiteY6-18986" fmla="*/ 6093 h 10000"/>
              <a:gd name="connsiteX7-18987" fmla="*/ 7609 w 9746"/>
              <a:gd name="connsiteY7-18988" fmla="*/ 6604 h 10000"/>
              <a:gd name="connsiteX8-18989" fmla="*/ 7609 w 9746"/>
              <a:gd name="connsiteY8-18990" fmla="*/ 6956 h 10000"/>
              <a:gd name="connsiteX9-18991" fmla="*/ 7362 w 9746"/>
              <a:gd name="connsiteY9-18992" fmla="*/ 7466 h 10000"/>
              <a:gd name="connsiteX10-18993" fmla="*/ 7117 w 9746"/>
              <a:gd name="connsiteY10-18994" fmla="*/ 7788 h 10000"/>
              <a:gd name="connsiteX11-18995" fmla="*/ 6568 w 9746"/>
              <a:gd name="connsiteY11-18996" fmla="*/ 8300 h 10000"/>
              <a:gd name="connsiteX12-18997" fmla="*/ 6067 w 9746"/>
              <a:gd name="connsiteY12-18998" fmla="*/ 8813 h 10000"/>
              <a:gd name="connsiteX13-18999" fmla="*/ 5519 w 9746"/>
              <a:gd name="connsiteY13-19000" fmla="*/ 9326 h 10000"/>
              <a:gd name="connsiteX14-19001" fmla="*/ 5026 w 9746"/>
              <a:gd name="connsiteY14-19002" fmla="*/ 9489 h 10000"/>
              <a:gd name="connsiteX15-19003" fmla="*/ 4473 w 9746"/>
              <a:gd name="connsiteY15-19004" fmla="*/ 9808 h 10000"/>
              <a:gd name="connsiteX16-19005" fmla="*/ 3926 w 9746"/>
              <a:gd name="connsiteY16-19006" fmla="*/ 10000 h 10000"/>
              <a:gd name="connsiteX17-19007" fmla="*/ 3429 w 9746"/>
              <a:gd name="connsiteY17-19008" fmla="*/ 10000 h 10000"/>
              <a:gd name="connsiteX18-19009" fmla="*/ 2883 w 9746"/>
              <a:gd name="connsiteY18-19010" fmla="*/ 10000 h 10000"/>
              <a:gd name="connsiteX19-19011" fmla="*/ 2883 w 9746"/>
              <a:gd name="connsiteY19-19012" fmla="*/ 9808 h 10000"/>
              <a:gd name="connsiteX20-19013" fmla="*/ 2630 w 9746"/>
              <a:gd name="connsiteY20-19014" fmla="*/ 9808 h 10000"/>
              <a:gd name="connsiteX21-19015" fmla="*/ 2630 w 9746"/>
              <a:gd name="connsiteY21-19016" fmla="*/ 9646 h 10000"/>
              <a:gd name="connsiteX22-19017" fmla="*/ 2630 w 9746"/>
              <a:gd name="connsiteY22-19018" fmla="*/ 9326 h 10000"/>
              <a:gd name="connsiteX23-19019" fmla="*/ 2630 w 9746"/>
              <a:gd name="connsiteY23-19020" fmla="*/ 9130 h 10000"/>
              <a:gd name="connsiteX24-19021" fmla="*/ 2630 w 9746"/>
              <a:gd name="connsiteY24-19022" fmla="*/ 8973 h 10000"/>
              <a:gd name="connsiteX25-19023" fmla="*/ 2630 w 9746"/>
              <a:gd name="connsiteY25-19024" fmla="*/ 8622 h 10000"/>
              <a:gd name="connsiteX26-19025" fmla="*/ 2630 w 9746"/>
              <a:gd name="connsiteY26-19026" fmla="*/ 8300 h 10000"/>
              <a:gd name="connsiteX27-19027" fmla="*/ 2386 w 9746"/>
              <a:gd name="connsiteY27-19028" fmla="*/ 7948 h 10000"/>
              <a:gd name="connsiteX28-19029" fmla="*/ 2086 w 9746"/>
              <a:gd name="connsiteY28-19030" fmla="*/ 7466 h 10000"/>
              <a:gd name="connsiteX29-19031" fmla="*/ 1590 w 9746"/>
              <a:gd name="connsiteY29-19032" fmla="*/ 6764 h 10000"/>
              <a:gd name="connsiteX30-19033" fmla="*/ 1341 w 9746"/>
              <a:gd name="connsiteY30-19034" fmla="*/ 6093 h 10000"/>
              <a:gd name="connsiteX31-19035" fmla="*/ 544 w 9746"/>
              <a:gd name="connsiteY31-19036" fmla="*/ 5417 h 10000"/>
              <a:gd name="connsiteX32-19037" fmla="*/ 0 w 9746"/>
              <a:gd name="connsiteY32-19038" fmla="*/ 4388 h 10000"/>
              <a:gd name="connsiteX33-19039" fmla="*/ 544 w 9746"/>
              <a:gd name="connsiteY33-19040" fmla="*/ 4742 h 10000"/>
              <a:gd name="connsiteX34-19041" fmla="*/ 1341 w 9746"/>
              <a:gd name="connsiteY34-19042" fmla="*/ 5095 h 10000"/>
              <a:gd name="connsiteX35-19043" fmla="*/ 1836 w 9746"/>
              <a:gd name="connsiteY35-19044" fmla="*/ 5417 h 10000"/>
              <a:gd name="connsiteX36-19045" fmla="*/ 2386 w 9746"/>
              <a:gd name="connsiteY36-19046" fmla="*/ 5576 h 10000"/>
              <a:gd name="connsiteX37-19047" fmla="*/ 2883 w 9746"/>
              <a:gd name="connsiteY37-19048" fmla="*/ 5767 h 10000"/>
              <a:gd name="connsiteX38-19049" fmla="*/ 3187 w 9746"/>
              <a:gd name="connsiteY38-19050" fmla="*/ 5767 h 10000"/>
              <a:gd name="connsiteX39-19051" fmla="*/ 3429 w 9746"/>
              <a:gd name="connsiteY39-19052" fmla="*/ 5929 h 10000"/>
              <a:gd name="connsiteX40-19053" fmla="*/ 3683 w 9746"/>
              <a:gd name="connsiteY40-19054" fmla="*/ 5929 h 10000"/>
              <a:gd name="connsiteX41-19055" fmla="*/ 3926 w 9746"/>
              <a:gd name="connsiteY41-19056" fmla="*/ 5929 h 10000"/>
              <a:gd name="connsiteX42-19057" fmla="*/ 4226 w 9746"/>
              <a:gd name="connsiteY42-19058" fmla="*/ 5929 h 10000"/>
              <a:gd name="connsiteX43-19059" fmla="*/ 4473 w 9746"/>
              <a:gd name="connsiteY43-19060" fmla="*/ 5767 h 10000"/>
              <a:gd name="connsiteX44-19061" fmla="*/ 4729 w 9746"/>
              <a:gd name="connsiteY44-19062" fmla="*/ 5576 h 10000"/>
              <a:gd name="connsiteX45-19063" fmla="*/ 4729 w 9746"/>
              <a:gd name="connsiteY45-19064" fmla="*/ 5417 h 10000"/>
              <a:gd name="connsiteX46-19065" fmla="*/ 5026 w 9746"/>
              <a:gd name="connsiteY46-19066" fmla="*/ 5257 h 10000"/>
              <a:gd name="connsiteX47-19067" fmla="*/ 5268 w 9746"/>
              <a:gd name="connsiteY47-19068" fmla="*/ 4905 h 10000"/>
              <a:gd name="connsiteX48-19069" fmla="*/ 5268 w 9746"/>
              <a:gd name="connsiteY48-19070" fmla="*/ 4582 h 10000"/>
              <a:gd name="connsiteX49-19071" fmla="*/ 5519 w 9746"/>
              <a:gd name="connsiteY49-19072" fmla="*/ 4230 h 10000"/>
              <a:gd name="connsiteX50-19073" fmla="*/ 5768 w 9746"/>
              <a:gd name="connsiteY50-19074" fmla="*/ 3718 h 10000"/>
              <a:gd name="connsiteX51-19075" fmla="*/ 6067 w 9746"/>
              <a:gd name="connsiteY51-19076" fmla="*/ 3202 h 10000"/>
              <a:gd name="connsiteX52-19077" fmla="*/ 6067 w 9746"/>
              <a:gd name="connsiteY52-19078" fmla="*/ 2530 h 10000"/>
              <a:gd name="connsiteX53-19079" fmla="*/ 6568 w 9746"/>
              <a:gd name="connsiteY53-19080" fmla="*/ 1345 h 10000"/>
              <a:gd name="connsiteX54-19081" fmla="*/ 6873 w 9746"/>
              <a:gd name="connsiteY54-19082" fmla="*/ 0 h 10000"/>
              <a:gd name="connsiteX0-19083" fmla="*/ 9697 w 9697"/>
              <a:gd name="connsiteY0-19084" fmla="*/ 1856 h 10000"/>
              <a:gd name="connsiteX1-19085" fmla="*/ 9188 w 9697"/>
              <a:gd name="connsiteY1-19086" fmla="*/ 3395 h 10000"/>
              <a:gd name="connsiteX2-19087" fmla="*/ 8934 w 9697"/>
              <a:gd name="connsiteY2-19088" fmla="*/ 4069 h 10000"/>
              <a:gd name="connsiteX3-19089" fmla="*/ 8632 w 9697"/>
              <a:gd name="connsiteY3-19090" fmla="*/ 4742 h 10000"/>
              <a:gd name="connsiteX4-19091" fmla="*/ 8375 w 9697"/>
              <a:gd name="connsiteY4-19092" fmla="*/ 5417 h 10000"/>
              <a:gd name="connsiteX5-19093" fmla="*/ 8116 w 9697"/>
              <a:gd name="connsiteY5-19094" fmla="*/ 6093 h 10000"/>
              <a:gd name="connsiteX6-19095" fmla="*/ 7807 w 9697"/>
              <a:gd name="connsiteY6-19096" fmla="*/ 6604 h 10000"/>
              <a:gd name="connsiteX7-19097" fmla="*/ 7807 w 9697"/>
              <a:gd name="connsiteY7-19098" fmla="*/ 6956 h 10000"/>
              <a:gd name="connsiteX8-19099" fmla="*/ 7554 w 9697"/>
              <a:gd name="connsiteY8-19100" fmla="*/ 7466 h 10000"/>
              <a:gd name="connsiteX9-19101" fmla="*/ 7302 w 9697"/>
              <a:gd name="connsiteY9-19102" fmla="*/ 7788 h 10000"/>
              <a:gd name="connsiteX10-19103" fmla="*/ 6739 w 9697"/>
              <a:gd name="connsiteY10-19104" fmla="*/ 8300 h 10000"/>
              <a:gd name="connsiteX11-19105" fmla="*/ 6225 w 9697"/>
              <a:gd name="connsiteY11-19106" fmla="*/ 8813 h 10000"/>
              <a:gd name="connsiteX12-19107" fmla="*/ 5663 w 9697"/>
              <a:gd name="connsiteY12-19108" fmla="*/ 9326 h 10000"/>
              <a:gd name="connsiteX13-19109" fmla="*/ 5157 w 9697"/>
              <a:gd name="connsiteY13-19110" fmla="*/ 9489 h 10000"/>
              <a:gd name="connsiteX14-19111" fmla="*/ 4590 w 9697"/>
              <a:gd name="connsiteY14-19112" fmla="*/ 9808 h 10000"/>
              <a:gd name="connsiteX15-19113" fmla="*/ 4028 w 9697"/>
              <a:gd name="connsiteY15-19114" fmla="*/ 10000 h 10000"/>
              <a:gd name="connsiteX16-19115" fmla="*/ 3518 w 9697"/>
              <a:gd name="connsiteY16-19116" fmla="*/ 10000 h 10000"/>
              <a:gd name="connsiteX17-19117" fmla="*/ 2958 w 9697"/>
              <a:gd name="connsiteY17-19118" fmla="*/ 10000 h 10000"/>
              <a:gd name="connsiteX18-19119" fmla="*/ 2958 w 9697"/>
              <a:gd name="connsiteY18-19120" fmla="*/ 9808 h 10000"/>
              <a:gd name="connsiteX19-19121" fmla="*/ 2699 w 9697"/>
              <a:gd name="connsiteY19-19122" fmla="*/ 9808 h 10000"/>
              <a:gd name="connsiteX20-19123" fmla="*/ 2699 w 9697"/>
              <a:gd name="connsiteY20-19124" fmla="*/ 9646 h 10000"/>
              <a:gd name="connsiteX21-19125" fmla="*/ 2699 w 9697"/>
              <a:gd name="connsiteY21-19126" fmla="*/ 9326 h 10000"/>
              <a:gd name="connsiteX22-19127" fmla="*/ 2699 w 9697"/>
              <a:gd name="connsiteY22-19128" fmla="*/ 9130 h 10000"/>
              <a:gd name="connsiteX23-19129" fmla="*/ 2699 w 9697"/>
              <a:gd name="connsiteY23-19130" fmla="*/ 8973 h 10000"/>
              <a:gd name="connsiteX24-19131" fmla="*/ 2699 w 9697"/>
              <a:gd name="connsiteY24-19132" fmla="*/ 8622 h 10000"/>
              <a:gd name="connsiteX25-19133" fmla="*/ 2699 w 9697"/>
              <a:gd name="connsiteY25-19134" fmla="*/ 8300 h 10000"/>
              <a:gd name="connsiteX26-19135" fmla="*/ 2448 w 9697"/>
              <a:gd name="connsiteY26-19136" fmla="*/ 7948 h 10000"/>
              <a:gd name="connsiteX27-19137" fmla="*/ 2140 w 9697"/>
              <a:gd name="connsiteY27-19138" fmla="*/ 7466 h 10000"/>
              <a:gd name="connsiteX28-19139" fmla="*/ 1631 w 9697"/>
              <a:gd name="connsiteY28-19140" fmla="*/ 6764 h 10000"/>
              <a:gd name="connsiteX29-19141" fmla="*/ 1376 w 9697"/>
              <a:gd name="connsiteY29-19142" fmla="*/ 6093 h 10000"/>
              <a:gd name="connsiteX30-19143" fmla="*/ 558 w 9697"/>
              <a:gd name="connsiteY30-19144" fmla="*/ 5417 h 10000"/>
              <a:gd name="connsiteX31-19145" fmla="*/ 0 w 9697"/>
              <a:gd name="connsiteY31-19146" fmla="*/ 4388 h 10000"/>
              <a:gd name="connsiteX32-19147" fmla="*/ 558 w 9697"/>
              <a:gd name="connsiteY32-19148" fmla="*/ 4742 h 10000"/>
              <a:gd name="connsiteX33-19149" fmla="*/ 1376 w 9697"/>
              <a:gd name="connsiteY33-19150" fmla="*/ 5095 h 10000"/>
              <a:gd name="connsiteX34-19151" fmla="*/ 1884 w 9697"/>
              <a:gd name="connsiteY34-19152" fmla="*/ 5417 h 10000"/>
              <a:gd name="connsiteX35-19153" fmla="*/ 2448 w 9697"/>
              <a:gd name="connsiteY35-19154" fmla="*/ 5576 h 10000"/>
              <a:gd name="connsiteX36-19155" fmla="*/ 2958 w 9697"/>
              <a:gd name="connsiteY36-19156" fmla="*/ 5767 h 10000"/>
              <a:gd name="connsiteX37-19157" fmla="*/ 3270 w 9697"/>
              <a:gd name="connsiteY37-19158" fmla="*/ 5767 h 10000"/>
              <a:gd name="connsiteX38-19159" fmla="*/ 3518 w 9697"/>
              <a:gd name="connsiteY38-19160" fmla="*/ 5929 h 10000"/>
              <a:gd name="connsiteX39-19161" fmla="*/ 3779 w 9697"/>
              <a:gd name="connsiteY39-19162" fmla="*/ 5929 h 10000"/>
              <a:gd name="connsiteX40-19163" fmla="*/ 4028 w 9697"/>
              <a:gd name="connsiteY40-19164" fmla="*/ 5929 h 10000"/>
              <a:gd name="connsiteX41-19165" fmla="*/ 4336 w 9697"/>
              <a:gd name="connsiteY41-19166" fmla="*/ 5929 h 10000"/>
              <a:gd name="connsiteX42-19167" fmla="*/ 4590 w 9697"/>
              <a:gd name="connsiteY42-19168" fmla="*/ 5767 h 10000"/>
              <a:gd name="connsiteX43-19169" fmla="*/ 4852 w 9697"/>
              <a:gd name="connsiteY43-19170" fmla="*/ 5576 h 10000"/>
              <a:gd name="connsiteX44-19171" fmla="*/ 4852 w 9697"/>
              <a:gd name="connsiteY44-19172" fmla="*/ 5417 h 10000"/>
              <a:gd name="connsiteX45-19173" fmla="*/ 5157 w 9697"/>
              <a:gd name="connsiteY45-19174" fmla="*/ 5257 h 10000"/>
              <a:gd name="connsiteX46-19175" fmla="*/ 5405 w 9697"/>
              <a:gd name="connsiteY46-19176" fmla="*/ 4905 h 10000"/>
              <a:gd name="connsiteX47-19177" fmla="*/ 5405 w 9697"/>
              <a:gd name="connsiteY47-19178" fmla="*/ 4582 h 10000"/>
              <a:gd name="connsiteX48-19179" fmla="*/ 5663 w 9697"/>
              <a:gd name="connsiteY48-19180" fmla="*/ 4230 h 10000"/>
              <a:gd name="connsiteX49-19181" fmla="*/ 5918 w 9697"/>
              <a:gd name="connsiteY49-19182" fmla="*/ 3718 h 10000"/>
              <a:gd name="connsiteX50-19183" fmla="*/ 6225 w 9697"/>
              <a:gd name="connsiteY50-19184" fmla="*/ 3202 h 10000"/>
              <a:gd name="connsiteX51-19185" fmla="*/ 6225 w 9697"/>
              <a:gd name="connsiteY51-19186" fmla="*/ 2530 h 10000"/>
              <a:gd name="connsiteX52-19187" fmla="*/ 6739 w 9697"/>
              <a:gd name="connsiteY52-19188" fmla="*/ 1345 h 10000"/>
              <a:gd name="connsiteX53-19189" fmla="*/ 7052 w 9697"/>
              <a:gd name="connsiteY53-19190" fmla="*/ 0 h 10000"/>
              <a:gd name="connsiteX0-19191" fmla="*/ 9475 w 9475"/>
              <a:gd name="connsiteY0-19192" fmla="*/ 3395 h 10000"/>
              <a:gd name="connsiteX1-19193" fmla="*/ 9213 w 9475"/>
              <a:gd name="connsiteY1-19194" fmla="*/ 4069 h 10000"/>
              <a:gd name="connsiteX2-19195" fmla="*/ 8902 w 9475"/>
              <a:gd name="connsiteY2-19196" fmla="*/ 4742 h 10000"/>
              <a:gd name="connsiteX3-19197" fmla="*/ 8637 w 9475"/>
              <a:gd name="connsiteY3-19198" fmla="*/ 5417 h 10000"/>
              <a:gd name="connsiteX4-19199" fmla="*/ 8370 w 9475"/>
              <a:gd name="connsiteY4-19200" fmla="*/ 6093 h 10000"/>
              <a:gd name="connsiteX5-19201" fmla="*/ 8051 w 9475"/>
              <a:gd name="connsiteY5-19202" fmla="*/ 6604 h 10000"/>
              <a:gd name="connsiteX6-19203" fmla="*/ 8051 w 9475"/>
              <a:gd name="connsiteY6-19204" fmla="*/ 6956 h 10000"/>
              <a:gd name="connsiteX7-19205" fmla="*/ 7790 w 9475"/>
              <a:gd name="connsiteY7-19206" fmla="*/ 7466 h 10000"/>
              <a:gd name="connsiteX8-19207" fmla="*/ 7530 w 9475"/>
              <a:gd name="connsiteY8-19208" fmla="*/ 7788 h 10000"/>
              <a:gd name="connsiteX9-19209" fmla="*/ 6950 w 9475"/>
              <a:gd name="connsiteY9-19210" fmla="*/ 8300 h 10000"/>
              <a:gd name="connsiteX10-19211" fmla="*/ 6420 w 9475"/>
              <a:gd name="connsiteY10-19212" fmla="*/ 8813 h 10000"/>
              <a:gd name="connsiteX11-19213" fmla="*/ 5840 w 9475"/>
              <a:gd name="connsiteY11-19214" fmla="*/ 9326 h 10000"/>
              <a:gd name="connsiteX12-19215" fmla="*/ 5318 w 9475"/>
              <a:gd name="connsiteY12-19216" fmla="*/ 9489 h 10000"/>
              <a:gd name="connsiteX13-19217" fmla="*/ 4733 w 9475"/>
              <a:gd name="connsiteY13-19218" fmla="*/ 9808 h 10000"/>
              <a:gd name="connsiteX14-19219" fmla="*/ 4154 w 9475"/>
              <a:gd name="connsiteY14-19220" fmla="*/ 10000 h 10000"/>
              <a:gd name="connsiteX15-19221" fmla="*/ 3628 w 9475"/>
              <a:gd name="connsiteY15-19222" fmla="*/ 10000 h 10000"/>
              <a:gd name="connsiteX16-19223" fmla="*/ 3050 w 9475"/>
              <a:gd name="connsiteY16-19224" fmla="*/ 10000 h 10000"/>
              <a:gd name="connsiteX17-19225" fmla="*/ 3050 w 9475"/>
              <a:gd name="connsiteY17-19226" fmla="*/ 9808 h 10000"/>
              <a:gd name="connsiteX18-19227" fmla="*/ 2783 w 9475"/>
              <a:gd name="connsiteY18-19228" fmla="*/ 9808 h 10000"/>
              <a:gd name="connsiteX19-19229" fmla="*/ 2783 w 9475"/>
              <a:gd name="connsiteY19-19230" fmla="*/ 9646 h 10000"/>
              <a:gd name="connsiteX20-19231" fmla="*/ 2783 w 9475"/>
              <a:gd name="connsiteY20-19232" fmla="*/ 9326 h 10000"/>
              <a:gd name="connsiteX21-19233" fmla="*/ 2783 w 9475"/>
              <a:gd name="connsiteY21-19234" fmla="*/ 9130 h 10000"/>
              <a:gd name="connsiteX22-19235" fmla="*/ 2783 w 9475"/>
              <a:gd name="connsiteY22-19236" fmla="*/ 8973 h 10000"/>
              <a:gd name="connsiteX23-19237" fmla="*/ 2783 w 9475"/>
              <a:gd name="connsiteY23-19238" fmla="*/ 8622 h 10000"/>
              <a:gd name="connsiteX24-19239" fmla="*/ 2783 w 9475"/>
              <a:gd name="connsiteY24-19240" fmla="*/ 8300 h 10000"/>
              <a:gd name="connsiteX25-19241" fmla="*/ 2524 w 9475"/>
              <a:gd name="connsiteY25-19242" fmla="*/ 7948 h 10000"/>
              <a:gd name="connsiteX26-19243" fmla="*/ 2207 w 9475"/>
              <a:gd name="connsiteY26-19244" fmla="*/ 7466 h 10000"/>
              <a:gd name="connsiteX27-19245" fmla="*/ 1682 w 9475"/>
              <a:gd name="connsiteY27-19246" fmla="*/ 6764 h 10000"/>
              <a:gd name="connsiteX28-19247" fmla="*/ 1419 w 9475"/>
              <a:gd name="connsiteY28-19248" fmla="*/ 6093 h 10000"/>
              <a:gd name="connsiteX29-19249" fmla="*/ 575 w 9475"/>
              <a:gd name="connsiteY29-19250" fmla="*/ 5417 h 10000"/>
              <a:gd name="connsiteX30-19251" fmla="*/ 0 w 9475"/>
              <a:gd name="connsiteY30-19252" fmla="*/ 4388 h 10000"/>
              <a:gd name="connsiteX31-19253" fmla="*/ 575 w 9475"/>
              <a:gd name="connsiteY31-19254" fmla="*/ 4742 h 10000"/>
              <a:gd name="connsiteX32-19255" fmla="*/ 1419 w 9475"/>
              <a:gd name="connsiteY32-19256" fmla="*/ 5095 h 10000"/>
              <a:gd name="connsiteX33-19257" fmla="*/ 1943 w 9475"/>
              <a:gd name="connsiteY33-19258" fmla="*/ 5417 h 10000"/>
              <a:gd name="connsiteX34-19259" fmla="*/ 2524 w 9475"/>
              <a:gd name="connsiteY34-19260" fmla="*/ 5576 h 10000"/>
              <a:gd name="connsiteX35-19261" fmla="*/ 3050 w 9475"/>
              <a:gd name="connsiteY35-19262" fmla="*/ 5767 h 10000"/>
              <a:gd name="connsiteX36-19263" fmla="*/ 3372 w 9475"/>
              <a:gd name="connsiteY36-19264" fmla="*/ 5767 h 10000"/>
              <a:gd name="connsiteX37-19265" fmla="*/ 3628 w 9475"/>
              <a:gd name="connsiteY37-19266" fmla="*/ 5929 h 10000"/>
              <a:gd name="connsiteX38-19267" fmla="*/ 3897 w 9475"/>
              <a:gd name="connsiteY38-19268" fmla="*/ 5929 h 10000"/>
              <a:gd name="connsiteX39-19269" fmla="*/ 4154 w 9475"/>
              <a:gd name="connsiteY39-19270" fmla="*/ 5929 h 10000"/>
              <a:gd name="connsiteX40-19271" fmla="*/ 4471 w 9475"/>
              <a:gd name="connsiteY40-19272" fmla="*/ 5929 h 10000"/>
              <a:gd name="connsiteX41-19273" fmla="*/ 4733 w 9475"/>
              <a:gd name="connsiteY41-19274" fmla="*/ 5767 h 10000"/>
              <a:gd name="connsiteX42-19275" fmla="*/ 5004 w 9475"/>
              <a:gd name="connsiteY42-19276" fmla="*/ 5576 h 10000"/>
              <a:gd name="connsiteX43-19277" fmla="*/ 5004 w 9475"/>
              <a:gd name="connsiteY43-19278" fmla="*/ 5417 h 10000"/>
              <a:gd name="connsiteX44-19279" fmla="*/ 5318 w 9475"/>
              <a:gd name="connsiteY44-19280" fmla="*/ 5257 h 10000"/>
              <a:gd name="connsiteX45-19281" fmla="*/ 5574 w 9475"/>
              <a:gd name="connsiteY45-19282" fmla="*/ 4905 h 10000"/>
              <a:gd name="connsiteX46-19283" fmla="*/ 5574 w 9475"/>
              <a:gd name="connsiteY46-19284" fmla="*/ 4582 h 10000"/>
              <a:gd name="connsiteX47-19285" fmla="*/ 5840 w 9475"/>
              <a:gd name="connsiteY47-19286" fmla="*/ 4230 h 10000"/>
              <a:gd name="connsiteX48-19287" fmla="*/ 6103 w 9475"/>
              <a:gd name="connsiteY48-19288" fmla="*/ 3718 h 10000"/>
              <a:gd name="connsiteX49-19289" fmla="*/ 6420 w 9475"/>
              <a:gd name="connsiteY49-19290" fmla="*/ 3202 h 10000"/>
              <a:gd name="connsiteX50-19291" fmla="*/ 6420 w 9475"/>
              <a:gd name="connsiteY50-19292" fmla="*/ 2530 h 10000"/>
              <a:gd name="connsiteX51-19293" fmla="*/ 6950 w 9475"/>
              <a:gd name="connsiteY51-19294" fmla="*/ 1345 h 10000"/>
              <a:gd name="connsiteX52-19295" fmla="*/ 7272 w 9475"/>
              <a:gd name="connsiteY52-19296" fmla="*/ 0 h 10000"/>
              <a:gd name="connsiteX0-19297" fmla="*/ 10000 w 10000"/>
              <a:gd name="connsiteY0-19298" fmla="*/ 3395 h 10000"/>
              <a:gd name="connsiteX1-19299" fmla="*/ 9723 w 10000"/>
              <a:gd name="connsiteY1-19300" fmla="*/ 4069 h 10000"/>
              <a:gd name="connsiteX2-19301" fmla="*/ 9395 w 10000"/>
              <a:gd name="connsiteY2-19302" fmla="*/ 4742 h 10000"/>
              <a:gd name="connsiteX3-19303" fmla="*/ 9116 w 10000"/>
              <a:gd name="connsiteY3-19304" fmla="*/ 5417 h 10000"/>
              <a:gd name="connsiteX4-19305" fmla="*/ 8834 w 10000"/>
              <a:gd name="connsiteY4-19306" fmla="*/ 6093 h 10000"/>
              <a:gd name="connsiteX5-19307" fmla="*/ 8497 w 10000"/>
              <a:gd name="connsiteY5-19308" fmla="*/ 6604 h 10000"/>
              <a:gd name="connsiteX6-19309" fmla="*/ 8497 w 10000"/>
              <a:gd name="connsiteY6-19310" fmla="*/ 6956 h 10000"/>
              <a:gd name="connsiteX7-19311" fmla="*/ 8222 w 10000"/>
              <a:gd name="connsiteY7-19312" fmla="*/ 7466 h 10000"/>
              <a:gd name="connsiteX8-19313" fmla="*/ 7947 w 10000"/>
              <a:gd name="connsiteY8-19314" fmla="*/ 7788 h 10000"/>
              <a:gd name="connsiteX9-19315" fmla="*/ 7335 w 10000"/>
              <a:gd name="connsiteY9-19316" fmla="*/ 8300 h 10000"/>
              <a:gd name="connsiteX10-19317" fmla="*/ 6776 w 10000"/>
              <a:gd name="connsiteY10-19318" fmla="*/ 8813 h 10000"/>
              <a:gd name="connsiteX11-19319" fmla="*/ 6164 w 10000"/>
              <a:gd name="connsiteY11-19320" fmla="*/ 9326 h 10000"/>
              <a:gd name="connsiteX12-19321" fmla="*/ 5613 w 10000"/>
              <a:gd name="connsiteY12-19322" fmla="*/ 9489 h 10000"/>
              <a:gd name="connsiteX13-19323" fmla="*/ 4995 w 10000"/>
              <a:gd name="connsiteY13-19324" fmla="*/ 9808 h 10000"/>
              <a:gd name="connsiteX14-19325" fmla="*/ 4384 w 10000"/>
              <a:gd name="connsiteY14-19326" fmla="*/ 10000 h 10000"/>
              <a:gd name="connsiteX15-19327" fmla="*/ 3829 w 10000"/>
              <a:gd name="connsiteY15-19328" fmla="*/ 10000 h 10000"/>
              <a:gd name="connsiteX16-19329" fmla="*/ 3219 w 10000"/>
              <a:gd name="connsiteY16-19330" fmla="*/ 10000 h 10000"/>
              <a:gd name="connsiteX17-19331" fmla="*/ 3219 w 10000"/>
              <a:gd name="connsiteY17-19332" fmla="*/ 9808 h 10000"/>
              <a:gd name="connsiteX18-19333" fmla="*/ 2937 w 10000"/>
              <a:gd name="connsiteY18-19334" fmla="*/ 9808 h 10000"/>
              <a:gd name="connsiteX19-19335" fmla="*/ 2937 w 10000"/>
              <a:gd name="connsiteY19-19336" fmla="*/ 9646 h 10000"/>
              <a:gd name="connsiteX20-19337" fmla="*/ 2937 w 10000"/>
              <a:gd name="connsiteY20-19338" fmla="*/ 9326 h 10000"/>
              <a:gd name="connsiteX21-19339" fmla="*/ 2937 w 10000"/>
              <a:gd name="connsiteY21-19340" fmla="*/ 9130 h 10000"/>
              <a:gd name="connsiteX22-19341" fmla="*/ 2937 w 10000"/>
              <a:gd name="connsiteY22-19342" fmla="*/ 8973 h 10000"/>
              <a:gd name="connsiteX23-19343" fmla="*/ 2937 w 10000"/>
              <a:gd name="connsiteY23-19344" fmla="*/ 8622 h 10000"/>
              <a:gd name="connsiteX24-19345" fmla="*/ 2937 w 10000"/>
              <a:gd name="connsiteY24-19346" fmla="*/ 8300 h 10000"/>
              <a:gd name="connsiteX25-19347" fmla="*/ 2664 w 10000"/>
              <a:gd name="connsiteY25-19348" fmla="*/ 7948 h 10000"/>
              <a:gd name="connsiteX26-19349" fmla="*/ 2329 w 10000"/>
              <a:gd name="connsiteY26-19350" fmla="*/ 7466 h 10000"/>
              <a:gd name="connsiteX27-19351" fmla="*/ 1775 w 10000"/>
              <a:gd name="connsiteY27-19352" fmla="*/ 6764 h 10000"/>
              <a:gd name="connsiteX28-19353" fmla="*/ 1498 w 10000"/>
              <a:gd name="connsiteY28-19354" fmla="*/ 6093 h 10000"/>
              <a:gd name="connsiteX29-19355" fmla="*/ 607 w 10000"/>
              <a:gd name="connsiteY29-19356" fmla="*/ 5417 h 10000"/>
              <a:gd name="connsiteX30-19357" fmla="*/ 0 w 10000"/>
              <a:gd name="connsiteY30-19358" fmla="*/ 4388 h 10000"/>
              <a:gd name="connsiteX31-19359" fmla="*/ 607 w 10000"/>
              <a:gd name="connsiteY31-19360" fmla="*/ 4742 h 10000"/>
              <a:gd name="connsiteX32-19361" fmla="*/ 1498 w 10000"/>
              <a:gd name="connsiteY32-19362" fmla="*/ 5095 h 10000"/>
              <a:gd name="connsiteX33-19363" fmla="*/ 2051 w 10000"/>
              <a:gd name="connsiteY33-19364" fmla="*/ 5417 h 10000"/>
              <a:gd name="connsiteX34-19365" fmla="*/ 2664 w 10000"/>
              <a:gd name="connsiteY34-19366" fmla="*/ 5576 h 10000"/>
              <a:gd name="connsiteX35-19367" fmla="*/ 3219 w 10000"/>
              <a:gd name="connsiteY35-19368" fmla="*/ 5767 h 10000"/>
              <a:gd name="connsiteX36-19369" fmla="*/ 3559 w 10000"/>
              <a:gd name="connsiteY36-19370" fmla="*/ 5767 h 10000"/>
              <a:gd name="connsiteX37-19371" fmla="*/ 3829 w 10000"/>
              <a:gd name="connsiteY37-19372" fmla="*/ 5929 h 10000"/>
              <a:gd name="connsiteX38-19373" fmla="*/ 4113 w 10000"/>
              <a:gd name="connsiteY38-19374" fmla="*/ 5929 h 10000"/>
              <a:gd name="connsiteX39-19375" fmla="*/ 4384 w 10000"/>
              <a:gd name="connsiteY39-19376" fmla="*/ 5929 h 10000"/>
              <a:gd name="connsiteX40-19377" fmla="*/ 4719 w 10000"/>
              <a:gd name="connsiteY40-19378" fmla="*/ 5929 h 10000"/>
              <a:gd name="connsiteX41-19379" fmla="*/ 4995 w 10000"/>
              <a:gd name="connsiteY41-19380" fmla="*/ 5767 h 10000"/>
              <a:gd name="connsiteX42-19381" fmla="*/ 5281 w 10000"/>
              <a:gd name="connsiteY42-19382" fmla="*/ 5576 h 10000"/>
              <a:gd name="connsiteX43-19383" fmla="*/ 5281 w 10000"/>
              <a:gd name="connsiteY43-19384" fmla="*/ 5417 h 10000"/>
              <a:gd name="connsiteX44-19385" fmla="*/ 5613 w 10000"/>
              <a:gd name="connsiteY44-19386" fmla="*/ 5257 h 10000"/>
              <a:gd name="connsiteX45-19387" fmla="*/ 5883 w 10000"/>
              <a:gd name="connsiteY45-19388" fmla="*/ 4905 h 10000"/>
              <a:gd name="connsiteX46-19389" fmla="*/ 5883 w 10000"/>
              <a:gd name="connsiteY46-19390" fmla="*/ 4582 h 10000"/>
              <a:gd name="connsiteX47-19391" fmla="*/ 6164 w 10000"/>
              <a:gd name="connsiteY47-19392" fmla="*/ 4230 h 10000"/>
              <a:gd name="connsiteX48-19393" fmla="*/ 6441 w 10000"/>
              <a:gd name="connsiteY48-19394" fmla="*/ 3718 h 10000"/>
              <a:gd name="connsiteX49-19395" fmla="*/ 6776 w 10000"/>
              <a:gd name="connsiteY49-19396" fmla="*/ 3202 h 10000"/>
              <a:gd name="connsiteX50-19397" fmla="*/ 6776 w 10000"/>
              <a:gd name="connsiteY50-19398" fmla="*/ 2530 h 10000"/>
              <a:gd name="connsiteX51-19399" fmla="*/ 7675 w 10000"/>
              <a:gd name="connsiteY51-19400" fmla="*/ 0 h 10000"/>
              <a:gd name="connsiteX0-19401" fmla="*/ 10000 w 10000"/>
              <a:gd name="connsiteY0-19402" fmla="*/ 865 h 7470"/>
              <a:gd name="connsiteX1-19403" fmla="*/ 9723 w 10000"/>
              <a:gd name="connsiteY1-19404" fmla="*/ 1539 h 7470"/>
              <a:gd name="connsiteX2-19405" fmla="*/ 9395 w 10000"/>
              <a:gd name="connsiteY2-19406" fmla="*/ 2212 h 7470"/>
              <a:gd name="connsiteX3-19407" fmla="*/ 9116 w 10000"/>
              <a:gd name="connsiteY3-19408" fmla="*/ 2887 h 7470"/>
              <a:gd name="connsiteX4-19409" fmla="*/ 8834 w 10000"/>
              <a:gd name="connsiteY4-19410" fmla="*/ 3563 h 7470"/>
              <a:gd name="connsiteX5-19411" fmla="*/ 8497 w 10000"/>
              <a:gd name="connsiteY5-19412" fmla="*/ 4074 h 7470"/>
              <a:gd name="connsiteX6-19413" fmla="*/ 8497 w 10000"/>
              <a:gd name="connsiteY6-19414" fmla="*/ 4426 h 7470"/>
              <a:gd name="connsiteX7-19415" fmla="*/ 8222 w 10000"/>
              <a:gd name="connsiteY7-19416" fmla="*/ 4936 h 7470"/>
              <a:gd name="connsiteX8-19417" fmla="*/ 7947 w 10000"/>
              <a:gd name="connsiteY8-19418" fmla="*/ 5258 h 7470"/>
              <a:gd name="connsiteX9-19419" fmla="*/ 7335 w 10000"/>
              <a:gd name="connsiteY9-19420" fmla="*/ 5770 h 7470"/>
              <a:gd name="connsiteX10-19421" fmla="*/ 6776 w 10000"/>
              <a:gd name="connsiteY10-19422" fmla="*/ 6283 h 7470"/>
              <a:gd name="connsiteX11-19423" fmla="*/ 6164 w 10000"/>
              <a:gd name="connsiteY11-19424" fmla="*/ 6796 h 7470"/>
              <a:gd name="connsiteX12-19425" fmla="*/ 5613 w 10000"/>
              <a:gd name="connsiteY12-19426" fmla="*/ 6959 h 7470"/>
              <a:gd name="connsiteX13-19427" fmla="*/ 4995 w 10000"/>
              <a:gd name="connsiteY13-19428" fmla="*/ 7278 h 7470"/>
              <a:gd name="connsiteX14-19429" fmla="*/ 4384 w 10000"/>
              <a:gd name="connsiteY14-19430" fmla="*/ 7470 h 7470"/>
              <a:gd name="connsiteX15-19431" fmla="*/ 3829 w 10000"/>
              <a:gd name="connsiteY15-19432" fmla="*/ 7470 h 7470"/>
              <a:gd name="connsiteX16-19433" fmla="*/ 3219 w 10000"/>
              <a:gd name="connsiteY16-19434" fmla="*/ 7470 h 7470"/>
              <a:gd name="connsiteX17-19435" fmla="*/ 3219 w 10000"/>
              <a:gd name="connsiteY17-19436" fmla="*/ 7278 h 7470"/>
              <a:gd name="connsiteX18-19437" fmla="*/ 2937 w 10000"/>
              <a:gd name="connsiteY18-19438" fmla="*/ 7278 h 7470"/>
              <a:gd name="connsiteX19-19439" fmla="*/ 2937 w 10000"/>
              <a:gd name="connsiteY19-19440" fmla="*/ 7116 h 7470"/>
              <a:gd name="connsiteX20-19441" fmla="*/ 2937 w 10000"/>
              <a:gd name="connsiteY20-19442" fmla="*/ 6796 h 7470"/>
              <a:gd name="connsiteX21-19443" fmla="*/ 2937 w 10000"/>
              <a:gd name="connsiteY21-19444" fmla="*/ 6600 h 7470"/>
              <a:gd name="connsiteX22-19445" fmla="*/ 2937 w 10000"/>
              <a:gd name="connsiteY22-19446" fmla="*/ 6443 h 7470"/>
              <a:gd name="connsiteX23-19447" fmla="*/ 2937 w 10000"/>
              <a:gd name="connsiteY23-19448" fmla="*/ 6092 h 7470"/>
              <a:gd name="connsiteX24-19449" fmla="*/ 2937 w 10000"/>
              <a:gd name="connsiteY24-19450" fmla="*/ 5770 h 7470"/>
              <a:gd name="connsiteX25-19451" fmla="*/ 2664 w 10000"/>
              <a:gd name="connsiteY25-19452" fmla="*/ 5418 h 7470"/>
              <a:gd name="connsiteX26-19453" fmla="*/ 2329 w 10000"/>
              <a:gd name="connsiteY26-19454" fmla="*/ 4936 h 7470"/>
              <a:gd name="connsiteX27-19455" fmla="*/ 1775 w 10000"/>
              <a:gd name="connsiteY27-19456" fmla="*/ 4234 h 7470"/>
              <a:gd name="connsiteX28-19457" fmla="*/ 1498 w 10000"/>
              <a:gd name="connsiteY28-19458" fmla="*/ 3563 h 7470"/>
              <a:gd name="connsiteX29-19459" fmla="*/ 607 w 10000"/>
              <a:gd name="connsiteY29-19460" fmla="*/ 2887 h 7470"/>
              <a:gd name="connsiteX30-19461" fmla="*/ 0 w 10000"/>
              <a:gd name="connsiteY30-19462" fmla="*/ 1858 h 7470"/>
              <a:gd name="connsiteX31-19463" fmla="*/ 607 w 10000"/>
              <a:gd name="connsiteY31-19464" fmla="*/ 2212 h 7470"/>
              <a:gd name="connsiteX32-19465" fmla="*/ 1498 w 10000"/>
              <a:gd name="connsiteY32-19466" fmla="*/ 2565 h 7470"/>
              <a:gd name="connsiteX33-19467" fmla="*/ 2051 w 10000"/>
              <a:gd name="connsiteY33-19468" fmla="*/ 2887 h 7470"/>
              <a:gd name="connsiteX34-19469" fmla="*/ 2664 w 10000"/>
              <a:gd name="connsiteY34-19470" fmla="*/ 3046 h 7470"/>
              <a:gd name="connsiteX35-19471" fmla="*/ 3219 w 10000"/>
              <a:gd name="connsiteY35-19472" fmla="*/ 3237 h 7470"/>
              <a:gd name="connsiteX36-19473" fmla="*/ 3559 w 10000"/>
              <a:gd name="connsiteY36-19474" fmla="*/ 3237 h 7470"/>
              <a:gd name="connsiteX37-19475" fmla="*/ 3829 w 10000"/>
              <a:gd name="connsiteY37-19476" fmla="*/ 3399 h 7470"/>
              <a:gd name="connsiteX38-19477" fmla="*/ 4113 w 10000"/>
              <a:gd name="connsiteY38-19478" fmla="*/ 3399 h 7470"/>
              <a:gd name="connsiteX39-19479" fmla="*/ 4384 w 10000"/>
              <a:gd name="connsiteY39-19480" fmla="*/ 3399 h 7470"/>
              <a:gd name="connsiteX40-19481" fmla="*/ 4719 w 10000"/>
              <a:gd name="connsiteY40-19482" fmla="*/ 3399 h 7470"/>
              <a:gd name="connsiteX41-19483" fmla="*/ 4995 w 10000"/>
              <a:gd name="connsiteY41-19484" fmla="*/ 3237 h 7470"/>
              <a:gd name="connsiteX42-19485" fmla="*/ 5281 w 10000"/>
              <a:gd name="connsiteY42-19486" fmla="*/ 3046 h 7470"/>
              <a:gd name="connsiteX43-19487" fmla="*/ 5281 w 10000"/>
              <a:gd name="connsiteY43-19488" fmla="*/ 2887 h 7470"/>
              <a:gd name="connsiteX44-19489" fmla="*/ 5613 w 10000"/>
              <a:gd name="connsiteY44-19490" fmla="*/ 2727 h 7470"/>
              <a:gd name="connsiteX45-19491" fmla="*/ 5883 w 10000"/>
              <a:gd name="connsiteY45-19492" fmla="*/ 2375 h 7470"/>
              <a:gd name="connsiteX46-19493" fmla="*/ 5883 w 10000"/>
              <a:gd name="connsiteY46-19494" fmla="*/ 2052 h 7470"/>
              <a:gd name="connsiteX47-19495" fmla="*/ 6164 w 10000"/>
              <a:gd name="connsiteY47-19496" fmla="*/ 1700 h 7470"/>
              <a:gd name="connsiteX48-19497" fmla="*/ 6441 w 10000"/>
              <a:gd name="connsiteY48-19498" fmla="*/ 1188 h 7470"/>
              <a:gd name="connsiteX49-19499" fmla="*/ 6776 w 10000"/>
              <a:gd name="connsiteY49-19500" fmla="*/ 672 h 7470"/>
              <a:gd name="connsiteX50-19501" fmla="*/ 6776 w 10000"/>
              <a:gd name="connsiteY50-19502" fmla="*/ 0 h 7470"/>
              <a:gd name="connsiteX0-19503" fmla="*/ 10000 w 10000"/>
              <a:gd name="connsiteY0-19504" fmla="*/ 1158 h 10000"/>
              <a:gd name="connsiteX1-19505" fmla="*/ 9723 w 10000"/>
              <a:gd name="connsiteY1-19506" fmla="*/ 2060 h 10000"/>
              <a:gd name="connsiteX2-19507" fmla="*/ 9395 w 10000"/>
              <a:gd name="connsiteY2-19508" fmla="*/ 2961 h 10000"/>
              <a:gd name="connsiteX3-19509" fmla="*/ 9116 w 10000"/>
              <a:gd name="connsiteY3-19510" fmla="*/ 3865 h 10000"/>
              <a:gd name="connsiteX4-19511" fmla="*/ 8834 w 10000"/>
              <a:gd name="connsiteY4-19512" fmla="*/ 4770 h 10000"/>
              <a:gd name="connsiteX5-19513" fmla="*/ 8497 w 10000"/>
              <a:gd name="connsiteY5-19514" fmla="*/ 5454 h 10000"/>
              <a:gd name="connsiteX6-19515" fmla="*/ 8497 w 10000"/>
              <a:gd name="connsiteY6-19516" fmla="*/ 5925 h 10000"/>
              <a:gd name="connsiteX7-19517" fmla="*/ 8222 w 10000"/>
              <a:gd name="connsiteY7-19518" fmla="*/ 6608 h 10000"/>
              <a:gd name="connsiteX8-19519" fmla="*/ 7947 w 10000"/>
              <a:gd name="connsiteY8-19520" fmla="*/ 7039 h 10000"/>
              <a:gd name="connsiteX9-19521" fmla="*/ 7335 w 10000"/>
              <a:gd name="connsiteY9-19522" fmla="*/ 7724 h 10000"/>
              <a:gd name="connsiteX10-19523" fmla="*/ 6776 w 10000"/>
              <a:gd name="connsiteY10-19524" fmla="*/ 8411 h 10000"/>
              <a:gd name="connsiteX11-19525" fmla="*/ 6164 w 10000"/>
              <a:gd name="connsiteY11-19526" fmla="*/ 9098 h 10000"/>
              <a:gd name="connsiteX12-19527" fmla="*/ 5613 w 10000"/>
              <a:gd name="connsiteY12-19528" fmla="*/ 9316 h 10000"/>
              <a:gd name="connsiteX13-19529" fmla="*/ 4995 w 10000"/>
              <a:gd name="connsiteY13-19530" fmla="*/ 9743 h 10000"/>
              <a:gd name="connsiteX14-19531" fmla="*/ 4384 w 10000"/>
              <a:gd name="connsiteY14-19532" fmla="*/ 10000 h 10000"/>
              <a:gd name="connsiteX15-19533" fmla="*/ 3829 w 10000"/>
              <a:gd name="connsiteY15-19534" fmla="*/ 10000 h 10000"/>
              <a:gd name="connsiteX16-19535" fmla="*/ 3219 w 10000"/>
              <a:gd name="connsiteY16-19536" fmla="*/ 10000 h 10000"/>
              <a:gd name="connsiteX17-19537" fmla="*/ 3219 w 10000"/>
              <a:gd name="connsiteY17-19538" fmla="*/ 9743 h 10000"/>
              <a:gd name="connsiteX18-19539" fmla="*/ 2937 w 10000"/>
              <a:gd name="connsiteY18-19540" fmla="*/ 9743 h 10000"/>
              <a:gd name="connsiteX19-19541" fmla="*/ 2937 w 10000"/>
              <a:gd name="connsiteY19-19542" fmla="*/ 9526 h 10000"/>
              <a:gd name="connsiteX20-19543" fmla="*/ 2937 w 10000"/>
              <a:gd name="connsiteY20-19544" fmla="*/ 9098 h 10000"/>
              <a:gd name="connsiteX21-19545" fmla="*/ 2937 w 10000"/>
              <a:gd name="connsiteY21-19546" fmla="*/ 8835 h 10000"/>
              <a:gd name="connsiteX22-19547" fmla="*/ 2937 w 10000"/>
              <a:gd name="connsiteY22-19548" fmla="*/ 8625 h 10000"/>
              <a:gd name="connsiteX23-19549" fmla="*/ 2937 w 10000"/>
              <a:gd name="connsiteY23-19550" fmla="*/ 8155 h 10000"/>
              <a:gd name="connsiteX24-19551" fmla="*/ 2937 w 10000"/>
              <a:gd name="connsiteY24-19552" fmla="*/ 7724 h 10000"/>
              <a:gd name="connsiteX25-19553" fmla="*/ 2664 w 10000"/>
              <a:gd name="connsiteY25-19554" fmla="*/ 7253 h 10000"/>
              <a:gd name="connsiteX26-19555" fmla="*/ 2329 w 10000"/>
              <a:gd name="connsiteY26-19556" fmla="*/ 6608 h 10000"/>
              <a:gd name="connsiteX27-19557" fmla="*/ 1775 w 10000"/>
              <a:gd name="connsiteY27-19558" fmla="*/ 5668 h 10000"/>
              <a:gd name="connsiteX28-19559" fmla="*/ 1498 w 10000"/>
              <a:gd name="connsiteY28-19560" fmla="*/ 4770 h 10000"/>
              <a:gd name="connsiteX29-19561" fmla="*/ 607 w 10000"/>
              <a:gd name="connsiteY29-19562" fmla="*/ 3865 h 10000"/>
              <a:gd name="connsiteX30-19563" fmla="*/ 0 w 10000"/>
              <a:gd name="connsiteY30-19564" fmla="*/ 2487 h 10000"/>
              <a:gd name="connsiteX31-19565" fmla="*/ 607 w 10000"/>
              <a:gd name="connsiteY31-19566" fmla="*/ 2961 h 10000"/>
              <a:gd name="connsiteX32-19567" fmla="*/ 1498 w 10000"/>
              <a:gd name="connsiteY32-19568" fmla="*/ 3434 h 10000"/>
              <a:gd name="connsiteX33-19569" fmla="*/ 2051 w 10000"/>
              <a:gd name="connsiteY33-19570" fmla="*/ 3865 h 10000"/>
              <a:gd name="connsiteX34-19571" fmla="*/ 2664 w 10000"/>
              <a:gd name="connsiteY34-19572" fmla="*/ 4078 h 10000"/>
              <a:gd name="connsiteX35-19573" fmla="*/ 3219 w 10000"/>
              <a:gd name="connsiteY35-19574" fmla="*/ 4333 h 10000"/>
              <a:gd name="connsiteX36-19575" fmla="*/ 3559 w 10000"/>
              <a:gd name="connsiteY36-19576" fmla="*/ 4333 h 10000"/>
              <a:gd name="connsiteX37-19577" fmla="*/ 3829 w 10000"/>
              <a:gd name="connsiteY37-19578" fmla="*/ 4550 h 10000"/>
              <a:gd name="connsiteX38-19579" fmla="*/ 4113 w 10000"/>
              <a:gd name="connsiteY38-19580" fmla="*/ 4550 h 10000"/>
              <a:gd name="connsiteX39-19581" fmla="*/ 4384 w 10000"/>
              <a:gd name="connsiteY39-19582" fmla="*/ 4550 h 10000"/>
              <a:gd name="connsiteX40-19583" fmla="*/ 4719 w 10000"/>
              <a:gd name="connsiteY40-19584" fmla="*/ 4550 h 10000"/>
              <a:gd name="connsiteX41-19585" fmla="*/ 4995 w 10000"/>
              <a:gd name="connsiteY41-19586" fmla="*/ 4333 h 10000"/>
              <a:gd name="connsiteX42-19587" fmla="*/ 5281 w 10000"/>
              <a:gd name="connsiteY42-19588" fmla="*/ 4078 h 10000"/>
              <a:gd name="connsiteX43-19589" fmla="*/ 5281 w 10000"/>
              <a:gd name="connsiteY43-19590" fmla="*/ 3865 h 10000"/>
              <a:gd name="connsiteX44-19591" fmla="*/ 5613 w 10000"/>
              <a:gd name="connsiteY44-19592" fmla="*/ 3651 h 10000"/>
              <a:gd name="connsiteX45-19593" fmla="*/ 5883 w 10000"/>
              <a:gd name="connsiteY45-19594" fmla="*/ 2747 h 10000"/>
              <a:gd name="connsiteX46-19595" fmla="*/ 6164 w 10000"/>
              <a:gd name="connsiteY46-19596" fmla="*/ 2276 h 10000"/>
              <a:gd name="connsiteX47-19597" fmla="*/ 6441 w 10000"/>
              <a:gd name="connsiteY47-19598" fmla="*/ 1590 h 10000"/>
              <a:gd name="connsiteX48-19599" fmla="*/ 6776 w 10000"/>
              <a:gd name="connsiteY48-19600" fmla="*/ 900 h 10000"/>
              <a:gd name="connsiteX49-19601" fmla="*/ 6776 w 10000"/>
              <a:gd name="connsiteY49-19602" fmla="*/ 0 h 10000"/>
              <a:gd name="connsiteX0-19603" fmla="*/ 10000 w 10000"/>
              <a:gd name="connsiteY0-19604" fmla="*/ 1158 h 10000"/>
              <a:gd name="connsiteX1-19605" fmla="*/ 9723 w 10000"/>
              <a:gd name="connsiteY1-19606" fmla="*/ 2060 h 10000"/>
              <a:gd name="connsiteX2-19607" fmla="*/ 9395 w 10000"/>
              <a:gd name="connsiteY2-19608" fmla="*/ 2961 h 10000"/>
              <a:gd name="connsiteX3-19609" fmla="*/ 9116 w 10000"/>
              <a:gd name="connsiteY3-19610" fmla="*/ 3865 h 10000"/>
              <a:gd name="connsiteX4-19611" fmla="*/ 8834 w 10000"/>
              <a:gd name="connsiteY4-19612" fmla="*/ 4770 h 10000"/>
              <a:gd name="connsiteX5-19613" fmla="*/ 8497 w 10000"/>
              <a:gd name="connsiteY5-19614" fmla="*/ 5454 h 10000"/>
              <a:gd name="connsiteX6-19615" fmla="*/ 8497 w 10000"/>
              <a:gd name="connsiteY6-19616" fmla="*/ 5925 h 10000"/>
              <a:gd name="connsiteX7-19617" fmla="*/ 8222 w 10000"/>
              <a:gd name="connsiteY7-19618" fmla="*/ 6608 h 10000"/>
              <a:gd name="connsiteX8-19619" fmla="*/ 7947 w 10000"/>
              <a:gd name="connsiteY8-19620" fmla="*/ 7039 h 10000"/>
              <a:gd name="connsiteX9-19621" fmla="*/ 7335 w 10000"/>
              <a:gd name="connsiteY9-19622" fmla="*/ 7724 h 10000"/>
              <a:gd name="connsiteX10-19623" fmla="*/ 6776 w 10000"/>
              <a:gd name="connsiteY10-19624" fmla="*/ 8411 h 10000"/>
              <a:gd name="connsiteX11-19625" fmla="*/ 6164 w 10000"/>
              <a:gd name="connsiteY11-19626" fmla="*/ 9098 h 10000"/>
              <a:gd name="connsiteX12-19627" fmla="*/ 5613 w 10000"/>
              <a:gd name="connsiteY12-19628" fmla="*/ 9316 h 10000"/>
              <a:gd name="connsiteX13-19629" fmla="*/ 4995 w 10000"/>
              <a:gd name="connsiteY13-19630" fmla="*/ 9743 h 10000"/>
              <a:gd name="connsiteX14-19631" fmla="*/ 4384 w 10000"/>
              <a:gd name="connsiteY14-19632" fmla="*/ 10000 h 10000"/>
              <a:gd name="connsiteX15-19633" fmla="*/ 3829 w 10000"/>
              <a:gd name="connsiteY15-19634" fmla="*/ 10000 h 10000"/>
              <a:gd name="connsiteX16-19635" fmla="*/ 3219 w 10000"/>
              <a:gd name="connsiteY16-19636" fmla="*/ 10000 h 10000"/>
              <a:gd name="connsiteX17-19637" fmla="*/ 3219 w 10000"/>
              <a:gd name="connsiteY17-19638" fmla="*/ 9743 h 10000"/>
              <a:gd name="connsiteX18-19639" fmla="*/ 2937 w 10000"/>
              <a:gd name="connsiteY18-19640" fmla="*/ 9743 h 10000"/>
              <a:gd name="connsiteX19-19641" fmla="*/ 2937 w 10000"/>
              <a:gd name="connsiteY19-19642" fmla="*/ 9526 h 10000"/>
              <a:gd name="connsiteX20-19643" fmla="*/ 2937 w 10000"/>
              <a:gd name="connsiteY20-19644" fmla="*/ 9098 h 10000"/>
              <a:gd name="connsiteX21-19645" fmla="*/ 2937 w 10000"/>
              <a:gd name="connsiteY21-19646" fmla="*/ 8835 h 10000"/>
              <a:gd name="connsiteX22-19647" fmla="*/ 2937 w 10000"/>
              <a:gd name="connsiteY22-19648" fmla="*/ 8625 h 10000"/>
              <a:gd name="connsiteX23-19649" fmla="*/ 2937 w 10000"/>
              <a:gd name="connsiteY23-19650" fmla="*/ 8155 h 10000"/>
              <a:gd name="connsiteX24-19651" fmla="*/ 2937 w 10000"/>
              <a:gd name="connsiteY24-19652" fmla="*/ 7724 h 10000"/>
              <a:gd name="connsiteX25-19653" fmla="*/ 2664 w 10000"/>
              <a:gd name="connsiteY25-19654" fmla="*/ 7253 h 10000"/>
              <a:gd name="connsiteX26-19655" fmla="*/ 2329 w 10000"/>
              <a:gd name="connsiteY26-19656" fmla="*/ 6608 h 10000"/>
              <a:gd name="connsiteX27-19657" fmla="*/ 1775 w 10000"/>
              <a:gd name="connsiteY27-19658" fmla="*/ 5668 h 10000"/>
              <a:gd name="connsiteX28-19659" fmla="*/ 1498 w 10000"/>
              <a:gd name="connsiteY28-19660" fmla="*/ 4770 h 10000"/>
              <a:gd name="connsiteX29-19661" fmla="*/ 607 w 10000"/>
              <a:gd name="connsiteY29-19662" fmla="*/ 3865 h 10000"/>
              <a:gd name="connsiteX30-19663" fmla="*/ 0 w 10000"/>
              <a:gd name="connsiteY30-19664" fmla="*/ 2487 h 10000"/>
              <a:gd name="connsiteX31-19665" fmla="*/ 607 w 10000"/>
              <a:gd name="connsiteY31-19666" fmla="*/ 2961 h 10000"/>
              <a:gd name="connsiteX32-19667" fmla="*/ 1498 w 10000"/>
              <a:gd name="connsiteY32-19668" fmla="*/ 3434 h 10000"/>
              <a:gd name="connsiteX33-19669" fmla="*/ 2051 w 10000"/>
              <a:gd name="connsiteY33-19670" fmla="*/ 3865 h 10000"/>
              <a:gd name="connsiteX34-19671" fmla="*/ 2664 w 10000"/>
              <a:gd name="connsiteY34-19672" fmla="*/ 4078 h 10000"/>
              <a:gd name="connsiteX35-19673" fmla="*/ 3219 w 10000"/>
              <a:gd name="connsiteY35-19674" fmla="*/ 4333 h 10000"/>
              <a:gd name="connsiteX36-19675" fmla="*/ 3559 w 10000"/>
              <a:gd name="connsiteY36-19676" fmla="*/ 4333 h 10000"/>
              <a:gd name="connsiteX37-19677" fmla="*/ 3829 w 10000"/>
              <a:gd name="connsiteY37-19678" fmla="*/ 4550 h 10000"/>
              <a:gd name="connsiteX38-19679" fmla="*/ 4113 w 10000"/>
              <a:gd name="connsiteY38-19680" fmla="*/ 4550 h 10000"/>
              <a:gd name="connsiteX39-19681" fmla="*/ 4384 w 10000"/>
              <a:gd name="connsiteY39-19682" fmla="*/ 4550 h 10000"/>
              <a:gd name="connsiteX40-19683" fmla="*/ 4719 w 10000"/>
              <a:gd name="connsiteY40-19684" fmla="*/ 4550 h 10000"/>
              <a:gd name="connsiteX41-19685" fmla="*/ 4995 w 10000"/>
              <a:gd name="connsiteY41-19686" fmla="*/ 4333 h 10000"/>
              <a:gd name="connsiteX42-19687" fmla="*/ 5281 w 10000"/>
              <a:gd name="connsiteY42-19688" fmla="*/ 4078 h 10000"/>
              <a:gd name="connsiteX43-19689" fmla="*/ 5281 w 10000"/>
              <a:gd name="connsiteY43-19690" fmla="*/ 3865 h 10000"/>
              <a:gd name="connsiteX44-19691" fmla="*/ 5613 w 10000"/>
              <a:gd name="connsiteY44-19692" fmla="*/ 3651 h 10000"/>
              <a:gd name="connsiteX45-19693" fmla="*/ 6164 w 10000"/>
              <a:gd name="connsiteY45-19694" fmla="*/ 2276 h 10000"/>
              <a:gd name="connsiteX46-19695" fmla="*/ 6441 w 10000"/>
              <a:gd name="connsiteY46-19696" fmla="*/ 1590 h 10000"/>
              <a:gd name="connsiteX47-19697" fmla="*/ 6776 w 10000"/>
              <a:gd name="connsiteY47-19698" fmla="*/ 900 h 10000"/>
              <a:gd name="connsiteX48-19699" fmla="*/ 6776 w 10000"/>
              <a:gd name="connsiteY48-19700" fmla="*/ 0 h 10000"/>
              <a:gd name="connsiteX0-19701" fmla="*/ 10000 w 10000"/>
              <a:gd name="connsiteY0-19702" fmla="*/ 1158 h 10000"/>
              <a:gd name="connsiteX1-19703" fmla="*/ 9723 w 10000"/>
              <a:gd name="connsiteY1-19704" fmla="*/ 2060 h 10000"/>
              <a:gd name="connsiteX2-19705" fmla="*/ 9395 w 10000"/>
              <a:gd name="connsiteY2-19706" fmla="*/ 2961 h 10000"/>
              <a:gd name="connsiteX3-19707" fmla="*/ 9116 w 10000"/>
              <a:gd name="connsiteY3-19708" fmla="*/ 3865 h 10000"/>
              <a:gd name="connsiteX4-19709" fmla="*/ 8834 w 10000"/>
              <a:gd name="connsiteY4-19710" fmla="*/ 4770 h 10000"/>
              <a:gd name="connsiteX5-19711" fmla="*/ 8497 w 10000"/>
              <a:gd name="connsiteY5-19712" fmla="*/ 5454 h 10000"/>
              <a:gd name="connsiteX6-19713" fmla="*/ 8497 w 10000"/>
              <a:gd name="connsiteY6-19714" fmla="*/ 5925 h 10000"/>
              <a:gd name="connsiteX7-19715" fmla="*/ 8222 w 10000"/>
              <a:gd name="connsiteY7-19716" fmla="*/ 6608 h 10000"/>
              <a:gd name="connsiteX8-19717" fmla="*/ 7947 w 10000"/>
              <a:gd name="connsiteY8-19718" fmla="*/ 7039 h 10000"/>
              <a:gd name="connsiteX9-19719" fmla="*/ 7335 w 10000"/>
              <a:gd name="connsiteY9-19720" fmla="*/ 7724 h 10000"/>
              <a:gd name="connsiteX10-19721" fmla="*/ 6776 w 10000"/>
              <a:gd name="connsiteY10-19722" fmla="*/ 8411 h 10000"/>
              <a:gd name="connsiteX11-19723" fmla="*/ 6164 w 10000"/>
              <a:gd name="connsiteY11-19724" fmla="*/ 9098 h 10000"/>
              <a:gd name="connsiteX12-19725" fmla="*/ 5613 w 10000"/>
              <a:gd name="connsiteY12-19726" fmla="*/ 9316 h 10000"/>
              <a:gd name="connsiteX13-19727" fmla="*/ 4995 w 10000"/>
              <a:gd name="connsiteY13-19728" fmla="*/ 9743 h 10000"/>
              <a:gd name="connsiteX14-19729" fmla="*/ 4384 w 10000"/>
              <a:gd name="connsiteY14-19730" fmla="*/ 10000 h 10000"/>
              <a:gd name="connsiteX15-19731" fmla="*/ 3829 w 10000"/>
              <a:gd name="connsiteY15-19732" fmla="*/ 10000 h 10000"/>
              <a:gd name="connsiteX16-19733" fmla="*/ 3219 w 10000"/>
              <a:gd name="connsiteY16-19734" fmla="*/ 10000 h 10000"/>
              <a:gd name="connsiteX17-19735" fmla="*/ 3219 w 10000"/>
              <a:gd name="connsiteY17-19736" fmla="*/ 9743 h 10000"/>
              <a:gd name="connsiteX18-19737" fmla="*/ 2937 w 10000"/>
              <a:gd name="connsiteY18-19738" fmla="*/ 9743 h 10000"/>
              <a:gd name="connsiteX19-19739" fmla="*/ 2937 w 10000"/>
              <a:gd name="connsiteY19-19740" fmla="*/ 9526 h 10000"/>
              <a:gd name="connsiteX20-19741" fmla="*/ 2937 w 10000"/>
              <a:gd name="connsiteY20-19742" fmla="*/ 9098 h 10000"/>
              <a:gd name="connsiteX21-19743" fmla="*/ 2937 w 10000"/>
              <a:gd name="connsiteY21-19744" fmla="*/ 8835 h 10000"/>
              <a:gd name="connsiteX22-19745" fmla="*/ 2937 w 10000"/>
              <a:gd name="connsiteY22-19746" fmla="*/ 8625 h 10000"/>
              <a:gd name="connsiteX23-19747" fmla="*/ 2937 w 10000"/>
              <a:gd name="connsiteY23-19748" fmla="*/ 8155 h 10000"/>
              <a:gd name="connsiteX24-19749" fmla="*/ 2937 w 10000"/>
              <a:gd name="connsiteY24-19750" fmla="*/ 7724 h 10000"/>
              <a:gd name="connsiteX25-19751" fmla="*/ 2664 w 10000"/>
              <a:gd name="connsiteY25-19752" fmla="*/ 7253 h 10000"/>
              <a:gd name="connsiteX26-19753" fmla="*/ 2329 w 10000"/>
              <a:gd name="connsiteY26-19754" fmla="*/ 6608 h 10000"/>
              <a:gd name="connsiteX27-19755" fmla="*/ 1775 w 10000"/>
              <a:gd name="connsiteY27-19756" fmla="*/ 5668 h 10000"/>
              <a:gd name="connsiteX28-19757" fmla="*/ 1498 w 10000"/>
              <a:gd name="connsiteY28-19758" fmla="*/ 4770 h 10000"/>
              <a:gd name="connsiteX29-19759" fmla="*/ 607 w 10000"/>
              <a:gd name="connsiteY29-19760" fmla="*/ 3865 h 10000"/>
              <a:gd name="connsiteX30-19761" fmla="*/ 0 w 10000"/>
              <a:gd name="connsiteY30-19762" fmla="*/ 2487 h 10000"/>
              <a:gd name="connsiteX31-19763" fmla="*/ 607 w 10000"/>
              <a:gd name="connsiteY31-19764" fmla="*/ 2961 h 10000"/>
              <a:gd name="connsiteX32-19765" fmla="*/ 1498 w 10000"/>
              <a:gd name="connsiteY32-19766" fmla="*/ 3434 h 10000"/>
              <a:gd name="connsiteX33-19767" fmla="*/ 2051 w 10000"/>
              <a:gd name="connsiteY33-19768" fmla="*/ 3865 h 10000"/>
              <a:gd name="connsiteX34-19769" fmla="*/ 2664 w 10000"/>
              <a:gd name="connsiteY34-19770" fmla="*/ 4078 h 10000"/>
              <a:gd name="connsiteX35-19771" fmla="*/ 3219 w 10000"/>
              <a:gd name="connsiteY35-19772" fmla="*/ 4333 h 10000"/>
              <a:gd name="connsiteX36-19773" fmla="*/ 3559 w 10000"/>
              <a:gd name="connsiteY36-19774" fmla="*/ 4333 h 10000"/>
              <a:gd name="connsiteX37-19775" fmla="*/ 3829 w 10000"/>
              <a:gd name="connsiteY37-19776" fmla="*/ 4550 h 10000"/>
              <a:gd name="connsiteX38-19777" fmla="*/ 4113 w 10000"/>
              <a:gd name="connsiteY38-19778" fmla="*/ 4550 h 10000"/>
              <a:gd name="connsiteX39-19779" fmla="*/ 4384 w 10000"/>
              <a:gd name="connsiteY39-19780" fmla="*/ 4550 h 10000"/>
              <a:gd name="connsiteX40-19781" fmla="*/ 4719 w 10000"/>
              <a:gd name="connsiteY40-19782" fmla="*/ 4550 h 10000"/>
              <a:gd name="connsiteX41-19783" fmla="*/ 4995 w 10000"/>
              <a:gd name="connsiteY41-19784" fmla="*/ 4333 h 10000"/>
              <a:gd name="connsiteX42-19785" fmla="*/ 5281 w 10000"/>
              <a:gd name="connsiteY42-19786" fmla="*/ 4078 h 10000"/>
              <a:gd name="connsiteX43-19787" fmla="*/ 5281 w 10000"/>
              <a:gd name="connsiteY43-19788" fmla="*/ 3865 h 10000"/>
              <a:gd name="connsiteX44-19789" fmla="*/ 5613 w 10000"/>
              <a:gd name="connsiteY44-19790" fmla="*/ 3651 h 10000"/>
              <a:gd name="connsiteX45-19791" fmla="*/ 6441 w 10000"/>
              <a:gd name="connsiteY45-19792" fmla="*/ 1590 h 10000"/>
              <a:gd name="connsiteX46-19793" fmla="*/ 6776 w 10000"/>
              <a:gd name="connsiteY46-19794" fmla="*/ 900 h 10000"/>
              <a:gd name="connsiteX47-19795" fmla="*/ 6776 w 10000"/>
              <a:gd name="connsiteY47-19796" fmla="*/ 0 h 10000"/>
              <a:gd name="connsiteX0-19797" fmla="*/ 10000 w 10000"/>
              <a:gd name="connsiteY0-19798" fmla="*/ 1158 h 10000"/>
              <a:gd name="connsiteX1-19799" fmla="*/ 9723 w 10000"/>
              <a:gd name="connsiteY1-19800" fmla="*/ 2060 h 10000"/>
              <a:gd name="connsiteX2-19801" fmla="*/ 9395 w 10000"/>
              <a:gd name="connsiteY2-19802" fmla="*/ 2961 h 10000"/>
              <a:gd name="connsiteX3-19803" fmla="*/ 9116 w 10000"/>
              <a:gd name="connsiteY3-19804" fmla="*/ 3865 h 10000"/>
              <a:gd name="connsiteX4-19805" fmla="*/ 8834 w 10000"/>
              <a:gd name="connsiteY4-19806" fmla="*/ 4770 h 10000"/>
              <a:gd name="connsiteX5-19807" fmla="*/ 8497 w 10000"/>
              <a:gd name="connsiteY5-19808" fmla="*/ 5454 h 10000"/>
              <a:gd name="connsiteX6-19809" fmla="*/ 8497 w 10000"/>
              <a:gd name="connsiteY6-19810" fmla="*/ 5925 h 10000"/>
              <a:gd name="connsiteX7-19811" fmla="*/ 8222 w 10000"/>
              <a:gd name="connsiteY7-19812" fmla="*/ 6608 h 10000"/>
              <a:gd name="connsiteX8-19813" fmla="*/ 7947 w 10000"/>
              <a:gd name="connsiteY8-19814" fmla="*/ 7039 h 10000"/>
              <a:gd name="connsiteX9-19815" fmla="*/ 7335 w 10000"/>
              <a:gd name="connsiteY9-19816" fmla="*/ 7724 h 10000"/>
              <a:gd name="connsiteX10-19817" fmla="*/ 6776 w 10000"/>
              <a:gd name="connsiteY10-19818" fmla="*/ 8411 h 10000"/>
              <a:gd name="connsiteX11-19819" fmla="*/ 6164 w 10000"/>
              <a:gd name="connsiteY11-19820" fmla="*/ 9098 h 10000"/>
              <a:gd name="connsiteX12-19821" fmla="*/ 5613 w 10000"/>
              <a:gd name="connsiteY12-19822" fmla="*/ 9316 h 10000"/>
              <a:gd name="connsiteX13-19823" fmla="*/ 4995 w 10000"/>
              <a:gd name="connsiteY13-19824" fmla="*/ 9743 h 10000"/>
              <a:gd name="connsiteX14-19825" fmla="*/ 4384 w 10000"/>
              <a:gd name="connsiteY14-19826" fmla="*/ 10000 h 10000"/>
              <a:gd name="connsiteX15-19827" fmla="*/ 3829 w 10000"/>
              <a:gd name="connsiteY15-19828" fmla="*/ 10000 h 10000"/>
              <a:gd name="connsiteX16-19829" fmla="*/ 3219 w 10000"/>
              <a:gd name="connsiteY16-19830" fmla="*/ 10000 h 10000"/>
              <a:gd name="connsiteX17-19831" fmla="*/ 3219 w 10000"/>
              <a:gd name="connsiteY17-19832" fmla="*/ 9743 h 10000"/>
              <a:gd name="connsiteX18-19833" fmla="*/ 2937 w 10000"/>
              <a:gd name="connsiteY18-19834" fmla="*/ 9743 h 10000"/>
              <a:gd name="connsiteX19-19835" fmla="*/ 2937 w 10000"/>
              <a:gd name="connsiteY19-19836" fmla="*/ 9526 h 10000"/>
              <a:gd name="connsiteX20-19837" fmla="*/ 2937 w 10000"/>
              <a:gd name="connsiteY20-19838" fmla="*/ 9098 h 10000"/>
              <a:gd name="connsiteX21-19839" fmla="*/ 2937 w 10000"/>
              <a:gd name="connsiteY21-19840" fmla="*/ 8835 h 10000"/>
              <a:gd name="connsiteX22-19841" fmla="*/ 2937 w 10000"/>
              <a:gd name="connsiteY22-19842" fmla="*/ 8625 h 10000"/>
              <a:gd name="connsiteX23-19843" fmla="*/ 2937 w 10000"/>
              <a:gd name="connsiteY23-19844" fmla="*/ 8155 h 10000"/>
              <a:gd name="connsiteX24-19845" fmla="*/ 2937 w 10000"/>
              <a:gd name="connsiteY24-19846" fmla="*/ 7724 h 10000"/>
              <a:gd name="connsiteX25-19847" fmla="*/ 2664 w 10000"/>
              <a:gd name="connsiteY25-19848" fmla="*/ 7253 h 10000"/>
              <a:gd name="connsiteX26-19849" fmla="*/ 2329 w 10000"/>
              <a:gd name="connsiteY26-19850" fmla="*/ 6608 h 10000"/>
              <a:gd name="connsiteX27-19851" fmla="*/ 1775 w 10000"/>
              <a:gd name="connsiteY27-19852" fmla="*/ 5668 h 10000"/>
              <a:gd name="connsiteX28-19853" fmla="*/ 1498 w 10000"/>
              <a:gd name="connsiteY28-19854" fmla="*/ 4770 h 10000"/>
              <a:gd name="connsiteX29-19855" fmla="*/ 607 w 10000"/>
              <a:gd name="connsiteY29-19856" fmla="*/ 3865 h 10000"/>
              <a:gd name="connsiteX30-19857" fmla="*/ 0 w 10000"/>
              <a:gd name="connsiteY30-19858" fmla="*/ 2487 h 10000"/>
              <a:gd name="connsiteX31-19859" fmla="*/ 607 w 10000"/>
              <a:gd name="connsiteY31-19860" fmla="*/ 2961 h 10000"/>
              <a:gd name="connsiteX32-19861" fmla="*/ 1498 w 10000"/>
              <a:gd name="connsiteY32-19862" fmla="*/ 3434 h 10000"/>
              <a:gd name="connsiteX33-19863" fmla="*/ 2051 w 10000"/>
              <a:gd name="connsiteY33-19864" fmla="*/ 3865 h 10000"/>
              <a:gd name="connsiteX34-19865" fmla="*/ 2664 w 10000"/>
              <a:gd name="connsiteY34-19866" fmla="*/ 4078 h 10000"/>
              <a:gd name="connsiteX35-19867" fmla="*/ 3219 w 10000"/>
              <a:gd name="connsiteY35-19868" fmla="*/ 4333 h 10000"/>
              <a:gd name="connsiteX36-19869" fmla="*/ 3559 w 10000"/>
              <a:gd name="connsiteY36-19870" fmla="*/ 4333 h 10000"/>
              <a:gd name="connsiteX37-19871" fmla="*/ 3829 w 10000"/>
              <a:gd name="connsiteY37-19872" fmla="*/ 4550 h 10000"/>
              <a:gd name="connsiteX38-19873" fmla="*/ 4113 w 10000"/>
              <a:gd name="connsiteY38-19874" fmla="*/ 4550 h 10000"/>
              <a:gd name="connsiteX39-19875" fmla="*/ 4384 w 10000"/>
              <a:gd name="connsiteY39-19876" fmla="*/ 4550 h 10000"/>
              <a:gd name="connsiteX40-19877" fmla="*/ 4719 w 10000"/>
              <a:gd name="connsiteY40-19878" fmla="*/ 4550 h 10000"/>
              <a:gd name="connsiteX41-19879" fmla="*/ 4995 w 10000"/>
              <a:gd name="connsiteY41-19880" fmla="*/ 4333 h 10000"/>
              <a:gd name="connsiteX42-19881" fmla="*/ 5281 w 10000"/>
              <a:gd name="connsiteY42-19882" fmla="*/ 4078 h 10000"/>
              <a:gd name="connsiteX43-19883" fmla="*/ 5281 w 10000"/>
              <a:gd name="connsiteY43-19884" fmla="*/ 3865 h 10000"/>
              <a:gd name="connsiteX44-19885" fmla="*/ 5613 w 10000"/>
              <a:gd name="connsiteY44-19886" fmla="*/ 3651 h 10000"/>
              <a:gd name="connsiteX45-19887" fmla="*/ 6776 w 10000"/>
              <a:gd name="connsiteY45-19888" fmla="*/ 900 h 10000"/>
              <a:gd name="connsiteX46-19889" fmla="*/ 6776 w 10000"/>
              <a:gd name="connsiteY46-19890" fmla="*/ 0 h 10000"/>
              <a:gd name="connsiteX0-19891" fmla="*/ 10000 w 10000"/>
              <a:gd name="connsiteY0-19892" fmla="*/ 1158 h 10000"/>
              <a:gd name="connsiteX1-19893" fmla="*/ 9723 w 10000"/>
              <a:gd name="connsiteY1-19894" fmla="*/ 2060 h 10000"/>
              <a:gd name="connsiteX2-19895" fmla="*/ 9395 w 10000"/>
              <a:gd name="connsiteY2-19896" fmla="*/ 2961 h 10000"/>
              <a:gd name="connsiteX3-19897" fmla="*/ 9116 w 10000"/>
              <a:gd name="connsiteY3-19898" fmla="*/ 3865 h 10000"/>
              <a:gd name="connsiteX4-19899" fmla="*/ 8834 w 10000"/>
              <a:gd name="connsiteY4-19900" fmla="*/ 4770 h 10000"/>
              <a:gd name="connsiteX5-19901" fmla="*/ 8497 w 10000"/>
              <a:gd name="connsiteY5-19902" fmla="*/ 5454 h 10000"/>
              <a:gd name="connsiteX6-19903" fmla="*/ 8497 w 10000"/>
              <a:gd name="connsiteY6-19904" fmla="*/ 5925 h 10000"/>
              <a:gd name="connsiteX7-19905" fmla="*/ 8222 w 10000"/>
              <a:gd name="connsiteY7-19906" fmla="*/ 6608 h 10000"/>
              <a:gd name="connsiteX8-19907" fmla="*/ 7947 w 10000"/>
              <a:gd name="connsiteY8-19908" fmla="*/ 7039 h 10000"/>
              <a:gd name="connsiteX9-19909" fmla="*/ 7335 w 10000"/>
              <a:gd name="connsiteY9-19910" fmla="*/ 7724 h 10000"/>
              <a:gd name="connsiteX10-19911" fmla="*/ 6776 w 10000"/>
              <a:gd name="connsiteY10-19912" fmla="*/ 8411 h 10000"/>
              <a:gd name="connsiteX11-19913" fmla="*/ 6164 w 10000"/>
              <a:gd name="connsiteY11-19914" fmla="*/ 9098 h 10000"/>
              <a:gd name="connsiteX12-19915" fmla="*/ 5613 w 10000"/>
              <a:gd name="connsiteY12-19916" fmla="*/ 9316 h 10000"/>
              <a:gd name="connsiteX13-19917" fmla="*/ 4995 w 10000"/>
              <a:gd name="connsiteY13-19918" fmla="*/ 9743 h 10000"/>
              <a:gd name="connsiteX14-19919" fmla="*/ 4384 w 10000"/>
              <a:gd name="connsiteY14-19920" fmla="*/ 10000 h 10000"/>
              <a:gd name="connsiteX15-19921" fmla="*/ 3829 w 10000"/>
              <a:gd name="connsiteY15-19922" fmla="*/ 10000 h 10000"/>
              <a:gd name="connsiteX16-19923" fmla="*/ 3219 w 10000"/>
              <a:gd name="connsiteY16-19924" fmla="*/ 10000 h 10000"/>
              <a:gd name="connsiteX17-19925" fmla="*/ 3219 w 10000"/>
              <a:gd name="connsiteY17-19926" fmla="*/ 9743 h 10000"/>
              <a:gd name="connsiteX18-19927" fmla="*/ 2937 w 10000"/>
              <a:gd name="connsiteY18-19928" fmla="*/ 9743 h 10000"/>
              <a:gd name="connsiteX19-19929" fmla="*/ 2937 w 10000"/>
              <a:gd name="connsiteY19-19930" fmla="*/ 9526 h 10000"/>
              <a:gd name="connsiteX20-19931" fmla="*/ 2937 w 10000"/>
              <a:gd name="connsiteY20-19932" fmla="*/ 9098 h 10000"/>
              <a:gd name="connsiteX21-19933" fmla="*/ 2937 w 10000"/>
              <a:gd name="connsiteY21-19934" fmla="*/ 8835 h 10000"/>
              <a:gd name="connsiteX22-19935" fmla="*/ 2937 w 10000"/>
              <a:gd name="connsiteY22-19936" fmla="*/ 8625 h 10000"/>
              <a:gd name="connsiteX23-19937" fmla="*/ 2937 w 10000"/>
              <a:gd name="connsiteY23-19938" fmla="*/ 8155 h 10000"/>
              <a:gd name="connsiteX24-19939" fmla="*/ 2937 w 10000"/>
              <a:gd name="connsiteY24-19940" fmla="*/ 7724 h 10000"/>
              <a:gd name="connsiteX25-19941" fmla="*/ 2664 w 10000"/>
              <a:gd name="connsiteY25-19942" fmla="*/ 7253 h 10000"/>
              <a:gd name="connsiteX26-19943" fmla="*/ 2329 w 10000"/>
              <a:gd name="connsiteY26-19944" fmla="*/ 6608 h 10000"/>
              <a:gd name="connsiteX27-19945" fmla="*/ 1775 w 10000"/>
              <a:gd name="connsiteY27-19946" fmla="*/ 5668 h 10000"/>
              <a:gd name="connsiteX28-19947" fmla="*/ 1498 w 10000"/>
              <a:gd name="connsiteY28-19948" fmla="*/ 4770 h 10000"/>
              <a:gd name="connsiteX29-19949" fmla="*/ 607 w 10000"/>
              <a:gd name="connsiteY29-19950" fmla="*/ 3865 h 10000"/>
              <a:gd name="connsiteX30-19951" fmla="*/ 0 w 10000"/>
              <a:gd name="connsiteY30-19952" fmla="*/ 2487 h 10000"/>
              <a:gd name="connsiteX31-19953" fmla="*/ 607 w 10000"/>
              <a:gd name="connsiteY31-19954" fmla="*/ 2961 h 10000"/>
              <a:gd name="connsiteX32-19955" fmla="*/ 1498 w 10000"/>
              <a:gd name="connsiteY32-19956" fmla="*/ 3434 h 10000"/>
              <a:gd name="connsiteX33-19957" fmla="*/ 2051 w 10000"/>
              <a:gd name="connsiteY33-19958" fmla="*/ 3865 h 10000"/>
              <a:gd name="connsiteX34-19959" fmla="*/ 2664 w 10000"/>
              <a:gd name="connsiteY34-19960" fmla="*/ 4078 h 10000"/>
              <a:gd name="connsiteX35-19961" fmla="*/ 3219 w 10000"/>
              <a:gd name="connsiteY35-19962" fmla="*/ 4333 h 10000"/>
              <a:gd name="connsiteX36-19963" fmla="*/ 3559 w 10000"/>
              <a:gd name="connsiteY36-19964" fmla="*/ 4333 h 10000"/>
              <a:gd name="connsiteX37-19965" fmla="*/ 3829 w 10000"/>
              <a:gd name="connsiteY37-19966" fmla="*/ 4550 h 10000"/>
              <a:gd name="connsiteX38-19967" fmla="*/ 4113 w 10000"/>
              <a:gd name="connsiteY38-19968" fmla="*/ 4550 h 10000"/>
              <a:gd name="connsiteX39-19969" fmla="*/ 4384 w 10000"/>
              <a:gd name="connsiteY39-19970" fmla="*/ 4550 h 10000"/>
              <a:gd name="connsiteX40-19971" fmla="*/ 4719 w 10000"/>
              <a:gd name="connsiteY40-19972" fmla="*/ 4550 h 10000"/>
              <a:gd name="connsiteX41-19973" fmla="*/ 4995 w 10000"/>
              <a:gd name="connsiteY41-19974" fmla="*/ 4333 h 10000"/>
              <a:gd name="connsiteX42-19975" fmla="*/ 5281 w 10000"/>
              <a:gd name="connsiteY42-19976" fmla="*/ 4078 h 10000"/>
              <a:gd name="connsiteX43-19977" fmla="*/ 5281 w 10000"/>
              <a:gd name="connsiteY43-19978" fmla="*/ 3865 h 10000"/>
              <a:gd name="connsiteX44-19979" fmla="*/ 5613 w 10000"/>
              <a:gd name="connsiteY44-19980" fmla="*/ 3651 h 10000"/>
              <a:gd name="connsiteX45-19981" fmla="*/ 6776 w 10000"/>
              <a:gd name="connsiteY45-19982" fmla="*/ 0 h 10000"/>
              <a:gd name="connsiteX0-19983" fmla="*/ 10000 w 10000"/>
              <a:gd name="connsiteY0-19984" fmla="*/ 0 h 8842"/>
              <a:gd name="connsiteX1-19985" fmla="*/ 9723 w 10000"/>
              <a:gd name="connsiteY1-19986" fmla="*/ 902 h 8842"/>
              <a:gd name="connsiteX2-19987" fmla="*/ 9395 w 10000"/>
              <a:gd name="connsiteY2-19988" fmla="*/ 1803 h 8842"/>
              <a:gd name="connsiteX3-19989" fmla="*/ 9116 w 10000"/>
              <a:gd name="connsiteY3-19990" fmla="*/ 2707 h 8842"/>
              <a:gd name="connsiteX4-19991" fmla="*/ 8834 w 10000"/>
              <a:gd name="connsiteY4-19992" fmla="*/ 3612 h 8842"/>
              <a:gd name="connsiteX5-19993" fmla="*/ 8497 w 10000"/>
              <a:gd name="connsiteY5-19994" fmla="*/ 4296 h 8842"/>
              <a:gd name="connsiteX6-19995" fmla="*/ 8497 w 10000"/>
              <a:gd name="connsiteY6-19996" fmla="*/ 4767 h 8842"/>
              <a:gd name="connsiteX7-19997" fmla="*/ 8222 w 10000"/>
              <a:gd name="connsiteY7-19998" fmla="*/ 5450 h 8842"/>
              <a:gd name="connsiteX8-19999" fmla="*/ 7947 w 10000"/>
              <a:gd name="connsiteY8-20000" fmla="*/ 5881 h 8842"/>
              <a:gd name="connsiteX9-20001" fmla="*/ 7335 w 10000"/>
              <a:gd name="connsiteY9-20002" fmla="*/ 6566 h 8842"/>
              <a:gd name="connsiteX10-20003" fmla="*/ 6776 w 10000"/>
              <a:gd name="connsiteY10-20004" fmla="*/ 7253 h 8842"/>
              <a:gd name="connsiteX11-20005" fmla="*/ 6164 w 10000"/>
              <a:gd name="connsiteY11-20006" fmla="*/ 7940 h 8842"/>
              <a:gd name="connsiteX12-20007" fmla="*/ 5613 w 10000"/>
              <a:gd name="connsiteY12-20008" fmla="*/ 8158 h 8842"/>
              <a:gd name="connsiteX13-20009" fmla="*/ 4995 w 10000"/>
              <a:gd name="connsiteY13-20010" fmla="*/ 8585 h 8842"/>
              <a:gd name="connsiteX14-20011" fmla="*/ 4384 w 10000"/>
              <a:gd name="connsiteY14-20012" fmla="*/ 8842 h 8842"/>
              <a:gd name="connsiteX15-20013" fmla="*/ 3829 w 10000"/>
              <a:gd name="connsiteY15-20014" fmla="*/ 8842 h 8842"/>
              <a:gd name="connsiteX16-20015" fmla="*/ 3219 w 10000"/>
              <a:gd name="connsiteY16-20016" fmla="*/ 8842 h 8842"/>
              <a:gd name="connsiteX17-20017" fmla="*/ 3219 w 10000"/>
              <a:gd name="connsiteY17-20018" fmla="*/ 8585 h 8842"/>
              <a:gd name="connsiteX18-20019" fmla="*/ 2937 w 10000"/>
              <a:gd name="connsiteY18-20020" fmla="*/ 8585 h 8842"/>
              <a:gd name="connsiteX19-20021" fmla="*/ 2937 w 10000"/>
              <a:gd name="connsiteY19-20022" fmla="*/ 8368 h 8842"/>
              <a:gd name="connsiteX20-20023" fmla="*/ 2937 w 10000"/>
              <a:gd name="connsiteY20-20024" fmla="*/ 7940 h 8842"/>
              <a:gd name="connsiteX21-20025" fmla="*/ 2937 w 10000"/>
              <a:gd name="connsiteY21-20026" fmla="*/ 7677 h 8842"/>
              <a:gd name="connsiteX22-20027" fmla="*/ 2937 w 10000"/>
              <a:gd name="connsiteY22-20028" fmla="*/ 7467 h 8842"/>
              <a:gd name="connsiteX23-20029" fmla="*/ 2937 w 10000"/>
              <a:gd name="connsiteY23-20030" fmla="*/ 6997 h 8842"/>
              <a:gd name="connsiteX24-20031" fmla="*/ 2937 w 10000"/>
              <a:gd name="connsiteY24-20032" fmla="*/ 6566 h 8842"/>
              <a:gd name="connsiteX25-20033" fmla="*/ 2664 w 10000"/>
              <a:gd name="connsiteY25-20034" fmla="*/ 6095 h 8842"/>
              <a:gd name="connsiteX26-20035" fmla="*/ 2329 w 10000"/>
              <a:gd name="connsiteY26-20036" fmla="*/ 5450 h 8842"/>
              <a:gd name="connsiteX27-20037" fmla="*/ 1775 w 10000"/>
              <a:gd name="connsiteY27-20038" fmla="*/ 4510 h 8842"/>
              <a:gd name="connsiteX28-20039" fmla="*/ 1498 w 10000"/>
              <a:gd name="connsiteY28-20040" fmla="*/ 3612 h 8842"/>
              <a:gd name="connsiteX29-20041" fmla="*/ 607 w 10000"/>
              <a:gd name="connsiteY29-20042" fmla="*/ 2707 h 8842"/>
              <a:gd name="connsiteX30-20043" fmla="*/ 0 w 10000"/>
              <a:gd name="connsiteY30-20044" fmla="*/ 1329 h 8842"/>
              <a:gd name="connsiteX31-20045" fmla="*/ 607 w 10000"/>
              <a:gd name="connsiteY31-20046" fmla="*/ 1803 h 8842"/>
              <a:gd name="connsiteX32-20047" fmla="*/ 1498 w 10000"/>
              <a:gd name="connsiteY32-20048" fmla="*/ 2276 h 8842"/>
              <a:gd name="connsiteX33-20049" fmla="*/ 2051 w 10000"/>
              <a:gd name="connsiteY33-20050" fmla="*/ 2707 h 8842"/>
              <a:gd name="connsiteX34-20051" fmla="*/ 2664 w 10000"/>
              <a:gd name="connsiteY34-20052" fmla="*/ 2920 h 8842"/>
              <a:gd name="connsiteX35-20053" fmla="*/ 3219 w 10000"/>
              <a:gd name="connsiteY35-20054" fmla="*/ 3175 h 8842"/>
              <a:gd name="connsiteX36-20055" fmla="*/ 3559 w 10000"/>
              <a:gd name="connsiteY36-20056" fmla="*/ 3175 h 8842"/>
              <a:gd name="connsiteX37-20057" fmla="*/ 3829 w 10000"/>
              <a:gd name="connsiteY37-20058" fmla="*/ 3392 h 8842"/>
              <a:gd name="connsiteX38-20059" fmla="*/ 4113 w 10000"/>
              <a:gd name="connsiteY38-20060" fmla="*/ 3392 h 8842"/>
              <a:gd name="connsiteX39-20061" fmla="*/ 4384 w 10000"/>
              <a:gd name="connsiteY39-20062" fmla="*/ 3392 h 8842"/>
              <a:gd name="connsiteX40-20063" fmla="*/ 4719 w 10000"/>
              <a:gd name="connsiteY40-20064" fmla="*/ 3392 h 8842"/>
              <a:gd name="connsiteX41-20065" fmla="*/ 4995 w 10000"/>
              <a:gd name="connsiteY41-20066" fmla="*/ 3175 h 8842"/>
              <a:gd name="connsiteX42-20067" fmla="*/ 5281 w 10000"/>
              <a:gd name="connsiteY42-20068" fmla="*/ 2920 h 8842"/>
              <a:gd name="connsiteX43-20069" fmla="*/ 5281 w 10000"/>
              <a:gd name="connsiteY43-20070" fmla="*/ 2707 h 8842"/>
              <a:gd name="connsiteX44-20071" fmla="*/ 5613 w 10000"/>
              <a:gd name="connsiteY44-20072" fmla="*/ 2493 h 8842"/>
              <a:gd name="connsiteX0-20073" fmla="*/ 9723 w 9723"/>
              <a:gd name="connsiteY0-20074" fmla="*/ 0 h 8980"/>
              <a:gd name="connsiteX1-20075" fmla="*/ 9395 w 9723"/>
              <a:gd name="connsiteY1-20076" fmla="*/ 1019 h 8980"/>
              <a:gd name="connsiteX2-20077" fmla="*/ 9116 w 9723"/>
              <a:gd name="connsiteY2-20078" fmla="*/ 2042 h 8980"/>
              <a:gd name="connsiteX3-20079" fmla="*/ 8834 w 9723"/>
              <a:gd name="connsiteY3-20080" fmla="*/ 3065 h 8980"/>
              <a:gd name="connsiteX4-20081" fmla="*/ 8497 w 9723"/>
              <a:gd name="connsiteY4-20082" fmla="*/ 3839 h 8980"/>
              <a:gd name="connsiteX5-20083" fmla="*/ 8497 w 9723"/>
              <a:gd name="connsiteY5-20084" fmla="*/ 4371 h 8980"/>
              <a:gd name="connsiteX6-20085" fmla="*/ 8222 w 9723"/>
              <a:gd name="connsiteY6-20086" fmla="*/ 5144 h 8980"/>
              <a:gd name="connsiteX7-20087" fmla="*/ 7947 w 9723"/>
              <a:gd name="connsiteY7-20088" fmla="*/ 5631 h 8980"/>
              <a:gd name="connsiteX8-20089" fmla="*/ 7335 w 9723"/>
              <a:gd name="connsiteY8-20090" fmla="*/ 6406 h 8980"/>
              <a:gd name="connsiteX9-20091" fmla="*/ 6776 w 9723"/>
              <a:gd name="connsiteY9-20092" fmla="*/ 7183 h 8980"/>
              <a:gd name="connsiteX10-20093" fmla="*/ 6164 w 9723"/>
              <a:gd name="connsiteY10-20094" fmla="*/ 7960 h 8980"/>
              <a:gd name="connsiteX11-20095" fmla="*/ 5613 w 9723"/>
              <a:gd name="connsiteY11-20096" fmla="*/ 8206 h 8980"/>
              <a:gd name="connsiteX12-20097" fmla="*/ 4995 w 9723"/>
              <a:gd name="connsiteY12-20098" fmla="*/ 8689 h 8980"/>
              <a:gd name="connsiteX13-20099" fmla="*/ 4384 w 9723"/>
              <a:gd name="connsiteY13-20100" fmla="*/ 8980 h 8980"/>
              <a:gd name="connsiteX14-20101" fmla="*/ 3829 w 9723"/>
              <a:gd name="connsiteY14-20102" fmla="*/ 8980 h 8980"/>
              <a:gd name="connsiteX15-20103" fmla="*/ 3219 w 9723"/>
              <a:gd name="connsiteY15-20104" fmla="*/ 8980 h 8980"/>
              <a:gd name="connsiteX16-20105" fmla="*/ 3219 w 9723"/>
              <a:gd name="connsiteY16-20106" fmla="*/ 8689 h 8980"/>
              <a:gd name="connsiteX17-20107" fmla="*/ 2937 w 9723"/>
              <a:gd name="connsiteY17-20108" fmla="*/ 8689 h 8980"/>
              <a:gd name="connsiteX18-20109" fmla="*/ 2937 w 9723"/>
              <a:gd name="connsiteY18-20110" fmla="*/ 8444 h 8980"/>
              <a:gd name="connsiteX19-20111" fmla="*/ 2937 w 9723"/>
              <a:gd name="connsiteY19-20112" fmla="*/ 7960 h 8980"/>
              <a:gd name="connsiteX20-20113" fmla="*/ 2937 w 9723"/>
              <a:gd name="connsiteY20-20114" fmla="*/ 7662 h 8980"/>
              <a:gd name="connsiteX21-20115" fmla="*/ 2937 w 9723"/>
              <a:gd name="connsiteY21-20116" fmla="*/ 7425 h 8980"/>
              <a:gd name="connsiteX22-20117" fmla="*/ 2937 w 9723"/>
              <a:gd name="connsiteY22-20118" fmla="*/ 6893 h 8980"/>
              <a:gd name="connsiteX23-20119" fmla="*/ 2937 w 9723"/>
              <a:gd name="connsiteY23-20120" fmla="*/ 6406 h 8980"/>
              <a:gd name="connsiteX24-20121" fmla="*/ 2664 w 9723"/>
              <a:gd name="connsiteY24-20122" fmla="*/ 5873 h 8980"/>
              <a:gd name="connsiteX25-20123" fmla="*/ 2329 w 9723"/>
              <a:gd name="connsiteY25-20124" fmla="*/ 5144 h 8980"/>
              <a:gd name="connsiteX26-20125" fmla="*/ 1775 w 9723"/>
              <a:gd name="connsiteY26-20126" fmla="*/ 4081 h 8980"/>
              <a:gd name="connsiteX27-20127" fmla="*/ 1498 w 9723"/>
              <a:gd name="connsiteY27-20128" fmla="*/ 3065 h 8980"/>
              <a:gd name="connsiteX28-20129" fmla="*/ 607 w 9723"/>
              <a:gd name="connsiteY28-20130" fmla="*/ 2042 h 8980"/>
              <a:gd name="connsiteX29-20131" fmla="*/ 0 w 9723"/>
              <a:gd name="connsiteY29-20132" fmla="*/ 483 h 8980"/>
              <a:gd name="connsiteX30-20133" fmla="*/ 607 w 9723"/>
              <a:gd name="connsiteY30-20134" fmla="*/ 1019 h 8980"/>
              <a:gd name="connsiteX31-20135" fmla="*/ 1498 w 9723"/>
              <a:gd name="connsiteY31-20136" fmla="*/ 1554 h 8980"/>
              <a:gd name="connsiteX32-20137" fmla="*/ 2051 w 9723"/>
              <a:gd name="connsiteY32-20138" fmla="*/ 2042 h 8980"/>
              <a:gd name="connsiteX33-20139" fmla="*/ 2664 w 9723"/>
              <a:gd name="connsiteY33-20140" fmla="*/ 2282 h 8980"/>
              <a:gd name="connsiteX34-20141" fmla="*/ 3219 w 9723"/>
              <a:gd name="connsiteY34-20142" fmla="*/ 2571 h 8980"/>
              <a:gd name="connsiteX35-20143" fmla="*/ 3559 w 9723"/>
              <a:gd name="connsiteY35-20144" fmla="*/ 2571 h 8980"/>
              <a:gd name="connsiteX36-20145" fmla="*/ 3829 w 9723"/>
              <a:gd name="connsiteY36-20146" fmla="*/ 2816 h 8980"/>
              <a:gd name="connsiteX37-20147" fmla="*/ 4113 w 9723"/>
              <a:gd name="connsiteY37-20148" fmla="*/ 2816 h 8980"/>
              <a:gd name="connsiteX38-20149" fmla="*/ 4384 w 9723"/>
              <a:gd name="connsiteY38-20150" fmla="*/ 2816 h 8980"/>
              <a:gd name="connsiteX39-20151" fmla="*/ 4719 w 9723"/>
              <a:gd name="connsiteY39-20152" fmla="*/ 2816 h 8980"/>
              <a:gd name="connsiteX40-20153" fmla="*/ 4995 w 9723"/>
              <a:gd name="connsiteY40-20154" fmla="*/ 2571 h 8980"/>
              <a:gd name="connsiteX41-20155" fmla="*/ 5281 w 9723"/>
              <a:gd name="connsiteY41-20156" fmla="*/ 2282 h 8980"/>
              <a:gd name="connsiteX42-20157" fmla="*/ 5281 w 9723"/>
              <a:gd name="connsiteY42-20158" fmla="*/ 2042 h 8980"/>
              <a:gd name="connsiteX43-20159" fmla="*/ 5613 w 9723"/>
              <a:gd name="connsiteY43-20160" fmla="*/ 1799 h 8980"/>
              <a:gd name="connsiteX0-20161" fmla="*/ 9663 w 9663"/>
              <a:gd name="connsiteY0-20162" fmla="*/ 597 h 9462"/>
              <a:gd name="connsiteX1-20163" fmla="*/ 9376 w 9663"/>
              <a:gd name="connsiteY1-20164" fmla="*/ 1736 h 9462"/>
              <a:gd name="connsiteX2-20165" fmla="*/ 9086 w 9663"/>
              <a:gd name="connsiteY2-20166" fmla="*/ 2875 h 9462"/>
              <a:gd name="connsiteX3-20167" fmla="*/ 8739 w 9663"/>
              <a:gd name="connsiteY3-20168" fmla="*/ 3737 h 9462"/>
              <a:gd name="connsiteX4-20169" fmla="*/ 8739 w 9663"/>
              <a:gd name="connsiteY4-20170" fmla="*/ 4329 h 9462"/>
              <a:gd name="connsiteX5-20171" fmla="*/ 8456 w 9663"/>
              <a:gd name="connsiteY5-20172" fmla="*/ 5190 h 9462"/>
              <a:gd name="connsiteX6-20173" fmla="*/ 8173 w 9663"/>
              <a:gd name="connsiteY6-20174" fmla="*/ 5733 h 9462"/>
              <a:gd name="connsiteX7-20175" fmla="*/ 7544 w 9663"/>
              <a:gd name="connsiteY7-20176" fmla="*/ 6596 h 9462"/>
              <a:gd name="connsiteX8-20177" fmla="*/ 6969 w 9663"/>
              <a:gd name="connsiteY8-20178" fmla="*/ 7461 h 9462"/>
              <a:gd name="connsiteX9-20179" fmla="*/ 6340 w 9663"/>
              <a:gd name="connsiteY9-20180" fmla="*/ 8326 h 9462"/>
              <a:gd name="connsiteX10-20181" fmla="*/ 5773 w 9663"/>
              <a:gd name="connsiteY10-20182" fmla="*/ 8600 h 9462"/>
              <a:gd name="connsiteX11-20183" fmla="*/ 5137 w 9663"/>
              <a:gd name="connsiteY11-20184" fmla="*/ 9138 h 9462"/>
              <a:gd name="connsiteX12-20185" fmla="*/ 4509 w 9663"/>
              <a:gd name="connsiteY12-20186" fmla="*/ 9462 h 9462"/>
              <a:gd name="connsiteX13-20187" fmla="*/ 3938 w 9663"/>
              <a:gd name="connsiteY13-20188" fmla="*/ 9462 h 9462"/>
              <a:gd name="connsiteX14-20189" fmla="*/ 3311 w 9663"/>
              <a:gd name="connsiteY14-20190" fmla="*/ 9462 h 9462"/>
              <a:gd name="connsiteX15-20191" fmla="*/ 3311 w 9663"/>
              <a:gd name="connsiteY15-20192" fmla="*/ 9138 h 9462"/>
              <a:gd name="connsiteX16-20193" fmla="*/ 3021 w 9663"/>
              <a:gd name="connsiteY16-20194" fmla="*/ 9138 h 9462"/>
              <a:gd name="connsiteX17-20195" fmla="*/ 3021 w 9663"/>
              <a:gd name="connsiteY17-20196" fmla="*/ 8865 h 9462"/>
              <a:gd name="connsiteX18-20197" fmla="*/ 3021 w 9663"/>
              <a:gd name="connsiteY18-20198" fmla="*/ 8326 h 9462"/>
              <a:gd name="connsiteX19-20199" fmla="*/ 3021 w 9663"/>
              <a:gd name="connsiteY19-20200" fmla="*/ 7994 h 9462"/>
              <a:gd name="connsiteX20-20201" fmla="*/ 3021 w 9663"/>
              <a:gd name="connsiteY20-20202" fmla="*/ 7730 h 9462"/>
              <a:gd name="connsiteX21-20203" fmla="*/ 3021 w 9663"/>
              <a:gd name="connsiteY21-20204" fmla="*/ 7138 h 9462"/>
              <a:gd name="connsiteX22-20205" fmla="*/ 3021 w 9663"/>
              <a:gd name="connsiteY22-20206" fmla="*/ 6596 h 9462"/>
              <a:gd name="connsiteX23-20207" fmla="*/ 2740 w 9663"/>
              <a:gd name="connsiteY23-20208" fmla="*/ 6002 h 9462"/>
              <a:gd name="connsiteX24-20209" fmla="*/ 2395 w 9663"/>
              <a:gd name="connsiteY24-20210" fmla="*/ 5190 h 9462"/>
              <a:gd name="connsiteX25-20211" fmla="*/ 1826 w 9663"/>
              <a:gd name="connsiteY25-20212" fmla="*/ 4007 h 9462"/>
              <a:gd name="connsiteX26-20213" fmla="*/ 1541 w 9663"/>
              <a:gd name="connsiteY26-20214" fmla="*/ 2875 h 9462"/>
              <a:gd name="connsiteX27-20215" fmla="*/ 624 w 9663"/>
              <a:gd name="connsiteY27-20216" fmla="*/ 1736 h 9462"/>
              <a:gd name="connsiteX28-20217" fmla="*/ 0 w 9663"/>
              <a:gd name="connsiteY28-20218" fmla="*/ 0 h 9462"/>
              <a:gd name="connsiteX29-20219" fmla="*/ 624 w 9663"/>
              <a:gd name="connsiteY29-20220" fmla="*/ 597 h 9462"/>
              <a:gd name="connsiteX30-20221" fmla="*/ 1541 w 9663"/>
              <a:gd name="connsiteY30-20222" fmla="*/ 1193 h 9462"/>
              <a:gd name="connsiteX31-20223" fmla="*/ 2109 w 9663"/>
              <a:gd name="connsiteY31-20224" fmla="*/ 1736 h 9462"/>
              <a:gd name="connsiteX32-20225" fmla="*/ 2740 w 9663"/>
              <a:gd name="connsiteY32-20226" fmla="*/ 2003 h 9462"/>
              <a:gd name="connsiteX33-20227" fmla="*/ 3311 w 9663"/>
              <a:gd name="connsiteY33-20228" fmla="*/ 2325 h 9462"/>
              <a:gd name="connsiteX34-20229" fmla="*/ 3660 w 9663"/>
              <a:gd name="connsiteY34-20230" fmla="*/ 2325 h 9462"/>
              <a:gd name="connsiteX35-20231" fmla="*/ 3938 w 9663"/>
              <a:gd name="connsiteY35-20232" fmla="*/ 2598 h 9462"/>
              <a:gd name="connsiteX36-20233" fmla="*/ 4230 w 9663"/>
              <a:gd name="connsiteY36-20234" fmla="*/ 2598 h 9462"/>
              <a:gd name="connsiteX37-20235" fmla="*/ 4509 w 9663"/>
              <a:gd name="connsiteY37-20236" fmla="*/ 2598 h 9462"/>
              <a:gd name="connsiteX38-20237" fmla="*/ 4853 w 9663"/>
              <a:gd name="connsiteY38-20238" fmla="*/ 2598 h 9462"/>
              <a:gd name="connsiteX39-20239" fmla="*/ 5137 w 9663"/>
              <a:gd name="connsiteY39-20240" fmla="*/ 2325 h 9462"/>
              <a:gd name="connsiteX40-20241" fmla="*/ 5431 w 9663"/>
              <a:gd name="connsiteY40-20242" fmla="*/ 2003 h 9462"/>
              <a:gd name="connsiteX41-20243" fmla="*/ 5431 w 9663"/>
              <a:gd name="connsiteY41-20244" fmla="*/ 1736 h 9462"/>
              <a:gd name="connsiteX42-20245" fmla="*/ 5773 w 9663"/>
              <a:gd name="connsiteY42-20246" fmla="*/ 1465 h 9462"/>
              <a:gd name="connsiteX0-20247" fmla="*/ 10000 w 10000"/>
              <a:gd name="connsiteY0-20248" fmla="*/ 631 h 10000"/>
              <a:gd name="connsiteX1-20249" fmla="*/ 9403 w 10000"/>
              <a:gd name="connsiteY1-20250" fmla="*/ 3038 h 10000"/>
              <a:gd name="connsiteX2-20251" fmla="*/ 9044 w 10000"/>
              <a:gd name="connsiteY2-20252" fmla="*/ 3949 h 10000"/>
              <a:gd name="connsiteX3-20253" fmla="*/ 9044 w 10000"/>
              <a:gd name="connsiteY3-20254" fmla="*/ 4575 h 10000"/>
              <a:gd name="connsiteX4-20255" fmla="*/ 8751 w 10000"/>
              <a:gd name="connsiteY4-20256" fmla="*/ 5485 h 10000"/>
              <a:gd name="connsiteX5-20257" fmla="*/ 8458 w 10000"/>
              <a:gd name="connsiteY5-20258" fmla="*/ 6059 h 10000"/>
              <a:gd name="connsiteX6-20259" fmla="*/ 7807 w 10000"/>
              <a:gd name="connsiteY6-20260" fmla="*/ 6971 h 10000"/>
              <a:gd name="connsiteX7-20261" fmla="*/ 7212 w 10000"/>
              <a:gd name="connsiteY7-20262" fmla="*/ 7885 h 10000"/>
              <a:gd name="connsiteX8-20263" fmla="*/ 6561 w 10000"/>
              <a:gd name="connsiteY8-20264" fmla="*/ 8799 h 10000"/>
              <a:gd name="connsiteX9-20265" fmla="*/ 5974 w 10000"/>
              <a:gd name="connsiteY9-20266" fmla="*/ 9089 h 10000"/>
              <a:gd name="connsiteX10-20267" fmla="*/ 5316 w 10000"/>
              <a:gd name="connsiteY10-20268" fmla="*/ 9658 h 10000"/>
              <a:gd name="connsiteX11-20269" fmla="*/ 4666 w 10000"/>
              <a:gd name="connsiteY11-20270" fmla="*/ 10000 h 10000"/>
              <a:gd name="connsiteX12-20271" fmla="*/ 4075 w 10000"/>
              <a:gd name="connsiteY12-20272" fmla="*/ 10000 h 10000"/>
              <a:gd name="connsiteX13-20273" fmla="*/ 3426 w 10000"/>
              <a:gd name="connsiteY13-20274" fmla="*/ 10000 h 10000"/>
              <a:gd name="connsiteX14-20275" fmla="*/ 3426 w 10000"/>
              <a:gd name="connsiteY14-20276" fmla="*/ 9658 h 10000"/>
              <a:gd name="connsiteX15-20277" fmla="*/ 3126 w 10000"/>
              <a:gd name="connsiteY15-20278" fmla="*/ 9658 h 10000"/>
              <a:gd name="connsiteX16-20279" fmla="*/ 3126 w 10000"/>
              <a:gd name="connsiteY16-20280" fmla="*/ 9369 h 10000"/>
              <a:gd name="connsiteX17-20281" fmla="*/ 3126 w 10000"/>
              <a:gd name="connsiteY17-20282" fmla="*/ 8799 h 10000"/>
              <a:gd name="connsiteX18-20283" fmla="*/ 3126 w 10000"/>
              <a:gd name="connsiteY18-20284" fmla="*/ 8449 h 10000"/>
              <a:gd name="connsiteX19-20285" fmla="*/ 3126 w 10000"/>
              <a:gd name="connsiteY19-20286" fmla="*/ 8170 h 10000"/>
              <a:gd name="connsiteX20-20287" fmla="*/ 3126 w 10000"/>
              <a:gd name="connsiteY20-20288" fmla="*/ 7544 h 10000"/>
              <a:gd name="connsiteX21-20289" fmla="*/ 3126 w 10000"/>
              <a:gd name="connsiteY21-20290" fmla="*/ 6971 h 10000"/>
              <a:gd name="connsiteX22-20291" fmla="*/ 2836 w 10000"/>
              <a:gd name="connsiteY22-20292" fmla="*/ 6343 h 10000"/>
              <a:gd name="connsiteX23-20293" fmla="*/ 2479 w 10000"/>
              <a:gd name="connsiteY23-20294" fmla="*/ 5485 h 10000"/>
              <a:gd name="connsiteX24-20295" fmla="*/ 1890 w 10000"/>
              <a:gd name="connsiteY24-20296" fmla="*/ 4235 h 10000"/>
              <a:gd name="connsiteX25-20297" fmla="*/ 1595 w 10000"/>
              <a:gd name="connsiteY25-20298" fmla="*/ 3038 h 10000"/>
              <a:gd name="connsiteX26-20299" fmla="*/ 646 w 10000"/>
              <a:gd name="connsiteY26-20300" fmla="*/ 1835 h 10000"/>
              <a:gd name="connsiteX27-20301" fmla="*/ 0 w 10000"/>
              <a:gd name="connsiteY27-20302" fmla="*/ 0 h 10000"/>
              <a:gd name="connsiteX28-20303" fmla="*/ 646 w 10000"/>
              <a:gd name="connsiteY28-20304" fmla="*/ 631 h 10000"/>
              <a:gd name="connsiteX29-20305" fmla="*/ 1595 w 10000"/>
              <a:gd name="connsiteY29-20306" fmla="*/ 1261 h 10000"/>
              <a:gd name="connsiteX30-20307" fmla="*/ 2183 w 10000"/>
              <a:gd name="connsiteY30-20308" fmla="*/ 1835 h 10000"/>
              <a:gd name="connsiteX31-20309" fmla="*/ 2836 w 10000"/>
              <a:gd name="connsiteY31-20310" fmla="*/ 2117 h 10000"/>
              <a:gd name="connsiteX32-20311" fmla="*/ 3426 w 10000"/>
              <a:gd name="connsiteY32-20312" fmla="*/ 2457 h 10000"/>
              <a:gd name="connsiteX33-20313" fmla="*/ 3788 w 10000"/>
              <a:gd name="connsiteY33-20314" fmla="*/ 2457 h 10000"/>
              <a:gd name="connsiteX34-20315" fmla="*/ 4075 w 10000"/>
              <a:gd name="connsiteY34-20316" fmla="*/ 2746 h 10000"/>
              <a:gd name="connsiteX35-20317" fmla="*/ 4378 w 10000"/>
              <a:gd name="connsiteY35-20318" fmla="*/ 2746 h 10000"/>
              <a:gd name="connsiteX36-20319" fmla="*/ 4666 w 10000"/>
              <a:gd name="connsiteY36-20320" fmla="*/ 2746 h 10000"/>
              <a:gd name="connsiteX37-20321" fmla="*/ 5022 w 10000"/>
              <a:gd name="connsiteY37-20322" fmla="*/ 2746 h 10000"/>
              <a:gd name="connsiteX38-20323" fmla="*/ 5316 w 10000"/>
              <a:gd name="connsiteY38-20324" fmla="*/ 2457 h 10000"/>
              <a:gd name="connsiteX39-20325" fmla="*/ 5620 w 10000"/>
              <a:gd name="connsiteY39-20326" fmla="*/ 2117 h 10000"/>
              <a:gd name="connsiteX40-20327" fmla="*/ 5620 w 10000"/>
              <a:gd name="connsiteY40-20328" fmla="*/ 1835 h 10000"/>
              <a:gd name="connsiteX41-20329" fmla="*/ 5974 w 10000"/>
              <a:gd name="connsiteY41-20330" fmla="*/ 1548 h 10000"/>
              <a:gd name="connsiteX0-20331" fmla="*/ 9403 w 9403"/>
              <a:gd name="connsiteY0-20332" fmla="*/ 3038 h 10000"/>
              <a:gd name="connsiteX1-20333" fmla="*/ 9044 w 9403"/>
              <a:gd name="connsiteY1-20334" fmla="*/ 3949 h 10000"/>
              <a:gd name="connsiteX2-20335" fmla="*/ 9044 w 9403"/>
              <a:gd name="connsiteY2-20336" fmla="*/ 4575 h 10000"/>
              <a:gd name="connsiteX3-20337" fmla="*/ 8751 w 9403"/>
              <a:gd name="connsiteY3-20338" fmla="*/ 5485 h 10000"/>
              <a:gd name="connsiteX4-20339" fmla="*/ 8458 w 9403"/>
              <a:gd name="connsiteY4-20340" fmla="*/ 6059 h 10000"/>
              <a:gd name="connsiteX5-20341" fmla="*/ 7807 w 9403"/>
              <a:gd name="connsiteY5-20342" fmla="*/ 6971 h 10000"/>
              <a:gd name="connsiteX6-20343" fmla="*/ 7212 w 9403"/>
              <a:gd name="connsiteY6-20344" fmla="*/ 7885 h 10000"/>
              <a:gd name="connsiteX7-20345" fmla="*/ 6561 w 9403"/>
              <a:gd name="connsiteY7-20346" fmla="*/ 8799 h 10000"/>
              <a:gd name="connsiteX8-20347" fmla="*/ 5974 w 9403"/>
              <a:gd name="connsiteY8-20348" fmla="*/ 9089 h 10000"/>
              <a:gd name="connsiteX9-20349" fmla="*/ 5316 w 9403"/>
              <a:gd name="connsiteY9-20350" fmla="*/ 9658 h 10000"/>
              <a:gd name="connsiteX10-20351" fmla="*/ 4666 w 9403"/>
              <a:gd name="connsiteY10-20352" fmla="*/ 10000 h 10000"/>
              <a:gd name="connsiteX11-20353" fmla="*/ 4075 w 9403"/>
              <a:gd name="connsiteY11-20354" fmla="*/ 10000 h 10000"/>
              <a:gd name="connsiteX12-20355" fmla="*/ 3426 w 9403"/>
              <a:gd name="connsiteY12-20356" fmla="*/ 10000 h 10000"/>
              <a:gd name="connsiteX13-20357" fmla="*/ 3426 w 9403"/>
              <a:gd name="connsiteY13-20358" fmla="*/ 9658 h 10000"/>
              <a:gd name="connsiteX14-20359" fmla="*/ 3126 w 9403"/>
              <a:gd name="connsiteY14-20360" fmla="*/ 9658 h 10000"/>
              <a:gd name="connsiteX15-20361" fmla="*/ 3126 w 9403"/>
              <a:gd name="connsiteY15-20362" fmla="*/ 9369 h 10000"/>
              <a:gd name="connsiteX16-20363" fmla="*/ 3126 w 9403"/>
              <a:gd name="connsiteY16-20364" fmla="*/ 8799 h 10000"/>
              <a:gd name="connsiteX17-20365" fmla="*/ 3126 w 9403"/>
              <a:gd name="connsiteY17-20366" fmla="*/ 8449 h 10000"/>
              <a:gd name="connsiteX18-20367" fmla="*/ 3126 w 9403"/>
              <a:gd name="connsiteY18-20368" fmla="*/ 8170 h 10000"/>
              <a:gd name="connsiteX19-20369" fmla="*/ 3126 w 9403"/>
              <a:gd name="connsiteY19-20370" fmla="*/ 7544 h 10000"/>
              <a:gd name="connsiteX20-20371" fmla="*/ 3126 w 9403"/>
              <a:gd name="connsiteY20-20372" fmla="*/ 6971 h 10000"/>
              <a:gd name="connsiteX21-20373" fmla="*/ 2836 w 9403"/>
              <a:gd name="connsiteY21-20374" fmla="*/ 6343 h 10000"/>
              <a:gd name="connsiteX22-20375" fmla="*/ 2479 w 9403"/>
              <a:gd name="connsiteY22-20376" fmla="*/ 5485 h 10000"/>
              <a:gd name="connsiteX23-20377" fmla="*/ 1890 w 9403"/>
              <a:gd name="connsiteY23-20378" fmla="*/ 4235 h 10000"/>
              <a:gd name="connsiteX24-20379" fmla="*/ 1595 w 9403"/>
              <a:gd name="connsiteY24-20380" fmla="*/ 3038 h 10000"/>
              <a:gd name="connsiteX25-20381" fmla="*/ 646 w 9403"/>
              <a:gd name="connsiteY25-20382" fmla="*/ 1835 h 10000"/>
              <a:gd name="connsiteX26-20383" fmla="*/ 0 w 9403"/>
              <a:gd name="connsiteY26-20384" fmla="*/ 0 h 10000"/>
              <a:gd name="connsiteX27-20385" fmla="*/ 646 w 9403"/>
              <a:gd name="connsiteY27-20386" fmla="*/ 631 h 10000"/>
              <a:gd name="connsiteX28-20387" fmla="*/ 1595 w 9403"/>
              <a:gd name="connsiteY28-20388" fmla="*/ 1261 h 10000"/>
              <a:gd name="connsiteX29-20389" fmla="*/ 2183 w 9403"/>
              <a:gd name="connsiteY29-20390" fmla="*/ 1835 h 10000"/>
              <a:gd name="connsiteX30-20391" fmla="*/ 2836 w 9403"/>
              <a:gd name="connsiteY30-20392" fmla="*/ 2117 h 10000"/>
              <a:gd name="connsiteX31-20393" fmla="*/ 3426 w 9403"/>
              <a:gd name="connsiteY31-20394" fmla="*/ 2457 h 10000"/>
              <a:gd name="connsiteX32-20395" fmla="*/ 3788 w 9403"/>
              <a:gd name="connsiteY32-20396" fmla="*/ 2457 h 10000"/>
              <a:gd name="connsiteX33-20397" fmla="*/ 4075 w 9403"/>
              <a:gd name="connsiteY33-20398" fmla="*/ 2746 h 10000"/>
              <a:gd name="connsiteX34-20399" fmla="*/ 4378 w 9403"/>
              <a:gd name="connsiteY34-20400" fmla="*/ 2746 h 10000"/>
              <a:gd name="connsiteX35-20401" fmla="*/ 4666 w 9403"/>
              <a:gd name="connsiteY35-20402" fmla="*/ 2746 h 10000"/>
              <a:gd name="connsiteX36-20403" fmla="*/ 5022 w 9403"/>
              <a:gd name="connsiteY36-20404" fmla="*/ 2746 h 10000"/>
              <a:gd name="connsiteX37-20405" fmla="*/ 5316 w 9403"/>
              <a:gd name="connsiteY37-20406" fmla="*/ 2457 h 10000"/>
              <a:gd name="connsiteX38-20407" fmla="*/ 5620 w 9403"/>
              <a:gd name="connsiteY38-20408" fmla="*/ 2117 h 10000"/>
              <a:gd name="connsiteX39-20409" fmla="*/ 5620 w 9403"/>
              <a:gd name="connsiteY39-20410" fmla="*/ 1835 h 10000"/>
              <a:gd name="connsiteX40-20411" fmla="*/ 5974 w 9403"/>
              <a:gd name="connsiteY40-20412" fmla="*/ 1548 h 10000"/>
              <a:gd name="connsiteX0-20413" fmla="*/ 9618 w 9618"/>
              <a:gd name="connsiteY0-20414" fmla="*/ 3949 h 10000"/>
              <a:gd name="connsiteX1-20415" fmla="*/ 9618 w 9618"/>
              <a:gd name="connsiteY1-20416" fmla="*/ 4575 h 10000"/>
              <a:gd name="connsiteX2-20417" fmla="*/ 9307 w 9618"/>
              <a:gd name="connsiteY2-20418" fmla="*/ 5485 h 10000"/>
              <a:gd name="connsiteX3-20419" fmla="*/ 8995 w 9618"/>
              <a:gd name="connsiteY3-20420" fmla="*/ 6059 h 10000"/>
              <a:gd name="connsiteX4-20421" fmla="*/ 8303 w 9618"/>
              <a:gd name="connsiteY4-20422" fmla="*/ 6971 h 10000"/>
              <a:gd name="connsiteX5-20423" fmla="*/ 7670 w 9618"/>
              <a:gd name="connsiteY5-20424" fmla="*/ 7885 h 10000"/>
              <a:gd name="connsiteX6-20425" fmla="*/ 6978 w 9618"/>
              <a:gd name="connsiteY6-20426" fmla="*/ 8799 h 10000"/>
              <a:gd name="connsiteX7-20427" fmla="*/ 6353 w 9618"/>
              <a:gd name="connsiteY7-20428" fmla="*/ 9089 h 10000"/>
              <a:gd name="connsiteX8-20429" fmla="*/ 5654 w 9618"/>
              <a:gd name="connsiteY8-20430" fmla="*/ 9658 h 10000"/>
              <a:gd name="connsiteX9-20431" fmla="*/ 4962 w 9618"/>
              <a:gd name="connsiteY9-20432" fmla="*/ 10000 h 10000"/>
              <a:gd name="connsiteX10-20433" fmla="*/ 4334 w 9618"/>
              <a:gd name="connsiteY10-20434" fmla="*/ 10000 h 10000"/>
              <a:gd name="connsiteX11-20435" fmla="*/ 3644 w 9618"/>
              <a:gd name="connsiteY11-20436" fmla="*/ 10000 h 10000"/>
              <a:gd name="connsiteX12-20437" fmla="*/ 3644 w 9618"/>
              <a:gd name="connsiteY12-20438" fmla="*/ 9658 h 10000"/>
              <a:gd name="connsiteX13-20439" fmla="*/ 3324 w 9618"/>
              <a:gd name="connsiteY13-20440" fmla="*/ 9658 h 10000"/>
              <a:gd name="connsiteX14-20441" fmla="*/ 3324 w 9618"/>
              <a:gd name="connsiteY14-20442" fmla="*/ 9369 h 10000"/>
              <a:gd name="connsiteX15-20443" fmla="*/ 3324 w 9618"/>
              <a:gd name="connsiteY15-20444" fmla="*/ 8799 h 10000"/>
              <a:gd name="connsiteX16-20445" fmla="*/ 3324 w 9618"/>
              <a:gd name="connsiteY16-20446" fmla="*/ 8449 h 10000"/>
              <a:gd name="connsiteX17-20447" fmla="*/ 3324 w 9618"/>
              <a:gd name="connsiteY17-20448" fmla="*/ 8170 h 10000"/>
              <a:gd name="connsiteX18-20449" fmla="*/ 3324 w 9618"/>
              <a:gd name="connsiteY18-20450" fmla="*/ 7544 h 10000"/>
              <a:gd name="connsiteX19-20451" fmla="*/ 3324 w 9618"/>
              <a:gd name="connsiteY19-20452" fmla="*/ 6971 h 10000"/>
              <a:gd name="connsiteX20-20453" fmla="*/ 3016 w 9618"/>
              <a:gd name="connsiteY20-20454" fmla="*/ 6343 h 10000"/>
              <a:gd name="connsiteX21-20455" fmla="*/ 2636 w 9618"/>
              <a:gd name="connsiteY21-20456" fmla="*/ 5485 h 10000"/>
              <a:gd name="connsiteX22-20457" fmla="*/ 2010 w 9618"/>
              <a:gd name="connsiteY22-20458" fmla="*/ 4235 h 10000"/>
              <a:gd name="connsiteX23-20459" fmla="*/ 1696 w 9618"/>
              <a:gd name="connsiteY23-20460" fmla="*/ 3038 h 10000"/>
              <a:gd name="connsiteX24-20461" fmla="*/ 687 w 9618"/>
              <a:gd name="connsiteY24-20462" fmla="*/ 1835 h 10000"/>
              <a:gd name="connsiteX25-20463" fmla="*/ 0 w 9618"/>
              <a:gd name="connsiteY25-20464" fmla="*/ 0 h 10000"/>
              <a:gd name="connsiteX26-20465" fmla="*/ 687 w 9618"/>
              <a:gd name="connsiteY26-20466" fmla="*/ 631 h 10000"/>
              <a:gd name="connsiteX27-20467" fmla="*/ 1696 w 9618"/>
              <a:gd name="connsiteY27-20468" fmla="*/ 1261 h 10000"/>
              <a:gd name="connsiteX28-20469" fmla="*/ 2322 w 9618"/>
              <a:gd name="connsiteY28-20470" fmla="*/ 1835 h 10000"/>
              <a:gd name="connsiteX29-20471" fmla="*/ 3016 w 9618"/>
              <a:gd name="connsiteY29-20472" fmla="*/ 2117 h 10000"/>
              <a:gd name="connsiteX30-20473" fmla="*/ 3644 w 9618"/>
              <a:gd name="connsiteY30-20474" fmla="*/ 2457 h 10000"/>
              <a:gd name="connsiteX31-20475" fmla="*/ 4029 w 9618"/>
              <a:gd name="connsiteY31-20476" fmla="*/ 2457 h 10000"/>
              <a:gd name="connsiteX32-20477" fmla="*/ 4334 w 9618"/>
              <a:gd name="connsiteY32-20478" fmla="*/ 2746 h 10000"/>
              <a:gd name="connsiteX33-20479" fmla="*/ 4656 w 9618"/>
              <a:gd name="connsiteY33-20480" fmla="*/ 2746 h 10000"/>
              <a:gd name="connsiteX34-20481" fmla="*/ 4962 w 9618"/>
              <a:gd name="connsiteY34-20482" fmla="*/ 2746 h 10000"/>
              <a:gd name="connsiteX35-20483" fmla="*/ 5341 w 9618"/>
              <a:gd name="connsiteY35-20484" fmla="*/ 2746 h 10000"/>
              <a:gd name="connsiteX36-20485" fmla="*/ 5654 w 9618"/>
              <a:gd name="connsiteY36-20486" fmla="*/ 2457 h 10000"/>
              <a:gd name="connsiteX37-20487" fmla="*/ 5977 w 9618"/>
              <a:gd name="connsiteY37-20488" fmla="*/ 2117 h 10000"/>
              <a:gd name="connsiteX38-20489" fmla="*/ 5977 w 9618"/>
              <a:gd name="connsiteY38-20490" fmla="*/ 1835 h 10000"/>
              <a:gd name="connsiteX39-20491" fmla="*/ 6353 w 9618"/>
              <a:gd name="connsiteY39-20492" fmla="*/ 1548 h 10000"/>
              <a:gd name="connsiteX0-20493" fmla="*/ 10000 w 10000"/>
              <a:gd name="connsiteY0-20494" fmla="*/ 4575 h 10000"/>
              <a:gd name="connsiteX1-20495" fmla="*/ 9677 w 10000"/>
              <a:gd name="connsiteY1-20496" fmla="*/ 5485 h 10000"/>
              <a:gd name="connsiteX2-20497" fmla="*/ 9352 w 10000"/>
              <a:gd name="connsiteY2-20498" fmla="*/ 6059 h 10000"/>
              <a:gd name="connsiteX3-20499" fmla="*/ 8633 w 10000"/>
              <a:gd name="connsiteY3-20500" fmla="*/ 6971 h 10000"/>
              <a:gd name="connsiteX4-20501" fmla="*/ 7975 w 10000"/>
              <a:gd name="connsiteY4-20502" fmla="*/ 7885 h 10000"/>
              <a:gd name="connsiteX5-20503" fmla="*/ 7255 w 10000"/>
              <a:gd name="connsiteY5-20504" fmla="*/ 8799 h 10000"/>
              <a:gd name="connsiteX6-20505" fmla="*/ 6605 w 10000"/>
              <a:gd name="connsiteY6-20506" fmla="*/ 9089 h 10000"/>
              <a:gd name="connsiteX7-20507" fmla="*/ 5879 w 10000"/>
              <a:gd name="connsiteY7-20508" fmla="*/ 9658 h 10000"/>
              <a:gd name="connsiteX8-20509" fmla="*/ 5159 w 10000"/>
              <a:gd name="connsiteY8-20510" fmla="*/ 10000 h 10000"/>
              <a:gd name="connsiteX9-20511" fmla="*/ 4506 w 10000"/>
              <a:gd name="connsiteY9-20512" fmla="*/ 10000 h 10000"/>
              <a:gd name="connsiteX10-20513" fmla="*/ 3789 w 10000"/>
              <a:gd name="connsiteY10-20514" fmla="*/ 10000 h 10000"/>
              <a:gd name="connsiteX11-20515" fmla="*/ 3789 w 10000"/>
              <a:gd name="connsiteY11-20516" fmla="*/ 9658 h 10000"/>
              <a:gd name="connsiteX12-20517" fmla="*/ 3456 w 10000"/>
              <a:gd name="connsiteY12-20518" fmla="*/ 9658 h 10000"/>
              <a:gd name="connsiteX13-20519" fmla="*/ 3456 w 10000"/>
              <a:gd name="connsiteY13-20520" fmla="*/ 9369 h 10000"/>
              <a:gd name="connsiteX14-20521" fmla="*/ 3456 w 10000"/>
              <a:gd name="connsiteY14-20522" fmla="*/ 8799 h 10000"/>
              <a:gd name="connsiteX15-20523" fmla="*/ 3456 w 10000"/>
              <a:gd name="connsiteY15-20524" fmla="*/ 8449 h 10000"/>
              <a:gd name="connsiteX16-20525" fmla="*/ 3456 w 10000"/>
              <a:gd name="connsiteY16-20526" fmla="*/ 8170 h 10000"/>
              <a:gd name="connsiteX17-20527" fmla="*/ 3456 w 10000"/>
              <a:gd name="connsiteY17-20528" fmla="*/ 7544 h 10000"/>
              <a:gd name="connsiteX18-20529" fmla="*/ 3456 w 10000"/>
              <a:gd name="connsiteY18-20530" fmla="*/ 6971 h 10000"/>
              <a:gd name="connsiteX19-20531" fmla="*/ 3136 w 10000"/>
              <a:gd name="connsiteY19-20532" fmla="*/ 6343 h 10000"/>
              <a:gd name="connsiteX20-20533" fmla="*/ 2741 w 10000"/>
              <a:gd name="connsiteY20-20534" fmla="*/ 5485 h 10000"/>
              <a:gd name="connsiteX21-20535" fmla="*/ 2090 w 10000"/>
              <a:gd name="connsiteY21-20536" fmla="*/ 4235 h 10000"/>
              <a:gd name="connsiteX22-20537" fmla="*/ 1763 w 10000"/>
              <a:gd name="connsiteY22-20538" fmla="*/ 3038 h 10000"/>
              <a:gd name="connsiteX23-20539" fmla="*/ 714 w 10000"/>
              <a:gd name="connsiteY23-20540" fmla="*/ 1835 h 10000"/>
              <a:gd name="connsiteX24-20541" fmla="*/ 0 w 10000"/>
              <a:gd name="connsiteY24-20542" fmla="*/ 0 h 10000"/>
              <a:gd name="connsiteX25-20543" fmla="*/ 714 w 10000"/>
              <a:gd name="connsiteY25-20544" fmla="*/ 631 h 10000"/>
              <a:gd name="connsiteX26-20545" fmla="*/ 1763 w 10000"/>
              <a:gd name="connsiteY26-20546" fmla="*/ 1261 h 10000"/>
              <a:gd name="connsiteX27-20547" fmla="*/ 2414 w 10000"/>
              <a:gd name="connsiteY27-20548" fmla="*/ 1835 h 10000"/>
              <a:gd name="connsiteX28-20549" fmla="*/ 3136 w 10000"/>
              <a:gd name="connsiteY28-20550" fmla="*/ 2117 h 10000"/>
              <a:gd name="connsiteX29-20551" fmla="*/ 3789 w 10000"/>
              <a:gd name="connsiteY29-20552" fmla="*/ 2457 h 10000"/>
              <a:gd name="connsiteX30-20553" fmla="*/ 4189 w 10000"/>
              <a:gd name="connsiteY30-20554" fmla="*/ 2457 h 10000"/>
              <a:gd name="connsiteX31-20555" fmla="*/ 4506 w 10000"/>
              <a:gd name="connsiteY31-20556" fmla="*/ 2746 h 10000"/>
              <a:gd name="connsiteX32-20557" fmla="*/ 4841 w 10000"/>
              <a:gd name="connsiteY32-20558" fmla="*/ 2746 h 10000"/>
              <a:gd name="connsiteX33-20559" fmla="*/ 5159 w 10000"/>
              <a:gd name="connsiteY33-20560" fmla="*/ 2746 h 10000"/>
              <a:gd name="connsiteX34-20561" fmla="*/ 5553 w 10000"/>
              <a:gd name="connsiteY34-20562" fmla="*/ 2746 h 10000"/>
              <a:gd name="connsiteX35-20563" fmla="*/ 5879 w 10000"/>
              <a:gd name="connsiteY35-20564" fmla="*/ 2457 h 10000"/>
              <a:gd name="connsiteX36-20565" fmla="*/ 6214 w 10000"/>
              <a:gd name="connsiteY36-20566" fmla="*/ 2117 h 10000"/>
              <a:gd name="connsiteX37-20567" fmla="*/ 6214 w 10000"/>
              <a:gd name="connsiteY37-20568" fmla="*/ 1835 h 10000"/>
              <a:gd name="connsiteX38-20569" fmla="*/ 6605 w 10000"/>
              <a:gd name="connsiteY38-20570" fmla="*/ 1548 h 10000"/>
              <a:gd name="connsiteX0-20571" fmla="*/ 10000 w 10000"/>
              <a:gd name="connsiteY0-20572" fmla="*/ 4575 h 10000"/>
              <a:gd name="connsiteX1-20573" fmla="*/ 9352 w 10000"/>
              <a:gd name="connsiteY1-20574" fmla="*/ 6059 h 10000"/>
              <a:gd name="connsiteX2-20575" fmla="*/ 8633 w 10000"/>
              <a:gd name="connsiteY2-20576" fmla="*/ 6971 h 10000"/>
              <a:gd name="connsiteX3-20577" fmla="*/ 7975 w 10000"/>
              <a:gd name="connsiteY3-20578" fmla="*/ 7885 h 10000"/>
              <a:gd name="connsiteX4-20579" fmla="*/ 7255 w 10000"/>
              <a:gd name="connsiteY4-20580" fmla="*/ 8799 h 10000"/>
              <a:gd name="connsiteX5-20581" fmla="*/ 6605 w 10000"/>
              <a:gd name="connsiteY5-20582" fmla="*/ 9089 h 10000"/>
              <a:gd name="connsiteX6-20583" fmla="*/ 5879 w 10000"/>
              <a:gd name="connsiteY6-20584" fmla="*/ 9658 h 10000"/>
              <a:gd name="connsiteX7-20585" fmla="*/ 5159 w 10000"/>
              <a:gd name="connsiteY7-20586" fmla="*/ 10000 h 10000"/>
              <a:gd name="connsiteX8-20587" fmla="*/ 4506 w 10000"/>
              <a:gd name="connsiteY8-20588" fmla="*/ 10000 h 10000"/>
              <a:gd name="connsiteX9-20589" fmla="*/ 3789 w 10000"/>
              <a:gd name="connsiteY9-20590" fmla="*/ 10000 h 10000"/>
              <a:gd name="connsiteX10-20591" fmla="*/ 3789 w 10000"/>
              <a:gd name="connsiteY10-20592" fmla="*/ 9658 h 10000"/>
              <a:gd name="connsiteX11-20593" fmla="*/ 3456 w 10000"/>
              <a:gd name="connsiteY11-20594" fmla="*/ 9658 h 10000"/>
              <a:gd name="connsiteX12-20595" fmla="*/ 3456 w 10000"/>
              <a:gd name="connsiteY12-20596" fmla="*/ 9369 h 10000"/>
              <a:gd name="connsiteX13-20597" fmla="*/ 3456 w 10000"/>
              <a:gd name="connsiteY13-20598" fmla="*/ 8799 h 10000"/>
              <a:gd name="connsiteX14-20599" fmla="*/ 3456 w 10000"/>
              <a:gd name="connsiteY14-20600" fmla="*/ 8449 h 10000"/>
              <a:gd name="connsiteX15-20601" fmla="*/ 3456 w 10000"/>
              <a:gd name="connsiteY15-20602" fmla="*/ 8170 h 10000"/>
              <a:gd name="connsiteX16-20603" fmla="*/ 3456 w 10000"/>
              <a:gd name="connsiteY16-20604" fmla="*/ 7544 h 10000"/>
              <a:gd name="connsiteX17-20605" fmla="*/ 3456 w 10000"/>
              <a:gd name="connsiteY17-20606" fmla="*/ 6971 h 10000"/>
              <a:gd name="connsiteX18-20607" fmla="*/ 3136 w 10000"/>
              <a:gd name="connsiteY18-20608" fmla="*/ 6343 h 10000"/>
              <a:gd name="connsiteX19-20609" fmla="*/ 2741 w 10000"/>
              <a:gd name="connsiteY19-20610" fmla="*/ 5485 h 10000"/>
              <a:gd name="connsiteX20-20611" fmla="*/ 2090 w 10000"/>
              <a:gd name="connsiteY20-20612" fmla="*/ 4235 h 10000"/>
              <a:gd name="connsiteX21-20613" fmla="*/ 1763 w 10000"/>
              <a:gd name="connsiteY21-20614" fmla="*/ 3038 h 10000"/>
              <a:gd name="connsiteX22-20615" fmla="*/ 714 w 10000"/>
              <a:gd name="connsiteY22-20616" fmla="*/ 1835 h 10000"/>
              <a:gd name="connsiteX23-20617" fmla="*/ 0 w 10000"/>
              <a:gd name="connsiteY23-20618" fmla="*/ 0 h 10000"/>
              <a:gd name="connsiteX24-20619" fmla="*/ 714 w 10000"/>
              <a:gd name="connsiteY24-20620" fmla="*/ 631 h 10000"/>
              <a:gd name="connsiteX25-20621" fmla="*/ 1763 w 10000"/>
              <a:gd name="connsiteY25-20622" fmla="*/ 1261 h 10000"/>
              <a:gd name="connsiteX26-20623" fmla="*/ 2414 w 10000"/>
              <a:gd name="connsiteY26-20624" fmla="*/ 1835 h 10000"/>
              <a:gd name="connsiteX27-20625" fmla="*/ 3136 w 10000"/>
              <a:gd name="connsiteY27-20626" fmla="*/ 2117 h 10000"/>
              <a:gd name="connsiteX28-20627" fmla="*/ 3789 w 10000"/>
              <a:gd name="connsiteY28-20628" fmla="*/ 2457 h 10000"/>
              <a:gd name="connsiteX29-20629" fmla="*/ 4189 w 10000"/>
              <a:gd name="connsiteY29-20630" fmla="*/ 2457 h 10000"/>
              <a:gd name="connsiteX30-20631" fmla="*/ 4506 w 10000"/>
              <a:gd name="connsiteY30-20632" fmla="*/ 2746 h 10000"/>
              <a:gd name="connsiteX31-20633" fmla="*/ 4841 w 10000"/>
              <a:gd name="connsiteY31-20634" fmla="*/ 2746 h 10000"/>
              <a:gd name="connsiteX32-20635" fmla="*/ 5159 w 10000"/>
              <a:gd name="connsiteY32-20636" fmla="*/ 2746 h 10000"/>
              <a:gd name="connsiteX33-20637" fmla="*/ 5553 w 10000"/>
              <a:gd name="connsiteY33-20638" fmla="*/ 2746 h 10000"/>
              <a:gd name="connsiteX34-20639" fmla="*/ 5879 w 10000"/>
              <a:gd name="connsiteY34-20640" fmla="*/ 2457 h 10000"/>
              <a:gd name="connsiteX35-20641" fmla="*/ 6214 w 10000"/>
              <a:gd name="connsiteY35-20642" fmla="*/ 2117 h 10000"/>
              <a:gd name="connsiteX36-20643" fmla="*/ 6214 w 10000"/>
              <a:gd name="connsiteY36-20644" fmla="*/ 1835 h 10000"/>
              <a:gd name="connsiteX37-20645" fmla="*/ 6605 w 10000"/>
              <a:gd name="connsiteY37-20646" fmla="*/ 1548 h 10000"/>
              <a:gd name="connsiteX0-20647" fmla="*/ 10000 w 10000"/>
              <a:gd name="connsiteY0-20648" fmla="*/ 4575 h 10000"/>
              <a:gd name="connsiteX1-20649" fmla="*/ 8633 w 10000"/>
              <a:gd name="connsiteY1-20650" fmla="*/ 6971 h 10000"/>
              <a:gd name="connsiteX2-20651" fmla="*/ 7975 w 10000"/>
              <a:gd name="connsiteY2-20652" fmla="*/ 7885 h 10000"/>
              <a:gd name="connsiteX3-20653" fmla="*/ 7255 w 10000"/>
              <a:gd name="connsiteY3-20654" fmla="*/ 8799 h 10000"/>
              <a:gd name="connsiteX4-20655" fmla="*/ 6605 w 10000"/>
              <a:gd name="connsiteY4-20656" fmla="*/ 9089 h 10000"/>
              <a:gd name="connsiteX5-20657" fmla="*/ 5879 w 10000"/>
              <a:gd name="connsiteY5-20658" fmla="*/ 9658 h 10000"/>
              <a:gd name="connsiteX6-20659" fmla="*/ 5159 w 10000"/>
              <a:gd name="connsiteY6-20660" fmla="*/ 10000 h 10000"/>
              <a:gd name="connsiteX7-20661" fmla="*/ 4506 w 10000"/>
              <a:gd name="connsiteY7-20662" fmla="*/ 10000 h 10000"/>
              <a:gd name="connsiteX8-20663" fmla="*/ 3789 w 10000"/>
              <a:gd name="connsiteY8-20664" fmla="*/ 10000 h 10000"/>
              <a:gd name="connsiteX9-20665" fmla="*/ 3789 w 10000"/>
              <a:gd name="connsiteY9-20666" fmla="*/ 9658 h 10000"/>
              <a:gd name="connsiteX10-20667" fmla="*/ 3456 w 10000"/>
              <a:gd name="connsiteY10-20668" fmla="*/ 9658 h 10000"/>
              <a:gd name="connsiteX11-20669" fmla="*/ 3456 w 10000"/>
              <a:gd name="connsiteY11-20670" fmla="*/ 9369 h 10000"/>
              <a:gd name="connsiteX12-20671" fmla="*/ 3456 w 10000"/>
              <a:gd name="connsiteY12-20672" fmla="*/ 8799 h 10000"/>
              <a:gd name="connsiteX13-20673" fmla="*/ 3456 w 10000"/>
              <a:gd name="connsiteY13-20674" fmla="*/ 8449 h 10000"/>
              <a:gd name="connsiteX14-20675" fmla="*/ 3456 w 10000"/>
              <a:gd name="connsiteY14-20676" fmla="*/ 8170 h 10000"/>
              <a:gd name="connsiteX15-20677" fmla="*/ 3456 w 10000"/>
              <a:gd name="connsiteY15-20678" fmla="*/ 7544 h 10000"/>
              <a:gd name="connsiteX16-20679" fmla="*/ 3456 w 10000"/>
              <a:gd name="connsiteY16-20680" fmla="*/ 6971 h 10000"/>
              <a:gd name="connsiteX17-20681" fmla="*/ 3136 w 10000"/>
              <a:gd name="connsiteY17-20682" fmla="*/ 6343 h 10000"/>
              <a:gd name="connsiteX18-20683" fmla="*/ 2741 w 10000"/>
              <a:gd name="connsiteY18-20684" fmla="*/ 5485 h 10000"/>
              <a:gd name="connsiteX19-20685" fmla="*/ 2090 w 10000"/>
              <a:gd name="connsiteY19-20686" fmla="*/ 4235 h 10000"/>
              <a:gd name="connsiteX20-20687" fmla="*/ 1763 w 10000"/>
              <a:gd name="connsiteY20-20688" fmla="*/ 3038 h 10000"/>
              <a:gd name="connsiteX21-20689" fmla="*/ 714 w 10000"/>
              <a:gd name="connsiteY21-20690" fmla="*/ 1835 h 10000"/>
              <a:gd name="connsiteX22-20691" fmla="*/ 0 w 10000"/>
              <a:gd name="connsiteY22-20692" fmla="*/ 0 h 10000"/>
              <a:gd name="connsiteX23-20693" fmla="*/ 714 w 10000"/>
              <a:gd name="connsiteY23-20694" fmla="*/ 631 h 10000"/>
              <a:gd name="connsiteX24-20695" fmla="*/ 1763 w 10000"/>
              <a:gd name="connsiteY24-20696" fmla="*/ 1261 h 10000"/>
              <a:gd name="connsiteX25-20697" fmla="*/ 2414 w 10000"/>
              <a:gd name="connsiteY25-20698" fmla="*/ 1835 h 10000"/>
              <a:gd name="connsiteX26-20699" fmla="*/ 3136 w 10000"/>
              <a:gd name="connsiteY26-20700" fmla="*/ 2117 h 10000"/>
              <a:gd name="connsiteX27-20701" fmla="*/ 3789 w 10000"/>
              <a:gd name="connsiteY27-20702" fmla="*/ 2457 h 10000"/>
              <a:gd name="connsiteX28-20703" fmla="*/ 4189 w 10000"/>
              <a:gd name="connsiteY28-20704" fmla="*/ 2457 h 10000"/>
              <a:gd name="connsiteX29-20705" fmla="*/ 4506 w 10000"/>
              <a:gd name="connsiteY29-20706" fmla="*/ 2746 h 10000"/>
              <a:gd name="connsiteX30-20707" fmla="*/ 4841 w 10000"/>
              <a:gd name="connsiteY30-20708" fmla="*/ 2746 h 10000"/>
              <a:gd name="connsiteX31-20709" fmla="*/ 5159 w 10000"/>
              <a:gd name="connsiteY31-20710" fmla="*/ 2746 h 10000"/>
              <a:gd name="connsiteX32-20711" fmla="*/ 5553 w 10000"/>
              <a:gd name="connsiteY32-20712" fmla="*/ 2746 h 10000"/>
              <a:gd name="connsiteX33-20713" fmla="*/ 5879 w 10000"/>
              <a:gd name="connsiteY33-20714" fmla="*/ 2457 h 10000"/>
              <a:gd name="connsiteX34-20715" fmla="*/ 6214 w 10000"/>
              <a:gd name="connsiteY34-20716" fmla="*/ 2117 h 10000"/>
              <a:gd name="connsiteX35-20717" fmla="*/ 6214 w 10000"/>
              <a:gd name="connsiteY35-20718" fmla="*/ 1835 h 10000"/>
              <a:gd name="connsiteX36-20719" fmla="*/ 6605 w 10000"/>
              <a:gd name="connsiteY36-20720" fmla="*/ 1548 h 10000"/>
              <a:gd name="connsiteX0-20721" fmla="*/ 8633 w 8633"/>
              <a:gd name="connsiteY0-20722" fmla="*/ 6971 h 10000"/>
              <a:gd name="connsiteX1-20723" fmla="*/ 7975 w 8633"/>
              <a:gd name="connsiteY1-20724" fmla="*/ 7885 h 10000"/>
              <a:gd name="connsiteX2-20725" fmla="*/ 7255 w 8633"/>
              <a:gd name="connsiteY2-20726" fmla="*/ 8799 h 10000"/>
              <a:gd name="connsiteX3-20727" fmla="*/ 6605 w 8633"/>
              <a:gd name="connsiteY3-20728" fmla="*/ 9089 h 10000"/>
              <a:gd name="connsiteX4-20729" fmla="*/ 5879 w 8633"/>
              <a:gd name="connsiteY4-20730" fmla="*/ 9658 h 10000"/>
              <a:gd name="connsiteX5-20731" fmla="*/ 5159 w 8633"/>
              <a:gd name="connsiteY5-20732" fmla="*/ 10000 h 10000"/>
              <a:gd name="connsiteX6-20733" fmla="*/ 4506 w 8633"/>
              <a:gd name="connsiteY6-20734" fmla="*/ 10000 h 10000"/>
              <a:gd name="connsiteX7-20735" fmla="*/ 3789 w 8633"/>
              <a:gd name="connsiteY7-20736" fmla="*/ 10000 h 10000"/>
              <a:gd name="connsiteX8-20737" fmla="*/ 3789 w 8633"/>
              <a:gd name="connsiteY8-20738" fmla="*/ 9658 h 10000"/>
              <a:gd name="connsiteX9-20739" fmla="*/ 3456 w 8633"/>
              <a:gd name="connsiteY9-20740" fmla="*/ 9658 h 10000"/>
              <a:gd name="connsiteX10-20741" fmla="*/ 3456 w 8633"/>
              <a:gd name="connsiteY10-20742" fmla="*/ 9369 h 10000"/>
              <a:gd name="connsiteX11-20743" fmla="*/ 3456 w 8633"/>
              <a:gd name="connsiteY11-20744" fmla="*/ 8799 h 10000"/>
              <a:gd name="connsiteX12-20745" fmla="*/ 3456 w 8633"/>
              <a:gd name="connsiteY12-20746" fmla="*/ 8449 h 10000"/>
              <a:gd name="connsiteX13-20747" fmla="*/ 3456 w 8633"/>
              <a:gd name="connsiteY13-20748" fmla="*/ 8170 h 10000"/>
              <a:gd name="connsiteX14-20749" fmla="*/ 3456 w 8633"/>
              <a:gd name="connsiteY14-20750" fmla="*/ 7544 h 10000"/>
              <a:gd name="connsiteX15-20751" fmla="*/ 3456 w 8633"/>
              <a:gd name="connsiteY15-20752" fmla="*/ 6971 h 10000"/>
              <a:gd name="connsiteX16-20753" fmla="*/ 3136 w 8633"/>
              <a:gd name="connsiteY16-20754" fmla="*/ 6343 h 10000"/>
              <a:gd name="connsiteX17-20755" fmla="*/ 2741 w 8633"/>
              <a:gd name="connsiteY17-20756" fmla="*/ 5485 h 10000"/>
              <a:gd name="connsiteX18-20757" fmla="*/ 2090 w 8633"/>
              <a:gd name="connsiteY18-20758" fmla="*/ 4235 h 10000"/>
              <a:gd name="connsiteX19-20759" fmla="*/ 1763 w 8633"/>
              <a:gd name="connsiteY19-20760" fmla="*/ 3038 h 10000"/>
              <a:gd name="connsiteX20-20761" fmla="*/ 714 w 8633"/>
              <a:gd name="connsiteY20-20762" fmla="*/ 1835 h 10000"/>
              <a:gd name="connsiteX21-20763" fmla="*/ 0 w 8633"/>
              <a:gd name="connsiteY21-20764" fmla="*/ 0 h 10000"/>
              <a:gd name="connsiteX22-20765" fmla="*/ 714 w 8633"/>
              <a:gd name="connsiteY22-20766" fmla="*/ 631 h 10000"/>
              <a:gd name="connsiteX23-20767" fmla="*/ 1763 w 8633"/>
              <a:gd name="connsiteY23-20768" fmla="*/ 1261 h 10000"/>
              <a:gd name="connsiteX24-20769" fmla="*/ 2414 w 8633"/>
              <a:gd name="connsiteY24-20770" fmla="*/ 1835 h 10000"/>
              <a:gd name="connsiteX25-20771" fmla="*/ 3136 w 8633"/>
              <a:gd name="connsiteY25-20772" fmla="*/ 2117 h 10000"/>
              <a:gd name="connsiteX26-20773" fmla="*/ 3789 w 8633"/>
              <a:gd name="connsiteY26-20774" fmla="*/ 2457 h 10000"/>
              <a:gd name="connsiteX27-20775" fmla="*/ 4189 w 8633"/>
              <a:gd name="connsiteY27-20776" fmla="*/ 2457 h 10000"/>
              <a:gd name="connsiteX28-20777" fmla="*/ 4506 w 8633"/>
              <a:gd name="connsiteY28-20778" fmla="*/ 2746 h 10000"/>
              <a:gd name="connsiteX29-20779" fmla="*/ 4841 w 8633"/>
              <a:gd name="connsiteY29-20780" fmla="*/ 2746 h 10000"/>
              <a:gd name="connsiteX30-20781" fmla="*/ 5159 w 8633"/>
              <a:gd name="connsiteY30-20782" fmla="*/ 2746 h 10000"/>
              <a:gd name="connsiteX31-20783" fmla="*/ 5553 w 8633"/>
              <a:gd name="connsiteY31-20784" fmla="*/ 2746 h 10000"/>
              <a:gd name="connsiteX32-20785" fmla="*/ 5879 w 8633"/>
              <a:gd name="connsiteY32-20786" fmla="*/ 2457 h 10000"/>
              <a:gd name="connsiteX33-20787" fmla="*/ 6214 w 8633"/>
              <a:gd name="connsiteY33-20788" fmla="*/ 2117 h 10000"/>
              <a:gd name="connsiteX34-20789" fmla="*/ 6214 w 8633"/>
              <a:gd name="connsiteY34-20790" fmla="*/ 1835 h 10000"/>
              <a:gd name="connsiteX35-20791" fmla="*/ 6605 w 8633"/>
              <a:gd name="connsiteY35-20792" fmla="*/ 1548 h 10000"/>
              <a:gd name="connsiteX0-20793" fmla="*/ 9238 w 9238"/>
              <a:gd name="connsiteY0-20794" fmla="*/ 7885 h 10000"/>
              <a:gd name="connsiteX1-20795" fmla="*/ 8404 w 9238"/>
              <a:gd name="connsiteY1-20796" fmla="*/ 8799 h 10000"/>
              <a:gd name="connsiteX2-20797" fmla="*/ 7651 w 9238"/>
              <a:gd name="connsiteY2-20798" fmla="*/ 9089 h 10000"/>
              <a:gd name="connsiteX3-20799" fmla="*/ 6810 w 9238"/>
              <a:gd name="connsiteY3-20800" fmla="*/ 9658 h 10000"/>
              <a:gd name="connsiteX4-20801" fmla="*/ 5976 w 9238"/>
              <a:gd name="connsiteY4-20802" fmla="*/ 10000 h 10000"/>
              <a:gd name="connsiteX5-20803" fmla="*/ 5220 w 9238"/>
              <a:gd name="connsiteY5-20804" fmla="*/ 10000 h 10000"/>
              <a:gd name="connsiteX6-20805" fmla="*/ 4389 w 9238"/>
              <a:gd name="connsiteY6-20806" fmla="*/ 10000 h 10000"/>
              <a:gd name="connsiteX7-20807" fmla="*/ 4389 w 9238"/>
              <a:gd name="connsiteY7-20808" fmla="*/ 9658 h 10000"/>
              <a:gd name="connsiteX8-20809" fmla="*/ 4003 w 9238"/>
              <a:gd name="connsiteY8-20810" fmla="*/ 9658 h 10000"/>
              <a:gd name="connsiteX9-20811" fmla="*/ 4003 w 9238"/>
              <a:gd name="connsiteY9-20812" fmla="*/ 9369 h 10000"/>
              <a:gd name="connsiteX10-20813" fmla="*/ 4003 w 9238"/>
              <a:gd name="connsiteY10-20814" fmla="*/ 8799 h 10000"/>
              <a:gd name="connsiteX11-20815" fmla="*/ 4003 w 9238"/>
              <a:gd name="connsiteY11-20816" fmla="*/ 8449 h 10000"/>
              <a:gd name="connsiteX12-20817" fmla="*/ 4003 w 9238"/>
              <a:gd name="connsiteY12-20818" fmla="*/ 8170 h 10000"/>
              <a:gd name="connsiteX13-20819" fmla="*/ 4003 w 9238"/>
              <a:gd name="connsiteY13-20820" fmla="*/ 7544 h 10000"/>
              <a:gd name="connsiteX14-20821" fmla="*/ 4003 w 9238"/>
              <a:gd name="connsiteY14-20822" fmla="*/ 6971 h 10000"/>
              <a:gd name="connsiteX15-20823" fmla="*/ 3633 w 9238"/>
              <a:gd name="connsiteY15-20824" fmla="*/ 6343 h 10000"/>
              <a:gd name="connsiteX16-20825" fmla="*/ 3175 w 9238"/>
              <a:gd name="connsiteY16-20826" fmla="*/ 5485 h 10000"/>
              <a:gd name="connsiteX17-20827" fmla="*/ 2421 w 9238"/>
              <a:gd name="connsiteY17-20828" fmla="*/ 4235 h 10000"/>
              <a:gd name="connsiteX18-20829" fmla="*/ 2042 w 9238"/>
              <a:gd name="connsiteY18-20830" fmla="*/ 3038 h 10000"/>
              <a:gd name="connsiteX19-20831" fmla="*/ 827 w 9238"/>
              <a:gd name="connsiteY19-20832" fmla="*/ 1835 h 10000"/>
              <a:gd name="connsiteX20-20833" fmla="*/ 0 w 9238"/>
              <a:gd name="connsiteY20-20834" fmla="*/ 0 h 10000"/>
              <a:gd name="connsiteX21-20835" fmla="*/ 827 w 9238"/>
              <a:gd name="connsiteY21-20836" fmla="*/ 631 h 10000"/>
              <a:gd name="connsiteX22-20837" fmla="*/ 2042 w 9238"/>
              <a:gd name="connsiteY22-20838" fmla="*/ 1261 h 10000"/>
              <a:gd name="connsiteX23-20839" fmla="*/ 2796 w 9238"/>
              <a:gd name="connsiteY23-20840" fmla="*/ 1835 h 10000"/>
              <a:gd name="connsiteX24-20841" fmla="*/ 3633 w 9238"/>
              <a:gd name="connsiteY24-20842" fmla="*/ 2117 h 10000"/>
              <a:gd name="connsiteX25-20843" fmla="*/ 4389 w 9238"/>
              <a:gd name="connsiteY25-20844" fmla="*/ 2457 h 10000"/>
              <a:gd name="connsiteX26-20845" fmla="*/ 4852 w 9238"/>
              <a:gd name="connsiteY26-20846" fmla="*/ 2457 h 10000"/>
              <a:gd name="connsiteX27-20847" fmla="*/ 5220 w 9238"/>
              <a:gd name="connsiteY27-20848" fmla="*/ 2746 h 10000"/>
              <a:gd name="connsiteX28-20849" fmla="*/ 5608 w 9238"/>
              <a:gd name="connsiteY28-20850" fmla="*/ 2746 h 10000"/>
              <a:gd name="connsiteX29-20851" fmla="*/ 5976 w 9238"/>
              <a:gd name="connsiteY29-20852" fmla="*/ 2746 h 10000"/>
              <a:gd name="connsiteX30-20853" fmla="*/ 6432 w 9238"/>
              <a:gd name="connsiteY30-20854" fmla="*/ 2746 h 10000"/>
              <a:gd name="connsiteX31-20855" fmla="*/ 6810 w 9238"/>
              <a:gd name="connsiteY31-20856" fmla="*/ 2457 h 10000"/>
              <a:gd name="connsiteX32-20857" fmla="*/ 7198 w 9238"/>
              <a:gd name="connsiteY32-20858" fmla="*/ 2117 h 10000"/>
              <a:gd name="connsiteX33-20859" fmla="*/ 7198 w 9238"/>
              <a:gd name="connsiteY33-20860" fmla="*/ 1835 h 10000"/>
              <a:gd name="connsiteX34-20861" fmla="*/ 7651 w 9238"/>
              <a:gd name="connsiteY34-20862" fmla="*/ 1548 h 10000"/>
              <a:gd name="connsiteX0-20863" fmla="*/ 10000 w 10000"/>
              <a:gd name="connsiteY0-20864" fmla="*/ 7885 h 10000"/>
              <a:gd name="connsiteX1-20865" fmla="*/ 8282 w 10000"/>
              <a:gd name="connsiteY1-20866" fmla="*/ 9089 h 10000"/>
              <a:gd name="connsiteX2-20867" fmla="*/ 7372 w 10000"/>
              <a:gd name="connsiteY2-20868" fmla="*/ 9658 h 10000"/>
              <a:gd name="connsiteX3-20869" fmla="*/ 6469 w 10000"/>
              <a:gd name="connsiteY3-20870" fmla="*/ 10000 h 10000"/>
              <a:gd name="connsiteX4-20871" fmla="*/ 5651 w 10000"/>
              <a:gd name="connsiteY4-20872" fmla="*/ 10000 h 10000"/>
              <a:gd name="connsiteX5-20873" fmla="*/ 4751 w 10000"/>
              <a:gd name="connsiteY5-20874" fmla="*/ 10000 h 10000"/>
              <a:gd name="connsiteX6-20875" fmla="*/ 4751 w 10000"/>
              <a:gd name="connsiteY6-20876" fmla="*/ 9658 h 10000"/>
              <a:gd name="connsiteX7-20877" fmla="*/ 4333 w 10000"/>
              <a:gd name="connsiteY7-20878" fmla="*/ 9658 h 10000"/>
              <a:gd name="connsiteX8-20879" fmla="*/ 4333 w 10000"/>
              <a:gd name="connsiteY8-20880" fmla="*/ 9369 h 10000"/>
              <a:gd name="connsiteX9-20881" fmla="*/ 4333 w 10000"/>
              <a:gd name="connsiteY9-20882" fmla="*/ 8799 h 10000"/>
              <a:gd name="connsiteX10-20883" fmla="*/ 4333 w 10000"/>
              <a:gd name="connsiteY10-20884" fmla="*/ 8449 h 10000"/>
              <a:gd name="connsiteX11-20885" fmla="*/ 4333 w 10000"/>
              <a:gd name="connsiteY11-20886" fmla="*/ 8170 h 10000"/>
              <a:gd name="connsiteX12-20887" fmla="*/ 4333 w 10000"/>
              <a:gd name="connsiteY12-20888" fmla="*/ 7544 h 10000"/>
              <a:gd name="connsiteX13-20889" fmla="*/ 4333 w 10000"/>
              <a:gd name="connsiteY13-20890" fmla="*/ 6971 h 10000"/>
              <a:gd name="connsiteX14-20891" fmla="*/ 3933 w 10000"/>
              <a:gd name="connsiteY14-20892" fmla="*/ 6343 h 10000"/>
              <a:gd name="connsiteX15-20893" fmla="*/ 3437 w 10000"/>
              <a:gd name="connsiteY15-20894" fmla="*/ 5485 h 10000"/>
              <a:gd name="connsiteX16-20895" fmla="*/ 2621 w 10000"/>
              <a:gd name="connsiteY16-20896" fmla="*/ 4235 h 10000"/>
              <a:gd name="connsiteX17-20897" fmla="*/ 2210 w 10000"/>
              <a:gd name="connsiteY17-20898" fmla="*/ 3038 h 10000"/>
              <a:gd name="connsiteX18-20899" fmla="*/ 895 w 10000"/>
              <a:gd name="connsiteY18-20900" fmla="*/ 1835 h 10000"/>
              <a:gd name="connsiteX19-20901" fmla="*/ 0 w 10000"/>
              <a:gd name="connsiteY19-20902" fmla="*/ 0 h 10000"/>
              <a:gd name="connsiteX20-20903" fmla="*/ 895 w 10000"/>
              <a:gd name="connsiteY20-20904" fmla="*/ 631 h 10000"/>
              <a:gd name="connsiteX21-20905" fmla="*/ 2210 w 10000"/>
              <a:gd name="connsiteY21-20906" fmla="*/ 1261 h 10000"/>
              <a:gd name="connsiteX22-20907" fmla="*/ 3027 w 10000"/>
              <a:gd name="connsiteY22-20908" fmla="*/ 1835 h 10000"/>
              <a:gd name="connsiteX23-20909" fmla="*/ 3933 w 10000"/>
              <a:gd name="connsiteY23-20910" fmla="*/ 2117 h 10000"/>
              <a:gd name="connsiteX24-20911" fmla="*/ 4751 w 10000"/>
              <a:gd name="connsiteY24-20912" fmla="*/ 2457 h 10000"/>
              <a:gd name="connsiteX25-20913" fmla="*/ 5252 w 10000"/>
              <a:gd name="connsiteY25-20914" fmla="*/ 2457 h 10000"/>
              <a:gd name="connsiteX26-20915" fmla="*/ 5651 w 10000"/>
              <a:gd name="connsiteY26-20916" fmla="*/ 2746 h 10000"/>
              <a:gd name="connsiteX27-20917" fmla="*/ 6071 w 10000"/>
              <a:gd name="connsiteY27-20918" fmla="*/ 2746 h 10000"/>
              <a:gd name="connsiteX28-20919" fmla="*/ 6469 w 10000"/>
              <a:gd name="connsiteY28-20920" fmla="*/ 2746 h 10000"/>
              <a:gd name="connsiteX29-20921" fmla="*/ 6963 w 10000"/>
              <a:gd name="connsiteY29-20922" fmla="*/ 2746 h 10000"/>
              <a:gd name="connsiteX30-20923" fmla="*/ 7372 w 10000"/>
              <a:gd name="connsiteY30-20924" fmla="*/ 2457 h 10000"/>
              <a:gd name="connsiteX31-20925" fmla="*/ 7792 w 10000"/>
              <a:gd name="connsiteY31-20926" fmla="*/ 2117 h 10000"/>
              <a:gd name="connsiteX32-20927" fmla="*/ 7792 w 10000"/>
              <a:gd name="connsiteY32-20928" fmla="*/ 1835 h 10000"/>
              <a:gd name="connsiteX33-20929" fmla="*/ 8282 w 10000"/>
              <a:gd name="connsiteY33-20930" fmla="*/ 1548 h 10000"/>
              <a:gd name="connsiteX0-20931" fmla="*/ 10000 w 10000"/>
              <a:gd name="connsiteY0-20932" fmla="*/ 7885 h 10000"/>
              <a:gd name="connsiteX1-20933" fmla="*/ 8282 w 10000"/>
              <a:gd name="connsiteY1-20934" fmla="*/ 9089 h 10000"/>
              <a:gd name="connsiteX2-20935" fmla="*/ 7372 w 10000"/>
              <a:gd name="connsiteY2-20936" fmla="*/ 9658 h 10000"/>
              <a:gd name="connsiteX3-20937" fmla="*/ 6469 w 10000"/>
              <a:gd name="connsiteY3-20938" fmla="*/ 10000 h 10000"/>
              <a:gd name="connsiteX4-20939" fmla="*/ 5651 w 10000"/>
              <a:gd name="connsiteY4-20940" fmla="*/ 10000 h 10000"/>
              <a:gd name="connsiteX5-20941" fmla="*/ 4751 w 10000"/>
              <a:gd name="connsiteY5-20942" fmla="*/ 10000 h 10000"/>
              <a:gd name="connsiteX6-20943" fmla="*/ 4751 w 10000"/>
              <a:gd name="connsiteY6-20944" fmla="*/ 9658 h 10000"/>
              <a:gd name="connsiteX7-20945" fmla="*/ 4333 w 10000"/>
              <a:gd name="connsiteY7-20946" fmla="*/ 9658 h 10000"/>
              <a:gd name="connsiteX8-20947" fmla="*/ 4333 w 10000"/>
              <a:gd name="connsiteY8-20948" fmla="*/ 9369 h 10000"/>
              <a:gd name="connsiteX9-20949" fmla="*/ 4333 w 10000"/>
              <a:gd name="connsiteY9-20950" fmla="*/ 8799 h 10000"/>
              <a:gd name="connsiteX10-20951" fmla="*/ 4333 w 10000"/>
              <a:gd name="connsiteY10-20952" fmla="*/ 8449 h 10000"/>
              <a:gd name="connsiteX11-20953" fmla="*/ 4333 w 10000"/>
              <a:gd name="connsiteY11-20954" fmla="*/ 8170 h 10000"/>
              <a:gd name="connsiteX12-20955" fmla="*/ 4333 w 10000"/>
              <a:gd name="connsiteY12-20956" fmla="*/ 7544 h 10000"/>
              <a:gd name="connsiteX13-20957" fmla="*/ 4333 w 10000"/>
              <a:gd name="connsiteY13-20958" fmla="*/ 6971 h 10000"/>
              <a:gd name="connsiteX14-20959" fmla="*/ 3933 w 10000"/>
              <a:gd name="connsiteY14-20960" fmla="*/ 6343 h 10000"/>
              <a:gd name="connsiteX15-20961" fmla="*/ 3437 w 10000"/>
              <a:gd name="connsiteY15-20962" fmla="*/ 5485 h 10000"/>
              <a:gd name="connsiteX16-20963" fmla="*/ 2621 w 10000"/>
              <a:gd name="connsiteY16-20964" fmla="*/ 4235 h 10000"/>
              <a:gd name="connsiteX17-20965" fmla="*/ 2210 w 10000"/>
              <a:gd name="connsiteY17-20966" fmla="*/ 3038 h 10000"/>
              <a:gd name="connsiteX18-20967" fmla="*/ 895 w 10000"/>
              <a:gd name="connsiteY18-20968" fmla="*/ 1835 h 10000"/>
              <a:gd name="connsiteX19-20969" fmla="*/ 0 w 10000"/>
              <a:gd name="connsiteY19-20970" fmla="*/ 0 h 10000"/>
              <a:gd name="connsiteX20-20971" fmla="*/ 895 w 10000"/>
              <a:gd name="connsiteY20-20972" fmla="*/ 631 h 10000"/>
              <a:gd name="connsiteX21-20973" fmla="*/ 2210 w 10000"/>
              <a:gd name="connsiteY21-20974" fmla="*/ 1261 h 10000"/>
              <a:gd name="connsiteX22-20975" fmla="*/ 3027 w 10000"/>
              <a:gd name="connsiteY22-20976" fmla="*/ 1835 h 10000"/>
              <a:gd name="connsiteX23-20977" fmla="*/ 3933 w 10000"/>
              <a:gd name="connsiteY23-20978" fmla="*/ 2117 h 10000"/>
              <a:gd name="connsiteX24-20979" fmla="*/ 4751 w 10000"/>
              <a:gd name="connsiteY24-20980" fmla="*/ 2457 h 10000"/>
              <a:gd name="connsiteX25-20981" fmla="*/ 5252 w 10000"/>
              <a:gd name="connsiteY25-20982" fmla="*/ 2457 h 10000"/>
              <a:gd name="connsiteX26-20983" fmla="*/ 5651 w 10000"/>
              <a:gd name="connsiteY26-20984" fmla="*/ 2746 h 10000"/>
              <a:gd name="connsiteX27-20985" fmla="*/ 6071 w 10000"/>
              <a:gd name="connsiteY27-20986" fmla="*/ 2746 h 10000"/>
              <a:gd name="connsiteX28-20987" fmla="*/ 6469 w 10000"/>
              <a:gd name="connsiteY28-20988" fmla="*/ 2746 h 10000"/>
              <a:gd name="connsiteX29-20989" fmla="*/ 6963 w 10000"/>
              <a:gd name="connsiteY29-20990" fmla="*/ 2746 h 10000"/>
              <a:gd name="connsiteX30-20991" fmla="*/ 7372 w 10000"/>
              <a:gd name="connsiteY30-20992" fmla="*/ 2457 h 10000"/>
              <a:gd name="connsiteX31-20993" fmla="*/ 7792 w 10000"/>
              <a:gd name="connsiteY31-20994" fmla="*/ 2117 h 10000"/>
              <a:gd name="connsiteX32-20995" fmla="*/ 7792 w 10000"/>
              <a:gd name="connsiteY32-20996" fmla="*/ 1835 h 10000"/>
              <a:gd name="connsiteX0-20997" fmla="*/ 10000 w 10000"/>
              <a:gd name="connsiteY0-20998" fmla="*/ 7885 h 10000"/>
              <a:gd name="connsiteX1-20999" fmla="*/ 8282 w 10000"/>
              <a:gd name="connsiteY1-21000" fmla="*/ 9089 h 10000"/>
              <a:gd name="connsiteX2-21001" fmla="*/ 7372 w 10000"/>
              <a:gd name="connsiteY2-21002" fmla="*/ 9658 h 10000"/>
              <a:gd name="connsiteX3-21003" fmla="*/ 6469 w 10000"/>
              <a:gd name="connsiteY3-21004" fmla="*/ 10000 h 10000"/>
              <a:gd name="connsiteX4-21005" fmla="*/ 5651 w 10000"/>
              <a:gd name="connsiteY4-21006" fmla="*/ 10000 h 10000"/>
              <a:gd name="connsiteX5-21007" fmla="*/ 4751 w 10000"/>
              <a:gd name="connsiteY5-21008" fmla="*/ 10000 h 10000"/>
              <a:gd name="connsiteX6-21009" fmla="*/ 4751 w 10000"/>
              <a:gd name="connsiteY6-21010" fmla="*/ 9658 h 10000"/>
              <a:gd name="connsiteX7-21011" fmla="*/ 4333 w 10000"/>
              <a:gd name="connsiteY7-21012" fmla="*/ 9658 h 10000"/>
              <a:gd name="connsiteX8-21013" fmla="*/ 4333 w 10000"/>
              <a:gd name="connsiteY8-21014" fmla="*/ 9369 h 10000"/>
              <a:gd name="connsiteX9-21015" fmla="*/ 4333 w 10000"/>
              <a:gd name="connsiteY9-21016" fmla="*/ 8799 h 10000"/>
              <a:gd name="connsiteX10-21017" fmla="*/ 4333 w 10000"/>
              <a:gd name="connsiteY10-21018" fmla="*/ 8449 h 10000"/>
              <a:gd name="connsiteX11-21019" fmla="*/ 4333 w 10000"/>
              <a:gd name="connsiteY11-21020" fmla="*/ 8170 h 10000"/>
              <a:gd name="connsiteX12-21021" fmla="*/ 4333 w 10000"/>
              <a:gd name="connsiteY12-21022" fmla="*/ 7544 h 10000"/>
              <a:gd name="connsiteX13-21023" fmla="*/ 4333 w 10000"/>
              <a:gd name="connsiteY13-21024" fmla="*/ 6971 h 10000"/>
              <a:gd name="connsiteX14-21025" fmla="*/ 3933 w 10000"/>
              <a:gd name="connsiteY14-21026" fmla="*/ 6343 h 10000"/>
              <a:gd name="connsiteX15-21027" fmla="*/ 3437 w 10000"/>
              <a:gd name="connsiteY15-21028" fmla="*/ 5485 h 10000"/>
              <a:gd name="connsiteX16-21029" fmla="*/ 2621 w 10000"/>
              <a:gd name="connsiteY16-21030" fmla="*/ 4235 h 10000"/>
              <a:gd name="connsiteX17-21031" fmla="*/ 2210 w 10000"/>
              <a:gd name="connsiteY17-21032" fmla="*/ 3038 h 10000"/>
              <a:gd name="connsiteX18-21033" fmla="*/ 895 w 10000"/>
              <a:gd name="connsiteY18-21034" fmla="*/ 1835 h 10000"/>
              <a:gd name="connsiteX19-21035" fmla="*/ 0 w 10000"/>
              <a:gd name="connsiteY19-21036" fmla="*/ 0 h 10000"/>
              <a:gd name="connsiteX20-21037" fmla="*/ 895 w 10000"/>
              <a:gd name="connsiteY20-21038" fmla="*/ 631 h 10000"/>
              <a:gd name="connsiteX21-21039" fmla="*/ 2210 w 10000"/>
              <a:gd name="connsiteY21-21040" fmla="*/ 1261 h 10000"/>
              <a:gd name="connsiteX22-21041" fmla="*/ 3027 w 10000"/>
              <a:gd name="connsiteY22-21042" fmla="*/ 1835 h 10000"/>
              <a:gd name="connsiteX23-21043" fmla="*/ 3933 w 10000"/>
              <a:gd name="connsiteY23-21044" fmla="*/ 2117 h 10000"/>
              <a:gd name="connsiteX24-21045" fmla="*/ 4751 w 10000"/>
              <a:gd name="connsiteY24-21046" fmla="*/ 2457 h 10000"/>
              <a:gd name="connsiteX25-21047" fmla="*/ 5252 w 10000"/>
              <a:gd name="connsiteY25-21048" fmla="*/ 2457 h 10000"/>
              <a:gd name="connsiteX26-21049" fmla="*/ 5651 w 10000"/>
              <a:gd name="connsiteY26-21050" fmla="*/ 2746 h 10000"/>
              <a:gd name="connsiteX27-21051" fmla="*/ 6071 w 10000"/>
              <a:gd name="connsiteY27-21052" fmla="*/ 2746 h 10000"/>
              <a:gd name="connsiteX28-21053" fmla="*/ 6469 w 10000"/>
              <a:gd name="connsiteY28-21054" fmla="*/ 2746 h 10000"/>
              <a:gd name="connsiteX29-21055" fmla="*/ 6963 w 10000"/>
              <a:gd name="connsiteY29-21056" fmla="*/ 2746 h 10000"/>
              <a:gd name="connsiteX30-21057" fmla="*/ 7372 w 10000"/>
              <a:gd name="connsiteY30-21058" fmla="*/ 2457 h 10000"/>
              <a:gd name="connsiteX31-21059" fmla="*/ 7792 w 10000"/>
              <a:gd name="connsiteY31-21060" fmla="*/ 2117 h 10000"/>
              <a:gd name="connsiteX0-21061" fmla="*/ 10000 w 10000"/>
              <a:gd name="connsiteY0-21062" fmla="*/ 7885 h 10000"/>
              <a:gd name="connsiteX1-21063" fmla="*/ 8282 w 10000"/>
              <a:gd name="connsiteY1-21064" fmla="*/ 9089 h 10000"/>
              <a:gd name="connsiteX2-21065" fmla="*/ 7372 w 10000"/>
              <a:gd name="connsiteY2-21066" fmla="*/ 9658 h 10000"/>
              <a:gd name="connsiteX3-21067" fmla="*/ 6469 w 10000"/>
              <a:gd name="connsiteY3-21068" fmla="*/ 10000 h 10000"/>
              <a:gd name="connsiteX4-21069" fmla="*/ 5651 w 10000"/>
              <a:gd name="connsiteY4-21070" fmla="*/ 10000 h 10000"/>
              <a:gd name="connsiteX5-21071" fmla="*/ 4751 w 10000"/>
              <a:gd name="connsiteY5-21072" fmla="*/ 10000 h 10000"/>
              <a:gd name="connsiteX6-21073" fmla="*/ 4751 w 10000"/>
              <a:gd name="connsiteY6-21074" fmla="*/ 9658 h 10000"/>
              <a:gd name="connsiteX7-21075" fmla="*/ 4333 w 10000"/>
              <a:gd name="connsiteY7-21076" fmla="*/ 9658 h 10000"/>
              <a:gd name="connsiteX8-21077" fmla="*/ 4333 w 10000"/>
              <a:gd name="connsiteY8-21078" fmla="*/ 9369 h 10000"/>
              <a:gd name="connsiteX9-21079" fmla="*/ 4333 w 10000"/>
              <a:gd name="connsiteY9-21080" fmla="*/ 8799 h 10000"/>
              <a:gd name="connsiteX10-21081" fmla="*/ 4333 w 10000"/>
              <a:gd name="connsiteY10-21082" fmla="*/ 8449 h 10000"/>
              <a:gd name="connsiteX11-21083" fmla="*/ 4333 w 10000"/>
              <a:gd name="connsiteY11-21084" fmla="*/ 8170 h 10000"/>
              <a:gd name="connsiteX12-21085" fmla="*/ 4333 w 10000"/>
              <a:gd name="connsiteY12-21086" fmla="*/ 7544 h 10000"/>
              <a:gd name="connsiteX13-21087" fmla="*/ 4333 w 10000"/>
              <a:gd name="connsiteY13-21088" fmla="*/ 6971 h 10000"/>
              <a:gd name="connsiteX14-21089" fmla="*/ 3933 w 10000"/>
              <a:gd name="connsiteY14-21090" fmla="*/ 6343 h 10000"/>
              <a:gd name="connsiteX15-21091" fmla="*/ 3437 w 10000"/>
              <a:gd name="connsiteY15-21092" fmla="*/ 5485 h 10000"/>
              <a:gd name="connsiteX16-21093" fmla="*/ 2621 w 10000"/>
              <a:gd name="connsiteY16-21094" fmla="*/ 4235 h 10000"/>
              <a:gd name="connsiteX17-21095" fmla="*/ 2210 w 10000"/>
              <a:gd name="connsiteY17-21096" fmla="*/ 3038 h 10000"/>
              <a:gd name="connsiteX18-21097" fmla="*/ 895 w 10000"/>
              <a:gd name="connsiteY18-21098" fmla="*/ 1835 h 10000"/>
              <a:gd name="connsiteX19-21099" fmla="*/ 0 w 10000"/>
              <a:gd name="connsiteY19-21100" fmla="*/ 0 h 10000"/>
              <a:gd name="connsiteX20-21101" fmla="*/ 895 w 10000"/>
              <a:gd name="connsiteY20-21102" fmla="*/ 631 h 10000"/>
              <a:gd name="connsiteX21-21103" fmla="*/ 2210 w 10000"/>
              <a:gd name="connsiteY21-21104" fmla="*/ 1261 h 10000"/>
              <a:gd name="connsiteX22-21105" fmla="*/ 3027 w 10000"/>
              <a:gd name="connsiteY22-21106" fmla="*/ 1835 h 10000"/>
              <a:gd name="connsiteX23-21107" fmla="*/ 3933 w 10000"/>
              <a:gd name="connsiteY23-21108" fmla="*/ 2117 h 10000"/>
              <a:gd name="connsiteX24-21109" fmla="*/ 4751 w 10000"/>
              <a:gd name="connsiteY24-21110" fmla="*/ 2457 h 10000"/>
              <a:gd name="connsiteX25-21111" fmla="*/ 5252 w 10000"/>
              <a:gd name="connsiteY25-21112" fmla="*/ 2457 h 10000"/>
              <a:gd name="connsiteX26-21113" fmla="*/ 5651 w 10000"/>
              <a:gd name="connsiteY26-21114" fmla="*/ 2746 h 10000"/>
              <a:gd name="connsiteX27-21115" fmla="*/ 6071 w 10000"/>
              <a:gd name="connsiteY27-21116" fmla="*/ 2746 h 10000"/>
              <a:gd name="connsiteX28-21117" fmla="*/ 6469 w 10000"/>
              <a:gd name="connsiteY28-21118" fmla="*/ 2746 h 10000"/>
              <a:gd name="connsiteX29-21119" fmla="*/ 6963 w 10000"/>
              <a:gd name="connsiteY29-21120" fmla="*/ 2746 h 10000"/>
              <a:gd name="connsiteX30-21121" fmla="*/ 7372 w 10000"/>
              <a:gd name="connsiteY30-21122" fmla="*/ 2457 h 10000"/>
              <a:gd name="connsiteX0-21123" fmla="*/ 8282 w 8282"/>
              <a:gd name="connsiteY0-21124" fmla="*/ 9089 h 10000"/>
              <a:gd name="connsiteX1-21125" fmla="*/ 7372 w 8282"/>
              <a:gd name="connsiteY1-21126" fmla="*/ 9658 h 10000"/>
              <a:gd name="connsiteX2-21127" fmla="*/ 6469 w 8282"/>
              <a:gd name="connsiteY2-21128" fmla="*/ 10000 h 10000"/>
              <a:gd name="connsiteX3-21129" fmla="*/ 5651 w 8282"/>
              <a:gd name="connsiteY3-21130" fmla="*/ 10000 h 10000"/>
              <a:gd name="connsiteX4-21131" fmla="*/ 4751 w 8282"/>
              <a:gd name="connsiteY4-21132" fmla="*/ 10000 h 10000"/>
              <a:gd name="connsiteX5-21133" fmla="*/ 4751 w 8282"/>
              <a:gd name="connsiteY5-21134" fmla="*/ 9658 h 10000"/>
              <a:gd name="connsiteX6-21135" fmla="*/ 4333 w 8282"/>
              <a:gd name="connsiteY6-21136" fmla="*/ 9658 h 10000"/>
              <a:gd name="connsiteX7-21137" fmla="*/ 4333 w 8282"/>
              <a:gd name="connsiteY7-21138" fmla="*/ 9369 h 10000"/>
              <a:gd name="connsiteX8-21139" fmla="*/ 4333 w 8282"/>
              <a:gd name="connsiteY8-21140" fmla="*/ 8799 h 10000"/>
              <a:gd name="connsiteX9-21141" fmla="*/ 4333 w 8282"/>
              <a:gd name="connsiteY9-21142" fmla="*/ 8449 h 10000"/>
              <a:gd name="connsiteX10-21143" fmla="*/ 4333 w 8282"/>
              <a:gd name="connsiteY10-21144" fmla="*/ 8170 h 10000"/>
              <a:gd name="connsiteX11-21145" fmla="*/ 4333 w 8282"/>
              <a:gd name="connsiteY11-21146" fmla="*/ 7544 h 10000"/>
              <a:gd name="connsiteX12-21147" fmla="*/ 4333 w 8282"/>
              <a:gd name="connsiteY12-21148" fmla="*/ 6971 h 10000"/>
              <a:gd name="connsiteX13-21149" fmla="*/ 3933 w 8282"/>
              <a:gd name="connsiteY13-21150" fmla="*/ 6343 h 10000"/>
              <a:gd name="connsiteX14-21151" fmla="*/ 3437 w 8282"/>
              <a:gd name="connsiteY14-21152" fmla="*/ 5485 h 10000"/>
              <a:gd name="connsiteX15-21153" fmla="*/ 2621 w 8282"/>
              <a:gd name="connsiteY15-21154" fmla="*/ 4235 h 10000"/>
              <a:gd name="connsiteX16-21155" fmla="*/ 2210 w 8282"/>
              <a:gd name="connsiteY16-21156" fmla="*/ 3038 h 10000"/>
              <a:gd name="connsiteX17-21157" fmla="*/ 895 w 8282"/>
              <a:gd name="connsiteY17-21158" fmla="*/ 1835 h 10000"/>
              <a:gd name="connsiteX18-21159" fmla="*/ 0 w 8282"/>
              <a:gd name="connsiteY18-21160" fmla="*/ 0 h 10000"/>
              <a:gd name="connsiteX19-21161" fmla="*/ 895 w 8282"/>
              <a:gd name="connsiteY19-21162" fmla="*/ 631 h 10000"/>
              <a:gd name="connsiteX20-21163" fmla="*/ 2210 w 8282"/>
              <a:gd name="connsiteY20-21164" fmla="*/ 1261 h 10000"/>
              <a:gd name="connsiteX21-21165" fmla="*/ 3027 w 8282"/>
              <a:gd name="connsiteY21-21166" fmla="*/ 1835 h 10000"/>
              <a:gd name="connsiteX22-21167" fmla="*/ 3933 w 8282"/>
              <a:gd name="connsiteY22-21168" fmla="*/ 2117 h 10000"/>
              <a:gd name="connsiteX23-21169" fmla="*/ 4751 w 8282"/>
              <a:gd name="connsiteY23-21170" fmla="*/ 2457 h 10000"/>
              <a:gd name="connsiteX24-21171" fmla="*/ 5252 w 8282"/>
              <a:gd name="connsiteY24-21172" fmla="*/ 2457 h 10000"/>
              <a:gd name="connsiteX25-21173" fmla="*/ 5651 w 8282"/>
              <a:gd name="connsiteY25-21174" fmla="*/ 2746 h 10000"/>
              <a:gd name="connsiteX26-21175" fmla="*/ 6071 w 8282"/>
              <a:gd name="connsiteY26-21176" fmla="*/ 2746 h 10000"/>
              <a:gd name="connsiteX27-21177" fmla="*/ 6469 w 8282"/>
              <a:gd name="connsiteY27-21178" fmla="*/ 2746 h 10000"/>
              <a:gd name="connsiteX28-21179" fmla="*/ 6963 w 8282"/>
              <a:gd name="connsiteY28-21180" fmla="*/ 2746 h 10000"/>
              <a:gd name="connsiteX29-21181" fmla="*/ 7372 w 8282"/>
              <a:gd name="connsiteY29-21182" fmla="*/ 2457 h 10000"/>
              <a:gd name="connsiteX0-21183" fmla="*/ 8901 w 8901"/>
              <a:gd name="connsiteY0-21184" fmla="*/ 9658 h 10000"/>
              <a:gd name="connsiteX1-21185" fmla="*/ 7811 w 8901"/>
              <a:gd name="connsiteY1-21186" fmla="*/ 10000 h 10000"/>
              <a:gd name="connsiteX2-21187" fmla="*/ 6823 w 8901"/>
              <a:gd name="connsiteY2-21188" fmla="*/ 10000 h 10000"/>
              <a:gd name="connsiteX3-21189" fmla="*/ 5737 w 8901"/>
              <a:gd name="connsiteY3-21190" fmla="*/ 10000 h 10000"/>
              <a:gd name="connsiteX4-21191" fmla="*/ 5737 w 8901"/>
              <a:gd name="connsiteY4-21192" fmla="*/ 9658 h 10000"/>
              <a:gd name="connsiteX5-21193" fmla="*/ 5232 w 8901"/>
              <a:gd name="connsiteY5-21194" fmla="*/ 9658 h 10000"/>
              <a:gd name="connsiteX6-21195" fmla="*/ 5232 w 8901"/>
              <a:gd name="connsiteY6-21196" fmla="*/ 9369 h 10000"/>
              <a:gd name="connsiteX7-21197" fmla="*/ 5232 w 8901"/>
              <a:gd name="connsiteY7-21198" fmla="*/ 8799 h 10000"/>
              <a:gd name="connsiteX8-21199" fmla="*/ 5232 w 8901"/>
              <a:gd name="connsiteY8-21200" fmla="*/ 8449 h 10000"/>
              <a:gd name="connsiteX9-21201" fmla="*/ 5232 w 8901"/>
              <a:gd name="connsiteY9-21202" fmla="*/ 8170 h 10000"/>
              <a:gd name="connsiteX10-21203" fmla="*/ 5232 w 8901"/>
              <a:gd name="connsiteY10-21204" fmla="*/ 7544 h 10000"/>
              <a:gd name="connsiteX11-21205" fmla="*/ 5232 w 8901"/>
              <a:gd name="connsiteY11-21206" fmla="*/ 6971 h 10000"/>
              <a:gd name="connsiteX12-21207" fmla="*/ 4749 w 8901"/>
              <a:gd name="connsiteY12-21208" fmla="*/ 6343 h 10000"/>
              <a:gd name="connsiteX13-21209" fmla="*/ 4150 w 8901"/>
              <a:gd name="connsiteY13-21210" fmla="*/ 5485 h 10000"/>
              <a:gd name="connsiteX14-21211" fmla="*/ 3165 w 8901"/>
              <a:gd name="connsiteY14-21212" fmla="*/ 4235 h 10000"/>
              <a:gd name="connsiteX15-21213" fmla="*/ 2668 w 8901"/>
              <a:gd name="connsiteY15-21214" fmla="*/ 3038 h 10000"/>
              <a:gd name="connsiteX16-21215" fmla="*/ 1081 w 8901"/>
              <a:gd name="connsiteY16-21216" fmla="*/ 1835 h 10000"/>
              <a:gd name="connsiteX17-21217" fmla="*/ 0 w 8901"/>
              <a:gd name="connsiteY17-21218" fmla="*/ 0 h 10000"/>
              <a:gd name="connsiteX18-21219" fmla="*/ 1081 w 8901"/>
              <a:gd name="connsiteY18-21220" fmla="*/ 631 h 10000"/>
              <a:gd name="connsiteX19-21221" fmla="*/ 2668 w 8901"/>
              <a:gd name="connsiteY19-21222" fmla="*/ 1261 h 10000"/>
              <a:gd name="connsiteX20-21223" fmla="*/ 3655 w 8901"/>
              <a:gd name="connsiteY20-21224" fmla="*/ 1835 h 10000"/>
              <a:gd name="connsiteX21-21225" fmla="*/ 4749 w 8901"/>
              <a:gd name="connsiteY21-21226" fmla="*/ 2117 h 10000"/>
              <a:gd name="connsiteX22-21227" fmla="*/ 5737 w 8901"/>
              <a:gd name="connsiteY22-21228" fmla="*/ 2457 h 10000"/>
              <a:gd name="connsiteX23-21229" fmla="*/ 6341 w 8901"/>
              <a:gd name="connsiteY23-21230" fmla="*/ 2457 h 10000"/>
              <a:gd name="connsiteX24-21231" fmla="*/ 6823 w 8901"/>
              <a:gd name="connsiteY24-21232" fmla="*/ 2746 h 10000"/>
              <a:gd name="connsiteX25-21233" fmla="*/ 7330 w 8901"/>
              <a:gd name="connsiteY25-21234" fmla="*/ 2746 h 10000"/>
              <a:gd name="connsiteX26-21235" fmla="*/ 7811 w 8901"/>
              <a:gd name="connsiteY26-21236" fmla="*/ 2746 h 10000"/>
              <a:gd name="connsiteX27-21237" fmla="*/ 8407 w 8901"/>
              <a:gd name="connsiteY27-21238" fmla="*/ 2746 h 10000"/>
              <a:gd name="connsiteX28-21239" fmla="*/ 8901 w 8901"/>
              <a:gd name="connsiteY28-21240" fmla="*/ 2457 h 10000"/>
              <a:gd name="connsiteX0-21241" fmla="*/ 8775 w 10000"/>
              <a:gd name="connsiteY0-21242" fmla="*/ 10000 h 10000"/>
              <a:gd name="connsiteX1-21243" fmla="*/ 7665 w 10000"/>
              <a:gd name="connsiteY1-21244" fmla="*/ 10000 h 10000"/>
              <a:gd name="connsiteX2-21245" fmla="*/ 6445 w 10000"/>
              <a:gd name="connsiteY2-21246" fmla="*/ 10000 h 10000"/>
              <a:gd name="connsiteX3-21247" fmla="*/ 6445 w 10000"/>
              <a:gd name="connsiteY3-21248" fmla="*/ 9658 h 10000"/>
              <a:gd name="connsiteX4-21249" fmla="*/ 5878 w 10000"/>
              <a:gd name="connsiteY4-21250" fmla="*/ 9658 h 10000"/>
              <a:gd name="connsiteX5-21251" fmla="*/ 5878 w 10000"/>
              <a:gd name="connsiteY5-21252" fmla="*/ 9369 h 10000"/>
              <a:gd name="connsiteX6-21253" fmla="*/ 5878 w 10000"/>
              <a:gd name="connsiteY6-21254" fmla="*/ 8799 h 10000"/>
              <a:gd name="connsiteX7-21255" fmla="*/ 5878 w 10000"/>
              <a:gd name="connsiteY7-21256" fmla="*/ 8449 h 10000"/>
              <a:gd name="connsiteX8-21257" fmla="*/ 5878 w 10000"/>
              <a:gd name="connsiteY8-21258" fmla="*/ 8170 h 10000"/>
              <a:gd name="connsiteX9-21259" fmla="*/ 5878 w 10000"/>
              <a:gd name="connsiteY9-21260" fmla="*/ 7544 h 10000"/>
              <a:gd name="connsiteX10-21261" fmla="*/ 5878 w 10000"/>
              <a:gd name="connsiteY10-21262" fmla="*/ 6971 h 10000"/>
              <a:gd name="connsiteX11-21263" fmla="*/ 5335 w 10000"/>
              <a:gd name="connsiteY11-21264" fmla="*/ 6343 h 10000"/>
              <a:gd name="connsiteX12-21265" fmla="*/ 4662 w 10000"/>
              <a:gd name="connsiteY12-21266" fmla="*/ 5485 h 10000"/>
              <a:gd name="connsiteX13-21267" fmla="*/ 3556 w 10000"/>
              <a:gd name="connsiteY13-21268" fmla="*/ 4235 h 10000"/>
              <a:gd name="connsiteX14-21269" fmla="*/ 2997 w 10000"/>
              <a:gd name="connsiteY14-21270" fmla="*/ 3038 h 10000"/>
              <a:gd name="connsiteX15-21271" fmla="*/ 1214 w 10000"/>
              <a:gd name="connsiteY15-21272" fmla="*/ 1835 h 10000"/>
              <a:gd name="connsiteX16-21273" fmla="*/ 0 w 10000"/>
              <a:gd name="connsiteY16-21274" fmla="*/ 0 h 10000"/>
              <a:gd name="connsiteX17-21275" fmla="*/ 1214 w 10000"/>
              <a:gd name="connsiteY17-21276" fmla="*/ 631 h 10000"/>
              <a:gd name="connsiteX18-21277" fmla="*/ 2997 w 10000"/>
              <a:gd name="connsiteY18-21278" fmla="*/ 1261 h 10000"/>
              <a:gd name="connsiteX19-21279" fmla="*/ 4106 w 10000"/>
              <a:gd name="connsiteY19-21280" fmla="*/ 1835 h 10000"/>
              <a:gd name="connsiteX20-21281" fmla="*/ 5335 w 10000"/>
              <a:gd name="connsiteY20-21282" fmla="*/ 2117 h 10000"/>
              <a:gd name="connsiteX21-21283" fmla="*/ 6445 w 10000"/>
              <a:gd name="connsiteY21-21284" fmla="*/ 2457 h 10000"/>
              <a:gd name="connsiteX22-21285" fmla="*/ 7124 w 10000"/>
              <a:gd name="connsiteY22-21286" fmla="*/ 2457 h 10000"/>
              <a:gd name="connsiteX23-21287" fmla="*/ 7665 w 10000"/>
              <a:gd name="connsiteY23-21288" fmla="*/ 2746 h 10000"/>
              <a:gd name="connsiteX24-21289" fmla="*/ 8235 w 10000"/>
              <a:gd name="connsiteY24-21290" fmla="*/ 2746 h 10000"/>
              <a:gd name="connsiteX25-21291" fmla="*/ 8775 w 10000"/>
              <a:gd name="connsiteY25-21292" fmla="*/ 2746 h 10000"/>
              <a:gd name="connsiteX26-21293" fmla="*/ 9445 w 10000"/>
              <a:gd name="connsiteY26-21294" fmla="*/ 2746 h 10000"/>
              <a:gd name="connsiteX27-21295" fmla="*/ 10000 w 10000"/>
              <a:gd name="connsiteY27-21296" fmla="*/ 2457 h 10000"/>
              <a:gd name="connsiteX0-21297" fmla="*/ 7665 w 10000"/>
              <a:gd name="connsiteY0-21298" fmla="*/ 10000 h 10000"/>
              <a:gd name="connsiteX1-21299" fmla="*/ 6445 w 10000"/>
              <a:gd name="connsiteY1-21300" fmla="*/ 10000 h 10000"/>
              <a:gd name="connsiteX2-21301" fmla="*/ 6445 w 10000"/>
              <a:gd name="connsiteY2-21302" fmla="*/ 9658 h 10000"/>
              <a:gd name="connsiteX3-21303" fmla="*/ 5878 w 10000"/>
              <a:gd name="connsiteY3-21304" fmla="*/ 9658 h 10000"/>
              <a:gd name="connsiteX4-21305" fmla="*/ 5878 w 10000"/>
              <a:gd name="connsiteY4-21306" fmla="*/ 9369 h 10000"/>
              <a:gd name="connsiteX5-21307" fmla="*/ 5878 w 10000"/>
              <a:gd name="connsiteY5-21308" fmla="*/ 8799 h 10000"/>
              <a:gd name="connsiteX6-21309" fmla="*/ 5878 w 10000"/>
              <a:gd name="connsiteY6-21310" fmla="*/ 8449 h 10000"/>
              <a:gd name="connsiteX7-21311" fmla="*/ 5878 w 10000"/>
              <a:gd name="connsiteY7-21312" fmla="*/ 8170 h 10000"/>
              <a:gd name="connsiteX8-21313" fmla="*/ 5878 w 10000"/>
              <a:gd name="connsiteY8-21314" fmla="*/ 7544 h 10000"/>
              <a:gd name="connsiteX9-21315" fmla="*/ 5878 w 10000"/>
              <a:gd name="connsiteY9-21316" fmla="*/ 6971 h 10000"/>
              <a:gd name="connsiteX10-21317" fmla="*/ 5335 w 10000"/>
              <a:gd name="connsiteY10-21318" fmla="*/ 6343 h 10000"/>
              <a:gd name="connsiteX11-21319" fmla="*/ 4662 w 10000"/>
              <a:gd name="connsiteY11-21320" fmla="*/ 5485 h 10000"/>
              <a:gd name="connsiteX12-21321" fmla="*/ 3556 w 10000"/>
              <a:gd name="connsiteY12-21322" fmla="*/ 4235 h 10000"/>
              <a:gd name="connsiteX13-21323" fmla="*/ 2997 w 10000"/>
              <a:gd name="connsiteY13-21324" fmla="*/ 3038 h 10000"/>
              <a:gd name="connsiteX14-21325" fmla="*/ 1214 w 10000"/>
              <a:gd name="connsiteY14-21326" fmla="*/ 1835 h 10000"/>
              <a:gd name="connsiteX15-21327" fmla="*/ 0 w 10000"/>
              <a:gd name="connsiteY15-21328" fmla="*/ 0 h 10000"/>
              <a:gd name="connsiteX16-21329" fmla="*/ 1214 w 10000"/>
              <a:gd name="connsiteY16-21330" fmla="*/ 631 h 10000"/>
              <a:gd name="connsiteX17-21331" fmla="*/ 2997 w 10000"/>
              <a:gd name="connsiteY17-21332" fmla="*/ 1261 h 10000"/>
              <a:gd name="connsiteX18-21333" fmla="*/ 4106 w 10000"/>
              <a:gd name="connsiteY18-21334" fmla="*/ 1835 h 10000"/>
              <a:gd name="connsiteX19-21335" fmla="*/ 5335 w 10000"/>
              <a:gd name="connsiteY19-21336" fmla="*/ 2117 h 10000"/>
              <a:gd name="connsiteX20-21337" fmla="*/ 6445 w 10000"/>
              <a:gd name="connsiteY20-21338" fmla="*/ 2457 h 10000"/>
              <a:gd name="connsiteX21-21339" fmla="*/ 7124 w 10000"/>
              <a:gd name="connsiteY21-21340" fmla="*/ 2457 h 10000"/>
              <a:gd name="connsiteX22-21341" fmla="*/ 7665 w 10000"/>
              <a:gd name="connsiteY22-21342" fmla="*/ 2746 h 10000"/>
              <a:gd name="connsiteX23-21343" fmla="*/ 8235 w 10000"/>
              <a:gd name="connsiteY23-21344" fmla="*/ 2746 h 10000"/>
              <a:gd name="connsiteX24-21345" fmla="*/ 8775 w 10000"/>
              <a:gd name="connsiteY24-21346" fmla="*/ 2746 h 10000"/>
              <a:gd name="connsiteX25-21347" fmla="*/ 9445 w 10000"/>
              <a:gd name="connsiteY25-21348" fmla="*/ 2746 h 10000"/>
              <a:gd name="connsiteX26-21349" fmla="*/ 10000 w 10000"/>
              <a:gd name="connsiteY26-21350" fmla="*/ 2457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</a:cxnLst>
            <a:rect l="l" t="t" r="r" b="b"/>
            <a:pathLst>
              <a:path w="10000" h="10000">
                <a:moveTo>
                  <a:pt x="7665" y="10000"/>
                </a:moveTo>
                <a:lnTo>
                  <a:pt x="6445" y="10000"/>
                </a:lnTo>
                <a:lnTo>
                  <a:pt x="6445" y="9658"/>
                </a:lnTo>
                <a:lnTo>
                  <a:pt x="5878" y="9658"/>
                </a:lnTo>
                <a:lnTo>
                  <a:pt x="5878" y="9369"/>
                </a:lnTo>
                <a:lnTo>
                  <a:pt x="5878" y="8799"/>
                </a:lnTo>
                <a:lnTo>
                  <a:pt x="5878" y="8449"/>
                </a:lnTo>
                <a:lnTo>
                  <a:pt x="5878" y="8170"/>
                </a:lnTo>
                <a:lnTo>
                  <a:pt x="5878" y="7544"/>
                </a:lnTo>
                <a:lnTo>
                  <a:pt x="5878" y="6971"/>
                </a:lnTo>
                <a:cubicBezTo>
                  <a:pt x="5708" y="6768"/>
                  <a:pt x="5520" y="6556"/>
                  <a:pt x="5335" y="6343"/>
                </a:cubicBezTo>
                <a:cubicBezTo>
                  <a:pt x="5115" y="6059"/>
                  <a:pt x="4892" y="5770"/>
                  <a:pt x="4662" y="5485"/>
                </a:cubicBezTo>
                <a:cubicBezTo>
                  <a:pt x="4297" y="5070"/>
                  <a:pt x="3938" y="4650"/>
                  <a:pt x="3556" y="4235"/>
                </a:cubicBezTo>
                <a:cubicBezTo>
                  <a:pt x="3364" y="3828"/>
                  <a:pt x="3176" y="3434"/>
                  <a:pt x="2997" y="3038"/>
                </a:cubicBezTo>
                <a:lnTo>
                  <a:pt x="1214" y="1835"/>
                </a:lnTo>
                <a:lnTo>
                  <a:pt x="0" y="0"/>
                </a:lnTo>
                <a:lnTo>
                  <a:pt x="1214" y="631"/>
                </a:lnTo>
                <a:lnTo>
                  <a:pt x="2997" y="1261"/>
                </a:lnTo>
                <a:lnTo>
                  <a:pt x="4106" y="1835"/>
                </a:lnTo>
                <a:lnTo>
                  <a:pt x="5335" y="2117"/>
                </a:lnTo>
                <a:lnTo>
                  <a:pt x="6445" y="2457"/>
                </a:lnTo>
                <a:lnTo>
                  <a:pt x="7124" y="2457"/>
                </a:lnTo>
                <a:cubicBezTo>
                  <a:pt x="7291" y="2557"/>
                  <a:pt x="7487" y="2654"/>
                  <a:pt x="7665" y="2746"/>
                </a:cubicBezTo>
                <a:lnTo>
                  <a:pt x="8235" y="2746"/>
                </a:lnTo>
                <a:lnTo>
                  <a:pt x="8775" y="2746"/>
                </a:lnTo>
                <a:lnTo>
                  <a:pt x="9445" y="2746"/>
                </a:lnTo>
                <a:cubicBezTo>
                  <a:pt x="9654" y="2654"/>
                  <a:pt x="9828" y="2557"/>
                  <a:pt x="10000" y="2457"/>
                </a:cubicBez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Freeform 46"/>
          <p:cNvSpPr/>
          <p:nvPr/>
        </p:nvSpPr>
        <p:spPr bwMode="auto">
          <a:xfrm>
            <a:off x="9883775" y="3425825"/>
            <a:ext cx="311150" cy="855663"/>
          </a:xfrm>
          <a:custGeom>
            <a:avLst/>
            <a:gdLst>
              <a:gd name="connsiteX0" fmla="*/ 8189 w 10000"/>
              <a:gd name="connsiteY0" fmla="*/ 204 h 10000"/>
              <a:gd name="connsiteX1" fmla="*/ 8258 w 10000"/>
              <a:gd name="connsiteY1" fmla="*/ 93 h 10000"/>
              <a:gd name="connsiteX2" fmla="*/ 8409 w 10000"/>
              <a:gd name="connsiteY2" fmla="*/ 93 h 10000"/>
              <a:gd name="connsiteX3" fmla="*/ 8477 w 10000"/>
              <a:gd name="connsiteY3" fmla="*/ 0 h 10000"/>
              <a:gd name="connsiteX4" fmla="*/ 8546 w 10000"/>
              <a:gd name="connsiteY4" fmla="*/ 0 h 10000"/>
              <a:gd name="connsiteX5" fmla="*/ 8697 w 10000"/>
              <a:gd name="connsiteY5" fmla="*/ 93 h 10000"/>
              <a:gd name="connsiteX6" fmla="*/ 8916 w 10000"/>
              <a:gd name="connsiteY6" fmla="*/ 204 h 10000"/>
              <a:gd name="connsiteX7" fmla="*/ 8985 w 10000"/>
              <a:gd name="connsiteY7" fmla="*/ 297 h 10000"/>
              <a:gd name="connsiteX8" fmla="*/ 9122 w 10000"/>
              <a:gd name="connsiteY8" fmla="*/ 482 h 10000"/>
              <a:gd name="connsiteX9" fmla="*/ 9204 w 10000"/>
              <a:gd name="connsiteY9" fmla="*/ 594 h 10000"/>
              <a:gd name="connsiteX10" fmla="*/ 9342 w 10000"/>
              <a:gd name="connsiteY10" fmla="*/ 686 h 10000"/>
              <a:gd name="connsiteX11" fmla="*/ 9492 w 10000"/>
              <a:gd name="connsiteY11" fmla="*/ 891 h 10000"/>
              <a:gd name="connsiteX12" fmla="*/ 9630 w 10000"/>
              <a:gd name="connsiteY12" fmla="*/ 983 h 10000"/>
              <a:gd name="connsiteX13" fmla="*/ 9712 w 10000"/>
              <a:gd name="connsiteY13" fmla="*/ 1169 h 10000"/>
              <a:gd name="connsiteX14" fmla="*/ 9849 w 10000"/>
              <a:gd name="connsiteY14" fmla="*/ 1280 h 10000"/>
              <a:gd name="connsiteX15" fmla="*/ 9918 w 10000"/>
              <a:gd name="connsiteY15" fmla="*/ 1373 h 10000"/>
              <a:gd name="connsiteX16" fmla="*/ 9918 w 10000"/>
              <a:gd name="connsiteY16" fmla="*/ 1466 h 10000"/>
              <a:gd name="connsiteX17" fmla="*/ 10000 w 10000"/>
              <a:gd name="connsiteY17" fmla="*/ 1466 h 10000"/>
              <a:gd name="connsiteX18" fmla="*/ 10000 w 10000"/>
              <a:gd name="connsiteY18" fmla="*/ 1577 h 10000"/>
              <a:gd name="connsiteX19" fmla="*/ 10000 w 10000"/>
              <a:gd name="connsiteY19" fmla="*/ 1670 h 10000"/>
              <a:gd name="connsiteX20" fmla="*/ 9918 w 10000"/>
              <a:gd name="connsiteY20" fmla="*/ 1763 h 10000"/>
              <a:gd name="connsiteX21" fmla="*/ 9849 w 10000"/>
              <a:gd name="connsiteY21" fmla="*/ 1763 h 10000"/>
              <a:gd name="connsiteX22" fmla="*/ 9781 w 10000"/>
              <a:gd name="connsiteY22" fmla="*/ 1855 h 10000"/>
              <a:gd name="connsiteX23" fmla="*/ 9712 w 10000"/>
              <a:gd name="connsiteY23" fmla="*/ 1855 h 10000"/>
              <a:gd name="connsiteX24" fmla="*/ 9712 w 10000"/>
              <a:gd name="connsiteY24" fmla="*/ 1967 h 10000"/>
              <a:gd name="connsiteX25" fmla="*/ 9630 w 10000"/>
              <a:gd name="connsiteY25" fmla="*/ 2059 h 10000"/>
              <a:gd name="connsiteX26" fmla="*/ 9561 w 10000"/>
              <a:gd name="connsiteY26" fmla="*/ 2263 h 10000"/>
              <a:gd name="connsiteX27" fmla="*/ 9561 w 10000"/>
              <a:gd name="connsiteY27" fmla="*/ 2449 h 10000"/>
              <a:gd name="connsiteX28" fmla="*/ 9492 w 10000"/>
              <a:gd name="connsiteY28" fmla="*/ 2653 h 10000"/>
              <a:gd name="connsiteX29" fmla="*/ 9492 w 10000"/>
              <a:gd name="connsiteY29" fmla="*/ 2950 h 10000"/>
              <a:gd name="connsiteX30" fmla="*/ 9492 w 10000"/>
              <a:gd name="connsiteY30" fmla="*/ 3135 h 10000"/>
              <a:gd name="connsiteX31" fmla="*/ 9410 w 10000"/>
              <a:gd name="connsiteY31" fmla="*/ 3432 h 10000"/>
              <a:gd name="connsiteX32" fmla="*/ 9410 w 10000"/>
              <a:gd name="connsiteY32" fmla="*/ 3822 h 10000"/>
              <a:gd name="connsiteX33" fmla="*/ 9342 w 10000"/>
              <a:gd name="connsiteY33" fmla="*/ 4119 h 10000"/>
              <a:gd name="connsiteX34" fmla="*/ 9273 w 10000"/>
              <a:gd name="connsiteY34" fmla="*/ 4508 h 10000"/>
              <a:gd name="connsiteX35" fmla="*/ 9204 w 10000"/>
              <a:gd name="connsiteY35" fmla="*/ 4898 h 10000"/>
              <a:gd name="connsiteX36" fmla="*/ 9122 w 10000"/>
              <a:gd name="connsiteY36" fmla="*/ 5288 h 10000"/>
              <a:gd name="connsiteX37" fmla="*/ 8985 w 10000"/>
              <a:gd name="connsiteY37" fmla="*/ 6178 h 10000"/>
              <a:gd name="connsiteX38" fmla="*/ 8916 w 10000"/>
              <a:gd name="connsiteY38" fmla="*/ 6568 h 10000"/>
              <a:gd name="connsiteX39" fmla="*/ 8834 w 10000"/>
              <a:gd name="connsiteY39" fmla="*/ 6957 h 10000"/>
              <a:gd name="connsiteX40" fmla="*/ 8765 w 10000"/>
              <a:gd name="connsiteY40" fmla="*/ 7347 h 10000"/>
              <a:gd name="connsiteX41" fmla="*/ 8697 w 10000"/>
              <a:gd name="connsiteY41" fmla="*/ 7737 h 10000"/>
              <a:gd name="connsiteX42" fmla="*/ 8615 w 10000"/>
              <a:gd name="connsiteY42" fmla="*/ 8033 h 10000"/>
              <a:gd name="connsiteX43" fmla="*/ 8615 w 10000"/>
              <a:gd name="connsiteY43" fmla="*/ 8237 h 10000"/>
              <a:gd name="connsiteX44" fmla="*/ 8546 w 10000"/>
              <a:gd name="connsiteY44" fmla="*/ 8534 h 10000"/>
              <a:gd name="connsiteX45" fmla="*/ 8477 w 10000"/>
              <a:gd name="connsiteY45" fmla="*/ 8720 h 10000"/>
              <a:gd name="connsiteX46" fmla="*/ 8326 w 10000"/>
              <a:gd name="connsiteY46" fmla="*/ 9017 h 10000"/>
              <a:gd name="connsiteX47" fmla="*/ 8189 w 10000"/>
              <a:gd name="connsiteY47" fmla="*/ 9314 h 10000"/>
              <a:gd name="connsiteX48" fmla="*/ 8038 w 10000"/>
              <a:gd name="connsiteY48" fmla="*/ 9610 h 10000"/>
              <a:gd name="connsiteX49" fmla="*/ 7901 w 10000"/>
              <a:gd name="connsiteY49" fmla="*/ 9703 h 10000"/>
              <a:gd name="connsiteX50" fmla="*/ 7750 w 10000"/>
              <a:gd name="connsiteY50" fmla="*/ 9889 h 10000"/>
              <a:gd name="connsiteX51" fmla="*/ 7599 w 10000"/>
              <a:gd name="connsiteY51" fmla="*/ 10000 h 10000"/>
              <a:gd name="connsiteX52" fmla="*/ 7462 w 10000"/>
              <a:gd name="connsiteY52" fmla="*/ 10000 h 10000"/>
              <a:gd name="connsiteX53" fmla="*/ 7311 w 10000"/>
              <a:gd name="connsiteY53" fmla="*/ 10000 h 10000"/>
              <a:gd name="connsiteX54" fmla="*/ 7311 w 10000"/>
              <a:gd name="connsiteY54" fmla="*/ 9889 h 10000"/>
              <a:gd name="connsiteX55" fmla="*/ 7243 w 10000"/>
              <a:gd name="connsiteY55" fmla="*/ 9889 h 10000"/>
              <a:gd name="connsiteX56" fmla="*/ 7243 w 10000"/>
              <a:gd name="connsiteY56" fmla="*/ 9796 h 10000"/>
              <a:gd name="connsiteX57" fmla="*/ 7243 w 10000"/>
              <a:gd name="connsiteY57" fmla="*/ 9610 h 10000"/>
              <a:gd name="connsiteX58" fmla="*/ 7243 w 10000"/>
              <a:gd name="connsiteY58" fmla="*/ 9499 h 10000"/>
              <a:gd name="connsiteX59" fmla="*/ 7243 w 10000"/>
              <a:gd name="connsiteY59" fmla="*/ 9406 h 10000"/>
              <a:gd name="connsiteX60" fmla="*/ 7243 w 10000"/>
              <a:gd name="connsiteY60" fmla="*/ 9202 h 10000"/>
              <a:gd name="connsiteX61" fmla="*/ 7243 w 10000"/>
              <a:gd name="connsiteY61" fmla="*/ 9017 h 10000"/>
              <a:gd name="connsiteX62" fmla="*/ 7174 w 10000"/>
              <a:gd name="connsiteY62" fmla="*/ 8813 h 10000"/>
              <a:gd name="connsiteX63" fmla="*/ 7092 w 10000"/>
              <a:gd name="connsiteY63" fmla="*/ 8534 h 10000"/>
              <a:gd name="connsiteX64" fmla="*/ 6955 w 10000"/>
              <a:gd name="connsiteY64" fmla="*/ 8126 h 10000"/>
              <a:gd name="connsiteX65" fmla="*/ 6886 w 10000"/>
              <a:gd name="connsiteY65" fmla="*/ 7737 h 10000"/>
              <a:gd name="connsiteX66" fmla="*/ 6667 w 10000"/>
              <a:gd name="connsiteY66" fmla="*/ 7347 h 10000"/>
              <a:gd name="connsiteX67" fmla="*/ 6516 w 10000"/>
              <a:gd name="connsiteY67" fmla="*/ 6753 h 10000"/>
              <a:gd name="connsiteX68" fmla="*/ 6667 w 10000"/>
              <a:gd name="connsiteY68" fmla="*/ 6957 h 10000"/>
              <a:gd name="connsiteX69" fmla="*/ 6886 w 10000"/>
              <a:gd name="connsiteY69" fmla="*/ 7161 h 10000"/>
              <a:gd name="connsiteX70" fmla="*/ 7023 w 10000"/>
              <a:gd name="connsiteY70" fmla="*/ 7347 h 10000"/>
              <a:gd name="connsiteX71" fmla="*/ 7174 w 10000"/>
              <a:gd name="connsiteY71" fmla="*/ 7440 h 10000"/>
              <a:gd name="connsiteX72" fmla="*/ 7311 w 10000"/>
              <a:gd name="connsiteY72" fmla="*/ 7551 h 10000"/>
              <a:gd name="connsiteX73" fmla="*/ 7394 w 10000"/>
              <a:gd name="connsiteY73" fmla="*/ 7551 h 10000"/>
              <a:gd name="connsiteX74" fmla="*/ 7462 w 10000"/>
              <a:gd name="connsiteY74" fmla="*/ 7644 h 10000"/>
              <a:gd name="connsiteX75" fmla="*/ 7531 w 10000"/>
              <a:gd name="connsiteY75" fmla="*/ 7644 h 10000"/>
              <a:gd name="connsiteX76" fmla="*/ 7599 w 10000"/>
              <a:gd name="connsiteY76" fmla="*/ 7644 h 10000"/>
              <a:gd name="connsiteX77" fmla="*/ 7682 w 10000"/>
              <a:gd name="connsiteY77" fmla="*/ 7644 h 10000"/>
              <a:gd name="connsiteX78" fmla="*/ 7750 w 10000"/>
              <a:gd name="connsiteY78" fmla="*/ 7551 h 10000"/>
              <a:gd name="connsiteX79" fmla="*/ 7819 w 10000"/>
              <a:gd name="connsiteY79" fmla="*/ 7440 h 10000"/>
              <a:gd name="connsiteX80" fmla="*/ 7819 w 10000"/>
              <a:gd name="connsiteY80" fmla="*/ 7347 h 10000"/>
              <a:gd name="connsiteX81" fmla="*/ 7901 w 10000"/>
              <a:gd name="connsiteY81" fmla="*/ 7254 h 10000"/>
              <a:gd name="connsiteX82" fmla="*/ 7970 w 10000"/>
              <a:gd name="connsiteY82" fmla="*/ 7050 h 10000"/>
              <a:gd name="connsiteX83" fmla="*/ 7970 w 10000"/>
              <a:gd name="connsiteY83" fmla="*/ 6865 h 10000"/>
              <a:gd name="connsiteX84" fmla="*/ 8038 w 10000"/>
              <a:gd name="connsiteY84" fmla="*/ 6660 h 10000"/>
              <a:gd name="connsiteX85" fmla="*/ 8107 w 10000"/>
              <a:gd name="connsiteY85" fmla="*/ 6364 h 10000"/>
              <a:gd name="connsiteX86" fmla="*/ 8189 w 10000"/>
              <a:gd name="connsiteY86" fmla="*/ 6067 h 10000"/>
              <a:gd name="connsiteX87" fmla="*/ 8189 w 10000"/>
              <a:gd name="connsiteY87" fmla="*/ 5677 h 10000"/>
              <a:gd name="connsiteX88" fmla="*/ 8326 w 10000"/>
              <a:gd name="connsiteY88" fmla="*/ 4991 h 10000"/>
              <a:gd name="connsiteX89" fmla="*/ 8409 w 10000"/>
              <a:gd name="connsiteY89" fmla="*/ 4212 h 10000"/>
              <a:gd name="connsiteX90" fmla="*/ 8409 w 10000"/>
              <a:gd name="connsiteY90" fmla="*/ 3525 h 10000"/>
              <a:gd name="connsiteX91" fmla="*/ 8477 w 10000"/>
              <a:gd name="connsiteY91" fmla="*/ 2839 h 10000"/>
              <a:gd name="connsiteX92" fmla="*/ 8477 w 10000"/>
              <a:gd name="connsiteY92" fmla="*/ 2542 h 10000"/>
              <a:gd name="connsiteX93" fmla="*/ 8477 w 10000"/>
              <a:gd name="connsiteY93" fmla="*/ 2263 h 10000"/>
              <a:gd name="connsiteX94" fmla="*/ 8477 w 10000"/>
              <a:gd name="connsiteY94" fmla="*/ 2059 h 10000"/>
              <a:gd name="connsiteX95" fmla="*/ 8477 w 10000"/>
              <a:gd name="connsiteY95" fmla="*/ 1855 h 10000"/>
              <a:gd name="connsiteX96" fmla="*/ 8477 w 10000"/>
              <a:gd name="connsiteY96" fmla="*/ 1670 h 10000"/>
              <a:gd name="connsiteX97" fmla="*/ 8477 w 10000"/>
              <a:gd name="connsiteY97" fmla="*/ 1577 h 10000"/>
              <a:gd name="connsiteX98" fmla="*/ 8409 w 10000"/>
              <a:gd name="connsiteY98" fmla="*/ 1466 h 10000"/>
              <a:gd name="connsiteX99" fmla="*/ 8409 w 10000"/>
              <a:gd name="connsiteY99" fmla="*/ 1373 h 10000"/>
              <a:gd name="connsiteX100" fmla="*/ 8409 w 10000"/>
              <a:gd name="connsiteY100" fmla="*/ 1280 h 10000"/>
              <a:gd name="connsiteX101" fmla="*/ 8326 w 10000"/>
              <a:gd name="connsiteY101" fmla="*/ 1280 h 10000"/>
              <a:gd name="connsiteX102" fmla="*/ 8258 w 10000"/>
              <a:gd name="connsiteY102" fmla="*/ 1169 h 10000"/>
              <a:gd name="connsiteX103" fmla="*/ 8258 w 10000"/>
              <a:gd name="connsiteY103" fmla="*/ 1169 h 10000"/>
              <a:gd name="connsiteX104" fmla="*/ 8107 w 10000"/>
              <a:gd name="connsiteY104" fmla="*/ 1169 h 10000"/>
              <a:gd name="connsiteX105" fmla="*/ 8038 w 10000"/>
              <a:gd name="connsiteY105" fmla="*/ 1169 h 10000"/>
              <a:gd name="connsiteX106" fmla="*/ 7970 w 10000"/>
              <a:gd name="connsiteY106" fmla="*/ 1169 h 10000"/>
              <a:gd name="connsiteX107" fmla="*/ 7819 w 10000"/>
              <a:gd name="connsiteY107" fmla="*/ 1169 h 10000"/>
              <a:gd name="connsiteX108" fmla="*/ 7682 w 10000"/>
              <a:gd name="connsiteY108" fmla="*/ 1169 h 10000"/>
              <a:gd name="connsiteX109" fmla="*/ 7462 w 10000"/>
              <a:gd name="connsiteY109" fmla="*/ 1169 h 10000"/>
              <a:gd name="connsiteX110" fmla="*/ 7311 w 10000"/>
              <a:gd name="connsiteY110" fmla="*/ 1169 h 10000"/>
              <a:gd name="connsiteX111" fmla="*/ 7092 w 10000"/>
              <a:gd name="connsiteY111" fmla="*/ 1169 h 10000"/>
              <a:gd name="connsiteX112" fmla="*/ 6804 w 10000"/>
              <a:gd name="connsiteY112" fmla="*/ 1169 h 10000"/>
              <a:gd name="connsiteX113" fmla="*/ 6516 w 10000"/>
              <a:gd name="connsiteY113" fmla="*/ 1280 h 10000"/>
              <a:gd name="connsiteX114" fmla="*/ 6228 w 10000"/>
              <a:gd name="connsiteY114" fmla="*/ 1280 h 10000"/>
              <a:gd name="connsiteX115" fmla="*/ 5871 w 10000"/>
              <a:gd name="connsiteY115" fmla="*/ 1373 h 10000"/>
              <a:gd name="connsiteX116" fmla="*/ 5144 w 10000"/>
              <a:gd name="connsiteY116" fmla="*/ 1466 h 10000"/>
              <a:gd name="connsiteX117" fmla="*/ 4417 w 10000"/>
              <a:gd name="connsiteY117" fmla="*/ 1670 h 10000"/>
              <a:gd name="connsiteX118" fmla="*/ 3690 w 10000"/>
              <a:gd name="connsiteY118" fmla="*/ 1763 h 10000"/>
              <a:gd name="connsiteX119" fmla="*/ 2963 w 10000"/>
              <a:gd name="connsiteY119" fmla="*/ 1855 h 10000"/>
              <a:gd name="connsiteX120" fmla="*/ 2167 w 10000"/>
              <a:gd name="connsiteY120" fmla="*/ 1967 h 10000"/>
              <a:gd name="connsiteX121" fmla="*/ 1454 w 10000"/>
              <a:gd name="connsiteY121" fmla="*/ 2059 h 10000"/>
              <a:gd name="connsiteX122" fmla="*/ 727 w 10000"/>
              <a:gd name="connsiteY122" fmla="*/ 2152 h 10000"/>
              <a:gd name="connsiteX123" fmla="*/ 0 w 10000"/>
              <a:gd name="connsiteY123" fmla="*/ 1670 h 10000"/>
              <a:gd name="connsiteX124" fmla="*/ 576 w 10000"/>
              <a:gd name="connsiteY124" fmla="*/ 1577 h 10000"/>
              <a:gd name="connsiteX125" fmla="*/ 1152 w 10000"/>
              <a:gd name="connsiteY125" fmla="*/ 1466 h 10000"/>
              <a:gd name="connsiteX126" fmla="*/ 1660 w 10000"/>
              <a:gd name="connsiteY126" fmla="*/ 1373 h 10000"/>
              <a:gd name="connsiteX127" fmla="*/ 2167 w 10000"/>
              <a:gd name="connsiteY127" fmla="*/ 1280 h 10000"/>
              <a:gd name="connsiteX128" fmla="*/ 2675 w 10000"/>
              <a:gd name="connsiteY128" fmla="*/ 1280 h 10000"/>
              <a:gd name="connsiteX129" fmla="*/ 3114 w 10000"/>
              <a:gd name="connsiteY129" fmla="*/ 1169 h 10000"/>
              <a:gd name="connsiteX130" fmla="*/ 3553 w 10000"/>
              <a:gd name="connsiteY130" fmla="*/ 1076 h 10000"/>
              <a:gd name="connsiteX131" fmla="*/ 3978 w 10000"/>
              <a:gd name="connsiteY131" fmla="*/ 1076 h 10000"/>
              <a:gd name="connsiteX132" fmla="*/ 4348 w 10000"/>
              <a:gd name="connsiteY132" fmla="*/ 983 h 10000"/>
              <a:gd name="connsiteX133" fmla="*/ 4705 w 10000"/>
              <a:gd name="connsiteY133" fmla="*/ 891 h 10000"/>
              <a:gd name="connsiteX134" fmla="*/ 5075 w 10000"/>
              <a:gd name="connsiteY134" fmla="*/ 891 h 10000"/>
              <a:gd name="connsiteX135" fmla="*/ 5364 w 10000"/>
              <a:gd name="connsiteY135" fmla="*/ 779 h 10000"/>
              <a:gd name="connsiteX136" fmla="*/ 5720 w 10000"/>
              <a:gd name="connsiteY136" fmla="*/ 779 h 10000"/>
              <a:gd name="connsiteX137" fmla="*/ 5940 w 10000"/>
              <a:gd name="connsiteY137" fmla="*/ 779 h 10000"/>
              <a:gd name="connsiteX138" fmla="*/ 6228 w 10000"/>
              <a:gd name="connsiteY138" fmla="*/ 686 h 10000"/>
              <a:gd name="connsiteX139" fmla="*/ 6447 w 10000"/>
              <a:gd name="connsiteY139" fmla="*/ 686 h 10000"/>
              <a:gd name="connsiteX140" fmla="*/ 6804 w 10000"/>
              <a:gd name="connsiteY140" fmla="*/ 594 h 10000"/>
              <a:gd name="connsiteX141" fmla="*/ 7174 w 10000"/>
              <a:gd name="connsiteY141" fmla="*/ 594 h 10000"/>
              <a:gd name="connsiteX142" fmla="*/ 7462 w 10000"/>
              <a:gd name="connsiteY142" fmla="*/ 482 h 10000"/>
              <a:gd name="connsiteX143" fmla="*/ 7750 w 10000"/>
              <a:gd name="connsiteY143" fmla="*/ 482 h 10000"/>
              <a:gd name="connsiteX144" fmla="*/ 7901 w 10000"/>
              <a:gd name="connsiteY144" fmla="*/ 390 h 10000"/>
              <a:gd name="connsiteX145" fmla="*/ 8038 w 10000"/>
              <a:gd name="connsiteY145" fmla="*/ 297 h 10000"/>
              <a:gd name="connsiteX146" fmla="*/ 8189 w 10000"/>
              <a:gd name="connsiteY146" fmla="*/ 297 h 10000"/>
              <a:gd name="connsiteX147" fmla="*/ 8189 w 10000"/>
              <a:gd name="connsiteY147" fmla="*/ 204 h 10000"/>
              <a:gd name="connsiteX148" fmla="*/ 8189 w 10000"/>
              <a:gd name="connsiteY148" fmla="*/ 204 h 10000"/>
              <a:gd name="connsiteX0-1" fmla="*/ 7613 w 9424"/>
              <a:gd name="connsiteY0-2" fmla="*/ 204 h 10000"/>
              <a:gd name="connsiteX1-3" fmla="*/ 7682 w 9424"/>
              <a:gd name="connsiteY1-4" fmla="*/ 93 h 10000"/>
              <a:gd name="connsiteX2-5" fmla="*/ 7833 w 9424"/>
              <a:gd name="connsiteY2-6" fmla="*/ 93 h 10000"/>
              <a:gd name="connsiteX3-7" fmla="*/ 7901 w 9424"/>
              <a:gd name="connsiteY3-8" fmla="*/ 0 h 10000"/>
              <a:gd name="connsiteX4-9" fmla="*/ 7970 w 9424"/>
              <a:gd name="connsiteY4-10" fmla="*/ 0 h 10000"/>
              <a:gd name="connsiteX5-11" fmla="*/ 8121 w 9424"/>
              <a:gd name="connsiteY5-12" fmla="*/ 93 h 10000"/>
              <a:gd name="connsiteX6-13" fmla="*/ 8340 w 9424"/>
              <a:gd name="connsiteY6-14" fmla="*/ 204 h 10000"/>
              <a:gd name="connsiteX7-15" fmla="*/ 8409 w 9424"/>
              <a:gd name="connsiteY7-16" fmla="*/ 297 h 10000"/>
              <a:gd name="connsiteX8-17" fmla="*/ 8546 w 9424"/>
              <a:gd name="connsiteY8-18" fmla="*/ 482 h 10000"/>
              <a:gd name="connsiteX9-19" fmla="*/ 8628 w 9424"/>
              <a:gd name="connsiteY9-20" fmla="*/ 594 h 10000"/>
              <a:gd name="connsiteX10-21" fmla="*/ 8766 w 9424"/>
              <a:gd name="connsiteY10-22" fmla="*/ 686 h 10000"/>
              <a:gd name="connsiteX11-23" fmla="*/ 8916 w 9424"/>
              <a:gd name="connsiteY11-24" fmla="*/ 891 h 10000"/>
              <a:gd name="connsiteX12-25" fmla="*/ 9054 w 9424"/>
              <a:gd name="connsiteY12-26" fmla="*/ 983 h 10000"/>
              <a:gd name="connsiteX13-27" fmla="*/ 9136 w 9424"/>
              <a:gd name="connsiteY13-28" fmla="*/ 1169 h 10000"/>
              <a:gd name="connsiteX14-29" fmla="*/ 9273 w 9424"/>
              <a:gd name="connsiteY14-30" fmla="*/ 1280 h 10000"/>
              <a:gd name="connsiteX15-31" fmla="*/ 9342 w 9424"/>
              <a:gd name="connsiteY15-32" fmla="*/ 1373 h 10000"/>
              <a:gd name="connsiteX16-33" fmla="*/ 9342 w 9424"/>
              <a:gd name="connsiteY16-34" fmla="*/ 1466 h 10000"/>
              <a:gd name="connsiteX17-35" fmla="*/ 9424 w 9424"/>
              <a:gd name="connsiteY17-36" fmla="*/ 1466 h 10000"/>
              <a:gd name="connsiteX18-37" fmla="*/ 9424 w 9424"/>
              <a:gd name="connsiteY18-38" fmla="*/ 1577 h 10000"/>
              <a:gd name="connsiteX19-39" fmla="*/ 9424 w 9424"/>
              <a:gd name="connsiteY19-40" fmla="*/ 1670 h 10000"/>
              <a:gd name="connsiteX20-41" fmla="*/ 9342 w 9424"/>
              <a:gd name="connsiteY20-42" fmla="*/ 1763 h 10000"/>
              <a:gd name="connsiteX21-43" fmla="*/ 9273 w 9424"/>
              <a:gd name="connsiteY21-44" fmla="*/ 1763 h 10000"/>
              <a:gd name="connsiteX22-45" fmla="*/ 9205 w 9424"/>
              <a:gd name="connsiteY22-46" fmla="*/ 1855 h 10000"/>
              <a:gd name="connsiteX23-47" fmla="*/ 9136 w 9424"/>
              <a:gd name="connsiteY23-48" fmla="*/ 1855 h 10000"/>
              <a:gd name="connsiteX24-49" fmla="*/ 9136 w 9424"/>
              <a:gd name="connsiteY24-50" fmla="*/ 1967 h 10000"/>
              <a:gd name="connsiteX25-51" fmla="*/ 9054 w 9424"/>
              <a:gd name="connsiteY25-52" fmla="*/ 2059 h 10000"/>
              <a:gd name="connsiteX26-53" fmla="*/ 8985 w 9424"/>
              <a:gd name="connsiteY26-54" fmla="*/ 2263 h 10000"/>
              <a:gd name="connsiteX27-55" fmla="*/ 8985 w 9424"/>
              <a:gd name="connsiteY27-56" fmla="*/ 2449 h 10000"/>
              <a:gd name="connsiteX28-57" fmla="*/ 8916 w 9424"/>
              <a:gd name="connsiteY28-58" fmla="*/ 2653 h 10000"/>
              <a:gd name="connsiteX29-59" fmla="*/ 8916 w 9424"/>
              <a:gd name="connsiteY29-60" fmla="*/ 2950 h 10000"/>
              <a:gd name="connsiteX30-61" fmla="*/ 8916 w 9424"/>
              <a:gd name="connsiteY30-62" fmla="*/ 3135 h 10000"/>
              <a:gd name="connsiteX31-63" fmla="*/ 8834 w 9424"/>
              <a:gd name="connsiteY31-64" fmla="*/ 3432 h 10000"/>
              <a:gd name="connsiteX32-65" fmla="*/ 8834 w 9424"/>
              <a:gd name="connsiteY32-66" fmla="*/ 3822 h 10000"/>
              <a:gd name="connsiteX33-67" fmla="*/ 8766 w 9424"/>
              <a:gd name="connsiteY33-68" fmla="*/ 4119 h 10000"/>
              <a:gd name="connsiteX34-69" fmla="*/ 8697 w 9424"/>
              <a:gd name="connsiteY34-70" fmla="*/ 4508 h 10000"/>
              <a:gd name="connsiteX35-71" fmla="*/ 8628 w 9424"/>
              <a:gd name="connsiteY35-72" fmla="*/ 4898 h 10000"/>
              <a:gd name="connsiteX36-73" fmla="*/ 8546 w 9424"/>
              <a:gd name="connsiteY36-74" fmla="*/ 5288 h 10000"/>
              <a:gd name="connsiteX37-75" fmla="*/ 8409 w 9424"/>
              <a:gd name="connsiteY37-76" fmla="*/ 6178 h 10000"/>
              <a:gd name="connsiteX38-77" fmla="*/ 8340 w 9424"/>
              <a:gd name="connsiteY38-78" fmla="*/ 6568 h 10000"/>
              <a:gd name="connsiteX39-79" fmla="*/ 8258 w 9424"/>
              <a:gd name="connsiteY39-80" fmla="*/ 6957 h 10000"/>
              <a:gd name="connsiteX40-81" fmla="*/ 8189 w 9424"/>
              <a:gd name="connsiteY40-82" fmla="*/ 7347 h 10000"/>
              <a:gd name="connsiteX41-83" fmla="*/ 8121 w 9424"/>
              <a:gd name="connsiteY41-84" fmla="*/ 7737 h 10000"/>
              <a:gd name="connsiteX42-85" fmla="*/ 8039 w 9424"/>
              <a:gd name="connsiteY42-86" fmla="*/ 8033 h 10000"/>
              <a:gd name="connsiteX43-87" fmla="*/ 8039 w 9424"/>
              <a:gd name="connsiteY43-88" fmla="*/ 8237 h 10000"/>
              <a:gd name="connsiteX44-89" fmla="*/ 7970 w 9424"/>
              <a:gd name="connsiteY44-90" fmla="*/ 8534 h 10000"/>
              <a:gd name="connsiteX45-91" fmla="*/ 7901 w 9424"/>
              <a:gd name="connsiteY45-92" fmla="*/ 8720 h 10000"/>
              <a:gd name="connsiteX46-93" fmla="*/ 7750 w 9424"/>
              <a:gd name="connsiteY46-94" fmla="*/ 9017 h 10000"/>
              <a:gd name="connsiteX47-95" fmla="*/ 7613 w 9424"/>
              <a:gd name="connsiteY47-96" fmla="*/ 9314 h 10000"/>
              <a:gd name="connsiteX48-97" fmla="*/ 7462 w 9424"/>
              <a:gd name="connsiteY48-98" fmla="*/ 9610 h 10000"/>
              <a:gd name="connsiteX49-99" fmla="*/ 7325 w 9424"/>
              <a:gd name="connsiteY49-100" fmla="*/ 9703 h 10000"/>
              <a:gd name="connsiteX50-101" fmla="*/ 7174 w 9424"/>
              <a:gd name="connsiteY50-102" fmla="*/ 9889 h 10000"/>
              <a:gd name="connsiteX51-103" fmla="*/ 7023 w 9424"/>
              <a:gd name="connsiteY51-104" fmla="*/ 10000 h 10000"/>
              <a:gd name="connsiteX52-105" fmla="*/ 6886 w 9424"/>
              <a:gd name="connsiteY52-106" fmla="*/ 10000 h 10000"/>
              <a:gd name="connsiteX53-107" fmla="*/ 6735 w 9424"/>
              <a:gd name="connsiteY53-108" fmla="*/ 10000 h 10000"/>
              <a:gd name="connsiteX54-109" fmla="*/ 6735 w 9424"/>
              <a:gd name="connsiteY54-110" fmla="*/ 9889 h 10000"/>
              <a:gd name="connsiteX55-111" fmla="*/ 6667 w 9424"/>
              <a:gd name="connsiteY55-112" fmla="*/ 9889 h 10000"/>
              <a:gd name="connsiteX56-113" fmla="*/ 6667 w 9424"/>
              <a:gd name="connsiteY56-114" fmla="*/ 9796 h 10000"/>
              <a:gd name="connsiteX57-115" fmla="*/ 6667 w 9424"/>
              <a:gd name="connsiteY57-116" fmla="*/ 9610 h 10000"/>
              <a:gd name="connsiteX58-117" fmla="*/ 6667 w 9424"/>
              <a:gd name="connsiteY58-118" fmla="*/ 9499 h 10000"/>
              <a:gd name="connsiteX59-119" fmla="*/ 6667 w 9424"/>
              <a:gd name="connsiteY59-120" fmla="*/ 9406 h 10000"/>
              <a:gd name="connsiteX60-121" fmla="*/ 6667 w 9424"/>
              <a:gd name="connsiteY60-122" fmla="*/ 9202 h 10000"/>
              <a:gd name="connsiteX61-123" fmla="*/ 6667 w 9424"/>
              <a:gd name="connsiteY61-124" fmla="*/ 9017 h 10000"/>
              <a:gd name="connsiteX62-125" fmla="*/ 6598 w 9424"/>
              <a:gd name="connsiteY62-126" fmla="*/ 8813 h 10000"/>
              <a:gd name="connsiteX63-127" fmla="*/ 6516 w 9424"/>
              <a:gd name="connsiteY63-128" fmla="*/ 8534 h 10000"/>
              <a:gd name="connsiteX64-129" fmla="*/ 6379 w 9424"/>
              <a:gd name="connsiteY64-130" fmla="*/ 8126 h 10000"/>
              <a:gd name="connsiteX65-131" fmla="*/ 6310 w 9424"/>
              <a:gd name="connsiteY65-132" fmla="*/ 7737 h 10000"/>
              <a:gd name="connsiteX66-133" fmla="*/ 6091 w 9424"/>
              <a:gd name="connsiteY66-134" fmla="*/ 7347 h 10000"/>
              <a:gd name="connsiteX67-135" fmla="*/ 5940 w 9424"/>
              <a:gd name="connsiteY67-136" fmla="*/ 6753 h 10000"/>
              <a:gd name="connsiteX68-137" fmla="*/ 6091 w 9424"/>
              <a:gd name="connsiteY68-138" fmla="*/ 6957 h 10000"/>
              <a:gd name="connsiteX69-139" fmla="*/ 6310 w 9424"/>
              <a:gd name="connsiteY69-140" fmla="*/ 7161 h 10000"/>
              <a:gd name="connsiteX70-141" fmla="*/ 6447 w 9424"/>
              <a:gd name="connsiteY70-142" fmla="*/ 7347 h 10000"/>
              <a:gd name="connsiteX71-143" fmla="*/ 6598 w 9424"/>
              <a:gd name="connsiteY71-144" fmla="*/ 7440 h 10000"/>
              <a:gd name="connsiteX72-145" fmla="*/ 6735 w 9424"/>
              <a:gd name="connsiteY72-146" fmla="*/ 7551 h 10000"/>
              <a:gd name="connsiteX73-147" fmla="*/ 6818 w 9424"/>
              <a:gd name="connsiteY73-148" fmla="*/ 7551 h 10000"/>
              <a:gd name="connsiteX74-149" fmla="*/ 6886 w 9424"/>
              <a:gd name="connsiteY74-150" fmla="*/ 7644 h 10000"/>
              <a:gd name="connsiteX75-151" fmla="*/ 6955 w 9424"/>
              <a:gd name="connsiteY75-152" fmla="*/ 7644 h 10000"/>
              <a:gd name="connsiteX76-153" fmla="*/ 7023 w 9424"/>
              <a:gd name="connsiteY76-154" fmla="*/ 7644 h 10000"/>
              <a:gd name="connsiteX77-155" fmla="*/ 7106 w 9424"/>
              <a:gd name="connsiteY77-156" fmla="*/ 7644 h 10000"/>
              <a:gd name="connsiteX78-157" fmla="*/ 7174 w 9424"/>
              <a:gd name="connsiteY78-158" fmla="*/ 7551 h 10000"/>
              <a:gd name="connsiteX79-159" fmla="*/ 7243 w 9424"/>
              <a:gd name="connsiteY79-160" fmla="*/ 7440 h 10000"/>
              <a:gd name="connsiteX80-161" fmla="*/ 7243 w 9424"/>
              <a:gd name="connsiteY80-162" fmla="*/ 7347 h 10000"/>
              <a:gd name="connsiteX81-163" fmla="*/ 7325 w 9424"/>
              <a:gd name="connsiteY81-164" fmla="*/ 7254 h 10000"/>
              <a:gd name="connsiteX82-165" fmla="*/ 7394 w 9424"/>
              <a:gd name="connsiteY82-166" fmla="*/ 7050 h 10000"/>
              <a:gd name="connsiteX83-167" fmla="*/ 7394 w 9424"/>
              <a:gd name="connsiteY83-168" fmla="*/ 6865 h 10000"/>
              <a:gd name="connsiteX84-169" fmla="*/ 7462 w 9424"/>
              <a:gd name="connsiteY84-170" fmla="*/ 6660 h 10000"/>
              <a:gd name="connsiteX85-171" fmla="*/ 7531 w 9424"/>
              <a:gd name="connsiteY85-172" fmla="*/ 6364 h 10000"/>
              <a:gd name="connsiteX86-173" fmla="*/ 7613 w 9424"/>
              <a:gd name="connsiteY86-174" fmla="*/ 6067 h 10000"/>
              <a:gd name="connsiteX87-175" fmla="*/ 7613 w 9424"/>
              <a:gd name="connsiteY87-176" fmla="*/ 5677 h 10000"/>
              <a:gd name="connsiteX88-177" fmla="*/ 7750 w 9424"/>
              <a:gd name="connsiteY88-178" fmla="*/ 4991 h 10000"/>
              <a:gd name="connsiteX89-179" fmla="*/ 7833 w 9424"/>
              <a:gd name="connsiteY89-180" fmla="*/ 4212 h 10000"/>
              <a:gd name="connsiteX90-181" fmla="*/ 7833 w 9424"/>
              <a:gd name="connsiteY90-182" fmla="*/ 3525 h 10000"/>
              <a:gd name="connsiteX91-183" fmla="*/ 7901 w 9424"/>
              <a:gd name="connsiteY91-184" fmla="*/ 2839 h 10000"/>
              <a:gd name="connsiteX92-185" fmla="*/ 7901 w 9424"/>
              <a:gd name="connsiteY92-186" fmla="*/ 2542 h 10000"/>
              <a:gd name="connsiteX93-187" fmla="*/ 7901 w 9424"/>
              <a:gd name="connsiteY93-188" fmla="*/ 2263 h 10000"/>
              <a:gd name="connsiteX94-189" fmla="*/ 7901 w 9424"/>
              <a:gd name="connsiteY94-190" fmla="*/ 2059 h 10000"/>
              <a:gd name="connsiteX95-191" fmla="*/ 7901 w 9424"/>
              <a:gd name="connsiteY95-192" fmla="*/ 1855 h 10000"/>
              <a:gd name="connsiteX96-193" fmla="*/ 7901 w 9424"/>
              <a:gd name="connsiteY96-194" fmla="*/ 1670 h 10000"/>
              <a:gd name="connsiteX97-195" fmla="*/ 7901 w 9424"/>
              <a:gd name="connsiteY97-196" fmla="*/ 1577 h 10000"/>
              <a:gd name="connsiteX98-197" fmla="*/ 7833 w 9424"/>
              <a:gd name="connsiteY98-198" fmla="*/ 1466 h 10000"/>
              <a:gd name="connsiteX99-199" fmla="*/ 7833 w 9424"/>
              <a:gd name="connsiteY99-200" fmla="*/ 1373 h 10000"/>
              <a:gd name="connsiteX100-201" fmla="*/ 7833 w 9424"/>
              <a:gd name="connsiteY100-202" fmla="*/ 1280 h 10000"/>
              <a:gd name="connsiteX101-203" fmla="*/ 7750 w 9424"/>
              <a:gd name="connsiteY101-204" fmla="*/ 1280 h 10000"/>
              <a:gd name="connsiteX102-205" fmla="*/ 7682 w 9424"/>
              <a:gd name="connsiteY102-206" fmla="*/ 1169 h 10000"/>
              <a:gd name="connsiteX103-207" fmla="*/ 7682 w 9424"/>
              <a:gd name="connsiteY103-208" fmla="*/ 1169 h 10000"/>
              <a:gd name="connsiteX104-209" fmla="*/ 7531 w 9424"/>
              <a:gd name="connsiteY104-210" fmla="*/ 1169 h 10000"/>
              <a:gd name="connsiteX105-211" fmla="*/ 7462 w 9424"/>
              <a:gd name="connsiteY105-212" fmla="*/ 1169 h 10000"/>
              <a:gd name="connsiteX106-213" fmla="*/ 7394 w 9424"/>
              <a:gd name="connsiteY106-214" fmla="*/ 1169 h 10000"/>
              <a:gd name="connsiteX107-215" fmla="*/ 7243 w 9424"/>
              <a:gd name="connsiteY107-216" fmla="*/ 1169 h 10000"/>
              <a:gd name="connsiteX108-217" fmla="*/ 7106 w 9424"/>
              <a:gd name="connsiteY108-218" fmla="*/ 1169 h 10000"/>
              <a:gd name="connsiteX109-219" fmla="*/ 6886 w 9424"/>
              <a:gd name="connsiteY109-220" fmla="*/ 1169 h 10000"/>
              <a:gd name="connsiteX110-221" fmla="*/ 6735 w 9424"/>
              <a:gd name="connsiteY110-222" fmla="*/ 1169 h 10000"/>
              <a:gd name="connsiteX111-223" fmla="*/ 6516 w 9424"/>
              <a:gd name="connsiteY111-224" fmla="*/ 1169 h 10000"/>
              <a:gd name="connsiteX112-225" fmla="*/ 6228 w 9424"/>
              <a:gd name="connsiteY112-226" fmla="*/ 1169 h 10000"/>
              <a:gd name="connsiteX113-227" fmla="*/ 5940 w 9424"/>
              <a:gd name="connsiteY113-228" fmla="*/ 1280 h 10000"/>
              <a:gd name="connsiteX114-229" fmla="*/ 5652 w 9424"/>
              <a:gd name="connsiteY114-230" fmla="*/ 1280 h 10000"/>
              <a:gd name="connsiteX115-231" fmla="*/ 5295 w 9424"/>
              <a:gd name="connsiteY115-232" fmla="*/ 1373 h 10000"/>
              <a:gd name="connsiteX116-233" fmla="*/ 4568 w 9424"/>
              <a:gd name="connsiteY116-234" fmla="*/ 1466 h 10000"/>
              <a:gd name="connsiteX117-235" fmla="*/ 3841 w 9424"/>
              <a:gd name="connsiteY117-236" fmla="*/ 1670 h 10000"/>
              <a:gd name="connsiteX118-237" fmla="*/ 3114 w 9424"/>
              <a:gd name="connsiteY118-238" fmla="*/ 1763 h 10000"/>
              <a:gd name="connsiteX119-239" fmla="*/ 2387 w 9424"/>
              <a:gd name="connsiteY119-240" fmla="*/ 1855 h 10000"/>
              <a:gd name="connsiteX120-241" fmla="*/ 1591 w 9424"/>
              <a:gd name="connsiteY120-242" fmla="*/ 1967 h 10000"/>
              <a:gd name="connsiteX121-243" fmla="*/ 878 w 9424"/>
              <a:gd name="connsiteY121-244" fmla="*/ 2059 h 10000"/>
              <a:gd name="connsiteX122-245" fmla="*/ 151 w 9424"/>
              <a:gd name="connsiteY122-246" fmla="*/ 2152 h 10000"/>
              <a:gd name="connsiteX123-247" fmla="*/ 0 w 9424"/>
              <a:gd name="connsiteY123-248" fmla="*/ 1577 h 10000"/>
              <a:gd name="connsiteX124-249" fmla="*/ 576 w 9424"/>
              <a:gd name="connsiteY124-250" fmla="*/ 1466 h 10000"/>
              <a:gd name="connsiteX125-251" fmla="*/ 1084 w 9424"/>
              <a:gd name="connsiteY125-252" fmla="*/ 1373 h 10000"/>
              <a:gd name="connsiteX126-253" fmla="*/ 1591 w 9424"/>
              <a:gd name="connsiteY126-254" fmla="*/ 1280 h 10000"/>
              <a:gd name="connsiteX127-255" fmla="*/ 2099 w 9424"/>
              <a:gd name="connsiteY127-256" fmla="*/ 1280 h 10000"/>
              <a:gd name="connsiteX128-257" fmla="*/ 2538 w 9424"/>
              <a:gd name="connsiteY128-258" fmla="*/ 1169 h 10000"/>
              <a:gd name="connsiteX129-259" fmla="*/ 2977 w 9424"/>
              <a:gd name="connsiteY129-260" fmla="*/ 1076 h 10000"/>
              <a:gd name="connsiteX130-261" fmla="*/ 3402 w 9424"/>
              <a:gd name="connsiteY130-262" fmla="*/ 1076 h 10000"/>
              <a:gd name="connsiteX131-263" fmla="*/ 3772 w 9424"/>
              <a:gd name="connsiteY131-264" fmla="*/ 983 h 10000"/>
              <a:gd name="connsiteX132-265" fmla="*/ 4129 w 9424"/>
              <a:gd name="connsiteY132-266" fmla="*/ 891 h 10000"/>
              <a:gd name="connsiteX133-267" fmla="*/ 4499 w 9424"/>
              <a:gd name="connsiteY133-268" fmla="*/ 891 h 10000"/>
              <a:gd name="connsiteX134-269" fmla="*/ 4788 w 9424"/>
              <a:gd name="connsiteY134-270" fmla="*/ 779 h 10000"/>
              <a:gd name="connsiteX135-271" fmla="*/ 5144 w 9424"/>
              <a:gd name="connsiteY135-272" fmla="*/ 779 h 10000"/>
              <a:gd name="connsiteX136-273" fmla="*/ 5364 w 9424"/>
              <a:gd name="connsiteY136-274" fmla="*/ 779 h 10000"/>
              <a:gd name="connsiteX137-275" fmla="*/ 5652 w 9424"/>
              <a:gd name="connsiteY137-276" fmla="*/ 686 h 10000"/>
              <a:gd name="connsiteX138-277" fmla="*/ 5871 w 9424"/>
              <a:gd name="connsiteY138-278" fmla="*/ 686 h 10000"/>
              <a:gd name="connsiteX139-279" fmla="*/ 6228 w 9424"/>
              <a:gd name="connsiteY139-280" fmla="*/ 594 h 10000"/>
              <a:gd name="connsiteX140-281" fmla="*/ 6598 w 9424"/>
              <a:gd name="connsiteY140-282" fmla="*/ 594 h 10000"/>
              <a:gd name="connsiteX141-283" fmla="*/ 6886 w 9424"/>
              <a:gd name="connsiteY141-284" fmla="*/ 482 h 10000"/>
              <a:gd name="connsiteX142-285" fmla="*/ 7174 w 9424"/>
              <a:gd name="connsiteY142-286" fmla="*/ 482 h 10000"/>
              <a:gd name="connsiteX143-287" fmla="*/ 7325 w 9424"/>
              <a:gd name="connsiteY143-288" fmla="*/ 390 h 10000"/>
              <a:gd name="connsiteX144-289" fmla="*/ 7462 w 9424"/>
              <a:gd name="connsiteY144-290" fmla="*/ 297 h 10000"/>
              <a:gd name="connsiteX145-291" fmla="*/ 7613 w 9424"/>
              <a:gd name="connsiteY145-292" fmla="*/ 297 h 10000"/>
              <a:gd name="connsiteX146-293" fmla="*/ 7613 w 9424"/>
              <a:gd name="connsiteY146-294" fmla="*/ 204 h 10000"/>
              <a:gd name="connsiteX147-295" fmla="*/ 7613 w 9424"/>
              <a:gd name="connsiteY147-296" fmla="*/ 204 h 10000"/>
              <a:gd name="connsiteX0-297" fmla="*/ 7971 w 9893"/>
              <a:gd name="connsiteY0-298" fmla="*/ 204 h 10000"/>
              <a:gd name="connsiteX1-299" fmla="*/ 8045 w 9893"/>
              <a:gd name="connsiteY1-300" fmla="*/ 93 h 10000"/>
              <a:gd name="connsiteX2-301" fmla="*/ 8205 w 9893"/>
              <a:gd name="connsiteY2-302" fmla="*/ 93 h 10000"/>
              <a:gd name="connsiteX3-303" fmla="*/ 8277 w 9893"/>
              <a:gd name="connsiteY3-304" fmla="*/ 0 h 10000"/>
              <a:gd name="connsiteX4-305" fmla="*/ 8350 w 9893"/>
              <a:gd name="connsiteY4-306" fmla="*/ 0 h 10000"/>
              <a:gd name="connsiteX5-307" fmla="*/ 8510 w 9893"/>
              <a:gd name="connsiteY5-308" fmla="*/ 93 h 10000"/>
              <a:gd name="connsiteX6-309" fmla="*/ 8743 w 9893"/>
              <a:gd name="connsiteY6-310" fmla="*/ 204 h 10000"/>
              <a:gd name="connsiteX7-311" fmla="*/ 8816 w 9893"/>
              <a:gd name="connsiteY7-312" fmla="*/ 297 h 10000"/>
              <a:gd name="connsiteX8-313" fmla="*/ 8961 w 9893"/>
              <a:gd name="connsiteY8-314" fmla="*/ 482 h 10000"/>
              <a:gd name="connsiteX9-315" fmla="*/ 9048 w 9893"/>
              <a:gd name="connsiteY9-316" fmla="*/ 594 h 10000"/>
              <a:gd name="connsiteX10-317" fmla="*/ 9195 w 9893"/>
              <a:gd name="connsiteY10-318" fmla="*/ 686 h 10000"/>
              <a:gd name="connsiteX11-319" fmla="*/ 9354 w 9893"/>
              <a:gd name="connsiteY11-320" fmla="*/ 891 h 10000"/>
              <a:gd name="connsiteX12-321" fmla="*/ 9500 w 9893"/>
              <a:gd name="connsiteY12-322" fmla="*/ 983 h 10000"/>
              <a:gd name="connsiteX13-323" fmla="*/ 9587 w 9893"/>
              <a:gd name="connsiteY13-324" fmla="*/ 1169 h 10000"/>
              <a:gd name="connsiteX14-325" fmla="*/ 9733 w 9893"/>
              <a:gd name="connsiteY14-326" fmla="*/ 1280 h 10000"/>
              <a:gd name="connsiteX15-327" fmla="*/ 9806 w 9893"/>
              <a:gd name="connsiteY15-328" fmla="*/ 1373 h 10000"/>
              <a:gd name="connsiteX16-329" fmla="*/ 9806 w 9893"/>
              <a:gd name="connsiteY16-330" fmla="*/ 1466 h 10000"/>
              <a:gd name="connsiteX17-331" fmla="*/ 9893 w 9893"/>
              <a:gd name="connsiteY17-332" fmla="*/ 1466 h 10000"/>
              <a:gd name="connsiteX18-333" fmla="*/ 9893 w 9893"/>
              <a:gd name="connsiteY18-334" fmla="*/ 1577 h 10000"/>
              <a:gd name="connsiteX19-335" fmla="*/ 9893 w 9893"/>
              <a:gd name="connsiteY19-336" fmla="*/ 1670 h 10000"/>
              <a:gd name="connsiteX20-337" fmla="*/ 9806 w 9893"/>
              <a:gd name="connsiteY20-338" fmla="*/ 1763 h 10000"/>
              <a:gd name="connsiteX21-339" fmla="*/ 9733 w 9893"/>
              <a:gd name="connsiteY21-340" fmla="*/ 1763 h 10000"/>
              <a:gd name="connsiteX22-341" fmla="*/ 9661 w 9893"/>
              <a:gd name="connsiteY22-342" fmla="*/ 1855 h 10000"/>
              <a:gd name="connsiteX23-343" fmla="*/ 9587 w 9893"/>
              <a:gd name="connsiteY23-344" fmla="*/ 1855 h 10000"/>
              <a:gd name="connsiteX24-345" fmla="*/ 9587 w 9893"/>
              <a:gd name="connsiteY24-346" fmla="*/ 1967 h 10000"/>
              <a:gd name="connsiteX25-347" fmla="*/ 9500 w 9893"/>
              <a:gd name="connsiteY25-348" fmla="*/ 2059 h 10000"/>
              <a:gd name="connsiteX26-349" fmla="*/ 9427 w 9893"/>
              <a:gd name="connsiteY26-350" fmla="*/ 2263 h 10000"/>
              <a:gd name="connsiteX27-351" fmla="*/ 9427 w 9893"/>
              <a:gd name="connsiteY27-352" fmla="*/ 2449 h 10000"/>
              <a:gd name="connsiteX28-353" fmla="*/ 9354 w 9893"/>
              <a:gd name="connsiteY28-354" fmla="*/ 2653 h 10000"/>
              <a:gd name="connsiteX29-355" fmla="*/ 9354 w 9893"/>
              <a:gd name="connsiteY29-356" fmla="*/ 2950 h 10000"/>
              <a:gd name="connsiteX30-357" fmla="*/ 9354 w 9893"/>
              <a:gd name="connsiteY30-358" fmla="*/ 3135 h 10000"/>
              <a:gd name="connsiteX31-359" fmla="*/ 9267 w 9893"/>
              <a:gd name="connsiteY31-360" fmla="*/ 3432 h 10000"/>
              <a:gd name="connsiteX32-361" fmla="*/ 9267 w 9893"/>
              <a:gd name="connsiteY32-362" fmla="*/ 3822 h 10000"/>
              <a:gd name="connsiteX33-363" fmla="*/ 9195 w 9893"/>
              <a:gd name="connsiteY33-364" fmla="*/ 4119 h 10000"/>
              <a:gd name="connsiteX34-365" fmla="*/ 9122 w 9893"/>
              <a:gd name="connsiteY34-366" fmla="*/ 4508 h 10000"/>
              <a:gd name="connsiteX35-367" fmla="*/ 9048 w 9893"/>
              <a:gd name="connsiteY35-368" fmla="*/ 4898 h 10000"/>
              <a:gd name="connsiteX36-369" fmla="*/ 8961 w 9893"/>
              <a:gd name="connsiteY36-370" fmla="*/ 5288 h 10000"/>
              <a:gd name="connsiteX37-371" fmla="*/ 8816 w 9893"/>
              <a:gd name="connsiteY37-372" fmla="*/ 6178 h 10000"/>
              <a:gd name="connsiteX38-373" fmla="*/ 8743 w 9893"/>
              <a:gd name="connsiteY38-374" fmla="*/ 6568 h 10000"/>
              <a:gd name="connsiteX39-375" fmla="*/ 8656 w 9893"/>
              <a:gd name="connsiteY39-376" fmla="*/ 6957 h 10000"/>
              <a:gd name="connsiteX40-377" fmla="*/ 8583 w 9893"/>
              <a:gd name="connsiteY40-378" fmla="*/ 7347 h 10000"/>
              <a:gd name="connsiteX41-379" fmla="*/ 8510 w 9893"/>
              <a:gd name="connsiteY41-380" fmla="*/ 7737 h 10000"/>
              <a:gd name="connsiteX42-381" fmla="*/ 8423 w 9893"/>
              <a:gd name="connsiteY42-382" fmla="*/ 8033 h 10000"/>
              <a:gd name="connsiteX43-383" fmla="*/ 8423 w 9893"/>
              <a:gd name="connsiteY43-384" fmla="*/ 8237 h 10000"/>
              <a:gd name="connsiteX44-385" fmla="*/ 8350 w 9893"/>
              <a:gd name="connsiteY44-386" fmla="*/ 8534 h 10000"/>
              <a:gd name="connsiteX45-387" fmla="*/ 8277 w 9893"/>
              <a:gd name="connsiteY45-388" fmla="*/ 8720 h 10000"/>
              <a:gd name="connsiteX46-389" fmla="*/ 8117 w 9893"/>
              <a:gd name="connsiteY46-390" fmla="*/ 9017 h 10000"/>
              <a:gd name="connsiteX47-391" fmla="*/ 7971 w 9893"/>
              <a:gd name="connsiteY47-392" fmla="*/ 9314 h 10000"/>
              <a:gd name="connsiteX48-393" fmla="*/ 7811 w 9893"/>
              <a:gd name="connsiteY48-394" fmla="*/ 9610 h 10000"/>
              <a:gd name="connsiteX49-395" fmla="*/ 7666 w 9893"/>
              <a:gd name="connsiteY49-396" fmla="*/ 9703 h 10000"/>
              <a:gd name="connsiteX50-397" fmla="*/ 7505 w 9893"/>
              <a:gd name="connsiteY50-398" fmla="*/ 9889 h 10000"/>
              <a:gd name="connsiteX51-399" fmla="*/ 7345 w 9893"/>
              <a:gd name="connsiteY51-400" fmla="*/ 10000 h 10000"/>
              <a:gd name="connsiteX52-401" fmla="*/ 7200 w 9893"/>
              <a:gd name="connsiteY52-402" fmla="*/ 10000 h 10000"/>
              <a:gd name="connsiteX53-403" fmla="*/ 7040 w 9893"/>
              <a:gd name="connsiteY53-404" fmla="*/ 10000 h 10000"/>
              <a:gd name="connsiteX54-405" fmla="*/ 7040 w 9893"/>
              <a:gd name="connsiteY54-406" fmla="*/ 9889 h 10000"/>
              <a:gd name="connsiteX55-407" fmla="*/ 6967 w 9893"/>
              <a:gd name="connsiteY55-408" fmla="*/ 9889 h 10000"/>
              <a:gd name="connsiteX56-409" fmla="*/ 6967 w 9893"/>
              <a:gd name="connsiteY56-410" fmla="*/ 9796 h 10000"/>
              <a:gd name="connsiteX57-411" fmla="*/ 6967 w 9893"/>
              <a:gd name="connsiteY57-412" fmla="*/ 9610 h 10000"/>
              <a:gd name="connsiteX58-413" fmla="*/ 6967 w 9893"/>
              <a:gd name="connsiteY58-414" fmla="*/ 9499 h 10000"/>
              <a:gd name="connsiteX59-415" fmla="*/ 6967 w 9893"/>
              <a:gd name="connsiteY59-416" fmla="*/ 9406 h 10000"/>
              <a:gd name="connsiteX60-417" fmla="*/ 6967 w 9893"/>
              <a:gd name="connsiteY60-418" fmla="*/ 9202 h 10000"/>
              <a:gd name="connsiteX61-419" fmla="*/ 6967 w 9893"/>
              <a:gd name="connsiteY61-420" fmla="*/ 9017 h 10000"/>
              <a:gd name="connsiteX62-421" fmla="*/ 6894 w 9893"/>
              <a:gd name="connsiteY62-422" fmla="*/ 8813 h 10000"/>
              <a:gd name="connsiteX63-423" fmla="*/ 6807 w 9893"/>
              <a:gd name="connsiteY63-424" fmla="*/ 8534 h 10000"/>
              <a:gd name="connsiteX64-425" fmla="*/ 6662 w 9893"/>
              <a:gd name="connsiteY64-426" fmla="*/ 8126 h 10000"/>
              <a:gd name="connsiteX65-427" fmla="*/ 6589 w 9893"/>
              <a:gd name="connsiteY65-428" fmla="*/ 7737 h 10000"/>
              <a:gd name="connsiteX66-429" fmla="*/ 6356 w 9893"/>
              <a:gd name="connsiteY66-430" fmla="*/ 7347 h 10000"/>
              <a:gd name="connsiteX67-431" fmla="*/ 6196 w 9893"/>
              <a:gd name="connsiteY67-432" fmla="*/ 6753 h 10000"/>
              <a:gd name="connsiteX68-433" fmla="*/ 6356 w 9893"/>
              <a:gd name="connsiteY68-434" fmla="*/ 6957 h 10000"/>
              <a:gd name="connsiteX69-435" fmla="*/ 6589 w 9893"/>
              <a:gd name="connsiteY69-436" fmla="*/ 7161 h 10000"/>
              <a:gd name="connsiteX70-437" fmla="*/ 6734 w 9893"/>
              <a:gd name="connsiteY70-438" fmla="*/ 7347 h 10000"/>
              <a:gd name="connsiteX71-439" fmla="*/ 6894 w 9893"/>
              <a:gd name="connsiteY71-440" fmla="*/ 7440 h 10000"/>
              <a:gd name="connsiteX72-441" fmla="*/ 7040 w 9893"/>
              <a:gd name="connsiteY72-442" fmla="*/ 7551 h 10000"/>
              <a:gd name="connsiteX73-443" fmla="*/ 7128 w 9893"/>
              <a:gd name="connsiteY73-444" fmla="*/ 7551 h 10000"/>
              <a:gd name="connsiteX74-445" fmla="*/ 7200 w 9893"/>
              <a:gd name="connsiteY74-446" fmla="*/ 7644 h 10000"/>
              <a:gd name="connsiteX75-447" fmla="*/ 7273 w 9893"/>
              <a:gd name="connsiteY75-448" fmla="*/ 7644 h 10000"/>
              <a:gd name="connsiteX76-449" fmla="*/ 7345 w 9893"/>
              <a:gd name="connsiteY76-450" fmla="*/ 7644 h 10000"/>
              <a:gd name="connsiteX77-451" fmla="*/ 7433 w 9893"/>
              <a:gd name="connsiteY77-452" fmla="*/ 7644 h 10000"/>
              <a:gd name="connsiteX78-453" fmla="*/ 7505 w 9893"/>
              <a:gd name="connsiteY78-454" fmla="*/ 7551 h 10000"/>
              <a:gd name="connsiteX79-455" fmla="*/ 7579 w 9893"/>
              <a:gd name="connsiteY79-456" fmla="*/ 7440 h 10000"/>
              <a:gd name="connsiteX80-457" fmla="*/ 7579 w 9893"/>
              <a:gd name="connsiteY80-458" fmla="*/ 7347 h 10000"/>
              <a:gd name="connsiteX81-459" fmla="*/ 7666 w 9893"/>
              <a:gd name="connsiteY81-460" fmla="*/ 7254 h 10000"/>
              <a:gd name="connsiteX82-461" fmla="*/ 7739 w 9893"/>
              <a:gd name="connsiteY82-462" fmla="*/ 7050 h 10000"/>
              <a:gd name="connsiteX83-463" fmla="*/ 7739 w 9893"/>
              <a:gd name="connsiteY83-464" fmla="*/ 6865 h 10000"/>
              <a:gd name="connsiteX84-465" fmla="*/ 7811 w 9893"/>
              <a:gd name="connsiteY84-466" fmla="*/ 6660 h 10000"/>
              <a:gd name="connsiteX85-467" fmla="*/ 7884 w 9893"/>
              <a:gd name="connsiteY85-468" fmla="*/ 6364 h 10000"/>
              <a:gd name="connsiteX86-469" fmla="*/ 7971 w 9893"/>
              <a:gd name="connsiteY86-470" fmla="*/ 6067 h 10000"/>
              <a:gd name="connsiteX87-471" fmla="*/ 7971 w 9893"/>
              <a:gd name="connsiteY87-472" fmla="*/ 5677 h 10000"/>
              <a:gd name="connsiteX88-473" fmla="*/ 8117 w 9893"/>
              <a:gd name="connsiteY88-474" fmla="*/ 4991 h 10000"/>
              <a:gd name="connsiteX89-475" fmla="*/ 8205 w 9893"/>
              <a:gd name="connsiteY89-476" fmla="*/ 4212 h 10000"/>
              <a:gd name="connsiteX90-477" fmla="*/ 8205 w 9893"/>
              <a:gd name="connsiteY90-478" fmla="*/ 3525 h 10000"/>
              <a:gd name="connsiteX91-479" fmla="*/ 8277 w 9893"/>
              <a:gd name="connsiteY91-480" fmla="*/ 2839 h 10000"/>
              <a:gd name="connsiteX92-481" fmla="*/ 8277 w 9893"/>
              <a:gd name="connsiteY92-482" fmla="*/ 2542 h 10000"/>
              <a:gd name="connsiteX93-483" fmla="*/ 8277 w 9893"/>
              <a:gd name="connsiteY93-484" fmla="*/ 2263 h 10000"/>
              <a:gd name="connsiteX94-485" fmla="*/ 8277 w 9893"/>
              <a:gd name="connsiteY94-486" fmla="*/ 2059 h 10000"/>
              <a:gd name="connsiteX95-487" fmla="*/ 8277 w 9893"/>
              <a:gd name="connsiteY95-488" fmla="*/ 1855 h 10000"/>
              <a:gd name="connsiteX96-489" fmla="*/ 8277 w 9893"/>
              <a:gd name="connsiteY96-490" fmla="*/ 1670 h 10000"/>
              <a:gd name="connsiteX97-491" fmla="*/ 8277 w 9893"/>
              <a:gd name="connsiteY97-492" fmla="*/ 1577 h 10000"/>
              <a:gd name="connsiteX98-493" fmla="*/ 8205 w 9893"/>
              <a:gd name="connsiteY98-494" fmla="*/ 1466 h 10000"/>
              <a:gd name="connsiteX99-495" fmla="*/ 8205 w 9893"/>
              <a:gd name="connsiteY99-496" fmla="*/ 1373 h 10000"/>
              <a:gd name="connsiteX100-497" fmla="*/ 8205 w 9893"/>
              <a:gd name="connsiteY100-498" fmla="*/ 1280 h 10000"/>
              <a:gd name="connsiteX101-499" fmla="*/ 8117 w 9893"/>
              <a:gd name="connsiteY101-500" fmla="*/ 1280 h 10000"/>
              <a:gd name="connsiteX102-501" fmla="*/ 8045 w 9893"/>
              <a:gd name="connsiteY102-502" fmla="*/ 1169 h 10000"/>
              <a:gd name="connsiteX103-503" fmla="*/ 8045 w 9893"/>
              <a:gd name="connsiteY103-504" fmla="*/ 1169 h 10000"/>
              <a:gd name="connsiteX104-505" fmla="*/ 7884 w 9893"/>
              <a:gd name="connsiteY104-506" fmla="*/ 1169 h 10000"/>
              <a:gd name="connsiteX105-507" fmla="*/ 7811 w 9893"/>
              <a:gd name="connsiteY105-508" fmla="*/ 1169 h 10000"/>
              <a:gd name="connsiteX106-509" fmla="*/ 7739 w 9893"/>
              <a:gd name="connsiteY106-510" fmla="*/ 1169 h 10000"/>
              <a:gd name="connsiteX107-511" fmla="*/ 7579 w 9893"/>
              <a:gd name="connsiteY107-512" fmla="*/ 1169 h 10000"/>
              <a:gd name="connsiteX108-513" fmla="*/ 7433 w 9893"/>
              <a:gd name="connsiteY108-514" fmla="*/ 1169 h 10000"/>
              <a:gd name="connsiteX109-515" fmla="*/ 7200 w 9893"/>
              <a:gd name="connsiteY109-516" fmla="*/ 1169 h 10000"/>
              <a:gd name="connsiteX110-517" fmla="*/ 7040 w 9893"/>
              <a:gd name="connsiteY110-518" fmla="*/ 1169 h 10000"/>
              <a:gd name="connsiteX111-519" fmla="*/ 6807 w 9893"/>
              <a:gd name="connsiteY111-520" fmla="*/ 1169 h 10000"/>
              <a:gd name="connsiteX112-521" fmla="*/ 6502 w 9893"/>
              <a:gd name="connsiteY112-522" fmla="*/ 1169 h 10000"/>
              <a:gd name="connsiteX113-523" fmla="*/ 6196 w 9893"/>
              <a:gd name="connsiteY113-524" fmla="*/ 1280 h 10000"/>
              <a:gd name="connsiteX114-525" fmla="*/ 5890 w 9893"/>
              <a:gd name="connsiteY114-526" fmla="*/ 1280 h 10000"/>
              <a:gd name="connsiteX115-527" fmla="*/ 5512 w 9893"/>
              <a:gd name="connsiteY115-528" fmla="*/ 1373 h 10000"/>
              <a:gd name="connsiteX116-529" fmla="*/ 4740 w 9893"/>
              <a:gd name="connsiteY116-530" fmla="*/ 1466 h 10000"/>
              <a:gd name="connsiteX117-531" fmla="*/ 3969 w 9893"/>
              <a:gd name="connsiteY117-532" fmla="*/ 1670 h 10000"/>
              <a:gd name="connsiteX118-533" fmla="*/ 3197 w 9893"/>
              <a:gd name="connsiteY118-534" fmla="*/ 1763 h 10000"/>
              <a:gd name="connsiteX119-535" fmla="*/ 2426 w 9893"/>
              <a:gd name="connsiteY119-536" fmla="*/ 1855 h 10000"/>
              <a:gd name="connsiteX120-537" fmla="*/ 1581 w 9893"/>
              <a:gd name="connsiteY120-538" fmla="*/ 1967 h 10000"/>
              <a:gd name="connsiteX121-539" fmla="*/ 825 w 9893"/>
              <a:gd name="connsiteY121-540" fmla="*/ 2059 h 10000"/>
              <a:gd name="connsiteX122-541" fmla="*/ 53 w 9893"/>
              <a:gd name="connsiteY122-542" fmla="*/ 2152 h 10000"/>
              <a:gd name="connsiteX123-543" fmla="*/ 504 w 9893"/>
              <a:gd name="connsiteY123-544" fmla="*/ 1466 h 10000"/>
              <a:gd name="connsiteX124-545" fmla="*/ 1043 w 9893"/>
              <a:gd name="connsiteY124-546" fmla="*/ 1373 h 10000"/>
              <a:gd name="connsiteX125-547" fmla="*/ 1581 w 9893"/>
              <a:gd name="connsiteY125-548" fmla="*/ 1280 h 10000"/>
              <a:gd name="connsiteX126-549" fmla="*/ 2120 w 9893"/>
              <a:gd name="connsiteY126-550" fmla="*/ 1280 h 10000"/>
              <a:gd name="connsiteX127-551" fmla="*/ 2586 w 9893"/>
              <a:gd name="connsiteY127-552" fmla="*/ 1169 h 10000"/>
              <a:gd name="connsiteX128-553" fmla="*/ 3052 w 9893"/>
              <a:gd name="connsiteY128-554" fmla="*/ 1076 h 10000"/>
              <a:gd name="connsiteX129-555" fmla="*/ 3503 w 9893"/>
              <a:gd name="connsiteY129-556" fmla="*/ 1076 h 10000"/>
              <a:gd name="connsiteX130-557" fmla="*/ 3896 w 9893"/>
              <a:gd name="connsiteY130-558" fmla="*/ 983 h 10000"/>
              <a:gd name="connsiteX131-559" fmla="*/ 4274 w 9893"/>
              <a:gd name="connsiteY131-560" fmla="*/ 891 h 10000"/>
              <a:gd name="connsiteX132-561" fmla="*/ 4667 w 9893"/>
              <a:gd name="connsiteY132-562" fmla="*/ 891 h 10000"/>
              <a:gd name="connsiteX133-563" fmla="*/ 4974 w 9893"/>
              <a:gd name="connsiteY133-564" fmla="*/ 779 h 10000"/>
              <a:gd name="connsiteX134-565" fmla="*/ 5351 w 9893"/>
              <a:gd name="connsiteY134-566" fmla="*/ 779 h 10000"/>
              <a:gd name="connsiteX135-567" fmla="*/ 5585 w 9893"/>
              <a:gd name="connsiteY135-568" fmla="*/ 779 h 10000"/>
              <a:gd name="connsiteX136-569" fmla="*/ 5890 w 9893"/>
              <a:gd name="connsiteY136-570" fmla="*/ 686 h 10000"/>
              <a:gd name="connsiteX137-571" fmla="*/ 6123 w 9893"/>
              <a:gd name="connsiteY137-572" fmla="*/ 686 h 10000"/>
              <a:gd name="connsiteX138-573" fmla="*/ 6502 w 9893"/>
              <a:gd name="connsiteY138-574" fmla="*/ 594 h 10000"/>
              <a:gd name="connsiteX139-575" fmla="*/ 6894 w 9893"/>
              <a:gd name="connsiteY139-576" fmla="*/ 594 h 10000"/>
              <a:gd name="connsiteX140-577" fmla="*/ 7200 w 9893"/>
              <a:gd name="connsiteY140-578" fmla="*/ 482 h 10000"/>
              <a:gd name="connsiteX141-579" fmla="*/ 7505 w 9893"/>
              <a:gd name="connsiteY141-580" fmla="*/ 482 h 10000"/>
              <a:gd name="connsiteX142-581" fmla="*/ 7666 w 9893"/>
              <a:gd name="connsiteY142-582" fmla="*/ 390 h 10000"/>
              <a:gd name="connsiteX143-583" fmla="*/ 7811 w 9893"/>
              <a:gd name="connsiteY143-584" fmla="*/ 297 h 10000"/>
              <a:gd name="connsiteX144-585" fmla="*/ 7971 w 9893"/>
              <a:gd name="connsiteY144-586" fmla="*/ 297 h 10000"/>
              <a:gd name="connsiteX145-587" fmla="*/ 7971 w 9893"/>
              <a:gd name="connsiteY145-588" fmla="*/ 204 h 10000"/>
              <a:gd name="connsiteX146-589" fmla="*/ 7971 w 9893"/>
              <a:gd name="connsiteY146-590" fmla="*/ 204 h 10000"/>
              <a:gd name="connsiteX0-591" fmla="*/ 7548 w 9491"/>
              <a:gd name="connsiteY0-592" fmla="*/ 204 h 10000"/>
              <a:gd name="connsiteX1-593" fmla="*/ 7623 w 9491"/>
              <a:gd name="connsiteY1-594" fmla="*/ 93 h 10000"/>
              <a:gd name="connsiteX2-595" fmla="*/ 7785 w 9491"/>
              <a:gd name="connsiteY2-596" fmla="*/ 93 h 10000"/>
              <a:gd name="connsiteX3-597" fmla="*/ 7858 w 9491"/>
              <a:gd name="connsiteY3-598" fmla="*/ 0 h 10000"/>
              <a:gd name="connsiteX4-599" fmla="*/ 7931 w 9491"/>
              <a:gd name="connsiteY4-600" fmla="*/ 0 h 10000"/>
              <a:gd name="connsiteX5-601" fmla="*/ 8093 w 9491"/>
              <a:gd name="connsiteY5-602" fmla="*/ 93 h 10000"/>
              <a:gd name="connsiteX6-603" fmla="*/ 8329 w 9491"/>
              <a:gd name="connsiteY6-604" fmla="*/ 204 h 10000"/>
              <a:gd name="connsiteX7-605" fmla="*/ 8402 w 9491"/>
              <a:gd name="connsiteY7-606" fmla="*/ 297 h 10000"/>
              <a:gd name="connsiteX8-607" fmla="*/ 8549 w 9491"/>
              <a:gd name="connsiteY8-608" fmla="*/ 482 h 10000"/>
              <a:gd name="connsiteX9-609" fmla="*/ 8637 w 9491"/>
              <a:gd name="connsiteY9-610" fmla="*/ 594 h 10000"/>
              <a:gd name="connsiteX10-611" fmla="*/ 8785 w 9491"/>
              <a:gd name="connsiteY10-612" fmla="*/ 686 h 10000"/>
              <a:gd name="connsiteX11-613" fmla="*/ 8946 w 9491"/>
              <a:gd name="connsiteY11-614" fmla="*/ 891 h 10000"/>
              <a:gd name="connsiteX12-615" fmla="*/ 9094 w 9491"/>
              <a:gd name="connsiteY12-616" fmla="*/ 983 h 10000"/>
              <a:gd name="connsiteX13-617" fmla="*/ 9182 w 9491"/>
              <a:gd name="connsiteY13-618" fmla="*/ 1169 h 10000"/>
              <a:gd name="connsiteX14-619" fmla="*/ 9329 w 9491"/>
              <a:gd name="connsiteY14-620" fmla="*/ 1280 h 10000"/>
              <a:gd name="connsiteX15-621" fmla="*/ 9403 w 9491"/>
              <a:gd name="connsiteY15-622" fmla="*/ 1373 h 10000"/>
              <a:gd name="connsiteX16-623" fmla="*/ 9403 w 9491"/>
              <a:gd name="connsiteY16-624" fmla="*/ 1466 h 10000"/>
              <a:gd name="connsiteX17-625" fmla="*/ 9491 w 9491"/>
              <a:gd name="connsiteY17-626" fmla="*/ 1466 h 10000"/>
              <a:gd name="connsiteX18-627" fmla="*/ 9491 w 9491"/>
              <a:gd name="connsiteY18-628" fmla="*/ 1577 h 10000"/>
              <a:gd name="connsiteX19-629" fmla="*/ 9491 w 9491"/>
              <a:gd name="connsiteY19-630" fmla="*/ 1670 h 10000"/>
              <a:gd name="connsiteX20-631" fmla="*/ 9403 w 9491"/>
              <a:gd name="connsiteY20-632" fmla="*/ 1763 h 10000"/>
              <a:gd name="connsiteX21-633" fmla="*/ 9329 w 9491"/>
              <a:gd name="connsiteY21-634" fmla="*/ 1763 h 10000"/>
              <a:gd name="connsiteX22-635" fmla="*/ 9256 w 9491"/>
              <a:gd name="connsiteY22-636" fmla="*/ 1855 h 10000"/>
              <a:gd name="connsiteX23-637" fmla="*/ 9182 w 9491"/>
              <a:gd name="connsiteY23-638" fmla="*/ 1855 h 10000"/>
              <a:gd name="connsiteX24-639" fmla="*/ 9182 w 9491"/>
              <a:gd name="connsiteY24-640" fmla="*/ 1967 h 10000"/>
              <a:gd name="connsiteX25-641" fmla="*/ 9094 w 9491"/>
              <a:gd name="connsiteY25-642" fmla="*/ 2059 h 10000"/>
              <a:gd name="connsiteX26-643" fmla="*/ 9020 w 9491"/>
              <a:gd name="connsiteY26-644" fmla="*/ 2263 h 10000"/>
              <a:gd name="connsiteX27-645" fmla="*/ 9020 w 9491"/>
              <a:gd name="connsiteY27-646" fmla="*/ 2449 h 10000"/>
              <a:gd name="connsiteX28-647" fmla="*/ 8946 w 9491"/>
              <a:gd name="connsiteY28-648" fmla="*/ 2653 h 10000"/>
              <a:gd name="connsiteX29-649" fmla="*/ 8946 w 9491"/>
              <a:gd name="connsiteY29-650" fmla="*/ 2950 h 10000"/>
              <a:gd name="connsiteX30-651" fmla="*/ 8946 w 9491"/>
              <a:gd name="connsiteY30-652" fmla="*/ 3135 h 10000"/>
              <a:gd name="connsiteX31-653" fmla="*/ 8858 w 9491"/>
              <a:gd name="connsiteY31-654" fmla="*/ 3432 h 10000"/>
              <a:gd name="connsiteX32-655" fmla="*/ 8858 w 9491"/>
              <a:gd name="connsiteY32-656" fmla="*/ 3822 h 10000"/>
              <a:gd name="connsiteX33-657" fmla="*/ 8785 w 9491"/>
              <a:gd name="connsiteY33-658" fmla="*/ 4119 h 10000"/>
              <a:gd name="connsiteX34-659" fmla="*/ 8712 w 9491"/>
              <a:gd name="connsiteY34-660" fmla="*/ 4508 h 10000"/>
              <a:gd name="connsiteX35-661" fmla="*/ 8637 w 9491"/>
              <a:gd name="connsiteY35-662" fmla="*/ 4898 h 10000"/>
              <a:gd name="connsiteX36-663" fmla="*/ 8549 w 9491"/>
              <a:gd name="connsiteY36-664" fmla="*/ 5288 h 10000"/>
              <a:gd name="connsiteX37-665" fmla="*/ 8402 w 9491"/>
              <a:gd name="connsiteY37-666" fmla="*/ 6178 h 10000"/>
              <a:gd name="connsiteX38-667" fmla="*/ 8329 w 9491"/>
              <a:gd name="connsiteY38-668" fmla="*/ 6568 h 10000"/>
              <a:gd name="connsiteX39-669" fmla="*/ 8241 w 9491"/>
              <a:gd name="connsiteY39-670" fmla="*/ 6957 h 10000"/>
              <a:gd name="connsiteX40-671" fmla="*/ 8167 w 9491"/>
              <a:gd name="connsiteY40-672" fmla="*/ 7347 h 10000"/>
              <a:gd name="connsiteX41-673" fmla="*/ 8093 w 9491"/>
              <a:gd name="connsiteY41-674" fmla="*/ 7737 h 10000"/>
              <a:gd name="connsiteX42-675" fmla="*/ 8005 w 9491"/>
              <a:gd name="connsiteY42-676" fmla="*/ 8033 h 10000"/>
              <a:gd name="connsiteX43-677" fmla="*/ 8005 w 9491"/>
              <a:gd name="connsiteY43-678" fmla="*/ 8237 h 10000"/>
              <a:gd name="connsiteX44-679" fmla="*/ 7931 w 9491"/>
              <a:gd name="connsiteY44-680" fmla="*/ 8534 h 10000"/>
              <a:gd name="connsiteX45-681" fmla="*/ 7858 w 9491"/>
              <a:gd name="connsiteY45-682" fmla="*/ 8720 h 10000"/>
              <a:gd name="connsiteX46-683" fmla="*/ 7696 w 9491"/>
              <a:gd name="connsiteY46-684" fmla="*/ 9017 h 10000"/>
              <a:gd name="connsiteX47-685" fmla="*/ 7548 w 9491"/>
              <a:gd name="connsiteY47-686" fmla="*/ 9314 h 10000"/>
              <a:gd name="connsiteX48-687" fmla="*/ 7386 w 9491"/>
              <a:gd name="connsiteY48-688" fmla="*/ 9610 h 10000"/>
              <a:gd name="connsiteX49-689" fmla="*/ 7240 w 9491"/>
              <a:gd name="connsiteY49-690" fmla="*/ 9703 h 10000"/>
              <a:gd name="connsiteX50-691" fmla="*/ 7077 w 9491"/>
              <a:gd name="connsiteY50-692" fmla="*/ 9889 h 10000"/>
              <a:gd name="connsiteX51-693" fmla="*/ 6915 w 9491"/>
              <a:gd name="connsiteY51-694" fmla="*/ 10000 h 10000"/>
              <a:gd name="connsiteX52-695" fmla="*/ 6769 w 9491"/>
              <a:gd name="connsiteY52-696" fmla="*/ 10000 h 10000"/>
              <a:gd name="connsiteX53-697" fmla="*/ 6607 w 9491"/>
              <a:gd name="connsiteY53-698" fmla="*/ 10000 h 10000"/>
              <a:gd name="connsiteX54-699" fmla="*/ 6607 w 9491"/>
              <a:gd name="connsiteY54-700" fmla="*/ 9889 h 10000"/>
              <a:gd name="connsiteX55-701" fmla="*/ 6533 w 9491"/>
              <a:gd name="connsiteY55-702" fmla="*/ 9889 h 10000"/>
              <a:gd name="connsiteX56-703" fmla="*/ 6533 w 9491"/>
              <a:gd name="connsiteY56-704" fmla="*/ 9796 h 10000"/>
              <a:gd name="connsiteX57-705" fmla="*/ 6533 w 9491"/>
              <a:gd name="connsiteY57-706" fmla="*/ 9610 h 10000"/>
              <a:gd name="connsiteX58-707" fmla="*/ 6533 w 9491"/>
              <a:gd name="connsiteY58-708" fmla="*/ 9499 h 10000"/>
              <a:gd name="connsiteX59-709" fmla="*/ 6533 w 9491"/>
              <a:gd name="connsiteY59-710" fmla="*/ 9406 h 10000"/>
              <a:gd name="connsiteX60-711" fmla="*/ 6533 w 9491"/>
              <a:gd name="connsiteY60-712" fmla="*/ 9202 h 10000"/>
              <a:gd name="connsiteX61-713" fmla="*/ 6533 w 9491"/>
              <a:gd name="connsiteY61-714" fmla="*/ 9017 h 10000"/>
              <a:gd name="connsiteX62-715" fmla="*/ 6460 w 9491"/>
              <a:gd name="connsiteY62-716" fmla="*/ 8813 h 10000"/>
              <a:gd name="connsiteX63-717" fmla="*/ 6372 w 9491"/>
              <a:gd name="connsiteY63-718" fmla="*/ 8534 h 10000"/>
              <a:gd name="connsiteX64-719" fmla="*/ 6225 w 9491"/>
              <a:gd name="connsiteY64-720" fmla="*/ 8126 h 10000"/>
              <a:gd name="connsiteX65-721" fmla="*/ 6151 w 9491"/>
              <a:gd name="connsiteY65-722" fmla="*/ 7737 h 10000"/>
              <a:gd name="connsiteX66-723" fmla="*/ 5916 w 9491"/>
              <a:gd name="connsiteY66-724" fmla="*/ 7347 h 10000"/>
              <a:gd name="connsiteX67-725" fmla="*/ 5754 w 9491"/>
              <a:gd name="connsiteY67-726" fmla="*/ 6753 h 10000"/>
              <a:gd name="connsiteX68-727" fmla="*/ 5916 w 9491"/>
              <a:gd name="connsiteY68-728" fmla="*/ 6957 h 10000"/>
              <a:gd name="connsiteX69-729" fmla="*/ 6151 w 9491"/>
              <a:gd name="connsiteY69-730" fmla="*/ 7161 h 10000"/>
              <a:gd name="connsiteX70-731" fmla="*/ 6298 w 9491"/>
              <a:gd name="connsiteY70-732" fmla="*/ 7347 h 10000"/>
              <a:gd name="connsiteX71-733" fmla="*/ 6460 w 9491"/>
              <a:gd name="connsiteY71-734" fmla="*/ 7440 h 10000"/>
              <a:gd name="connsiteX72-735" fmla="*/ 6607 w 9491"/>
              <a:gd name="connsiteY72-736" fmla="*/ 7551 h 10000"/>
              <a:gd name="connsiteX73-737" fmla="*/ 6696 w 9491"/>
              <a:gd name="connsiteY73-738" fmla="*/ 7551 h 10000"/>
              <a:gd name="connsiteX74-739" fmla="*/ 6769 w 9491"/>
              <a:gd name="connsiteY74-740" fmla="*/ 7644 h 10000"/>
              <a:gd name="connsiteX75-741" fmla="*/ 6843 w 9491"/>
              <a:gd name="connsiteY75-742" fmla="*/ 7644 h 10000"/>
              <a:gd name="connsiteX76-743" fmla="*/ 6915 w 9491"/>
              <a:gd name="connsiteY76-744" fmla="*/ 7644 h 10000"/>
              <a:gd name="connsiteX77-745" fmla="*/ 7004 w 9491"/>
              <a:gd name="connsiteY77-746" fmla="*/ 7644 h 10000"/>
              <a:gd name="connsiteX78-747" fmla="*/ 7077 w 9491"/>
              <a:gd name="connsiteY78-748" fmla="*/ 7551 h 10000"/>
              <a:gd name="connsiteX79-749" fmla="*/ 7152 w 9491"/>
              <a:gd name="connsiteY79-750" fmla="*/ 7440 h 10000"/>
              <a:gd name="connsiteX80-751" fmla="*/ 7152 w 9491"/>
              <a:gd name="connsiteY80-752" fmla="*/ 7347 h 10000"/>
              <a:gd name="connsiteX81-753" fmla="*/ 7240 w 9491"/>
              <a:gd name="connsiteY81-754" fmla="*/ 7254 h 10000"/>
              <a:gd name="connsiteX82-755" fmla="*/ 7314 w 9491"/>
              <a:gd name="connsiteY82-756" fmla="*/ 7050 h 10000"/>
              <a:gd name="connsiteX83-757" fmla="*/ 7314 w 9491"/>
              <a:gd name="connsiteY83-758" fmla="*/ 6865 h 10000"/>
              <a:gd name="connsiteX84-759" fmla="*/ 7386 w 9491"/>
              <a:gd name="connsiteY84-760" fmla="*/ 6660 h 10000"/>
              <a:gd name="connsiteX85-761" fmla="*/ 7460 w 9491"/>
              <a:gd name="connsiteY85-762" fmla="*/ 6364 h 10000"/>
              <a:gd name="connsiteX86-763" fmla="*/ 7548 w 9491"/>
              <a:gd name="connsiteY86-764" fmla="*/ 6067 h 10000"/>
              <a:gd name="connsiteX87-765" fmla="*/ 7548 w 9491"/>
              <a:gd name="connsiteY87-766" fmla="*/ 5677 h 10000"/>
              <a:gd name="connsiteX88-767" fmla="*/ 7696 w 9491"/>
              <a:gd name="connsiteY88-768" fmla="*/ 4991 h 10000"/>
              <a:gd name="connsiteX89-769" fmla="*/ 7785 w 9491"/>
              <a:gd name="connsiteY89-770" fmla="*/ 4212 h 10000"/>
              <a:gd name="connsiteX90-771" fmla="*/ 7785 w 9491"/>
              <a:gd name="connsiteY90-772" fmla="*/ 3525 h 10000"/>
              <a:gd name="connsiteX91-773" fmla="*/ 7858 w 9491"/>
              <a:gd name="connsiteY91-774" fmla="*/ 2839 h 10000"/>
              <a:gd name="connsiteX92-775" fmla="*/ 7858 w 9491"/>
              <a:gd name="connsiteY92-776" fmla="*/ 2542 h 10000"/>
              <a:gd name="connsiteX93-777" fmla="*/ 7858 w 9491"/>
              <a:gd name="connsiteY93-778" fmla="*/ 2263 h 10000"/>
              <a:gd name="connsiteX94-779" fmla="*/ 7858 w 9491"/>
              <a:gd name="connsiteY94-780" fmla="*/ 2059 h 10000"/>
              <a:gd name="connsiteX95-781" fmla="*/ 7858 w 9491"/>
              <a:gd name="connsiteY95-782" fmla="*/ 1855 h 10000"/>
              <a:gd name="connsiteX96-783" fmla="*/ 7858 w 9491"/>
              <a:gd name="connsiteY96-784" fmla="*/ 1670 h 10000"/>
              <a:gd name="connsiteX97-785" fmla="*/ 7858 w 9491"/>
              <a:gd name="connsiteY97-786" fmla="*/ 1577 h 10000"/>
              <a:gd name="connsiteX98-787" fmla="*/ 7785 w 9491"/>
              <a:gd name="connsiteY98-788" fmla="*/ 1466 h 10000"/>
              <a:gd name="connsiteX99-789" fmla="*/ 7785 w 9491"/>
              <a:gd name="connsiteY99-790" fmla="*/ 1373 h 10000"/>
              <a:gd name="connsiteX100-791" fmla="*/ 7785 w 9491"/>
              <a:gd name="connsiteY100-792" fmla="*/ 1280 h 10000"/>
              <a:gd name="connsiteX101-793" fmla="*/ 7696 w 9491"/>
              <a:gd name="connsiteY101-794" fmla="*/ 1280 h 10000"/>
              <a:gd name="connsiteX102-795" fmla="*/ 7623 w 9491"/>
              <a:gd name="connsiteY102-796" fmla="*/ 1169 h 10000"/>
              <a:gd name="connsiteX103-797" fmla="*/ 7623 w 9491"/>
              <a:gd name="connsiteY103-798" fmla="*/ 1169 h 10000"/>
              <a:gd name="connsiteX104-799" fmla="*/ 7460 w 9491"/>
              <a:gd name="connsiteY104-800" fmla="*/ 1169 h 10000"/>
              <a:gd name="connsiteX105-801" fmla="*/ 7386 w 9491"/>
              <a:gd name="connsiteY105-802" fmla="*/ 1169 h 10000"/>
              <a:gd name="connsiteX106-803" fmla="*/ 7314 w 9491"/>
              <a:gd name="connsiteY106-804" fmla="*/ 1169 h 10000"/>
              <a:gd name="connsiteX107-805" fmla="*/ 7152 w 9491"/>
              <a:gd name="connsiteY107-806" fmla="*/ 1169 h 10000"/>
              <a:gd name="connsiteX108-807" fmla="*/ 7004 w 9491"/>
              <a:gd name="connsiteY108-808" fmla="*/ 1169 h 10000"/>
              <a:gd name="connsiteX109-809" fmla="*/ 6769 w 9491"/>
              <a:gd name="connsiteY109-810" fmla="*/ 1169 h 10000"/>
              <a:gd name="connsiteX110-811" fmla="*/ 6607 w 9491"/>
              <a:gd name="connsiteY110-812" fmla="*/ 1169 h 10000"/>
              <a:gd name="connsiteX111-813" fmla="*/ 6372 w 9491"/>
              <a:gd name="connsiteY111-814" fmla="*/ 1169 h 10000"/>
              <a:gd name="connsiteX112-815" fmla="*/ 6063 w 9491"/>
              <a:gd name="connsiteY112-816" fmla="*/ 1169 h 10000"/>
              <a:gd name="connsiteX113-817" fmla="*/ 5754 w 9491"/>
              <a:gd name="connsiteY113-818" fmla="*/ 1280 h 10000"/>
              <a:gd name="connsiteX114-819" fmla="*/ 5445 w 9491"/>
              <a:gd name="connsiteY114-820" fmla="*/ 1280 h 10000"/>
              <a:gd name="connsiteX115-821" fmla="*/ 5063 w 9491"/>
              <a:gd name="connsiteY115-822" fmla="*/ 1373 h 10000"/>
              <a:gd name="connsiteX116-823" fmla="*/ 4282 w 9491"/>
              <a:gd name="connsiteY116-824" fmla="*/ 1466 h 10000"/>
              <a:gd name="connsiteX117-825" fmla="*/ 3503 w 9491"/>
              <a:gd name="connsiteY117-826" fmla="*/ 1670 h 10000"/>
              <a:gd name="connsiteX118-827" fmla="*/ 2723 w 9491"/>
              <a:gd name="connsiteY118-828" fmla="*/ 1763 h 10000"/>
              <a:gd name="connsiteX119-829" fmla="*/ 1943 w 9491"/>
              <a:gd name="connsiteY119-830" fmla="*/ 1855 h 10000"/>
              <a:gd name="connsiteX120-831" fmla="*/ 1089 w 9491"/>
              <a:gd name="connsiteY120-832" fmla="*/ 1967 h 10000"/>
              <a:gd name="connsiteX121-833" fmla="*/ 325 w 9491"/>
              <a:gd name="connsiteY121-834" fmla="*/ 2059 h 10000"/>
              <a:gd name="connsiteX122-835" fmla="*/ 0 w 9491"/>
              <a:gd name="connsiteY122-836" fmla="*/ 1466 h 10000"/>
              <a:gd name="connsiteX123-837" fmla="*/ 545 w 9491"/>
              <a:gd name="connsiteY123-838" fmla="*/ 1373 h 10000"/>
              <a:gd name="connsiteX124-839" fmla="*/ 1089 w 9491"/>
              <a:gd name="connsiteY124-840" fmla="*/ 1280 h 10000"/>
              <a:gd name="connsiteX125-841" fmla="*/ 1634 w 9491"/>
              <a:gd name="connsiteY125-842" fmla="*/ 1280 h 10000"/>
              <a:gd name="connsiteX126-843" fmla="*/ 2105 w 9491"/>
              <a:gd name="connsiteY126-844" fmla="*/ 1169 h 10000"/>
              <a:gd name="connsiteX127-845" fmla="*/ 2576 w 9491"/>
              <a:gd name="connsiteY127-846" fmla="*/ 1076 h 10000"/>
              <a:gd name="connsiteX128-847" fmla="*/ 3032 w 9491"/>
              <a:gd name="connsiteY128-848" fmla="*/ 1076 h 10000"/>
              <a:gd name="connsiteX129-849" fmla="*/ 3429 w 9491"/>
              <a:gd name="connsiteY129-850" fmla="*/ 983 h 10000"/>
              <a:gd name="connsiteX130-851" fmla="*/ 3811 w 9491"/>
              <a:gd name="connsiteY130-852" fmla="*/ 891 h 10000"/>
              <a:gd name="connsiteX131-853" fmla="*/ 4208 w 9491"/>
              <a:gd name="connsiteY131-854" fmla="*/ 891 h 10000"/>
              <a:gd name="connsiteX132-855" fmla="*/ 4519 w 9491"/>
              <a:gd name="connsiteY132-856" fmla="*/ 779 h 10000"/>
              <a:gd name="connsiteX133-857" fmla="*/ 4900 w 9491"/>
              <a:gd name="connsiteY133-858" fmla="*/ 779 h 10000"/>
              <a:gd name="connsiteX134-859" fmla="*/ 5136 w 9491"/>
              <a:gd name="connsiteY134-860" fmla="*/ 779 h 10000"/>
              <a:gd name="connsiteX135-861" fmla="*/ 5445 w 9491"/>
              <a:gd name="connsiteY135-862" fmla="*/ 686 h 10000"/>
              <a:gd name="connsiteX136-863" fmla="*/ 5680 w 9491"/>
              <a:gd name="connsiteY136-864" fmla="*/ 686 h 10000"/>
              <a:gd name="connsiteX137-865" fmla="*/ 6063 w 9491"/>
              <a:gd name="connsiteY137-866" fmla="*/ 594 h 10000"/>
              <a:gd name="connsiteX138-867" fmla="*/ 6460 w 9491"/>
              <a:gd name="connsiteY138-868" fmla="*/ 594 h 10000"/>
              <a:gd name="connsiteX139-869" fmla="*/ 6769 w 9491"/>
              <a:gd name="connsiteY139-870" fmla="*/ 482 h 10000"/>
              <a:gd name="connsiteX140-871" fmla="*/ 7077 w 9491"/>
              <a:gd name="connsiteY140-872" fmla="*/ 482 h 10000"/>
              <a:gd name="connsiteX141-873" fmla="*/ 7240 w 9491"/>
              <a:gd name="connsiteY141-874" fmla="*/ 390 h 10000"/>
              <a:gd name="connsiteX142-875" fmla="*/ 7386 w 9491"/>
              <a:gd name="connsiteY142-876" fmla="*/ 297 h 10000"/>
              <a:gd name="connsiteX143-877" fmla="*/ 7548 w 9491"/>
              <a:gd name="connsiteY143-878" fmla="*/ 297 h 10000"/>
              <a:gd name="connsiteX144-879" fmla="*/ 7548 w 9491"/>
              <a:gd name="connsiteY144-880" fmla="*/ 204 h 10000"/>
              <a:gd name="connsiteX145-881" fmla="*/ 7548 w 9491"/>
              <a:gd name="connsiteY145-882" fmla="*/ 204 h 10000"/>
              <a:gd name="connsiteX0-883" fmla="*/ 7953 w 10000"/>
              <a:gd name="connsiteY0-884" fmla="*/ 204 h 10000"/>
              <a:gd name="connsiteX1-885" fmla="*/ 8032 w 10000"/>
              <a:gd name="connsiteY1-886" fmla="*/ 93 h 10000"/>
              <a:gd name="connsiteX2-887" fmla="*/ 8203 w 10000"/>
              <a:gd name="connsiteY2-888" fmla="*/ 93 h 10000"/>
              <a:gd name="connsiteX3-889" fmla="*/ 8279 w 10000"/>
              <a:gd name="connsiteY3-890" fmla="*/ 0 h 10000"/>
              <a:gd name="connsiteX4-891" fmla="*/ 8356 w 10000"/>
              <a:gd name="connsiteY4-892" fmla="*/ 0 h 10000"/>
              <a:gd name="connsiteX5-893" fmla="*/ 8527 w 10000"/>
              <a:gd name="connsiteY5-894" fmla="*/ 93 h 10000"/>
              <a:gd name="connsiteX6-895" fmla="*/ 8776 w 10000"/>
              <a:gd name="connsiteY6-896" fmla="*/ 204 h 10000"/>
              <a:gd name="connsiteX7-897" fmla="*/ 8853 w 10000"/>
              <a:gd name="connsiteY7-898" fmla="*/ 297 h 10000"/>
              <a:gd name="connsiteX8-899" fmla="*/ 9007 w 10000"/>
              <a:gd name="connsiteY8-900" fmla="*/ 482 h 10000"/>
              <a:gd name="connsiteX9-901" fmla="*/ 9100 w 10000"/>
              <a:gd name="connsiteY9-902" fmla="*/ 594 h 10000"/>
              <a:gd name="connsiteX10-903" fmla="*/ 9256 w 10000"/>
              <a:gd name="connsiteY10-904" fmla="*/ 686 h 10000"/>
              <a:gd name="connsiteX11-905" fmla="*/ 9426 w 10000"/>
              <a:gd name="connsiteY11-906" fmla="*/ 891 h 10000"/>
              <a:gd name="connsiteX12-907" fmla="*/ 9582 w 10000"/>
              <a:gd name="connsiteY12-908" fmla="*/ 983 h 10000"/>
              <a:gd name="connsiteX13-909" fmla="*/ 9674 w 10000"/>
              <a:gd name="connsiteY13-910" fmla="*/ 1169 h 10000"/>
              <a:gd name="connsiteX14-911" fmla="*/ 9829 w 10000"/>
              <a:gd name="connsiteY14-912" fmla="*/ 1280 h 10000"/>
              <a:gd name="connsiteX15-913" fmla="*/ 9907 w 10000"/>
              <a:gd name="connsiteY15-914" fmla="*/ 1373 h 10000"/>
              <a:gd name="connsiteX16-915" fmla="*/ 9907 w 10000"/>
              <a:gd name="connsiteY16-916" fmla="*/ 1466 h 10000"/>
              <a:gd name="connsiteX17-917" fmla="*/ 10000 w 10000"/>
              <a:gd name="connsiteY17-918" fmla="*/ 1466 h 10000"/>
              <a:gd name="connsiteX18-919" fmla="*/ 10000 w 10000"/>
              <a:gd name="connsiteY18-920" fmla="*/ 1577 h 10000"/>
              <a:gd name="connsiteX19-921" fmla="*/ 10000 w 10000"/>
              <a:gd name="connsiteY19-922" fmla="*/ 1670 h 10000"/>
              <a:gd name="connsiteX20-923" fmla="*/ 9907 w 10000"/>
              <a:gd name="connsiteY20-924" fmla="*/ 1763 h 10000"/>
              <a:gd name="connsiteX21-925" fmla="*/ 9829 w 10000"/>
              <a:gd name="connsiteY21-926" fmla="*/ 1763 h 10000"/>
              <a:gd name="connsiteX22-927" fmla="*/ 9752 w 10000"/>
              <a:gd name="connsiteY22-928" fmla="*/ 1855 h 10000"/>
              <a:gd name="connsiteX23-929" fmla="*/ 9674 w 10000"/>
              <a:gd name="connsiteY23-930" fmla="*/ 1855 h 10000"/>
              <a:gd name="connsiteX24-931" fmla="*/ 9674 w 10000"/>
              <a:gd name="connsiteY24-932" fmla="*/ 1967 h 10000"/>
              <a:gd name="connsiteX25-933" fmla="*/ 9582 w 10000"/>
              <a:gd name="connsiteY25-934" fmla="*/ 2059 h 10000"/>
              <a:gd name="connsiteX26-935" fmla="*/ 9504 w 10000"/>
              <a:gd name="connsiteY26-936" fmla="*/ 2263 h 10000"/>
              <a:gd name="connsiteX27-937" fmla="*/ 9504 w 10000"/>
              <a:gd name="connsiteY27-938" fmla="*/ 2449 h 10000"/>
              <a:gd name="connsiteX28-939" fmla="*/ 9426 w 10000"/>
              <a:gd name="connsiteY28-940" fmla="*/ 2653 h 10000"/>
              <a:gd name="connsiteX29-941" fmla="*/ 9426 w 10000"/>
              <a:gd name="connsiteY29-942" fmla="*/ 2950 h 10000"/>
              <a:gd name="connsiteX30-943" fmla="*/ 9426 w 10000"/>
              <a:gd name="connsiteY30-944" fmla="*/ 3135 h 10000"/>
              <a:gd name="connsiteX31-945" fmla="*/ 9333 w 10000"/>
              <a:gd name="connsiteY31-946" fmla="*/ 3432 h 10000"/>
              <a:gd name="connsiteX32-947" fmla="*/ 9333 w 10000"/>
              <a:gd name="connsiteY32-948" fmla="*/ 3822 h 10000"/>
              <a:gd name="connsiteX33-949" fmla="*/ 9256 w 10000"/>
              <a:gd name="connsiteY33-950" fmla="*/ 4119 h 10000"/>
              <a:gd name="connsiteX34-951" fmla="*/ 9179 w 10000"/>
              <a:gd name="connsiteY34-952" fmla="*/ 4508 h 10000"/>
              <a:gd name="connsiteX35-953" fmla="*/ 9100 w 10000"/>
              <a:gd name="connsiteY35-954" fmla="*/ 4898 h 10000"/>
              <a:gd name="connsiteX36-955" fmla="*/ 9007 w 10000"/>
              <a:gd name="connsiteY36-956" fmla="*/ 5288 h 10000"/>
              <a:gd name="connsiteX37-957" fmla="*/ 8853 w 10000"/>
              <a:gd name="connsiteY37-958" fmla="*/ 6178 h 10000"/>
              <a:gd name="connsiteX38-959" fmla="*/ 8776 w 10000"/>
              <a:gd name="connsiteY38-960" fmla="*/ 6568 h 10000"/>
              <a:gd name="connsiteX39-961" fmla="*/ 8683 w 10000"/>
              <a:gd name="connsiteY39-962" fmla="*/ 6957 h 10000"/>
              <a:gd name="connsiteX40-963" fmla="*/ 8605 w 10000"/>
              <a:gd name="connsiteY40-964" fmla="*/ 7347 h 10000"/>
              <a:gd name="connsiteX41-965" fmla="*/ 8527 w 10000"/>
              <a:gd name="connsiteY41-966" fmla="*/ 7737 h 10000"/>
              <a:gd name="connsiteX42-967" fmla="*/ 8434 w 10000"/>
              <a:gd name="connsiteY42-968" fmla="*/ 8033 h 10000"/>
              <a:gd name="connsiteX43-969" fmla="*/ 8434 w 10000"/>
              <a:gd name="connsiteY43-970" fmla="*/ 8237 h 10000"/>
              <a:gd name="connsiteX44-971" fmla="*/ 8356 w 10000"/>
              <a:gd name="connsiteY44-972" fmla="*/ 8534 h 10000"/>
              <a:gd name="connsiteX45-973" fmla="*/ 8279 w 10000"/>
              <a:gd name="connsiteY45-974" fmla="*/ 8720 h 10000"/>
              <a:gd name="connsiteX46-975" fmla="*/ 8109 w 10000"/>
              <a:gd name="connsiteY46-976" fmla="*/ 9017 h 10000"/>
              <a:gd name="connsiteX47-977" fmla="*/ 7953 w 10000"/>
              <a:gd name="connsiteY47-978" fmla="*/ 9314 h 10000"/>
              <a:gd name="connsiteX48-979" fmla="*/ 7782 w 10000"/>
              <a:gd name="connsiteY48-980" fmla="*/ 9610 h 10000"/>
              <a:gd name="connsiteX49-981" fmla="*/ 7628 w 10000"/>
              <a:gd name="connsiteY49-982" fmla="*/ 9703 h 10000"/>
              <a:gd name="connsiteX50-983" fmla="*/ 7457 w 10000"/>
              <a:gd name="connsiteY50-984" fmla="*/ 9889 h 10000"/>
              <a:gd name="connsiteX51-985" fmla="*/ 7286 w 10000"/>
              <a:gd name="connsiteY51-986" fmla="*/ 10000 h 10000"/>
              <a:gd name="connsiteX52-987" fmla="*/ 7132 w 10000"/>
              <a:gd name="connsiteY52-988" fmla="*/ 10000 h 10000"/>
              <a:gd name="connsiteX53-989" fmla="*/ 6961 w 10000"/>
              <a:gd name="connsiteY53-990" fmla="*/ 10000 h 10000"/>
              <a:gd name="connsiteX54-991" fmla="*/ 6961 w 10000"/>
              <a:gd name="connsiteY54-992" fmla="*/ 9889 h 10000"/>
              <a:gd name="connsiteX55-993" fmla="*/ 6883 w 10000"/>
              <a:gd name="connsiteY55-994" fmla="*/ 9889 h 10000"/>
              <a:gd name="connsiteX56-995" fmla="*/ 6883 w 10000"/>
              <a:gd name="connsiteY56-996" fmla="*/ 9796 h 10000"/>
              <a:gd name="connsiteX57-997" fmla="*/ 6883 w 10000"/>
              <a:gd name="connsiteY57-998" fmla="*/ 9610 h 10000"/>
              <a:gd name="connsiteX58-999" fmla="*/ 6883 w 10000"/>
              <a:gd name="connsiteY58-1000" fmla="*/ 9499 h 10000"/>
              <a:gd name="connsiteX59-1001" fmla="*/ 6883 w 10000"/>
              <a:gd name="connsiteY59-1002" fmla="*/ 9406 h 10000"/>
              <a:gd name="connsiteX60-1003" fmla="*/ 6883 w 10000"/>
              <a:gd name="connsiteY60-1004" fmla="*/ 9202 h 10000"/>
              <a:gd name="connsiteX61-1005" fmla="*/ 6883 w 10000"/>
              <a:gd name="connsiteY61-1006" fmla="*/ 9017 h 10000"/>
              <a:gd name="connsiteX62-1007" fmla="*/ 6806 w 10000"/>
              <a:gd name="connsiteY62-1008" fmla="*/ 8813 h 10000"/>
              <a:gd name="connsiteX63-1009" fmla="*/ 6714 w 10000"/>
              <a:gd name="connsiteY63-1010" fmla="*/ 8534 h 10000"/>
              <a:gd name="connsiteX64-1011" fmla="*/ 6559 w 10000"/>
              <a:gd name="connsiteY64-1012" fmla="*/ 8126 h 10000"/>
              <a:gd name="connsiteX65-1013" fmla="*/ 6481 w 10000"/>
              <a:gd name="connsiteY65-1014" fmla="*/ 7737 h 10000"/>
              <a:gd name="connsiteX66-1015" fmla="*/ 6233 w 10000"/>
              <a:gd name="connsiteY66-1016" fmla="*/ 7347 h 10000"/>
              <a:gd name="connsiteX67-1017" fmla="*/ 6063 w 10000"/>
              <a:gd name="connsiteY67-1018" fmla="*/ 6753 h 10000"/>
              <a:gd name="connsiteX68-1019" fmla="*/ 6233 w 10000"/>
              <a:gd name="connsiteY68-1020" fmla="*/ 6957 h 10000"/>
              <a:gd name="connsiteX69-1021" fmla="*/ 6481 w 10000"/>
              <a:gd name="connsiteY69-1022" fmla="*/ 7161 h 10000"/>
              <a:gd name="connsiteX70-1023" fmla="*/ 6636 w 10000"/>
              <a:gd name="connsiteY70-1024" fmla="*/ 7347 h 10000"/>
              <a:gd name="connsiteX71-1025" fmla="*/ 6806 w 10000"/>
              <a:gd name="connsiteY71-1026" fmla="*/ 7440 h 10000"/>
              <a:gd name="connsiteX72-1027" fmla="*/ 6961 w 10000"/>
              <a:gd name="connsiteY72-1028" fmla="*/ 7551 h 10000"/>
              <a:gd name="connsiteX73-1029" fmla="*/ 7055 w 10000"/>
              <a:gd name="connsiteY73-1030" fmla="*/ 7551 h 10000"/>
              <a:gd name="connsiteX74-1031" fmla="*/ 7132 w 10000"/>
              <a:gd name="connsiteY74-1032" fmla="*/ 7644 h 10000"/>
              <a:gd name="connsiteX75-1033" fmla="*/ 7210 w 10000"/>
              <a:gd name="connsiteY75-1034" fmla="*/ 7644 h 10000"/>
              <a:gd name="connsiteX76-1035" fmla="*/ 7286 w 10000"/>
              <a:gd name="connsiteY76-1036" fmla="*/ 7644 h 10000"/>
              <a:gd name="connsiteX77-1037" fmla="*/ 7380 w 10000"/>
              <a:gd name="connsiteY77-1038" fmla="*/ 7644 h 10000"/>
              <a:gd name="connsiteX78-1039" fmla="*/ 7457 w 10000"/>
              <a:gd name="connsiteY78-1040" fmla="*/ 7551 h 10000"/>
              <a:gd name="connsiteX79-1041" fmla="*/ 7536 w 10000"/>
              <a:gd name="connsiteY79-1042" fmla="*/ 7440 h 10000"/>
              <a:gd name="connsiteX80-1043" fmla="*/ 7536 w 10000"/>
              <a:gd name="connsiteY80-1044" fmla="*/ 7347 h 10000"/>
              <a:gd name="connsiteX81-1045" fmla="*/ 7628 w 10000"/>
              <a:gd name="connsiteY81-1046" fmla="*/ 7254 h 10000"/>
              <a:gd name="connsiteX82-1047" fmla="*/ 7706 w 10000"/>
              <a:gd name="connsiteY82-1048" fmla="*/ 7050 h 10000"/>
              <a:gd name="connsiteX83-1049" fmla="*/ 7706 w 10000"/>
              <a:gd name="connsiteY83-1050" fmla="*/ 6865 h 10000"/>
              <a:gd name="connsiteX84-1051" fmla="*/ 7782 w 10000"/>
              <a:gd name="connsiteY84-1052" fmla="*/ 6660 h 10000"/>
              <a:gd name="connsiteX85-1053" fmla="*/ 7860 w 10000"/>
              <a:gd name="connsiteY85-1054" fmla="*/ 6364 h 10000"/>
              <a:gd name="connsiteX86-1055" fmla="*/ 7953 w 10000"/>
              <a:gd name="connsiteY86-1056" fmla="*/ 6067 h 10000"/>
              <a:gd name="connsiteX87-1057" fmla="*/ 7953 w 10000"/>
              <a:gd name="connsiteY87-1058" fmla="*/ 5677 h 10000"/>
              <a:gd name="connsiteX88-1059" fmla="*/ 8109 w 10000"/>
              <a:gd name="connsiteY88-1060" fmla="*/ 4991 h 10000"/>
              <a:gd name="connsiteX89-1061" fmla="*/ 8203 w 10000"/>
              <a:gd name="connsiteY89-1062" fmla="*/ 4212 h 10000"/>
              <a:gd name="connsiteX90-1063" fmla="*/ 8203 w 10000"/>
              <a:gd name="connsiteY90-1064" fmla="*/ 3525 h 10000"/>
              <a:gd name="connsiteX91-1065" fmla="*/ 8279 w 10000"/>
              <a:gd name="connsiteY91-1066" fmla="*/ 2839 h 10000"/>
              <a:gd name="connsiteX92-1067" fmla="*/ 8279 w 10000"/>
              <a:gd name="connsiteY92-1068" fmla="*/ 2542 h 10000"/>
              <a:gd name="connsiteX93-1069" fmla="*/ 8279 w 10000"/>
              <a:gd name="connsiteY93-1070" fmla="*/ 2263 h 10000"/>
              <a:gd name="connsiteX94-1071" fmla="*/ 8279 w 10000"/>
              <a:gd name="connsiteY94-1072" fmla="*/ 2059 h 10000"/>
              <a:gd name="connsiteX95-1073" fmla="*/ 8279 w 10000"/>
              <a:gd name="connsiteY95-1074" fmla="*/ 1855 h 10000"/>
              <a:gd name="connsiteX96-1075" fmla="*/ 8279 w 10000"/>
              <a:gd name="connsiteY96-1076" fmla="*/ 1670 h 10000"/>
              <a:gd name="connsiteX97-1077" fmla="*/ 8279 w 10000"/>
              <a:gd name="connsiteY97-1078" fmla="*/ 1577 h 10000"/>
              <a:gd name="connsiteX98-1079" fmla="*/ 8203 w 10000"/>
              <a:gd name="connsiteY98-1080" fmla="*/ 1466 h 10000"/>
              <a:gd name="connsiteX99-1081" fmla="*/ 8203 w 10000"/>
              <a:gd name="connsiteY99-1082" fmla="*/ 1373 h 10000"/>
              <a:gd name="connsiteX100-1083" fmla="*/ 8203 w 10000"/>
              <a:gd name="connsiteY100-1084" fmla="*/ 1280 h 10000"/>
              <a:gd name="connsiteX101-1085" fmla="*/ 8109 w 10000"/>
              <a:gd name="connsiteY101-1086" fmla="*/ 1280 h 10000"/>
              <a:gd name="connsiteX102-1087" fmla="*/ 8032 w 10000"/>
              <a:gd name="connsiteY102-1088" fmla="*/ 1169 h 10000"/>
              <a:gd name="connsiteX103-1089" fmla="*/ 8032 w 10000"/>
              <a:gd name="connsiteY103-1090" fmla="*/ 1169 h 10000"/>
              <a:gd name="connsiteX104-1091" fmla="*/ 7860 w 10000"/>
              <a:gd name="connsiteY104-1092" fmla="*/ 1169 h 10000"/>
              <a:gd name="connsiteX105-1093" fmla="*/ 7782 w 10000"/>
              <a:gd name="connsiteY105-1094" fmla="*/ 1169 h 10000"/>
              <a:gd name="connsiteX106-1095" fmla="*/ 7706 w 10000"/>
              <a:gd name="connsiteY106-1096" fmla="*/ 1169 h 10000"/>
              <a:gd name="connsiteX107-1097" fmla="*/ 7536 w 10000"/>
              <a:gd name="connsiteY107-1098" fmla="*/ 1169 h 10000"/>
              <a:gd name="connsiteX108-1099" fmla="*/ 7380 w 10000"/>
              <a:gd name="connsiteY108-1100" fmla="*/ 1169 h 10000"/>
              <a:gd name="connsiteX109-1101" fmla="*/ 7132 w 10000"/>
              <a:gd name="connsiteY109-1102" fmla="*/ 1169 h 10000"/>
              <a:gd name="connsiteX110-1103" fmla="*/ 6961 w 10000"/>
              <a:gd name="connsiteY110-1104" fmla="*/ 1169 h 10000"/>
              <a:gd name="connsiteX111-1105" fmla="*/ 6714 w 10000"/>
              <a:gd name="connsiteY111-1106" fmla="*/ 1169 h 10000"/>
              <a:gd name="connsiteX112-1107" fmla="*/ 6388 w 10000"/>
              <a:gd name="connsiteY112-1108" fmla="*/ 1169 h 10000"/>
              <a:gd name="connsiteX113-1109" fmla="*/ 6063 w 10000"/>
              <a:gd name="connsiteY113-1110" fmla="*/ 1280 h 10000"/>
              <a:gd name="connsiteX114-1111" fmla="*/ 5737 w 10000"/>
              <a:gd name="connsiteY114-1112" fmla="*/ 1280 h 10000"/>
              <a:gd name="connsiteX115-1113" fmla="*/ 5335 w 10000"/>
              <a:gd name="connsiteY115-1114" fmla="*/ 1373 h 10000"/>
              <a:gd name="connsiteX116-1115" fmla="*/ 4512 w 10000"/>
              <a:gd name="connsiteY116-1116" fmla="*/ 1466 h 10000"/>
              <a:gd name="connsiteX117-1117" fmla="*/ 3691 w 10000"/>
              <a:gd name="connsiteY117-1118" fmla="*/ 1670 h 10000"/>
              <a:gd name="connsiteX118-1119" fmla="*/ 2869 w 10000"/>
              <a:gd name="connsiteY118-1120" fmla="*/ 1763 h 10000"/>
              <a:gd name="connsiteX119-1121" fmla="*/ 2047 w 10000"/>
              <a:gd name="connsiteY119-1122" fmla="*/ 1855 h 10000"/>
              <a:gd name="connsiteX120-1123" fmla="*/ 1147 w 10000"/>
              <a:gd name="connsiteY120-1124" fmla="*/ 1967 h 10000"/>
              <a:gd name="connsiteX121-1125" fmla="*/ 0 w 10000"/>
              <a:gd name="connsiteY121-1126" fmla="*/ 1466 h 10000"/>
              <a:gd name="connsiteX122-1127" fmla="*/ 574 w 10000"/>
              <a:gd name="connsiteY122-1128" fmla="*/ 1373 h 10000"/>
              <a:gd name="connsiteX123-1129" fmla="*/ 1147 w 10000"/>
              <a:gd name="connsiteY123-1130" fmla="*/ 1280 h 10000"/>
              <a:gd name="connsiteX124-1131" fmla="*/ 1722 w 10000"/>
              <a:gd name="connsiteY124-1132" fmla="*/ 1280 h 10000"/>
              <a:gd name="connsiteX125-1133" fmla="*/ 2218 w 10000"/>
              <a:gd name="connsiteY125-1134" fmla="*/ 1169 h 10000"/>
              <a:gd name="connsiteX126-1135" fmla="*/ 2714 w 10000"/>
              <a:gd name="connsiteY126-1136" fmla="*/ 1076 h 10000"/>
              <a:gd name="connsiteX127-1137" fmla="*/ 3195 w 10000"/>
              <a:gd name="connsiteY127-1138" fmla="*/ 1076 h 10000"/>
              <a:gd name="connsiteX128-1139" fmla="*/ 3613 w 10000"/>
              <a:gd name="connsiteY128-1140" fmla="*/ 983 h 10000"/>
              <a:gd name="connsiteX129-1141" fmla="*/ 4015 w 10000"/>
              <a:gd name="connsiteY129-1142" fmla="*/ 891 h 10000"/>
              <a:gd name="connsiteX130-1143" fmla="*/ 4434 w 10000"/>
              <a:gd name="connsiteY130-1144" fmla="*/ 891 h 10000"/>
              <a:gd name="connsiteX131-1145" fmla="*/ 4761 w 10000"/>
              <a:gd name="connsiteY131-1146" fmla="*/ 779 h 10000"/>
              <a:gd name="connsiteX132-1147" fmla="*/ 5163 w 10000"/>
              <a:gd name="connsiteY132-1148" fmla="*/ 779 h 10000"/>
              <a:gd name="connsiteX133-1149" fmla="*/ 5411 w 10000"/>
              <a:gd name="connsiteY133-1150" fmla="*/ 779 h 10000"/>
              <a:gd name="connsiteX134-1151" fmla="*/ 5737 w 10000"/>
              <a:gd name="connsiteY134-1152" fmla="*/ 686 h 10000"/>
              <a:gd name="connsiteX135-1153" fmla="*/ 5985 w 10000"/>
              <a:gd name="connsiteY135-1154" fmla="*/ 686 h 10000"/>
              <a:gd name="connsiteX136-1155" fmla="*/ 6388 w 10000"/>
              <a:gd name="connsiteY136-1156" fmla="*/ 594 h 10000"/>
              <a:gd name="connsiteX137-1157" fmla="*/ 6806 w 10000"/>
              <a:gd name="connsiteY137-1158" fmla="*/ 594 h 10000"/>
              <a:gd name="connsiteX138-1159" fmla="*/ 7132 w 10000"/>
              <a:gd name="connsiteY138-1160" fmla="*/ 482 h 10000"/>
              <a:gd name="connsiteX139-1161" fmla="*/ 7457 w 10000"/>
              <a:gd name="connsiteY139-1162" fmla="*/ 482 h 10000"/>
              <a:gd name="connsiteX140-1163" fmla="*/ 7628 w 10000"/>
              <a:gd name="connsiteY140-1164" fmla="*/ 390 h 10000"/>
              <a:gd name="connsiteX141-1165" fmla="*/ 7782 w 10000"/>
              <a:gd name="connsiteY141-1166" fmla="*/ 297 h 10000"/>
              <a:gd name="connsiteX142-1167" fmla="*/ 7953 w 10000"/>
              <a:gd name="connsiteY142-1168" fmla="*/ 297 h 10000"/>
              <a:gd name="connsiteX143-1169" fmla="*/ 7953 w 10000"/>
              <a:gd name="connsiteY143-1170" fmla="*/ 204 h 10000"/>
              <a:gd name="connsiteX144-1171" fmla="*/ 7953 w 10000"/>
              <a:gd name="connsiteY144-1172" fmla="*/ 204 h 10000"/>
              <a:gd name="connsiteX0-1173" fmla="*/ 7379 w 9426"/>
              <a:gd name="connsiteY0-1174" fmla="*/ 204 h 10000"/>
              <a:gd name="connsiteX1-1175" fmla="*/ 7458 w 9426"/>
              <a:gd name="connsiteY1-1176" fmla="*/ 93 h 10000"/>
              <a:gd name="connsiteX2-1177" fmla="*/ 7629 w 9426"/>
              <a:gd name="connsiteY2-1178" fmla="*/ 93 h 10000"/>
              <a:gd name="connsiteX3-1179" fmla="*/ 7705 w 9426"/>
              <a:gd name="connsiteY3-1180" fmla="*/ 0 h 10000"/>
              <a:gd name="connsiteX4-1181" fmla="*/ 7782 w 9426"/>
              <a:gd name="connsiteY4-1182" fmla="*/ 0 h 10000"/>
              <a:gd name="connsiteX5-1183" fmla="*/ 7953 w 9426"/>
              <a:gd name="connsiteY5-1184" fmla="*/ 93 h 10000"/>
              <a:gd name="connsiteX6-1185" fmla="*/ 8202 w 9426"/>
              <a:gd name="connsiteY6-1186" fmla="*/ 204 h 10000"/>
              <a:gd name="connsiteX7-1187" fmla="*/ 8279 w 9426"/>
              <a:gd name="connsiteY7-1188" fmla="*/ 297 h 10000"/>
              <a:gd name="connsiteX8-1189" fmla="*/ 8433 w 9426"/>
              <a:gd name="connsiteY8-1190" fmla="*/ 482 h 10000"/>
              <a:gd name="connsiteX9-1191" fmla="*/ 8526 w 9426"/>
              <a:gd name="connsiteY9-1192" fmla="*/ 594 h 10000"/>
              <a:gd name="connsiteX10-1193" fmla="*/ 8682 w 9426"/>
              <a:gd name="connsiteY10-1194" fmla="*/ 686 h 10000"/>
              <a:gd name="connsiteX11-1195" fmla="*/ 8852 w 9426"/>
              <a:gd name="connsiteY11-1196" fmla="*/ 891 h 10000"/>
              <a:gd name="connsiteX12-1197" fmla="*/ 9008 w 9426"/>
              <a:gd name="connsiteY12-1198" fmla="*/ 983 h 10000"/>
              <a:gd name="connsiteX13-1199" fmla="*/ 9100 w 9426"/>
              <a:gd name="connsiteY13-1200" fmla="*/ 1169 h 10000"/>
              <a:gd name="connsiteX14-1201" fmla="*/ 9255 w 9426"/>
              <a:gd name="connsiteY14-1202" fmla="*/ 1280 h 10000"/>
              <a:gd name="connsiteX15-1203" fmla="*/ 9333 w 9426"/>
              <a:gd name="connsiteY15-1204" fmla="*/ 1373 h 10000"/>
              <a:gd name="connsiteX16-1205" fmla="*/ 9333 w 9426"/>
              <a:gd name="connsiteY16-1206" fmla="*/ 1466 h 10000"/>
              <a:gd name="connsiteX17-1207" fmla="*/ 9426 w 9426"/>
              <a:gd name="connsiteY17-1208" fmla="*/ 1466 h 10000"/>
              <a:gd name="connsiteX18-1209" fmla="*/ 9426 w 9426"/>
              <a:gd name="connsiteY18-1210" fmla="*/ 1577 h 10000"/>
              <a:gd name="connsiteX19-1211" fmla="*/ 9426 w 9426"/>
              <a:gd name="connsiteY19-1212" fmla="*/ 1670 h 10000"/>
              <a:gd name="connsiteX20-1213" fmla="*/ 9333 w 9426"/>
              <a:gd name="connsiteY20-1214" fmla="*/ 1763 h 10000"/>
              <a:gd name="connsiteX21-1215" fmla="*/ 9255 w 9426"/>
              <a:gd name="connsiteY21-1216" fmla="*/ 1763 h 10000"/>
              <a:gd name="connsiteX22-1217" fmla="*/ 9178 w 9426"/>
              <a:gd name="connsiteY22-1218" fmla="*/ 1855 h 10000"/>
              <a:gd name="connsiteX23-1219" fmla="*/ 9100 w 9426"/>
              <a:gd name="connsiteY23-1220" fmla="*/ 1855 h 10000"/>
              <a:gd name="connsiteX24-1221" fmla="*/ 9100 w 9426"/>
              <a:gd name="connsiteY24-1222" fmla="*/ 1967 h 10000"/>
              <a:gd name="connsiteX25-1223" fmla="*/ 9008 w 9426"/>
              <a:gd name="connsiteY25-1224" fmla="*/ 2059 h 10000"/>
              <a:gd name="connsiteX26-1225" fmla="*/ 8930 w 9426"/>
              <a:gd name="connsiteY26-1226" fmla="*/ 2263 h 10000"/>
              <a:gd name="connsiteX27-1227" fmla="*/ 8930 w 9426"/>
              <a:gd name="connsiteY27-1228" fmla="*/ 2449 h 10000"/>
              <a:gd name="connsiteX28-1229" fmla="*/ 8852 w 9426"/>
              <a:gd name="connsiteY28-1230" fmla="*/ 2653 h 10000"/>
              <a:gd name="connsiteX29-1231" fmla="*/ 8852 w 9426"/>
              <a:gd name="connsiteY29-1232" fmla="*/ 2950 h 10000"/>
              <a:gd name="connsiteX30-1233" fmla="*/ 8852 w 9426"/>
              <a:gd name="connsiteY30-1234" fmla="*/ 3135 h 10000"/>
              <a:gd name="connsiteX31-1235" fmla="*/ 8759 w 9426"/>
              <a:gd name="connsiteY31-1236" fmla="*/ 3432 h 10000"/>
              <a:gd name="connsiteX32-1237" fmla="*/ 8759 w 9426"/>
              <a:gd name="connsiteY32-1238" fmla="*/ 3822 h 10000"/>
              <a:gd name="connsiteX33-1239" fmla="*/ 8682 w 9426"/>
              <a:gd name="connsiteY33-1240" fmla="*/ 4119 h 10000"/>
              <a:gd name="connsiteX34-1241" fmla="*/ 8605 w 9426"/>
              <a:gd name="connsiteY34-1242" fmla="*/ 4508 h 10000"/>
              <a:gd name="connsiteX35-1243" fmla="*/ 8526 w 9426"/>
              <a:gd name="connsiteY35-1244" fmla="*/ 4898 h 10000"/>
              <a:gd name="connsiteX36-1245" fmla="*/ 8433 w 9426"/>
              <a:gd name="connsiteY36-1246" fmla="*/ 5288 h 10000"/>
              <a:gd name="connsiteX37-1247" fmla="*/ 8279 w 9426"/>
              <a:gd name="connsiteY37-1248" fmla="*/ 6178 h 10000"/>
              <a:gd name="connsiteX38-1249" fmla="*/ 8202 w 9426"/>
              <a:gd name="connsiteY38-1250" fmla="*/ 6568 h 10000"/>
              <a:gd name="connsiteX39-1251" fmla="*/ 8109 w 9426"/>
              <a:gd name="connsiteY39-1252" fmla="*/ 6957 h 10000"/>
              <a:gd name="connsiteX40-1253" fmla="*/ 8031 w 9426"/>
              <a:gd name="connsiteY40-1254" fmla="*/ 7347 h 10000"/>
              <a:gd name="connsiteX41-1255" fmla="*/ 7953 w 9426"/>
              <a:gd name="connsiteY41-1256" fmla="*/ 7737 h 10000"/>
              <a:gd name="connsiteX42-1257" fmla="*/ 7860 w 9426"/>
              <a:gd name="connsiteY42-1258" fmla="*/ 8033 h 10000"/>
              <a:gd name="connsiteX43-1259" fmla="*/ 7860 w 9426"/>
              <a:gd name="connsiteY43-1260" fmla="*/ 8237 h 10000"/>
              <a:gd name="connsiteX44-1261" fmla="*/ 7782 w 9426"/>
              <a:gd name="connsiteY44-1262" fmla="*/ 8534 h 10000"/>
              <a:gd name="connsiteX45-1263" fmla="*/ 7705 w 9426"/>
              <a:gd name="connsiteY45-1264" fmla="*/ 8720 h 10000"/>
              <a:gd name="connsiteX46-1265" fmla="*/ 7535 w 9426"/>
              <a:gd name="connsiteY46-1266" fmla="*/ 9017 h 10000"/>
              <a:gd name="connsiteX47-1267" fmla="*/ 7379 w 9426"/>
              <a:gd name="connsiteY47-1268" fmla="*/ 9314 h 10000"/>
              <a:gd name="connsiteX48-1269" fmla="*/ 7208 w 9426"/>
              <a:gd name="connsiteY48-1270" fmla="*/ 9610 h 10000"/>
              <a:gd name="connsiteX49-1271" fmla="*/ 7054 w 9426"/>
              <a:gd name="connsiteY49-1272" fmla="*/ 9703 h 10000"/>
              <a:gd name="connsiteX50-1273" fmla="*/ 6883 w 9426"/>
              <a:gd name="connsiteY50-1274" fmla="*/ 9889 h 10000"/>
              <a:gd name="connsiteX51-1275" fmla="*/ 6712 w 9426"/>
              <a:gd name="connsiteY51-1276" fmla="*/ 10000 h 10000"/>
              <a:gd name="connsiteX52-1277" fmla="*/ 6558 w 9426"/>
              <a:gd name="connsiteY52-1278" fmla="*/ 10000 h 10000"/>
              <a:gd name="connsiteX53-1279" fmla="*/ 6387 w 9426"/>
              <a:gd name="connsiteY53-1280" fmla="*/ 10000 h 10000"/>
              <a:gd name="connsiteX54-1281" fmla="*/ 6387 w 9426"/>
              <a:gd name="connsiteY54-1282" fmla="*/ 9889 h 10000"/>
              <a:gd name="connsiteX55-1283" fmla="*/ 6309 w 9426"/>
              <a:gd name="connsiteY55-1284" fmla="*/ 9889 h 10000"/>
              <a:gd name="connsiteX56-1285" fmla="*/ 6309 w 9426"/>
              <a:gd name="connsiteY56-1286" fmla="*/ 9796 h 10000"/>
              <a:gd name="connsiteX57-1287" fmla="*/ 6309 w 9426"/>
              <a:gd name="connsiteY57-1288" fmla="*/ 9610 h 10000"/>
              <a:gd name="connsiteX58-1289" fmla="*/ 6309 w 9426"/>
              <a:gd name="connsiteY58-1290" fmla="*/ 9499 h 10000"/>
              <a:gd name="connsiteX59-1291" fmla="*/ 6309 w 9426"/>
              <a:gd name="connsiteY59-1292" fmla="*/ 9406 h 10000"/>
              <a:gd name="connsiteX60-1293" fmla="*/ 6309 w 9426"/>
              <a:gd name="connsiteY60-1294" fmla="*/ 9202 h 10000"/>
              <a:gd name="connsiteX61-1295" fmla="*/ 6309 w 9426"/>
              <a:gd name="connsiteY61-1296" fmla="*/ 9017 h 10000"/>
              <a:gd name="connsiteX62-1297" fmla="*/ 6232 w 9426"/>
              <a:gd name="connsiteY62-1298" fmla="*/ 8813 h 10000"/>
              <a:gd name="connsiteX63-1299" fmla="*/ 6140 w 9426"/>
              <a:gd name="connsiteY63-1300" fmla="*/ 8534 h 10000"/>
              <a:gd name="connsiteX64-1301" fmla="*/ 5985 w 9426"/>
              <a:gd name="connsiteY64-1302" fmla="*/ 8126 h 10000"/>
              <a:gd name="connsiteX65-1303" fmla="*/ 5907 w 9426"/>
              <a:gd name="connsiteY65-1304" fmla="*/ 7737 h 10000"/>
              <a:gd name="connsiteX66-1305" fmla="*/ 5659 w 9426"/>
              <a:gd name="connsiteY66-1306" fmla="*/ 7347 h 10000"/>
              <a:gd name="connsiteX67-1307" fmla="*/ 5489 w 9426"/>
              <a:gd name="connsiteY67-1308" fmla="*/ 6753 h 10000"/>
              <a:gd name="connsiteX68-1309" fmla="*/ 5659 w 9426"/>
              <a:gd name="connsiteY68-1310" fmla="*/ 6957 h 10000"/>
              <a:gd name="connsiteX69-1311" fmla="*/ 5907 w 9426"/>
              <a:gd name="connsiteY69-1312" fmla="*/ 7161 h 10000"/>
              <a:gd name="connsiteX70-1313" fmla="*/ 6062 w 9426"/>
              <a:gd name="connsiteY70-1314" fmla="*/ 7347 h 10000"/>
              <a:gd name="connsiteX71-1315" fmla="*/ 6232 w 9426"/>
              <a:gd name="connsiteY71-1316" fmla="*/ 7440 h 10000"/>
              <a:gd name="connsiteX72-1317" fmla="*/ 6387 w 9426"/>
              <a:gd name="connsiteY72-1318" fmla="*/ 7551 h 10000"/>
              <a:gd name="connsiteX73-1319" fmla="*/ 6481 w 9426"/>
              <a:gd name="connsiteY73-1320" fmla="*/ 7551 h 10000"/>
              <a:gd name="connsiteX74-1321" fmla="*/ 6558 w 9426"/>
              <a:gd name="connsiteY74-1322" fmla="*/ 7644 h 10000"/>
              <a:gd name="connsiteX75-1323" fmla="*/ 6636 w 9426"/>
              <a:gd name="connsiteY75-1324" fmla="*/ 7644 h 10000"/>
              <a:gd name="connsiteX76-1325" fmla="*/ 6712 w 9426"/>
              <a:gd name="connsiteY76-1326" fmla="*/ 7644 h 10000"/>
              <a:gd name="connsiteX77-1327" fmla="*/ 6806 w 9426"/>
              <a:gd name="connsiteY77-1328" fmla="*/ 7644 h 10000"/>
              <a:gd name="connsiteX78-1329" fmla="*/ 6883 w 9426"/>
              <a:gd name="connsiteY78-1330" fmla="*/ 7551 h 10000"/>
              <a:gd name="connsiteX79-1331" fmla="*/ 6962 w 9426"/>
              <a:gd name="connsiteY79-1332" fmla="*/ 7440 h 10000"/>
              <a:gd name="connsiteX80-1333" fmla="*/ 6962 w 9426"/>
              <a:gd name="connsiteY80-1334" fmla="*/ 7347 h 10000"/>
              <a:gd name="connsiteX81-1335" fmla="*/ 7054 w 9426"/>
              <a:gd name="connsiteY81-1336" fmla="*/ 7254 h 10000"/>
              <a:gd name="connsiteX82-1337" fmla="*/ 7132 w 9426"/>
              <a:gd name="connsiteY82-1338" fmla="*/ 7050 h 10000"/>
              <a:gd name="connsiteX83-1339" fmla="*/ 7132 w 9426"/>
              <a:gd name="connsiteY83-1340" fmla="*/ 6865 h 10000"/>
              <a:gd name="connsiteX84-1341" fmla="*/ 7208 w 9426"/>
              <a:gd name="connsiteY84-1342" fmla="*/ 6660 h 10000"/>
              <a:gd name="connsiteX85-1343" fmla="*/ 7286 w 9426"/>
              <a:gd name="connsiteY85-1344" fmla="*/ 6364 h 10000"/>
              <a:gd name="connsiteX86-1345" fmla="*/ 7379 w 9426"/>
              <a:gd name="connsiteY86-1346" fmla="*/ 6067 h 10000"/>
              <a:gd name="connsiteX87-1347" fmla="*/ 7379 w 9426"/>
              <a:gd name="connsiteY87-1348" fmla="*/ 5677 h 10000"/>
              <a:gd name="connsiteX88-1349" fmla="*/ 7535 w 9426"/>
              <a:gd name="connsiteY88-1350" fmla="*/ 4991 h 10000"/>
              <a:gd name="connsiteX89-1351" fmla="*/ 7629 w 9426"/>
              <a:gd name="connsiteY89-1352" fmla="*/ 4212 h 10000"/>
              <a:gd name="connsiteX90-1353" fmla="*/ 7629 w 9426"/>
              <a:gd name="connsiteY90-1354" fmla="*/ 3525 h 10000"/>
              <a:gd name="connsiteX91-1355" fmla="*/ 7705 w 9426"/>
              <a:gd name="connsiteY91-1356" fmla="*/ 2839 h 10000"/>
              <a:gd name="connsiteX92-1357" fmla="*/ 7705 w 9426"/>
              <a:gd name="connsiteY92-1358" fmla="*/ 2542 h 10000"/>
              <a:gd name="connsiteX93-1359" fmla="*/ 7705 w 9426"/>
              <a:gd name="connsiteY93-1360" fmla="*/ 2263 h 10000"/>
              <a:gd name="connsiteX94-1361" fmla="*/ 7705 w 9426"/>
              <a:gd name="connsiteY94-1362" fmla="*/ 2059 h 10000"/>
              <a:gd name="connsiteX95-1363" fmla="*/ 7705 w 9426"/>
              <a:gd name="connsiteY95-1364" fmla="*/ 1855 h 10000"/>
              <a:gd name="connsiteX96-1365" fmla="*/ 7705 w 9426"/>
              <a:gd name="connsiteY96-1366" fmla="*/ 1670 h 10000"/>
              <a:gd name="connsiteX97-1367" fmla="*/ 7705 w 9426"/>
              <a:gd name="connsiteY97-1368" fmla="*/ 1577 h 10000"/>
              <a:gd name="connsiteX98-1369" fmla="*/ 7629 w 9426"/>
              <a:gd name="connsiteY98-1370" fmla="*/ 1466 h 10000"/>
              <a:gd name="connsiteX99-1371" fmla="*/ 7629 w 9426"/>
              <a:gd name="connsiteY99-1372" fmla="*/ 1373 h 10000"/>
              <a:gd name="connsiteX100-1373" fmla="*/ 7629 w 9426"/>
              <a:gd name="connsiteY100-1374" fmla="*/ 1280 h 10000"/>
              <a:gd name="connsiteX101-1375" fmla="*/ 7535 w 9426"/>
              <a:gd name="connsiteY101-1376" fmla="*/ 1280 h 10000"/>
              <a:gd name="connsiteX102-1377" fmla="*/ 7458 w 9426"/>
              <a:gd name="connsiteY102-1378" fmla="*/ 1169 h 10000"/>
              <a:gd name="connsiteX103-1379" fmla="*/ 7458 w 9426"/>
              <a:gd name="connsiteY103-1380" fmla="*/ 1169 h 10000"/>
              <a:gd name="connsiteX104-1381" fmla="*/ 7286 w 9426"/>
              <a:gd name="connsiteY104-1382" fmla="*/ 1169 h 10000"/>
              <a:gd name="connsiteX105-1383" fmla="*/ 7208 w 9426"/>
              <a:gd name="connsiteY105-1384" fmla="*/ 1169 h 10000"/>
              <a:gd name="connsiteX106-1385" fmla="*/ 7132 w 9426"/>
              <a:gd name="connsiteY106-1386" fmla="*/ 1169 h 10000"/>
              <a:gd name="connsiteX107-1387" fmla="*/ 6962 w 9426"/>
              <a:gd name="connsiteY107-1388" fmla="*/ 1169 h 10000"/>
              <a:gd name="connsiteX108-1389" fmla="*/ 6806 w 9426"/>
              <a:gd name="connsiteY108-1390" fmla="*/ 1169 h 10000"/>
              <a:gd name="connsiteX109-1391" fmla="*/ 6558 w 9426"/>
              <a:gd name="connsiteY109-1392" fmla="*/ 1169 h 10000"/>
              <a:gd name="connsiteX110-1393" fmla="*/ 6387 w 9426"/>
              <a:gd name="connsiteY110-1394" fmla="*/ 1169 h 10000"/>
              <a:gd name="connsiteX111-1395" fmla="*/ 6140 w 9426"/>
              <a:gd name="connsiteY111-1396" fmla="*/ 1169 h 10000"/>
              <a:gd name="connsiteX112-1397" fmla="*/ 5814 w 9426"/>
              <a:gd name="connsiteY112-1398" fmla="*/ 1169 h 10000"/>
              <a:gd name="connsiteX113-1399" fmla="*/ 5489 w 9426"/>
              <a:gd name="connsiteY113-1400" fmla="*/ 1280 h 10000"/>
              <a:gd name="connsiteX114-1401" fmla="*/ 5163 w 9426"/>
              <a:gd name="connsiteY114-1402" fmla="*/ 1280 h 10000"/>
              <a:gd name="connsiteX115-1403" fmla="*/ 4761 w 9426"/>
              <a:gd name="connsiteY115-1404" fmla="*/ 1373 h 10000"/>
              <a:gd name="connsiteX116-1405" fmla="*/ 3938 w 9426"/>
              <a:gd name="connsiteY116-1406" fmla="*/ 1466 h 10000"/>
              <a:gd name="connsiteX117-1407" fmla="*/ 3117 w 9426"/>
              <a:gd name="connsiteY117-1408" fmla="*/ 1670 h 10000"/>
              <a:gd name="connsiteX118-1409" fmla="*/ 2295 w 9426"/>
              <a:gd name="connsiteY118-1410" fmla="*/ 1763 h 10000"/>
              <a:gd name="connsiteX119-1411" fmla="*/ 1473 w 9426"/>
              <a:gd name="connsiteY119-1412" fmla="*/ 1855 h 10000"/>
              <a:gd name="connsiteX120-1413" fmla="*/ 573 w 9426"/>
              <a:gd name="connsiteY120-1414" fmla="*/ 1967 h 10000"/>
              <a:gd name="connsiteX121-1415" fmla="*/ 0 w 9426"/>
              <a:gd name="connsiteY121-1416" fmla="*/ 1373 h 10000"/>
              <a:gd name="connsiteX122-1417" fmla="*/ 573 w 9426"/>
              <a:gd name="connsiteY122-1418" fmla="*/ 1280 h 10000"/>
              <a:gd name="connsiteX123-1419" fmla="*/ 1148 w 9426"/>
              <a:gd name="connsiteY123-1420" fmla="*/ 1280 h 10000"/>
              <a:gd name="connsiteX124-1421" fmla="*/ 1644 w 9426"/>
              <a:gd name="connsiteY124-1422" fmla="*/ 1169 h 10000"/>
              <a:gd name="connsiteX125-1423" fmla="*/ 2140 w 9426"/>
              <a:gd name="connsiteY125-1424" fmla="*/ 1076 h 10000"/>
              <a:gd name="connsiteX126-1425" fmla="*/ 2621 w 9426"/>
              <a:gd name="connsiteY126-1426" fmla="*/ 1076 h 10000"/>
              <a:gd name="connsiteX127-1427" fmla="*/ 3039 w 9426"/>
              <a:gd name="connsiteY127-1428" fmla="*/ 983 h 10000"/>
              <a:gd name="connsiteX128-1429" fmla="*/ 3441 w 9426"/>
              <a:gd name="connsiteY128-1430" fmla="*/ 891 h 10000"/>
              <a:gd name="connsiteX129-1431" fmla="*/ 3860 w 9426"/>
              <a:gd name="connsiteY129-1432" fmla="*/ 891 h 10000"/>
              <a:gd name="connsiteX130-1433" fmla="*/ 4187 w 9426"/>
              <a:gd name="connsiteY130-1434" fmla="*/ 779 h 10000"/>
              <a:gd name="connsiteX131-1435" fmla="*/ 4589 w 9426"/>
              <a:gd name="connsiteY131-1436" fmla="*/ 779 h 10000"/>
              <a:gd name="connsiteX132-1437" fmla="*/ 4837 w 9426"/>
              <a:gd name="connsiteY132-1438" fmla="*/ 779 h 10000"/>
              <a:gd name="connsiteX133-1439" fmla="*/ 5163 w 9426"/>
              <a:gd name="connsiteY133-1440" fmla="*/ 686 h 10000"/>
              <a:gd name="connsiteX134-1441" fmla="*/ 5411 w 9426"/>
              <a:gd name="connsiteY134-1442" fmla="*/ 686 h 10000"/>
              <a:gd name="connsiteX135-1443" fmla="*/ 5814 w 9426"/>
              <a:gd name="connsiteY135-1444" fmla="*/ 594 h 10000"/>
              <a:gd name="connsiteX136-1445" fmla="*/ 6232 w 9426"/>
              <a:gd name="connsiteY136-1446" fmla="*/ 594 h 10000"/>
              <a:gd name="connsiteX137-1447" fmla="*/ 6558 w 9426"/>
              <a:gd name="connsiteY137-1448" fmla="*/ 482 h 10000"/>
              <a:gd name="connsiteX138-1449" fmla="*/ 6883 w 9426"/>
              <a:gd name="connsiteY138-1450" fmla="*/ 482 h 10000"/>
              <a:gd name="connsiteX139-1451" fmla="*/ 7054 w 9426"/>
              <a:gd name="connsiteY139-1452" fmla="*/ 390 h 10000"/>
              <a:gd name="connsiteX140-1453" fmla="*/ 7208 w 9426"/>
              <a:gd name="connsiteY140-1454" fmla="*/ 297 h 10000"/>
              <a:gd name="connsiteX141-1455" fmla="*/ 7379 w 9426"/>
              <a:gd name="connsiteY141-1456" fmla="*/ 297 h 10000"/>
              <a:gd name="connsiteX142-1457" fmla="*/ 7379 w 9426"/>
              <a:gd name="connsiteY142-1458" fmla="*/ 204 h 10000"/>
              <a:gd name="connsiteX143-1459" fmla="*/ 7379 w 9426"/>
              <a:gd name="connsiteY143-1460" fmla="*/ 204 h 10000"/>
              <a:gd name="connsiteX0-1461" fmla="*/ 7220 w 9392"/>
              <a:gd name="connsiteY0-1462" fmla="*/ 204 h 10000"/>
              <a:gd name="connsiteX1-1463" fmla="*/ 7304 w 9392"/>
              <a:gd name="connsiteY1-1464" fmla="*/ 93 h 10000"/>
              <a:gd name="connsiteX2-1465" fmla="*/ 7486 w 9392"/>
              <a:gd name="connsiteY2-1466" fmla="*/ 93 h 10000"/>
              <a:gd name="connsiteX3-1467" fmla="*/ 7566 w 9392"/>
              <a:gd name="connsiteY3-1468" fmla="*/ 0 h 10000"/>
              <a:gd name="connsiteX4-1469" fmla="*/ 7648 w 9392"/>
              <a:gd name="connsiteY4-1470" fmla="*/ 0 h 10000"/>
              <a:gd name="connsiteX5-1471" fmla="*/ 7829 w 9392"/>
              <a:gd name="connsiteY5-1472" fmla="*/ 93 h 10000"/>
              <a:gd name="connsiteX6-1473" fmla="*/ 8093 w 9392"/>
              <a:gd name="connsiteY6-1474" fmla="*/ 204 h 10000"/>
              <a:gd name="connsiteX7-1475" fmla="*/ 8175 w 9392"/>
              <a:gd name="connsiteY7-1476" fmla="*/ 297 h 10000"/>
              <a:gd name="connsiteX8-1477" fmla="*/ 8339 w 9392"/>
              <a:gd name="connsiteY8-1478" fmla="*/ 482 h 10000"/>
              <a:gd name="connsiteX9-1479" fmla="*/ 8437 w 9392"/>
              <a:gd name="connsiteY9-1480" fmla="*/ 594 h 10000"/>
              <a:gd name="connsiteX10-1481" fmla="*/ 8603 w 9392"/>
              <a:gd name="connsiteY10-1482" fmla="*/ 686 h 10000"/>
              <a:gd name="connsiteX11-1483" fmla="*/ 8783 w 9392"/>
              <a:gd name="connsiteY11-1484" fmla="*/ 891 h 10000"/>
              <a:gd name="connsiteX12-1485" fmla="*/ 8949 w 9392"/>
              <a:gd name="connsiteY12-1486" fmla="*/ 983 h 10000"/>
              <a:gd name="connsiteX13-1487" fmla="*/ 9046 w 9392"/>
              <a:gd name="connsiteY13-1488" fmla="*/ 1169 h 10000"/>
              <a:gd name="connsiteX14-1489" fmla="*/ 9211 w 9392"/>
              <a:gd name="connsiteY14-1490" fmla="*/ 1280 h 10000"/>
              <a:gd name="connsiteX15-1491" fmla="*/ 9293 w 9392"/>
              <a:gd name="connsiteY15-1492" fmla="*/ 1373 h 10000"/>
              <a:gd name="connsiteX16-1493" fmla="*/ 9293 w 9392"/>
              <a:gd name="connsiteY16-1494" fmla="*/ 1466 h 10000"/>
              <a:gd name="connsiteX17-1495" fmla="*/ 9392 w 9392"/>
              <a:gd name="connsiteY17-1496" fmla="*/ 1466 h 10000"/>
              <a:gd name="connsiteX18-1497" fmla="*/ 9392 w 9392"/>
              <a:gd name="connsiteY18-1498" fmla="*/ 1577 h 10000"/>
              <a:gd name="connsiteX19-1499" fmla="*/ 9392 w 9392"/>
              <a:gd name="connsiteY19-1500" fmla="*/ 1670 h 10000"/>
              <a:gd name="connsiteX20-1501" fmla="*/ 9293 w 9392"/>
              <a:gd name="connsiteY20-1502" fmla="*/ 1763 h 10000"/>
              <a:gd name="connsiteX21-1503" fmla="*/ 9211 w 9392"/>
              <a:gd name="connsiteY21-1504" fmla="*/ 1763 h 10000"/>
              <a:gd name="connsiteX22-1505" fmla="*/ 9129 w 9392"/>
              <a:gd name="connsiteY22-1506" fmla="*/ 1855 h 10000"/>
              <a:gd name="connsiteX23-1507" fmla="*/ 9046 w 9392"/>
              <a:gd name="connsiteY23-1508" fmla="*/ 1855 h 10000"/>
              <a:gd name="connsiteX24-1509" fmla="*/ 9046 w 9392"/>
              <a:gd name="connsiteY24-1510" fmla="*/ 1967 h 10000"/>
              <a:gd name="connsiteX25-1511" fmla="*/ 8949 w 9392"/>
              <a:gd name="connsiteY25-1512" fmla="*/ 2059 h 10000"/>
              <a:gd name="connsiteX26-1513" fmla="*/ 8866 w 9392"/>
              <a:gd name="connsiteY26-1514" fmla="*/ 2263 h 10000"/>
              <a:gd name="connsiteX27-1515" fmla="*/ 8866 w 9392"/>
              <a:gd name="connsiteY27-1516" fmla="*/ 2449 h 10000"/>
              <a:gd name="connsiteX28-1517" fmla="*/ 8783 w 9392"/>
              <a:gd name="connsiteY28-1518" fmla="*/ 2653 h 10000"/>
              <a:gd name="connsiteX29-1519" fmla="*/ 8783 w 9392"/>
              <a:gd name="connsiteY29-1520" fmla="*/ 2950 h 10000"/>
              <a:gd name="connsiteX30-1521" fmla="*/ 8783 w 9392"/>
              <a:gd name="connsiteY30-1522" fmla="*/ 3135 h 10000"/>
              <a:gd name="connsiteX31-1523" fmla="*/ 8684 w 9392"/>
              <a:gd name="connsiteY31-1524" fmla="*/ 3432 h 10000"/>
              <a:gd name="connsiteX32-1525" fmla="*/ 8684 w 9392"/>
              <a:gd name="connsiteY32-1526" fmla="*/ 3822 h 10000"/>
              <a:gd name="connsiteX33-1527" fmla="*/ 8603 w 9392"/>
              <a:gd name="connsiteY33-1528" fmla="*/ 4119 h 10000"/>
              <a:gd name="connsiteX34-1529" fmla="*/ 8521 w 9392"/>
              <a:gd name="connsiteY34-1530" fmla="*/ 4508 h 10000"/>
              <a:gd name="connsiteX35-1531" fmla="*/ 8437 w 9392"/>
              <a:gd name="connsiteY35-1532" fmla="*/ 4898 h 10000"/>
              <a:gd name="connsiteX36-1533" fmla="*/ 8339 w 9392"/>
              <a:gd name="connsiteY36-1534" fmla="*/ 5288 h 10000"/>
              <a:gd name="connsiteX37-1535" fmla="*/ 8175 w 9392"/>
              <a:gd name="connsiteY37-1536" fmla="*/ 6178 h 10000"/>
              <a:gd name="connsiteX38-1537" fmla="*/ 8093 w 9392"/>
              <a:gd name="connsiteY38-1538" fmla="*/ 6568 h 10000"/>
              <a:gd name="connsiteX39-1539" fmla="*/ 7995 w 9392"/>
              <a:gd name="connsiteY39-1540" fmla="*/ 6957 h 10000"/>
              <a:gd name="connsiteX40-1541" fmla="*/ 7912 w 9392"/>
              <a:gd name="connsiteY40-1542" fmla="*/ 7347 h 10000"/>
              <a:gd name="connsiteX41-1543" fmla="*/ 7829 w 9392"/>
              <a:gd name="connsiteY41-1544" fmla="*/ 7737 h 10000"/>
              <a:gd name="connsiteX42-1545" fmla="*/ 7731 w 9392"/>
              <a:gd name="connsiteY42-1546" fmla="*/ 8033 h 10000"/>
              <a:gd name="connsiteX43-1547" fmla="*/ 7731 w 9392"/>
              <a:gd name="connsiteY43-1548" fmla="*/ 8237 h 10000"/>
              <a:gd name="connsiteX44-1549" fmla="*/ 7648 w 9392"/>
              <a:gd name="connsiteY44-1550" fmla="*/ 8534 h 10000"/>
              <a:gd name="connsiteX45-1551" fmla="*/ 7566 w 9392"/>
              <a:gd name="connsiteY45-1552" fmla="*/ 8720 h 10000"/>
              <a:gd name="connsiteX46-1553" fmla="*/ 7386 w 9392"/>
              <a:gd name="connsiteY46-1554" fmla="*/ 9017 h 10000"/>
              <a:gd name="connsiteX47-1555" fmla="*/ 7220 w 9392"/>
              <a:gd name="connsiteY47-1556" fmla="*/ 9314 h 10000"/>
              <a:gd name="connsiteX48-1557" fmla="*/ 7039 w 9392"/>
              <a:gd name="connsiteY48-1558" fmla="*/ 9610 h 10000"/>
              <a:gd name="connsiteX49-1559" fmla="*/ 6876 w 9392"/>
              <a:gd name="connsiteY49-1560" fmla="*/ 9703 h 10000"/>
              <a:gd name="connsiteX50-1561" fmla="*/ 6694 w 9392"/>
              <a:gd name="connsiteY50-1562" fmla="*/ 9889 h 10000"/>
              <a:gd name="connsiteX51-1563" fmla="*/ 6513 w 9392"/>
              <a:gd name="connsiteY51-1564" fmla="*/ 10000 h 10000"/>
              <a:gd name="connsiteX52-1565" fmla="*/ 6349 w 9392"/>
              <a:gd name="connsiteY52-1566" fmla="*/ 10000 h 10000"/>
              <a:gd name="connsiteX53-1567" fmla="*/ 6168 w 9392"/>
              <a:gd name="connsiteY53-1568" fmla="*/ 10000 h 10000"/>
              <a:gd name="connsiteX54-1569" fmla="*/ 6168 w 9392"/>
              <a:gd name="connsiteY54-1570" fmla="*/ 9889 h 10000"/>
              <a:gd name="connsiteX55-1571" fmla="*/ 6085 w 9392"/>
              <a:gd name="connsiteY55-1572" fmla="*/ 9889 h 10000"/>
              <a:gd name="connsiteX56-1573" fmla="*/ 6085 w 9392"/>
              <a:gd name="connsiteY56-1574" fmla="*/ 9796 h 10000"/>
              <a:gd name="connsiteX57-1575" fmla="*/ 6085 w 9392"/>
              <a:gd name="connsiteY57-1576" fmla="*/ 9610 h 10000"/>
              <a:gd name="connsiteX58-1577" fmla="*/ 6085 w 9392"/>
              <a:gd name="connsiteY58-1578" fmla="*/ 9499 h 10000"/>
              <a:gd name="connsiteX59-1579" fmla="*/ 6085 w 9392"/>
              <a:gd name="connsiteY59-1580" fmla="*/ 9406 h 10000"/>
              <a:gd name="connsiteX60-1581" fmla="*/ 6085 w 9392"/>
              <a:gd name="connsiteY60-1582" fmla="*/ 9202 h 10000"/>
              <a:gd name="connsiteX61-1583" fmla="*/ 6085 w 9392"/>
              <a:gd name="connsiteY61-1584" fmla="*/ 9017 h 10000"/>
              <a:gd name="connsiteX62-1585" fmla="*/ 6004 w 9392"/>
              <a:gd name="connsiteY62-1586" fmla="*/ 8813 h 10000"/>
              <a:gd name="connsiteX63-1587" fmla="*/ 5906 w 9392"/>
              <a:gd name="connsiteY63-1588" fmla="*/ 8534 h 10000"/>
              <a:gd name="connsiteX64-1589" fmla="*/ 5741 w 9392"/>
              <a:gd name="connsiteY64-1590" fmla="*/ 8126 h 10000"/>
              <a:gd name="connsiteX65-1591" fmla="*/ 5659 w 9392"/>
              <a:gd name="connsiteY65-1592" fmla="*/ 7737 h 10000"/>
              <a:gd name="connsiteX66-1593" fmla="*/ 5396 w 9392"/>
              <a:gd name="connsiteY66-1594" fmla="*/ 7347 h 10000"/>
              <a:gd name="connsiteX67-1595" fmla="*/ 5215 w 9392"/>
              <a:gd name="connsiteY67-1596" fmla="*/ 6753 h 10000"/>
              <a:gd name="connsiteX68-1597" fmla="*/ 5396 w 9392"/>
              <a:gd name="connsiteY68-1598" fmla="*/ 6957 h 10000"/>
              <a:gd name="connsiteX69-1599" fmla="*/ 5659 w 9392"/>
              <a:gd name="connsiteY69-1600" fmla="*/ 7161 h 10000"/>
              <a:gd name="connsiteX70-1601" fmla="*/ 5823 w 9392"/>
              <a:gd name="connsiteY70-1602" fmla="*/ 7347 h 10000"/>
              <a:gd name="connsiteX71-1603" fmla="*/ 6004 w 9392"/>
              <a:gd name="connsiteY71-1604" fmla="*/ 7440 h 10000"/>
              <a:gd name="connsiteX72-1605" fmla="*/ 6168 w 9392"/>
              <a:gd name="connsiteY72-1606" fmla="*/ 7551 h 10000"/>
              <a:gd name="connsiteX73-1607" fmla="*/ 6268 w 9392"/>
              <a:gd name="connsiteY73-1608" fmla="*/ 7551 h 10000"/>
              <a:gd name="connsiteX74-1609" fmla="*/ 6349 w 9392"/>
              <a:gd name="connsiteY74-1610" fmla="*/ 7644 h 10000"/>
              <a:gd name="connsiteX75-1611" fmla="*/ 6432 w 9392"/>
              <a:gd name="connsiteY75-1612" fmla="*/ 7644 h 10000"/>
              <a:gd name="connsiteX76-1613" fmla="*/ 6513 w 9392"/>
              <a:gd name="connsiteY76-1614" fmla="*/ 7644 h 10000"/>
              <a:gd name="connsiteX77-1615" fmla="*/ 6612 w 9392"/>
              <a:gd name="connsiteY77-1616" fmla="*/ 7644 h 10000"/>
              <a:gd name="connsiteX78-1617" fmla="*/ 6694 w 9392"/>
              <a:gd name="connsiteY78-1618" fmla="*/ 7551 h 10000"/>
              <a:gd name="connsiteX79-1619" fmla="*/ 6778 w 9392"/>
              <a:gd name="connsiteY79-1620" fmla="*/ 7440 h 10000"/>
              <a:gd name="connsiteX80-1621" fmla="*/ 6778 w 9392"/>
              <a:gd name="connsiteY80-1622" fmla="*/ 7347 h 10000"/>
              <a:gd name="connsiteX81-1623" fmla="*/ 6876 w 9392"/>
              <a:gd name="connsiteY81-1624" fmla="*/ 7254 h 10000"/>
              <a:gd name="connsiteX82-1625" fmla="*/ 6958 w 9392"/>
              <a:gd name="connsiteY82-1626" fmla="*/ 7050 h 10000"/>
              <a:gd name="connsiteX83-1627" fmla="*/ 6958 w 9392"/>
              <a:gd name="connsiteY83-1628" fmla="*/ 6865 h 10000"/>
              <a:gd name="connsiteX84-1629" fmla="*/ 7039 w 9392"/>
              <a:gd name="connsiteY84-1630" fmla="*/ 6660 h 10000"/>
              <a:gd name="connsiteX85-1631" fmla="*/ 7122 w 9392"/>
              <a:gd name="connsiteY85-1632" fmla="*/ 6364 h 10000"/>
              <a:gd name="connsiteX86-1633" fmla="*/ 7220 w 9392"/>
              <a:gd name="connsiteY86-1634" fmla="*/ 6067 h 10000"/>
              <a:gd name="connsiteX87-1635" fmla="*/ 7220 w 9392"/>
              <a:gd name="connsiteY87-1636" fmla="*/ 5677 h 10000"/>
              <a:gd name="connsiteX88-1637" fmla="*/ 7386 w 9392"/>
              <a:gd name="connsiteY88-1638" fmla="*/ 4991 h 10000"/>
              <a:gd name="connsiteX89-1639" fmla="*/ 7486 w 9392"/>
              <a:gd name="connsiteY89-1640" fmla="*/ 4212 h 10000"/>
              <a:gd name="connsiteX90-1641" fmla="*/ 7486 w 9392"/>
              <a:gd name="connsiteY90-1642" fmla="*/ 3525 h 10000"/>
              <a:gd name="connsiteX91-1643" fmla="*/ 7566 w 9392"/>
              <a:gd name="connsiteY91-1644" fmla="*/ 2839 h 10000"/>
              <a:gd name="connsiteX92-1645" fmla="*/ 7566 w 9392"/>
              <a:gd name="connsiteY92-1646" fmla="*/ 2542 h 10000"/>
              <a:gd name="connsiteX93-1647" fmla="*/ 7566 w 9392"/>
              <a:gd name="connsiteY93-1648" fmla="*/ 2263 h 10000"/>
              <a:gd name="connsiteX94-1649" fmla="*/ 7566 w 9392"/>
              <a:gd name="connsiteY94-1650" fmla="*/ 2059 h 10000"/>
              <a:gd name="connsiteX95-1651" fmla="*/ 7566 w 9392"/>
              <a:gd name="connsiteY95-1652" fmla="*/ 1855 h 10000"/>
              <a:gd name="connsiteX96-1653" fmla="*/ 7566 w 9392"/>
              <a:gd name="connsiteY96-1654" fmla="*/ 1670 h 10000"/>
              <a:gd name="connsiteX97-1655" fmla="*/ 7566 w 9392"/>
              <a:gd name="connsiteY97-1656" fmla="*/ 1577 h 10000"/>
              <a:gd name="connsiteX98-1657" fmla="*/ 7486 w 9392"/>
              <a:gd name="connsiteY98-1658" fmla="*/ 1466 h 10000"/>
              <a:gd name="connsiteX99-1659" fmla="*/ 7486 w 9392"/>
              <a:gd name="connsiteY99-1660" fmla="*/ 1373 h 10000"/>
              <a:gd name="connsiteX100-1661" fmla="*/ 7486 w 9392"/>
              <a:gd name="connsiteY100-1662" fmla="*/ 1280 h 10000"/>
              <a:gd name="connsiteX101-1663" fmla="*/ 7386 w 9392"/>
              <a:gd name="connsiteY101-1664" fmla="*/ 1280 h 10000"/>
              <a:gd name="connsiteX102-1665" fmla="*/ 7304 w 9392"/>
              <a:gd name="connsiteY102-1666" fmla="*/ 1169 h 10000"/>
              <a:gd name="connsiteX103-1667" fmla="*/ 7304 w 9392"/>
              <a:gd name="connsiteY103-1668" fmla="*/ 1169 h 10000"/>
              <a:gd name="connsiteX104-1669" fmla="*/ 7122 w 9392"/>
              <a:gd name="connsiteY104-1670" fmla="*/ 1169 h 10000"/>
              <a:gd name="connsiteX105-1671" fmla="*/ 7039 w 9392"/>
              <a:gd name="connsiteY105-1672" fmla="*/ 1169 h 10000"/>
              <a:gd name="connsiteX106-1673" fmla="*/ 6958 w 9392"/>
              <a:gd name="connsiteY106-1674" fmla="*/ 1169 h 10000"/>
              <a:gd name="connsiteX107-1675" fmla="*/ 6778 w 9392"/>
              <a:gd name="connsiteY107-1676" fmla="*/ 1169 h 10000"/>
              <a:gd name="connsiteX108-1677" fmla="*/ 6612 w 9392"/>
              <a:gd name="connsiteY108-1678" fmla="*/ 1169 h 10000"/>
              <a:gd name="connsiteX109-1679" fmla="*/ 6349 w 9392"/>
              <a:gd name="connsiteY109-1680" fmla="*/ 1169 h 10000"/>
              <a:gd name="connsiteX110-1681" fmla="*/ 6168 w 9392"/>
              <a:gd name="connsiteY110-1682" fmla="*/ 1169 h 10000"/>
              <a:gd name="connsiteX111-1683" fmla="*/ 5906 w 9392"/>
              <a:gd name="connsiteY111-1684" fmla="*/ 1169 h 10000"/>
              <a:gd name="connsiteX112-1685" fmla="*/ 5560 w 9392"/>
              <a:gd name="connsiteY112-1686" fmla="*/ 1169 h 10000"/>
              <a:gd name="connsiteX113-1687" fmla="*/ 5215 w 9392"/>
              <a:gd name="connsiteY113-1688" fmla="*/ 1280 h 10000"/>
              <a:gd name="connsiteX114-1689" fmla="*/ 4869 w 9392"/>
              <a:gd name="connsiteY114-1690" fmla="*/ 1280 h 10000"/>
              <a:gd name="connsiteX115-1691" fmla="*/ 4443 w 9392"/>
              <a:gd name="connsiteY115-1692" fmla="*/ 1373 h 10000"/>
              <a:gd name="connsiteX116-1693" fmla="*/ 3570 w 9392"/>
              <a:gd name="connsiteY116-1694" fmla="*/ 1466 h 10000"/>
              <a:gd name="connsiteX117-1695" fmla="*/ 2699 w 9392"/>
              <a:gd name="connsiteY117-1696" fmla="*/ 1670 h 10000"/>
              <a:gd name="connsiteX118-1697" fmla="*/ 1827 w 9392"/>
              <a:gd name="connsiteY118-1698" fmla="*/ 1763 h 10000"/>
              <a:gd name="connsiteX119-1699" fmla="*/ 955 w 9392"/>
              <a:gd name="connsiteY119-1700" fmla="*/ 1855 h 10000"/>
              <a:gd name="connsiteX120-1701" fmla="*/ 0 w 9392"/>
              <a:gd name="connsiteY120-1702" fmla="*/ 1967 h 10000"/>
              <a:gd name="connsiteX121-1703" fmla="*/ 0 w 9392"/>
              <a:gd name="connsiteY121-1704" fmla="*/ 1280 h 10000"/>
              <a:gd name="connsiteX122-1705" fmla="*/ 610 w 9392"/>
              <a:gd name="connsiteY122-1706" fmla="*/ 1280 h 10000"/>
              <a:gd name="connsiteX123-1707" fmla="*/ 1136 w 9392"/>
              <a:gd name="connsiteY123-1708" fmla="*/ 1169 h 10000"/>
              <a:gd name="connsiteX124-1709" fmla="*/ 1662 w 9392"/>
              <a:gd name="connsiteY124-1710" fmla="*/ 1076 h 10000"/>
              <a:gd name="connsiteX125-1711" fmla="*/ 2173 w 9392"/>
              <a:gd name="connsiteY125-1712" fmla="*/ 1076 h 10000"/>
              <a:gd name="connsiteX126-1713" fmla="*/ 2616 w 9392"/>
              <a:gd name="connsiteY126-1714" fmla="*/ 983 h 10000"/>
              <a:gd name="connsiteX127-1715" fmla="*/ 3043 w 9392"/>
              <a:gd name="connsiteY127-1716" fmla="*/ 891 h 10000"/>
              <a:gd name="connsiteX128-1717" fmla="*/ 3487 w 9392"/>
              <a:gd name="connsiteY128-1718" fmla="*/ 891 h 10000"/>
              <a:gd name="connsiteX129-1719" fmla="*/ 3834 w 9392"/>
              <a:gd name="connsiteY129-1720" fmla="*/ 779 h 10000"/>
              <a:gd name="connsiteX130-1721" fmla="*/ 4260 w 9392"/>
              <a:gd name="connsiteY130-1722" fmla="*/ 779 h 10000"/>
              <a:gd name="connsiteX131-1723" fmla="*/ 4524 w 9392"/>
              <a:gd name="connsiteY131-1724" fmla="*/ 779 h 10000"/>
              <a:gd name="connsiteX132-1725" fmla="*/ 4869 w 9392"/>
              <a:gd name="connsiteY132-1726" fmla="*/ 686 h 10000"/>
              <a:gd name="connsiteX133-1727" fmla="*/ 5133 w 9392"/>
              <a:gd name="connsiteY133-1728" fmla="*/ 686 h 10000"/>
              <a:gd name="connsiteX134-1729" fmla="*/ 5560 w 9392"/>
              <a:gd name="connsiteY134-1730" fmla="*/ 594 h 10000"/>
              <a:gd name="connsiteX135-1731" fmla="*/ 6004 w 9392"/>
              <a:gd name="connsiteY135-1732" fmla="*/ 594 h 10000"/>
              <a:gd name="connsiteX136-1733" fmla="*/ 6349 w 9392"/>
              <a:gd name="connsiteY136-1734" fmla="*/ 482 h 10000"/>
              <a:gd name="connsiteX137-1735" fmla="*/ 6694 w 9392"/>
              <a:gd name="connsiteY137-1736" fmla="*/ 482 h 10000"/>
              <a:gd name="connsiteX138-1737" fmla="*/ 6876 w 9392"/>
              <a:gd name="connsiteY138-1738" fmla="*/ 390 h 10000"/>
              <a:gd name="connsiteX139-1739" fmla="*/ 7039 w 9392"/>
              <a:gd name="connsiteY139-1740" fmla="*/ 297 h 10000"/>
              <a:gd name="connsiteX140-1741" fmla="*/ 7220 w 9392"/>
              <a:gd name="connsiteY140-1742" fmla="*/ 297 h 10000"/>
              <a:gd name="connsiteX141-1743" fmla="*/ 7220 w 9392"/>
              <a:gd name="connsiteY141-1744" fmla="*/ 204 h 10000"/>
              <a:gd name="connsiteX142-1745" fmla="*/ 7220 w 9392"/>
              <a:gd name="connsiteY142-1746" fmla="*/ 204 h 10000"/>
              <a:gd name="connsiteX0-1747" fmla="*/ 7687 w 10000"/>
              <a:gd name="connsiteY0-1748" fmla="*/ 204 h 10000"/>
              <a:gd name="connsiteX1-1749" fmla="*/ 7777 w 10000"/>
              <a:gd name="connsiteY1-1750" fmla="*/ 93 h 10000"/>
              <a:gd name="connsiteX2-1751" fmla="*/ 7971 w 10000"/>
              <a:gd name="connsiteY2-1752" fmla="*/ 93 h 10000"/>
              <a:gd name="connsiteX3-1753" fmla="*/ 8056 w 10000"/>
              <a:gd name="connsiteY3-1754" fmla="*/ 0 h 10000"/>
              <a:gd name="connsiteX4-1755" fmla="*/ 8143 w 10000"/>
              <a:gd name="connsiteY4-1756" fmla="*/ 0 h 10000"/>
              <a:gd name="connsiteX5-1757" fmla="*/ 8336 w 10000"/>
              <a:gd name="connsiteY5-1758" fmla="*/ 93 h 10000"/>
              <a:gd name="connsiteX6-1759" fmla="*/ 8617 w 10000"/>
              <a:gd name="connsiteY6-1760" fmla="*/ 204 h 10000"/>
              <a:gd name="connsiteX7-1761" fmla="*/ 8704 w 10000"/>
              <a:gd name="connsiteY7-1762" fmla="*/ 297 h 10000"/>
              <a:gd name="connsiteX8-1763" fmla="*/ 8879 w 10000"/>
              <a:gd name="connsiteY8-1764" fmla="*/ 482 h 10000"/>
              <a:gd name="connsiteX9-1765" fmla="*/ 8983 w 10000"/>
              <a:gd name="connsiteY9-1766" fmla="*/ 594 h 10000"/>
              <a:gd name="connsiteX10-1767" fmla="*/ 9160 w 10000"/>
              <a:gd name="connsiteY10-1768" fmla="*/ 686 h 10000"/>
              <a:gd name="connsiteX11-1769" fmla="*/ 9352 w 10000"/>
              <a:gd name="connsiteY11-1770" fmla="*/ 891 h 10000"/>
              <a:gd name="connsiteX12-1771" fmla="*/ 9528 w 10000"/>
              <a:gd name="connsiteY12-1772" fmla="*/ 983 h 10000"/>
              <a:gd name="connsiteX13-1773" fmla="*/ 9632 w 10000"/>
              <a:gd name="connsiteY13-1774" fmla="*/ 1169 h 10000"/>
              <a:gd name="connsiteX14-1775" fmla="*/ 9807 w 10000"/>
              <a:gd name="connsiteY14-1776" fmla="*/ 1280 h 10000"/>
              <a:gd name="connsiteX15-1777" fmla="*/ 9895 w 10000"/>
              <a:gd name="connsiteY15-1778" fmla="*/ 1373 h 10000"/>
              <a:gd name="connsiteX16-1779" fmla="*/ 9895 w 10000"/>
              <a:gd name="connsiteY16-1780" fmla="*/ 1466 h 10000"/>
              <a:gd name="connsiteX17-1781" fmla="*/ 10000 w 10000"/>
              <a:gd name="connsiteY17-1782" fmla="*/ 1466 h 10000"/>
              <a:gd name="connsiteX18-1783" fmla="*/ 10000 w 10000"/>
              <a:gd name="connsiteY18-1784" fmla="*/ 1577 h 10000"/>
              <a:gd name="connsiteX19-1785" fmla="*/ 10000 w 10000"/>
              <a:gd name="connsiteY19-1786" fmla="*/ 1670 h 10000"/>
              <a:gd name="connsiteX20-1787" fmla="*/ 9895 w 10000"/>
              <a:gd name="connsiteY20-1788" fmla="*/ 1763 h 10000"/>
              <a:gd name="connsiteX21-1789" fmla="*/ 9807 w 10000"/>
              <a:gd name="connsiteY21-1790" fmla="*/ 1763 h 10000"/>
              <a:gd name="connsiteX22-1791" fmla="*/ 9720 w 10000"/>
              <a:gd name="connsiteY22-1792" fmla="*/ 1855 h 10000"/>
              <a:gd name="connsiteX23-1793" fmla="*/ 9632 w 10000"/>
              <a:gd name="connsiteY23-1794" fmla="*/ 1855 h 10000"/>
              <a:gd name="connsiteX24-1795" fmla="*/ 9632 w 10000"/>
              <a:gd name="connsiteY24-1796" fmla="*/ 1967 h 10000"/>
              <a:gd name="connsiteX25-1797" fmla="*/ 9528 w 10000"/>
              <a:gd name="connsiteY25-1798" fmla="*/ 2059 h 10000"/>
              <a:gd name="connsiteX26-1799" fmla="*/ 9440 w 10000"/>
              <a:gd name="connsiteY26-1800" fmla="*/ 2263 h 10000"/>
              <a:gd name="connsiteX27-1801" fmla="*/ 9440 w 10000"/>
              <a:gd name="connsiteY27-1802" fmla="*/ 2449 h 10000"/>
              <a:gd name="connsiteX28-1803" fmla="*/ 9352 w 10000"/>
              <a:gd name="connsiteY28-1804" fmla="*/ 2653 h 10000"/>
              <a:gd name="connsiteX29-1805" fmla="*/ 9352 w 10000"/>
              <a:gd name="connsiteY29-1806" fmla="*/ 2950 h 10000"/>
              <a:gd name="connsiteX30-1807" fmla="*/ 9352 w 10000"/>
              <a:gd name="connsiteY30-1808" fmla="*/ 3135 h 10000"/>
              <a:gd name="connsiteX31-1809" fmla="*/ 9246 w 10000"/>
              <a:gd name="connsiteY31-1810" fmla="*/ 3432 h 10000"/>
              <a:gd name="connsiteX32-1811" fmla="*/ 9246 w 10000"/>
              <a:gd name="connsiteY32-1812" fmla="*/ 3822 h 10000"/>
              <a:gd name="connsiteX33-1813" fmla="*/ 9160 w 10000"/>
              <a:gd name="connsiteY33-1814" fmla="*/ 4119 h 10000"/>
              <a:gd name="connsiteX34-1815" fmla="*/ 9073 w 10000"/>
              <a:gd name="connsiteY34-1816" fmla="*/ 4508 h 10000"/>
              <a:gd name="connsiteX35-1817" fmla="*/ 8983 w 10000"/>
              <a:gd name="connsiteY35-1818" fmla="*/ 4898 h 10000"/>
              <a:gd name="connsiteX36-1819" fmla="*/ 8879 w 10000"/>
              <a:gd name="connsiteY36-1820" fmla="*/ 5288 h 10000"/>
              <a:gd name="connsiteX37-1821" fmla="*/ 8704 w 10000"/>
              <a:gd name="connsiteY37-1822" fmla="*/ 6178 h 10000"/>
              <a:gd name="connsiteX38-1823" fmla="*/ 8617 w 10000"/>
              <a:gd name="connsiteY38-1824" fmla="*/ 6568 h 10000"/>
              <a:gd name="connsiteX39-1825" fmla="*/ 8513 w 10000"/>
              <a:gd name="connsiteY39-1826" fmla="*/ 6957 h 10000"/>
              <a:gd name="connsiteX40-1827" fmla="*/ 8424 w 10000"/>
              <a:gd name="connsiteY40-1828" fmla="*/ 7347 h 10000"/>
              <a:gd name="connsiteX41-1829" fmla="*/ 8336 w 10000"/>
              <a:gd name="connsiteY41-1830" fmla="*/ 7737 h 10000"/>
              <a:gd name="connsiteX42-1831" fmla="*/ 8231 w 10000"/>
              <a:gd name="connsiteY42-1832" fmla="*/ 8033 h 10000"/>
              <a:gd name="connsiteX43-1833" fmla="*/ 8231 w 10000"/>
              <a:gd name="connsiteY43-1834" fmla="*/ 8237 h 10000"/>
              <a:gd name="connsiteX44-1835" fmla="*/ 8143 w 10000"/>
              <a:gd name="connsiteY44-1836" fmla="*/ 8534 h 10000"/>
              <a:gd name="connsiteX45-1837" fmla="*/ 8056 w 10000"/>
              <a:gd name="connsiteY45-1838" fmla="*/ 8720 h 10000"/>
              <a:gd name="connsiteX46-1839" fmla="*/ 7864 w 10000"/>
              <a:gd name="connsiteY46-1840" fmla="*/ 9017 h 10000"/>
              <a:gd name="connsiteX47-1841" fmla="*/ 7687 w 10000"/>
              <a:gd name="connsiteY47-1842" fmla="*/ 9314 h 10000"/>
              <a:gd name="connsiteX48-1843" fmla="*/ 7495 w 10000"/>
              <a:gd name="connsiteY48-1844" fmla="*/ 9610 h 10000"/>
              <a:gd name="connsiteX49-1845" fmla="*/ 7321 w 10000"/>
              <a:gd name="connsiteY49-1846" fmla="*/ 9703 h 10000"/>
              <a:gd name="connsiteX50-1847" fmla="*/ 7127 w 10000"/>
              <a:gd name="connsiteY50-1848" fmla="*/ 9889 h 10000"/>
              <a:gd name="connsiteX51-1849" fmla="*/ 6935 w 10000"/>
              <a:gd name="connsiteY51-1850" fmla="*/ 10000 h 10000"/>
              <a:gd name="connsiteX52-1851" fmla="*/ 6760 w 10000"/>
              <a:gd name="connsiteY52-1852" fmla="*/ 10000 h 10000"/>
              <a:gd name="connsiteX53-1853" fmla="*/ 6567 w 10000"/>
              <a:gd name="connsiteY53-1854" fmla="*/ 10000 h 10000"/>
              <a:gd name="connsiteX54-1855" fmla="*/ 6567 w 10000"/>
              <a:gd name="connsiteY54-1856" fmla="*/ 9889 h 10000"/>
              <a:gd name="connsiteX55-1857" fmla="*/ 6479 w 10000"/>
              <a:gd name="connsiteY55-1858" fmla="*/ 9889 h 10000"/>
              <a:gd name="connsiteX56-1859" fmla="*/ 6479 w 10000"/>
              <a:gd name="connsiteY56-1860" fmla="*/ 9796 h 10000"/>
              <a:gd name="connsiteX57-1861" fmla="*/ 6479 w 10000"/>
              <a:gd name="connsiteY57-1862" fmla="*/ 9610 h 10000"/>
              <a:gd name="connsiteX58-1863" fmla="*/ 6479 w 10000"/>
              <a:gd name="connsiteY58-1864" fmla="*/ 9499 h 10000"/>
              <a:gd name="connsiteX59-1865" fmla="*/ 6479 w 10000"/>
              <a:gd name="connsiteY59-1866" fmla="*/ 9406 h 10000"/>
              <a:gd name="connsiteX60-1867" fmla="*/ 6479 w 10000"/>
              <a:gd name="connsiteY60-1868" fmla="*/ 9202 h 10000"/>
              <a:gd name="connsiteX61-1869" fmla="*/ 6479 w 10000"/>
              <a:gd name="connsiteY61-1870" fmla="*/ 9017 h 10000"/>
              <a:gd name="connsiteX62-1871" fmla="*/ 6393 w 10000"/>
              <a:gd name="connsiteY62-1872" fmla="*/ 8813 h 10000"/>
              <a:gd name="connsiteX63-1873" fmla="*/ 6288 w 10000"/>
              <a:gd name="connsiteY63-1874" fmla="*/ 8534 h 10000"/>
              <a:gd name="connsiteX64-1875" fmla="*/ 6113 w 10000"/>
              <a:gd name="connsiteY64-1876" fmla="*/ 8126 h 10000"/>
              <a:gd name="connsiteX65-1877" fmla="*/ 6025 w 10000"/>
              <a:gd name="connsiteY65-1878" fmla="*/ 7737 h 10000"/>
              <a:gd name="connsiteX66-1879" fmla="*/ 5745 w 10000"/>
              <a:gd name="connsiteY66-1880" fmla="*/ 7347 h 10000"/>
              <a:gd name="connsiteX67-1881" fmla="*/ 5553 w 10000"/>
              <a:gd name="connsiteY67-1882" fmla="*/ 6753 h 10000"/>
              <a:gd name="connsiteX68-1883" fmla="*/ 5745 w 10000"/>
              <a:gd name="connsiteY68-1884" fmla="*/ 6957 h 10000"/>
              <a:gd name="connsiteX69-1885" fmla="*/ 6025 w 10000"/>
              <a:gd name="connsiteY69-1886" fmla="*/ 7161 h 10000"/>
              <a:gd name="connsiteX70-1887" fmla="*/ 6200 w 10000"/>
              <a:gd name="connsiteY70-1888" fmla="*/ 7347 h 10000"/>
              <a:gd name="connsiteX71-1889" fmla="*/ 6393 w 10000"/>
              <a:gd name="connsiteY71-1890" fmla="*/ 7440 h 10000"/>
              <a:gd name="connsiteX72-1891" fmla="*/ 6567 w 10000"/>
              <a:gd name="connsiteY72-1892" fmla="*/ 7551 h 10000"/>
              <a:gd name="connsiteX73-1893" fmla="*/ 6674 w 10000"/>
              <a:gd name="connsiteY73-1894" fmla="*/ 7551 h 10000"/>
              <a:gd name="connsiteX74-1895" fmla="*/ 6760 w 10000"/>
              <a:gd name="connsiteY74-1896" fmla="*/ 7644 h 10000"/>
              <a:gd name="connsiteX75-1897" fmla="*/ 6848 w 10000"/>
              <a:gd name="connsiteY75-1898" fmla="*/ 7644 h 10000"/>
              <a:gd name="connsiteX76-1899" fmla="*/ 6935 w 10000"/>
              <a:gd name="connsiteY76-1900" fmla="*/ 7644 h 10000"/>
              <a:gd name="connsiteX77-1901" fmla="*/ 7040 w 10000"/>
              <a:gd name="connsiteY77-1902" fmla="*/ 7644 h 10000"/>
              <a:gd name="connsiteX78-1903" fmla="*/ 7127 w 10000"/>
              <a:gd name="connsiteY78-1904" fmla="*/ 7551 h 10000"/>
              <a:gd name="connsiteX79-1905" fmla="*/ 7217 w 10000"/>
              <a:gd name="connsiteY79-1906" fmla="*/ 7440 h 10000"/>
              <a:gd name="connsiteX80-1907" fmla="*/ 7217 w 10000"/>
              <a:gd name="connsiteY80-1908" fmla="*/ 7347 h 10000"/>
              <a:gd name="connsiteX81-1909" fmla="*/ 7321 w 10000"/>
              <a:gd name="connsiteY81-1910" fmla="*/ 7254 h 10000"/>
              <a:gd name="connsiteX82-1911" fmla="*/ 7408 w 10000"/>
              <a:gd name="connsiteY82-1912" fmla="*/ 7050 h 10000"/>
              <a:gd name="connsiteX83-1913" fmla="*/ 7408 w 10000"/>
              <a:gd name="connsiteY83-1914" fmla="*/ 6865 h 10000"/>
              <a:gd name="connsiteX84-1915" fmla="*/ 7495 w 10000"/>
              <a:gd name="connsiteY84-1916" fmla="*/ 6660 h 10000"/>
              <a:gd name="connsiteX85-1917" fmla="*/ 7583 w 10000"/>
              <a:gd name="connsiteY85-1918" fmla="*/ 6364 h 10000"/>
              <a:gd name="connsiteX86-1919" fmla="*/ 7687 w 10000"/>
              <a:gd name="connsiteY86-1920" fmla="*/ 6067 h 10000"/>
              <a:gd name="connsiteX87-1921" fmla="*/ 7687 w 10000"/>
              <a:gd name="connsiteY87-1922" fmla="*/ 5677 h 10000"/>
              <a:gd name="connsiteX88-1923" fmla="*/ 7864 w 10000"/>
              <a:gd name="connsiteY88-1924" fmla="*/ 4991 h 10000"/>
              <a:gd name="connsiteX89-1925" fmla="*/ 7971 w 10000"/>
              <a:gd name="connsiteY89-1926" fmla="*/ 4212 h 10000"/>
              <a:gd name="connsiteX90-1927" fmla="*/ 7971 w 10000"/>
              <a:gd name="connsiteY90-1928" fmla="*/ 3525 h 10000"/>
              <a:gd name="connsiteX91-1929" fmla="*/ 8056 w 10000"/>
              <a:gd name="connsiteY91-1930" fmla="*/ 2839 h 10000"/>
              <a:gd name="connsiteX92-1931" fmla="*/ 8056 w 10000"/>
              <a:gd name="connsiteY92-1932" fmla="*/ 2542 h 10000"/>
              <a:gd name="connsiteX93-1933" fmla="*/ 8056 w 10000"/>
              <a:gd name="connsiteY93-1934" fmla="*/ 2263 h 10000"/>
              <a:gd name="connsiteX94-1935" fmla="*/ 8056 w 10000"/>
              <a:gd name="connsiteY94-1936" fmla="*/ 2059 h 10000"/>
              <a:gd name="connsiteX95-1937" fmla="*/ 8056 w 10000"/>
              <a:gd name="connsiteY95-1938" fmla="*/ 1855 h 10000"/>
              <a:gd name="connsiteX96-1939" fmla="*/ 8056 w 10000"/>
              <a:gd name="connsiteY96-1940" fmla="*/ 1670 h 10000"/>
              <a:gd name="connsiteX97-1941" fmla="*/ 8056 w 10000"/>
              <a:gd name="connsiteY97-1942" fmla="*/ 1577 h 10000"/>
              <a:gd name="connsiteX98-1943" fmla="*/ 7971 w 10000"/>
              <a:gd name="connsiteY98-1944" fmla="*/ 1466 h 10000"/>
              <a:gd name="connsiteX99-1945" fmla="*/ 7971 w 10000"/>
              <a:gd name="connsiteY99-1946" fmla="*/ 1373 h 10000"/>
              <a:gd name="connsiteX100-1947" fmla="*/ 7971 w 10000"/>
              <a:gd name="connsiteY100-1948" fmla="*/ 1280 h 10000"/>
              <a:gd name="connsiteX101-1949" fmla="*/ 7864 w 10000"/>
              <a:gd name="connsiteY101-1950" fmla="*/ 1280 h 10000"/>
              <a:gd name="connsiteX102-1951" fmla="*/ 7777 w 10000"/>
              <a:gd name="connsiteY102-1952" fmla="*/ 1169 h 10000"/>
              <a:gd name="connsiteX103-1953" fmla="*/ 7777 w 10000"/>
              <a:gd name="connsiteY103-1954" fmla="*/ 1169 h 10000"/>
              <a:gd name="connsiteX104-1955" fmla="*/ 7583 w 10000"/>
              <a:gd name="connsiteY104-1956" fmla="*/ 1169 h 10000"/>
              <a:gd name="connsiteX105-1957" fmla="*/ 7495 w 10000"/>
              <a:gd name="connsiteY105-1958" fmla="*/ 1169 h 10000"/>
              <a:gd name="connsiteX106-1959" fmla="*/ 7408 w 10000"/>
              <a:gd name="connsiteY106-1960" fmla="*/ 1169 h 10000"/>
              <a:gd name="connsiteX107-1961" fmla="*/ 7217 w 10000"/>
              <a:gd name="connsiteY107-1962" fmla="*/ 1169 h 10000"/>
              <a:gd name="connsiteX108-1963" fmla="*/ 7040 w 10000"/>
              <a:gd name="connsiteY108-1964" fmla="*/ 1169 h 10000"/>
              <a:gd name="connsiteX109-1965" fmla="*/ 6760 w 10000"/>
              <a:gd name="connsiteY109-1966" fmla="*/ 1169 h 10000"/>
              <a:gd name="connsiteX110-1967" fmla="*/ 6567 w 10000"/>
              <a:gd name="connsiteY110-1968" fmla="*/ 1169 h 10000"/>
              <a:gd name="connsiteX111-1969" fmla="*/ 6288 w 10000"/>
              <a:gd name="connsiteY111-1970" fmla="*/ 1169 h 10000"/>
              <a:gd name="connsiteX112-1971" fmla="*/ 5920 w 10000"/>
              <a:gd name="connsiteY112-1972" fmla="*/ 1169 h 10000"/>
              <a:gd name="connsiteX113-1973" fmla="*/ 5553 w 10000"/>
              <a:gd name="connsiteY113-1974" fmla="*/ 1280 h 10000"/>
              <a:gd name="connsiteX114-1975" fmla="*/ 5184 w 10000"/>
              <a:gd name="connsiteY114-1976" fmla="*/ 1280 h 10000"/>
              <a:gd name="connsiteX115-1977" fmla="*/ 4731 w 10000"/>
              <a:gd name="connsiteY115-1978" fmla="*/ 1373 h 10000"/>
              <a:gd name="connsiteX116-1979" fmla="*/ 3801 w 10000"/>
              <a:gd name="connsiteY116-1980" fmla="*/ 1466 h 10000"/>
              <a:gd name="connsiteX117-1981" fmla="*/ 2874 w 10000"/>
              <a:gd name="connsiteY117-1982" fmla="*/ 1670 h 10000"/>
              <a:gd name="connsiteX118-1983" fmla="*/ 1945 w 10000"/>
              <a:gd name="connsiteY118-1984" fmla="*/ 1763 h 10000"/>
              <a:gd name="connsiteX119-1985" fmla="*/ 1017 w 10000"/>
              <a:gd name="connsiteY119-1986" fmla="*/ 1855 h 10000"/>
              <a:gd name="connsiteX120-1987" fmla="*/ 0 w 10000"/>
              <a:gd name="connsiteY120-1988" fmla="*/ 1280 h 10000"/>
              <a:gd name="connsiteX121-1989" fmla="*/ 649 w 10000"/>
              <a:gd name="connsiteY121-1990" fmla="*/ 1280 h 10000"/>
              <a:gd name="connsiteX122-1991" fmla="*/ 1210 w 10000"/>
              <a:gd name="connsiteY122-1992" fmla="*/ 1169 h 10000"/>
              <a:gd name="connsiteX123-1993" fmla="*/ 1770 w 10000"/>
              <a:gd name="connsiteY123-1994" fmla="*/ 1076 h 10000"/>
              <a:gd name="connsiteX124-1995" fmla="*/ 2314 w 10000"/>
              <a:gd name="connsiteY124-1996" fmla="*/ 1076 h 10000"/>
              <a:gd name="connsiteX125-1997" fmla="*/ 2785 w 10000"/>
              <a:gd name="connsiteY125-1998" fmla="*/ 983 h 10000"/>
              <a:gd name="connsiteX126-1999" fmla="*/ 3240 w 10000"/>
              <a:gd name="connsiteY126-2000" fmla="*/ 891 h 10000"/>
              <a:gd name="connsiteX127-2001" fmla="*/ 3713 w 10000"/>
              <a:gd name="connsiteY127-2002" fmla="*/ 891 h 10000"/>
              <a:gd name="connsiteX128-2003" fmla="*/ 4082 w 10000"/>
              <a:gd name="connsiteY128-2004" fmla="*/ 779 h 10000"/>
              <a:gd name="connsiteX129-2005" fmla="*/ 4536 w 10000"/>
              <a:gd name="connsiteY129-2006" fmla="*/ 779 h 10000"/>
              <a:gd name="connsiteX130-2007" fmla="*/ 4817 w 10000"/>
              <a:gd name="connsiteY130-2008" fmla="*/ 779 h 10000"/>
              <a:gd name="connsiteX131-2009" fmla="*/ 5184 w 10000"/>
              <a:gd name="connsiteY131-2010" fmla="*/ 686 h 10000"/>
              <a:gd name="connsiteX132-2011" fmla="*/ 5465 w 10000"/>
              <a:gd name="connsiteY132-2012" fmla="*/ 686 h 10000"/>
              <a:gd name="connsiteX133-2013" fmla="*/ 5920 w 10000"/>
              <a:gd name="connsiteY133-2014" fmla="*/ 594 h 10000"/>
              <a:gd name="connsiteX134-2015" fmla="*/ 6393 w 10000"/>
              <a:gd name="connsiteY134-2016" fmla="*/ 594 h 10000"/>
              <a:gd name="connsiteX135-2017" fmla="*/ 6760 w 10000"/>
              <a:gd name="connsiteY135-2018" fmla="*/ 482 h 10000"/>
              <a:gd name="connsiteX136-2019" fmla="*/ 7127 w 10000"/>
              <a:gd name="connsiteY136-2020" fmla="*/ 482 h 10000"/>
              <a:gd name="connsiteX137-2021" fmla="*/ 7321 w 10000"/>
              <a:gd name="connsiteY137-2022" fmla="*/ 390 h 10000"/>
              <a:gd name="connsiteX138-2023" fmla="*/ 7495 w 10000"/>
              <a:gd name="connsiteY138-2024" fmla="*/ 297 h 10000"/>
              <a:gd name="connsiteX139-2025" fmla="*/ 7687 w 10000"/>
              <a:gd name="connsiteY139-2026" fmla="*/ 297 h 10000"/>
              <a:gd name="connsiteX140-2027" fmla="*/ 7687 w 10000"/>
              <a:gd name="connsiteY140-2028" fmla="*/ 204 h 10000"/>
              <a:gd name="connsiteX141-2029" fmla="*/ 7687 w 10000"/>
              <a:gd name="connsiteY141-2030" fmla="*/ 204 h 10000"/>
              <a:gd name="connsiteX0-2031" fmla="*/ 7038 w 9351"/>
              <a:gd name="connsiteY0-2032" fmla="*/ 204 h 10000"/>
              <a:gd name="connsiteX1-2033" fmla="*/ 7128 w 9351"/>
              <a:gd name="connsiteY1-2034" fmla="*/ 93 h 10000"/>
              <a:gd name="connsiteX2-2035" fmla="*/ 7322 w 9351"/>
              <a:gd name="connsiteY2-2036" fmla="*/ 93 h 10000"/>
              <a:gd name="connsiteX3-2037" fmla="*/ 7407 w 9351"/>
              <a:gd name="connsiteY3-2038" fmla="*/ 0 h 10000"/>
              <a:gd name="connsiteX4-2039" fmla="*/ 7494 w 9351"/>
              <a:gd name="connsiteY4-2040" fmla="*/ 0 h 10000"/>
              <a:gd name="connsiteX5-2041" fmla="*/ 7687 w 9351"/>
              <a:gd name="connsiteY5-2042" fmla="*/ 93 h 10000"/>
              <a:gd name="connsiteX6-2043" fmla="*/ 7968 w 9351"/>
              <a:gd name="connsiteY6-2044" fmla="*/ 204 h 10000"/>
              <a:gd name="connsiteX7-2045" fmla="*/ 8055 w 9351"/>
              <a:gd name="connsiteY7-2046" fmla="*/ 297 h 10000"/>
              <a:gd name="connsiteX8-2047" fmla="*/ 8230 w 9351"/>
              <a:gd name="connsiteY8-2048" fmla="*/ 482 h 10000"/>
              <a:gd name="connsiteX9-2049" fmla="*/ 8334 w 9351"/>
              <a:gd name="connsiteY9-2050" fmla="*/ 594 h 10000"/>
              <a:gd name="connsiteX10-2051" fmla="*/ 8511 w 9351"/>
              <a:gd name="connsiteY10-2052" fmla="*/ 686 h 10000"/>
              <a:gd name="connsiteX11-2053" fmla="*/ 8703 w 9351"/>
              <a:gd name="connsiteY11-2054" fmla="*/ 891 h 10000"/>
              <a:gd name="connsiteX12-2055" fmla="*/ 8879 w 9351"/>
              <a:gd name="connsiteY12-2056" fmla="*/ 983 h 10000"/>
              <a:gd name="connsiteX13-2057" fmla="*/ 8983 w 9351"/>
              <a:gd name="connsiteY13-2058" fmla="*/ 1169 h 10000"/>
              <a:gd name="connsiteX14-2059" fmla="*/ 9158 w 9351"/>
              <a:gd name="connsiteY14-2060" fmla="*/ 1280 h 10000"/>
              <a:gd name="connsiteX15-2061" fmla="*/ 9246 w 9351"/>
              <a:gd name="connsiteY15-2062" fmla="*/ 1373 h 10000"/>
              <a:gd name="connsiteX16-2063" fmla="*/ 9246 w 9351"/>
              <a:gd name="connsiteY16-2064" fmla="*/ 1466 h 10000"/>
              <a:gd name="connsiteX17-2065" fmla="*/ 9351 w 9351"/>
              <a:gd name="connsiteY17-2066" fmla="*/ 1466 h 10000"/>
              <a:gd name="connsiteX18-2067" fmla="*/ 9351 w 9351"/>
              <a:gd name="connsiteY18-2068" fmla="*/ 1577 h 10000"/>
              <a:gd name="connsiteX19-2069" fmla="*/ 9351 w 9351"/>
              <a:gd name="connsiteY19-2070" fmla="*/ 1670 h 10000"/>
              <a:gd name="connsiteX20-2071" fmla="*/ 9246 w 9351"/>
              <a:gd name="connsiteY20-2072" fmla="*/ 1763 h 10000"/>
              <a:gd name="connsiteX21-2073" fmla="*/ 9158 w 9351"/>
              <a:gd name="connsiteY21-2074" fmla="*/ 1763 h 10000"/>
              <a:gd name="connsiteX22-2075" fmla="*/ 9071 w 9351"/>
              <a:gd name="connsiteY22-2076" fmla="*/ 1855 h 10000"/>
              <a:gd name="connsiteX23-2077" fmla="*/ 8983 w 9351"/>
              <a:gd name="connsiteY23-2078" fmla="*/ 1855 h 10000"/>
              <a:gd name="connsiteX24-2079" fmla="*/ 8983 w 9351"/>
              <a:gd name="connsiteY24-2080" fmla="*/ 1967 h 10000"/>
              <a:gd name="connsiteX25-2081" fmla="*/ 8879 w 9351"/>
              <a:gd name="connsiteY25-2082" fmla="*/ 2059 h 10000"/>
              <a:gd name="connsiteX26-2083" fmla="*/ 8791 w 9351"/>
              <a:gd name="connsiteY26-2084" fmla="*/ 2263 h 10000"/>
              <a:gd name="connsiteX27-2085" fmla="*/ 8791 w 9351"/>
              <a:gd name="connsiteY27-2086" fmla="*/ 2449 h 10000"/>
              <a:gd name="connsiteX28-2087" fmla="*/ 8703 w 9351"/>
              <a:gd name="connsiteY28-2088" fmla="*/ 2653 h 10000"/>
              <a:gd name="connsiteX29-2089" fmla="*/ 8703 w 9351"/>
              <a:gd name="connsiteY29-2090" fmla="*/ 2950 h 10000"/>
              <a:gd name="connsiteX30-2091" fmla="*/ 8703 w 9351"/>
              <a:gd name="connsiteY30-2092" fmla="*/ 3135 h 10000"/>
              <a:gd name="connsiteX31-2093" fmla="*/ 8597 w 9351"/>
              <a:gd name="connsiteY31-2094" fmla="*/ 3432 h 10000"/>
              <a:gd name="connsiteX32-2095" fmla="*/ 8597 w 9351"/>
              <a:gd name="connsiteY32-2096" fmla="*/ 3822 h 10000"/>
              <a:gd name="connsiteX33-2097" fmla="*/ 8511 w 9351"/>
              <a:gd name="connsiteY33-2098" fmla="*/ 4119 h 10000"/>
              <a:gd name="connsiteX34-2099" fmla="*/ 8424 w 9351"/>
              <a:gd name="connsiteY34-2100" fmla="*/ 4508 h 10000"/>
              <a:gd name="connsiteX35-2101" fmla="*/ 8334 w 9351"/>
              <a:gd name="connsiteY35-2102" fmla="*/ 4898 h 10000"/>
              <a:gd name="connsiteX36-2103" fmla="*/ 8230 w 9351"/>
              <a:gd name="connsiteY36-2104" fmla="*/ 5288 h 10000"/>
              <a:gd name="connsiteX37-2105" fmla="*/ 8055 w 9351"/>
              <a:gd name="connsiteY37-2106" fmla="*/ 6178 h 10000"/>
              <a:gd name="connsiteX38-2107" fmla="*/ 7968 w 9351"/>
              <a:gd name="connsiteY38-2108" fmla="*/ 6568 h 10000"/>
              <a:gd name="connsiteX39-2109" fmla="*/ 7864 w 9351"/>
              <a:gd name="connsiteY39-2110" fmla="*/ 6957 h 10000"/>
              <a:gd name="connsiteX40-2111" fmla="*/ 7775 w 9351"/>
              <a:gd name="connsiteY40-2112" fmla="*/ 7347 h 10000"/>
              <a:gd name="connsiteX41-2113" fmla="*/ 7687 w 9351"/>
              <a:gd name="connsiteY41-2114" fmla="*/ 7737 h 10000"/>
              <a:gd name="connsiteX42-2115" fmla="*/ 7582 w 9351"/>
              <a:gd name="connsiteY42-2116" fmla="*/ 8033 h 10000"/>
              <a:gd name="connsiteX43-2117" fmla="*/ 7582 w 9351"/>
              <a:gd name="connsiteY43-2118" fmla="*/ 8237 h 10000"/>
              <a:gd name="connsiteX44-2119" fmla="*/ 7494 w 9351"/>
              <a:gd name="connsiteY44-2120" fmla="*/ 8534 h 10000"/>
              <a:gd name="connsiteX45-2121" fmla="*/ 7407 w 9351"/>
              <a:gd name="connsiteY45-2122" fmla="*/ 8720 h 10000"/>
              <a:gd name="connsiteX46-2123" fmla="*/ 7215 w 9351"/>
              <a:gd name="connsiteY46-2124" fmla="*/ 9017 h 10000"/>
              <a:gd name="connsiteX47-2125" fmla="*/ 7038 w 9351"/>
              <a:gd name="connsiteY47-2126" fmla="*/ 9314 h 10000"/>
              <a:gd name="connsiteX48-2127" fmla="*/ 6846 w 9351"/>
              <a:gd name="connsiteY48-2128" fmla="*/ 9610 h 10000"/>
              <a:gd name="connsiteX49-2129" fmla="*/ 6672 w 9351"/>
              <a:gd name="connsiteY49-2130" fmla="*/ 9703 h 10000"/>
              <a:gd name="connsiteX50-2131" fmla="*/ 6478 w 9351"/>
              <a:gd name="connsiteY50-2132" fmla="*/ 9889 h 10000"/>
              <a:gd name="connsiteX51-2133" fmla="*/ 6286 w 9351"/>
              <a:gd name="connsiteY51-2134" fmla="*/ 10000 h 10000"/>
              <a:gd name="connsiteX52-2135" fmla="*/ 6111 w 9351"/>
              <a:gd name="connsiteY52-2136" fmla="*/ 10000 h 10000"/>
              <a:gd name="connsiteX53-2137" fmla="*/ 5918 w 9351"/>
              <a:gd name="connsiteY53-2138" fmla="*/ 10000 h 10000"/>
              <a:gd name="connsiteX54-2139" fmla="*/ 5918 w 9351"/>
              <a:gd name="connsiteY54-2140" fmla="*/ 9889 h 10000"/>
              <a:gd name="connsiteX55-2141" fmla="*/ 5830 w 9351"/>
              <a:gd name="connsiteY55-2142" fmla="*/ 9889 h 10000"/>
              <a:gd name="connsiteX56-2143" fmla="*/ 5830 w 9351"/>
              <a:gd name="connsiteY56-2144" fmla="*/ 9796 h 10000"/>
              <a:gd name="connsiteX57-2145" fmla="*/ 5830 w 9351"/>
              <a:gd name="connsiteY57-2146" fmla="*/ 9610 h 10000"/>
              <a:gd name="connsiteX58-2147" fmla="*/ 5830 w 9351"/>
              <a:gd name="connsiteY58-2148" fmla="*/ 9499 h 10000"/>
              <a:gd name="connsiteX59-2149" fmla="*/ 5830 w 9351"/>
              <a:gd name="connsiteY59-2150" fmla="*/ 9406 h 10000"/>
              <a:gd name="connsiteX60-2151" fmla="*/ 5830 w 9351"/>
              <a:gd name="connsiteY60-2152" fmla="*/ 9202 h 10000"/>
              <a:gd name="connsiteX61-2153" fmla="*/ 5830 w 9351"/>
              <a:gd name="connsiteY61-2154" fmla="*/ 9017 h 10000"/>
              <a:gd name="connsiteX62-2155" fmla="*/ 5744 w 9351"/>
              <a:gd name="connsiteY62-2156" fmla="*/ 8813 h 10000"/>
              <a:gd name="connsiteX63-2157" fmla="*/ 5639 w 9351"/>
              <a:gd name="connsiteY63-2158" fmla="*/ 8534 h 10000"/>
              <a:gd name="connsiteX64-2159" fmla="*/ 5464 w 9351"/>
              <a:gd name="connsiteY64-2160" fmla="*/ 8126 h 10000"/>
              <a:gd name="connsiteX65-2161" fmla="*/ 5376 w 9351"/>
              <a:gd name="connsiteY65-2162" fmla="*/ 7737 h 10000"/>
              <a:gd name="connsiteX66-2163" fmla="*/ 5096 w 9351"/>
              <a:gd name="connsiteY66-2164" fmla="*/ 7347 h 10000"/>
              <a:gd name="connsiteX67-2165" fmla="*/ 4904 w 9351"/>
              <a:gd name="connsiteY67-2166" fmla="*/ 6753 h 10000"/>
              <a:gd name="connsiteX68-2167" fmla="*/ 5096 w 9351"/>
              <a:gd name="connsiteY68-2168" fmla="*/ 6957 h 10000"/>
              <a:gd name="connsiteX69-2169" fmla="*/ 5376 w 9351"/>
              <a:gd name="connsiteY69-2170" fmla="*/ 7161 h 10000"/>
              <a:gd name="connsiteX70-2171" fmla="*/ 5551 w 9351"/>
              <a:gd name="connsiteY70-2172" fmla="*/ 7347 h 10000"/>
              <a:gd name="connsiteX71-2173" fmla="*/ 5744 w 9351"/>
              <a:gd name="connsiteY71-2174" fmla="*/ 7440 h 10000"/>
              <a:gd name="connsiteX72-2175" fmla="*/ 5918 w 9351"/>
              <a:gd name="connsiteY72-2176" fmla="*/ 7551 h 10000"/>
              <a:gd name="connsiteX73-2177" fmla="*/ 6025 w 9351"/>
              <a:gd name="connsiteY73-2178" fmla="*/ 7551 h 10000"/>
              <a:gd name="connsiteX74-2179" fmla="*/ 6111 w 9351"/>
              <a:gd name="connsiteY74-2180" fmla="*/ 7644 h 10000"/>
              <a:gd name="connsiteX75-2181" fmla="*/ 6199 w 9351"/>
              <a:gd name="connsiteY75-2182" fmla="*/ 7644 h 10000"/>
              <a:gd name="connsiteX76-2183" fmla="*/ 6286 w 9351"/>
              <a:gd name="connsiteY76-2184" fmla="*/ 7644 h 10000"/>
              <a:gd name="connsiteX77-2185" fmla="*/ 6391 w 9351"/>
              <a:gd name="connsiteY77-2186" fmla="*/ 7644 h 10000"/>
              <a:gd name="connsiteX78-2187" fmla="*/ 6478 w 9351"/>
              <a:gd name="connsiteY78-2188" fmla="*/ 7551 h 10000"/>
              <a:gd name="connsiteX79-2189" fmla="*/ 6568 w 9351"/>
              <a:gd name="connsiteY79-2190" fmla="*/ 7440 h 10000"/>
              <a:gd name="connsiteX80-2191" fmla="*/ 6568 w 9351"/>
              <a:gd name="connsiteY80-2192" fmla="*/ 7347 h 10000"/>
              <a:gd name="connsiteX81-2193" fmla="*/ 6672 w 9351"/>
              <a:gd name="connsiteY81-2194" fmla="*/ 7254 h 10000"/>
              <a:gd name="connsiteX82-2195" fmla="*/ 6759 w 9351"/>
              <a:gd name="connsiteY82-2196" fmla="*/ 7050 h 10000"/>
              <a:gd name="connsiteX83-2197" fmla="*/ 6759 w 9351"/>
              <a:gd name="connsiteY83-2198" fmla="*/ 6865 h 10000"/>
              <a:gd name="connsiteX84-2199" fmla="*/ 6846 w 9351"/>
              <a:gd name="connsiteY84-2200" fmla="*/ 6660 h 10000"/>
              <a:gd name="connsiteX85-2201" fmla="*/ 6934 w 9351"/>
              <a:gd name="connsiteY85-2202" fmla="*/ 6364 h 10000"/>
              <a:gd name="connsiteX86-2203" fmla="*/ 7038 w 9351"/>
              <a:gd name="connsiteY86-2204" fmla="*/ 6067 h 10000"/>
              <a:gd name="connsiteX87-2205" fmla="*/ 7038 w 9351"/>
              <a:gd name="connsiteY87-2206" fmla="*/ 5677 h 10000"/>
              <a:gd name="connsiteX88-2207" fmla="*/ 7215 w 9351"/>
              <a:gd name="connsiteY88-2208" fmla="*/ 4991 h 10000"/>
              <a:gd name="connsiteX89-2209" fmla="*/ 7322 w 9351"/>
              <a:gd name="connsiteY89-2210" fmla="*/ 4212 h 10000"/>
              <a:gd name="connsiteX90-2211" fmla="*/ 7322 w 9351"/>
              <a:gd name="connsiteY90-2212" fmla="*/ 3525 h 10000"/>
              <a:gd name="connsiteX91-2213" fmla="*/ 7407 w 9351"/>
              <a:gd name="connsiteY91-2214" fmla="*/ 2839 h 10000"/>
              <a:gd name="connsiteX92-2215" fmla="*/ 7407 w 9351"/>
              <a:gd name="connsiteY92-2216" fmla="*/ 2542 h 10000"/>
              <a:gd name="connsiteX93-2217" fmla="*/ 7407 w 9351"/>
              <a:gd name="connsiteY93-2218" fmla="*/ 2263 h 10000"/>
              <a:gd name="connsiteX94-2219" fmla="*/ 7407 w 9351"/>
              <a:gd name="connsiteY94-2220" fmla="*/ 2059 h 10000"/>
              <a:gd name="connsiteX95-2221" fmla="*/ 7407 w 9351"/>
              <a:gd name="connsiteY95-2222" fmla="*/ 1855 h 10000"/>
              <a:gd name="connsiteX96-2223" fmla="*/ 7407 w 9351"/>
              <a:gd name="connsiteY96-2224" fmla="*/ 1670 h 10000"/>
              <a:gd name="connsiteX97-2225" fmla="*/ 7407 w 9351"/>
              <a:gd name="connsiteY97-2226" fmla="*/ 1577 h 10000"/>
              <a:gd name="connsiteX98-2227" fmla="*/ 7322 w 9351"/>
              <a:gd name="connsiteY98-2228" fmla="*/ 1466 h 10000"/>
              <a:gd name="connsiteX99-2229" fmla="*/ 7322 w 9351"/>
              <a:gd name="connsiteY99-2230" fmla="*/ 1373 h 10000"/>
              <a:gd name="connsiteX100-2231" fmla="*/ 7322 w 9351"/>
              <a:gd name="connsiteY100-2232" fmla="*/ 1280 h 10000"/>
              <a:gd name="connsiteX101-2233" fmla="*/ 7215 w 9351"/>
              <a:gd name="connsiteY101-2234" fmla="*/ 1280 h 10000"/>
              <a:gd name="connsiteX102-2235" fmla="*/ 7128 w 9351"/>
              <a:gd name="connsiteY102-2236" fmla="*/ 1169 h 10000"/>
              <a:gd name="connsiteX103-2237" fmla="*/ 7128 w 9351"/>
              <a:gd name="connsiteY103-2238" fmla="*/ 1169 h 10000"/>
              <a:gd name="connsiteX104-2239" fmla="*/ 6934 w 9351"/>
              <a:gd name="connsiteY104-2240" fmla="*/ 1169 h 10000"/>
              <a:gd name="connsiteX105-2241" fmla="*/ 6846 w 9351"/>
              <a:gd name="connsiteY105-2242" fmla="*/ 1169 h 10000"/>
              <a:gd name="connsiteX106-2243" fmla="*/ 6759 w 9351"/>
              <a:gd name="connsiteY106-2244" fmla="*/ 1169 h 10000"/>
              <a:gd name="connsiteX107-2245" fmla="*/ 6568 w 9351"/>
              <a:gd name="connsiteY107-2246" fmla="*/ 1169 h 10000"/>
              <a:gd name="connsiteX108-2247" fmla="*/ 6391 w 9351"/>
              <a:gd name="connsiteY108-2248" fmla="*/ 1169 h 10000"/>
              <a:gd name="connsiteX109-2249" fmla="*/ 6111 w 9351"/>
              <a:gd name="connsiteY109-2250" fmla="*/ 1169 h 10000"/>
              <a:gd name="connsiteX110-2251" fmla="*/ 5918 w 9351"/>
              <a:gd name="connsiteY110-2252" fmla="*/ 1169 h 10000"/>
              <a:gd name="connsiteX111-2253" fmla="*/ 5639 w 9351"/>
              <a:gd name="connsiteY111-2254" fmla="*/ 1169 h 10000"/>
              <a:gd name="connsiteX112-2255" fmla="*/ 5271 w 9351"/>
              <a:gd name="connsiteY112-2256" fmla="*/ 1169 h 10000"/>
              <a:gd name="connsiteX113-2257" fmla="*/ 4904 w 9351"/>
              <a:gd name="connsiteY113-2258" fmla="*/ 1280 h 10000"/>
              <a:gd name="connsiteX114-2259" fmla="*/ 4535 w 9351"/>
              <a:gd name="connsiteY114-2260" fmla="*/ 1280 h 10000"/>
              <a:gd name="connsiteX115-2261" fmla="*/ 4082 w 9351"/>
              <a:gd name="connsiteY115-2262" fmla="*/ 1373 h 10000"/>
              <a:gd name="connsiteX116-2263" fmla="*/ 3152 w 9351"/>
              <a:gd name="connsiteY116-2264" fmla="*/ 1466 h 10000"/>
              <a:gd name="connsiteX117-2265" fmla="*/ 2225 w 9351"/>
              <a:gd name="connsiteY117-2266" fmla="*/ 1670 h 10000"/>
              <a:gd name="connsiteX118-2267" fmla="*/ 1296 w 9351"/>
              <a:gd name="connsiteY118-2268" fmla="*/ 1763 h 10000"/>
              <a:gd name="connsiteX119-2269" fmla="*/ 368 w 9351"/>
              <a:gd name="connsiteY119-2270" fmla="*/ 1855 h 10000"/>
              <a:gd name="connsiteX120-2271" fmla="*/ 0 w 9351"/>
              <a:gd name="connsiteY120-2272" fmla="*/ 1280 h 10000"/>
              <a:gd name="connsiteX121-2273" fmla="*/ 561 w 9351"/>
              <a:gd name="connsiteY121-2274" fmla="*/ 1169 h 10000"/>
              <a:gd name="connsiteX122-2275" fmla="*/ 1121 w 9351"/>
              <a:gd name="connsiteY122-2276" fmla="*/ 1076 h 10000"/>
              <a:gd name="connsiteX123-2277" fmla="*/ 1665 w 9351"/>
              <a:gd name="connsiteY123-2278" fmla="*/ 1076 h 10000"/>
              <a:gd name="connsiteX124-2279" fmla="*/ 2136 w 9351"/>
              <a:gd name="connsiteY124-2280" fmla="*/ 983 h 10000"/>
              <a:gd name="connsiteX125-2281" fmla="*/ 2591 w 9351"/>
              <a:gd name="connsiteY125-2282" fmla="*/ 891 h 10000"/>
              <a:gd name="connsiteX126-2283" fmla="*/ 3064 w 9351"/>
              <a:gd name="connsiteY126-2284" fmla="*/ 891 h 10000"/>
              <a:gd name="connsiteX127-2285" fmla="*/ 3433 w 9351"/>
              <a:gd name="connsiteY127-2286" fmla="*/ 779 h 10000"/>
              <a:gd name="connsiteX128-2287" fmla="*/ 3887 w 9351"/>
              <a:gd name="connsiteY128-2288" fmla="*/ 779 h 10000"/>
              <a:gd name="connsiteX129-2289" fmla="*/ 4168 w 9351"/>
              <a:gd name="connsiteY129-2290" fmla="*/ 779 h 10000"/>
              <a:gd name="connsiteX130-2291" fmla="*/ 4535 w 9351"/>
              <a:gd name="connsiteY130-2292" fmla="*/ 686 h 10000"/>
              <a:gd name="connsiteX131-2293" fmla="*/ 4816 w 9351"/>
              <a:gd name="connsiteY131-2294" fmla="*/ 686 h 10000"/>
              <a:gd name="connsiteX132-2295" fmla="*/ 5271 w 9351"/>
              <a:gd name="connsiteY132-2296" fmla="*/ 594 h 10000"/>
              <a:gd name="connsiteX133-2297" fmla="*/ 5744 w 9351"/>
              <a:gd name="connsiteY133-2298" fmla="*/ 594 h 10000"/>
              <a:gd name="connsiteX134-2299" fmla="*/ 6111 w 9351"/>
              <a:gd name="connsiteY134-2300" fmla="*/ 482 h 10000"/>
              <a:gd name="connsiteX135-2301" fmla="*/ 6478 w 9351"/>
              <a:gd name="connsiteY135-2302" fmla="*/ 482 h 10000"/>
              <a:gd name="connsiteX136-2303" fmla="*/ 6672 w 9351"/>
              <a:gd name="connsiteY136-2304" fmla="*/ 390 h 10000"/>
              <a:gd name="connsiteX137-2305" fmla="*/ 6846 w 9351"/>
              <a:gd name="connsiteY137-2306" fmla="*/ 297 h 10000"/>
              <a:gd name="connsiteX138-2307" fmla="*/ 7038 w 9351"/>
              <a:gd name="connsiteY138-2308" fmla="*/ 297 h 10000"/>
              <a:gd name="connsiteX139-2309" fmla="*/ 7038 w 9351"/>
              <a:gd name="connsiteY139-2310" fmla="*/ 204 h 10000"/>
              <a:gd name="connsiteX140-2311" fmla="*/ 7038 w 9351"/>
              <a:gd name="connsiteY140-2312" fmla="*/ 204 h 10000"/>
              <a:gd name="connsiteX0-2313" fmla="*/ 7132 w 9606"/>
              <a:gd name="connsiteY0-2314" fmla="*/ 204 h 10000"/>
              <a:gd name="connsiteX1-2315" fmla="*/ 7229 w 9606"/>
              <a:gd name="connsiteY1-2316" fmla="*/ 93 h 10000"/>
              <a:gd name="connsiteX2-2317" fmla="*/ 7436 w 9606"/>
              <a:gd name="connsiteY2-2318" fmla="*/ 93 h 10000"/>
              <a:gd name="connsiteX3-2319" fmla="*/ 7527 w 9606"/>
              <a:gd name="connsiteY3-2320" fmla="*/ 0 h 10000"/>
              <a:gd name="connsiteX4-2321" fmla="*/ 7620 w 9606"/>
              <a:gd name="connsiteY4-2322" fmla="*/ 0 h 10000"/>
              <a:gd name="connsiteX5-2323" fmla="*/ 7827 w 9606"/>
              <a:gd name="connsiteY5-2324" fmla="*/ 93 h 10000"/>
              <a:gd name="connsiteX6-2325" fmla="*/ 8127 w 9606"/>
              <a:gd name="connsiteY6-2326" fmla="*/ 204 h 10000"/>
              <a:gd name="connsiteX7-2327" fmla="*/ 8220 w 9606"/>
              <a:gd name="connsiteY7-2328" fmla="*/ 297 h 10000"/>
              <a:gd name="connsiteX8-2329" fmla="*/ 8407 w 9606"/>
              <a:gd name="connsiteY8-2330" fmla="*/ 482 h 10000"/>
              <a:gd name="connsiteX9-2331" fmla="*/ 8518 w 9606"/>
              <a:gd name="connsiteY9-2332" fmla="*/ 594 h 10000"/>
              <a:gd name="connsiteX10-2333" fmla="*/ 8708 w 9606"/>
              <a:gd name="connsiteY10-2334" fmla="*/ 686 h 10000"/>
              <a:gd name="connsiteX11-2335" fmla="*/ 8913 w 9606"/>
              <a:gd name="connsiteY11-2336" fmla="*/ 891 h 10000"/>
              <a:gd name="connsiteX12-2337" fmla="*/ 9101 w 9606"/>
              <a:gd name="connsiteY12-2338" fmla="*/ 983 h 10000"/>
              <a:gd name="connsiteX13-2339" fmla="*/ 9212 w 9606"/>
              <a:gd name="connsiteY13-2340" fmla="*/ 1169 h 10000"/>
              <a:gd name="connsiteX14-2341" fmla="*/ 9400 w 9606"/>
              <a:gd name="connsiteY14-2342" fmla="*/ 1280 h 10000"/>
              <a:gd name="connsiteX15-2343" fmla="*/ 9494 w 9606"/>
              <a:gd name="connsiteY15-2344" fmla="*/ 1373 h 10000"/>
              <a:gd name="connsiteX16-2345" fmla="*/ 9494 w 9606"/>
              <a:gd name="connsiteY16-2346" fmla="*/ 1466 h 10000"/>
              <a:gd name="connsiteX17-2347" fmla="*/ 9606 w 9606"/>
              <a:gd name="connsiteY17-2348" fmla="*/ 1466 h 10000"/>
              <a:gd name="connsiteX18-2349" fmla="*/ 9606 w 9606"/>
              <a:gd name="connsiteY18-2350" fmla="*/ 1577 h 10000"/>
              <a:gd name="connsiteX19-2351" fmla="*/ 9606 w 9606"/>
              <a:gd name="connsiteY19-2352" fmla="*/ 1670 h 10000"/>
              <a:gd name="connsiteX20-2353" fmla="*/ 9494 w 9606"/>
              <a:gd name="connsiteY20-2354" fmla="*/ 1763 h 10000"/>
              <a:gd name="connsiteX21-2355" fmla="*/ 9400 w 9606"/>
              <a:gd name="connsiteY21-2356" fmla="*/ 1763 h 10000"/>
              <a:gd name="connsiteX22-2357" fmla="*/ 9307 w 9606"/>
              <a:gd name="connsiteY22-2358" fmla="*/ 1855 h 10000"/>
              <a:gd name="connsiteX23-2359" fmla="*/ 9212 w 9606"/>
              <a:gd name="connsiteY23-2360" fmla="*/ 1855 h 10000"/>
              <a:gd name="connsiteX24-2361" fmla="*/ 9212 w 9606"/>
              <a:gd name="connsiteY24-2362" fmla="*/ 1967 h 10000"/>
              <a:gd name="connsiteX25-2363" fmla="*/ 9101 w 9606"/>
              <a:gd name="connsiteY25-2364" fmla="*/ 2059 h 10000"/>
              <a:gd name="connsiteX26-2365" fmla="*/ 9007 w 9606"/>
              <a:gd name="connsiteY26-2366" fmla="*/ 2263 h 10000"/>
              <a:gd name="connsiteX27-2367" fmla="*/ 9007 w 9606"/>
              <a:gd name="connsiteY27-2368" fmla="*/ 2449 h 10000"/>
              <a:gd name="connsiteX28-2369" fmla="*/ 8913 w 9606"/>
              <a:gd name="connsiteY28-2370" fmla="*/ 2653 h 10000"/>
              <a:gd name="connsiteX29-2371" fmla="*/ 8913 w 9606"/>
              <a:gd name="connsiteY29-2372" fmla="*/ 2950 h 10000"/>
              <a:gd name="connsiteX30-2373" fmla="*/ 8913 w 9606"/>
              <a:gd name="connsiteY30-2374" fmla="*/ 3135 h 10000"/>
              <a:gd name="connsiteX31-2375" fmla="*/ 8800 w 9606"/>
              <a:gd name="connsiteY31-2376" fmla="*/ 3432 h 10000"/>
              <a:gd name="connsiteX32-2377" fmla="*/ 8800 w 9606"/>
              <a:gd name="connsiteY32-2378" fmla="*/ 3822 h 10000"/>
              <a:gd name="connsiteX33-2379" fmla="*/ 8708 w 9606"/>
              <a:gd name="connsiteY33-2380" fmla="*/ 4119 h 10000"/>
              <a:gd name="connsiteX34-2381" fmla="*/ 8615 w 9606"/>
              <a:gd name="connsiteY34-2382" fmla="*/ 4508 h 10000"/>
              <a:gd name="connsiteX35-2383" fmla="*/ 8518 w 9606"/>
              <a:gd name="connsiteY35-2384" fmla="*/ 4898 h 10000"/>
              <a:gd name="connsiteX36-2385" fmla="*/ 8407 w 9606"/>
              <a:gd name="connsiteY36-2386" fmla="*/ 5288 h 10000"/>
              <a:gd name="connsiteX37-2387" fmla="*/ 8220 w 9606"/>
              <a:gd name="connsiteY37-2388" fmla="*/ 6178 h 10000"/>
              <a:gd name="connsiteX38-2389" fmla="*/ 8127 w 9606"/>
              <a:gd name="connsiteY38-2390" fmla="*/ 6568 h 10000"/>
              <a:gd name="connsiteX39-2391" fmla="*/ 8016 w 9606"/>
              <a:gd name="connsiteY39-2392" fmla="*/ 6957 h 10000"/>
              <a:gd name="connsiteX40-2393" fmla="*/ 7921 w 9606"/>
              <a:gd name="connsiteY40-2394" fmla="*/ 7347 h 10000"/>
              <a:gd name="connsiteX41-2395" fmla="*/ 7827 w 9606"/>
              <a:gd name="connsiteY41-2396" fmla="*/ 7737 h 10000"/>
              <a:gd name="connsiteX42-2397" fmla="*/ 7714 w 9606"/>
              <a:gd name="connsiteY42-2398" fmla="*/ 8033 h 10000"/>
              <a:gd name="connsiteX43-2399" fmla="*/ 7714 w 9606"/>
              <a:gd name="connsiteY43-2400" fmla="*/ 8237 h 10000"/>
              <a:gd name="connsiteX44-2401" fmla="*/ 7620 w 9606"/>
              <a:gd name="connsiteY44-2402" fmla="*/ 8534 h 10000"/>
              <a:gd name="connsiteX45-2403" fmla="*/ 7527 w 9606"/>
              <a:gd name="connsiteY45-2404" fmla="*/ 8720 h 10000"/>
              <a:gd name="connsiteX46-2405" fmla="*/ 7322 w 9606"/>
              <a:gd name="connsiteY46-2406" fmla="*/ 9017 h 10000"/>
              <a:gd name="connsiteX47-2407" fmla="*/ 7132 w 9606"/>
              <a:gd name="connsiteY47-2408" fmla="*/ 9314 h 10000"/>
              <a:gd name="connsiteX48-2409" fmla="*/ 6927 w 9606"/>
              <a:gd name="connsiteY48-2410" fmla="*/ 9610 h 10000"/>
              <a:gd name="connsiteX49-2411" fmla="*/ 6741 w 9606"/>
              <a:gd name="connsiteY49-2412" fmla="*/ 9703 h 10000"/>
              <a:gd name="connsiteX50-2413" fmla="*/ 6534 w 9606"/>
              <a:gd name="connsiteY50-2414" fmla="*/ 9889 h 10000"/>
              <a:gd name="connsiteX51-2415" fmla="*/ 6328 w 9606"/>
              <a:gd name="connsiteY51-2416" fmla="*/ 10000 h 10000"/>
              <a:gd name="connsiteX52-2417" fmla="*/ 6141 w 9606"/>
              <a:gd name="connsiteY52-2418" fmla="*/ 10000 h 10000"/>
              <a:gd name="connsiteX53-2419" fmla="*/ 5935 w 9606"/>
              <a:gd name="connsiteY53-2420" fmla="*/ 10000 h 10000"/>
              <a:gd name="connsiteX54-2421" fmla="*/ 5935 w 9606"/>
              <a:gd name="connsiteY54-2422" fmla="*/ 9889 h 10000"/>
              <a:gd name="connsiteX55-2423" fmla="*/ 5841 w 9606"/>
              <a:gd name="connsiteY55-2424" fmla="*/ 9889 h 10000"/>
              <a:gd name="connsiteX56-2425" fmla="*/ 5841 w 9606"/>
              <a:gd name="connsiteY56-2426" fmla="*/ 9796 h 10000"/>
              <a:gd name="connsiteX57-2427" fmla="*/ 5841 w 9606"/>
              <a:gd name="connsiteY57-2428" fmla="*/ 9610 h 10000"/>
              <a:gd name="connsiteX58-2429" fmla="*/ 5841 w 9606"/>
              <a:gd name="connsiteY58-2430" fmla="*/ 9499 h 10000"/>
              <a:gd name="connsiteX59-2431" fmla="*/ 5841 w 9606"/>
              <a:gd name="connsiteY59-2432" fmla="*/ 9406 h 10000"/>
              <a:gd name="connsiteX60-2433" fmla="*/ 5841 w 9606"/>
              <a:gd name="connsiteY60-2434" fmla="*/ 9202 h 10000"/>
              <a:gd name="connsiteX61-2435" fmla="*/ 5841 w 9606"/>
              <a:gd name="connsiteY61-2436" fmla="*/ 9017 h 10000"/>
              <a:gd name="connsiteX62-2437" fmla="*/ 5749 w 9606"/>
              <a:gd name="connsiteY62-2438" fmla="*/ 8813 h 10000"/>
              <a:gd name="connsiteX63-2439" fmla="*/ 5636 w 9606"/>
              <a:gd name="connsiteY63-2440" fmla="*/ 8534 h 10000"/>
              <a:gd name="connsiteX64-2441" fmla="*/ 5449 w 9606"/>
              <a:gd name="connsiteY64-2442" fmla="*/ 8126 h 10000"/>
              <a:gd name="connsiteX65-2443" fmla="*/ 5355 w 9606"/>
              <a:gd name="connsiteY65-2444" fmla="*/ 7737 h 10000"/>
              <a:gd name="connsiteX66-2445" fmla="*/ 5056 w 9606"/>
              <a:gd name="connsiteY66-2446" fmla="*/ 7347 h 10000"/>
              <a:gd name="connsiteX67-2447" fmla="*/ 4850 w 9606"/>
              <a:gd name="connsiteY67-2448" fmla="*/ 6753 h 10000"/>
              <a:gd name="connsiteX68-2449" fmla="*/ 5056 w 9606"/>
              <a:gd name="connsiteY68-2450" fmla="*/ 6957 h 10000"/>
              <a:gd name="connsiteX69-2451" fmla="*/ 5355 w 9606"/>
              <a:gd name="connsiteY69-2452" fmla="*/ 7161 h 10000"/>
              <a:gd name="connsiteX70-2453" fmla="*/ 5542 w 9606"/>
              <a:gd name="connsiteY70-2454" fmla="*/ 7347 h 10000"/>
              <a:gd name="connsiteX71-2455" fmla="*/ 5749 w 9606"/>
              <a:gd name="connsiteY71-2456" fmla="*/ 7440 h 10000"/>
              <a:gd name="connsiteX72-2457" fmla="*/ 5935 w 9606"/>
              <a:gd name="connsiteY72-2458" fmla="*/ 7551 h 10000"/>
              <a:gd name="connsiteX73-2459" fmla="*/ 6049 w 9606"/>
              <a:gd name="connsiteY73-2460" fmla="*/ 7551 h 10000"/>
              <a:gd name="connsiteX74-2461" fmla="*/ 6141 w 9606"/>
              <a:gd name="connsiteY74-2462" fmla="*/ 7644 h 10000"/>
              <a:gd name="connsiteX75-2463" fmla="*/ 6235 w 9606"/>
              <a:gd name="connsiteY75-2464" fmla="*/ 7644 h 10000"/>
              <a:gd name="connsiteX76-2465" fmla="*/ 6328 w 9606"/>
              <a:gd name="connsiteY76-2466" fmla="*/ 7644 h 10000"/>
              <a:gd name="connsiteX77-2467" fmla="*/ 6441 w 9606"/>
              <a:gd name="connsiteY77-2468" fmla="*/ 7644 h 10000"/>
              <a:gd name="connsiteX78-2469" fmla="*/ 6534 w 9606"/>
              <a:gd name="connsiteY78-2470" fmla="*/ 7551 h 10000"/>
              <a:gd name="connsiteX79-2471" fmla="*/ 6630 w 9606"/>
              <a:gd name="connsiteY79-2472" fmla="*/ 7440 h 10000"/>
              <a:gd name="connsiteX80-2473" fmla="*/ 6630 w 9606"/>
              <a:gd name="connsiteY80-2474" fmla="*/ 7347 h 10000"/>
              <a:gd name="connsiteX81-2475" fmla="*/ 6741 w 9606"/>
              <a:gd name="connsiteY81-2476" fmla="*/ 7254 h 10000"/>
              <a:gd name="connsiteX82-2477" fmla="*/ 6834 w 9606"/>
              <a:gd name="connsiteY82-2478" fmla="*/ 7050 h 10000"/>
              <a:gd name="connsiteX83-2479" fmla="*/ 6834 w 9606"/>
              <a:gd name="connsiteY83-2480" fmla="*/ 6865 h 10000"/>
              <a:gd name="connsiteX84-2481" fmla="*/ 6927 w 9606"/>
              <a:gd name="connsiteY84-2482" fmla="*/ 6660 h 10000"/>
              <a:gd name="connsiteX85-2483" fmla="*/ 7021 w 9606"/>
              <a:gd name="connsiteY85-2484" fmla="*/ 6364 h 10000"/>
              <a:gd name="connsiteX86-2485" fmla="*/ 7132 w 9606"/>
              <a:gd name="connsiteY86-2486" fmla="*/ 6067 h 10000"/>
              <a:gd name="connsiteX87-2487" fmla="*/ 7132 w 9606"/>
              <a:gd name="connsiteY87-2488" fmla="*/ 5677 h 10000"/>
              <a:gd name="connsiteX88-2489" fmla="*/ 7322 w 9606"/>
              <a:gd name="connsiteY88-2490" fmla="*/ 4991 h 10000"/>
              <a:gd name="connsiteX89-2491" fmla="*/ 7436 w 9606"/>
              <a:gd name="connsiteY89-2492" fmla="*/ 4212 h 10000"/>
              <a:gd name="connsiteX90-2493" fmla="*/ 7436 w 9606"/>
              <a:gd name="connsiteY90-2494" fmla="*/ 3525 h 10000"/>
              <a:gd name="connsiteX91-2495" fmla="*/ 7527 w 9606"/>
              <a:gd name="connsiteY91-2496" fmla="*/ 2839 h 10000"/>
              <a:gd name="connsiteX92-2497" fmla="*/ 7527 w 9606"/>
              <a:gd name="connsiteY92-2498" fmla="*/ 2542 h 10000"/>
              <a:gd name="connsiteX93-2499" fmla="*/ 7527 w 9606"/>
              <a:gd name="connsiteY93-2500" fmla="*/ 2263 h 10000"/>
              <a:gd name="connsiteX94-2501" fmla="*/ 7527 w 9606"/>
              <a:gd name="connsiteY94-2502" fmla="*/ 2059 h 10000"/>
              <a:gd name="connsiteX95-2503" fmla="*/ 7527 w 9606"/>
              <a:gd name="connsiteY95-2504" fmla="*/ 1855 h 10000"/>
              <a:gd name="connsiteX96-2505" fmla="*/ 7527 w 9606"/>
              <a:gd name="connsiteY96-2506" fmla="*/ 1670 h 10000"/>
              <a:gd name="connsiteX97-2507" fmla="*/ 7527 w 9606"/>
              <a:gd name="connsiteY97-2508" fmla="*/ 1577 h 10000"/>
              <a:gd name="connsiteX98-2509" fmla="*/ 7436 w 9606"/>
              <a:gd name="connsiteY98-2510" fmla="*/ 1466 h 10000"/>
              <a:gd name="connsiteX99-2511" fmla="*/ 7436 w 9606"/>
              <a:gd name="connsiteY99-2512" fmla="*/ 1373 h 10000"/>
              <a:gd name="connsiteX100-2513" fmla="*/ 7436 w 9606"/>
              <a:gd name="connsiteY100-2514" fmla="*/ 1280 h 10000"/>
              <a:gd name="connsiteX101-2515" fmla="*/ 7322 w 9606"/>
              <a:gd name="connsiteY101-2516" fmla="*/ 1280 h 10000"/>
              <a:gd name="connsiteX102-2517" fmla="*/ 7229 w 9606"/>
              <a:gd name="connsiteY102-2518" fmla="*/ 1169 h 10000"/>
              <a:gd name="connsiteX103-2519" fmla="*/ 7229 w 9606"/>
              <a:gd name="connsiteY103-2520" fmla="*/ 1169 h 10000"/>
              <a:gd name="connsiteX104-2521" fmla="*/ 7021 w 9606"/>
              <a:gd name="connsiteY104-2522" fmla="*/ 1169 h 10000"/>
              <a:gd name="connsiteX105-2523" fmla="*/ 6927 w 9606"/>
              <a:gd name="connsiteY105-2524" fmla="*/ 1169 h 10000"/>
              <a:gd name="connsiteX106-2525" fmla="*/ 6834 w 9606"/>
              <a:gd name="connsiteY106-2526" fmla="*/ 1169 h 10000"/>
              <a:gd name="connsiteX107-2527" fmla="*/ 6630 w 9606"/>
              <a:gd name="connsiteY107-2528" fmla="*/ 1169 h 10000"/>
              <a:gd name="connsiteX108-2529" fmla="*/ 6441 w 9606"/>
              <a:gd name="connsiteY108-2530" fmla="*/ 1169 h 10000"/>
              <a:gd name="connsiteX109-2531" fmla="*/ 6141 w 9606"/>
              <a:gd name="connsiteY109-2532" fmla="*/ 1169 h 10000"/>
              <a:gd name="connsiteX110-2533" fmla="*/ 5935 w 9606"/>
              <a:gd name="connsiteY110-2534" fmla="*/ 1169 h 10000"/>
              <a:gd name="connsiteX111-2535" fmla="*/ 5636 w 9606"/>
              <a:gd name="connsiteY111-2536" fmla="*/ 1169 h 10000"/>
              <a:gd name="connsiteX112-2537" fmla="*/ 5243 w 9606"/>
              <a:gd name="connsiteY112-2538" fmla="*/ 1169 h 10000"/>
              <a:gd name="connsiteX113-2539" fmla="*/ 4850 w 9606"/>
              <a:gd name="connsiteY113-2540" fmla="*/ 1280 h 10000"/>
              <a:gd name="connsiteX114-2541" fmla="*/ 4456 w 9606"/>
              <a:gd name="connsiteY114-2542" fmla="*/ 1280 h 10000"/>
              <a:gd name="connsiteX115-2543" fmla="*/ 3971 w 9606"/>
              <a:gd name="connsiteY115-2544" fmla="*/ 1373 h 10000"/>
              <a:gd name="connsiteX116-2545" fmla="*/ 2977 w 9606"/>
              <a:gd name="connsiteY116-2546" fmla="*/ 1466 h 10000"/>
              <a:gd name="connsiteX117-2547" fmla="*/ 1985 w 9606"/>
              <a:gd name="connsiteY117-2548" fmla="*/ 1670 h 10000"/>
              <a:gd name="connsiteX118-2549" fmla="*/ 992 w 9606"/>
              <a:gd name="connsiteY118-2550" fmla="*/ 1763 h 10000"/>
              <a:gd name="connsiteX119-2551" fmla="*/ 0 w 9606"/>
              <a:gd name="connsiteY119-2552" fmla="*/ 1855 h 10000"/>
              <a:gd name="connsiteX120-2553" fmla="*/ 206 w 9606"/>
              <a:gd name="connsiteY120-2554" fmla="*/ 1169 h 10000"/>
              <a:gd name="connsiteX121-2555" fmla="*/ 805 w 9606"/>
              <a:gd name="connsiteY121-2556" fmla="*/ 1076 h 10000"/>
              <a:gd name="connsiteX122-2557" fmla="*/ 1387 w 9606"/>
              <a:gd name="connsiteY122-2558" fmla="*/ 1076 h 10000"/>
              <a:gd name="connsiteX123-2559" fmla="*/ 1890 w 9606"/>
              <a:gd name="connsiteY123-2560" fmla="*/ 983 h 10000"/>
              <a:gd name="connsiteX124-2561" fmla="*/ 2377 w 9606"/>
              <a:gd name="connsiteY124-2562" fmla="*/ 891 h 10000"/>
              <a:gd name="connsiteX125-2563" fmla="*/ 2883 w 9606"/>
              <a:gd name="connsiteY125-2564" fmla="*/ 891 h 10000"/>
              <a:gd name="connsiteX126-2565" fmla="*/ 3277 w 9606"/>
              <a:gd name="connsiteY126-2566" fmla="*/ 779 h 10000"/>
              <a:gd name="connsiteX127-2567" fmla="*/ 3763 w 9606"/>
              <a:gd name="connsiteY127-2568" fmla="*/ 779 h 10000"/>
              <a:gd name="connsiteX128-2569" fmla="*/ 4063 w 9606"/>
              <a:gd name="connsiteY128-2570" fmla="*/ 779 h 10000"/>
              <a:gd name="connsiteX129-2571" fmla="*/ 4456 w 9606"/>
              <a:gd name="connsiteY129-2572" fmla="*/ 686 h 10000"/>
              <a:gd name="connsiteX130-2573" fmla="*/ 4756 w 9606"/>
              <a:gd name="connsiteY130-2574" fmla="*/ 686 h 10000"/>
              <a:gd name="connsiteX131-2575" fmla="*/ 5243 w 9606"/>
              <a:gd name="connsiteY131-2576" fmla="*/ 594 h 10000"/>
              <a:gd name="connsiteX132-2577" fmla="*/ 5749 w 9606"/>
              <a:gd name="connsiteY132-2578" fmla="*/ 594 h 10000"/>
              <a:gd name="connsiteX133-2579" fmla="*/ 6141 w 9606"/>
              <a:gd name="connsiteY133-2580" fmla="*/ 482 h 10000"/>
              <a:gd name="connsiteX134-2581" fmla="*/ 6534 w 9606"/>
              <a:gd name="connsiteY134-2582" fmla="*/ 482 h 10000"/>
              <a:gd name="connsiteX135-2583" fmla="*/ 6741 w 9606"/>
              <a:gd name="connsiteY135-2584" fmla="*/ 390 h 10000"/>
              <a:gd name="connsiteX136-2585" fmla="*/ 6927 w 9606"/>
              <a:gd name="connsiteY136-2586" fmla="*/ 297 h 10000"/>
              <a:gd name="connsiteX137-2587" fmla="*/ 7132 w 9606"/>
              <a:gd name="connsiteY137-2588" fmla="*/ 297 h 10000"/>
              <a:gd name="connsiteX138-2589" fmla="*/ 7132 w 9606"/>
              <a:gd name="connsiteY138-2590" fmla="*/ 204 h 10000"/>
              <a:gd name="connsiteX139-2591" fmla="*/ 7132 w 9606"/>
              <a:gd name="connsiteY139-2592" fmla="*/ 204 h 10000"/>
              <a:gd name="connsiteX0-2593" fmla="*/ 7211 w 9786"/>
              <a:gd name="connsiteY0-2594" fmla="*/ 204 h 10000"/>
              <a:gd name="connsiteX1-2595" fmla="*/ 7312 w 9786"/>
              <a:gd name="connsiteY1-2596" fmla="*/ 93 h 10000"/>
              <a:gd name="connsiteX2-2597" fmla="*/ 7527 w 9786"/>
              <a:gd name="connsiteY2-2598" fmla="*/ 93 h 10000"/>
              <a:gd name="connsiteX3-2599" fmla="*/ 7622 w 9786"/>
              <a:gd name="connsiteY3-2600" fmla="*/ 0 h 10000"/>
              <a:gd name="connsiteX4-2601" fmla="*/ 7719 w 9786"/>
              <a:gd name="connsiteY4-2602" fmla="*/ 0 h 10000"/>
              <a:gd name="connsiteX5-2603" fmla="*/ 7934 w 9786"/>
              <a:gd name="connsiteY5-2604" fmla="*/ 93 h 10000"/>
              <a:gd name="connsiteX6-2605" fmla="*/ 8246 w 9786"/>
              <a:gd name="connsiteY6-2606" fmla="*/ 204 h 10000"/>
              <a:gd name="connsiteX7-2607" fmla="*/ 8343 w 9786"/>
              <a:gd name="connsiteY7-2608" fmla="*/ 297 h 10000"/>
              <a:gd name="connsiteX8-2609" fmla="*/ 8538 w 9786"/>
              <a:gd name="connsiteY8-2610" fmla="*/ 482 h 10000"/>
              <a:gd name="connsiteX9-2611" fmla="*/ 8653 w 9786"/>
              <a:gd name="connsiteY9-2612" fmla="*/ 594 h 10000"/>
              <a:gd name="connsiteX10-2613" fmla="*/ 8851 w 9786"/>
              <a:gd name="connsiteY10-2614" fmla="*/ 686 h 10000"/>
              <a:gd name="connsiteX11-2615" fmla="*/ 9065 w 9786"/>
              <a:gd name="connsiteY11-2616" fmla="*/ 891 h 10000"/>
              <a:gd name="connsiteX12-2617" fmla="*/ 9260 w 9786"/>
              <a:gd name="connsiteY12-2618" fmla="*/ 983 h 10000"/>
              <a:gd name="connsiteX13-2619" fmla="*/ 9376 w 9786"/>
              <a:gd name="connsiteY13-2620" fmla="*/ 1169 h 10000"/>
              <a:gd name="connsiteX14-2621" fmla="*/ 9572 w 9786"/>
              <a:gd name="connsiteY14-2622" fmla="*/ 1280 h 10000"/>
              <a:gd name="connsiteX15-2623" fmla="*/ 9669 w 9786"/>
              <a:gd name="connsiteY15-2624" fmla="*/ 1373 h 10000"/>
              <a:gd name="connsiteX16-2625" fmla="*/ 9669 w 9786"/>
              <a:gd name="connsiteY16-2626" fmla="*/ 1466 h 10000"/>
              <a:gd name="connsiteX17-2627" fmla="*/ 9786 w 9786"/>
              <a:gd name="connsiteY17-2628" fmla="*/ 1466 h 10000"/>
              <a:gd name="connsiteX18-2629" fmla="*/ 9786 w 9786"/>
              <a:gd name="connsiteY18-2630" fmla="*/ 1577 h 10000"/>
              <a:gd name="connsiteX19-2631" fmla="*/ 9786 w 9786"/>
              <a:gd name="connsiteY19-2632" fmla="*/ 1670 h 10000"/>
              <a:gd name="connsiteX20-2633" fmla="*/ 9669 w 9786"/>
              <a:gd name="connsiteY20-2634" fmla="*/ 1763 h 10000"/>
              <a:gd name="connsiteX21-2635" fmla="*/ 9572 w 9786"/>
              <a:gd name="connsiteY21-2636" fmla="*/ 1763 h 10000"/>
              <a:gd name="connsiteX22-2637" fmla="*/ 9475 w 9786"/>
              <a:gd name="connsiteY22-2638" fmla="*/ 1855 h 10000"/>
              <a:gd name="connsiteX23-2639" fmla="*/ 9376 w 9786"/>
              <a:gd name="connsiteY23-2640" fmla="*/ 1855 h 10000"/>
              <a:gd name="connsiteX24-2641" fmla="*/ 9376 w 9786"/>
              <a:gd name="connsiteY24-2642" fmla="*/ 1967 h 10000"/>
              <a:gd name="connsiteX25-2643" fmla="*/ 9260 w 9786"/>
              <a:gd name="connsiteY25-2644" fmla="*/ 2059 h 10000"/>
              <a:gd name="connsiteX26-2645" fmla="*/ 9162 w 9786"/>
              <a:gd name="connsiteY26-2646" fmla="*/ 2263 h 10000"/>
              <a:gd name="connsiteX27-2647" fmla="*/ 9162 w 9786"/>
              <a:gd name="connsiteY27-2648" fmla="*/ 2449 h 10000"/>
              <a:gd name="connsiteX28-2649" fmla="*/ 9065 w 9786"/>
              <a:gd name="connsiteY28-2650" fmla="*/ 2653 h 10000"/>
              <a:gd name="connsiteX29-2651" fmla="*/ 9065 w 9786"/>
              <a:gd name="connsiteY29-2652" fmla="*/ 2950 h 10000"/>
              <a:gd name="connsiteX30-2653" fmla="*/ 9065 w 9786"/>
              <a:gd name="connsiteY30-2654" fmla="*/ 3135 h 10000"/>
              <a:gd name="connsiteX31-2655" fmla="*/ 8947 w 9786"/>
              <a:gd name="connsiteY31-2656" fmla="*/ 3432 h 10000"/>
              <a:gd name="connsiteX32-2657" fmla="*/ 8947 w 9786"/>
              <a:gd name="connsiteY32-2658" fmla="*/ 3822 h 10000"/>
              <a:gd name="connsiteX33-2659" fmla="*/ 8851 w 9786"/>
              <a:gd name="connsiteY33-2660" fmla="*/ 4119 h 10000"/>
              <a:gd name="connsiteX34-2661" fmla="*/ 8754 w 9786"/>
              <a:gd name="connsiteY34-2662" fmla="*/ 4508 h 10000"/>
              <a:gd name="connsiteX35-2663" fmla="*/ 8653 w 9786"/>
              <a:gd name="connsiteY35-2664" fmla="*/ 4898 h 10000"/>
              <a:gd name="connsiteX36-2665" fmla="*/ 8538 w 9786"/>
              <a:gd name="connsiteY36-2666" fmla="*/ 5288 h 10000"/>
              <a:gd name="connsiteX37-2667" fmla="*/ 8343 w 9786"/>
              <a:gd name="connsiteY37-2668" fmla="*/ 6178 h 10000"/>
              <a:gd name="connsiteX38-2669" fmla="*/ 8246 w 9786"/>
              <a:gd name="connsiteY38-2670" fmla="*/ 6568 h 10000"/>
              <a:gd name="connsiteX39-2671" fmla="*/ 8131 w 9786"/>
              <a:gd name="connsiteY39-2672" fmla="*/ 6957 h 10000"/>
              <a:gd name="connsiteX40-2673" fmla="*/ 8032 w 9786"/>
              <a:gd name="connsiteY40-2674" fmla="*/ 7347 h 10000"/>
              <a:gd name="connsiteX41-2675" fmla="*/ 7934 w 9786"/>
              <a:gd name="connsiteY41-2676" fmla="*/ 7737 h 10000"/>
              <a:gd name="connsiteX42-2677" fmla="*/ 7816 w 9786"/>
              <a:gd name="connsiteY42-2678" fmla="*/ 8033 h 10000"/>
              <a:gd name="connsiteX43-2679" fmla="*/ 7816 w 9786"/>
              <a:gd name="connsiteY43-2680" fmla="*/ 8237 h 10000"/>
              <a:gd name="connsiteX44-2681" fmla="*/ 7719 w 9786"/>
              <a:gd name="connsiteY44-2682" fmla="*/ 8534 h 10000"/>
              <a:gd name="connsiteX45-2683" fmla="*/ 7622 w 9786"/>
              <a:gd name="connsiteY45-2684" fmla="*/ 8720 h 10000"/>
              <a:gd name="connsiteX46-2685" fmla="*/ 7408 w 9786"/>
              <a:gd name="connsiteY46-2686" fmla="*/ 9017 h 10000"/>
              <a:gd name="connsiteX47-2687" fmla="*/ 7211 w 9786"/>
              <a:gd name="connsiteY47-2688" fmla="*/ 9314 h 10000"/>
              <a:gd name="connsiteX48-2689" fmla="*/ 6997 w 9786"/>
              <a:gd name="connsiteY48-2690" fmla="*/ 9610 h 10000"/>
              <a:gd name="connsiteX49-2691" fmla="*/ 6803 w 9786"/>
              <a:gd name="connsiteY49-2692" fmla="*/ 9703 h 10000"/>
              <a:gd name="connsiteX50-2693" fmla="*/ 6588 w 9786"/>
              <a:gd name="connsiteY50-2694" fmla="*/ 9889 h 10000"/>
              <a:gd name="connsiteX51-2695" fmla="*/ 6374 w 9786"/>
              <a:gd name="connsiteY51-2696" fmla="*/ 10000 h 10000"/>
              <a:gd name="connsiteX52-2697" fmla="*/ 6179 w 9786"/>
              <a:gd name="connsiteY52-2698" fmla="*/ 10000 h 10000"/>
              <a:gd name="connsiteX53-2699" fmla="*/ 5964 w 9786"/>
              <a:gd name="connsiteY53-2700" fmla="*/ 10000 h 10000"/>
              <a:gd name="connsiteX54-2701" fmla="*/ 5964 w 9786"/>
              <a:gd name="connsiteY54-2702" fmla="*/ 9889 h 10000"/>
              <a:gd name="connsiteX55-2703" fmla="*/ 5867 w 9786"/>
              <a:gd name="connsiteY55-2704" fmla="*/ 9889 h 10000"/>
              <a:gd name="connsiteX56-2705" fmla="*/ 5867 w 9786"/>
              <a:gd name="connsiteY56-2706" fmla="*/ 9796 h 10000"/>
              <a:gd name="connsiteX57-2707" fmla="*/ 5867 w 9786"/>
              <a:gd name="connsiteY57-2708" fmla="*/ 9610 h 10000"/>
              <a:gd name="connsiteX58-2709" fmla="*/ 5867 w 9786"/>
              <a:gd name="connsiteY58-2710" fmla="*/ 9499 h 10000"/>
              <a:gd name="connsiteX59-2711" fmla="*/ 5867 w 9786"/>
              <a:gd name="connsiteY59-2712" fmla="*/ 9406 h 10000"/>
              <a:gd name="connsiteX60-2713" fmla="*/ 5867 w 9786"/>
              <a:gd name="connsiteY60-2714" fmla="*/ 9202 h 10000"/>
              <a:gd name="connsiteX61-2715" fmla="*/ 5867 w 9786"/>
              <a:gd name="connsiteY61-2716" fmla="*/ 9017 h 10000"/>
              <a:gd name="connsiteX62-2717" fmla="*/ 5771 w 9786"/>
              <a:gd name="connsiteY62-2718" fmla="*/ 8813 h 10000"/>
              <a:gd name="connsiteX63-2719" fmla="*/ 5653 w 9786"/>
              <a:gd name="connsiteY63-2720" fmla="*/ 8534 h 10000"/>
              <a:gd name="connsiteX64-2721" fmla="*/ 5458 w 9786"/>
              <a:gd name="connsiteY64-2722" fmla="*/ 8126 h 10000"/>
              <a:gd name="connsiteX65-2723" fmla="*/ 5361 w 9786"/>
              <a:gd name="connsiteY65-2724" fmla="*/ 7737 h 10000"/>
              <a:gd name="connsiteX66-2725" fmla="*/ 5049 w 9786"/>
              <a:gd name="connsiteY66-2726" fmla="*/ 7347 h 10000"/>
              <a:gd name="connsiteX67-2727" fmla="*/ 4835 w 9786"/>
              <a:gd name="connsiteY67-2728" fmla="*/ 6753 h 10000"/>
              <a:gd name="connsiteX68-2729" fmla="*/ 5049 w 9786"/>
              <a:gd name="connsiteY68-2730" fmla="*/ 6957 h 10000"/>
              <a:gd name="connsiteX69-2731" fmla="*/ 5361 w 9786"/>
              <a:gd name="connsiteY69-2732" fmla="*/ 7161 h 10000"/>
              <a:gd name="connsiteX70-2733" fmla="*/ 5555 w 9786"/>
              <a:gd name="connsiteY70-2734" fmla="*/ 7347 h 10000"/>
              <a:gd name="connsiteX71-2735" fmla="*/ 5771 w 9786"/>
              <a:gd name="connsiteY71-2736" fmla="*/ 7440 h 10000"/>
              <a:gd name="connsiteX72-2737" fmla="*/ 5964 w 9786"/>
              <a:gd name="connsiteY72-2738" fmla="*/ 7551 h 10000"/>
              <a:gd name="connsiteX73-2739" fmla="*/ 6083 w 9786"/>
              <a:gd name="connsiteY73-2740" fmla="*/ 7551 h 10000"/>
              <a:gd name="connsiteX74-2741" fmla="*/ 6179 w 9786"/>
              <a:gd name="connsiteY74-2742" fmla="*/ 7644 h 10000"/>
              <a:gd name="connsiteX75-2743" fmla="*/ 6277 w 9786"/>
              <a:gd name="connsiteY75-2744" fmla="*/ 7644 h 10000"/>
              <a:gd name="connsiteX76-2745" fmla="*/ 6374 w 9786"/>
              <a:gd name="connsiteY76-2746" fmla="*/ 7644 h 10000"/>
              <a:gd name="connsiteX77-2747" fmla="*/ 6491 w 9786"/>
              <a:gd name="connsiteY77-2748" fmla="*/ 7644 h 10000"/>
              <a:gd name="connsiteX78-2749" fmla="*/ 6588 w 9786"/>
              <a:gd name="connsiteY78-2750" fmla="*/ 7551 h 10000"/>
              <a:gd name="connsiteX79-2751" fmla="*/ 6688 w 9786"/>
              <a:gd name="connsiteY79-2752" fmla="*/ 7440 h 10000"/>
              <a:gd name="connsiteX80-2753" fmla="*/ 6688 w 9786"/>
              <a:gd name="connsiteY80-2754" fmla="*/ 7347 h 10000"/>
              <a:gd name="connsiteX81-2755" fmla="*/ 6803 w 9786"/>
              <a:gd name="connsiteY81-2756" fmla="*/ 7254 h 10000"/>
              <a:gd name="connsiteX82-2757" fmla="*/ 6900 w 9786"/>
              <a:gd name="connsiteY82-2758" fmla="*/ 7050 h 10000"/>
              <a:gd name="connsiteX83-2759" fmla="*/ 6900 w 9786"/>
              <a:gd name="connsiteY83-2760" fmla="*/ 6865 h 10000"/>
              <a:gd name="connsiteX84-2761" fmla="*/ 6997 w 9786"/>
              <a:gd name="connsiteY84-2762" fmla="*/ 6660 h 10000"/>
              <a:gd name="connsiteX85-2763" fmla="*/ 7095 w 9786"/>
              <a:gd name="connsiteY85-2764" fmla="*/ 6364 h 10000"/>
              <a:gd name="connsiteX86-2765" fmla="*/ 7211 w 9786"/>
              <a:gd name="connsiteY86-2766" fmla="*/ 6067 h 10000"/>
              <a:gd name="connsiteX87-2767" fmla="*/ 7211 w 9786"/>
              <a:gd name="connsiteY87-2768" fmla="*/ 5677 h 10000"/>
              <a:gd name="connsiteX88-2769" fmla="*/ 7408 w 9786"/>
              <a:gd name="connsiteY88-2770" fmla="*/ 4991 h 10000"/>
              <a:gd name="connsiteX89-2771" fmla="*/ 7527 w 9786"/>
              <a:gd name="connsiteY89-2772" fmla="*/ 4212 h 10000"/>
              <a:gd name="connsiteX90-2773" fmla="*/ 7527 w 9786"/>
              <a:gd name="connsiteY90-2774" fmla="*/ 3525 h 10000"/>
              <a:gd name="connsiteX91-2775" fmla="*/ 7622 w 9786"/>
              <a:gd name="connsiteY91-2776" fmla="*/ 2839 h 10000"/>
              <a:gd name="connsiteX92-2777" fmla="*/ 7622 w 9786"/>
              <a:gd name="connsiteY92-2778" fmla="*/ 2542 h 10000"/>
              <a:gd name="connsiteX93-2779" fmla="*/ 7622 w 9786"/>
              <a:gd name="connsiteY93-2780" fmla="*/ 2263 h 10000"/>
              <a:gd name="connsiteX94-2781" fmla="*/ 7622 w 9786"/>
              <a:gd name="connsiteY94-2782" fmla="*/ 2059 h 10000"/>
              <a:gd name="connsiteX95-2783" fmla="*/ 7622 w 9786"/>
              <a:gd name="connsiteY95-2784" fmla="*/ 1855 h 10000"/>
              <a:gd name="connsiteX96-2785" fmla="*/ 7622 w 9786"/>
              <a:gd name="connsiteY96-2786" fmla="*/ 1670 h 10000"/>
              <a:gd name="connsiteX97-2787" fmla="*/ 7622 w 9786"/>
              <a:gd name="connsiteY97-2788" fmla="*/ 1577 h 10000"/>
              <a:gd name="connsiteX98-2789" fmla="*/ 7527 w 9786"/>
              <a:gd name="connsiteY98-2790" fmla="*/ 1466 h 10000"/>
              <a:gd name="connsiteX99-2791" fmla="*/ 7527 w 9786"/>
              <a:gd name="connsiteY99-2792" fmla="*/ 1373 h 10000"/>
              <a:gd name="connsiteX100-2793" fmla="*/ 7527 w 9786"/>
              <a:gd name="connsiteY100-2794" fmla="*/ 1280 h 10000"/>
              <a:gd name="connsiteX101-2795" fmla="*/ 7408 w 9786"/>
              <a:gd name="connsiteY101-2796" fmla="*/ 1280 h 10000"/>
              <a:gd name="connsiteX102-2797" fmla="*/ 7312 w 9786"/>
              <a:gd name="connsiteY102-2798" fmla="*/ 1169 h 10000"/>
              <a:gd name="connsiteX103-2799" fmla="*/ 7312 w 9786"/>
              <a:gd name="connsiteY103-2800" fmla="*/ 1169 h 10000"/>
              <a:gd name="connsiteX104-2801" fmla="*/ 7095 w 9786"/>
              <a:gd name="connsiteY104-2802" fmla="*/ 1169 h 10000"/>
              <a:gd name="connsiteX105-2803" fmla="*/ 6997 w 9786"/>
              <a:gd name="connsiteY105-2804" fmla="*/ 1169 h 10000"/>
              <a:gd name="connsiteX106-2805" fmla="*/ 6900 w 9786"/>
              <a:gd name="connsiteY106-2806" fmla="*/ 1169 h 10000"/>
              <a:gd name="connsiteX107-2807" fmla="*/ 6688 w 9786"/>
              <a:gd name="connsiteY107-2808" fmla="*/ 1169 h 10000"/>
              <a:gd name="connsiteX108-2809" fmla="*/ 6491 w 9786"/>
              <a:gd name="connsiteY108-2810" fmla="*/ 1169 h 10000"/>
              <a:gd name="connsiteX109-2811" fmla="*/ 6179 w 9786"/>
              <a:gd name="connsiteY109-2812" fmla="*/ 1169 h 10000"/>
              <a:gd name="connsiteX110-2813" fmla="*/ 5964 w 9786"/>
              <a:gd name="connsiteY110-2814" fmla="*/ 1169 h 10000"/>
              <a:gd name="connsiteX111-2815" fmla="*/ 5653 w 9786"/>
              <a:gd name="connsiteY111-2816" fmla="*/ 1169 h 10000"/>
              <a:gd name="connsiteX112-2817" fmla="*/ 5244 w 9786"/>
              <a:gd name="connsiteY112-2818" fmla="*/ 1169 h 10000"/>
              <a:gd name="connsiteX113-2819" fmla="*/ 4835 w 9786"/>
              <a:gd name="connsiteY113-2820" fmla="*/ 1280 h 10000"/>
              <a:gd name="connsiteX114-2821" fmla="*/ 4425 w 9786"/>
              <a:gd name="connsiteY114-2822" fmla="*/ 1280 h 10000"/>
              <a:gd name="connsiteX115-2823" fmla="*/ 3920 w 9786"/>
              <a:gd name="connsiteY115-2824" fmla="*/ 1373 h 10000"/>
              <a:gd name="connsiteX116-2825" fmla="*/ 2885 w 9786"/>
              <a:gd name="connsiteY116-2826" fmla="*/ 1466 h 10000"/>
              <a:gd name="connsiteX117-2827" fmla="*/ 1852 w 9786"/>
              <a:gd name="connsiteY117-2828" fmla="*/ 1670 h 10000"/>
              <a:gd name="connsiteX118-2829" fmla="*/ 819 w 9786"/>
              <a:gd name="connsiteY118-2830" fmla="*/ 1763 h 10000"/>
              <a:gd name="connsiteX119-2831" fmla="*/ 0 w 9786"/>
              <a:gd name="connsiteY119-2832" fmla="*/ 1169 h 10000"/>
              <a:gd name="connsiteX120-2833" fmla="*/ 624 w 9786"/>
              <a:gd name="connsiteY120-2834" fmla="*/ 1076 h 10000"/>
              <a:gd name="connsiteX121-2835" fmla="*/ 1230 w 9786"/>
              <a:gd name="connsiteY121-2836" fmla="*/ 1076 h 10000"/>
              <a:gd name="connsiteX122-2837" fmla="*/ 1754 w 9786"/>
              <a:gd name="connsiteY122-2838" fmla="*/ 983 h 10000"/>
              <a:gd name="connsiteX123-2839" fmla="*/ 2260 w 9786"/>
              <a:gd name="connsiteY123-2840" fmla="*/ 891 h 10000"/>
              <a:gd name="connsiteX124-2841" fmla="*/ 2787 w 9786"/>
              <a:gd name="connsiteY124-2842" fmla="*/ 891 h 10000"/>
              <a:gd name="connsiteX125-2843" fmla="*/ 3197 w 9786"/>
              <a:gd name="connsiteY125-2844" fmla="*/ 779 h 10000"/>
              <a:gd name="connsiteX126-2845" fmla="*/ 3703 w 9786"/>
              <a:gd name="connsiteY126-2846" fmla="*/ 779 h 10000"/>
              <a:gd name="connsiteX127-2847" fmla="*/ 4016 w 9786"/>
              <a:gd name="connsiteY127-2848" fmla="*/ 779 h 10000"/>
              <a:gd name="connsiteX128-2849" fmla="*/ 4425 w 9786"/>
              <a:gd name="connsiteY128-2850" fmla="*/ 686 h 10000"/>
              <a:gd name="connsiteX129-2851" fmla="*/ 4737 w 9786"/>
              <a:gd name="connsiteY129-2852" fmla="*/ 686 h 10000"/>
              <a:gd name="connsiteX130-2853" fmla="*/ 5244 w 9786"/>
              <a:gd name="connsiteY130-2854" fmla="*/ 594 h 10000"/>
              <a:gd name="connsiteX131-2855" fmla="*/ 5771 w 9786"/>
              <a:gd name="connsiteY131-2856" fmla="*/ 594 h 10000"/>
              <a:gd name="connsiteX132-2857" fmla="*/ 6179 w 9786"/>
              <a:gd name="connsiteY132-2858" fmla="*/ 482 h 10000"/>
              <a:gd name="connsiteX133-2859" fmla="*/ 6588 w 9786"/>
              <a:gd name="connsiteY133-2860" fmla="*/ 482 h 10000"/>
              <a:gd name="connsiteX134-2861" fmla="*/ 6803 w 9786"/>
              <a:gd name="connsiteY134-2862" fmla="*/ 390 h 10000"/>
              <a:gd name="connsiteX135-2863" fmla="*/ 6997 w 9786"/>
              <a:gd name="connsiteY135-2864" fmla="*/ 297 h 10000"/>
              <a:gd name="connsiteX136-2865" fmla="*/ 7211 w 9786"/>
              <a:gd name="connsiteY136-2866" fmla="*/ 297 h 10000"/>
              <a:gd name="connsiteX137-2867" fmla="*/ 7211 w 9786"/>
              <a:gd name="connsiteY137-2868" fmla="*/ 204 h 10000"/>
              <a:gd name="connsiteX138-2869" fmla="*/ 7211 w 9786"/>
              <a:gd name="connsiteY138-2870" fmla="*/ 204 h 10000"/>
              <a:gd name="connsiteX0-2871" fmla="*/ 7369 w 10000"/>
              <a:gd name="connsiteY0-2872" fmla="*/ 204 h 10000"/>
              <a:gd name="connsiteX1-2873" fmla="*/ 7472 w 10000"/>
              <a:gd name="connsiteY1-2874" fmla="*/ 93 h 10000"/>
              <a:gd name="connsiteX2-2875" fmla="*/ 7692 w 10000"/>
              <a:gd name="connsiteY2-2876" fmla="*/ 93 h 10000"/>
              <a:gd name="connsiteX3-2877" fmla="*/ 7789 w 10000"/>
              <a:gd name="connsiteY3-2878" fmla="*/ 0 h 10000"/>
              <a:gd name="connsiteX4-2879" fmla="*/ 7888 w 10000"/>
              <a:gd name="connsiteY4-2880" fmla="*/ 0 h 10000"/>
              <a:gd name="connsiteX5-2881" fmla="*/ 8108 w 10000"/>
              <a:gd name="connsiteY5-2882" fmla="*/ 93 h 10000"/>
              <a:gd name="connsiteX6-2883" fmla="*/ 8426 w 10000"/>
              <a:gd name="connsiteY6-2884" fmla="*/ 204 h 10000"/>
              <a:gd name="connsiteX7-2885" fmla="*/ 8525 w 10000"/>
              <a:gd name="connsiteY7-2886" fmla="*/ 297 h 10000"/>
              <a:gd name="connsiteX8-2887" fmla="*/ 8725 w 10000"/>
              <a:gd name="connsiteY8-2888" fmla="*/ 482 h 10000"/>
              <a:gd name="connsiteX9-2889" fmla="*/ 8842 w 10000"/>
              <a:gd name="connsiteY9-2890" fmla="*/ 594 h 10000"/>
              <a:gd name="connsiteX10-2891" fmla="*/ 9045 w 10000"/>
              <a:gd name="connsiteY10-2892" fmla="*/ 686 h 10000"/>
              <a:gd name="connsiteX11-2893" fmla="*/ 9263 w 10000"/>
              <a:gd name="connsiteY11-2894" fmla="*/ 891 h 10000"/>
              <a:gd name="connsiteX12-2895" fmla="*/ 9462 w 10000"/>
              <a:gd name="connsiteY12-2896" fmla="*/ 983 h 10000"/>
              <a:gd name="connsiteX13-2897" fmla="*/ 9581 w 10000"/>
              <a:gd name="connsiteY13-2898" fmla="*/ 1169 h 10000"/>
              <a:gd name="connsiteX14-2899" fmla="*/ 9781 w 10000"/>
              <a:gd name="connsiteY14-2900" fmla="*/ 1280 h 10000"/>
              <a:gd name="connsiteX15-2901" fmla="*/ 9880 w 10000"/>
              <a:gd name="connsiteY15-2902" fmla="*/ 1373 h 10000"/>
              <a:gd name="connsiteX16-2903" fmla="*/ 9880 w 10000"/>
              <a:gd name="connsiteY16-2904" fmla="*/ 1466 h 10000"/>
              <a:gd name="connsiteX17-2905" fmla="*/ 10000 w 10000"/>
              <a:gd name="connsiteY17-2906" fmla="*/ 1466 h 10000"/>
              <a:gd name="connsiteX18-2907" fmla="*/ 10000 w 10000"/>
              <a:gd name="connsiteY18-2908" fmla="*/ 1577 h 10000"/>
              <a:gd name="connsiteX19-2909" fmla="*/ 10000 w 10000"/>
              <a:gd name="connsiteY19-2910" fmla="*/ 1670 h 10000"/>
              <a:gd name="connsiteX20-2911" fmla="*/ 9880 w 10000"/>
              <a:gd name="connsiteY20-2912" fmla="*/ 1763 h 10000"/>
              <a:gd name="connsiteX21-2913" fmla="*/ 9781 w 10000"/>
              <a:gd name="connsiteY21-2914" fmla="*/ 1763 h 10000"/>
              <a:gd name="connsiteX22-2915" fmla="*/ 9682 w 10000"/>
              <a:gd name="connsiteY22-2916" fmla="*/ 1855 h 10000"/>
              <a:gd name="connsiteX23-2917" fmla="*/ 9581 w 10000"/>
              <a:gd name="connsiteY23-2918" fmla="*/ 1855 h 10000"/>
              <a:gd name="connsiteX24-2919" fmla="*/ 9581 w 10000"/>
              <a:gd name="connsiteY24-2920" fmla="*/ 1967 h 10000"/>
              <a:gd name="connsiteX25-2921" fmla="*/ 9462 w 10000"/>
              <a:gd name="connsiteY25-2922" fmla="*/ 2059 h 10000"/>
              <a:gd name="connsiteX26-2923" fmla="*/ 9362 w 10000"/>
              <a:gd name="connsiteY26-2924" fmla="*/ 2263 h 10000"/>
              <a:gd name="connsiteX27-2925" fmla="*/ 9362 w 10000"/>
              <a:gd name="connsiteY27-2926" fmla="*/ 2449 h 10000"/>
              <a:gd name="connsiteX28-2927" fmla="*/ 9263 w 10000"/>
              <a:gd name="connsiteY28-2928" fmla="*/ 2653 h 10000"/>
              <a:gd name="connsiteX29-2929" fmla="*/ 9263 w 10000"/>
              <a:gd name="connsiteY29-2930" fmla="*/ 2950 h 10000"/>
              <a:gd name="connsiteX30-2931" fmla="*/ 9263 w 10000"/>
              <a:gd name="connsiteY30-2932" fmla="*/ 3135 h 10000"/>
              <a:gd name="connsiteX31-2933" fmla="*/ 9143 w 10000"/>
              <a:gd name="connsiteY31-2934" fmla="*/ 3432 h 10000"/>
              <a:gd name="connsiteX32-2935" fmla="*/ 9143 w 10000"/>
              <a:gd name="connsiteY32-2936" fmla="*/ 3822 h 10000"/>
              <a:gd name="connsiteX33-2937" fmla="*/ 9045 w 10000"/>
              <a:gd name="connsiteY33-2938" fmla="*/ 4119 h 10000"/>
              <a:gd name="connsiteX34-2939" fmla="*/ 8945 w 10000"/>
              <a:gd name="connsiteY34-2940" fmla="*/ 4508 h 10000"/>
              <a:gd name="connsiteX35-2941" fmla="*/ 8842 w 10000"/>
              <a:gd name="connsiteY35-2942" fmla="*/ 4898 h 10000"/>
              <a:gd name="connsiteX36-2943" fmla="*/ 8725 w 10000"/>
              <a:gd name="connsiteY36-2944" fmla="*/ 5288 h 10000"/>
              <a:gd name="connsiteX37-2945" fmla="*/ 8525 w 10000"/>
              <a:gd name="connsiteY37-2946" fmla="*/ 6178 h 10000"/>
              <a:gd name="connsiteX38-2947" fmla="*/ 8426 w 10000"/>
              <a:gd name="connsiteY38-2948" fmla="*/ 6568 h 10000"/>
              <a:gd name="connsiteX39-2949" fmla="*/ 8309 w 10000"/>
              <a:gd name="connsiteY39-2950" fmla="*/ 6957 h 10000"/>
              <a:gd name="connsiteX40-2951" fmla="*/ 8208 w 10000"/>
              <a:gd name="connsiteY40-2952" fmla="*/ 7347 h 10000"/>
              <a:gd name="connsiteX41-2953" fmla="*/ 8108 w 10000"/>
              <a:gd name="connsiteY41-2954" fmla="*/ 7737 h 10000"/>
              <a:gd name="connsiteX42-2955" fmla="*/ 7987 w 10000"/>
              <a:gd name="connsiteY42-2956" fmla="*/ 8033 h 10000"/>
              <a:gd name="connsiteX43-2957" fmla="*/ 7987 w 10000"/>
              <a:gd name="connsiteY43-2958" fmla="*/ 8237 h 10000"/>
              <a:gd name="connsiteX44-2959" fmla="*/ 7888 w 10000"/>
              <a:gd name="connsiteY44-2960" fmla="*/ 8534 h 10000"/>
              <a:gd name="connsiteX45-2961" fmla="*/ 7789 w 10000"/>
              <a:gd name="connsiteY45-2962" fmla="*/ 8720 h 10000"/>
              <a:gd name="connsiteX46-2963" fmla="*/ 7570 w 10000"/>
              <a:gd name="connsiteY46-2964" fmla="*/ 9017 h 10000"/>
              <a:gd name="connsiteX47-2965" fmla="*/ 7369 w 10000"/>
              <a:gd name="connsiteY47-2966" fmla="*/ 9314 h 10000"/>
              <a:gd name="connsiteX48-2967" fmla="*/ 7150 w 10000"/>
              <a:gd name="connsiteY48-2968" fmla="*/ 9610 h 10000"/>
              <a:gd name="connsiteX49-2969" fmla="*/ 6952 w 10000"/>
              <a:gd name="connsiteY49-2970" fmla="*/ 9703 h 10000"/>
              <a:gd name="connsiteX50-2971" fmla="*/ 6732 w 10000"/>
              <a:gd name="connsiteY50-2972" fmla="*/ 9889 h 10000"/>
              <a:gd name="connsiteX51-2973" fmla="*/ 6513 w 10000"/>
              <a:gd name="connsiteY51-2974" fmla="*/ 10000 h 10000"/>
              <a:gd name="connsiteX52-2975" fmla="*/ 6314 w 10000"/>
              <a:gd name="connsiteY52-2976" fmla="*/ 10000 h 10000"/>
              <a:gd name="connsiteX53-2977" fmla="*/ 6094 w 10000"/>
              <a:gd name="connsiteY53-2978" fmla="*/ 10000 h 10000"/>
              <a:gd name="connsiteX54-2979" fmla="*/ 6094 w 10000"/>
              <a:gd name="connsiteY54-2980" fmla="*/ 9889 h 10000"/>
              <a:gd name="connsiteX55-2981" fmla="*/ 5995 w 10000"/>
              <a:gd name="connsiteY55-2982" fmla="*/ 9889 h 10000"/>
              <a:gd name="connsiteX56-2983" fmla="*/ 5995 w 10000"/>
              <a:gd name="connsiteY56-2984" fmla="*/ 9796 h 10000"/>
              <a:gd name="connsiteX57-2985" fmla="*/ 5995 w 10000"/>
              <a:gd name="connsiteY57-2986" fmla="*/ 9610 h 10000"/>
              <a:gd name="connsiteX58-2987" fmla="*/ 5995 w 10000"/>
              <a:gd name="connsiteY58-2988" fmla="*/ 9499 h 10000"/>
              <a:gd name="connsiteX59-2989" fmla="*/ 5995 w 10000"/>
              <a:gd name="connsiteY59-2990" fmla="*/ 9406 h 10000"/>
              <a:gd name="connsiteX60-2991" fmla="*/ 5995 w 10000"/>
              <a:gd name="connsiteY60-2992" fmla="*/ 9202 h 10000"/>
              <a:gd name="connsiteX61-2993" fmla="*/ 5995 w 10000"/>
              <a:gd name="connsiteY61-2994" fmla="*/ 9017 h 10000"/>
              <a:gd name="connsiteX62-2995" fmla="*/ 5897 w 10000"/>
              <a:gd name="connsiteY62-2996" fmla="*/ 8813 h 10000"/>
              <a:gd name="connsiteX63-2997" fmla="*/ 5777 w 10000"/>
              <a:gd name="connsiteY63-2998" fmla="*/ 8534 h 10000"/>
              <a:gd name="connsiteX64-2999" fmla="*/ 5577 w 10000"/>
              <a:gd name="connsiteY64-3000" fmla="*/ 8126 h 10000"/>
              <a:gd name="connsiteX65-3001" fmla="*/ 5478 w 10000"/>
              <a:gd name="connsiteY65-3002" fmla="*/ 7737 h 10000"/>
              <a:gd name="connsiteX66-3003" fmla="*/ 5159 w 10000"/>
              <a:gd name="connsiteY66-3004" fmla="*/ 7347 h 10000"/>
              <a:gd name="connsiteX67-3005" fmla="*/ 4941 w 10000"/>
              <a:gd name="connsiteY67-3006" fmla="*/ 6753 h 10000"/>
              <a:gd name="connsiteX68-3007" fmla="*/ 5159 w 10000"/>
              <a:gd name="connsiteY68-3008" fmla="*/ 6957 h 10000"/>
              <a:gd name="connsiteX69-3009" fmla="*/ 5478 w 10000"/>
              <a:gd name="connsiteY69-3010" fmla="*/ 7161 h 10000"/>
              <a:gd name="connsiteX70-3011" fmla="*/ 5676 w 10000"/>
              <a:gd name="connsiteY70-3012" fmla="*/ 7347 h 10000"/>
              <a:gd name="connsiteX71-3013" fmla="*/ 5897 w 10000"/>
              <a:gd name="connsiteY71-3014" fmla="*/ 7440 h 10000"/>
              <a:gd name="connsiteX72-3015" fmla="*/ 6094 w 10000"/>
              <a:gd name="connsiteY72-3016" fmla="*/ 7551 h 10000"/>
              <a:gd name="connsiteX73-3017" fmla="*/ 6216 w 10000"/>
              <a:gd name="connsiteY73-3018" fmla="*/ 7551 h 10000"/>
              <a:gd name="connsiteX74-3019" fmla="*/ 6314 w 10000"/>
              <a:gd name="connsiteY74-3020" fmla="*/ 7644 h 10000"/>
              <a:gd name="connsiteX75-3021" fmla="*/ 6414 w 10000"/>
              <a:gd name="connsiteY75-3022" fmla="*/ 7644 h 10000"/>
              <a:gd name="connsiteX76-3023" fmla="*/ 6513 w 10000"/>
              <a:gd name="connsiteY76-3024" fmla="*/ 7644 h 10000"/>
              <a:gd name="connsiteX77-3025" fmla="*/ 6633 w 10000"/>
              <a:gd name="connsiteY77-3026" fmla="*/ 7644 h 10000"/>
              <a:gd name="connsiteX78-3027" fmla="*/ 6732 w 10000"/>
              <a:gd name="connsiteY78-3028" fmla="*/ 7551 h 10000"/>
              <a:gd name="connsiteX79-3029" fmla="*/ 6834 w 10000"/>
              <a:gd name="connsiteY79-3030" fmla="*/ 7440 h 10000"/>
              <a:gd name="connsiteX80-3031" fmla="*/ 6834 w 10000"/>
              <a:gd name="connsiteY80-3032" fmla="*/ 7347 h 10000"/>
              <a:gd name="connsiteX81-3033" fmla="*/ 6952 w 10000"/>
              <a:gd name="connsiteY81-3034" fmla="*/ 7254 h 10000"/>
              <a:gd name="connsiteX82-3035" fmla="*/ 7051 w 10000"/>
              <a:gd name="connsiteY82-3036" fmla="*/ 7050 h 10000"/>
              <a:gd name="connsiteX83-3037" fmla="*/ 7051 w 10000"/>
              <a:gd name="connsiteY83-3038" fmla="*/ 6865 h 10000"/>
              <a:gd name="connsiteX84-3039" fmla="*/ 7150 w 10000"/>
              <a:gd name="connsiteY84-3040" fmla="*/ 6660 h 10000"/>
              <a:gd name="connsiteX85-3041" fmla="*/ 7250 w 10000"/>
              <a:gd name="connsiteY85-3042" fmla="*/ 6364 h 10000"/>
              <a:gd name="connsiteX86-3043" fmla="*/ 7369 w 10000"/>
              <a:gd name="connsiteY86-3044" fmla="*/ 6067 h 10000"/>
              <a:gd name="connsiteX87-3045" fmla="*/ 7369 w 10000"/>
              <a:gd name="connsiteY87-3046" fmla="*/ 5677 h 10000"/>
              <a:gd name="connsiteX88-3047" fmla="*/ 7570 w 10000"/>
              <a:gd name="connsiteY88-3048" fmla="*/ 4991 h 10000"/>
              <a:gd name="connsiteX89-3049" fmla="*/ 7692 w 10000"/>
              <a:gd name="connsiteY89-3050" fmla="*/ 4212 h 10000"/>
              <a:gd name="connsiteX90-3051" fmla="*/ 7692 w 10000"/>
              <a:gd name="connsiteY90-3052" fmla="*/ 3525 h 10000"/>
              <a:gd name="connsiteX91-3053" fmla="*/ 7789 w 10000"/>
              <a:gd name="connsiteY91-3054" fmla="*/ 2839 h 10000"/>
              <a:gd name="connsiteX92-3055" fmla="*/ 7789 w 10000"/>
              <a:gd name="connsiteY92-3056" fmla="*/ 2542 h 10000"/>
              <a:gd name="connsiteX93-3057" fmla="*/ 7789 w 10000"/>
              <a:gd name="connsiteY93-3058" fmla="*/ 2263 h 10000"/>
              <a:gd name="connsiteX94-3059" fmla="*/ 7789 w 10000"/>
              <a:gd name="connsiteY94-3060" fmla="*/ 2059 h 10000"/>
              <a:gd name="connsiteX95-3061" fmla="*/ 7789 w 10000"/>
              <a:gd name="connsiteY95-3062" fmla="*/ 1855 h 10000"/>
              <a:gd name="connsiteX96-3063" fmla="*/ 7789 w 10000"/>
              <a:gd name="connsiteY96-3064" fmla="*/ 1670 h 10000"/>
              <a:gd name="connsiteX97-3065" fmla="*/ 7789 w 10000"/>
              <a:gd name="connsiteY97-3066" fmla="*/ 1577 h 10000"/>
              <a:gd name="connsiteX98-3067" fmla="*/ 7692 w 10000"/>
              <a:gd name="connsiteY98-3068" fmla="*/ 1466 h 10000"/>
              <a:gd name="connsiteX99-3069" fmla="*/ 7692 w 10000"/>
              <a:gd name="connsiteY99-3070" fmla="*/ 1373 h 10000"/>
              <a:gd name="connsiteX100-3071" fmla="*/ 7692 w 10000"/>
              <a:gd name="connsiteY100-3072" fmla="*/ 1280 h 10000"/>
              <a:gd name="connsiteX101-3073" fmla="*/ 7570 w 10000"/>
              <a:gd name="connsiteY101-3074" fmla="*/ 1280 h 10000"/>
              <a:gd name="connsiteX102-3075" fmla="*/ 7472 w 10000"/>
              <a:gd name="connsiteY102-3076" fmla="*/ 1169 h 10000"/>
              <a:gd name="connsiteX103-3077" fmla="*/ 7472 w 10000"/>
              <a:gd name="connsiteY103-3078" fmla="*/ 1169 h 10000"/>
              <a:gd name="connsiteX104-3079" fmla="*/ 7250 w 10000"/>
              <a:gd name="connsiteY104-3080" fmla="*/ 1169 h 10000"/>
              <a:gd name="connsiteX105-3081" fmla="*/ 7150 w 10000"/>
              <a:gd name="connsiteY105-3082" fmla="*/ 1169 h 10000"/>
              <a:gd name="connsiteX106-3083" fmla="*/ 7051 w 10000"/>
              <a:gd name="connsiteY106-3084" fmla="*/ 1169 h 10000"/>
              <a:gd name="connsiteX107-3085" fmla="*/ 6834 w 10000"/>
              <a:gd name="connsiteY107-3086" fmla="*/ 1169 h 10000"/>
              <a:gd name="connsiteX108-3087" fmla="*/ 6633 w 10000"/>
              <a:gd name="connsiteY108-3088" fmla="*/ 1169 h 10000"/>
              <a:gd name="connsiteX109-3089" fmla="*/ 6314 w 10000"/>
              <a:gd name="connsiteY109-3090" fmla="*/ 1169 h 10000"/>
              <a:gd name="connsiteX110-3091" fmla="*/ 6094 w 10000"/>
              <a:gd name="connsiteY110-3092" fmla="*/ 1169 h 10000"/>
              <a:gd name="connsiteX111-3093" fmla="*/ 5777 w 10000"/>
              <a:gd name="connsiteY111-3094" fmla="*/ 1169 h 10000"/>
              <a:gd name="connsiteX112-3095" fmla="*/ 5359 w 10000"/>
              <a:gd name="connsiteY112-3096" fmla="*/ 1169 h 10000"/>
              <a:gd name="connsiteX113-3097" fmla="*/ 4941 w 10000"/>
              <a:gd name="connsiteY113-3098" fmla="*/ 1280 h 10000"/>
              <a:gd name="connsiteX114-3099" fmla="*/ 4522 w 10000"/>
              <a:gd name="connsiteY114-3100" fmla="*/ 1280 h 10000"/>
              <a:gd name="connsiteX115-3101" fmla="*/ 4006 w 10000"/>
              <a:gd name="connsiteY115-3102" fmla="*/ 1373 h 10000"/>
              <a:gd name="connsiteX116-3103" fmla="*/ 2948 w 10000"/>
              <a:gd name="connsiteY116-3104" fmla="*/ 1466 h 10000"/>
              <a:gd name="connsiteX117-3105" fmla="*/ 1892 w 10000"/>
              <a:gd name="connsiteY117-3106" fmla="*/ 1670 h 10000"/>
              <a:gd name="connsiteX118-3107" fmla="*/ 0 w 10000"/>
              <a:gd name="connsiteY118-3108" fmla="*/ 1169 h 10000"/>
              <a:gd name="connsiteX119-3109" fmla="*/ 638 w 10000"/>
              <a:gd name="connsiteY119-3110" fmla="*/ 1076 h 10000"/>
              <a:gd name="connsiteX120-3111" fmla="*/ 1257 w 10000"/>
              <a:gd name="connsiteY120-3112" fmla="*/ 1076 h 10000"/>
              <a:gd name="connsiteX121-3113" fmla="*/ 1792 w 10000"/>
              <a:gd name="connsiteY121-3114" fmla="*/ 983 h 10000"/>
              <a:gd name="connsiteX122-3115" fmla="*/ 2309 w 10000"/>
              <a:gd name="connsiteY122-3116" fmla="*/ 891 h 10000"/>
              <a:gd name="connsiteX123-3117" fmla="*/ 2848 w 10000"/>
              <a:gd name="connsiteY123-3118" fmla="*/ 891 h 10000"/>
              <a:gd name="connsiteX124-3119" fmla="*/ 3267 w 10000"/>
              <a:gd name="connsiteY124-3120" fmla="*/ 779 h 10000"/>
              <a:gd name="connsiteX125-3121" fmla="*/ 3784 w 10000"/>
              <a:gd name="connsiteY125-3122" fmla="*/ 779 h 10000"/>
              <a:gd name="connsiteX126-3123" fmla="*/ 4104 w 10000"/>
              <a:gd name="connsiteY126-3124" fmla="*/ 779 h 10000"/>
              <a:gd name="connsiteX127-3125" fmla="*/ 4522 w 10000"/>
              <a:gd name="connsiteY127-3126" fmla="*/ 686 h 10000"/>
              <a:gd name="connsiteX128-3127" fmla="*/ 4841 w 10000"/>
              <a:gd name="connsiteY128-3128" fmla="*/ 686 h 10000"/>
              <a:gd name="connsiteX129-3129" fmla="*/ 5359 w 10000"/>
              <a:gd name="connsiteY129-3130" fmla="*/ 594 h 10000"/>
              <a:gd name="connsiteX130-3131" fmla="*/ 5897 w 10000"/>
              <a:gd name="connsiteY130-3132" fmla="*/ 594 h 10000"/>
              <a:gd name="connsiteX131-3133" fmla="*/ 6314 w 10000"/>
              <a:gd name="connsiteY131-3134" fmla="*/ 482 h 10000"/>
              <a:gd name="connsiteX132-3135" fmla="*/ 6732 w 10000"/>
              <a:gd name="connsiteY132-3136" fmla="*/ 482 h 10000"/>
              <a:gd name="connsiteX133-3137" fmla="*/ 6952 w 10000"/>
              <a:gd name="connsiteY133-3138" fmla="*/ 390 h 10000"/>
              <a:gd name="connsiteX134-3139" fmla="*/ 7150 w 10000"/>
              <a:gd name="connsiteY134-3140" fmla="*/ 297 h 10000"/>
              <a:gd name="connsiteX135-3141" fmla="*/ 7369 w 10000"/>
              <a:gd name="connsiteY135-3142" fmla="*/ 297 h 10000"/>
              <a:gd name="connsiteX136-3143" fmla="*/ 7369 w 10000"/>
              <a:gd name="connsiteY136-3144" fmla="*/ 204 h 10000"/>
              <a:gd name="connsiteX137-3145" fmla="*/ 7369 w 10000"/>
              <a:gd name="connsiteY137-3146" fmla="*/ 204 h 10000"/>
              <a:gd name="connsiteX0-3147" fmla="*/ 6731 w 9362"/>
              <a:gd name="connsiteY0-3148" fmla="*/ 204 h 10000"/>
              <a:gd name="connsiteX1-3149" fmla="*/ 6834 w 9362"/>
              <a:gd name="connsiteY1-3150" fmla="*/ 93 h 10000"/>
              <a:gd name="connsiteX2-3151" fmla="*/ 7054 w 9362"/>
              <a:gd name="connsiteY2-3152" fmla="*/ 93 h 10000"/>
              <a:gd name="connsiteX3-3153" fmla="*/ 7151 w 9362"/>
              <a:gd name="connsiteY3-3154" fmla="*/ 0 h 10000"/>
              <a:gd name="connsiteX4-3155" fmla="*/ 7250 w 9362"/>
              <a:gd name="connsiteY4-3156" fmla="*/ 0 h 10000"/>
              <a:gd name="connsiteX5-3157" fmla="*/ 7470 w 9362"/>
              <a:gd name="connsiteY5-3158" fmla="*/ 93 h 10000"/>
              <a:gd name="connsiteX6-3159" fmla="*/ 7788 w 9362"/>
              <a:gd name="connsiteY6-3160" fmla="*/ 204 h 10000"/>
              <a:gd name="connsiteX7-3161" fmla="*/ 7887 w 9362"/>
              <a:gd name="connsiteY7-3162" fmla="*/ 297 h 10000"/>
              <a:gd name="connsiteX8-3163" fmla="*/ 8087 w 9362"/>
              <a:gd name="connsiteY8-3164" fmla="*/ 482 h 10000"/>
              <a:gd name="connsiteX9-3165" fmla="*/ 8204 w 9362"/>
              <a:gd name="connsiteY9-3166" fmla="*/ 594 h 10000"/>
              <a:gd name="connsiteX10-3167" fmla="*/ 8407 w 9362"/>
              <a:gd name="connsiteY10-3168" fmla="*/ 686 h 10000"/>
              <a:gd name="connsiteX11-3169" fmla="*/ 8625 w 9362"/>
              <a:gd name="connsiteY11-3170" fmla="*/ 891 h 10000"/>
              <a:gd name="connsiteX12-3171" fmla="*/ 8824 w 9362"/>
              <a:gd name="connsiteY12-3172" fmla="*/ 983 h 10000"/>
              <a:gd name="connsiteX13-3173" fmla="*/ 8943 w 9362"/>
              <a:gd name="connsiteY13-3174" fmla="*/ 1169 h 10000"/>
              <a:gd name="connsiteX14-3175" fmla="*/ 9143 w 9362"/>
              <a:gd name="connsiteY14-3176" fmla="*/ 1280 h 10000"/>
              <a:gd name="connsiteX15-3177" fmla="*/ 9242 w 9362"/>
              <a:gd name="connsiteY15-3178" fmla="*/ 1373 h 10000"/>
              <a:gd name="connsiteX16-3179" fmla="*/ 9242 w 9362"/>
              <a:gd name="connsiteY16-3180" fmla="*/ 1466 h 10000"/>
              <a:gd name="connsiteX17-3181" fmla="*/ 9362 w 9362"/>
              <a:gd name="connsiteY17-3182" fmla="*/ 1466 h 10000"/>
              <a:gd name="connsiteX18-3183" fmla="*/ 9362 w 9362"/>
              <a:gd name="connsiteY18-3184" fmla="*/ 1577 h 10000"/>
              <a:gd name="connsiteX19-3185" fmla="*/ 9362 w 9362"/>
              <a:gd name="connsiteY19-3186" fmla="*/ 1670 h 10000"/>
              <a:gd name="connsiteX20-3187" fmla="*/ 9242 w 9362"/>
              <a:gd name="connsiteY20-3188" fmla="*/ 1763 h 10000"/>
              <a:gd name="connsiteX21-3189" fmla="*/ 9143 w 9362"/>
              <a:gd name="connsiteY21-3190" fmla="*/ 1763 h 10000"/>
              <a:gd name="connsiteX22-3191" fmla="*/ 9044 w 9362"/>
              <a:gd name="connsiteY22-3192" fmla="*/ 1855 h 10000"/>
              <a:gd name="connsiteX23-3193" fmla="*/ 8943 w 9362"/>
              <a:gd name="connsiteY23-3194" fmla="*/ 1855 h 10000"/>
              <a:gd name="connsiteX24-3195" fmla="*/ 8943 w 9362"/>
              <a:gd name="connsiteY24-3196" fmla="*/ 1967 h 10000"/>
              <a:gd name="connsiteX25-3197" fmla="*/ 8824 w 9362"/>
              <a:gd name="connsiteY25-3198" fmla="*/ 2059 h 10000"/>
              <a:gd name="connsiteX26-3199" fmla="*/ 8724 w 9362"/>
              <a:gd name="connsiteY26-3200" fmla="*/ 2263 h 10000"/>
              <a:gd name="connsiteX27-3201" fmla="*/ 8724 w 9362"/>
              <a:gd name="connsiteY27-3202" fmla="*/ 2449 h 10000"/>
              <a:gd name="connsiteX28-3203" fmla="*/ 8625 w 9362"/>
              <a:gd name="connsiteY28-3204" fmla="*/ 2653 h 10000"/>
              <a:gd name="connsiteX29-3205" fmla="*/ 8625 w 9362"/>
              <a:gd name="connsiteY29-3206" fmla="*/ 2950 h 10000"/>
              <a:gd name="connsiteX30-3207" fmla="*/ 8625 w 9362"/>
              <a:gd name="connsiteY30-3208" fmla="*/ 3135 h 10000"/>
              <a:gd name="connsiteX31-3209" fmla="*/ 8505 w 9362"/>
              <a:gd name="connsiteY31-3210" fmla="*/ 3432 h 10000"/>
              <a:gd name="connsiteX32-3211" fmla="*/ 8505 w 9362"/>
              <a:gd name="connsiteY32-3212" fmla="*/ 3822 h 10000"/>
              <a:gd name="connsiteX33-3213" fmla="*/ 8407 w 9362"/>
              <a:gd name="connsiteY33-3214" fmla="*/ 4119 h 10000"/>
              <a:gd name="connsiteX34-3215" fmla="*/ 8307 w 9362"/>
              <a:gd name="connsiteY34-3216" fmla="*/ 4508 h 10000"/>
              <a:gd name="connsiteX35-3217" fmla="*/ 8204 w 9362"/>
              <a:gd name="connsiteY35-3218" fmla="*/ 4898 h 10000"/>
              <a:gd name="connsiteX36-3219" fmla="*/ 8087 w 9362"/>
              <a:gd name="connsiteY36-3220" fmla="*/ 5288 h 10000"/>
              <a:gd name="connsiteX37-3221" fmla="*/ 7887 w 9362"/>
              <a:gd name="connsiteY37-3222" fmla="*/ 6178 h 10000"/>
              <a:gd name="connsiteX38-3223" fmla="*/ 7788 w 9362"/>
              <a:gd name="connsiteY38-3224" fmla="*/ 6568 h 10000"/>
              <a:gd name="connsiteX39-3225" fmla="*/ 7671 w 9362"/>
              <a:gd name="connsiteY39-3226" fmla="*/ 6957 h 10000"/>
              <a:gd name="connsiteX40-3227" fmla="*/ 7570 w 9362"/>
              <a:gd name="connsiteY40-3228" fmla="*/ 7347 h 10000"/>
              <a:gd name="connsiteX41-3229" fmla="*/ 7470 w 9362"/>
              <a:gd name="connsiteY41-3230" fmla="*/ 7737 h 10000"/>
              <a:gd name="connsiteX42-3231" fmla="*/ 7349 w 9362"/>
              <a:gd name="connsiteY42-3232" fmla="*/ 8033 h 10000"/>
              <a:gd name="connsiteX43-3233" fmla="*/ 7349 w 9362"/>
              <a:gd name="connsiteY43-3234" fmla="*/ 8237 h 10000"/>
              <a:gd name="connsiteX44-3235" fmla="*/ 7250 w 9362"/>
              <a:gd name="connsiteY44-3236" fmla="*/ 8534 h 10000"/>
              <a:gd name="connsiteX45-3237" fmla="*/ 7151 w 9362"/>
              <a:gd name="connsiteY45-3238" fmla="*/ 8720 h 10000"/>
              <a:gd name="connsiteX46-3239" fmla="*/ 6932 w 9362"/>
              <a:gd name="connsiteY46-3240" fmla="*/ 9017 h 10000"/>
              <a:gd name="connsiteX47-3241" fmla="*/ 6731 w 9362"/>
              <a:gd name="connsiteY47-3242" fmla="*/ 9314 h 10000"/>
              <a:gd name="connsiteX48-3243" fmla="*/ 6512 w 9362"/>
              <a:gd name="connsiteY48-3244" fmla="*/ 9610 h 10000"/>
              <a:gd name="connsiteX49-3245" fmla="*/ 6314 w 9362"/>
              <a:gd name="connsiteY49-3246" fmla="*/ 9703 h 10000"/>
              <a:gd name="connsiteX50-3247" fmla="*/ 6094 w 9362"/>
              <a:gd name="connsiteY50-3248" fmla="*/ 9889 h 10000"/>
              <a:gd name="connsiteX51-3249" fmla="*/ 5875 w 9362"/>
              <a:gd name="connsiteY51-3250" fmla="*/ 10000 h 10000"/>
              <a:gd name="connsiteX52-3251" fmla="*/ 5676 w 9362"/>
              <a:gd name="connsiteY52-3252" fmla="*/ 10000 h 10000"/>
              <a:gd name="connsiteX53-3253" fmla="*/ 5456 w 9362"/>
              <a:gd name="connsiteY53-3254" fmla="*/ 10000 h 10000"/>
              <a:gd name="connsiteX54-3255" fmla="*/ 5456 w 9362"/>
              <a:gd name="connsiteY54-3256" fmla="*/ 9889 h 10000"/>
              <a:gd name="connsiteX55-3257" fmla="*/ 5357 w 9362"/>
              <a:gd name="connsiteY55-3258" fmla="*/ 9889 h 10000"/>
              <a:gd name="connsiteX56-3259" fmla="*/ 5357 w 9362"/>
              <a:gd name="connsiteY56-3260" fmla="*/ 9796 h 10000"/>
              <a:gd name="connsiteX57-3261" fmla="*/ 5357 w 9362"/>
              <a:gd name="connsiteY57-3262" fmla="*/ 9610 h 10000"/>
              <a:gd name="connsiteX58-3263" fmla="*/ 5357 w 9362"/>
              <a:gd name="connsiteY58-3264" fmla="*/ 9499 h 10000"/>
              <a:gd name="connsiteX59-3265" fmla="*/ 5357 w 9362"/>
              <a:gd name="connsiteY59-3266" fmla="*/ 9406 h 10000"/>
              <a:gd name="connsiteX60-3267" fmla="*/ 5357 w 9362"/>
              <a:gd name="connsiteY60-3268" fmla="*/ 9202 h 10000"/>
              <a:gd name="connsiteX61-3269" fmla="*/ 5357 w 9362"/>
              <a:gd name="connsiteY61-3270" fmla="*/ 9017 h 10000"/>
              <a:gd name="connsiteX62-3271" fmla="*/ 5259 w 9362"/>
              <a:gd name="connsiteY62-3272" fmla="*/ 8813 h 10000"/>
              <a:gd name="connsiteX63-3273" fmla="*/ 5139 w 9362"/>
              <a:gd name="connsiteY63-3274" fmla="*/ 8534 h 10000"/>
              <a:gd name="connsiteX64-3275" fmla="*/ 4939 w 9362"/>
              <a:gd name="connsiteY64-3276" fmla="*/ 8126 h 10000"/>
              <a:gd name="connsiteX65-3277" fmla="*/ 4840 w 9362"/>
              <a:gd name="connsiteY65-3278" fmla="*/ 7737 h 10000"/>
              <a:gd name="connsiteX66-3279" fmla="*/ 4521 w 9362"/>
              <a:gd name="connsiteY66-3280" fmla="*/ 7347 h 10000"/>
              <a:gd name="connsiteX67-3281" fmla="*/ 4303 w 9362"/>
              <a:gd name="connsiteY67-3282" fmla="*/ 6753 h 10000"/>
              <a:gd name="connsiteX68-3283" fmla="*/ 4521 w 9362"/>
              <a:gd name="connsiteY68-3284" fmla="*/ 6957 h 10000"/>
              <a:gd name="connsiteX69-3285" fmla="*/ 4840 w 9362"/>
              <a:gd name="connsiteY69-3286" fmla="*/ 7161 h 10000"/>
              <a:gd name="connsiteX70-3287" fmla="*/ 5038 w 9362"/>
              <a:gd name="connsiteY70-3288" fmla="*/ 7347 h 10000"/>
              <a:gd name="connsiteX71-3289" fmla="*/ 5259 w 9362"/>
              <a:gd name="connsiteY71-3290" fmla="*/ 7440 h 10000"/>
              <a:gd name="connsiteX72-3291" fmla="*/ 5456 w 9362"/>
              <a:gd name="connsiteY72-3292" fmla="*/ 7551 h 10000"/>
              <a:gd name="connsiteX73-3293" fmla="*/ 5578 w 9362"/>
              <a:gd name="connsiteY73-3294" fmla="*/ 7551 h 10000"/>
              <a:gd name="connsiteX74-3295" fmla="*/ 5676 w 9362"/>
              <a:gd name="connsiteY74-3296" fmla="*/ 7644 h 10000"/>
              <a:gd name="connsiteX75-3297" fmla="*/ 5776 w 9362"/>
              <a:gd name="connsiteY75-3298" fmla="*/ 7644 h 10000"/>
              <a:gd name="connsiteX76-3299" fmla="*/ 5875 w 9362"/>
              <a:gd name="connsiteY76-3300" fmla="*/ 7644 h 10000"/>
              <a:gd name="connsiteX77-3301" fmla="*/ 5995 w 9362"/>
              <a:gd name="connsiteY77-3302" fmla="*/ 7644 h 10000"/>
              <a:gd name="connsiteX78-3303" fmla="*/ 6094 w 9362"/>
              <a:gd name="connsiteY78-3304" fmla="*/ 7551 h 10000"/>
              <a:gd name="connsiteX79-3305" fmla="*/ 6196 w 9362"/>
              <a:gd name="connsiteY79-3306" fmla="*/ 7440 h 10000"/>
              <a:gd name="connsiteX80-3307" fmla="*/ 6196 w 9362"/>
              <a:gd name="connsiteY80-3308" fmla="*/ 7347 h 10000"/>
              <a:gd name="connsiteX81-3309" fmla="*/ 6314 w 9362"/>
              <a:gd name="connsiteY81-3310" fmla="*/ 7254 h 10000"/>
              <a:gd name="connsiteX82-3311" fmla="*/ 6413 w 9362"/>
              <a:gd name="connsiteY82-3312" fmla="*/ 7050 h 10000"/>
              <a:gd name="connsiteX83-3313" fmla="*/ 6413 w 9362"/>
              <a:gd name="connsiteY83-3314" fmla="*/ 6865 h 10000"/>
              <a:gd name="connsiteX84-3315" fmla="*/ 6512 w 9362"/>
              <a:gd name="connsiteY84-3316" fmla="*/ 6660 h 10000"/>
              <a:gd name="connsiteX85-3317" fmla="*/ 6612 w 9362"/>
              <a:gd name="connsiteY85-3318" fmla="*/ 6364 h 10000"/>
              <a:gd name="connsiteX86-3319" fmla="*/ 6731 w 9362"/>
              <a:gd name="connsiteY86-3320" fmla="*/ 6067 h 10000"/>
              <a:gd name="connsiteX87-3321" fmla="*/ 6731 w 9362"/>
              <a:gd name="connsiteY87-3322" fmla="*/ 5677 h 10000"/>
              <a:gd name="connsiteX88-3323" fmla="*/ 6932 w 9362"/>
              <a:gd name="connsiteY88-3324" fmla="*/ 4991 h 10000"/>
              <a:gd name="connsiteX89-3325" fmla="*/ 7054 w 9362"/>
              <a:gd name="connsiteY89-3326" fmla="*/ 4212 h 10000"/>
              <a:gd name="connsiteX90-3327" fmla="*/ 7054 w 9362"/>
              <a:gd name="connsiteY90-3328" fmla="*/ 3525 h 10000"/>
              <a:gd name="connsiteX91-3329" fmla="*/ 7151 w 9362"/>
              <a:gd name="connsiteY91-3330" fmla="*/ 2839 h 10000"/>
              <a:gd name="connsiteX92-3331" fmla="*/ 7151 w 9362"/>
              <a:gd name="connsiteY92-3332" fmla="*/ 2542 h 10000"/>
              <a:gd name="connsiteX93-3333" fmla="*/ 7151 w 9362"/>
              <a:gd name="connsiteY93-3334" fmla="*/ 2263 h 10000"/>
              <a:gd name="connsiteX94-3335" fmla="*/ 7151 w 9362"/>
              <a:gd name="connsiteY94-3336" fmla="*/ 2059 h 10000"/>
              <a:gd name="connsiteX95-3337" fmla="*/ 7151 w 9362"/>
              <a:gd name="connsiteY95-3338" fmla="*/ 1855 h 10000"/>
              <a:gd name="connsiteX96-3339" fmla="*/ 7151 w 9362"/>
              <a:gd name="connsiteY96-3340" fmla="*/ 1670 h 10000"/>
              <a:gd name="connsiteX97-3341" fmla="*/ 7151 w 9362"/>
              <a:gd name="connsiteY97-3342" fmla="*/ 1577 h 10000"/>
              <a:gd name="connsiteX98-3343" fmla="*/ 7054 w 9362"/>
              <a:gd name="connsiteY98-3344" fmla="*/ 1466 h 10000"/>
              <a:gd name="connsiteX99-3345" fmla="*/ 7054 w 9362"/>
              <a:gd name="connsiteY99-3346" fmla="*/ 1373 h 10000"/>
              <a:gd name="connsiteX100-3347" fmla="*/ 7054 w 9362"/>
              <a:gd name="connsiteY100-3348" fmla="*/ 1280 h 10000"/>
              <a:gd name="connsiteX101-3349" fmla="*/ 6932 w 9362"/>
              <a:gd name="connsiteY101-3350" fmla="*/ 1280 h 10000"/>
              <a:gd name="connsiteX102-3351" fmla="*/ 6834 w 9362"/>
              <a:gd name="connsiteY102-3352" fmla="*/ 1169 h 10000"/>
              <a:gd name="connsiteX103-3353" fmla="*/ 6834 w 9362"/>
              <a:gd name="connsiteY103-3354" fmla="*/ 1169 h 10000"/>
              <a:gd name="connsiteX104-3355" fmla="*/ 6612 w 9362"/>
              <a:gd name="connsiteY104-3356" fmla="*/ 1169 h 10000"/>
              <a:gd name="connsiteX105-3357" fmla="*/ 6512 w 9362"/>
              <a:gd name="connsiteY105-3358" fmla="*/ 1169 h 10000"/>
              <a:gd name="connsiteX106-3359" fmla="*/ 6413 w 9362"/>
              <a:gd name="connsiteY106-3360" fmla="*/ 1169 h 10000"/>
              <a:gd name="connsiteX107-3361" fmla="*/ 6196 w 9362"/>
              <a:gd name="connsiteY107-3362" fmla="*/ 1169 h 10000"/>
              <a:gd name="connsiteX108-3363" fmla="*/ 5995 w 9362"/>
              <a:gd name="connsiteY108-3364" fmla="*/ 1169 h 10000"/>
              <a:gd name="connsiteX109-3365" fmla="*/ 5676 w 9362"/>
              <a:gd name="connsiteY109-3366" fmla="*/ 1169 h 10000"/>
              <a:gd name="connsiteX110-3367" fmla="*/ 5456 w 9362"/>
              <a:gd name="connsiteY110-3368" fmla="*/ 1169 h 10000"/>
              <a:gd name="connsiteX111-3369" fmla="*/ 5139 w 9362"/>
              <a:gd name="connsiteY111-3370" fmla="*/ 1169 h 10000"/>
              <a:gd name="connsiteX112-3371" fmla="*/ 4721 w 9362"/>
              <a:gd name="connsiteY112-3372" fmla="*/ 1169 h 10000"/>
              <a:gd name="connsiteX113-3373" fmla="*/ 4303 w 9362"/>
              <a:gd name="connsiteY113-3374" fmla="*/ 1280 h 10000"/>
              <a:gd name="connsiteX114-3375" fmla="*/ 3884 w 9362"/>
              <a:gd name="connsiteY114-3376" fmla="*/ 1280 h 10000"/>
              <a:gd name="connsiteX115-3377" fmla="*/ 3368 w 9362"/>
              <a:gd name="connsiteY115-3378" fmla="*/ 1373 h 10000"/>
              <a:gd name="connsiteX116-3379" fmla="*/ 2310 w 9362"/>
              <a:gd name="connsiteY116-3380" fmla="*/ 1466 h 10000"/>
              <a:gd name="connsiteX117-3381" fmla="*/ 1254 w 9362"/>
              <a:gd name="connsiteY117-3382" fmla="*/ 1670 h 10000"/>
              <a:gd name="connsiteX118-3383" fmla="*/ 0 w 9362"/>
              <a:gd name="connsiteY118-3384" fmla="*/ 1076 h 10000"/>
              <a:gd name="connsiteX119-3385" fmla="*/ 619 w 9362"/>
              <a:gd name="connsiteY119-3386" fmla="*/ 1076 h 10000"/>
              <a:gd name="connsiteX120-3387" fmla="*/ 1154 w 9362"/>
              <a:gd name="connsiteY120-3388" fmla="*/ 983 h 10000"/>
              <a:gd name="connsiteX121-3389" fmla="*/ 1671 w 9362"/>
              <a:gd name="connsiteY121-3390" fmla="*/ 891 h 10000"/>
              <a:gd name="connsiteX122-3391" fmla="*/ 2210 w 9362"/>
              <a:gd name="connsiteY122-3392" fmla="*/ 891 h 10000"/>
              <a:gd name="connsiteX123-3393" fmla="*/ 2629 w 9362"/>
              <a:gd name="connsiteY123-3394" fmla="*/ 779 h 10000"/>
              <a:gd name="connsiteX124-3395" fmla="*/ 3146 w 9362"/>
              <a:gd name="connsiteY124-3396" fmla="*/ 779 h 10000"/>
              <a:gd name="connsiteX125-3397" fmla="*/ 3466 w 9362"/>
              <a:gd name="connsiteY125-3398" fmla="*/ 779 h 10000"/>
              <a:gd name="connsiteX126-3399" fmla="*/ 3884 w 9362"/>
              <a:gd name="connsiteY126-3400" fmla="*/ 686 h 10000"/>
              <a:gd name="connsiteX127-3401" fmla="*/ 4203 w 9362"/>
              <a:gd name="connsiteY127-3402" fmla="*/ 686 h 10000"/>
              <a:gd name="connsiteX128-3403" fmla="*/ 4721 w 9362"/>
              <a:gd name="connsiteY128-3404" fmla="*/ 594 h 10000"/>
              <a:gd name="connsiteX129-3405" fmla="*/ 5259 w 9362"/>
              <a:gd name="connsiteY129-3406" fmla="*/ 594 h 10000"/>
              <a:gd name="connsiteX130-3407" fmla="*/ 5676 w 9362"/>
              <a:gd name="connsiteY130-3408" fmla="*/ 482 h 10000"/>
              <a:gd name="connsiteX131-3409" fmla="*/ 6094 w 9362"/>
              <a:gd name="connsiteY131-3410" fmla="*/ 482 h 10000"/>
              <a:gd name="connsiteX132-3411" fmla="*/ 6314 w 9362"/>
              <a:gd name="connsiteY132-3412" fmla="*/ 390 h 10000"/>
              <a:gd name="connsiteX133-3413" fmla="*/ 6512 w 9362"/>
              <a:gd name="connsiteY133-3414" fmla="*/ 297 h 10000"/>
              <a:gd name="connsiteX134-3415" fmla="*/ 6731 w 9362"/>
              <a:gd name="connsiteY134-3416" fmla="*/ 297 h 10000"/>
              <a:gd name="connsiteX135-3417" fmla="*/ 6731 w 9362"/>
              <a:gd name="connsiteY135-3418" fmla="*/ 204 h 10000"/>
              <a:gd name="connsiteX136-3419" fmla="*/ 6731 w 9362"/>
              <a:gd name="connsiteY136-3420" fmla="*/ 204 h 10000"/>
              <a:gd name="connsiteX0-3421" fmla="*/ 6529 w 9339"/>
              <a:gd name="connsiteY0-3422" fmla="*/ 204 h 10000"/>
              <a:gd name="connsiteX1-3423" fmla="*/ 6639 w 9339"/>
              <a:gd name="connsiteY1-3424" fmla="*/ 93 h 10000"/>
              <a:gd name="connsiteX2-3425" fmla="*/ 6874 w 9339"/>
              <a:gd name="connsiteY2-3426" fmla="*/ 93 h 10000"/>
              <a:gd name="connsiteX3-3427" fmla="*/ 6977 w 9339"/>
              <a:gd name="connsiteY3-3428" fmla="*/ 0 h 10000"/>
              <a:gd name="connsiteX4-3429" fmla="*/ 7083 w 9339"/>
              <a:gd name="connsiteY4-3430" fmla="*/ 0 h 10000"/>
              <a:gd name="connsiteX5-3431" fmla="*/ 7318 w 9339"/>
              <a:gd name="connsiteY5-3432" fmla="*/ 93 h 10000"/>
              <a:gd name="connsiteX6-3433" fmla="*/ 7658 w 9339"/>
              <a:gd name="connsiteY6-3434" fmla="*/ 204 h 10000"/>
              <a:gd name="connsiteX7-3435" fmla="*/ 7763 w 9339"/>
              <a:gd name="connsiteY7-3436" fmla="*/ 297 h 10000"/>
              <a:gd name="connsiteX8-3437" fmla="*/ 7977 w 9339"/>
              <a:gd name="connsiteY8-3438" fmla="*/ 482 h 10000"/>
              <a:gd name="connsiteX9-3439" fmla="*/ 8102 w 9339"/>
              <a:gd name="connsiteY9-3440" fmla="*/ 594 h 10000"/>
              <a:gd name="connsiteX10-3441" fmla="*/ 8319 w 9339"/>
              <a:gd name="connsiteY10-3442" fmla="*/ 686 h 10000"/>
              <a:gd name="connsiteX11-3443" fmla="*/ 8552 w 9339"/>
              <a:gd name="connsiteY11-3444" fmla="*/ 891 h 10000"/>
              <a:gd name="connsiteX12-3445" fmla="*/ 8764 w 9339"/>
              <a:gd name="connsiteY12-3446" fmla="*/ 983 h 10000"/>
              <a:gd name="connsiteX13-3447" fmla="*/ 8891 w 9339"/>
              <a:gd name="connsiteY13-3448" fmla="*/ 1169 h 10000"/>
              <a:gd name="connsiteX14-3449" fmla="*/ 9105 w 9339"/>
              <a:gd name="connsiteY14-3450" fmla="*/ 1280 h 10000"/>
              <a:gd name="connsiteX15-3451" fmla="*/ 9211 w 9339"/>
              <a:gd name="connsiteY15-3452" fmla="*/ 1373 h 10000"/>
              <a:gd name="connsiteX16-3453" fmla="*/ 9211 w 9339"/>
              <a:gd name="connsiteY16-3454" fmla="*/ 1466 h 10000"/>
              <a:gd name="connsiteX17-3455" fmla="*/ 9339 w 9339"/>
              <a:gd name="connsiteY17-3456" fmla="*/ 1466 h 10000"/>
              <a:gd name="connsiteX18-3457" fmla="*/ 9339 w 9339"/>
              <a:gd name="connsiteY18-3458" fmla="*/ 1577 h 10000"/>
              <a:gd name="connsiteX19-3459" fmla="*/ 9339 w 9339"/>
              <a:gd name="connsiteY19-3460" fmla="*/ 1670 h 10000"/>
              <a:gd name="connsiteX20-3461" fmla="*/ 9211 w 9339"/>
              <a:gd name="connsiteY20-3462" fmla="*/ 1763 h 10000"/>
              <a:gd name="connsiteX21-3463" fmla="*/ 9105 w 9339"/>
              <a:gd name="connsiteY21-3464" fmla="*/ 1763 h 10000"/>
              <a:gd name="connsiteX22-3465" fmla="*/ 8999 w 9339"/>
              <a:gd name="connsiteY22-3466" fmla="*/ 1855 h 10000"/>
              <a:gd name="connsiteX23-3467" fmla="*/ 8891 w 9339"/>
              <a:gd name="connsiteY23-3468" fmla="*/ 1855 h 10000"/>
              <a:gd name="connsiteX24-3469" fmla="*/ 8891 w 9339"/>
              <a:gd name="connsiteY24-3470" fmla="*/ 1967 h 10000"/>
              <a:gd name="connsiteX25-3471" fmla="*/ 8764 w 9339"/>
              <a:gd name="connsiteY25-3472" fmla="*/ 2059 h 10000"/>
              <a:gd name="connsiteX26-3473" fmla="*/ 8658 w 9339"/>
              <a:gd name="connsiteY26-3474" fmla="*/ 2263 h 10000"/>
              <a:gd name="connsiteX27-3475" fmla="*/ 8658 w 9339"/>
              <a:gd name="connsiteY27-3476" fmla="*/ 2449 h 10000"/>
              <a:gd name="connsiteX28-3477" fmla="*/ 8552 w 9339"/>
              <a:gd name="connsiteY28-3478" fmla="*/ 2653 h 10000"/>
              <a:gd name="connsiteX29-3479" fmla="*/ 8552 w 9339"/>
              <a:gd name="connsiteY29-3480" fmla="*/ 2950 h 10000"/>
              <a:gd name="connsiteX30-3481" fmla="*/ 8552 w 9339"/>
              <a:gd name="connsiteY30-3482" fmla="*/ 3135 h 10000"/>
              <a:gd name="connsiteX31-3483" fmla="*/ 8424 w 9339"/>
              <a:gd name="connsiteY31-3484" fmla="*/ 3432 h 10000"/>
              <a:gd name="connsiteX32-3485" fmla="*/ 8424 w 9339"/>
              <a:gd name="connsiteY32-3486" fmla="*/ 3822 h 10000"/>
              <a:gd name="connsiteX33-3487" fmla="*/ 8319 w 9339"/>
              <a:gd name="connsiteY33-3488" fmla="*/ 4119 h 10000"/>
              <a:gd name="connsiteX34-3489" fmla="*/ 8212 w 9339"/>
              <a:gd name="connsiteY34-3490" fmla="*/ 4508 h 10000"/>
              <a:gd name="connsiteX35-3491" fmla="*/ 8102 w 9339"/>
              <a:gd name="connsiteY35-3492" fmla="*/ 4898 h 10000"/>
              <a:gd name="connsiteX36-3493" fmla="*/ 7977 w 9339"/>
              <a:gd name="connsiteY36-3494" fmla="*/ 5288 h 10000"/>
              <a:gd name="connsiteX37-3495" fmla="*/ 7763 w 9339"/>
              <a:gd name="connsiteY37-3496" fmla="*/ 6178 h 10000"/>
              <a:gd name="connsiteX38-3497" fmla="*/ 7658 w 9339"/>
              <a:gd name="connsiteY38-3498" fmla="*/ 6568 h 10000"/>
              <a:gd name="connsiteX39-3499" fmla="*/ 7533 w 9339"/>
              <a:gd name="connsiteY39-3500" fmla="*/ 6957 h 10000"/>
              <a:gd name="connsiteX40-3501" fmla="*/ 7425 w 9339"/>
              <a:gd name="connsiteY40-3502" fmla="*/ 7347 h 10000"/>
              <a:gd name="connsiteX41-3503" fmla="*/ 7318 w 9339"/>
              <a:gd name="connsiteY41-3504" fmla="*/ 7737 h 10000"/>
              <a:gd name="connsiteX42-3505" fmla="*/ 7189 w 9339"/>
              <a:gd name="connsiteY42-3506" fmla="*/ 8033 h 10000"/>
              <a:gd name="connsiteX43-3507" fmla="*/ 7189 w 9339"/>
              <a:gd name="connsiteY43-3508" fmla="*/ 8237 h 10000"/>
              <a:gd name="connsiteX44-3509" fmla="*/ 7083 w 9339"/>
              <a:gd name="connsiteY44-3510" fmla="*/ 8534 h 10000"/>
              <a:gd name="connsiteX45-3511" fmla="*/ 6977 w 9339"/>
              <a:gd name="connsiteY45-3512" fmla="*/ 8720 h 10000"/>
              <a:gd name="connsiteX46-3513" fmla="*/ 6743 w 9339"/>
              <a:gd name="connsiteY46-3514" fmla="*/ 9017 h 10000"/>
              <a:gd name="connsiteX47-3515" fmla="*/ 6529 w 9339"/>
              <a:gd name="connsiteY47-3516" fmla="*/ 9314 h 10000"/>
              <a:gd name="connsiteX48-3517" fmla="*/ 6295 w 9339"/>
              <a:gd name="connsiteY48-3518" fmla="*/ 9610 h 10000"/>
              <a:gd name="connsiteX49-3519" fmla="*/ 6083 w 9339"/>
              <a:gd name="connsiteY49-3520" fmla="*/ 9703 h 10000"/>
              <a:gd name="connsiteX50-3521" fmla="*/ 5848 w 9339"/>
              <a:gd name="connsiteY50-3522" fmla="*/ 9889 h 10000"/>
              <a:gd name="connsiteX51-3523" fmla="*/ 5614 w 9339"/>
              <a:gd name="connsiteY51-3524" fmla="*/ 10000 h 10000"/>
              <a:gd name="connsiteX52-3525" fmla="*/ 5402 w 9339"/>
              <a:gd name="connsiteY52-3526" fmla="*/ 10000 h 10000"/>
              <a:gd name="connsiteX53-3527" fmla="*/ 5167 w 9339"/>
              <a:gd name="connsiteY53-3528" fmla="*/ 10000 h 10000"/>
              <a:gd name="connsiteX54-3529" fmla="*/ 5167 w 9339"/>
              <a:gd name="connsiteY54-3530" fmla="*/ 9889 h 10000"/>
              <a:gd name="connsiteX55-3531" fmla="*/ 5061 w 9339"/>
              <a:gd name="connsiteY55-3532" fmla="*/ 9889 h 10000"/>
              <a:gd name="connsiteX56-3533" fmla="*/ 5061 w 9339"/>
              <a:gd name="connsiteY56-3534" fmla="*/ 9796 h 10000"/>
              <a:gd name="connsiteX57-3535" fmla="*/ 5061 w 9339"/>
              <a:gd name="connsiteY57-3536" fmla="*/ 9610 h 10000"/>
              <a:gd name="connsiteX58-3537" fmla="*/ 5061 w 9339"/>
              <a:gd name="connsiteY58-3538" fmla="*/ 9499 h 10000"/>
              <a:gd name="connsiteX59-3539" fmla="*/ 5061 w 9339"/>
              <a:gd name="connsiteY59-3540" fmla="*/ 9406 h 10000"/>
              <a:gd name="connsiteX60-3541" fmla="*/ 5061 w 9339"/>
              <a:gd name="connsiteY60-3542" fmla="*/ 9202 h 10000"/>
              <a:gd name="connsiteX61-3543" fmla="*/ 5061 w 9339"/>
              <a:gd name="connsiteY61-3544" fmla="*/ 9017 h 10000"/>
              <a:gd name="connsiteX62-3545" fmla="*/ 4956 w 9339"/>
              <a:gd name="connsiteY62-3546" fmla="*/ 8813 h 10000"/>
              <a:gd name="connsiteX63-3547" fmla="*/ 4828 w 9339"/>
              <a:gd name="connsiteY63-3548" fmla="*/ 8534 h 10000"/>
              <a:gd name="connsiteX64-3549" fmla="*/ 4615 w 9339"/>
              <a:gd name="connsiteY64-3550" fmla="*/ 8126 h 10000"/>
              <a:gd name="connsiteX65-3551" fmla="*/ 4509 w 9339"/>
              <a:gd name="connsiteY65-3552" fmla="*/ 7737 h 10000"/>
              <a:gd name="connsiteX66-3553" fmla="*/ 4168 w 9339"/>
              <a:gd name="connsiteY66-3554" fmla="*/ 7347 h 10000"/>
              <a:gd name="connsiteX67-3555" fmla="*/ 3935 w 9339"/>
              <a:gd name="connsiteY67-3556" fmla="*/ 6753 h 10000"/>
              <a:gd name="connsiteX68-3557" fmla="*/ 4168 w 9339"/>
              <a:gd name="connsiteY68-3558" fmla="*/ 6957 h 10000"/>
              <a:gd name="connsiteX69-3559" fmla="*/ 4509 w 9339"/>
              <a:gd name="connsiteY69-3560" fmla="*/ 7161 h 10000"/>
              <a:gd name="connsiteX70-3561" fmla="*/ 4720 w 9339"/>
              <a:gd name="connsiteY70-3562" fmla="*/ 7347 h 10000"/>
              <a:gd name="connsiteX71-3563" fmla="*/ 4956 w 9339"/>
              <a:gd name="connsiteY71-3564" fmla="*/ 7440 h 10000"/>
              <a:gd name="connsiteX72-3565" fmla="*/ 5167 w 9339"/>
              <a:gd name="connsiteY72-3566" fmla="*/ 7551 h 10000"/>
              <a:gd name="connsiteX73-3567" fmla="*/ 5297 w 9339"/>
              <a:gd name="connsiteY73-3568" fmla="*/ 7551 h 10000"/>
              <a:gd name="connsiteX74-3569" fmla="*/ 5402 w 9339"/>
              <a:gd name="connsiteY74-3570" fmla="*/ 7644 h 10000"/>
              <a:gd name="connsiteX75-3571" fmla="*/ 5509 w 9339"/>
              <a:gd name="connsiteY75-3572" fmla="*/ 7644 h 10000"/>
              <a:gd name="connsiteX76-3573" fmla="*/ 5614 w 9339"/>
              <a:gd name="connsiteY76-3574" fmla="*/ 7644 h 10000"/>
              <a:gd name="connsiteX77-3575" fmla="*/ 5743 w 9339"/>
              <a:gd name="connsiteY77-3576" fmla="*/ 7644 h 10000"/>
              <a:gd name="connsiteX78-3577" fmla="*/ 5848 w 9339"/>
              <a:gd name="connsiteY78-3578" fmla="*/ 7551 h 10000"/>
              <a:gd name="connsiteX79-3579" fmla="*/ 5957 w 9339"/>
              <a:gd name="connsiteY79-3580" fmla="*/ 7440 h 10000"/>
              <a:gd name="connsiteX80-3581" fmla="*/ 5957 w 9339"/>
              <a:gd name="connsiteY80-3582" fmla="*/ 7347 h 10000"/>
              <a:gd name="connsiteX81-3583" fmla="*/ 6083 w 9339"/>
              <a:gd name="connsiteY81-3584" fmla="*/ 7254 h 10000"/>
              <a:gd name="connsiteX82-3585" fmla="*/ 6189 w 9339"/>
              <a:gd name="connsiteY82-3586" fmla="*/ 7050 h 10000"/>
              <a:gd name="connsiteX83-3587" fmla="*/ 6189 w 9339"/>
              <a:gd name="connsiteY83-3588" fmla="*/ 6865 h 10000"/>
              <a:gd name="connsiteX84-3589" fmla="*/ 6295 w 9339"/>
              <a:gd name="connsiteY84-3590" fmla="*/ 6660 h 10000"/>
              <a:gd name="connsiteX85-3591" fmla="*/ 6402 w 9339"/>
              <a:gd name="connsiteY85-3592" fmla="*/ 6364 h 10000"/>
              <a:gd name="connsiteX86-3593" fmla="*/ 6529 w 9339"/>
              <a:gd name="connsiteY86-3594" fmla="*/ 6067 h 10000"/>
              <a:gd name="connsiteX87-3595" fmla="*/ 6529 w 9339"/>
              <a:gd name="connsiteY87-3596" fmla="*/ 5677 h 10000"/>
              <a:gd name="connsiteX88-3597" fmla="*/ 6743 w 9339"/>
              <a:gd name="connsiteY88-3598" fmla="*/ 4991 h 10000"/>
              <a:gd name="connsiteX89-3599" fmla="*/ 6874 w 9339"/>
              <a:gd name="connsiteY89-3600" fmla="*/ 4212 h 10000"/>
              <a:gd name="connsiteX90-3601" fmla="*/ 6874 w 9339"/>
              <a:gd name="connsiteY90-3602" fmla="*/ 3525 h 10000"/>
              <a:gd name="connsiteX91-3603" fmla="*/ 6977 w 9339"/>
              <a:gd name="connsiteY91-3604" fmla="*/ 2839 h 10000"/>
              <a:gd name="connsiteX92-3605" fmla="*/ 6977 w 9339"/>
              <a:gd name="connsiteY92-3606" fmla="*/ 2542 h 10000"/>
              <a:gd name="connsiteX93-3607" fmla="*/ 6977 w 9339"/>
              <a:gd name="connsiteY93-3608" fmla="*/ 2263 h 10000"/>
              <a:gd name="connsiteX94-3609" fmla="*/ 6977 w 9339"/>
              <a:gd name="connsiteY94-3610" fmla="*/ 2059 h 10000"/>
              <a:gd name="connsiteX95-3611" fmla="*/ 6977 w 9339"/>
              <a:gd name="connsiteY95-3612" fmla="*/ 1855 h 10000"/>
              <a:gd name="connsiteX96-3613" fmla="*/ 6977 w 9339"/>
              <a:gd name="connsiteY96-3614" fmla="*/ 1670 h 10000"/>
              <a:gd name="connsiteX97-3615" fmla="*/ 6977 w 9339"/>
              <a:gd name="connsiteY97-3616" fmla="*/ 1577 h 10000"/>
              <a:gd name="connsiteX98-3617" fmla="*/ 6874 w 9339"/>
              <a:gd name="connsiteY98-3618" fmla="*/ 1466 h 10000"/>
              <a:gd name="connsiteX99-3619" fmla="*/ 6874 w 9339"/>
              <a:gd name="connsiteY99-3620" fmla="*/ 1373 h 10000"/>
              <a:gd name="connsiteX100-3621" fmla="*/ 6874 w 9339"/>
              <a:gd name="connsiteY100-3622" fmla="*/ 1280 h 10000"/>
              <a:gd name="connsiteX101-3623" fmla="*/ 6743 w 9339"/>
              <a:gd name="connsiteY101-3624" fmla="*/ 1280 h 10000"/>
              <a:gd name="connsiteX102-3625" fmla="*/ 6639 w 9339"/>
              <a:gd name="connsiteY102-3626" fmla="*/ 1169 h 10000"/>
              <a:gd name="connsiteX103-3627" fmla="*/ 6639 w 9339"/>
              <a:gd name="connsiteY103-3628" fmla="*/ 1169 h 10000"/>
              <a:gd name="connsiteX104-3629" fmla="*/ 6402 w 9339"/>
              <a:gd name="connsiteY104-3630" fmla="*/ 1169 h 10000"/>
              <a:gd name="connsiteX105-3631" fmla="*/ 6295 w 9339"/>
              <a:gd name="connsiteY105-3632" fmla="*/ 1169 h 10000"/>
              <a:gd name="connsiteX106-3633" fmla="*/ 6189 w 9339"/>
              <a:gd name="connsiteY106-3634" fmla="*/ 1169 h 10000"/>
              <a:gd name="connsiteX107-3635" fmla="*/ 5957 w 9339"/>
              <a:gd name="connsiteY107-3636" fmla="*/ 1169 h 10000"/>
              <a:gd name="connsiteX108-3637" fmla="*/ 5743 w 9339"/>
              <a:gd name="connsiteY108-3638" fmla="*/ 1169 h 10000"/>
              <a:gd name="connsiteX109-3639" fmla="*/ 5402 w 9339"/>
              <a:gd name="connsiteY109-3640" fmla="*/ 1169 h 10000"/>
              <a:gd name="connsiteX110-3641" fmla="*/ 5167 w 9339"/>
              <a:gd name="connsiteY110-3642" fmla="*/ 1169 h 10000"/>
              <a:gd name="connsiteX111-3643" fmla="*/ 4828 w 9339"/>
              <a:gd name="connsiteY111-3644" fmla="*/ 1169 h 10000"/>
              <a:gd name="connsiteX112-3645" fmla="*/ 4382 w 9339"/>
              <a:gd name="connsiteY112-3646" fmla="*/ 1169 h 10000"/>
              <a:gd name="connsiteX113-3647" fmla="*/ 3935 w 9339"/>
              <a:gd name="connsiteY113-3648" fmla="*/ 1280 h 10000"/>
              <a:gd name="connsiteX114-3649" fmla="*/ 3488 w 9339"/>
              <a:gd name="connsiteY114-3650" fmla="*/ 1280 h 10000"/>
              <a:gd name="connsiteX115-3651" fmla="*/ 2937 w 9339"/>
              <a:gd name="connsiteY115-3652" fmla="*/ 1373 h 10000"/>
              <a:gd name="connsiteX116-3653" fmla="*/ 1806 w 9339"/>
              <a:gd name="connsiteY116-3654" fmla="*/ 1466 h 10000"/>
              <a:gd name="connsiteX117-3655" fmla="*/ 678 w 9339"/>
              <a:gd name="connsiteY117-3656" fmla="*/ 1670 h 10000"/>
              <a:gd name="connsiteX118-3657" fmla="*/ 0 w 9339"/>
              <a:gd name="connsiteY118-3658" fmla="*/ 1076 h 10000"/>
              <a:gd name="connsiteX119-3659" fmla="*/ 572 w 9339"/>
              <a:gd name="connsiteY119-3660" fmla="*/ 983 h 10000"/>
              <a:gd name="connsiteX120-3661" fmla="*/ 1124 w 9339"/>
              <a:gd name="connsiteY120-3662" fmla="*/ 891 h 10000"/>
              <a:gd name="connsiteX121-3663" fmla="*/ 1700 w 9339"/>
              <a:gd name="connsiteY121-3664" fmla="*/ 891 h 10000"/>
              <a:gd name="connsiteX122-3665" fmla="*/ 2147 w 9339"/>
              <a:gd name="connsiteY122-3666" fmla="*/ 779 h 10000"/>
              <a:gd name="connsiteX123-3667" fmla="*/ 2699 w 9339"/>
              <a:gd name="connsiteY123-3668" fmla="*/ 779 h 10000"/>
              <a:gd name="connsiteX124-3669" fmla="*/ 3041 w 9339"/>
              <a:gd name="connsiteY124-3670" fmla="*/ 779 h 10000"/>
              <a:gd name="connsiteX125-3671" fmla="*/ 3488 w 9339"/>
              <a:gd name="connsiteY125-3672" fmla="*/ 686 h 10000"/>
              <a:gd name="connsiteX126-3673" fmla="*/ 3828 w 9339"/>
              <a:gd name="connsiteY126-3674" fmla="*/ 686 h 10000"/>
              <a:gd name="connsiteX127-3675" fmla="*/ 4382 w 9339"/>
              <a:gd name="connsiteY127-3676" fmla="*/ 594 h 10000"/>
              <a:gd name="connsiteX128-3677" fmla="*/ 4956 w 9339"/>
              <a:gd name="connsiteY128-3678" fmla="*/ 594 h 10000"/>
              <a:gd name="connsiteX129-3679" fmla="*/ 5402 w 9339"/>
              <a:gd name="connsiteY129-3680" fmla="*/ 482 h 10000"/>
              <a:gd name="connsiteX130-3681" fmla="*/ 5848 w 9339"/>
              <a:gd name="connsiteY130-3682" fmla="*/ 482 h 10000"/>
              <a:gd name="connsiteX131-3683" fmla="*/ 6083 w 9339"/>
              <a:gd name="connsiteY131-3684" fmla="*/ 390 h 10000"/>
              <a:gd name="connsiteX132-3685" fmla="*/ 6295 w 9339"/>
              <a:gd name="connsiteY132-3686" fmla="*/ 297 h 10000"/>
              <a:gd name="connsiteX133-3687" fmla="*/ 6529 w 9339"/>
              <a:gd name="connsiteY133-3688" fmla="*/ 297 h 10000"/>
              <a:gd name="connsiteX134-3689" fmla="*/ 6529 w 9339"/>
              <a:gd name="connsiteY134-3690" fmla="*/ 204 h 10000"/>
              <a:gd name="connsiteX135-3691" fmla="*/ 6529 w 9339"/>
              <a:gd name="connsiteY135-3692" fmla="*/ 204 h 10000"/>
              <a:gd name="connsiteX0-3693" fmla="*/ 6379 w 9388"/>
              <a:gd name="connsiteY0-3694" fmla="*/ 204 h 10000"/>
              <a:gd name="connsiteX1-3695" fmla="*/ 6497 w 9388"/>
              <a:gd name="connsiteY1-3696" fmla="*/ 93 h 10000"/>
              <a:gd name="connsiteX2-3697" fmla="*/ 6749 w 9388"/>
              <a:gd name="connsiteY2-3698" fmla="*/ 93 h 10000"/>
              <a:gd name="connsiteX3-3699" fmla="*/ 6859 w 9388"/>
              <a:gd name="connsiteY3-3700" fmla="*/ 0 h 10000"/>
              <a:gd name="connsiteX4-3701" fmla="*/ 6972 w 9388"/>
              <a:gd name="connsiteY4-3702" fmla="*/ 0 h 10000"/>
              <a:gd name="connsiteX5-3703" fmla="*/ 7224 w 9388"/>
              <a:gd name="connsiteY5-3704" fmla="*/ 93 h 10000"/>
              <a:gd name="connsiteX6-3705" fmla="*/ 7588 w 9388"/>
              <a:gd name="connsiteY6-3706" fmla="*/ 204 h 10000"/>
              <a:gd name="connsiteX7-3707" fmla="*/ 7700 w 9388"/>
              <a:gd name="connsiteY7-3708" fmla="*/ 297 h 10000"/>
              <a:gd name="connsiteX8-3709" fmla="*/ 7930 w 9388"/>
              <a:gd name="connsiteY8-3710" fmla="*/ 482 h 10000"/>
              <a:gd name="connsiteX9-3711" fmla="*/ 8063 w 9388"/>
              <a:gd name="connsiteY9-3712" fmla="*/ 594 h 10000"/>
              <a:gd name="connsiteX10-3713" fmla="*/ 8296 w 9388"/>
              <a:gd name="connsiteY10-3714" fmla="*/ 686 h 10000"/>
              <a:gd name="connsiteX11-3715" fmla="*/ 8545 w 9388"/>
              <a:gd name="connsiteY11-3716" fmla="*/ 891 h 10000"/>
              <a:gd name="connsiteX12-3717" fmla="*/ 8772 w 9388"/>
              <a:gd name="connsiteY12-3718" fmla="*/ 983 h 10000"/>
              <a:gd name="connsiteX13-3719" fmla="*/ 8908 w 9388"/>
              <a:gd name="connsiteY13-3720" fmla="*/ 1169 h 10000"/>
              <a:gd name="connsiteX14-3721" fmla="*/ 9137 w 9388"/>
              <a:gd name="connsiteY14-3722" fmla="*/ 1280 h 10000"/>
              <a:gd name="connsiteX15-3723" fmla="*/ 9251 w 9388"/>
              <a:gd name="connsiteY15-3724" fmla="*/ 1373 h 10000"/>
              <a:gd name="connsiteX16-3725" fmla="*/ 9251 w 9388"/>
              <a:gd name="connsiteY16-3726" fmla="*/ 1466 h 10000"/>
              <a:gd name="connsiteX17-3727" fmla="*/ 9388 w 9388"/>
              <a:gd name="connsiteY17-3728" fmla="*/ 1466 h 10000"/>
              <a:gd name="connsiteX18-3729" fmla="*/ 9388 w 9388"/>
              <a:gd name="connsiteY18-3730" fmla="*/ 1577 h 10000"/>
              <a:gd name="connsiteX19-3731" fmla="*/ 9388 w 9388"/>
              <a:gd name="connsiteY19-3732" fmla="*/ 1670 h 10000"/>
              <a:gd name="connsiteX20-3733" fmla="*/ 9251 w 9388"/>
              <a:gd name="connsiteY20-3734" fmla="*/ 1763 h 10000"/>
              <a:gd name="connsiteX21-3735" fmla="*/ 9137 w 9388"/>
              <a:gd name="connsiteY21-3736" fmla="*/ 1763 h 10000"/>
              <a:gd name="connsiteX22-3737" fmla="*/ 9024 w 9388"/>
              <a:gd name="connsiteY22-3738" fmla="*/ 1855 h 10000"/>
              <a:gd name="connsiteX23-3739" fmla="*/ 8908 w 9388"/>
              <a:gd name="connsiteY23-3740" fmla="*/ 1855 h 10000"/>
              <a:gd name="connsiteX24-3741" fmla="*/ 8908 w 9388"/>
              <a:gd name="connsiteY24-3742" fmla="*/ 1967 h 10000"/>
              <a:gd name="connsiteX25-3743" fmla="*/ 8772 w 9388"/>
              <a:gd name="connsiteY25-3744" fmla="*/ 2059 h 10000"/>
              <a:gd name="connsiteX26-3745" fmla="*/ 8659 w 9388"/>
              <a:gd name="connsiteY26-3746" fmla="*/ 2263 h 10000"/>
              <a:gd name="connsiteX27-3747" fmla="*/ 8659 w 9388"/>
              <a:gd name="connsiteY27-3748" fmla="*/ 2449 h 10000"/>
              <a:gd name="connsiteX28-3749" fmla="*/ 8545 w 9388"/>
              <a:gd name="connsiteY28-3750" fmla="*/ 2653 h 10000"/>
              <a:gd name="connsiteX29-3751" fmla="*/ 8545 w 9388"/>
              <a:gd name="connsiteY29-3752" fmla="*/ 2950 h 10000"/>
              <a:gd name="connsiteX30-3753" fmla="*/ 8545 w 9388"/>
              <a:gd name="connsiteY30-3754" fmla="*/ 3135 h 10000"/>
              <a:gd name="connsiteX31-3755" fmla="*/ 8408 w 9388"/>
              <a:gd name="connsiteY31-3756" fmla="*/ 3432 h 10000"/>
              <a:gd name="connsiteX32-3757" fmla="*/ 8408 w 9388"/>
              <a:gd name="connsiteY32-3758" fmla="*/ 3822 h 10000"/>
              <a:gd name="connsiteX33-3759" fmla="*/ 8296 w 9388"/>
              <a:gd name="connsiteY33-3760" fmla="*/ 4119 h 10000"/>
              <a:gd name="connsiteX34-3761" fmla="*/ 8181 w 9388"/>
              <a:gd name="connsiteY34-3762" fmla="*/ 4508 h 10000"/>
              <a:gd name="connsiteX35-3763" fmla="*/ 8063 w 9388"/>
              <a:gd name="connsiteY35-3764" fmla="*/ 4898 h 10000"/>
              <a:gd name="connsiteX36-3765" fmla="*/ 7930 w 9388"/>
              <a:gd name="connsiteY36-3766" fmla="*/ 5288 h 10000"/>
              <a:gd name="connsiteX37-3767" fmla="*/ 7700 w 9388"/>
              <a:gd name="connsiteY37-3768" fmla="*/ 6178 h 10000"/>
              <a:gd name="connsiteX38-3769" fmla="*/ 7588 w 9388"/>
              <a:gd name="connsiteY38-3770" fmla="*/ 6568 h 10000"/>
              <a:gd name="connsiteX39-3771" fmla="*/ 7454 w 9388"/>
              <a:gd name="connsiteY39-3772" fmla="*/ 6957 h 10000"/>
              <a:gd name="connsiteX40-3773" fmla="*/ 7339 w 9388"/>
              <a:gd name="connsiteY40-3774" fmla="*/ 7347 h 10000"/>
              <a:gd name="connsiteX41-3775" fmla="*/ 7224 w 9388"/>
              <a:gd name="connsiteY41-3776" fmla="*/ 7737 h 10000"/>
              <a:gd name="connsiteX42-3777" fmla="*/ 7086 w 9388"/>
              <a:gd name="connsiteY42-3778" fmla="*/ 8033 h 10000"/>
              <a:gd name="connsiteX43-3779" fmla="*/ 7086 w 9388"/>
              <a:gd name="connsiteY43-3780" fmla="*/ 8237 h 10000"/>
              <a:gd name="connsiteX44-3781" fmla="*/ 6972 w 9388"/>
              <a:gd name="connsiteY44-3782" fmla="*/ 8534 h 10000"/>
              <a:gd name="connsiteX45-3783" fmla="*/ 6859 w 9388"/>
              <a:gd name="connsiteY45-3784" fmla="*/ 8720 h 10000"/>
              <a:gd name="connsiteX46-3785" fmla="*/ 6608 w 9388"/>
              <a:gd name="connsiteY46-3786" fmla="*/ 9017 h 10000"/>
              <a:gd name="connsiteX47-3787" fmla="*/ 6379 w 9388"/>
              <a:gd name="connsiteY47-3788" fmla="*/ 9314 h 10000"/>
              <a:gd name="connsiteX48-3789" fmla="*/ 6129 w 9388"/>
              <a:gd name="connsiteY48-3790" fmla="*/ 9610 h 10000"/>
              <a:gd name="connsiteX49-3791" fmla="*/ 5902 w 9388"/>
              <a:gd name="connsiteY49-3792" fmla="*/ 9703 h 10000"/>
              <a:gd name="connsiteX50-3793" fmla="*/ 5650 w 9388"/>
              <a:gd name="connsiteY50-3794" fmla="*/ 9889 h 10000"/>
              <a:gd name="connsiteX51-3795" fmla="*/ 5399 w 9388"/>
              <a:gd name="connsiteY51-3796" fmla="*/ 10000 h 10000"/>
              <a:gd name="connsiteX52-3797" fmla="*/ 5172 w 9388"/>
              <a:gd name="connsiteY52-3798" fmla="*/ 10000 h 10000"/>
              <a:gd name="connsiteX53-3799" fmla="*/ 4921 w 9388"/>
              <a:gd name="connsiteY53-3800" fmla="*/ 10000 h 10000"/>
              <a:gd name="connsiteX54-3801" fmla="*/ 4921 w 9388"/>
              <a:gd name="connsiteY54-3802" fmla="*/ 9889 h 10000"/>
              <a:gd name="connsiteX55-3803" fmla="*/ 4807 w 9388"/>
              <a:gd name="connsiteY55-3804" fmla="*/ 9889 h 10000"/>
              <a:gd name="connsiteX56-3805" fmla="*/ 4807 w 9388"/>
              <a:gd name="connsiteY56-3806" fmla="*/ 9796 h 10000"/>
              <a:gd name="connsiteX57-3807" fmla="*/ 4807 w 9388"/>
              <a:gd name="connsiteY57-3808" fmla="*/ 9610 h 10000"/>
              <a:gd name="connsiteX58-3809" fmla="*/ 4807 w 9388"/>
              <a:gd name="connsiteY58-3810" fmla="*/ 9499 h 10000"/>
              <a:gd name="connsiteX59-3811" fmla="*/ 4807 w 9388"/>
              <a:gd name="connsiteY59-3812" fmla="*/ 9406 h 10000"/>
              <a:gd name="connsiteX60-3813" fmla="*/ 4807 w 9388"/>
              <a:gd name="connsiteY60-3814" fmla="*/ 9202 h 10000"/>
              <a:gd name="connsiteX61-3815" fmla="*/ 4807 w 9388"/>
              <a:gd name="connsiteY61-3816" fmla="*/ 9017 h 10000"/>
              <a:gd name="connsiteX62-3817" fmla="*/ 4695 w 9388"/>
              <a:gd name="connsiteY62-3818" fmla="*/ 8813 h 10000"/>
              <a:gd name="connsiteX63-3819" fmla="*/ 4558 w 9388"/>
              <a:gd name="connsiteY63-3820" fmla="*/ 8534 h 10000"/>
              <a:gd name="connsiteX64-3821" fmla="*/ 4330 w 9388"/>
              <a:gd name="connsiteY64-3822" fmla="*/ 8126 h 10000"/>
              <a:gd name="connsiteX65-3823" fmla="*/ 4216 w 9388"/>
              <a:gd name="connsiteY65-3824" fmla="*/ 7737 h 10000"/>
              <a:gd name="connsiteX66-3825" fmla="*/ 3851 w 9388"/>
              <a:gd name="connsiteY66-3826" fmla="*/ 7347 h 10000"/>
              <a:gd name="connsiteX67-3827" fmla="*/ 3602 w 9388"/>
              <a:gd name="connsiteY67-3828" fmla="*/ 6753 h 10000"/>
              <a:gd name="connsiteX68-3829" fmla="*/ 3851 w 9388"/>
              <a:gd name="connsiteY68-3830" fmla="*/ 6957 h 10000"/>
              <a:gd name="connsiteX69-3831" fmla="*/ 4216 w 9388"/>
              <a:gd name="connsiteY69-3832" fmla="*/ 7161 h 10000"/>
              <a:gd name="connsiteX70-3833" fmla="*/ 4442 w 9388"/>
              <a:gd name="connsiteY70-3834" fmla="*/ 7347 h 10000"/>
              <a:gd name="connsiteX71-3835" fmla="*/ 4695 w 9388"/>
              <a:gd name="connsiteY71-3836" fmla="*/ 7440 h 10000"/>
              <a:gd name="connsiteX72-3837" fmla="*/ 4921 w 9388"/>
              <a:gd name="connsiteY72-3838" fmla="*/ 7551 h 10000"/>
              <a:gd name="connsiteX73-3839" fmla="*/ 5060 w 9388"/>
              <a:gd name="connsiteY73-3840" fmla="*/ 7551 h 10000"/>
              <a:gd name="connsiteX74-3841" fmla="*/ 5172 w 9388"/>
              <a:gd name="connsiteY74-3842" fmla="*/ 7644 h 10000"/>
              <a:gd name="connsiteX75-3843" fmla="*/ 5287 w 9388"/>
              <a:gd name="connsiteY75-3844" fmla="*/ 7644 h 10000"/>
              <a:gd name="connsiteX76-3845" fmla="*/ 5399 w 9388"/>
              <a:gd name="connsiteY76-3846" fmla="*/ 7644 h 10000"/>
              <a:gd name="connsiteX77-3847" fmla="*/ 5537 w 9388"/>
              <a:gd name="connsiteY77-3848" fmla="*/ 7644 h 10000"/>
              <a:gd name="connsiteX78-3849" fmla="*/ 5650 w 9388"/>
              <a:gd name="connsiteY78-3850" fmla="*/ 7551 h 10000"/>
              <a:gd name="connsiteX79-3851" fmla="*/ 5767 w 9388"/>
              <a:gd name="connsiteY79-3852" fmla="*/ 7440 h 10000"/>
              <a:gd name="connsiteX80-3853" fmla="*/ 5767 w 9388"/>
              <a:gd name="connsiteY80-3854" fmla="*/ 7347 h 10000"/>
              <a:gd name="connsiteX81-3855" fmla="*/ 5902 w 9388"/>
              <a:gd name="connsiteY81-3856" fmla="*/ 7254 h 10000"/>
              <a:gd name="connsiteX82-3857" fmla="*/ 6015 w 9388"/>
              <a:gd name="connsiteY82-3858" fmla="*/ 7050 h 10000"/>
              <a:gd name="connsiteX83-3859" fmla="*/ 6015 w 9388"/>
              <a:gd name="connsiteY83-3860" fmla="*/ 6865 h 10000"/>
              <a:gd name="connsiteX84-3861" fmla="*/ 6129 w 9388"/>
              <a:gd name="connsiteY84-3862" fmla="*/ 6660 h 10000"/>
              <a:gd name="connsiteX85-3863" fmla="*/ 6243 w 9388"/>
              <a:gd name="connsiteY85-3864" fmla="*/ 6364 h 10000"/>
              <a:gd name="connsiteX86-3865" fmla="*/ 6379 w 9388"/>
              <a:gd name="connsiteY86-3866" fmla="*/ 6067 h 10000"/>
              <a:gd name="connsiteX87-3867" fmla="*/ 6379 w 9388"/>
              <a:gd name="connsiteY87-3868" fmla="*/ 5677 h 10000"/>
              <a:gd name="connsiteX88-3869" fmla="*/ 6608 w 9388"/>
              <a:gd name="connsiteY88-3870" fmla="*/ 4991 h 10000"/>
              <a:gd name="connsiteX89-3871" fmla="*/ 6749 w 9388"/>
              <a:gd name="connsiteY89-3872" fmla="*/ 4212 h 10000"/>
              <a:gd name="connsiteX90-3873" fmla="*/ 6749 w 9388"/>
              <a:gd name="connsiteY90-3874" fmla="*/ 3525 h 10000"/>
              <a:gd name="connsiteX91-3875" fmla="*/ 6859 w 9388"/>
              <a:gd name="connsiteY91-3876" fmla="*/ 2839 h 10000"/>
              <a:gd name="connsiteX92-3877" fmla="*/ 6859 w 9388"/>
              <a:gd name="connsiteY92-3878" fmla="*/ 2542 h 10000"/>
              <a:gd name="connsiteX93-3879" fmla="*/ 6859 w 9388"/>
              <a:gd name="connsiteY93-3880" fmla="*/ 2263 h 10000"/>
              <a:gd name="connsiteX94-3881" fmla="*/ 6859 w 9388"/>
              <a:gd name="connsiteY94-3882" fmla="*/ 2059 h 10000"/>
              <a:gd name="connsiteX95-3883" fmla="*/ 6859 w 9388"/>
              <a:gd name="connsiteY95-3884" fmla="*/ 1855 h 10000"/>
              <a:gd name="connsiteX96-3885" fmla="*/ 6859 w 9388"/>
              <a:gd name="connsiteY96-3886" fmla="*/ 1670 h 10000"/>
              <a:gd name="connsiteX97-3887" fmla="*/ 6859 w 9388"/>
              <a:gd name="connsiteY97-3888" fmla="*/ 1577 h 10000"/>
              <a:gd name="connsiteX98-3889" fmla="*/ 6749 w 9388"/>
              <a:gd name="connsiteY98-3890" fmla="*/ 1466 h 10000"/>
              <a:gd name="connsiteX99-3891" fmla="*/ 6749 w 9388"/>
              <a:gd name="connsiteY99-3892" fmla="*/ 1373 h 10000"/>
              <a:gd name="connsiteX100-3893" fmla="*/ 6749 w 9388"/>
              <a:gd name="connsiteY100-3894" fmla="*/ 1280 h 10000"/>
              <a:gd name="connsiteX101-3895" fmla="*/ 6608 w 9388"/>
              <a:gd name="connsiteY101-3896" fmla="*/ 1280 h 10000"/>
              <a:gd name="connsiteX102-3897" fmla="*/ 6497 w 9388"/>
              <a:gd name="connsiteY102-3898" fmla="*/ 1169 h 10000"/>
              <a:gd name="connsiteX103-3899" fmla="*/ 6497 w 9388"/>
              <a:gd name="connsiteY103-3900" fmla="*/ 1169 h 10000"/>
              <a:gd name="connsiteX104-3901" fmla="*/ 6243 w 9388"/>
              <a:gd name="connsiteY104-3902" fmla="*/ 1169 h 10000"/>
              <a:gd name="connsiteX105-3903" fmla="*/ 6129 w 9388"/>
              <a:gd name="connsiteY105-3904" fmla="*/ 1169 h 10000"/>
              <a:gd name="connsiteX106-3905" fmla="*/ 6015 w 9388"/>
              <a:gd name="connsiteY106-3906" fmla="*/ 1169 h 10000"/>
              <a:gd name="connsiteX107-3907" fmla="*/ 5767 w 9388"/>
              <a:gd name="connsiteY107-3908" fmla="*/ 1169 h 10000"/>
              <a:gd name="connsiteX108-3909" fmla="*/ 5537 w 9388"/>
              <a:gd name="connsiteY108-3910" fmla="*/ 1169 h 10000"/>
              <a:gd name="connsiteX109-3911" fmla="*/ 5172 w 9388"/>
              <a:gd name="connsiteY109-3912" fmla="*/ 1169 h 10000"/>
              <a:gd name="connsiteX110-3913" fmla="*/ 4921 w 9388"/>
              <a:gd name="connsiteY110-3914" fmla="*/ 1169 h 10000"/>
              <a:gd name="connsiteX111-3915" fmla="*/ 4558 w 9388"/>
              <a:gd name="connsiteY111-3916" fmla="*/ 1169 h 10000"/>
              <a:gd name="connsiteX112-3917" fmla="*/ 4080 w 9388"/>
              <a:gd name="connsiteY112-3918" fmla="*/ 1169 h 10000"/>
              <a:gd name="connsiteX113-3919" fmla="*/ 3602 w 9388"/>
              <a:gd name="connsiteY113-3920" fmla="*/ 1280 h 10000"/>
              <a:gd name="connsiteX114-3921" fmla="*/ 3123 w 9388"/>
              <a:gd name="connsiteY114-3922" fmla="*/ 1280 h 10000"/>
              <a:gd name="connsiteX115-3923" fmla="*/ 2533 w 9388"/>
              <a:gd name="connsiteY115-3924" fmla="*/ 1373 h 10000"/>
              <a:gd name="connsiteX116-3925" fmla="*/ 1322 w 9388"/>
              <a:gd name="connsiteY116-3926" fmla="*/ 1466 h 10000"/>
              <a:gd name="connsiteX117-3927" fmla="*/ 114 w 9388"/>
              <a:gd name="connsiteY117-3928" fmla="*/ 1670 h 10000"/>
              <a:gd name="connsiteX118-3929" fmla="*/ 0 w 9388"/>
              <a:gd name="connsiteY118-3930" fmla="*/ 983 h 10000"/>
              <a:gd name="connsiteX119-3931" fmla="*/ 592 w 9388"/>
              <a:gd name="connsiteY119-3932" fmla="*/ 891 h 10000"/>
              <a:gd name="connsiteX120-3933" fmla="*/ 1208 w 9388"/>
              <a:gd name="connsiteY120-3934" fmla="*/ 891 h 10000"/>
              <a:gd name="connsiteX121-3935" fmla="*/ 1687 w 9388"/>
              <a:gd name="connsiteY121-3936" fmla="*/ 779 h 10000"/>
              <a:gd name="connsiteX122-3937" fmla="*/ 2278 w 9388"/>
              <a:gd name="connsiteY122-3938" fmla="*/ 779 h 10000"/>
              <a:gd name="connsiteX123-3939" fmla="*/ 2644 w 9388"/>
              <a:gd name="connsiteY123-3940" fmla="*/ 779 h 10000"/>
              <a:gd name="connsiteX124-3941" fmla="*/ 3123 w 9388"/>
              <a:gd name="connsiteY124-3942" fmla="*/ 686 h 10000"/>
              <a:gd name="connsiteX125-3943" fmla="*/ 3487 w 9388"/>
              <a:gd name="connsiteY125-3944" fmla="*/ 686 h 10000"/>
              <a:gd name="connsiteX126-3945" fmla="*/ 4080 w 9388"/>
              <a:gd name="connsiteY126-3946" fmla="*/ 594 h 10000"/>
              <a:gd name="connsiteX127-3947" fmla="*/ 4695 w 9388"/>
              <a:gd name="connsiteY127-3948" fmla="*/ 594 h 10000"/>
              <a:gd name="connsiteX128-3949" fmla="*/ 5172 w 9388"/>
              <a:gd name="connsiteY128-3950" fmla="*/ 482 h 10000"/>
              <a:gd name="connsiteX129-3951" fmla="*/ 5650 w 9388"/>
              <a:gd name="connsiteY129-3952" fmla="*/ 482 h 10000"/>
              <a:gd name="connsiteX130-3953" fmla="*/ 5902 w 9388"/>
              <a:gd name="connsiteY130-3954" fmla="*/ 390 h 10000"/>
              <a:gd name="connsiteX131-3955" fmla="*/ 6129 w 9388"/>
              <a:gd name="connsiteY131-3956" fmla="*/ 297 h 10000"/>
              <a:gd name="connsiteX132-3957" fmla="*/ 6379 w 9388"/>
              <a:gd name="connsiteY132-3958" fmla="*/ 297 h 10000"/>
              <a:gd name="connsiteX133-3959" fmla="*/ 6379 w 9388"/>
              <a:gd name="connsiteY133-3960" fmla="*/ 204 h 10000"/>
              <a:gd name="connsiteX134-3961" fmla="*/ 6379 w 9388"/>
              <a:gd name="connsiteY134-3962" fmla="*/ 204 h 10000"/>
              <a:gd name="connsiteX0-3963" fmla="*/ 6795 w 10000"/>
              <a:gd name="connsiteY0-3964" fmla="*/ 204 h 10000"/>
              <a:gd name="connsiteX1-3965" fmla="*/ 6921 w 10000"/>
              <a:gd name="connsiteY1-3966" fmla="*/ 93 h 10000"/>
              <a:gd name="connsiteX2-3967" fmla="*/ 7189 w 10000"/>
              <a:gd name="connsiteY2-3968" fmla="*/ 93 h 10000"/>
              <a:gd name="connsiteX3-3969" fmla="*/ 7306 w 10000"/>
              <a:gd name="connsiteY3-3970" fmla="*/ 0 h 10000"/>
              <a:gd name="connsiteX4-3971" fmla="*/ 7427 w 10000"/>
              <a:gd name="connsiteY4-3972" fmla="*/ 0 h 10000"/>
              <a:gd name="connsiteX5-3973" fmla="*/ 7695 w 10000"/>
              <a:gd name="connsiteY5-3974" fmla="*/ 93 h 10000"/>
              <a:gd name="connsiteX6-3975" fmla="*/ 8083 w 10000"/>
              <a:gd name="connsiteY6-3976" fmla="*/ 204 h 10000"/>
              <a:gd name="connsiteX7-3977" fmla="*/ 8202 w 10000"/>
              <a:gd name="connsiteY7-3978" fmla="*/ 297 h 10000"/>
              <a:gd name="connsiteX8-3979" fmla="*/ 8447 w 10000"/>
              <a:gd name="connsiteY8-3980" fmla="*/ 482 h 10000"/>
              <a:gd name="connsiteX9-3981" fmla="*/ 8589 w 10000"/>
              <a:gd name="connsiteY9-3982" fmla="*/ 594 h 10000"/>
              <a:gd name="connsiteX10-3983" fmla="*/ 8837 w 10000"/>
              <a:gd name="connsiteY10-3984" fmla="*/ 686 h 10000"/>
              <a:gd name="connsiteX11-3985" fmla="*/ 9102 w 10000"/>
              <a:gd name="connsiteY11-3986" fmla="*/ 891 h 10000"/>
              <a:gd name="connsiteX12-3987" fmla="*/ 9344 w 10000"/>
              <a:gd name="connsiteY12-3988" fmla="*/ 983 h 10000"/>
              <a:gd name="connsiteX13-3989" fmla="*/ 9489 w 10000"/>
              <a:gd name="connsiteY13-3990" fmla="*/ 1169 h 10000"/>
              <a:gd name="connsiteX14-3991" fmla="*/ 9733 w 10000"/>
              <a:gd name="connsiteY14-3992" fmla="*/ 1280 h 10000"/>
              <a:gd name="connsiteX15-3993" fmla="*/ 9854 w 10000"/>
              <a:gd name="connsiteY15-3994" fmla="*/ 1373 h 10000"/>
              <a:gd name="connsiteX16-3995" fmla="*/ 9854 w 10000"/>
              <a:gd name="connsiteY16-3996" fmla="*/ 1466 h 10000"/>
              <a:gd name="connsiteX17-3997" fmla="*/ 10000 w 10000"/>
              <a:gd name="connsiteY17-3998" fmla="*/ 1466 h 10000"/>
              <a:gd name="connsiteX18-3999" fmla="*/ 10000 w 10000"/>
              <a:gd name="connsiteY18-4000" fmla="*/ 1577 h 10000"/>
              <a:gd name="connsiteX19-4001" fmla="*/ 10000 w 10000"/>
              <a:gd name="connsiteY19-4002" fmla="*/ 1670 h 10000"/>
              <a:gd name="connsiteX20-4003" fmla="*/ 9854 w 10000"/>
              <a:gd name="connsiteY20-4004" fmla="*/ 1763 h 10000"/>
              <a:gd name="connsiteX21-4005" fmla="*/ 9733 w 10000"/>
              <a:gd name="connsiteY21-4006" fmla="*/ 1763 h 10000"/>
              <a:gd name="connsiteX22-4007" fmla="*/ 9612 w 10000"/>
              <a:gd name="connsiteY22-4008" fmla="*/ 1855 h 10000"/>
              <a:gd name="connsiteX23-4009" fmla="*/ 9489 w 10000"/>
              <a:gd name="connsiteY23-4010" fmla="*/ 1855 h 10000"/>
              <a:gd name="connsiteX24-4011" fmla="*/ 9489 w 10000"/>
              <a:gd name="connsiteY24-4012" fmla="*/ 1967 h 10000"/>
              <a:gd name="connsiteX25-4013" fmla="*/ 9344 w 10000"/>
              <a:gd name="connsiteY25-4014" fmla="*/ 2059 h 10000"/>
              <a:gd name="connsiteX26-4015" fmla="*/ 9223 w 10000"/>
              <a:gd name="connsiteY26-4016" fmla="*/ 2263 h 10000"/>
              <a:gd name="connsiteX27-4017" fmla="*/ 9223 w 10000"/>
              <a:gd name="connsiteY27-4018" fmla="*/ 2449 h 10000"/>
              <a:gd name="connsiteX28-4019" fmla="*/ 9102 w 10000"/>
              <a:gd name="connsiteY28-4020" fmla="*/ 2653 h 10000"/>
              <a:gd name="connsiteX29-4021" fmla="*/ 9102 w 10000"/>
              <a:gd name="connsiteY29-4022" fmla="*/ 2950 h 10000"/>
              <a:gd name="connsiteX30-4023" fmla="*/ 9102 w 10000"/>
              <a:gd name="connsiteY30-4024" fmla="*/ 3135 h 10000"/>
              <a:gd name="connsiteX31-4025" fmla="*/ 8956 w 10000"/>
              <a:gd name="connsiteY31-4026" fmla="*/ 3432 h 10000"/>
              <a:gd name="connsiteX32-4027" fmla="*/ 8956 w 10000"/>
              <a:gd name="connsiteY32-4028" fmla="*/ 3822 h 10000"/>
              <a:gd name="connsiteX33-4029" fmla="*/ 8837 w 10000"/>
              <a:gd name="connsiteY33-4030" fmla="*/ 4119 h 10000"/>
              <a:gd name="connsiteX34-4031" fmla="*/ 8714 w 10000"/>
              <a:gd name="connsiteY34-4032" fmla="*/ 4508 h 10000"/>
              <a:gd name="connsiteX35-4033" fmla="*/ 8589 w 10000"/>
              <a:gd name="connsiteY35-4034" fmla="*/ 4898 h 10000"/>
              <a:gd name="connsiteX36-4035" fmla="*/ 8447 w 10000"/>
              <a:gd name="connsiteY36-4036" fmla="*/ 5288 h 10000"/>
              <a:gd name="connsiteX37-4037" fmla="*/ 8202 w 10000"/>
              <a:gd name="connsiteY37-4038" fmla="*/ 6178 h 10000"/>
              <a:gd name="connsiteX38-4039" fmla="*/ 8083 w 10000"/>
              <a:gd name="connsiteY38-4040" fmla="*/ 6568 h 10000"/>
              <a:gd name="connsiteX39-4041" fmla="*/ 7940 w 10000"/>
              <a:gd name="connsiteY39-4042" fmla="*/ 6957 h 10000"/>
              <a:gd name="connsiteX40-4043" fmla="*/ 7817 w 10000"/>
              <a:gd name="connsiteY40-4044" fmla="*/ 7347 h 10000"/>
              <a:gd name="connsiteX41-4045" fmla="*/ 7695 w 10000"/>
              <a:gd name="connsiteY41-4046" fmla="*/ 7737 h 10000"/>
              <a:gd name="connsiteX42-4047" fmla="*/ 7548 w 10000"/>
              <a:gd name="connsiteY42-4048" fmla="*/ 8033 h 10000"/>
              <a:gd name="connsiteX43-4049" fmla="*/ 7548 w 10000"/>
              <a:gd name="connsiteY43-4050" fmla="*/ 8237 h 10000"/>
              <a:gd name="connsiteX44-4051" fmla="*/ 7427 w 10000"/>
              <a:gd name="connsiteY44-4052" fmla="*/ 8534 h 10000"/>
              <a:gd name="connsiteX45-4053" fmla="*/ 7306 w 10000"/>
              <a:gd name="connsiteY45-4054" fmla="*/ 8720 h 10000"/>
              <a:gd name="connsiteX46-4055" fmla="*/ 7039 w 10000"/>
              <a:gd name="connsiteY46-4056" fmla="*/ 9017 h 10000"/>
              <a:gd name="connsiteX47-4057" fmla="*/ 6795 w 10000"/>
              <a:gd name="connsiteY47-4058" fmla="*/ 9314 h 10000"/>
              <a:gd name="connsiteX48-4059" fmla="*/ 6529 w 10000"/>
              <a:gd name="connsiteY48-4060" fmla="*/ 9610 h 10000"/>
              <a:gd name="connsiteX49-4061" fmla="*/ 6287 w 10000"/>
              <a:gd name="connsiteY49-4062" fmla="*/ 9703 h 10000"/>
              <a:gd name="connsiteX50-4063" fmla="*/ 6018 w 10000"/>
              <a:gd name="connsiteY50-4064" fmla="*/ 9889 h 10000"/>
              <a:gd name="connsiteX51-4065" fmla="*/ 5751 w 10000"/>
              <a:gd name="connsiteY51-4066" fmla="*/ 10000 h 10000"/>
              <a:gd name="connsiteX52-4067" fmla="*/ 5509 w 10000"/>
              <a:gd name="connsiteY52-4068" fmla="*/ 10000 h 10000"/>
              <a:gd name="connsiteX53-4069" fmla="*/ 5242 w 10000"/>
              <a:gd name="connsiteY53-4070" fmla="*/ 10000 h 10000"/>
              <a:gd name="connsiteX54-4071" fmla="*/ 5242 w 10000"/>
              <a:gd name="connsiteY54-4072" fmla="*/ 9889 h 10000"/>
              <a:gd name="connsiteX55-4073" fmla="*/ 5120 w 10000"/>
              <a:gd name="connsiteY55-4074" fmla="*/ 9889 h 10000"/>
              <a:gd name="connsiteX56-4075" fmla="*/ 5120 w 10000"/>
              <a:gd name="connsiteY56-4076" fmla="*/ 9796 h 10000"/>
              <a:gd name="connsiteX57-4077" fmla="*/ 5120 w 10000"/>
              <a:gd name="connsiteY57-4078" fmla="*/ 9610 h 10000"/>
              <a:gd name="connsiteX58-4079" fmla="*/ 5120 w 10000"/>
              <a:gd name="connsiteY58-4080" fmla="*/ 9499 h 10000"/>
              <a:gd name="connsiteX59-4081" fmla="*/ 5120 w 10000"/>
              <a:gd name="connsiteY59-4082" fmla="*/ 9406 h 10000"/>
              <a:gd name="connsiteX60-4083" fmla="*/ 5120 w 10000"/>
              <a:gd name="connsiteY60-4084" fmla="*/ 9202 h 10000"/>
              <a:gd name="connsiteX61-4085" fmla="*/ 5120 w 10000"/>
              <a:gd name="connsiteY61-4086" fmla="*/ 9017 h 10000"/>
              <a:gd name="connsiteX62-4087" fmla="*/ 5001 w 10000"/>
              <a:gd name="connsiteY62-4088" fmla="*/ 8813 h 10000"/>
              <a:gd name="connsiteX63-4089" fmla="*/ 4855 w 10000"/>
              <a:gd name="connsiteY63-4090" fmla="*/ 8534 h 10000"/>
              <a:gd name="connsiteX64-4091" fmla="*/ 4612 w 10000"/>
              <a:gd name="connsiteY64-4092" fmla="*/ 8126 h 10000"/>
              <a:gd name="connsiteX65-4093" fmla="*/ 4491 w 10000"/>
              <a:gd name="connsiteY65-4094" fmla="*/ 7737 h 10000"/>
              <a:gd name="connsiteX66-4095" fmla="*/ 4102 w 10000"/>
              <a:gd name="connsiteY66-4096" fmla="*/ 7347 h 10000"/>
              <a:gd name="connsiteX67-4097" fmla="*/ 3837 w 10000"/>
              <a:gd name="connsiteY67-4098" fmla="*/ 6753 h 10000"/>
              <a:gd name="connsiteX68-4099" fmla="*/ 4102 w 10000"/>
              <a:gd name="connsiteY68-4100" fmla="*/ 6957 h 10000"/>
              <a:gd name="connsiteX69-4101" fmla="*/ 4491 w 10000"/>
              <a:gd name="connsiteY69-4102" fmla="*/ 7161 h 10000"/>
              <a:gd name="connsiteX70-4103" fmla="*/ 4732 w 10000"/>
              <a:gd name="connsiteY70-4104" fmla="*/ 7347 h 10000"/>
              <a:gd name="connsiteX71-4105" fmla="*/ 5001 w 10000"/>
              <a:gd name="connsiteY71-4106" fmla="*/ 7440 h 10000"/>
              <a:gd name="connsiteX72-4107" fmla="*/ 5242 w 10000"/>
              <a:gd name="connsiteY72-4108" fmla="*/ 7551 h 10000"/>
              <a:gd name="connsiteX73-4109" fmla="*/ 5390 w 10000"/>
              <a:gd name="connsiteY73-4110" fmla="*/ 7551 h 10000"/>
              <a:gd name="connsiteX74-4111" fmla="*/ 5509 w 10000"/>
              <a:gd name="connsiteY74-4112" fmla="*/ 7644 h 10000"/>
              <a:gd name="connsiteX75-4113" fmla="*/ 5632 w 10000"/>
              <a:gd name="connsiteY75-4114" fmla="*/ 7644 h 10000"/>
              <a:gd name="connsiteX76-4115" fmla="*/ 5751 w 10000"/>
              <a:gd name="connsiteY76-4116" fmla="*/ 7644 h 10000"/>
              <a:gd name="connsiteX77-4117" fmla="*/ 5898 w 10000"/>
              <a:gd name="connsiteY77-4118" fmla="*/ 7644 h 10000"/>
              <a:gd name="connsiteX78-4119" fmla="*/ 6018 w 10000"/>
              <a:gd name="connsiteY78-4120" fmla="*/ 7551 h 10000"/>
              <a:gd name="connsiteX79-4121" fmla="*/ 6143 w 10000"/>
              <a:gd name="connsiteY79-4122" fmla="*/ 7440 h 10000"/>
              <a:gd name="connsiteX80-4123" fmla="*/ 6143 w 10000"/>
              <a:gd name="connsiteY80-4124" fmla="*/ 7347 h 10000"/>
              <a:gd name="connsiteX81-4125" fmla="*/ 6287 w 10000"/>
              <a:gd name="connsiteY81-4126" fmla="*/ 7254 h 10000"/>
              <a:gd name="connsiteX82-4127" fmla="*/ 6407 w 10000"/>
              <a:gd name="connsiteY82-4128" fmla="*/ 7050 h 10000"/>
              <a:gd name="connsiteX83-4129" fmla="*/ 6407 w 10000"/>
              <a:gd name="connsiteY83-4130" fmla="*/ 6865 h 10000"/>
              <a:gd name="connsiteX84-4131" fmla="*/ 6529 w 10000"/>
              <a:gd name="connsiteY84-4132" fmla="*/ 6660 h 10000"/>
              <a:gd name="connsiteX85-4133" fmla="*/ 6650 w 10000"/>
              <a:gd name="connsiteY85-4134" fmla="*/ 6364 h 10000"/>
              <a:gd name="connsiteX86-4135" fmla="*/ 6795 w 10000"/>
              <a:gd name="connsiteY86-4136" fmla="*/ 6067 h 10000"/>
              <a:gd name="connsiteX87-4137" fmla="*/ 6795 w 10000"/>
              <a:gd name="connsiteY87-4138" fmla="*/ 5677 h 10000"/>
              <a:gd name="connsiteX88-4139" fmla="*/ 7039 w 10000"/>
              <a:gd name="connsiteY88-4140" fmla="*/ 4991 h 10000"/>
              <a:gd name="connsiteX89-4141" fmla="*/ 7189 w 10000"/>
              <a:gd name="connsiteY89-4142" fmla="*/ 4212 h 10000"/>
              <a:gd name="connsiteX90-4143" fmla="*/ 7189 w 10000"/>
              <a:gd name="connsiteY90-4144" fmla="*/ 3525 h 10000"/>
              <a:gd name="connsiteX91-4145" fmla="*/ 7306 w 10000"/>
              <a:gd name="connsiteY91-4146" fmla="*/ 2839 h 10000"/>
              <a:gd name="connsiteX92-4147" fmla="*/ 7306 w 10000"/>
              <a:gd name="connsiteY92-4148" fmla="*/ 2542 h 10000"/>
              <a:gd name="connsiteX93-4149" fmla="*/ 7306 w 10000"/>
              <a:gd name="connsiteY93-4150" fmla="*/ 2263 h 10000"/>
              <a:gd name="connsiteX94-4151" fmla="*/ 7306 w 10000"/>
              <a:gd name="connsiteY94-4152" fmla="*/ 2059 h 10000"/>
              <a:gd name="connsiteX95-4153" fmla="*/ 7306 w 10000"/>
              <a:gd name="connsiteY95-4154" fmla="*/ 1855 h 10000"/>
              <a:gd name="connsiteX96-4155" fmla="*/ 7306 w 10000"/>
              <a:gd name="connsiteY96-4156" fmla="*/ 1670 h 10000"/>
              <a:gd name="connsiteX97-4157" fmla="*/ 7306 w 10000"/>
              <a:gd name="connsiteY97-4158" fmla="*/ 1577 h 10000"/>
              <a:gd name="connsiteX98-4159" fmla="*/ 7189 w 10000"/>
              <a:gd name="connsiteY98-4160" fmla="*/ 1466 h 10000"/>
              <a:gd name="connsiteX99-4161" fmla="*/ 7189 w 10000"/>
              <a:gd name="connsiteY99-4162" fmla="*/ 1373 h 10000"/>
              <a:gd name="connsiteX100-4163" fmla="*/ 7189 w 10000"/>
              <a:gd name="connsiteY100-4164" fmla="*/ 1280 h 10000"/>
              <a:gd name="connsiteX101-4165" fmla="*/ 7039 w 10000"/>
              <a:gd name="connsiteY101-4166" fmla="*/ 1280 h 10000"/>
              <a:gd name="connsiteX102-4167" fmla="*/ 6921 w 10000"/>
              <a:gd name="connsiteY102-4168" fmla="*/ 1169 h 10000"/>
              <a:gd name="connsiteX103-4169" fmla="*/ 6921 w 10000"/>
              <a:gd name="connsiteY103-4170" fmla="*/ 1169 h 10000"/>
              <a:gd name="connsiteX104-4171" fmla="*/ 6650 w 10000"/>
              <a:gd name="connsiteY104-4172" fmla="*/ 1169 h 10000"/>
              <a:gd name="connsiteX105-4173" fmla="*/ 6529 w 10000"/>
              <a:gd name="connsiteY105-4174" fmla="*/ 1169 h 10000"/>
              <a:gd name="connsiteX106-4175" fmla="*/ 6407 w 10000"/>
              <a:gd name="connsiteY106-4176" fmla="*/ 1169 h 10000"/>
              <a:gd name="connsiteX107-4177" fmla="*/ 6143 w 10000"/>
              <a:gd name="connsiteY107-4178" fmla="*/ 1169 h 10000"/>
              <a:gd name="connsiteX108-4179" fmla="*/ 5898 w 10000"/>
              <a:gd name="connsiteY108-4180" fmla="*/ 1169 h 10000"/>
              <a:gd name="connsiteX109-4181" fmla="*/ 5509 w 10000"/>
              <a:gd name="connsiteY109-4182" fmla="*/ 1169 h 10000"/>
              <a:gd name="connsiteX110-4183" fmla="*/ 5242 w 10000"/>
              <a:gd name="connsiteY110-4184" fmla="*/ 1169 h 10000"/>
              <a:gd name="connsiteX111-4185" fmla="*/ 4855 w 10000"/>
              <a:gd name="connsiteY111-4186" fmla="*/ 1169 h 10000"/>
              <a:gd name="connsiteX112-4187" fmla="*/ 4346 w 10000"/>
              <a:gd name="connsiteY112-4188" fmla="*/ 1169 h 10000"/>
              <a:gd name="connsiteX113-4189" fmla="*/ 3837 w 10000"/>
              <a:gd name="connsiteY113-4190" fmla="*/ 1280 h 10000"/>
              <a:gd name="connsiteX114-4191" fmla="*/ 3327 w 10000"/>
              <a:gd name="connsiteY114-4192" fmla="*/ 1280 h 10000"/>
              <a:gd name="connsiteX115-4193" fmla="*/ 2698 w 10000"/>
              <a:gd name="connsiteY115-4194" fmla="*/ 1373 h 10000"/>
              <a:gd name="connsiteX116-4195" fmla="*/ 1408 w 10000"/>
              <a:gd name="connsiteY116-4196" fmla="*/ 1466 h 10000"/>
              <a:gd name="connsiteX117-4197" fmla="*/ 0 w 10000"/>
              <a:gd name="connsiteY117-4198" fmla="*/ 983 h 10000"/>
              <a:gd name="connsiteX118-4199" fmla="*/ 631 w 10000"/>
              <a:gd name="connsiteY118-4200" fmla="*/ 891 h 10000"/>
              <a:gd name="connsiteX119-4201" fmla="*/ 1287 w 10000"/>
              <a:gd name="connsiteY119-4202" fmla="*/ 891 h 10000"/>
              <a:gd name="connsiteX120-4203" fmla="*/ 1797 w 10000"/>
              <a:gd name="connsiteY120-4204" fmla="*/ 779 h 10000"/>
              <a:gd name="connsiteX121-4205" fmla="*/ 2427 w 10000"/>
              <a:gd name="connsiteY121-4206" fmla="*/ 779 h 10000"/>
              <a:gd name="connsiteX122-4207" fmla="*/ 2816 w 10000"/>
              <a:gd name="connsiteY122-4208" fmla="*/ 779 h 10000"/>
              <a:gd name="connsiteX123-4209" fmla="*/ 3327 w 10000"/>
              <a:gd name="connsiteY123-4210" fmla="*/ 686 h 10000"/>
              <a:gd name="connsiteX124-4211" fmla="*/ 3714 w 10000"/>
              <a:gd name="connsiteY124-4212" fmla="*/ 686 h 10000"/>
              <a:gd name="connsiteX125-4213" fmla="*/ 4346 w 10000"/>
              <a:gd name="connsiteY125-4214" fmla="*/ 594 h 10000"/>
              <a:gd name="connsiteX126-4215" fmla="*/ 5001 w 10000"/>
              <a:gd name="connsiteY126-4216" fmla="*/ 594 h 10000"/>
              <a:gd name="connsiteX127-4217" fmla="*/ 5509 w 10000"/>
              <a:gd name="connsiteY127-4218" fmla="*/ 482 h 10000"/>
              <a:gd name="connsiteX128-4219" fmla="*/ 6018 w 10000"/>
              <a:gd name="connsiteY128-4220" fmla="*/ 482 h 10000"/>
              <a:gd name="connsiteX129-4221" fmla="*/ 6287 w 10000"/>
              <a:gd name="connsiteY129-4222" fmla="*/ 390 h 10000"/>
              <a:gd name="connsiteX130-4223" fmla="*/ 6529 w 10000"/>
              <a:gd name="connsiteY130-4224" fmla="*/ 297 h 10000"/>
              <a:gd name="connsiteX131-4225" fmla="*/ 6795 w 10000"/>
              <a:gd name="connsiteY131-4226" fmla="*/ 297 h 10000"/>
              <a:gd name="connsiteX132-4227" fmla="*/ 6795 w 10000"/>
              <a:gd name="connsiteY132-4228" fmla="*/ 204 h 10000"/>
              <a:gd name="connsiteX133-4229" fmla="*/ 6795 w 10000"/>
              <a:gd name="connsiteY133-4230" fmla="*/ 204 h 10000"/>
              <a:gd name="connsiteX0-4231" fmla="*/ 6164 w 9369"/>
              <a:gd name="connsiteY0-4232" fmla="*/ 204 h 10000"/>
              <a:gd name="connsiteX1-4233" fmla="*/ 6290 w 9369"/>
              <a:gd name="connsiteY1-4234" fmla="*/ 93 h 10000"/>
              <a:gd name="connsiteX2-4235" fmla="*/ 6558 w 9369"/>
              <a:gd name="connsiteY2-4236" fmla="*/ 93 h 10000"/>
              <a:gd name="connsiteX3-4237" fmla="*/ 6675 w 9369"/>
              <a:gd name="connsiteY3-4238" fmla="*/ 0 h 10000"/>
              <a:gd name="connsiteX4-4239" fmla="*/ 6796 w 9369"/>
              <a:gd name="connsiteY4-4240" fmla="*/ 0 h 10000"/>
              <a:gd name="connsiteX5-4241" fmla="*/ 7064 w 9369"/>
              <a:gd name="connsiteY5-4242" fmla="*/ 93 h 10000"/>
              <a:gd name="connsiteX6-4243" fmla="*/ 7452 w 9369"/>
              <a:gd name="connsiteY6-4244" fmla="*/ 204 h 10000"/>
              <a:gd name="connsiteX7-4245" fmla="*/ 7571 w 9369"/>
              <a:gd name="connsiteY7-4246" fmla="*/ 297 h 10000"/>
              <a:gd name="connsiteX8-4247" fmla="*/ 7816 w 9369"/>
              <a:gd name="connsiteY8-4248" fmla="*/ 482 h 10000"/>
              <a:gd name="connsiteX9-4249" fmla="*/ 7958 w 9369"/>
              <a:gd name="connsiteY9-4250" fmla="*/ 594 h 10000"/>
              <a:gd name="connsiteX10-4251" fmla="*/ 8206 w 9369"/>
              <a:gd name="connsiteY10-4252" fmla="*/ 686 h 10000"/>
              <a:gd name="connsiteX11-4253" fmla="*/ 8471 w 9369"/>
              <a:gd name="connsiteY11-4254" fmla="*/ 891 h 10000"/>
              <a:gd name="connsiteX12-4255" fmla="*/ 8713 w 9369"/>
              <a:gd name="connsiteY12-4256" fmla="*/ 983 h 10000"/>
              <a:gd name="connsiteX13-4257" fmla="*/ 8858 w 9369"/>
              <a:gd name="connsiteY13-4258" fmla="*/ 1169 h 10000"/>
              <a:gd name="connsiteX14-4259" fmla="*/ 9102 w 9369"/>
              <a:gd name="connsiteY14-4260" fmla="*/ 1280 h 10000"/>
              <a:gd name="connsiteX15-4261" fmla="*/ 9223 w 9369"/>
              <a:gd name="connsiteY15-4262" fmla="*/ 1373 h 10000"/>
              <a:gd name="connsiteX16-4263" fmla="*/ 9223 w 9369"/>
              <a:gd name="connsiteY16-4264" fmla="*/ 1466 h 10000"/>
              <a:gd name="connsiteX17-4265" fmla="*/ 9369 w 9369"/>
              <a:gd name="connsiteY17-4266" fmla="*/ 1466 h 10000"/>
              <a:gd name="connsiteX18-4267" fmla="*/ 9369 w 9369"/>
              <a:gd name="connsiteY18-4268" fmla="*/ 1577 h 10000"/>
              <a:gd name="connsiteX19-4269" fmla="*/ 9369 w 9369"/>
              <a:gd name="connsiteY19-4270" fmla="*/ 1670 h 10000"/>
              <a:gd name="connsiteX20-4271" fmla="*/ 9223 w 9369"/>
              <a:gd name="connsiteY20-4272" fmla="*/ 1763 h 10000"/>
              <a:gd name="connsiteX21-4273" fmla="*/ 9102 w 9369"/>
              <a:gd name="connsiteY21-4274" fmla="*/ 1763 h 10000"/>
              <a:gd name="connsiteX22-4275" fmla="*/ 8981 w 9369"/>
              <a:gd name="connsiteY22-4276" fmla="*/ 1855 h 10000"/>
              <a:gd name="connsiteX23-4277" fmla="*/ 8858 w 9369"/>
              <a:gd name="connsiteY23-4278" fmla="*/ 1855 h 10000"/>
              <a:gd name="connsiteX24-4279" fmla="*/ 8858 w 9369"/>
              <a:gd name="connsiteY24-4280" fmla="*/ 1967 h 10000"/>
              <a:gd name="connsiteX25-4281" fmla="*/ 8713 w 9369"/>
              <a:gd name="connsiteY25-4282" fmla="*/ 2059 h 10000"/>
              <a:gd name="connsiteX26-4283" fmla="*/ 8592 w 9369"/>
              <a:gd name="connsiteY26-4284" fmla="*/ 2263 h 10000"/>
              <a:gd name="connsiteX27-4285" fmla="*/ 8592 w 9369"/>
              <a:gd name="connsiteY27-4286" fmla="*/ 2449 h 10000"/>
              <a:gd name="connsiteX28-4287" fmla="*/ 8471 w 9369"/>
              <a:gd name="connsiteY28-4288" fmla="*/ 2653 h 10000"/>
              <a:gd name="connsiteX29-4289" fmla="*/ 8471 w 9369"/>
              <a:gd name="connsiteY29-4290" fmla="*/ 2950 h 10000"/>
              <a:gd name="connsiteX30-4291" fmla="*/ 8471 w 9369"/>
              <a:gd name="connsiteY30-4292" fmla="*/ 3135 h 10000"/>
              <a:gd name="connsiteX31-4293" fmla="*/ 8325 w 9369"/>
              <a:gd name="connsiteY31-4294" fmla="*/ 3432 h 10000"/>
              <a:gd name="connsiteX32-4295" fmla="*/ 8325 w 9369"/>
              <a:gd name="connsiteY32-4296" fmla="*/ 3822 h 10000"/>
              <a:gd name="connsiteX33-4297" fmla="*/ 8206 w 9369"/>
              <a:gd name="connsiteY33-4298" fmla="*/ 4119 h 10000"/>
              <a:gd name="connsiteX34-4299" fmla="*/ 8083 w 9369"/>
              <a:gd name="connsiteY34-4300" fmla="*/ 4508 h 10000"/>
              <a:gd name="connsiteX35-4301" fmla="*/ 7958 w 9369"/>
              <a:gd name="connsiteY35-4302" fmla="*/ 4898 h 10000"/>
              <a:gd name="connsiteX36-4303" fmla="*/ 7816 w 9369"/>
              <a:gd name="connsiteY36-4304" fmla="*/ 5288 h 10000"/>
              <a:gd name="connsiteX37-4305" fmla="*/ 7571 w 9369"/>
              <a:gd name="connsiteY37-4306" fmla="*/ 6178 h 10000"/>
              <a:gd name="connsiteX38-4307" fmla="*/ 7452 w 9369"/>
              <a:gd name="connsiteY38-4308" fmla="*/ 6568 h 10000"/>
              <a:gd name="connsiteX39-4309" fmla="*/ 7309 w 9369"/>
              <a:gd name="connsiteY39-4310" fmla="*/ 6957 h 10000"/>
              <a:gd name="connsiteX40-4311" fmla="*/ 7186 w 9369"/>
              <a:gd name="connsiteY40-4312" fmla="*/ 7347 h 10000"/>
              <a:gd name="connsiteX41-4313" fmla="*/ 7064 w 9369"/>
              <a:gd name="connsiteY41-4314" fmla="*/ 7737 h 10000"/>
              <a:gd name="connsiteX42-4315" fmla="*/ 6917 w 9369"/>
              <a:gd name="connsiteY42-4316" fmla="*/ 8033 h 10000"/>
              <a:gd name="connsiteX43-4317" fmla="*/ 6917 w 9369"/>
              <a:gd name="connsiteY43-4318" fmla="*/ 8237 h 10000"/>
              <a:gd name="connsiteX44-4319" fmla="*/ 6796 w 9369"/>
              <a:gd name="connsiteY44-4320" fmla="*/ 8534 h 10000"/>
              <a:gd name="connsiteX45-4321" fmla="*/ 6675 w 9369"/>
              <a:gd name="connsiteY45-4322" fmla="*/ 8720 h 10000"/>
              <a:gd name="connsiteX46-4323" fmla="*/ 6408 w 9369"/>
              <a:gd name="connsiteY46-4324" fmla="*/ 9017 h 10000"/>
              <a:gd name="connsiteX47-4325" fmla="*/ 6164 w 9369"/>
              <a:gd name="connsiteY47-4326" fmla="*/ 9314 h 10000"/>
              <a:gd name="connsiteX48-4327" fmla="*/ 5898 w 9369"/>
              <a:gd name="connsiteY48-4328" fmla="*/ 9610 h 10000"/>
              <a:gd name="connsiteX49-4329" fmla="*/ 5656 w 9369"/>
              <a:gd name="connsiteY49-4330" fmla="*/ 9703 h 10000"/>
              <a:gd name="connsiteX50-4331" fmla="*/ 5387 w 9369"/>
              <a:gd name="connsiteY50-4332" fmla="*/ 9889 h 10000"/>
              <a:gd name="connsiteX51-4333" fmla="*/ 5120 w 9369"/>
              <a:gd name="connsiteY51-4334" fmla="*/ 10000 h 10000"/>
              <a:gd name="connsiteX52-4335" fmla="*/ 4878 w 9369"/>
              <a:gd name="connsiteY52-4336" fmla="*/ 10000 h 10000"/>
              <a:gd name="connsiteX53-4337" fmla="*/ 4611 w 9369"/>
              <a:gd name="connsiteY53-4338" fmla="*/ 10000 h 10000"/>
              <a:gd name="connsiteX54-4339" fmla="*/ 4611 w 9369"/>
              <a:gd name="connsiteY54-4340" fmla="*/ 9889 h 10000"/>
              <a:gd name="connsiteX55-4341" fmla="*/ 4489 w 9369"/>
              <a:gd name="connsiteY55-4342" fmla="*/ 9889 h 10000"/>
              <a:gd name="connsiteX56-4343" fmla="*/ 4489 w 9369"/>
              <a:gd name="connsiteY56-4344" fmla="*/ 9796 h 10000"/>
              <a:gd name="connsiteX57-4345" fmla="*/ 4489 w 9369"/>
              <a:gd name="connsiteY57-4346" fmla="*/ 9610 h 10000"/>
              <a:gd name="connsiteX58-4347" fmla="*/ 4489 w 9369"/>
              <a:gd name="connsiteY58-4348" fmla="*/ 9499 h 10000"/>
              <a:gd name="connsiteX59-4349" fmla="*/ 4489 w 9369"/>
              <a:gd name="connsiteY59-4350" fmla="*/ 9406 h 10000"/>
              <a:gd name="connsiteX60-4351" fmla="*/ 4489 w 9369"/>
              <a:gd name="connsiteY60-4352" fmla="*/ 9202 h 10000"/>
              <a:gd name="connsiteX61-4353" fmla="*/ 4489 w 9369"/>
              <a:gd name="connsiteY61-4354" fmla="*/ 9017 h 10000"/>
              <a:gd name="connsiteX62-4355" fmla="*/ 4370 w 9369"/>
              <a:gd name="connsiteY62-4356" fmla="*/ 8813 h 10000"/>
              <a:gd name="connsiteX63-4357" fmla="*/ 4224 w 9369"/>
              <a:gd name="connsiteY63-4358" fmla="*/ 8534 h 10000"/>
              <a:gd name="connsiteX64-4359" fmla="*/ 3981 w 9369"/>
              <a:gd name="connsiteY64-4360" fmla="*/ 8126 h 10000"/>
              <a:gd name="connsiteX65-4361" fmla="*/ 3860 w 9369"/>
              <a:gd name="connsiteY65-4362" fmla="*/ 7737 h 10000"/>
              <a:gd name="connsiteX66-4363" fmla="*/ 3471 w 9369"/>
              <a:gd name="connsiteY66-4364" fmla="*/ 7347 h 10000"/>
              <a:gd name="connsiteX67-4365" fmla="*/ 3206 w 9369"/>
              <a:gd name="connsiteY67-4366" fmla="*/ 6753 h 10000"/>
              <a:gd name="connsiteX68-4367" fmla="*/ 3471 w 9369"/>
              <a:gd name="connsiteY68-4368" fmla="*/ 6957 h 10000"/>
              <a:gd name="connsiteX69-4369" fmla="*/ 3860 w 9369"/>
              <a:gd name="connsiteY69-4370" fmla="*/ 7161 h 10000"/>
              <a:gd name="connsiteX70-4371" fmla="*/ 4101 w 9369"/>
              <a:gd name="connsiteY70-4372" fmla="*/ 7347 h 10000"/>
              <a:gd name="connsiteX71-4373" fmla="*/ 4370 w 9369"/>
              <a:gd name="connsiteY71-4374" fmla="*/ 7440 h 10000"/>
              <a:gd name="connsiteX72-4375" fmla="*/ 4611 w 9369"/>
              <a:gd name="connsiteY72-4376" fmla="*/ 7551 h 10000"/>
              <a:gd name="connsiteX73-4377" fmla="*/ 4759 w 9369"/>
              <a:gd name="connsiteY73-4378" fmla="*/ 7551 h 10000"/>
              <a:gd name="connsiteX74-4379" fmla="*/ 4878 w 9369"/>
              <a:gd name="connsiteY74-4380" fmla="*/ 7644 h 10000"/>
              <a:gd name="connsiteX75-4381" fmla="*/ 5001 w 9369"/>
              <a:gd name="connsiteY75-4382" fmla="*/ 7644 h 10000"/>
              <a:gd name="connsiteX76-4383" fmla="*/ 5120 w 9369"/>
              <a:gd name="connsiteY76-4384" fmla="*/ 7644 h 10000"/>
              <a:gd name="connsiteX77-4385" fmla="*/ 5267 w 9369"/>
              <a:gd name="connsiteY77-4386" fmla="*/ 7644 h 10000"/>
              <a:gd name="connsiteX78-4387" fmla="*/ 5387 w 9369"/>
              <a:gd name="connsiteY78-4388" fmla="*/ 7551 h 10000"/>
              <a:gd name="connsiteX79-4389" fmla="*/ 5512 w 9369"/>
              <a:gd name="connsiteY79-4390" fmla="*/ 7440 h 10000"/>
              <a:gd name="connsiteX80-4391" fmla="*/ 5512 w 9369"/>
              <a:gd name="connsiteY80-4392" fmla="*/ 7347 h 10000"/>
              <a:gd name="connsiteX81-4393" fmla="*/ 5656 w 9369"/>
              <a:gd name="connsiteY81-4394" fmla="*/ 7254 h 10000"/>
              <a:gd name="connsiteX82-4395" fmla="*/ 5776 w 9369"/>
              <a:gd name="connsiteY82-4396" fmla="*/ 7050 h 10000"/>
              <a:gd name="connsiteX83-4397" fmla="*/ 5776 w 9369"/>
              <a:gd name="connsiteY83-4398" fmla="*/ 6865 h 10000"/>
              <a:gd name="connsiteX84-4399" fmla="*/ 5898 w 9369"/>
              <a:gd name="connsiteY84-4400" fmla="*/ 6660 h 10000"/>
              <a:gd name="connsiteX85-4401" fmla="*/ 6019 w 9369"/>
              <a:gd name="connsiteY85-4402" fmla="*/ 6364 h 10000"/>
              <a:gd name="connsiteX86-4403" fmla="*/ 6164 w 9369"/>
              <a:gd name="connsiteY86-4404" fmla="*/ 6067 h 10000"/>
              <a:gd name="connsiteX87-4405" fmla="*/ 6164 w 9369"/>
              <a:gd name="connsiteY87-4406" fmla="*/ 5677 h 10000"/>
              <a:gd name="connsiteX88-4407" fmla="*/ 6408 w 9369"/>
              <a:gd name="connsiteY88-4408" fmla="*/ 4991 h 10000"/>
              <a:gd name="connsiteX89-4409" fmla="*/ 6558 w 9369"/>
              <a:gd name="connsiteY89-4410" fmla="*/ 4212 h 10000"/>
              <a:gd name="connsiteX90-4411" fmla="*/ 6558 w 9369"/>
              <a:gd name="connsiteY90-4412" fmla="*/ 3525 h 10000"/>
              <a:gd name="connsiteX91-4413" fmla="*/ 6675 w 9369"/>
              <a:gd name="connsiteY91-4414" fmla="*/ 2839 h 10000"/>
              <a:gd name="connsiteX92-4415" fmla="*/ 6675 w 9369"/>
              <a:gd name="connsiteY92-4416" fmla="*/ 2542 h 10000"/>
              <a:gd name="connsiteX93-4417" fmla="*/ 6675 w 9369"/>
              <a:gd name="connsiteY93-4418" fmla="*/ 2263 h 10000"/>
              <a:gd name="connsiteX94-4419" fmla="*/ 6675 w 9369"/>
              <a:gd name="connsiteY94-4420" fmla="*/ 2059 h 10000"/>
              <a:gd name="connsiteX95-4421" fmla="*/ 6675 w 9369"/>
              <a:gd name="connsiteY95-4422" fmla="*/ 1855 h 10000"/>
              <a:gd name="connsiteX96-4423" fmla="*/ 6675 w 9369"/>
              <a:gd name="connsiteY96-4424" fmla="*/ 1670 h 10000"/>
              <a:gd name="connsiteX97-4425" fmla="*/ 6675 w 9369"/>
              <a:gd name="connsiteY97-4426" fmla="*/ 1577 h 10000"/>
              <a:gd name="connsiteX98-4427" fmla="*/ 6558 w 9369"/>
              <a:gd name="connsiteY98-4428" fmla="*/ 1466 h 10000"/>
              <a:gd name="connsiteX99-4429" fmla="*/ 6558 w 9369"/>
              <a:gd name="connsiteY99-4430" fmla="*/ 1373 h 10000"/>
              <a:gd name="connsiteX100-4431" fmla="*/ 6558 w 9369"/>
              <a:gd name="connsiteY100-4432" fmla="*/ 1280 h 10000"/>
              <a:gd name="connsiteX101-4433" fmla="*/ 6408 w 9369"/>
              <a:gd name="connsiteY101-4434" fmla="*/ 1280 h 10000"/>
              <a:gd name="connsiteX102-4435" fmla="*/ 6290 w 9369"/>
              <a:gd name="connsiteY102-4436" fmla="*/ 1169 h 10000"/>
              <a:gd name="connsiteX103-4437" fmla="*/ 6290 w 9369"/>
              <a:gd name="connsiteY103-4438" fmla="*/ 1169 h 10000"/>
              <a:gd name="connsiteX104-4439" fmla="*/ 6019 w 9369"/>
              <a:gd name="connsiteY104-4440" fmla="*/ 1169 h 10000"/>
              <a:gd name="connsiteX105-4441" fmla="*/ 5898 w 9369"/>
              <a:gd name="connsiteY105-4442" fmla="*/ 1169 h 10000"/>
              <a:gd name="connsiteX106-4443" fmla="*/ 5776 w 9369"/>
              <a:gd name="connsiteY106-4444" fmla="*/ 1169 h 10000"/>
              <a:gd name="connsiteX107-4445" fmla="*/ 5512 w 9369"/>
              <a:gd name="connsiteY107-4446" fmla="*/ 1169 h 10000"/>
              <a:gd name="connsiteX108-4447" fmla="*/ 5267 w 9369"/>
              <a:gd name="connsiteY108-4448" fmla="*/ 1169 h 10000"/>
              <a:gd name="connsiteX109-4449" fmla="*/ 4878 w 9369"/>
              <a:gd name="connsiteY109-4450" fmla="*/ 1169 h 10000"/>
              <a:gd name="connsiteX110-4451" fmla="*/ 4611 w 9369"/>
              <a:gd name="connsiteY110-4452" fmla="*/ 1169 h 10000"/>
              <a:gd name="connsiteX111-4453" fmla="*/ 4224 w 9369"/>
              <a:gd name="connsiteY111-4454" fmla="*/ 1169 h 10000"/>
              <a:gd name="connsiteX112-4455" fmla="*/ 3715 w 9369"/>
              <a:gd name="connsiteY112-4456" fmla="*/ 1169 h 10000"/>
              <a:gd name="connsiteX113-4457" fmla="*/ 3206 w 9369"/>
              <a:gd name="connsiteY113-4458" fmla="*/ 1280 h 10000"/>
              <a:gd name="connsiteX114-4459" fmla="*/ 2696 w 9369"/>
              <a:gd name="connsiteY114-4460" fmla="*/ 1280 h 10000"/>
              <a:gd name="connsiteX115-4461" fmla="*/ 2067 w 9369"/>
              <a:gd name="connsiteY115-4462" fmla="*/ 1373 h 10000"/>
              <a:gd name="connsiteX116-4463" fmla="*/ 777 w 9369"/>
              <a:gd name="connsiteY116-4464" fmla="*/ 1466 h 10000"/>
              <a:gd name="connsiteX117-4465" fmla="*/ 0 w 9369"/>
              <a:gd name="connsiteY117-4466" fmla="*/ 891 h 10000"/>
              <a:gd name="connsiteX118-4467" fmla="*/ 656 w 9369"/>
              <a:gd name="connsiteY118-4468" fmla="*/ 891 h 10000"/>
              <a:gd name="connsiteX119-4469" fmla="*/ 1166 w 9369"/>
              <a:gd name="connsiteY119-4470" fmla="*/ 779 h 10000"/>
              <a:gd name="connsiteX120-4471" fmla="*/ 1796 w 9369"/>
              <a:gd name="connsiteY120-4472" fmla="*/ 779 h 10000"/>
              <a:gd name="connsiteX121-4473" fmla="*/ 2185 w 9369"/>
              <a:gd name="connsiteY121-4474" fmla="*/ 779 h 10000"/>
              <a:gd name="connsiteX122-4475" fmla="*/ 2696 w 9369"/>
              <a:gd name="connsiteY122-4476" fmla="*/ 686 h 10000"/>
              <a:gd name="connsiteX123-4477" fmla="*/ 3083 w 9369"/>
              <a:gd name="connsiteY123-4478" fmla="*/ 686 h 10000"/>
              <a:gd name="connsiteX124-4479" fmla="*/ 3715 w 9369"/>
              <a:gd name="connsiteY124-4480" fmla="*/ 594 h 10000"/>
              <a:gd name="connsiteX125-4481" fmla="*/ 4370 w 9369"/>
              <a:gd name="connsiteY125-4482" fmla="*/ 594 h 10000"/>
              <a:gd name="connsiteX126-4483" fmla="*/ 4878 w 9369"/>
              <a:gd name="connsiteY126-4484" fmla="*/ 482 h 10000"/>
              <a:gd name="connsiteX127-4485" fmla="*/ 5387 w 9369"/>
              <a:gd name="connsiteY127-4486" fmla="*/ 482 h 10000"/>
              <a:gd name="connsiteX128-4487" fmla="*/ 5656 w 9369"/>
              <a:gd name="connsiteY128-4488" fmla="*/ 390 h 10000"/>
              <a:gd name="connsiteX129-4489" fmla="*/ 5898 w 9369"/>
              <a:gd name="connsiteY129-4490" fmla="*/ 297 h 10000"/>
              <a:gd name="connsiteX130-4491" fmla="*/ 6164 w 9369"/>
              <a:gd name="connsiteY130-4492" fmla="*/ 297 h 10000"/>
              <a:gd name="connsiteX131-4493" fmla="*/ 6164 w 9369"/>
              <a:gd name="connsiteY131-4494" fmla="*/ 204 h 10000"/>
              <a:gd name="connsiteX132-4495" fmla="*/ 6164 w 9369"/>
              <a:gd name="connsiteY132-4496" fmla="*/ 204 h 10000"/>
              <a:gd name="connsiteX0-4497" fmla="*/ 5879 w 9300"/>
              <a:gd name="connsiteY0-4498" fmla="*/ 204 h 10000"/>
              <a:gd name="connsiteX1-4499" fmla="*/ 6014 w 9300"/>
              <a:gd name="connsiteY1-4500" fmla="*/ 93 h 10000"/>
              <a:gd name="connsiteX2-4501" fmla="*/ 6300 w 9300"/>
              <a:gd name="connsiteY2-4502" fmla="*/ 93 h 10000"/>
              <a:gd name="connsiteX3-4503" fmla="*/ 6425 w 9300"/>
              <a:gd name="connsiteY3-4504" fmla="*/ 0 h 10000"/>
              <a:gd name="connsiteX4-4505" fmla="*/ 6554 w 9300"/>
              <a:gd name="connsiteY4-4506" fmla="*/ 0 h 10000"/>
              <a:gd name="connsiteX5-4507" fmla="*/ 6840 w 9300"/>
              <a:gd name="connsiteY5-4508" fmla="*/ 93 h 10000"/>
              <a:gd name="connsiteX6-4509" fmla="*/ 7254 w 9300"/>
              <a:gd name="connsiteY6-4510" fmla="*/ 204 h 10000"/>
              <a:gd name="connsiteX7-4511" fmla="*/ 7381 w 9300"/>
              <a:gd name="connsiteY7-4512" fmla="*/ 297 h 10000"/>
              <a:gd name="connsiteX8-4513" fmla="*/ 7642 w 9300"/>
              <a:gd name="connsiteY8-4514" fmla="*/ 482 h 10000"/>
              <a:gd name="connsiteX9-4515" fmla="*/ 7794 w 9300"/>
              <a:gd name="connsiteY9-4516" fmla="*/ 594 h 10000"/>
              <a:gd name="connsiteX10-4517" fmla="*/ 8059 w 9300"/>
              <a:gd name="connsiteY10-4518" fmla="*/ 686 h 10000"/>
              <a:gd name="connsiteX11-4519" fmla="*/ 8342 w 9300"/>
              <a:gd name="connsiteY11-4520" fmla="*/ 891 h 10000"/>
              <a:gd name="connsiteX12-4521" fmla="*/ 8600 w 9300"/>
              <a:gd name="connsiteY12-4522" fmla="*/ 983 h 10000"/>
              <a:gd name="connsiteX13-4523" fmla="*/ 8755 w 9300"/>
              <a:gd name="connsiteY13-4524" fmla="*/ 1169 h 10000"/>
              <a:gd name="connsiteX14-4525" fmla="*/ 9015 w 9300"/>
              <a:gd name="connsiteY14-4526" fmla="*/ 1280 h 10000"/>
              <a:gd name="connsiteX15-4527" fmla="*/ 9144 w 9300"/>
              <a:gd name="connsiteY15-4528" fmla="*/ 1373 h 10000"/>
              <a:gd name="connsiteX16-4529" fmla="*/ 9144 w 9300"/>
              <a:gd name="connsiteY16-4530" fmla="*/ 1466 h 10000"/>
              <a:gd name="connsiteX17-4531" fmla="*/ 9300 w 9300"/>
              <a:gd name="connsiteY17-4532" fmla="*/ 1466 h 10000"/>
              <a:gd name="connsiteX18-4533" fmla="*/ 9300 w 9300"/>
              <a:gd name="connsiteY18-4534" fmla="*/ 1577 h 10000"/>
              <a:gd name="connsiteX19-4535" fmla="*/ 9300 w 9300"/>
              <a:gd name="connsiteY19-4536" fmla="*/ 1670 h 10000"/>
              <a:gd name="connsiteX20-4537" fmla="*/ 9144 w 9300"/>
              <a:gd name="connsiteY20-4538" fmla="*/ 1763 h 10000"/>
              <a:gd name="connsiteX21-4539" fmla="*/ 9015 w 9300"/>
              <a:gd name="connsiteY21-4540" fmla="*/ 1763 h 10000"/>
              <a:gd name="connsiteX22-4541" fmla="*/ 8886 w 9300"/>
              <a:gd name="connsiteY22-4542" fmla="*/ 1855 h 10000"/>
              <a:gd name="connsiteX23-4543" fmla="*/ 8755 w 9300"/>
              <a:gd name="connsiteY23-4544" fmla="*/ 1855 h 10000"/>
              <a:gd name="connsiteX24-4545" fmla="*/ 8755 w 9300"/>
              <a:gd name="connsiteY24-4546" fmla="*/ 1967 h 10000"/>
              <a:gd name="connsiteX25-4547" fmla="*/ 8600 w 9300"/>
              <a:gd name="connsiteY25-4548" fmla="*/ 2059 h 10000"/>
              <a:gd name="connsiteX26-4549" fmla="*/ 8471 w 9300"/>
              <a:gd name="connsiteY26-4550" fmla="*/ 2263 h 10000"/>
              <a:gd name="connsiteX27-4551" fmla="*/ 8471 w 9300"/>
              <a:gd name="connsiteY27-4552" fmla="*/ 2449 h 10000"/>
              <a:gd name="connsiteX28-4553" fmla="*/ 8342 w 9300"/>
              <a:gd name="connsiteY28-4554" fmla="*/ 2653 h 10000"/>
              <a:gd name="connsiteX29-4555" fmla="*/ 8342 w 9300"/>
              <a:gd name="connsiteY29-4556" fmla="*/ 2950 h 10000"/>
              <a:gd name="connsiteX30-4557" fmla="*/ 8342 w 9300"/>
              <a:gd name="connsiteY30-4558" fmla="*/ 3135 h 10000"/>
              <a:gd name="connsiteX31-4559" fmla="*/ 8186 w 9300"/>
              <a:gd name="connsiteY31-4560" fmla="*/ 3432 h 10000"/>
              <a:gd name="connsiteX32-4561" fmla="*/ 8186 w 9300"/>
              <a:gd name="connsiteY32-4562" fmla="*/ 3822 h 10000"/>
              <a:gd name="connsiteX33-4563" fmla="*/ 8059 w 9300"/>
              <a:gd name="connsiteY33-4564" fmla="*/ 4119 h 10000"/>
              <a:gd name="connsiteX34-4565" fmla="*/ 7927 w 9300"/>
              <a:gd name="connsiteY34-4566" fmla="*/ 4508 h 10000"/>
              <a:gd name="connsiteX35-4567" fmla="*/ 7794 w 9300"/>
              <a:gd name="connsiteY35-4568" fmla="*/ 4898 h 10000"/>
              <a:gd name="connsiteX36-4569" fmla="*/ 7642 w 9300"/>
              <a:gd name="connsiteY36-4570" fmla="*/ 5288 h 10000"/>
              <a:gd name="connsiteX37-4571" fmla="*/ 7381 w 9300"/>
              <a:gd name="connsiteY37-4572" fmla="*/ 6178 h 10000"/>
              <a:gd name="connsiteX38-4573" fmla="*/ 7254 w 9300"/>
              <a:gd name="connsiteY38-4574" fmla="*/ 6568 h 10000"/>
              <a:gd name="connsiteX39-4575" fmla="*/ 7101 w 9300"/>
              <a:gd name="connsiteY39-4576" fmla="*/ 6957 h 10000"/>
              <a:gd name="connsiteX40-4577" fmla="*/ 6970 w 9300"/>
              <a:gd name="connsiteY40-4578" fmla="*/ 7347 h 10000"/>
              <a:gd name="connsiteX41-4579" fmla="*/ 6840 w 9300"/>
              <a:gd name="connsiteY41-4580" fmla="*/ 7737 h 10000"/>
              <a:gd name="connsiteX42-4581" fmla="*/ 6683 w 9300"/>
              <a:gd name="connsiteY42-4582" fmla="*/ 8033 h 10000"/>
              <a:gd name="connsiteX43-4583" fmla="*/ 6683 w 9300"/>
              <a:gd name="connsiteY43-4584" fmla="*/ 8237 h 10000"/>
              <a:gd name="connsiteX44-4585" fmla="*/ 6554 w 9300"/>
              <a:gd name="connsiteY44-4586" fmla="*/ 8534 h 10000"/>
              <a:gd name="connsiteX45-4587" fmla="*/ 6425 w 9300"/>
              <a:gd name="connsiteY45-4588" fmla="*/ 8720 h 10000"/>
              <a:gd name="connsiteX46-4589" fmla="*/ 6140 w 9300"/>
              <a:gd name="connsiteY46-4590" fmla="*/ 9017 h 10000"/>
              <a:gd name="connsiteX47-4591" fmla="*/ 5879 w 9300"/>
              <a:gd name="connsiteY47-4592" fmla="*/ 9314 h 10000"/>
              <a:gd name="connsiteX48-4593" fmla="*/ 5595 w 9300"/>
              <a:gd name="connsiteY48-4594" fmla="*/ 9610 h 10000"/>
              <a:gd name="connsiteX49-4595" fmla="*/ 5337 w 9300"/>
              <a:gd name="connsiteY49-4596" fmla="*/ 9703 h 10000"/>
              <a:gd name="connsiteX50-4597" fmla="*/ 5050 w 9300"/>
              <a:gd name="connsiteY50-4598" fmla="*/ 9889 h 10000"/>
              <a:gd name="connsiteX51-4599" fmla="*/ 4765 w 9300"/>
              <a:gd name="connsiteY51-4600" fmla="*/ 10000 h 10000"/>
              <a:gd name="connsiteX52-4601" fmla="*/ 4507 w 9300"/>
              <a:gd name="connsiteY52-4602" fmla="*/ 10000 h 10000"/>
              <a:gd name="connsiteX53-4603" fmla="*/ 4222 w 9300"/>
              <a:gd name="connsiteY53-4604" fmla="*/ 10000 h 10000"/>
              <a:gd name="connsiteX54-4605" fmla="*/ 4222 w 9300"/>
              <a:gd name="connsiteY54-4606" fmla="*/ 9889 h 10000"/>
              <a:gd name="connsiteX55-4607" fmla="*/ 4091 w 9300"/>
              <a:gd name="connsiteY55-4608" fmla="*/ 9889 h 10000"/>
              <a:gd name="connsiteX56-4609" fmla="*/ 4091 w 9300"/>
              <a:gd name="connsiteY56-4610" fmla="*/ 9796 h 10000"/>
              <a:gd name="connsiteX57-4611" fmla="*/ 4091 w 9300"/>
              <a:gd name="connsiteY57-4612" fmla="*/ 9610 h 10000"/>
              <a:gd name="connsiteX58-4613" fmla="*/ 4091 w 9300"/>
              <a:gd name="connsiteY58-4614" fmla="*/ 9499 h 10000"/>
              <a:gd name="connsiteX59-4615" fmla="*/ 4091 w 9300"/>
              <a:gd name="connsiteY59-4616" fmla="*/ 9406 h 10000"/>
              <a:gd name="connsiteX60-4617" fmla="*/ 4091 w 9300"/>
              <a:gd name="connsiteY60-4618" fmla="*/ 9202 h 10000"/>
              <a:gd name="connsiteX61-4619" fmla="*/ 4091 w 9300"/>
              <a:gd name="connsiteY61-4620" fmla="*/ 9017 h 10000"/>
              <a:gd name="connsiteX62-4621" fmla="*/ 3964 w 9300"/>
              <a:gd name="connsiteY62-4622" fmla="*/ 8813 h 10000"/>
              <a:gd name="connsiteX63-4623" fmla="*/ 3808 w 9300"/>
              <a:gd name="connsiteY63-4624" fmla="*/ 8534 h 10000"/>
              <a:gd name="connsiteX64-4625" fmla="*/ 3549 w 9300"/>
              <a:gd name="connsiteY64-4626" fmla="*/ 8126 h 10000"/>
              <a:gd name="connsiteX65-4627" fmla="*/ 3420 w 9300"/>
              <a:gd name="connsiteY65-4628" fmla="*/ 7737 h 10000"/>
              <a:gd name="connsiteX66-4629" fmla="*/ 3005 w 9300"/>
              <a:gd name="connsiteY66-4630" fmla="*/ 7347 h 10000"/>
              <a:gd name="connsiteX67-4631" fmla="*/ 2722 w 9300"/>
              <a:gd name="connsiteY67-4632" fmla="*/ 6753 h 10000"/>
              <a:gd name="connsiteX68-4633" fmla="*/ 3005 w 9300"/>
              <a:gd name="connsiteY68-4634" fmla="*/ 6957 h 10000"/>
              <a:gd name="connsiteX69-4635" fmla="*/ 3420 w 9300"/>
              <a:gd name="connsiteY69-4636" fmla="*/ 7161 h 10000"/>
              <a:gd name="connsiteX70-4637" fmla="*/ 3677 w 9300"/>
              <a:gd name="connsiteY70-4638" fmla="*/ 7347 h 10000"/>
              <a:gd name="connsiteX71-4639" fmla="*/ 3964 w 9300"/>
              <a:gd name="connsiteY71-4640" fmla="*/ 7440 h 10000"/>
              <a:gd name="connsiteX72-4641" fmla="*/ 4222 w 9300"/>
              <a:gd name="connsiteY72-4642" fmla="*/ 7551 h 10000"/>
              <a:gd name="connsiteX73-4643" fmla="*/ 4380 w 9300"/>
              <a:gd name="connsiteY73-4644" fmla="*/ 7551 h 10000"/>
              <a:gd name="connsiteX74-4645" fmla="*/ 4507 w 9300"/>
              <a:gd name="connsiteY74-4646" fmla="*/ 7644 h 10000"/>
              <a:gd name="connsiteX75-4647" fmla="*/ 4638 w 9300"/>
              <a:gd name="connsiteY75-4648" fmla="*/ 7644 h 10000"/>
              <a:gd name="connsiteX76-4649" fmla="*/ 4765 w 9300"/>
              <a:gd name="connsiteY76-4650" fmla="*/ 7644 h 10000"/>
              <a:gd name="connsiteX77-4651" fmla="*/ 4922 w 9300"/>
              <a:gd name="connsiteY77-4652" fmla="*/ 7644 h 10000"/>
              <a:gd name="connsiteX78-4653" fmla="*/ 5050 w 9300"/>
              <a:gd name="connsiteY78-4654" fmla="*/ 7551 h 10000"/>
              <a:gd name="connsiteX79-4655" fmla="*/ 5183 w 9300"/>
              <a:gd name="connsiteY79-4656" fmla="*/ 7440 h 10000"/>
              <a:gd name="connsiteX80-4657" fmla="*/ 5183 w 9300"/>
              <a:gd name="connsiteY80-4658" fmla="*/ 7347 h 10000"/>
              <a:gd name="connsiteX81-4659" fmla="*/ 5337 w 9300"/>
              <a:gd name="connsiteY81-4660" fmla="*/ 7254 h 10000"/>
              <a:gd name="connsiteX82-4661" fmla="*/ 5465 w 9300"/>
              <a:gd name="connsiteY82-4662" fmla="*/ 7050 h 10000"/>
              <a:gd name="connsiteX83-4663" fmla="*/ 5465 w 9300"/>
              <a:gd name="connsiteY83-4664" fmla="*/ 6865 h 10000"/>
              <a:gd name="connsiteX84-4665" fmla="*/ 5595 w 9300"/>
              <a:gd name="connsiteY84-4666" fmla="*/ 6660 h 10000"/>
              <a:gd name="connsiteX85-4667" fmla="*/ 5724 w 9300"/>
              <a:gd name="connsiteY85-4668" fmla="*/ 6364 h 10000"/>
              <a:gd name="connsiteX86-4669" fmla="*/ 5879 w 9300"/>
              <a:gd name="connsiteY86-4670" fmla="*/ 6067 h 10000"/>
              <a:gd name="connsiteX87-4671" fmla="*/ 5879 w 9300"/>
              <a:gd name="connsiteY87-4672" fmla="*/ 5677 h 10000"/>
              <a:gd name="connsiteX88-4673" fmla="*/ 6140 w 9300"/>
              <a:gd name="connsiteY88-4674" fmla="*/ 4991 h 10000"/>
              <a:gd name="connsiteX89-4675" fmla="*/ 6300 w 9300"/>
              <a:gd name="connsiteY89-4676" fmla="*/ 4212 h 10000"/>
              <a:gd name="connsiteX90-4677" fmla="*/ 6300 w 9300"/>
              <a:gd name="connsiteY90-4678" fmla="*/ 3525 h 10000"/>
              <a:gd name="connsiteX91-4679" fmla="*/ 6425 w 9300"/>
              <a:gd name="connsiteY91-4680" fmla="*/ 2839 h 10000"/>
              <a:gd name="connsiteX92-4681" fmla="*/ 6425 w 9300"/>
              <a:gd name="connsiteY92-4682" fmla="*/ 2542 h 10000"/>
              <a:gd name="connsiteX93-4683" fmla="*/ 6425 w 9300"/>
              <a:gd name="connsiteY93-4684" fmla="*/ 2263 h 10000"/>
              <a:gd name="connsiteX94-4685" fmla="*/ 6425 w 9300"/>
              <a:gd name="connsiteY94-4686" fmla="*/ 2059 h 10000"/>
              <a:gd name="connsiteX95-4687" fmla="*/ 6425 w 9300"/>
              <a:gd name="connsiteY95-4688" fmla="*/ 1855 h 10000"/>
              <a:gd name="connsiteX96-4689" fmla="*/ 6425 w 9300"/>
              <a:gd name="connsiteY96-4690" fmla="*/ 1670 h 10000"/>
              <a:gd name="connsiteX97-4691" fmla="*/ 6425 w 9300"/>
              <a:gd name="connsiteY97-4692" fmla="*/ 1577 h 10000"/>
              <a:gd name="connsiteX98-4693" fmla="*/ 6300 w 9300"/>
              <a:gd name="connsiteY98-4694" fmla="*/ 1466 h 10000"/>
              <a:gd name="connsiteX99-4695" fmla="*/ 6300 w 9300"/>
              <a:gd name="connsiteY99-4696" fmla="*/ 1373 h 10000"/>
              <a:gd name="connsiteX100-4697" fmla="*/ 6300 w 9300"/>
              <a:gd name="connsiteY100-4698" fmla="*/ 1280 h 10000"/>
              <a:gd name="connsiteX101-4699" fmla="*/ 6140 w 9300"/>
              <a:gd name="connsiteY101-4700" fmla="*/ 1280 h 10000"/>
              <a:gd name="connsiteX102-4701" fmla="*/ 6014 w 9300"/>
              <a:gd name="connsiteY102-4702" fmla="*/ 1169 h 10000"/>
              <a:gd name="connsiteX103-4703" fmla="*/ 6014 w 9300"/>
              <a:gd name="connsiteY103-4704" fmla="*/ 1169 h 10000"/>
              <a:gd name="connsiteX104-4705" fmla="*/ 5724 w 9300"/>
              <a:gd name="connsiteY104-4706" fmla="*/ 1169 h 10000"/>
              <a:gd name="connsiteX105-4707" fmla="*/ 5595 w 9300"/>
              <a:gd name="connsiteY105-4708" fmla="*/ 1169 h 10000"/>
              <a:gd name="connsiteX106-4709" fmla="*/ 5465 w 9300"/>
              <a:gd name="connsiteY106-4710" fmla="*/ 1169 h 10000"/>
              <a:gd name="connsiteX107-4711" fmla="*/ 5183 w 9300"/>
              <a:gd name="connsiteY107-4712" fmla="*/ 1169 h 10000"/>
              <a:gd name="connsiteX108-4713" fmla="*/ 4922 w 9300"/>
              <a:gd name="connsiteY108-4714" fmla="*/ 1169 h 10000"/>
              <a:gd name="connsiteX109-4715" fmla="*/ 4507 w 9300"/>
              <a:gd name="connsiteY109-4716" fmla="*/ 1169 h 10000"/>
              <a:gd name="connsiteX110-4717" fmla="*/ 4222 w 9300"/>
              <a:gd name="connsiteY110-4718" fmla="*/ 1169 h 10000"/>
              <a:gd name="connsiteX111-4719" fmla="*/ 3808 w 9300"/>
              <a:gd name="connsiteY111-4720" fmla="*/ 1169 h 10000"/>
              <a:gd name="connsiteX112-4721" fmla="*/ 3265 w 9300"/>
              <a:gd name="connsiteY112-4722" fmla="*/ 1169 h 10000"/>
              <a:gd name="connsiteX113-4723" fmla="*/ 2722 w 9300"/>
              <a:gd name="connsiteY113-4724" fmla="*/ 1280 h 10000"/>
              <a:gd name="connsiteX114-4725" fmla="*/ 2178 w 9300"/>
              <a:gd name="connsiteY114-4726" fmla="*/ 1280 h 10000"/>
              <a:gd name="connsiteX115-4727" fmla="*/ 1506 w 9300"/>
              <a:gd name="connsiteY115-4728" fmla="*/ 1373 h 10000"/>
              <a:gd name="connsiteX116-4729" fmla="*/ 129 w 9300"/>
              <a:gd name="connsiteY116-4730" fmla="*/ 1466 h 10000"/>
              <a:gd name="connsiteX117-4731" fmla="*/ 0 w 9300"/>
              <a:gd name="connsiteY117-4732" fmla="*/ 891 h 10000"/>
              <a:gd name="connsiteX118-4733" fmla="*/ 545 w 9300"/>
              <a:gd name="connsiteY118-4734" fmla="*/ 779 h 10000"/>
              <a:gd name="connsiteX119-4735" fmla="*/ 1217 w 9300"/>
              <a:gd name="connsiteY119-4736" fmla="*/ 779 h 10000"/>
              <a:gd name="connsiteX120-4737" fmla="*/ 1632 w 9300"/>
              <a:gd name="connsiteY120-4738" fmla="*/ 779 h 10000"/>
              <a:gd name="connsiteX121-4739" fmla="*/ 2178 w 9300"/>
              <a:gd name="connsiteY121-4740" fmla="*/ 686 h 10000"/>
              <a:gd name="connsiteX122-4741" fmla="*/ 2591 w 9300"/>
              <a:gd name="connsiteY122-4742" fmla="*/ 686 h 10000"/>
              <a:gd name="connsiteX123-4743" fmla="*/ 3265 w 9300"/>
              <a:gd name="connsiteY123-4744" fmla="*/ 594 h 10000"/>
              <a:gd name="connsiteX124-4745" fmla="*/ 3964 w 9300"/>
              <a:gd name="connsiteY124-4746" fmla="*/ 594 h 10000"/>
              <a:gd name="connsiteX125-4747" fmla="*/ 4507 w 9300"/>
              <a:gd name="connsiteY125-4748" fmla="*/ 482 h 10000"/>
              <a:gd name="connsiteX126-4749" fmla="*/ 5050 w 9300"/>
              <a:gd name="connsiteY126-4750" fmla="*/ 482 h 10000"/>
              <a:gd name="connsiteX127-4751" fmla="*/ 5337 w 9300"/>
              <a:gd name="connsiteY127-4752" fmla="*/ 390 h 10000"/>
              <a:gd name="connsiteX128-4753" fmla="*/ 5595 w 9300"/>
              <a:gd name="connsiteY128-4754" fmla="*/ 297 h 10000"/>
              <a:gd name="connsiteX129-4755" fmla="*/ 5879 w 9300"/>
              <a:gd name="connsiteY129-4756" fmla="*/ 297 h 10000"/>
              <a:gd name="connsiteX130-4757" fmla="*/ 5879 w 9300"/>
              <a:gd name="connsiteY130-4758" fmla="*/ 204 h 10000"/>
              <a:gd name="connsiteX131-4759" fmla="*/ 5879 w 9300"/>
              <a:gd name="connsiteY131-4760" fmla="*/ 204 h 10000"/>
              <a:gd name="connsiteX0-4761" fmla="*/ 6355 w 10033"/>
              <a:gd name="connsiteY0-4762" fmla="*/ 204 h 10000"/>
              <a:gd name="connsiteX1-4763" fmla="*/ 6500 w 10033"/>
              <a:gd name="connsiteY1-4764" fmla="*/ 93 h 10000"/>
              <a:gd name="connsiteX2-4765" fmla="*/ 6807 w 10033"/>
              <a:gd name="connsiteY2-4766" fmla="*/ 93 h 10000"/>
              <a:gd name="connsiteX3-4767" fmla="*/ 6942 w 10033"/>
              <a:gd name="connsiteY3-4768" fmla="*/ 0 h 10000"/>
              <a:gd name="connsiteX4-4769" fmla="*/ 7080 w 10033"/>
              <a:gd name="connsiteY4-4770" fmla="*/ 0 h 10000"/>
              <a:gd name="connsiteX5-4771" fmla="*/ 7388 w 10033"/>
              <a:gd name="connsiteY5-4772" fmla="*/ 93 h 10000"/>
              <a:gd name="connsiteX6-4773" fmla="*/ 7833 w 10033"/>
              <a:gd name="connsiteY6-4774" fmla="*/ 204 h 10000"/>
              <a:gd name="connsiteX7-4775" fmla="*/ 7970 w 10033"/>
              <a:gd name="connsiteY7-4776" fmla="*/ 297 h 10000"/>
              <a:gd name="connsiteX8-4777" fmla="*/ 8250 w 10033"/>
              <a:gd name="connsiteY8-4778" fmla="*/ 482 h 10000"/>
              <a:gd name="connsiteX9-4779" fmla="*/ 8414 w 10033"/>
              <a:gd name="connsiteY9-4780" fmla="*/ 594 h 10000"/>
              <a:gd name="connsiteX10-4781" fmla="*/ 8699 w 10033"/>
              <a:gd name="connsiteY10-4782" fmla="*/ 686 h 10000"/>
              <a:gd name="connsiteX11-4783" fmla="*/ 9003 w 10033"/>
              <a:gd name="connsiteY11-4784" fmla="*/ 891 h 10000"/>
              <a:gd name="connsiteX12-4785" fmla="*/ 9280 w 10033"/>
              <a:gd name="connsiteY12-4786" fmla="*/ 983 h 10000"/>
              <a:gd name="connsiteX13-4787" fmla="*/ 9447 w 10033"/>
              <a:gd name="connsiteY13-4788" fmla="*/ 1169 h 10000"/>
              <a:gd name="connsiteX14-4789" fmla="*/ 9727 w 10033"/>
              <a:gd name="connsiteY14-4790" fmla="*/ 1280 h 10000"/>
              <a:gd name="connsiteX15-4791" fmla="*/ 9865 w 10033"/>
              <a:gd name="connsiteY15-4792" fmla="*/ 1373 h 10000"/>
              <a:gd name="connsiteX16-4793" fmla="*/ 9865 w 10033"/>
              <a:gd name="connsiteY16-4794" fmla="*/ 1466 h 10000"/>
              <a:gd name="connsiteX17-4795" fmla="*/ 10033 w 10033"/>
              <a:gd name="connsiteY17-4796" fmla="*/ 1466 h 10000"/>
              <a:gd name="connsiteX18-4797" fmla="*/ 10033 w 10033"/>
              <a:gd name="connsiteY18-4798" fmla="*/ 1577 h 10000"/>
              <a:gd name="connsiteX19-4799" fmla="*/ 10033 w 10033"/>
              <a:gd name="connsiteY19-4800" fmla="*/ 1670 h 10000"/>
              <a:gd name="connsiteX20-4801" fmla="*/ 9865 w 10033"/>
              <a:gd name="connsiteY20-4802" fmla="*/ 1763 h 10000"/>
              <a:gd name="connsiteX21-4803" fmla="*/ 9727 w 10033"/>
              <a:gd name="connsiteY21-4804" fmla="*/ 1763 h 10000"/>
              <a:gd name="connsiteX22-4805" fmla="*/ 9588 w 10033"/>
              <a:gd name="connsiteY22-4806" fmla="*/ 1855 h 10000"/>
              <a:gd name="connsiteX23-4807" fmla="*/ 9447 w 10033"/>
              <a:gd name="connsiteY23-4808" fmla="*/ 1855 h 10000"/>
              <a:gd name="connsiteX24-4809" fmla="*/ 9447 w 10033"/>
              <a:gd name="connsiteY24-4810" fmla="*/ 1967 h 10000"/>
              <a:gd name="connsiteX25-4811" fmla="*/ 9280 w 10033"/>
              <a:gd name="connsiteY25-4812" fmla="*/ 2059 h 10000"/>
              <a:gd name="connsiteX26-4813" fmla="*/ 9142 w 10033"/>
              <a:gd name="connsiteY26-4814" fmla="*/ 2263 h 10000"/>
              <a:gd name="connsiteX27-4815" fmla="*/ 9142 w 10033"/>
              <a:gd name="connsiteY27-4816" fmla="*/ 2449 h 10000"/>
              <a:gd name="connsiteX28-4817" fmla="*/ 9003 w 10033"/>
              <a:gd name="connsiteY28-4818" fmla="*/ 2653 h 10000"/>
              <a:gd name="connsiteX29-4819" fmla="*/ 9003 w 10033"/>
              <a:gd name="connsiteY29-4820" fmla="*/ 2950 h 10000"/>
              <a:gd name="connsiteX30-4821" fmla="*/ 9003 w 10033"/>
              <a:gd name="connsiteY30-4822" fmla="*/ 3135 h 10000"/>
              <a:gd name="connsiteX31-4823" fmla="*/ 8835 w 10033"/>
              <a:gd name="connsiteY31-4824" fmla="*/ 3432 h 10000"/>
              <a:gd name="connsiteX32-4825" fmla="*/ 8835 w 10033"/>
              <a:gd name="connsiteY32-4826" fmla="*/ 3822 h 10000"/>
              <a:gd name="connsiteX33-4827" fmla="*/ 8699 w 10033"/>
              <a:gd name="connsiteY33-4828" fmla="*/ 4119 h 10000"/>
              <a:gd name="connsiteX34-4829" fmla="*/ 8557 w 10033"/>
              <a:gd name="connsiteY34-4830" fmla="*/ 4508 h 10000"/>
              <a:gd name="connsiteX35-4831" fmla="*/ 8414 w 10033"/>
              <a:gd name="connsiteY35-4832" fmla="*/ 4898 h 10000"/>
              <a:gd name="connsiteX36-4833" fmla="*/ 8250 w 10033"/>
              <a:gd name="connsiteY36-4834" fmla="*/ 5288 h 10000"/>
              <a:gd name="connsiteX37-4835" fmla="*/ 7970 w 10033"/>
              <a:gd name="connsiteY37-4836" fmla="*/ 6178 h 10000"/>
              <a:gd name="connsiteX38-4837" fmla="*/ 7833 w 10033"/>
              <a:gd name="connsiteY38-4838" fmla="*/ 6568 h 10000"/>
              <a:gd name="connsiteX39-4839" fmla="*/ 7668 w 10033"/>
              <a:gd name="connsiteY39-4840" fmla="*/ 6957 h 10000"/>
              <a:gd name="connsiteX40-4841" fmla="*/ 7528 w 10033"/>
              <a:gd name="connsiteY40-4842" fmla="*/ 7347 h 10000"/>
              <a:gd name="connsiteX41-4843" fmla="*/ 7388 w 10033"/>
              <a:gd name="connsiteY41-4844" fmla="*/ 7737 h 10000"/>
              <a:gd name="connsiteX42-4845" fmla="*/ 7219 w 10033"/>
              <a:gd name="connsiteY42-4846" fmla="*/ 8033 h 10000"/>
              <a:gd name="connsiteX43-4847" fmla="*/ 7219 w 10033"/>
              <a:gd name="connsiteY43-4848" fmla="*/ 8237 h 10000"/>
              <a:gd name="connsiteX44-4849" fmla="*/ 7080 w 10033"/>
              <a:gd name="connsiteY44-4850" fmla="*/ 8534 h 10000"/>
              <a:gd name="connsiteX45-4851" fmla="*/ 6942 w 10033"/>
              <a:gd name="connsiteY45-4852" fmla="*/ 8720 h 10000"/>
              <a:gd name="connsiteX46-4853" fmla="*/ 6635 w 10033"/>
              <a:gd name="connsiteY46-4854" fmla="*/ 9017 h 10000"/>
              <a:gd name="connsiteX47-4855" fmla="*/ 6355 w 10033"/>
              <a:gd name="connsiteY47-4856" fmla="*/ 9314 h 10000"/>
              <a:gd name="connsiteX48-4857" fmla="*/ 6049 w 10033"/>
              <a:gd name="connsiteY48-4858" fmla="*/ 9610 h 10000"/>
              <a:gd name="connsiteX49-4859" fmla="*/ 5772 w 10033"/>
              <a:gd name="connsiteY49-4860" fmla="*/ 9703 h 10000"/>
              <a:gd name="connsiteX50-4861" fmla="*/ 5463 w 10033"/>
              <a:gd name="connsiteY50-4862" fmla="*/ 9889 h 10000"/>
              <a:gd name="connsiteX51-4863" fmla="*/ 5157 w 10033"/>
              <a:gd name="connsiteY51-4864" fmla="*/ 10000 h 10000"/>
              <a:gd name="connsiteX52-4865" fmla="*/ 4879 w 10033"/>
              <a:gd name="connsiteY52-4866" fmla="*/ 10000 h 10000"/>
              <a:gd name="connsiteX53-4867" fmla="*/ 4573 w 10033"/>
              <a:gd name="connsiteY53-4868" fmla="*/ 10000 h 10000"/>
              <a:gd name="connsiteX54-4869" fmla="*/ 4573 w 10033"/>
              <a:gd name="connsiteY54-4870" fmla="*/ 9889 h 10000"/>
              <a:gd name="connsiteX55-4871" fmla="*/ 4432 w 10033"/>
              <a:gd name="connsiteY55-4872" fmla="*/ 9889 h 10000"/>
              <a:gd name="connsiteX56-4873" fmla="*/ 4432 w 10033"/>
              <a:gd name="connsiteY56-4874" fmla="*/ 9796 h 10000"/>
              <a:gd name="connsiteX57-4875" fmla="*/ 4432 w 10033"/>
              <a:gd name="connsiteY57-4876" fmla="*/ 9610 h 10000"/>
              <a:gd name="connsiteX58-4877" fmla="*/ 4432 w 10033"/>
              <a:gd name="connsiteY58-4878" fmla="*/ 9499 h 10000"/>
              <a:gd name="connsiteX59-4879" fmla="*/ 4432 w 10033"/>
              <a:gd name="connsiteY59-4880" fmla="*/ 9406 h 10000"/>
              <a:gd name="connsiteX60-4881" fmla="*/ 4432 w 10033"/>
              <a:gd name="connsiteY60-4882" fmla="*/ 9202 h 10000"/>
              <a:gd name="connsiteX61-4883" fmla="*/ 4432 w 10033"/>
              <a:gd name="connsiteY61-4884" fmla="*/ 9017 h 10000"/>
              <a:gd name="connsiteX62-4885" fmla="*/ 4295 w 10033"/>
              <a:gd name="connsiteY62-4886" fmla="*/ 8813 h 10000"/>
              <a:gd name="connsiteX63-4887" fmla="*/ 4128 w 10033"/>
              <a:gd name="connsiteY63-4888" fmla="*/ 8534 h 10000"/>
              <a:gd name="connsiteX64-4889" fmla="*/ 3849 w 10033"/>
              <a:gd name="connsiteY64-4890" fmla="*/ 8126 h 10000"/>
              <a:gd name="connsiteX65-4891" fmla="*/ 3710 w 10033"/>
              <a:gd name="connsiteY65-4892" fmla="*/ 7737 h 10000"/>
              <a:gd name="connsiteX66-4893" fmla="*/ 3264 w 10033"/>
              <a:gd name="connsiteY66-4894" fmla="*/ 7347 h 10000"/>
              <a:gd name="connsiteX67-4895" fmla="*/ 2960 w 10033"/>
              <a:gd name="connsiteY67-4896" fmla="*/ 6753 h 10000"/>
              <a:gd name="connsiteX68-4897" fmla="*/ 3264 w 10033"/>
              <a:gd name="connsiteY68-4898" fmla="*/ 6957 h 10000"/>
              <a:gd name="connsiteX69-4899" fmla="*/ 3710 w 10033"/>
              <a:gd name="connsiteY69-4900" fmla="*/ 7161 h 10000"/>
              <a:gd name="connsiteX70-4901" fmla="*/ 3987 w 10033"/>
              <a:gd name="connsiteY70-4902" fmla="*/ 7347 h 10000"/>
              <a:gd name="connsiteX71-4903" fmla="*/ 4295 w 10033"/>
              <a:gd name="connsiteY71-4904" fmla="*/ 7440 h 10000"/>
              <a:gd name="connsiteX72-4905" fmla="*/ 4573 w 10033"/>
              <a:gd name="connsiteY72-4906" fmla="*/ 7551 h 10000"/>
              <a:gd name="connsiteX73-4907" fmla="*/ 4743 w 10033"/>
              <a:gd name="connsiteY73-4908" fmla="*/ 7551 h 10000"/>
              <a:gd name="connsiteX74-4909" fmla="*/ 4879 w 10033"/>
              <a:gd name="connsiteY74-4910" fmla="*/ 7644 h 10000"/>
              <a:gd name="connsiteX75-4911" fmla="*/ 5020 w 10033"/>
              <a:gd name="connsiteY75-4912" fmla="*/ 7644 h 10000"/>
              <a:gd name="connsiteX76-4913" fmla="*/ 5157 w 10033"/>
              <a:gd name="connsiteY76-4914" fmla="*/ 7644 h 10000"/>
              <a:gd name="connsiteX77-4915" fmla="*/ 5325 w 10033"/>
              <a:gd name="connsiteY77-4916" fmla="*/ 7644 h 10000"/>
              <a:gd name="connsiteX78-4917" fmla="*/ 5463 w 10033"/>
              <a:gd name="connsiteY78-4918" fmla="*/ 7551 h 10000"/>
              <a:gd name="connsiteX79-4919" fmla="*/ 5606 w 10033"/>
              <a:gd name="connsiteY79-4920" fmla="*/ 7440 h 10000"/>
              <a:gd name="connsiteX80-4921" fmla="*/ 5606 w 10033"/>
              <a:gd name="connsiteY80-4922" fmla="*/ 7347 h 10000"/>
              <a:gd name="connsiteX81-4923" fmla="*/ 5772 w 10033"/>
              <a:gd name="connsiteY81-4924" fmla="*/ 7254 h 10000"/>
              <a:gd name="connsiteX82-4925" fmla="*/ 5909 w 10033"/>
              <a:gd name="connsiteY82-4926" fmla="*/ 7050 h 10000"/>
              <a:gd name="connsiteX83-4927" fmla="*/ 5909 w 10033"/>
              <a:gd name="connsiteY83-4928" fmla="*/ 6865 h 10000"/>
              <a:gd name="connsiteX84-4929" fmla="*/ 6049 w 10033"/>
              <a:gd name="connsiteY84-4930" fmla="*/ 6660 h 10000"/>
              <a:gd name="connsiteX85-4931" fmla="*/ 6188 w 10033"/>
              <a:gd name="connsiteY85-4932" fmla="*/ 6364 h 10000"/>
              <a:gd name="connsiteX86-4933" fmla="*/ 6355 w 10033"/>
              <a:gd name="connsiteY86-4934" fmla="*/ 6067 h 10000"/>
              <a:gd name="connsiteX87-4935" fmla="*/ 6355 w 10033"/>
              <a:gd name="connsiteY87-4936" fmla="*/ 5677 h 10000"/>
              <a:gd name="connsiteX88-4937" fmla="*/ 6635 w 10033"/>
              <a:gd name="connsiteY88-4938" fmla="*/ 4991 h 10000"/>
              <a:gd name="connsiteX89-4939" fmla="*/ 6807 w 10033"/>
              <a:gd name="connsiteY89-4940" fmla="*/ 4212 h 10000"/>
              <a:gd name="connsiteX90-4941" fmla="*/ 6807 w 10033"/>
              <a:gd name="connsiteY90-4942" fmla="*/ 3525 h 10000"/>
              <a:gd name="connsiteX91-4943" fmla="*/ 6942 w 10033"/>
              <a:gd name="connsiteY91-4944" fmla="*/ 2839 h 10000"/>
              <a:gd name="connsiteX92-4945" fmla="*/ 6942 w 10033"/>
              <a:gd name="connsiteY92-4946" fmla="*/ 2542 h 10000"/>
              <a:gd name="connsiteX93-4947" fmla="*/ 6942 w 10033"/>
              <a:gd name="connsiteY93-4948" fmla="*/ 2263 h 10000"/>
              <a:gd name="connsiteX94-4949" fmla="*/ 6942 w 10033"/>
              <a:gd name="connsiteY94-4950" fmla="*/ 2059 h 10000"/>
              <a:gd name="connsiteX95-4951" fmla="*/ 6942 w 10033"/>
              <a:gd name="connsiteY95-4952" fmla="*/ 1855 h 10000"/>
              <a:gd name="connsiteX96-4953" fmla="*/ 6942 w 10033"/>
              <a:gd name="connsiteY96-4954" fmla="*/ 1670 h 10000"/>
              <a:gd name="connsiteX97-4955" fmla="*/ 6942 w 10033"/>
              <a:gd name="connsiteY97-4956" fmla="*/ 1577 h 10000"/>
              <a:gd name="connsiteX98-4957" fmla="*/ 6807 w 10033"/>
              <a:gd name="connsiteY98-4958" fmla="*/ 1466 h 10000"/>
              <a:gd name="connsiteX99-4959" fmla="*/ 6807 w 10033"/>
              <a:gd name="connsiteY99-4960" fmla="*/ 1373 h 10000"/>
              <a:gd name="connsiteX100-4961" fmla="*/ 6807 w 10033"/>
              <a:gd name="connsiteY100-4962" fmla="*/ 1280 h 10000"/>
              <a:gd name="connsiteX101-4963" fmla="*/ 6635 w 10033"/>
              <a:gd name="connsiteY101-4964" fmla="*/ 1280 h 10000"/>
              <a:gd name="connsiteX102-4965" fmla="*/ 6500 w 10033"/>
              <a:gd name="connsiteY102-4966" fmla="*/ 1169 h 10000"/>
              <a:gd name="connsiteX103-4967" fmla="*/ 6500 w 10033"/>
              <a:gd name="connsiteY103-4968" fmla="*/ 1169 h 10000"/>
              <a:gd name="connsiteX104-4969" fmla="*/ 6188 w 10033"/>
              <a:gd name="connsiteY104-4970" fmla="*/ 1169 h 10000"/>
              <a:gd name="connsiteX105-4971" fmla="*/ 6049 w 10033"/>
              <a:gd name="connsiteY105-4972" fmla="*/ 1169 h 10000"/>
              <a:gd name="connsiteX106-4973" fmla="*/ 5909 w 10033"/>
              <a:gd name="connsiteY106-4974" fmla="*/ 1169 h 10000"/>
              <a:gd name="connsiteX107-4975" fmla="*/ 5606 w 10033"/>
              <a:gd name="connsiteY107-4976" fmla="*/ 1169 h 10000"/>
              <a:gd name="connsiteX108-4977" fmla="*/ 5325 w 10033"/>
              <a:gd name="connsiteY108-4978" fmla="*/ 1169 h 10000"/>
              <a:gd name="connsiteX109-4979" fmla="*/ 4879 w 10033"/>
              <a:gd name="connsiteY109-4980" fmla="*/ 1169 h 10000"/>
              <a:gd name="connsiteX110-4981" fmla="*/ 4573 w 10033"/>
              <a:gd name="connsiteY110-4982" fmla="*/ 1169 h 10000"/>
              <a:gd name="connsiteX111-4983" fmla="*/ 4128 w 10033"/>
              <a:gd name="connsiteY111-4984" fmla="*/ 1169 h 10000"/>
              <a:gd name="connsiteX112-4985" fmla="*/ 3544 w 10033"/>
              <a:gd name="connsiteY112-4986" fmla="*/ 1169 h 10000"/>
              <a:gd name="connsiteX113-4987" fmla="*/ 2960 w 10033"/>
              <a:gd name="connsiteY113-4988" fmla="*/ 1280 h 10000"/>
              <a:gd name="connsiteX114-4989" fmla="*/ 2375 w 10033"/>
              <a:gd name="connsiteY114-4990" fmla="*/ 1280 h 10000"/>
              <a:gd name="connsiteX115-4991" fmla="*/ 1652 w 10033"/>
              <a:gd name="connsiteY115-4992" fmla="*/ 1373 h 10000"/>
              <a:gd name="connsiteX116-4993" fmla="*/ 172 w 10033"/>
              <a:gd name="connsiteY116-4994" fmla="*/ 1466 h 10000"/>
              <a:gd name="connsiteX117-4995" fmla="*/ 619 w 10033"/>
              <a:gd name="connsiteY117-4996" fmla="*/ 779 h 10000"/>
              <a:gd name="connsiteX118-4997" fmla="*/ 1342 w 10033"/>
              <a:gd name="connsiteY118-4998" fmla="*/ 779 h 10000"/>
              <a:gd name="connsiteX119-4999" fmla="*/ 1788 w 10033"/>
              <a:gd name="connsiteY119-5000" fmla="*/ 779 h 10000"/>
              <a:gd name="connsiteX120-5001" fmla="*/ 2375 w 10033"/>
              <a:gd name="connsiteY120-5002" fmla="*/ 686 h 10000"/>
              <a:gd name="connsiteX121-5003" fmla="*/ 2819 w 10033"/>
              <a:gd name="connsiteY121-5004" fmla="*/ 686 h 10000"/>
              <a:gd name="connsiteX122-5005" fmla="*/ 3544 w 10033"/>
              <a:gd name="connsiteY122-5006" fmla="*/ 594 h 10000"/>
              <a:gd name="connsiteX123-5007" fmla="*/ 4295 w 10033"/>
              <a:gd name="connsiteY123-5008" fmla="*/ 594 h 10000"/>
              <a:gd name="connsiteX124-5009" fmla="*/ 4879 w 10033"/>
              <a:gd name="connsiteY124-5010" fmla="*/ 482 h 10000"/>
              <a:gd name="connsiteX125-5011" fmla="*/ 5463 w 10033"/>
              <a:gd name="connsiteY125-5012" fmla="*/ 482 h 10000"/>
              <a:gd name="connsiteX126-5013" fmla="*/ 5772 w 10033"/>
              <a:gd name="connsiteY126-5014" fmla="*/ 390 h 10000"/>
              <a:gd name="connsiteX127-5015" fmla="*/ 6049 w 10033"/>
              <a:gd name="connsiteY127-5016" fmla="*/ 297 h 10000"/>
              <a:gd name="connsiteX128-5017" fmla="*/ 6355 w 10033"/>
              <a:gd name="connsiteY128-5018" fmla="*/ 297 h 10000"/>
              <a:gd name="connsiteX129-5019" fmla="*/ 6355 w 10033"/>
              <a:gd name="connsiteY129-5020" fmla="*/ 204 h 10000"/>
              <a:gd name="connsiteX130-5021" fmla="*/ 6355 w 10033"/>
              <a:gd name="connsiteY130-5022" fmla="*/ 204 h 10000"/>
              <a:gd name="connsiteX0-5023" fmla="*/ 5736 w 9414"/>
              <a:gd name="connsiteY0-5024" fmla="*/ 204 h 10000"/>
              <a:gd name="connsiteX1-5025" fmla="*/ 5881 w 9414"/>
              <a:gd name="connsiteY1-5026" fmla="*/ 93 h 10000"/>
              <a:gd name="connsiteX2-5027" fmla="*/ 6188 w 9414"/>
              <a:gd name="connsiteY2-5028" fmla="*/ 93 h 10000"/>
              <a:gd name="connsiteX3-5029" fmla="*/ 6323 w 9414"/>
              <a:gd name="connsiteY3-5030" fmla="*/ 0 h 10000"/>
              <a:gd name="connsiteX4-5031" fmla="*/ 6461 w 9414"/>
              <a:gd name="connsiteY4-5032" fmla="*/ 0 h 10000"/>
              <a:gd name="connsiteX5-5033" fmla="*/ 6769 w 9414"/>
              <a:gd name="connsiteY5-5034" fmla="*/ 93 h 10000"/>
              <a:gd name="connsiteX6-5035" fmla="*/ 7214 w 9414"/>
              <a:gd name="connsiteY6-5036" fmla="*/ 204 h 10000"/>
              <a:gd name="connsiteX7-5037" fmla="*/ 7351 w 9414"/>
              <a:gd name="connsiteY7-5038" fmla="*/ 297 h 10000"/>
              <a:gd name="connsiteX8-5039" fmla="*/ 7631 w 9414"/>
              <a:gd name="connsiteY8-5040" fmla="*/ 482 h 10000"/>
              <a:gd name="connsiteX9-5041" fmla="*/ 7795 w 9414"/>
              <a:gd name="connsiteY9-5042" fmla="*/ 594 h 10000"/>
              <a:gd name="connsiteX10-5043" fmla="*/ 8080 w 9414"/>
              <a:gd name="connsiteY10-5044" fmla="*/ 686 h 10000"/>
              <a:gd name="connsiteX11-5045" fmla="*/ 8384 w 9414"/>
              <a:gd name="connsiteY11-5046" fmla="*/ 891 h 10000"/>
              <a:gd name="connsiteX12-5047" fmla="*/ 8661 w 9414"/>
              <a:gd name="connsiteY12-5048" fmla="*/ 983 h 10000"/>
              <a:gd name="connsiteX13-5049" fmla="*/ 8828 w 9414"/>
              <a:gd name="connsiteY13-5050" fmla="*/ 1169 h 10000"/>
              <a:gd name="connsiteX14-5051" fmla="*/ 9108 w 9414"/>
              <a:gd name="connsiteY14-5052" fmla="*/ 1280 h 10000"/>
              <a:gd name="connsiteX15-5053" fmla="*/ 9246 w 9414"/>
              <a:gd name="connsiteY15-5054" fmla="*/ 1373 h 10000"/>
              <a:gd name="connsiteX16-5055" fmla="*/ 9246 w 9414"/>
              <a:gd name="connsiteY16-5056" fmla="*/ 1466 h 10000"/>
              <a:gd name="connsiteX17-5057" fmla="*/ 9414 w 9414"/>
              <a:gd name="connsiteY17-5058" fmla="*/ 1466 h 10000"/>
              <a:gd name="connsiteX18-5059" fmla="*/ 9414 w 9414"/>
              <a:gd name="connsiteY18-5060" fmla="*/ 1577 h 10000"/>
              <a:gd name="connsiteX19-5061" fmla="*/ 9414 w 9414"/>
              <a:gd name="connsiteY19-5062" fmla="*/ 1670 h 10000"/>
              <a:gd name="connsiteX20-5063" fmla="*/ 9246 w 9414"/>
              <a:gd name="connsiteY20-5064" fmla="*/ 1763 h 10000"/>
              <a:gd name="connsiteX21-5065" fmla="*/ 9108 w 9414"/>
              <a:gd name="connsiteY21-5066" fmla="*/ 1763 h 10000"/>
              <a:gd name="connsiteX22-5067" fmla="*/ 8969 w 9414"/>
              <a:gd name="connsiteY22-5068" fmla="*/ 1855 h 10000"/>
              <a:gd name="connsiteX23-5069" fmla="*/ 8828 w 9414"/>
              <a:gd name="connsiteY23-5070" fmla="*/ 1855 h 10000"/>
              <a:gd name="connsiteX24-5071" fmla="*/ 8828 w 9414"/>
              <a:gd name="connsiteY24-5072" fmla="*/ 1967 h 10000"/>
              <a:gd name="connsiteX25-5073" fmla="*/ 8661 w 9414"/>
              <a:gd name="connsiteY25-5074" fmla="*/ 2059 h 10000"/>
              <a:gd name="connsiteX26-5075" fmla="*/ 8523 w 9414"/>
              <a:gd name="connsiteY26-5076" fmla="*/ 2263 h 10000"/>
              <a:gd name="connsiteX27-5077" fmla="*/ 8523 w 9414"/>
              <a:gd name="connsiteY27-5078" fmla="*/ 2449 h 10000"/>
              <a:gd name="connsiteX28-5079" fmla="*/ 8384 w 9414"/>
              <a:gd name="connsiteY28-5080" fmla="*/ 2653 h 10000"/>
              <a:gd name="connsiteX29-5081" fmla="*/ 8384 w 9414"/>
              <a:gd name="connsiteY29-5082" fmla="*/ 2950 h 10000"/>
              <a:gd name="connsiteX30-5083" fmla="*/ 8384 w 9414"/>
              <a:gd name="connsiteY30-5084" fmla="*/ 3135 h 10000"/>
              <a:gd name="connsiteX31-5085" fmla="*/ 8216 w 9414"/>
              <a:gd name="connsiteY31-5086" fmla="*/ 3432 h 10000"/>
              <a:gd name="connsiteX32-5087" fmla="*/ 8216 w 9414"/>
              <a:gd name="connsiteY32-5088" fmla="*/ 3822 h 10000"/>
              <a:gd name="connsiteX33-5089" fmla="*/ 8080 w 9414"/>
              <a:gd name="connsiteY33-5090" fmla="*/ 4119 h 10000"/>
              <a:gd name="connsiteX34-5091" fmla="*/ 7938 w 9414"/>
              <a:gd name="connsiteY34-5092" fmla="*/ 4508 h 10000"/>
              <a:gd name="connsiteX35-5093" fmla="*/ 7795 w 9414"/>
              <a:gd name="connsiteY35-5094" fmla="*/ 4898 h 10000"/>
              <a:gd name="connsiteX36-5095" fmla="*/ 7631 w 9414"/>
              <a:gd name="connsiteY36-5096" fmla="*/ 5288 h 10000"/>
              <a:gd name="connsiteX37-5097" fmla="*/ 7351 w 9414"/>
              <a:gd name="connsiteY37-5098" fmla="*/ 6178 h 10000"/>
              <a:gd name="connsiteX38-5099" fmla="*/ 7214 w 9414"/>
              <a:gd name="connsiteY38-5100" fmla="*/ 6568 h 10000"/>
              <a:gd name="connsiteX39-5101" fmla="*/ 7049 w 9414"/>
              <a:gd name="connsiteY39-5102" fmla="*/ 6957 h 10000"/>
              <a:gd name="connsiteX40-5103" fmla="*/ 6909 w 9414"/>
              <a:gd name="connsiteY40-5104" fmla="*/ 7347 h 10000"/>
              <a:gd name="connsiteX41-5105" fmla="*/ 6769 w 9414"/>
              <a:gd name="connsiteY41-5106" fmla="*/ 7737 h 10000"/>
              <a:gd name="connsiteX42-5107" fmla="*/ 6600 w 9414"/>
              <a:gd name="connsiteY42-5108" fmla="*/ 8033 h 10000"/>
              <a:gd name="connsiteX43-5109" fmla="*/ 6600 w 9414"/>
              <a:gd name="connsiteY43-5110" fmla="*/ 8237 h 10000"/>
              <a:gd name="connsiteX44-5111" fmla="*/ 6461 w 9414"/>
              <a:gd name="connsiteY44-5112" fmla="*/ 8534 h 10000"/>
              <a:gd name="connsiteX45-5113" fmla="*/ 6323 w 9414"/>
              <a:gd name="connsiteY45-5114" fmla="*/ 8720 h 10000"/>
              <a:gd name="connsiteX46-5115" fmla="*/ 6016 w 9414"/>
              <a:gd name="connsiteY46-5116" fmla="*/ 9017 h 10000"/>
              <a:gd name="connsiteX47-5117" fmla="*/ 5736 w 9414"/>
              <a:gd name="connsiteY47-5118" fmla="*/ 9314 h 10000"/>
              <a:gd name="connsiteX48-5119" fmla="*/ 5430 w 9414"/>
              <a:gd name="connsiteY48-5120" fmla="*/ 9610 h 10000"/>
              <a:gd name="connsiteX49-5121" fmla="*/ 5153 w 9414"/>
              <a:gd name="connsiteY49-5122" fmla="*/ 9703 h 10000"/>
              <a:gd name="connsiteX50-5123" fmla="*/ 4844 w 9414"/>
              <a:gd name="connsiteY50-5124" fmla="*/ 9889 h 10000"/>
              <a:gd name="connsiteX51-5125" fmla="*/ 4538 w 9414"/>
              <a:gd name="connsiteY51-5126" fmla="*/ 10000 h 10000"/>
              <a:gd name="connsiteX52-5127" fmla="*/ 4260 w 9414"/>
              <a:gd name="connsiteY52-5128" fmla="*/ 10000 h 10000"/>
              <a:gd name="connsiteX53-5129" fmla="*/ 3954 w 9414"/>
              <a:gd name="connsiteY53-5130" fmla="*/ 10000 h 10000"/>
              <a:gd name="connsiteX54-5131" fmla="*/ 3954 w 9414"/>
              <a:gd name="connsiteY54-5132" fmla="*/ 9889 h 10000"/>
              <a:gd name="connsiteX55-5133" fmla="*/ 3813 w 9414"/>
              <a:gd name="connsiteY55-5134" fmla="*/ 9889 h 10000"/>
              <a:gd name="connsiteX56-5135" fmla="*/ 3813 w 9414"/>
              <a:gd name="connsiteY56-5136" fmla="*/ 9796 h 10000"/>
              <a:gd name="connsiteX57-5137" fmla="*/ 3813 w 9414"/>
              <a:gd name="connsiteY57-5138" fmla="*/ 9610 h 10000"/>
              <a:gd name="connsiteX58-5139" fmla="*/ 3813 w 9414"/>
              <a:gd name="connsiteY58-5140" fmla="*/ 9499 h 10000"/>
              <a:gd name="connsiteX59-5141" fmla="*/ 3813 w 9414"/>
              <a:gd name="connsiteY59-5142" fmla="*/ 9406 h 10000"/>
              <a:gd name="connsiteX60-5143" fmla="*/ 3813 w 9414"/>
              <a:gd name="connsiteY60-5144" fmla="*/ 9202 h 10000"/>
              <a:gd name="connsiteX61-5145" fmla="*/ 3813 w 9414"/>
              <a:gd name="connsiteY61-5146" fmla="*/ 9017 h 10000"/>
              <a:gd name="connsiteX62-5147" fmla="*/ 3676 w 9414"/>
              <a:gd name="connsiteY62-5148" fmla="*/ 8813 h 10000"/>
              <a:gd name="connsiteX63-5149" fmla="*/ 3509 w 9414"/>
              <a:gd name="connsiteY63-5150" fmla="*/ 8534 h 10000"/>
              <a:gd name="connsiteX64-5151" fmla="*/ 3230 w 9414"/>
              <a:gd name="connsiteY64-5152" fmla="*/ 8126 h 10000"/>
              <a:gd name="connsiteX65-5153" fmla="*/ 3091 w 9414"/>
              <a:gd name="connsiteY65-5154" fmla="*/ 7737 h 10000"/>
              <a:gd name="connsiteX66-5155" fmla="*/ 2645 w 9414"/>
              <a:gd name="connsiteY66-5156" fmla="*/ 7347 h 10000"/>
              <a:gd name="connsiteX67-5157" fmla="*/ 2341 w 9414"/>
              <a:gd name="connsiteY67-5158" fmla="*/ 6753 h 10000"/>
              <a:gd name="connsiteX68-5159" fmla="*/ 2645 w 9414"/>
              <a:gd name="connsiteY68-5160" fmla="*/ 6957 h 10000"/>
              <a:gd name="connsiteX69-5161" fmla="*/ 3091 w 9414"/>
              <a:gd name="connsiteY69-5162" fmla="*/ 7161 h 10000"/>
              <a:gd name="connsiteX70-5163" fmla="*/ 3368 w 9414"/>
              <a:gd name="connsiteY70-5164" fmla="*/ 7347 h 10000"/>
              <a:gd name="connsiteX71-5165" fmla="*/ 3676 w 9414"/>
              <a:gd name="connsiteY71-5166" fmla="*/ 7440 h 10000"/>
              <a:gd name="connsiteX72-5167" fmla="*/ 3954 w 9414"/>
              <a:gd name="connsiteY72-5168" fmla="*/ 7551 h 10000"/>
              <a:gd name="connsiteX73-5169" fmla="*/ 4124 w 9414"/>
              <a:gd name="connsiteY73-5170" fmla="*/ 7551 h 10000"/>
              <a:gd name="connsiteX74-5171" fmla="*/ 4260 w 9414"/>
              <a:gd name="connsiteY74-5172" fmla="*/ 7644 h 10000"/>
              <a:gd name="connsiteX75-5173" fmla="*/ 4401 w 9414"/>
              <a:gd name="connsiteY75-5174" fmla="*/ 7644 h 10000"/>
              <a:gd name="connsiteX76-5175" fmla="*/ 4538 w 9414"/>
              <a:gd name="connsiteY76-5176" fmla="*/ 7644 h 10000"/>
              <a:gd name="connsiteX77-5177" fmla="*/ 4706 w 9414"/>
              <a:gd name="connsiteY77-5178" fmla="*/ 7644 h 10000"/>
              <a:gd name="connsiteX78-5179" fmla="*/ 4844 w 9414"/>
              <a:gd name="connsiteY78-5180" fmla="*/ 7551 h 10000"/>
              <a:gd name="connsiteX79-5181" fmla="*/ 4987 w 9414"/>
              <a:gd name="connsiteY79-5182" fmla="*/ 7440 h 10000"/>
              <a:gd name="connsiteX80-5183" fmla="*/ 4987 w 9414"/>
              <a:gd name="connsiteY80-5184" fmla="*/ 7347 h 10000"/>
              <a:gd name="connsiteX81-5185" fmla="*/ 5153 w 9414"/>
              <a:gd name="connsiteY81-5186" fmla="*/ 7254 h 10000"/>
              <a:gd name="connsiteX82-5187" fmla="*/ 5290 w 9414"/>
              <a:gd name="connsiteY82-5188" fmla="*/ 7050 h 10000"/>
              <a:gd name="connsiteX83-5189" fmla="*/ 5290 w 9414"/>
              <a:gd name="connsiteY83-5190" fmla="*/ 6865 h 10000"/>
              <a:gd name="connsiteX84-5191" fmla="*/ 5430 w 9414"/>
              <a:gd name="connsiteY84-5192" fmla="*/ 6660 h 10000"/>
              <a:gd name="connsiteX85-5193" fmla="*/ 5569 w 9414"/>
              <a:gd name="connsiteY85-5194" fmla="*/ 6364 h 10000"/>
              <a:gd name="connsiteX86-5195" fmla="*/ 5736 w 9414"/>
              <a:gd name="connsiteY86-5196" fmla="*/ 6067 h 10000"/>
              <a:gd name="connsiteX87-5197" fmla="*/ 5736 w 9414"/>
              <a:gd name="connsiteY87-5198" fmla="*/ 5677 h 10000"/>
              <a:gd name="connsiteX88-5199" fmla="*/ 6016 w 9414"/>
              <a:gd name="connsiteY88-5200" fmla="*/ 4991 h 10000"/>
              <a:gd name="connsiteX89-5201" fmla="*/ 6188 w 9414"/>
              <a:gd name="connsiteY89-5202" fmla="*/ 4212 h 10000"/>
              <a:gd name="connsiteX90-5203" fmla="*/ 6188 w 9414"/>
              <a:gd name="connsiteY90-5204" fmla="*/ 3525 h 10000"/>
              <a:gd name="connsiteX91-5205" fmla="*/ 6323 w 9414"/>
              <a:gd name="connsiteY91-5206" fmla="*/ 2839 h 10000"/>
              <a:gd name="connsiteX92-5207" fmla="*/ 6323 w 9414"/>
              <a:gd name="connsiteY92-5208" fmla="*/ 2542 h 10000"/>
              <a:gd name="connsiteX93-5209" fmla="*/ 6323 w 9414"/>
              <a:gd name="connsiteY93-5210" fmla="*/ 2263 h 10000"/>
              <a:gd name="connsiteX94-5211" fmla="*/ 6323 w 9414"/>
              <a:gd name="connsiteY94-5212" fmla="*/ 2059 h 10000"/>
              <a:gd name="connsiteX95-5213" fmla="*/ 6323 w 9414"/>
              <a:gd name="connsiteY95-5214" fmla="*/ 1855 h 10000"/>
              <a:gd name="connsiteX96-5215" fmla="*/ 6323 w 9414"/>
              <a:gd name="connsiteY96-5216" fmla="*/ 1670 h 10000"/>
              <a:gd name="connsiteX97-5217" fmla="*/ 6323 w 9414"/>
              <a:gd name="connsiteY97-5218" fmla="*/ 1577 h 10000"/>
              <a:gd name="connsiteX98-5219" fmla="*/ 6188 w 9414"/>
              <a:gd name="connsiteY98-5220" fmla="*/ 1466 h 10000"/>
              <a:gd name="connsiteX99-5221" fmla="*/ 6188 w 9414"/>
              <a:gd name="connsiteY99-5222" fmla="*/ 1373 h 10000"/>
              <a:gd name="connsiteX100-5223" fmla="*/ 6188 w 9414"/>
              <a:gd name="connsiteY100-5224" fmla="*/ 1280 h 10000"/>
              <a:gd name="connsiteX101-5225" fmla="*/ 6016 w 9414"/>
              <a:gd name="connsiteY101-5226" fmla="*/ 1280 h 10000"/>
              <a:gd name="connsiteX102-5227" fmla="*/ 5881 w 9414"/>
              <a:gd name="connsiteY102-5228" fmla="*/ 1169 h 10000"/>
              <a:gd name="connsiteX103-5229" fmla="*/ 5881 w 9414"/>
              <a:gd name="connsiteY103-5230" fmla="*/ 1169 h 10000"/>
              <a:gd name="connsiteX104-5231" fmla="*/ 5569 w 9414"/>
              <a:gd name="connsiteY104-5232" fmla="*/ 1169 h 10000"/>
              <a:gd name="connsiteX105-5233" fmla="*/ 5430 w 9414"/>
              <a:gd name="connsiteY105-5234" fmla="*/ 1169 h 10000"/>
              <a:gd name="connsiteX106-5235" fmla="*/ 5290 w 9414"/>
              <a:gd name="connsiteY106-5236" fmla="*/ 1169 h 10000"/>
              <a:gd name="connsiteX107-5237" fmla="*/ 4987 w 9414"/>
              <a:gd name="connsiteY107-5238" fmla="*/ 1169 h 10000"/>
              <a:gd name="connsiteX108-5239" fmla="*/ 4706 w 9414"/>
              <a:gd name="connsiteY108-5240" fmla="*/ 1169 h 10000"/>
              <a:gd name="connsiteX109-5241" fmla="*/ 4260 w 9414"/>
              <a:gd name="connsiteY109-5242" fmla="*/ 1169 h 10000"/>
              <a:gd name="connsiteX110-5243" fmla="*/ 3954 w 9414"/>
              <a:gd name="connsiteY110-5244" fmla="*/ 1169 h 10000"/>
              <a:gd name="connsiteX111-5245" fmla="*/ 3509 w 9414"/>
              <a:gd name="connsiteY111-5246" fmla="*/ 1169 h 10000"/>
              <a:gd name="connsiteX112-5247" fmla="*/ 2925 w 9414"/>
              <a:gd name="connsiteY112-5248" fmla="*/ 1169 h 10000"/>
              <a:gd name="connsiteX113-5249" fmla="*/ 2341 w 9414"/>
              <a:gd name="connsiteY113-5250" fmla="*/ 1280 h 10000"/>
              <a:gd name="connsiteX114-5251" fmla="*/ 1756 w 9414"/>
              <a:gd name="connsiteY114-5252" fmla="*/ 1280 h 10000"/>
              <a:gd name="connsiteX115-5253" fmla="*/ 1033 w 9414"/>
              <a:gd name="connsiteY115-5254" fmla="*/ 1373 h 10000"/>
              <a:gd name="connsiteX116-5255" fmla="*/ 0 w 9414"/>
              <a:gd name="connsiteY116-5256" fmla="*/ 779 h 10000"/>
              <a:gd name="connsiteX117-5257" fmla="*/ 723 w 9414"/>
              <a:gd name="connsiteY117-5258" fmla="*/ 779 h 10000"/>
              <a:gd name="connsiteX118-5259" fmla="*/ 1169 w 9414"/>
              <a:gd name="connsiteY118-5260" fmla="*/ 779 h 10000"/>
              <a:gd name="connsiteX119-5261" fmla="*/ 1756 w 9414"/>
              <a:gd name="connsiteY119-5262" fmla="*/ 686 h 10000"/>
              <a:gd name="connsiteX120-5263" fmla="*/ 2200 w 9414"/>
              <a:gd name="connsiteY120-5264" fmla="*/ 686 h 10000"/>
              <a:gd name="connsiteX121-5265" fmla="*/ 2925 w 9414"/>
              <a:gd name="connsiteY121-5266" fmla="*/ 594 h 10000"/>
              <a:gd name="connsiteX122-5267" fmla="*/ 3676 w 9414"/>
              <a:gd name="connsiteY122-5268" fmla="*/ 594 h 10000"/>
              <a:gd name="connsiteX123-5269" fmla="*/ 4260 w 9414"/>
              <a:gd name="connsiteY123-5270" fmla="*/ 482 h 10000"/>
              <a:gd name="connsiteX124-5271" fmla="*/ 4844 w 9414"/>
              <a:gd name="connsiteY124-5272" fmla="*/ 482 h 10000"/>
              <a:gd name="connsiteX125-5273" fmla="*/ 5153 w 9414"/>
              <a:gd name="connsiteY125-5274" fmla="*/ 390 h 10000"/>
              <a:gd name="connsiteX126-5275" fmla="*/ 5430 w 9414"/>
              <a:gd name="connsiteY126-5276" fmla="*/ 297 h 10000"/>
              <a:gd name="connsiteX127-5277" fmla="*/ 5736 w 9414"/>
              <a:gd name="connsiteY127-5278" fmla="*/ 297 h 10000"/>
              <a:gd name="connsiteX128-5279" fmla="*/ 5736 w 9414"/>
              <a:gd name="connsiteY128-5280" fmla="*/ 204 h 10000"/>
              <a:gd name="connsiteX129-5281" fmla="*/ 5736 w 9414"/>
              <a:gd name="connsiteY129-5282" fmla="*/ 204 h 10000"/>
              <a:gd name="connsiteX0-5283" fmla="*/ 6093 w 10000"/>
              <a:gd name="connsiteY0-5284" fmla="*/ 204 h 10000"/>
              <a:gd name="connsiteX1-5285" fmla="*/ 6247 w 10000"/>
              <a:gd name="connsiteY1-5286" fmla="*/ 93 h 10000"/>
              <a:gd name="connsiteX2-5287" fmla="*/ 6573 w 10000"/>
              <a:gd name="connsiteY2-5288" fmla="*/ 93 h 10000"/>
              <a:gd name="connsiteX3-5289" fmla="*/ 6717 w 10000"/>
              <a:gd name="connsiteY3-5290" fmla="*/ 0 h 10000"/>
              <a:gd name="connsiteX4-5291" fmla="*/ 6863 w 10000"/>
              <a:gd name="connsiteY4-5292" fmla="*/ 0 h 10000"/>
              <a:gd name="connsiteX5-5293" fmla="*/ 7190 w 10000"/>
              <a:gd name="connsiteY5-5294" fmla="*/ 93 h 10000"/>
              <a:gd name="connsiteX6-5295" fmla="*/ 7663 w 10000"/>
              <a:gd name="connsiteY6-5296" fmla="*/ 204 h 10000"/>
              <a:gd name="connsiteX7-5297" fmla="*/ 7809 w 10000"/>
              <a:gd name="connsiteY7-5298" fmla="*/ 297 h 10000"/>
              <a:gd name="connsiteX8-5299" fmla="*/ 8106 w 10000"/>
              <a:gd name="connsiteY8-5300" fmla="*/ 482 h 10000"/>
              <a:gd name="connsiteX9-5301" fmla="*/ 8280 w 10000"/>
              <a:gd name="connsiteY9-5302" fmla="*/ 594 h 10000"/>
              <a:gd name="connsiteX10-5303" fmla="*/ 8583 w 10000"/>
              <a:gd name="connsiteY10-5304" fmla="*/ 686 h 10000"/>
              <a:gd name="connsiteX11-5305" fmla="*/ 8906 w 10000"/>
              <a:gd name="connsiteY11-5306" fmla="*/ 891 h 10000"/>
              <a:gd name="connsiteX12-5307" fmla="*/ 9200 w 10000"/>
              <a:gd name="connsiteY12-5308" fmla="*/ 983 h 10000"/>
              <a:gd name="connsiteX13-5309" fmla="*/ 9378 w 10000"/>
              <a:gd name="connsiteY13-5310" fmla="*/ 1169 h 10000"/>
              <a:gd name="connsiteX14-5311" fmla="*/ 9675 w 10000"/>
              <a:gd name="connsiteY14-5312" fmla="*/ 1280 h 10000"/>
              <a:gd name="connsiteX15-5313" fmla="*/ 9822 w 10000"/>
              <a:gd name="connsiteY15-5314" fmla="*/ 1373 h 10000"/>
              <a:gd name="connsiteX16-5315" fmla="*/ 9822 w 10000"/>
              <a:gd name="connsiteY16-5316" fmla="*/ 1466 h 10000"/>
              <a:gd name="connsiteX17-5317" fmla="*/ 10000 w 10000"/>
              <a:gd name="connsiteY17-5318" fmla="*/ 1466 h 10000"/>
              <a:gd name="connsiteX18-5319" fmla="*/ 10000 w 10000"/>
              <a:gd name="connsiteY18-5320" fmla="*/ 1577 h 10000"/>
              <a:gd name="connsiteX19-5321" fmla="*/ 10000 w 10000"/>
              <a:gd name="connsiteY19-5322" fmla="*/ 1670 h 10000"/>
              <a:gd name="connsiteX20-5323" fmla="*/ 9822 w 10000"/>
              <a:gd name="connsiteY20-5324" fmla="*/ 1763 h 10000"/>
              <a:gd name="connsiteX21-5325" fmla="*/ 9675 w 10000"/>
              <a:gd name="connsiteY21-5326" fmla="*/ 1763 h 10000"/>
              <a:gd name="connsiteX22-5327" fmla="*/ 9527 w 10000"/>
              <a:gd name="connsiteY22-5328" fmla="*/ 1855 h 10000"/>
              <a:gd name="connsiteX23-5329" fmla="*/ 9378 w 10000"/>
              <a:gd name="connsiteY23-5330" fmla="*/ 1855 h 10000"/>
              <a:gd name="connsiteX24-5331" fmla="*/ 9378 w 10000"/>
              <a:gd name="connsiteY24-5332" fmla="*/ 1967 h 10000"/>
              <a:gd name="connsiteX25-5333" fmla="*/ 9200 w 10000"/>
              <a:gd name="connsiteY25-5334" fmla="*/ 2059 h 10000"/>
              <a:gd name="connsiteX26-5335" fmla="*/ 9054 w 10000"/>
              <a:gd name="connsiteY26-5336" fmla="*/ 2263 h 10000"/>
              <a:gd name="connsiteX27-5337" fmla="*/ 9054 w 10000"/>
              <a:gd name="connsiteY27-5338" fmla="*/ 2449 h 10000"/>
              <a:gd name="connsiteX28-5339" fmla="*/ 8906 w 10000"/>
              <a:gd name="connsiteY28-5340" fmla="*/ 2653 h 10000"/>
              <a:gd name="connsiteX29-5341" fmla="*/ 8906 w 10000"/>
              <a:gd name="connsiteY29-5342" fmla="*/ 2950 h 10000"/>
              <a:gd name="connsiteX30-5343" fmla="*/ 8906 w 10000"/>
              <a:gd name="connsiteY30-5344" fmla="*/ 3135 h 10000"/>
              <a:gd name="connsiteX31-5345" fmla="*/ 8727 w 10000"/>
              <a:gd name="connsiteY31-5346" fmla="*/ 3432 h 10000"/>
              <a:gd name="connsiteX32-5347" fmla="*/ 8727 w 10000"/>
              <a:gd name="connsiteY32-5348" fmla="*/ 3822 h 10000"/>
              <a:gd name="connsiteX33-5349" fmla="*/ 8583 w 10000"/>
              <a:gd name="connsiteY33-5350" fmla="*/ 4119 h 10000"/>
              <a:gd name="connsiteX34-5351" fmla="*/ 8432 w 10000"/>
              <a:gd name="connsiteY34-5352" fmla="*/ 4508 h 10000"/>
              <a:gd name="connsiteX35-5353" fmla="*/ 8280 w 10000"/>
              <a:gd name="connsiteY35-5354" fmla="*/ 4898 h 10000"/>
              <a:gd name="connsiteX36-5355" fmla="*/ 8106 w 10000"/>
              <a:gd name="connsiteY36-5356" fmla="*/ 5288 h 10000"/>
              <a:gd name="connsiteX37-5357" fmla="*/ 7809 w 10000"/>
              <a:gd name="connsiteY37-5358" fmla="*/ 6178 h 10000"/>
              <a:gd name="connsiteX38-5359" fmla="*/ 7663 w 10000"/>
              <a:gd name="connsiteY38-5360" fmla="*/ 6568 h 10000"/>
              <a:gd name="connsiteX39-5361" fmla="*/ 7488 w 10000"/>
              <a:gd name="connsiteY39-5362" fmla="*/ 6957 h 10000"/>
              <a:gd name="connsiteX40-5363" fmla="*/ 7339 w 10000"/>
              <a:gd name="connsiteY40-5364" fmla="*/ 7347 h 10000"/>
              <a:gd name="connsiteX41-5365" fmla="*/ 7190 w 10000"/>
              <a:gd name="connsiteY41-5366" fmla="*/ 7737 h 10000"/>
              <a:gd name="connsiteX42-5367" fmla="*/ 7011 w 10000"/>
              <a:gd name="connsiteY42-5368" fmla="*/ 8033 h 10000"/>
              <a:gd name="connsiteX43-5369" fmla="*/ 7011 w 10000"/>
              <a:gd name="connsiteY43-5370" fmla="*/ 8237 h 10000"/>
              <a:gd name="connsiteX44-5371" fmla="*/ 6863 w 10000"/>
              <a:gd name="connsiteY44-5372" fmla="*/ 8534 h 10000"/>
              <a:gd name="connsiteX45-5373" fmla="*/ 6717 w 10000"/>
              <a:gd name="connsiteY45-5374" fmla="*/ 8720 h 10000"/>
              <a:gd name="connsiteX46-5375" fmla="*/ 6390 w 10000"/>
              <a:gd name="connsiteY46-5376" fmla="*/ 9017 h 10000"/>
              <a:gd name="connsiteX47-5377" fmla="*/ 6093 w 10000"/>
              <a:gd name="connsiteY47-5378" fmla="*/ 9314 h 10000"/>
              <a:gd name="connsiteX48-5379" fmla="*/ 5768 w 10000"/>
              <a:gd name="connsiteY48-5380" fmla="*/ 9610 h 10000"/>
              <a:gd name="connsiteX49-5381" fmla="*/ 5474 w 10000"/>
              <a:gd name="connsiteY49-5382" fmla="*/ 9703 h 10000"/>
              <a:gd name="connsiteX50-5383" fmla="*/ 5146 w 10000"/>
              <a:gd name="connsiteY50-5384" fmla="*/ 9889 h 10000"/>
              <a:gd name="connsiteX51-5385" fmla="*/ 4820 w 10000"/>
              <a:gd name="connsiteY51-5386" fmla="*/ 10000 h 10000"/>
              <a:gd name="connsiteX52-5387" fmla="*/ 4525 w 10000"/>
              <a:gd name="connsiteY52-5388" fmla="*/ 10000 h 10000"/>
              <a:gd name="connsiteX53-5389" fmla="*/ 4200 w 10000"/>
              <a:gd name="connsiteY53-5390" fmla="*/ 10000 h 10000"/>
              <a:gd name="connsiteX54-5391" fmla="*/ 4200 w 10000"/>
              <a:gd name="connsiteY54-5392" fmla="*/ 9889 h 10000"/>
              <a:gd name="connsiteX55-5393" fmla="*/ 4050 w 10000"/>
              <a:gd name="connsiteY55-5394" fmla="*/ 9889 h 10000"/>
              <a:gd name="connsiteX56-5395" fmla="*/ 4050 w 10000"/>
              <a:gd name="connsiteY56-5396" fmla="*/ 9796 h 10000"/>
              <a:gd name="connsiteX57-5397" fmla="*/ 4050 w 10000"/>
              <a:gd name="connsiteY57-5398" fmla="*/ 9610 h 10000"/>
              <a:gd name="connsiteX58-5399" fmla="*/ 4050 w 10000"/>
              <a:gd name="connsiteY58-5400" fmla="*/ 9499 h 10000"/>
              <a:gd name="connsiteX59-5401" fmla="*/ 4050 w 10000"/>
              <a:gd name="connsiteY59-5402" fmla="*/ 9406 h 10000"/>
              <a:gd name="connsiteX60-5403" fmla="*/ 4050 w 10000"/>
              <a:gd name="connsiteY60-5404" fmla="*/ 9202 h 10000"/>
              <a:gd name="connsiteX61-5405" fmla="*/ 4050 w 10000"/>
              <a:gd name="connsiteY61-5406" fmla="*/ 9017 h 10000"/>
              <a:gd name="connsiteX62-5407" fmla="*/ 3905 w 10000"/>
              <a:gd name="connsiteY62-5408" fmla="*/ 8813 h 10000"/>
              <a:gd name="connsiteX63-5409" fmla="*/ 3727 w 10000"/>
              <a:gd name="connsiteY63-5410" fmla="*/ 8534 h 10000"/>
              <a:gd name="connsiteX64-5411" fmla="*/ 3431 w 10000"/>
              <a:gd name="connsiteY64-5412" fmla="*/ 8126 h 10000"/>
              <a:gd name="connsiteX65-5413" fmla="*/ 3283 w 10000"/>
              <a:gd name="connsiteY65-5414" fmla="*/ 7737 h 10000"/>
              <a:gd name="connsiteX66-5415" fmla="*/ 2810 w 10000"/>
              <a:gd name="connsiteY66-5416" fmla="*/ 7347 h 10000"/>
              <a:gd name="connsiteX67-5417" fmla="*/ 2487 w 10000"/>
              <a:gd name="connsiteY67-5418" fmla="*/ 6753 h 10000"/>
              <a:gd name="connsiteX68-5419" fmla="*/ 2810 w 10000"/>
              <a:gd name="connsiteY68-5420" fmla="*/ 6957 h 10000"/>
              <a:gd name="connsiteX69-5421" fmla="*/ 3283 w 10000"/>
              <a:gd name="connsiteY69-5422" fmla="*/ 7161 h 10000"/>
              <a:gd name="connsiteX70-5423" fmla="*/ 3578 w 10000"/>
              <a:gd name="connsiteY70-5424" fmla="*/ 7347 h 10000"/>
              <a:gd name="connsiteX71-5425" fmla="*/ 3905 w 10000"/>
              <a:gd name="connsiteY71-5426" fmla="*/ 7440 h 10000"/>
              <a:gd name="connsiteX72-5427" fmla="*/ 4200 w 10000"/>
              <a:gd name="connsiteY72-5428" fmla="*/ 7551 h 10000"/>
              <a:gd name="connsiteX73-5429" fmla="*/ 4381 w 10000"/>
              <a:gd name="connsiteY73-5430" fmla="*/ 7551 h 10000"/>
              <a:gd name="connsiteX74-5431" fmla="*/ 4525 w 10000"/>
              <a:gd name="connsiteY74-5432" fmla="*/ 7644 h 10000"/>
              <a:gd name="connsiteX75-5433" fmla="*/ 4675 w 10000"/>
              <a:gd name="connsiteY75-5434" fmla="*/ 7644 h 10000"/>
              <a:gd name="connsiteX76-5435" fmla="*/ 4820 w 10000"/>
              <a:gd name="connsiteY76-5436" fmla="*/ 7644 h 10000"/>
              <a:gd name="connsiteX77-5437" fmla="*/ 4999 w 10000"/>
              <a:gd name="connsiteY77-5438" fmla="*/ 7644 h 10000"/>
              <a:gd name="connsiteX78-5439" fmla="*/ 5146 w 10000"/>
              <a:gd name="connsiteY78-5440" fmla="*/ 7551 h 10000"/>
              <a:gd name="connsiteX79-5441" fmla="*/ 5297 w 10000"/>
              <a:gd name="connsiteY79-5442" fmla="*/ 7440 h 10000"/>
              <a:gd name="connsiteX80-5443" fmla="*/ 5297 w 10000"/>
              <a:gd name="connsiteY80-5444" fmla="*/ 7347 h 10000"/>
              <a:gd name="connsiteX81-5445" fmla="*/ 5474 w 10000"/>
              <a:gd name="connsiteY81-5446" fmla="*/ 7254 h 10000"/>
              <a:gd name="connsiteX82-5447" fmla="*/ 5619 w 10000"/>
              <a:gd name="connsiteY82-5448" fmla="*/ 7050 h 10000"/>
              <a:gd name="connsiteX83-5449" fmla="*/ 5619 w 10000"/>
              <a:gd name="connsiteY83-5450" fmla="*/ 6865 h 10000"/>
              <a:gd name="connsiteX84-5451" fmla="*/ 5768 w 10000"/>
              <a:gd name="connsiteY84-5452" fmla="*/ 6660 h 10000"/>
              <a:gd name="connsiteX85-5453" fmla="*/ 5916 w 10000"/>
              <a:gd name="connsiteY85-5454" fmla="*/ 6364 h 10000"/>
              <a:gd name="connsiteX86-5455" fmla="*/ 6093 w 10000"/>
              <a:gd name="connsiteY86-5456" fmla="*/ 6067 h 10000"/>
              <a:gd name="connsiteX87-5457" fmla="*/ 6093 w 10000"/>
              <a:gd name="connsiteY87-5458" fmla="*/ 5677 h 10000"/>
              <a:gd name="connsiteX88-5459" fmla="*/ 6390 w 10000"/>
              <a:gd name="connsiteY88-5460" fmla="*/ 4991 h 10000"/>
              <a:gd name="connsiteX89-5461" fmla="*/ 6573 w 10000"/>
              <a:gd name="connsiteY89-5462" fmla="*/ 4212 h 10000"/>
              <a:gd name="connsiteX90-5463" fmla="*/ 6573 w 10000"/>
              <a:gd name="connsiteY90-5464" fmla="*/ 3525 h 10000"/>
              <a:gd name="connsiteX91-5465" fmla="*/ 6717 w 10000"/>
              <a:gd name="connsiteY91-5466" fmla="*/ 2839 h 10000"/>
              <a:gd name="connsiteX92-5467" fmla="*/ 6717 w 10000"/>
              <a:gd name="connsiteY92-5468" fmla="*/ 2542 h 10000"/>
              <a:gd name="connsiteX93-5469" fmla="*/ 6717 w 10000"/>
              <a:gd name="connsiteY93-5470" fmla="*/ 2263 h 10000"/>
              <a:gd name="connsiteX94-5471" fmla="*/ 6717 w 10000"/>
              <a:gd name="connsiteY94-5472" fmla="*/ 2059 h 10000"/>
              <a:gd name="connsiteX95-5473" fmla="*/ 6717 w 10000"/>
              <a:gd name="connsiteY95-5474" fmla="*/ 1855 h 10000"/>
              <a:gd name="connsiteX96-5475" fmla="*/ 6717 w 10000"/>
              <a:gd name="connsiteY96-5476" fmla="*/ 1670 h 10000"/>
              <a:gd name="connsiteX97-5477" fmla="*/ 6717 w 10000"/>
              <a:gd name="connsiteY97-5478" fmla="*/ 1577 h 10000"/>
              <a:gd name="connsiteX98-5479" fmla="*/ 6573 w 10000"/>
              <a:gd name="connsiteY98-5480" fmla="*/ 1466 h 10000"/>
              <a:gd name="connsiteX99-5481" fmla="*/ 6573 w 10000"/>
              <a:gd name="connsiteY99-5482" fmla="*/ 1373 h 10000"/>
              <a:gd name="connsiteX100-5483" fmla="*/ 6573 w 10000"/>
              <a:gd name="connsiteY100-5484" fmla="*/ 1280 h 10000"/>
              <a:gd name="connsiteX101-5485" fmla="*/ 6390 w 10000"/>
              <a:gd name="connsiteY101-5486" fmla="*/ 1280 h 10000"/>
              <a:gd name="connsiteX102-5487" fmla="*/ 6247 w 10000"/>
              <a:gd name="connsiteY102-5488" fmla="*/ 1169 h 10000"/>
              <a:gd name="connsiteX103-5489" fmla="*/ 6247 w 10000"/>
              <a:gd name="connsiteY103-5490" fmla="*/ 1169 h 10000"/>
              <a:gd name="connsiteX104-5491" fmla="*/ 5916 w 10000"/>
              <a:gd name="connsiteY104-5492" fmla="*/ 1169 h 10000"/>
              <a:gd name="connsiteX105-5493" fmla="*/ 5768 w 10000"/>
              <a:gd name="connsiteY105-5494" fmla="*/ 1169 h 10000"/>
              <a:gd name="connsiteX106-5495" fmla="*/ 5619 w 10000"/>
              <a:gd name="connsiteY106-5496" fmla="*/ 1169 h 10000"/>
              <a:gd name="connsiteX107-5497" fmla="*/ 5297 w 10000"/>
              <a:gd name="connsiteY107-5498" fmla="*/ 1169 h 10000"/>
              <a:gd name="connsiteX108-5499" fmla="*/ 4999 w 10000"/>
              <a:gd name="connsiteY108-5500" fmla="*/ 1169 h 10000"/>
              <a:gd name="connsiteX109-5501" fmla="*/ 4525 w 10000"/>
              <a:gd name="connsiteY109-5502" fmla="*/ 1169 h 10000"/>
              <a:gd name="connsiteX110-5503" fmla="*/ 4200 w 10000"/>
              <a:gd name="connsiteY110-5504" fmla="*/ 1169 h 10000"/>
              <a:gd name="connsiteX111-5505" fmla="*/ 3727 w 10000"/>
              <a:gd name="connsiteY111-5506" fmla="*/ 1169 h 10000"/>
              <a:gd name="connsiteX112-5507" fmla="*/ 3107 w 10000"/>
              <a:gd name="connsiteY112-5508" fmla="*/ 1169 h 10000"/>
              <a:gd name="connsiteX113-5509" fmla="*/ 2487 w 10000"/>
              <a:gd name="connsiteY113-5510" fmla="*/ 1280 h 10000"/>
              <a:gd name="connsiteX114-5511" fmla="*/ 1865 w 10000"/>
              <a:gd name="connsiteY114-5512" fmla="*/ 1280 h 10000"/>
              <a:gd name="connsiteX115-5513" fmla="*/ 0 w 10000"/>
              <a:gd name="connsiteY115-5514" fmla="*/ 779 h 10000"/>
              <a:gd name="connsiteX116-5515" fmla="*/ 768 w 10000"/>
              <a:gd name="connsiteY116-5516" fmla="*/ 779 h 10000"/>
              <a:gd name="connsiteX117-5517" fmla="*/ 1242 w 10000"/>
              <a:gd name="connsiteY117-5518" fmla="*/ 779 h 10000"/>
              <a:gd name="connsiteX118-5519" fmla="*/ 1865 w 10000"/>
              <a:gd name="connsiteY118-5520" fmla="*/ 686 h 10000"/>
              <a:gd name="connsiteX119-5521" fmla="*/ 2337 w 10000"/>
              <a:gd name="connsiteY119-5522" fmla="*/ 686 h 10000"/>
              <a:gd name="connsiteX120-5523" fmla="*/ 3107 w 10000"/>
              <a:gd name="connsiteY120-5524" fmla="*/ 594 h 10000"/>
              <a:gd name="connsiteX121-5525" fmla="*/ 3905 w 10000"/>
              <a:gd name="connsiteY121-5526" fmla="*/ 594 h 10000"/>
              <a:gd name="connsiteX122-5527" fmla="*/ 4525 w 10000"/>
              <a:gd name="connsiteY122-5528" fmla="*/ 482 h 10000"/>
              <a:gd name="connsiteX123-5529" fmla="*/ 5146 w 10000"/>
              <a:gd name="connsiteY123-5530" fmla="*/ 482 h 10000"/>
              <a:gd name="connsiteX124-5531" fmla="*/ 5474 w 10000"/>
              <a:gd name="connsiteY124-5532" fmla="*/ 390 h 10000"/>
              <a:gd name="connsiteX125-5533" fmla="*/ 5768 w 10000"/>
              <a:gd name="connsiteY125-5534" fmla="*/ 297 h 10000"/>
              <a:gd name="connsiteX126-5535" fmla="*/ 6093 w 10000"/>
              <a:gd name="connsiteY126-5536" fmla="*/ 297 h 10000"/>
              <a:gd name="connsiteX127-5537" fmla="*/ 6093 w 10000"/>
              <a:gd name="connsiteY127-5538" fmla="*/ 204 h 10000"/>
              <a:gd name="connsiteX128-5539" fmla="*/ 6093 w 10000"/>
              <a:gd name="connsiteY128-5540" fmla="*/ 204 h 10000"/>
              <a:gd name="connsiteX0-5541" fmla="*/ 5325 w 9232"/>
              <a:gd name="connsiteY0-5542" fmla="*/ 204 h 10000"/>
              <a:gd name="connsiteX1-5543" fmla="*/ 5479 w 9232"/>
              <a:gd name="connsiteY1-5544" fmla="*/ 93 h 10000"/>
              <a:gd name="connsiteX2-5545" fmla="*/ 5805 w 9232"/>
              <a:gd name="connsiteY2-5546" fmla="*/ 93 h 10000"/>
              <a:gd name="connsiteX3-5547" fmla="*/ 5949 w 9232"/>
              <a:gd name="connsiteY3-5548" fmla="*/ 0 h 10000"/>
              <a:gd name="connsiteX4-5549" fmla="*/ 6095 w 9232"/>
              <a:gd name="connsiteY4-5550" fmla="*/ 0 h 10000"/>
              <a:gd name="connsiteX5-5551" fmla="*/ 6422 w 9232"/>
              <a:gd name="connsiteY5-5552" fmla="*/ 93 h 10000"/>
              <a:gd name="connsiteX6-5553" fmla="*/ 6895 w 9232"/>
              <a:gd name="connsiteY6-5554" fmla="*/ 204 h 10000"/>
              <a:gd name="connsiteX7-5555" fmla="*/ 7041 w 9232"/>
              <a:gd name="connsiteY7-5556" fmla="*/ 297 h 10000"/>
              <a:gd name="connsiteX8-5557" fmla="*/ 7338 w 9232"/>
              <a:gd name="connsiteY8-5558" fmla="*/ 482 h 10000"/>
              <a:gd name="connsiteX9-5559" fmla="*/ 7512 w 9232"/>
              <a:gd name="connsiteY9-5560" fmla="*/ 594 h 10000"/>
              <a:gd name="connsiteX10-5561" fmla="*/ 7815 w 9232"/>
              <a:gd name="connsiteY10-5562" fmla="*/ 686 h 10000"/>
              <a:gd name="connsiteX11-5563" fmla="*/ 8138 w 9232"/>
              <a:gd name="connsiteY11-5564" fmla="*/ 891 h 10000"/>
              <a:gd name="connsiteX12-5565" fmla="*/ 8432 w 9232"/>
              <a:gd name="connsiteY12-5566" fmla="*/ 983 h 10000"/>
              <a:gd name="connsiteX13-5567" fmla="*/ 8610 w 9232"/>
              <a:gd name="connsiteY13-5568" fmla="*/ 1169 h 10000"/>
              <a:gd name="connsiteX14-5569" fmla="*/ 8907 w 9232"/>
              <a:gd name="connsiteY14-5570" fmla="*/ 1280 h 10000"/>
              <a:gd name="connsiteX15-5571" fmla="*/ 9054 w 9232"/>
              <a:gd name="connsiteY15-5572" fmla="*/ 1373 h 10000"/>
              <a:gd name="connsiteX16-5573" fmla="*/ 9054 w 9232"/>
              <a:gd name="connsiteY16-5574" fmla="*/ 1466 h 10000"/>
              <a:gd name="connsiteX17-5575" fmla="*/ 9232 w 9232"/>
              <a:gd name="connsiteY17-5576" fmla="*/ 1466 h 10000"/>
              <a:gd name="connsiteX18-5577" fmla="*/ 9232 w 9232"/>
              <a:gd name="connsiteY18-5578" fmla="*/ 1577 h 10000"/>
              <a:gd name="connsiteX19-5579" fmla="*/ 9232 w 9232"/>
              <a:gd name="connsiteY19-5580" fmla="*/ 1670 h 10000"/>
              <a:gd name="connsiteX20-5581" fmla="*/ 9054 w 9232"/>
              <a:gd name="connsiteY20-5582" fmla="*/ 1763 h 10000"/>
              <a:gd name="connsiteX21-5583" fmla="*/ 8907 w 9232"/>
              <a:gd name="connsiteY21-5584" fmla="*/ 1763 h 10000"/>
              <a:gd name="connsiteX22-5585" fmla="*/ 8759 w 9232"/>
              <a:gd name="connsiteY22-5586" fmla="*/ 1855 h 10000"/>
              <a:gd name="connsiteX23-5587" fmla="*/ 8610 w 9232"/>
              <a:gd name="connsiteY23-5588" fmla="*/ 1855 h 10000"/>
              <a:gd name="connsiteX24-5589" fmla="*/ 8610 w 9232"/>
              <a:gd name="connsiteY24-5590" fmla="*/ 1967 h 10000"/>
              <a:gd name="connsiteX25-5591" fmla="*/ 8432 w 9232"/>
              <a:gd name="connsiteY25-5592" fmla="*/ 2059 h 10000"/>
              <a:gd name="connsiteX26-5593" fmla="*/ 8286 w 9232"/>
              <a:gd name="connsiteY26-5594" fmla="*/ 2263 h 10000"/>
              <a:gd name="connsiteX27-5595" fmla="*/ 8286 w 9232"/>
              <a:gd name="connsiteY27-5596" fmla="*/ 2449 h 10000"/>
              <a:gd name="connsiteX28-5597" fmla="*/ 8138 w 9232"/>
              <a:gd name="connsiteY28-5598" fmla="*/ 2653 h 10000"/>
              <a:gd name="connsiteX29-5599" fmla="*/ 8138 w 9232"/>
              <a:gd name="connsiteY29-5600" fmla="*/ 2950 h 10000"/>
              <a:gd name="connsiteX30-5601" fmla="*/ 8138 w 9232"/>
              <a:gd name="connsiteY30-5602" fmla="*/ 3135 h 10000"/>
              <a:gd name="connsiteX31-5603" fmla="*/ 7959 w 9232"/>
              <a:gd name="connsiteY31-5604" fmla="*/ 3432 h 10000"/>
              <a:gd name="connsiteX32-5605" fmla="*/ 7959 w 9232"/>
              <a:gd name="connsiteY32-5606" fmla="*/ 3822 h 10000"/>
              <a:gd name="connsiteX33-5607" fmla="*/ 7815 w 9232"/>
              <a:gd name="connsiteY33-5608" fmla="*/ 4119 h 10000"/>
              <a:gd name="connsiteX34-5609" fmla="*/ 7664 w 9232"/>
              <a:gd name="connsiteY34-5610" fmla="*/ 4508 h 10000"/>
              <a:gd name="connsiteX35-5611" fmla="*/ 7512 w 9232"/>
              <a:gd name="connsiteY35-5612" fmla="*/ 4898 h 10000"/>
              <a:gd name="connsiteX36-5613" fmla="*/ 7338 w 9232"/>
              <a:gd name="connsiteY36-5614" fmla="*/ 5288 h 10000"/>
              <a:gd name="connsiteX37-5615" fmla="*/ 7041 w 9232"/>
              <a:gd name="connsiteY37-5616" fmla="*/ 6178 h 10000"/>
              <a:gd name="connsiteX38-5617" fmla="*/ 6895 w 9232"/>
              <a:gd name="connsiteY38-5618" fmla="*/ 6568 h 10000"/>
              <a:gd name="connsiteX39-5619" fmla="*/ 6720 w 9232"/>
              <a:gd name="connsiteY39-5620" fmla="*/ 6957 h 10000"/>
              <a:gd name="connsiteX40-5621" fmla="*/ 6571 w 9232"/>
              <a:gd name="connsiteY40-5622" fmla="*/ 7347 h 10000"/>
              <a:gd name="connsiteX41-5623" fmla="*/ 6422 w 9232"/>
              <a:gd name="connsiteY41-5624" fmla="*/ 7737 h 10000"/>
              <a:gd name="connsiteX42-5625" fmla="*/ 6243 w 9232"/>
              <a:gd name="connsiteY42-5626" fmla="*/ 8033 h 10000"/>
              <a:gd name="connsiteX43-5627" fmla="*/ 6243 w 9232"/>
              <a:gd name="connsiteY43-5628" fmla="*/ 8237 h 10000"/>
              <a:gd name="connsiteX44-5629" fmla="*/ 6095 w 9232"/>
              <a:gd name="connsiteY44-5630" fmla="*/ 8534 h 10000"/>
              <a:gd name="connsiteX45-5631" fmla="*/ 5949 w 9232"/>
              <a:gd name="connsiteY45-5632" fmla="*/ 8720 h 10000"/>
              <a:gd name="connsiteX46-5633" fmla="*/ 5622 w 9232"/>
              <a:gd name="connsiteY46-5634" fmla="*/ 9017 h 10000"/>
              <a:gd name="connsiteX47-5635" fmla="*/ 5325 w 9232"/>
              <a:gd name="connsiteY47-5636" fmla="*/ 9314 h 10000"/>
              <a:gd name="connsiteX48-5637" fmla="*/ 5000 w 9232"/>
              <a:gd name="connsiteY48-5638" fmla="*/ 9610 h 10000"/>
              <a:gd name="connsiteX49-5639" fmla="*/ 4706 w 9232"/>
              <a:gd name="connsiteY49-5640" fmla="*/ 9703 h 10000"/>
              <a:gd name="connsiteX50-5641" fmla="*/ 4378 w 9232"/>
              <a:gd name="connsiteY50-5642" fmla="*/ 9889 h 10000"/>
              <a:gd name="connsiteX51-5643" fmla="*/ 4052 w 9232"/>
              <a:gd name="connsiteY51-5644" fmla="*/ 10000 h 10000"/>
              <a:gd name="connsiteX52-5645" fmla="*/ 3757 w 9232"/>
              <a:gd name="connsiteY52-5646" fmla="*/ 10000 h 10000"/>
              <a:gd name="connsiteX53-5647" fmla="*/ 3432 w 9232"/>
              <a:gd name="connsiteY53-5648" fmla="*/ 10000 h 10000"/>
              <a:gd name="connsiteX54-5649" fmla="*/ 3432 w 9232"/>
              <a:gd name="connsiteY54-5650" fmla="*/ 9889 h 10000"/>
              <a:gd name="connsiteX55-5651" fmla="*/ 3282 w 9232"/>
              <a:gd name="connsiteY55-5652" fmla="*/ 9889 h 10000"/>
              <a:gd name="connsiteX56-5653" fmla="*/ 3282 w 9232"/>
              <a:gd name="connsiteY56-5654" fmla="*/ 9796 h 10000"/>
              <a:gd name="connsiteX57-5655" fmla="*/ 3282 w 9232"/>
              <a:gd name="connsiteY57-5656" fmla="*/ 9610 h 10000"/>
              <a:gd name="connsiteX58-5657" fmla="*/ 3282 w 9232"/>
              <a:gd name="connsiteY58-5658" fmla="*/ 9499 h 10000"/>
              <a:gd name="connsiteX59-5659" fmla="*/ 3282 w 9232"/>
              <a:gd name="connsiteY59-5660" fmla="*/ 9406 h 10000"/>
              <a:gd name="connsiteX60-5661" fmla="*/ 3282 w 9232"/>
              <a:gd name="connsiteY60-5662" fmla="*/ 9202 h 10000"/>
              <a:gd name="connsiteX61-5663" fmla="*/ 3282 w 9232"/>
              <a:gd name="connsiteY61-5664" fmla="*/ 9017 h 10000"/>
              <a:gd name="connsiteX62-5665" fmla="*/ 3137 w 9232"/>
              <a:gd name="connsiteY62-5666" fmla="*/ 8813 h 10000"/>
              <a:gd name="connsiteX63-5667" fmla="*/ 2959 w 9232"/>
              <a:gd name="connsiteY63-5668" fmla="*/ 8534 h 10000"/>
              <a:gd name="connsiteX64-5669" fmla="*/ 2663 w 9232"/>
              <a:gd name="connsiteY64-5670" fmla="*/ 8126 h 10000"/>
              <a:gd name="connsiteX65-5671" fmla="*/ 2515 w 9232"/>
              <a:gd name="connsiteY65-5672" fmla="*/ 7737 h 10000"/>
              <a:gd name="connsiteX66-5673" fmla="*/ 2042 w 9232"/>
              <a:gd name="connsiteY66-5674" fmla="*/ 7347 h 10000"/>
              <a:gd name="connsiteX67-5675" fmla="*/ 1719 w 9232"/>
              <a:gd name="connsiteY67-5676" fmla="*/ 6753 h 10000"/>
              <a:gd name="connsiteX68-5677" fmla="*/ 2042 w 9232"/>
              <a:gd name="connsiteY68-5678" fmla="*/ 6957 h 10000"/>
              <a:gd name="connsiteX69-5679" fmla="*/ 2515 w 9232"/>
              <a:gd name="connsiteY69-5680" fmla="*/ 7161 h 10000"/>
              <a:gd name="connsiteX70-5681" fmla="*/ 2810 w 9232"/>
              <a:gd name="connsiteY70-5682" fmla="*/ 7347 h 10000"/>
              <a:gd name="connsiteX71-5683" fmla="*/ 3137 w 9232"/>
              <a:gd name="connsiteY71-5684" fmla="*/ 7440 h 10000"/>
              <a:gd name="connsiteX72-5685" fmla="*/ 3432 w 9232"/>
              <a:gd name="connsiteY72-5686" fmla="*/ 7551 h 10000"/>
              <a:gd name="connsiteX73-5687" fmla="*/ 3613 w 9232"/>
              <a:gd name="connsiteY73-5688" fmla="*/ 7551 h 10000"/>
              <a:gd name="connsiteX74-5689" fmla="*/ 3757 w 9232"/>
              <a:gd name="connsiteY74-5690" fmla="*/ 7644 h 10000"/>
              <a:gd name="connsiteX75-5691" fmla="*/ 3907 w 9232"/>
              <a:gd name="connsiteY75-5692" fmla="*/ 7644 h 10000"/>
              <a:gd name="connsiteX76-5693" fmla="*/ 4052 w 9232"/>
              <a:gd name="connsiteY76-5694" fmla="*/ 7644 h 10000"/>
              <a:gd name="connsiteX77-5695" fmla="*/ 4231 w 9232"/>
              <a:gd name="connsiteY77-5696" fmla="*/ 7644 h 10000"/>
              <a:gd name="connsiteX78-5697" fmla="*/ 4378 w 9232"/>
              <a:gd name="connsiteY78-5698" fmla="*/ 7551 h 10000"/>
              <a:gd name="connsiteX79-5699" fmla="*/ 4529 w 9232"/>
              <a:gd name="connsiteY79-5700" fmla="*/ 7440 h 10000"/>
              <a:gd name="connsiteX80-5701" fmla="*/ 4529 w 9232"/>
              <a:gd name="connsiteY80-5702" fmla="*/ 7347 h 10000"/>
              <a:gd name="connsiteX81-5703" fmla="*/ 4706 w 9232"/>
              <a:gd name="connsiteY81-5704" fmla="*/ 7254 h 10000"/>
              <a:gd name="connsiteX82-5705" fmla="*/ 4851 w 9232"/>
              <a:gd name="connsiteY82-5706" fmla="*/ 7050 h 10000"/>
              <a:gd name="connsiteX83-5707" fmla="*/ 4851 w 9232"/>
              <a:gd name="connsiteY83-5708" fmla="*/ 6865 h 10000"/>
              <a:gd name="connsiteX84-5709" fmla="*/ 5000 w 9232"/>
              <a:gd name="connsiteY84-5710" fmla="*/ 6660 h 10000"/>
              <a:gd name="connsiteX85-5711" fmla="*/ 5148 w 9232"/>
              <a:gd name="connsiteY85-5712" fmla="*/ 6364 h 10000"/>
              <a:gd name="connsiteX86-5713" fmla="*/ 5325 w 9232"/>
              <a:gd name="connsiteY86-5714" fmla="*/ 6067 h 10000"/>
              <a:gd name="connsiteX87-5715" fmla="*/ 5325 w 9232"/>
              <a:gd name="connsiteY87-5716" fmla="*/ 5677 h 10000"/>
              <a:gd name="connsiteX88-5717" fmla="*/ 5622 w 9232"/>
              <a:gd name="connsiteY88-5718" fmla="*/ 4991 h 10000"/>
              <a:gd name="connsiteX89-5719" fmla="*/ 5805 w 9232"/>
              <a:gd name="connsiteY89-5720" fmla="*/ 4212 h 10000"/>
              <a:gd name="connsiteX90-5721" fmla="*/ 5805 w 9232"/>
              <a:gd name="connsiteY90-5722" fmla="*/ 3525 h 10000"/>
              <a:gd name="connsiteX91-5723" fmla="*/ 5949 w 9232"/>
              <a:gd name="connsiteY91-5724" fmla="*/ 2839 h 10000"/>
              <a:gd name="connsiteX92-5725" fmla="*/ 5949 w 9232"/>
              <a:gd name="connsiteY92-5726" fmla="*/ 2542 h 10000"/>
              <a:gd name="connsiteX93-5727" fmla="*/ 5949 w 9232"/>
              <a:gd name="connsiteY93-5728" fmla="*/ 2263 h 10000"/>
              <a:gd name="connsiteX94-5729" fmla="*/ 5949 w 9232"/>
              <a:gd name="connsiteY94-5730" fmla="*/ 2059 h 10000"/>
              <a:gd name="connsiteX95-5731" fmla="*/ 5949 w 9232"/>
              <a:gd name="connsiteY95-5732" fmla="*/ 1855 h 10000"/>
              <a:gd name="connsiteX96-5733" fmla="*/ 5949 w 9232"/>
              <a:gd name="connsiteY96-5734" fmla="*/ 1670 h 10000"/>
              <a:gd name="connsiteX97-5735" fmla="*/ 5949 w 9232"/>
              <a:gd name="connsiteY97-5736" fmla="*/ 1577 h 10000"/>
              <a:gd name="connsiteX98-5737" fmla="*/ 5805 w 9232"/>
              <a:gd name="connsiteY98-5738" fmla="*/ 1466 h 10000"/>
              <a:gd name="connsiteX99-5739" fmla="*/ 5805 w 9232"/>
              <a:gd name="connsiteY99-5740" fmla="*/ 1373 h 10000"/>
              <a:gd name="connsiteX100-5741" fmla="*/ 5805 w 9232"/>
              <a:gd name="connsiteY100-5742" fmla="*/ 1280 h 10000"/>
              <a:gd name="connsiteX101-5743" fmla="*/ 5622 w 9232"/>
              <a:gd name="connsiteY101-5744" fmla="*/ 1280 h 10000"/>
              <a:gd name="connsiteX102-5745" fmla="*/ 5479 w 9232"/>
              <a:gd name="connsiteY102-5746" fmla="*/ 1169 h 10000"/>
              <a:gd name="connsiteX103-5747" fmla="*/ 5479 w 9232"/>
              <a:gd name="connsiteY103-5748" fmla="*/ 1169 h 10000"/>
              <a:gd name="connsiteX104-5749" fmla="*/ 5148 w 9232"/>
              <a:gd name="connsiteY104-5750" fmla="*/ 1169 h 10000"/>
              <a:gd name="connsiteX105-5751" fmla="*/ 5000 w 9232"/>
              <a:gd name="connsiteY105-5752" fmla="*/ 1169 h 10000"/>
              <a:gd name="connsiteX106-5753" fmla="*/ 4851 w 9232"/>
              <a:gd name="connsiteY106-5754" fmla="*/ 1169 h 10000"/>
              <a:gd name="connsiteX107-5755" fmla="*/ 4529 w 9232"/>
              <a:gd name="connsiteY107-5756" fmla="*/ 1169 h 10000"/>
              <a:gd name="connsiteX108-5757" fmla="*/ 4231 w 9232"/>
              <a:gd name="connsiteY108-5758" fmla="*/ 1169 h 10000"/>
              <a:gd name="connsiteX109-5759" fmla="*/ 3757 w 9232"/>
              <a:gd name="connsiteY109-5760" fmla="*/ 1169 h 10000"/>
              <a:gd name="connsiteX110-5761" fmla="*/ 3432 w 9232"/>
              <a:gd name="connsiteY110-5762" fmla="*/ 1169 h 10000"/>
              <a:gd name="connsiteX111-5763" fmla="*/ 2959 w 9232"/>
              <a:gd name="connsiteY111-5764" fmla="*/ 1169 h 10000"/>
              <a:gd name="connsiteX112-5765" fmla="*/ 2339 w 9232"/>
              <a:gd name="connsiteY112-5766" fmla="*/ 1169 h 10000"/>
              <a:gd name="connsiteX113-5767" fmla="*/ 1719 w 9232"/>
              <a:gd name="connsiteY113-5768" fmla="*/ 1280 h 10000"/>
              <a:gd name="connsiteX114-5769" fmla="*/ 1097 w 9232"/>
              <a:gd name="connsiteY114-5770" fmla="*/ 1280 h 10000"/>
              <a:gd name="connsiteX115-5771" fmla="*/ 0 w 9232"/>
              <a:gd name="connsiteY115-5772" fmla="*/ 779 h 10000"/>
              <a:gd name="connsiteX116-5773" fmla="*/ 474 w 9232"/>
              <a:gd name="connsiteY116-5774" fmla="*/ 779 h 10000"/>
              <a:gd name="connsiteX117-5775" fmla="*/ 1097 w 9232"/>
              <a:gd name="connsiteY117-5776" fmla="*/ 686 h 10000"/>
              <a:gd name="connsiteX118-5777" fmla="*/ 1569 w 9232"/>
              <a:gd name="connsiteY118-5778" fmla="*/ 686 h 10000"/>
              <a:gd name="connsiteX119-5779" fmla="*/ 2339 w 9232"/>
              <a:gd name="connsiteY119-5780" fmla="*/ 594 h 10000"/>
              <a:gd name="connsiteX120-5781" fmla="*/ 3137 w 9232"/>
              <a:gd name="connsiteY120-5782" fmla="*/ 594 h 10000"/>
              <a:gd name="connsiteX121-5783" fmla="*/ 3757 w 9232"/>
              <a:gd name="connsiteY121-5784" fmla="*/ 482 h 10000"/>
              <a:gd name="connsiteX122-5785" fmla="*/ 4378 w 9232"/>
              <a:gd name="connsiteY122-5786" fmla="*/ 482 h 10000"/>
              <a:gd name="connsiteX123-5787" fmla="*/ 4706 w 9232"/>
              <a:gd name="connsiteY123-5788" fmla="*/ 390 h 10000"/>
              <a:gd name="connsiteX124-5789" fmla="*/ 5000 w 9232"/>
              <a:gd name="connsiteY124-5790" fmla="*/ 297 h 10000"/>
              <a:gd name="connsiteX125-5791" fmla="*/ 5325 w 9232"/>
              <a:gd name="connsiteY125-5792" fmla="*/ 297 h 10000"/>
              <a:gd name="connsiteX126-5793" fmla="*/ 5325 w 9232"/>
              <a:gd name="connsiteY126-5794" fmla="*/ 204 h 10000"/>
              <a:gd name="connsiteX127-5795" fmla="*/ 5325 w 9232"/>
              <a:gd name="connsiteY127-5796" fmla="*/ 204 h 10000"/>
              <a:gd name="connsiteX0-5797" fmla="*/ 5255 w 9487"/>
              <a:gd name="connsiteY0-5798" fmla="*/ 204 h 10000"/>
              <a:gd name="connsiteX1-5799" fmla="*/ 5422 w 9487"/>
              <a:gd name="connsiteY1-5800" fmla="*/ 93 h 10000"/>
              <a:gd name="connsiteX2-5801" fmla="*/ 5775 w 9487"/>
              <a:gd name="connsiteY2-5802" fmla="*/ 93 h 10000"/>
              <a:gd name="connsiteX3-5803" fmla="*/ 5931 w 9487"/>
              <a:gd name="connsiteY3-5804" fmla="*/ 0 h 10000"/>
              <a:gd name="connsiteX4-5805" fmla="*/ 6089 w 9487"/>
              <a:gd name="connsiteY4-5806" fmla="*/ 0 h 10000"/>
              <a:gd name="connsiteX5-5807" fmla="*/ 6443 w 9487"/>
              <a:gd name="connsiteY5-5808" fmla="*/ 93 h 10000"/>
              <a:gd name="connsiteX6-5809" fmla="*/ 6956 w 9487"/>
              <a:gd name="connsiteY6-5810" fmla="*/ 204 h 10000"/>
              <a:gd name="connsiteX7-5811" fmla="*/ 7114 w 9487"/>
              <a:gd name="connsiteY7-5812" fmla="*/ 297 h 10000"/>
              <a:gd name="connsiteX8-5813" fmla="*/ 7435 w 9487"/>
              <a:gd name="connsiteY8-5814" fmla="*/ 482 h 10000"/>
              <a:gd name="connsiteX9-5815" fmla="*/ 7624 w 9487"/>
              <a:gd name="connsiteY9-5816" fmla="*/ 594 h 10000"/>
              <a:gd name="connsiteX10-5817" fmla="*/ 7952 w 9487"/>
              <a:gd name="connsiteY10-5818" fmla="*/ 686 h 10000"/>
              <a:gd name="connsiteX11-5819" fmla="*/ 8302 w 9487"/>
              <a:gd name="connsiteY11-5820" fmla="*/ 891 h 10000"/>
              <a:gd name="connsiteX12-5821" fmla="*/ 8620 w 9487"/>
              <a:gd name="connsiteY12-5822" fmla="*/ 983 h 10000"/>
              <a:gd name="connsiteX13-5823" fmla="*/ 8813 w 9487"/>
              <a:gd name="connsiteY13-5824" fmla="*/ 1169 h 10000"/>
              <a:gd name="connsiteX14-5825" fmla="*/ 9135 w 9487"/>
              <a:gd name="connsiteY14-5826" fmla="*/ 1280 h 10000"/>
              <a:gd name="connsiteX15-5827" fmla="*/ 9294 w 9487"/>
              <a:gd name="connsiteY15-5828" fmla="*/ 1373 h 10000"/>
              <a:gd name="connsiteX16-5829" fmla="*/ 9294 w 9487"/>
              <a:gd name="connsiteY16-5830" fmla="*/ 1466 h 10000"/>
              <a:gd name="connsiteX17-5831" fmla="*/ 9487 w 9487"/>
              <a:gd name="connsiteY17-5832" fmla="*/ 1466 h 10000"/>
              <a:gd name="connsiteX18-5833" fmla="*/ 9487 w 9487"/>
              <a:gd name="connsiteY18-5834" fmla="*/ 1577 h 10000"/>
              <a:gd name="connsiteX19-5835" fmla="*/ 9487 w 9487"/>
              <a:gd name="connsiteY19-5836" fmla="*/ 1670 h 10000"/>
              <a:gd name="connsiteX20-5837" fmla="*/ 9294 w 9487"/>
              <a:gd name="connsiteY20-5838" fmla="*/ 1763 h 10000"/>
              <a:gd name="connsiteX21-5839" fmla="*/ 9135 w 9487"/>
              <a:gd name="connsiteY21-5840" fmla="*/ 1763 h 10000"/>
              <a:gd name="connsiteX22-5841" fmla="*/ 8975 w 9487"/>
              <a:gd name="connsiteY22-5842" fmla="*/ 1855 h 10000"/>
              <a:gd name="connsiteX23-5843" fmla="*/ 8813 w 9487"/>
              <a:gd name="connsiteY23-5844" fmla="*/ 1855 h 10000"/>
              <a:gd name="connsiteX24-5845" fmla="*/ 8813 w 9487"/>
              <a:gd name="connsiteY24-5846" fmla="*/ 1967 h 10000"/>
              <a:gd name="connsiteX25-5847" fmla="*/ 8620 w 9487"/>
              <a:gd name="connsiteY25-5848" fmla="*/ 2059 h 10000"/>
              <a:gd name="connsiteX26-5849" fmla="*/ 8462 w 9487"/>
              <a:gd name="connsiteY26-5850" fmla="*/ 2263 h 10000"/>
              <a:gd name="connsiteX27-5851" fmla="*/ 8462 w 9487"/>
              <a:gd name="connsiteY27-5852" fmla="*/ 2449 h 10000"/>
              <a:gd name="connsiteX28-5853" fmla="*/ 8302 w 9487"/>
              <a:gd name="connsiteY28-5854" fmla="*/ 2653 h 10000"/>
              <a:gd name="connsiteX29-5855" fmla="*/ 8302 w 9487"/>
              <a:gd name="connsiteY29-5856" fmla="*/ 2950 h 10000"/>
              <a:gd name="connsiteX30-5857" fmla="*/ 8302 w 9487"/>
              <a:gd name="connsiteY30-5858" fmla="*/ 3135 h 10000"/>
              <a:gd name="connsiteX31-5859" fmla="*/ 8108 w 9487"/>
              <a:gd name="connsiteY31-5860" fmla="*/ 3432 h 10000"/>
              <a:gd name="connsiteX32-5861" fmla="*/ 8108 w 9487"/>
              <a:gd name="connsiteY32-5862" fmla="*/ 3822 h 10000"/>
              <a:gd name="connsiteX33-5863" fmla="*/ 7952 w 9487"/>
              <a:gd name="connsiteY33-5864" fmla="*/ 4119 h 10000"/>
              <a:gd name="connsiteX34-5865" fmla="*/ 7789 w 9487"/>
              <a:gd name="connsiteY34-5866" fmla="*/ 4508 h 10000"/>
              <a:gd name="connsiteX35-5867" fmla="*/ 7624 w 9487"/>
              <a:gd name="connsiteY35-5868" fmla="*/ 4898 h 10000"/>
              <a:gd name="connsiteX36-5869" fmla="*/ 7435 w 9487"/>
              <a:gd name="connsiteY36-5870" fmla="*/ 5288 h 10000"/>
              <a:gd name="connsiteX37-5871" fmla="*/ 7114 w 9487"/>
              <a:gd name="connsiteY37-5872" fmla="*/ 6178 h 10000"/>
              <a:gd name="connsiteX38-5873" fmla="*/ 6956 w 9487"/>
              <a:gd name="connsiteY38-5874" fmla="*/ 6568 h 10000"/>
              <a:gd name="connsiteX39-5875" fmla="*/ 6766 w 9487"/>
              <a:gd name="connsiteY39-5876" fmla="*/ 6957 h 10000"/>
              <a:gd name="connsiteX40-5877" fmla="*/ 6605 w 9487"/>
              <a:gd name="connsiteY40-5878" fmla="*/ 7347 h 10000"/>
              <a:gd name="connsiteX41-5879" fmla="*/ 6443 w 9487"/>
              <a:gd name="connsiteY41-5880" fmla="*/ 7737 h 10000"/>
              <a:gd name="connsiteX42-5881" fmla="*/ 6249 w 9487"/>
              <a:gd name="connsiteY42-5882" fmla="*/ 8033 h 10000"/>
              <a:gd name="connsiteX43-5883" fmla="*/ 6249 w 9487"/>
              <a:gd name="connsiteY43-5884" fmla="*/ 8237 h 10000"/>
              <a:gd name="connsiteX44-5885" fmla="*/ 6089 w 9487"/>
              <a:gd name="connsiteY44-5886" fmla="*/ 8534 h 10000"/>
              <a:gd name="connsiteX45-5887" fmla="*/ 5931 w 9487"/>
              <a:gd name="connsiteY45-5888" fmla="*/ 8720 h 10000"/>
              <a:gd name="connsiteX46-5889" fmla="*/ 5577 w 9487"/>
              <a:gd name="connsiteY46-5890" fmla="*/ 9017 h 10000"/>
              <a:gd name="connsiteX47-5891" fmla="*/ 5255 w 9487"/>
              <a:gd name="connsiteY47-5892" fmla="*/ 9314 h 10000"/>
              <a:gd name="connsiteX48-5893" fmla="*/ 4903 w 9487"/>
              <a:gd name="connsiteY48-5894" fmla="*/ 9610 h 10000"/>
              <a:gd name="connsiteX49-5895" fmla="*/ 4584 w 9487"/>
              <a:gd name="connsiteY49-5896" fmla="*/ 9703 h 10000"/>
              <a:gd name="connsiteX50-5897" fmla="*/ 4229 w 9487"/>
              <a:gd name="connsiteY50-5898" fmla="*/ 9889 h 10000"/>
              <a:gd name="connsiteX51-5899" fmla="*/ 3876 w 9487"/>
              <a:gd name="connsiteY51-5900" fmla="*/ 10000 h 10000"/>
              <a:gd name="connsiteX52-5901" fmla="*/ 3557 w 9487"/>
              <a:gd name="connsiteY52-5902" fmla="*/ 10000 h 10000"/>
              <a:gd name="connsiteX53-5903" fmla="*/ 3205 w 9487"/>
              <a:gd name="connsiteY53-5904" fmla="*/ 10000 h 10000"/>
              <a:gd name="connsiteX54-5905" fmla="*/ 3205 w 9487"/>
              <a:gd name="connsiteY54-5906" fmla="*/ 9889 h 10000"/>
              <a:gd name="connsiteX55-5907" fmla="*/ 3042 w 9487"/>
              <a:gd name="connsiteY55-5908" fmla="*/ 9889 h 10000"/>
              <a:gd name="connsiteX56-5909" fmla="*/ 3042 w 9487"/>
              <a:gd name="connsiteY56-5910" fmla="*/ 9796 h 10000"/>
              <a:gd name="connsiteX57-5911" fmla="*/ 3042 w 9487"/>
              <a:gd name="connsiteY57-5912" fmla="*/ 9610 h 10000"/>
              <a:gd name="connsiteX58-5913" fmla="*/ 3042 w 9487"/>
              <a:gd name="connsiteY58-5914" fmla="*/ 9499 h 10000"/>
              <a:gd name="connsiteX59-5915" fmla="*/ 3042 w 9487"/>
              <a:gd name="connsiteY59-5916" fmla="*/ 9406 h 10000"/>
              <a:gd name="connsiteX60-5917" fmla="*/ 3042 w 9487"/>
              <a:gd name="connsiteY60-5918" fmla="*/ 9202 h 10000"/>
              <a:gd name="connsiteX61-5919" fmla="*/ 3042 w 9487"/>
              <a:gd name="connsiteY61-5920" fmla="*/ 9017 h 10000"/>
              <a:gd name="connsiteX62-5921" fmla="*/ 2885 w 9487"/>
              <a:gd name="connsiteY62-5922" fmla="*/ 8813 h 10000"/>
              <a:gd name="connsiteX63-5923" fmla="*/ 2692 w 9487"/>
              <a:gd name="connsiteY63-5924" fmla="*/ 8534 h 10000"/>
              <a:gd name="connsiteX64-5925" fmla="*/ 2372 w 9487"/>
              <a:gd name="connsiteY64-5926" fmla="*/ 8126 h 10000"/>
              <a:gd name="connsiteX65-5927" fmla="*/ 2211 w 9487"/>
              <a:gd name="connsiteY65-5928" fmla="*/ 7737 h 10000"/>
              <a:gd name="connsiteX66-5929" fmla="*/ 1699 w 9487"/>
              <a:gd name="connsiteY66-5930" fmla="*/ 7347 h 10000"/>
              <a:gd name="connsiteX67-5931" fmla="*/ 1349 w 9487"/>
              <a:gd name="connsiteY67-5932" fmla="*/ 6753 h 10000"/>
              <a:gd name="connsiteX68-5933" fmla="*/ 1699 w 9487"/>
              <a:gd name="connsiteY68-5934" fmla="*/ 6957 h 10000"/>
              <a:gd name="connsiteX69-5935" fmla="*/ 2211 w 9487"/>
              <a:gd name="connsiteY69-5936" fmla="*/ 7161 h 10000"/>
              <a:gd name="connsiteX70-5937" fmla="*/ 2531 w 9487"/>
              <a:gd name="connsiteY70-5938" fmla="*/ 7347 h 10000"/>
              <a:gd name="connsiteX71-5939" fmla="*/ 2885 w 9487"/>
              <a:gd name="connsiteY71-5940" fmla="*/ 7440 h 10000"/>
              <a:gd name="connsiteX72-5941" fmla="*/ 3205 w 9487"/>
              <a:gd name="connsiteY72-5942" fmla="*/ 7551 h 10000"/>
              <a:gd name="connsiteX73-5943" fmla="*/ 3401 w 9487"/>
              <a:gd name="connsiteY73-5944" fmla="*/ 7551 h 10000"/>
              <a:gd name="connsiteX74-5945" fmla="*/ 3557 w 9487"/>
              <a:gd name="connsiteY74-5946" fmla="*/ 7644 h 10000"/>
              <a:gd name="connsiteX75-5947" fmla="*/ 3719 w 9487"/>
              <a:gd name="connsiteY75-5948" fmla="*/ 7644 h 10000"/>
              <a:gd name="connsiteX76-5949" fmla="*/ 3876 w 9487"/>
              <a:gd name="connsiteY76-5950" fmla="*/ 7644 h 10000"/>
              <a:gd name="connsiteX77-5951" fmla="*/ 4070 w 9487"/>
              <a:gd name="connsiteY77-5952" fmla="*/ 7644 h 10000"/>
              <a:gd name="connsiteX78-5953" fmla="*/ 4229 w 9487"/>
              <a:gd name="connsiteY78-5954" fmla="*/ 7551 h 10000"/>
              <a:gd name="connsiteX79-5955" fmla="*/ 4393 w 9487"/>
              <a:gd name="connsiteY79-5956" fmla="*/ 7440 h 10000"/>
              <a:gd name="connsiteX80-5957" fmla="*/ 4393 w 9487"/>
              <a:gd name="connsiteY80-5958" fmla="*/ 7347 h 10000"/>
              <a:gd name="connsiteX81-5959" fmla="*/ 4584 w 9487"/>
              <a:gd name="connsiteY81-5960" fmla="*/ 7254 h 10000"/>
              <a:gd name="connsiteX82-5961" fmla="*/ 4742 w 9487"/>
              <a:gd name="connsiteY82-5962" fmla="*/ 7050 h 10000"/>
              <a:gd name="connsiteX83-5963" fmla="*/ 4742 w 9487"/>
              <a:gd name="connsiteY83-5964" fmla="*/ 6865 h 10000"/>
              <a:gd name="connsiteX84-5965" fmla="*/ 4903 w 9487"/>
              <a:gd name="connsiteY84-5966" fmla="*/ 6660 h 10000"/>
              <a:gd name="connsiteX85-5967" fmla="*/ 5063 w 9487"/>
              <a:gd name="connsiteY85-5968" fmla="*/ 6364 h 10000"/>
              <a:gd name="connsiteX86-5969" fmla="*/ 5255 w 9487"/>
              <a:gd name="connsiteY86-5970" fmla="*/ 6067 h 10000"/>
              <a:gd name="connsiteX87-5971" fmla="*/ 5255 w 9487"/>
              <a:gd name="connsiteY87-5972" fmla="*/ 5677 h 10000"/>
              <a:gd name="connsiteX88-5973" fmla="*/ 5577 w 9487"/>
              <a:gd name="connsiteY88-5974" fmla="*/ 4991 h 10000"/>
              <a:gd name="connsiteX89-5975" fmla="*/ 5775 w 9487"/>
              <a:gd name="connsiteY89-5976" fmla="*/ 4212 h 10000"/>
              <a:gd name="connsiteX90-5977" fmla="*/ 5775 w 9487"/>
              <a:gd name="connsiteY90-5978" fmla="*/ 3525 h 10000"/>
              <a:gd name="connsiteX91-5979" fmla="*/ 5931 w 9487"/>
              <a:gd name="connsiteY91-5980" fmla="*/ 2839 h 10000"/>
              <a:gd name="connsiteX92-5981" fmla="*/ 5931 w 9487"/>
              <a:gd name="connsiteY92-5982" fmla="*/ 2542 h 10000"/>
              <a:gd name="connsiteX93-5983" fmla="*/ 5931 w 9487"/>
              <a:gd name="connsiteY93-5984" fmla="*/ 2263 h 10000"/>
              <a:gd name="connsiteX94-5985" fmla="*/ 5931 w 9487"/>
              <a:gd name="connsiteY94-5986" fmla="*/ 2059 h 10000"/>
              <a:gd name="connsiteX95-5987" fmla="*/ 5931 w 9487"/>
              <a:gd name="connsiteY95-5988" fmla="*/ 1855 h 10000"/>
              <a:gd name="connsiteX96-5989" fmla="*/ 5931 w 9487"/>
              <a:gd name="connsiteY96-5990" fmla="*/ 1670 h 10000"/>
              <a:gd name="connsiteX97-5991" fmla="*/ 5931 w 9487"/>
              <a:gd name="connsiteY97-5992" fmla="*/ 1577 h 10000"/>
              <a:gd name="connsiteX98-5993" fmla="*/ 5775 w 9487"/>
              <a:gd name="connsiteY98-5994" fmla="*/ 1466 h 10000"/>
              <a:gd name="connsiteX99-5995" fmla="*/ 5775 w 9487"/>
              <a:gd name="connsiteY99-5996" fmla="*/ 1373 h 10000"/>
              <a:gd name="connsiteX100-5997" fmla="*/ 5775 w 9487"/>
              <a:gd name="connsiteY100-5998" fmla="*/ 1280 h 10000"/>
              <a:gd name="connsiteX101-5999" fmla="*/ 5577 w 9487"/>
              <a:gd name="connsiteY101-6000" fmla="*/ 1280 h 10000"/>
              <a:gd name="connsiteX102-6001" fmla="*/ 5422 w 9487"/>
              <a:gd name="connsiteY102-6002" fmla="*/ 1169 h 10000"/>
              <a:gd name="connsiteX103-6003" fmla="*/ 5422 w 9487"/>
              <a:gd name="connsiteY103-6004" fmla="*/ 1169 h 10000"/>
              <a:gd name="connsiteX104-6005" fmla="*/ 5063 w 9487"/>
              <a:gd name="connsiteY104-6006" fmla="*/ 1169 h 10000"/>
              <a:gd name="connsiteX105-6007" fmla="*/ 4903 w 9487"/>
              <a:gd name="connsiteY105-6008" fmla="*/ 1169 h 10000"/>
              <a:gd name="connsiteX106-6009" fmla="*/ 4742 w 9487"/>
              <a:gd name="connsiteY106-6010" fmla="*/ 1169 h 10000"/>
              <a:gd name="connsiteX107-6011" fmla="*/ 4393 w 9487"/>
              <a:gd name="connsiteY107-6012" fmla="*/ 1169 h 10000"/>
              <a:gd name="connsiteX108-6013" fmla="*/ 4070 w 9487"/>
              <a:gd name="connsiteY108-6014" fmla="*/ 1169 h 10000"/>
              <a:gd name="connsiteX109-6015" fmla="*/ 3557 w 9487"/>
              <a:gd name="connsiteY109-6016" fmla="*/ 1169 h 10000"/>
              <a:gd name="connsiteX110-6017" fmla="*/ 3205 w 9487"/>
              <a:gd name="connsiteY110-6018" fmla="*/ 1169 h 10000"/>
              <a:gd name="connsiteX111-6019" fmla="*/ 2692 w 9487"/>
              <a:gd name="connsiteY111-6020" fmla="*/ 1169 h 10000"/>
              <a:gd name="connsiteX112-6021" fmla="*/ 2021 w 9487"/>
              <a:gd name="connsiteY112-6022" fmla="*/ 1169 h 10000"/>
              <a:gd name="connsiteX113-6023" fmla="*/ 1349 w 9487"/>
              <a:gd name="connsiteY113-6024" fmla="*/ 1280 h 10000"/>
              <a:gd name="connsiteX114-6025" fmla="*/ 675 w 9487"/>
              <a:gd name="connsiteY114-6026" fmla="*/ 1280 h 10000"/>
              <a:gd name="connsiteX115-6027" fmla="*/ 0 w 9487"/>
              <a:gd name="connsiteY115-6028" fmla="*/ 779 h 10000"/>
              <a:gd name="connsiteX116-6029" fmla="*/ 675 w 9487"/>
              <a:gd name="connsiteY116-6030" fmla="*/ 686 h 10000"/>
              <a:gd name="connsiteX117-6031" fmla="*/ 1187 w 9487"/>
              <a:gd name="connsiteY117-6032" fmla="*/ 686 h 10000"/>
              <a:gd name="connsiteX118-6033" fmla="*/ 2021 w 9487"/>
              <a:gd name="connsiteY118-6034" fmla="*/ 594 h 10000"/>
              <a:gd name="connsiteX119-6035" fmla="*/ 2885 w 9487"/>
              <a:gd name="connsiteY119-6036" fmla="*/ 594 h 10000"/>
              <a:gd name="connsiteX120-6037" fmla="*/ 3557 w 9487"/>
              <a:gd name="connsiteY120-6038" fmla="*/ 482 h 10000"/>
              <a:gd name="connsiteX121-6039" fmla="*/ 4229 w 9487"/>
              <a:gd name="connsiteY121-6040" fmla="*/ 482 h 10000"/>
              <a:gd name="connsiteX122-6041" fmla="*/ 4584 w 9487"/>
              <a:gd name="connsiteY122-6042" fmla="*/ 390 h 10000"/>
              <a:gd name="connsiteX123-6043" fmla="*/ 4903 w 9487"/>
              <a:gd name="connsiteY123-6044" fmla="*/ 297 h 10000"/>
              <a:gd name="connsiteX124-6045" fmla="*/ 5255 w 9487"/>
              <a:gd name="connsiteY124-6046" fmla="*/ 297 h 10000"/>
              <a:gd name="connsiteX125-6047" fmla="*/ 5255 w 9487"/>
              <a:gd name="connsiteY125-6048" fmla="*/ 204 h 10000"/>
              <a:gd name="connsiteX126-6049" fmla="*/ 5255 w 9487"/>
              <a:gd name="connsiteY126-6050" fmla="*/ 204 h 10000"/>
              <a:gd name="connsiteX0-6051" fmla="*/ 4828 w 9289"/>
              <a:gd name="connsiteY0-6052" fmla="*/ 204 h 10000"/>
              <a:gd name="connsiteX1-6053" fmla="*/ 5004 w 9289"/>
              <a:gd name="connsiteY1-6054" fmla="*/ 93 h 10000"/>
              <a:gd name="connsiteX2-6055" fmla="*/ 5376 w 9289"/>
              <a:gd name="connsiteY2-6056" fmla="*/ 93 h 10000"/>
              <a:gd name="connsiteX3-6057" fmla="*/ 5541 w 9289"/>
              <a:gd name="connsiteY3-6058" fmla="*/ 0 h 10000"/>
              <a:gd name="connsiteX4-6059" fmla="*/ 5707 w 9289"/>
              <a:gd name="connsiteY4-6060" fmla="*/ 0 h 10000"/>
              <a:gd name="connsiteX5-6061" fmla="*/ 6080 w 9289"/>
              <a:gd name="connsiteY5-6062" fmla="*/ 93 h 10000"/>
              <a:gd name="connsiteX6-6063" fmla="*/ 6621 w 9289"/>
              <a:gd name="connsiteY6-6064" fmla="*/ 204 h 10000"/>
              <a:gd name="connsiteX7-6065" fmla="*/ 6788 w 9289"/>
              <a:gd name="connsiteY7-6066" fmla="*/ 297 h 10000"/>
              <a:gd name="connsiteX8-6067" fmla="*/ 7126 w 9289"/>
              <a:gd name="connsiteY8-6068" fmla="*/ 482 h 10000"/>
              <a:gd name="connsiteX9-6069" fmla="*/ 7325 w 9289"/>
              <a:gd name="connsiteY9-6070" fmla="*/ 594 h 10000"/>
              <a:gd name="connsiteX10-6071" fmla="*/ 7671 w 9289"/>
              <a:gd name="connsiteY10-6072" fmla="*/ 686 h 10000"/>
              <a:gd name="connsiteX11-6073" fmla="*/ 8040 w 9289"/>
              <a:gd name="connsiteY11-6074" fmla="*/ 891 h 10000"/>
              <a:gd name="connsiteX12-6075" fmla="*/ 8375 w 9289"/>
              <a:gd name="connsiteY12-6076" fmla="*/ 983 h 10000"/>
              <a:gd name="connsiteX13-6077" fmla="*/ 8579 w 9289"/>
              <a:gd name="connsiteY13-6078" fmla="*/ 1169 h 10000"/>
              <a:gd name="connsiteX14-6079" fmla="*/ 8918 w 9289"/>
              <a:gd name="connsiteY14-6080" fmla="*/ 1280 h 10000"/>
              <a:gd name="connsiteX15-6081" fmla="*/ 9086 w 9289"/>
              <a:gd name="connsiteY15-6082" fmla="*/ 1373 h 10000"/>
              <a:gd name="connsiteX16-6083" fmla="*/ 9086 w 9289"/>
              <a:gd name="connsiteY16-6084" fmla="*/ 1466 h 10000"/>
              <a:gd name="connsiteX17-6085" fmla="*/ 9289 w 9289"/>
              <a:gd name="connsiteY17-6086" fmla="*/ 1466 h 10000"/>
              <a:gd name="connsiteX18-6087" fmla="*/ 9289 w 9289"/>
              <a:gd name="connsiteY18-6088" fmla="*/ 1577 h 10000"/>
              <a:gd name="connsiteX19-6089" fmla="*/ 9289 w 9289"/>
              <a:gd name="connsiteY19-6090" fmla="*/ 1670 h 10000"/>
              <a:gd name="connsiteX20-6091" fmla="*/ 9086 w 9289"/>
              <a:gd name="connsiteY20-6092" fmla="*/ 1763 h 10000"/>
              <a:gd name="connsiteX21-6093" fmla="*/ 8918 w 9289"/>
              <a:gd name="connsiteY21-6094" fmla="*/ 1763 h 10000"/>
              <a:gd name="connsiteX22-6095" fmla="*/ 8749 w 9289"/>
              <a:gd name="connsiteY22-6096" fmla="*/ 1855 h 10000"/>
              <a:gd name="connsiteX23-6097" fmla="*/ 8579 w 9289"/>
              <a:gd name="connsiteY23-6098" fmla="*/ 1855 h 10000"/>
              <a:gd name="connsiteX24-6099" fmla="*/ 8579 w 9289"/>
              <a:gd name="connsiteY24-6100" fmla="*/ 1967 h 10000"/>
              <a:gd name="connsiteX25-6101" fmla="*/ 8375 w 9289"/>
              <a:gd name="connsiteY25-6102" fmla="*/ 2059 h 10000"/>
              <a:gd name="connsiteX26-6103" fmla="*/ 8209 w 9289"/>
              <a:gd name="connsiteY26-6104" fmla="*/ 2263 h 10000"/>
              <a:gd name="connsiteX27-6105" fmla="*/ 8209 w 9289"/>
              <a:gd name="connsiteY27-6106" fmla="*/ 2449 h 10000"/>
              <a:gd name="connsiteX28-6107" fmla="*/ 8040 w 9289"/>
              <a:gd name="connsiteY28-6108" fmla="*/ 2653 h 10000"/>
              <a:gd name="connsiteX29-6109" fmla="*/ 8040 w 9289"/>
              <a:gd name="connsiteY29-6110" fmla="*/ 2950 h 10000"/>
              <a:gd name="connsiteX30-6111" fmla="*/ 8040 w 9289"/>
              <a:gd name="connsiteY30-6112" fmla="*/ 3135 h 10000"/>
              <a:gd name="connsiteX31-6113" fmla="*/ 7835 w 9289"/>
              <a:gd name="connsiteY31-6114" fmla="*/ 3432 h 10000"/>
              <a:gd name="connsiteX32-6115" fmla="*/ 7835 w 9289"/>
              <a:gd name="connsiteY32-6116" fmla="*/ 3822 h 10000"/>
              <a:gd name="connsiteX33-6117" fmla="*/ 7671 w 9289"/>
              <a:gd name="connsiteY33-6118" fmla="*/ 4119 h 10000"/>
              <a:gd name="connsiteX34-6119" fmla="*/ 7499 w 9289"/>
              <a:gd name="connsiteY34-6120" fmla="*/ 4508 h 10000"/>
              <a:gd name="connsiteX35-6121" fmla="*/ 7325 w 9289"/>
              <a:gd name="connsiteY35-6122" fmla="*/ 4898 h 10000"/>
              <a:gd name="connsiteX36-6123" fmla="*/ 7126 w 9289"/>
              <a:gd name="connsiteY36-6124" fmla="*/ 5288 h 10000"/>
              <a:gd name="connsiteX37-6125" fmla="*/ 6788 w 9289"/>
              <a:gd name="connsiteY37-6126" fmla="*/ 6178 h 10000"/>
              <a:gd name="connsiteX38-6127" fmla="*/ 6621 w 9289"/>
              <a:gd name="connsiteY38-6128" fmla="*/ 6568 h 10000"/>
              <a:gd name="connsiteX39-6129" fmla="*/ 6421 w 9289"/>
              <a:gd name="connsiteY39-6130" fmla="*/ 6957 h 10000"/>
              <a:gd name="connsiteX40-6131" fmla="*/ 6251 w 9289"/>
              <a:gd name="connsiteY40-6132" fmla="*/ 7347 h 10000"/>
              <a:gd name="connsiteX41-6133" fmla="*/ 6080 w 9289"/>
              <a:gd name="connsiteY41-6134" fmla="*/ 7737 h 10000"/>
              <a:gd name="connsiteX42-6135" fmla="*/ 5876 w 9289"/>
              <a:gd name="connsiteY42-6136" fmla="*/ 8033 h 10000"/>
              <a:gd name="connsiteX43-6137" fmla="*/ 5876 w 9289"/>
              <a:gd name="connsiteY43-6138" fmla="*/ 8237 h 10000"/>
              <a:gd name="connsiteX44-6139" fmla="*/ 5707 w 9289"/>
              <a:gd name="connsiteY44-6140" fmla="*/ 8534 h 10000"/>
              <a:gd name="connsiteX45-6141" fmla="*/ 5541 w 9289"/>
              <a:gd name="connsiteY45-6142" fmla="*/ 8720 h 10000"/>
              <a:gd name="connsiteX46-6143" fmla="*/ 5168 w 9289"/>
              <a:gd name="connsiteY46-6144" fmla="*/ 9017 h 10000"/>
              <a:gd name="connsiteX47-6145" fmla="*/ 4828 w 9289"/>
              <a:gd name="connsiteY47-6146" fmla="*/ 9314 h 10000"/>
              <a:gd name="connsiteX48-6147" fmla="*/ 4457 w 9289"/>
              <a:gd name="connsiteY48-6148" fmla="*/ 9610 h 10000"/>
              <a:gd name="connsiteX49-6149" fmla="*/ 4121 w 9289"/>
              <a:gd name="connsiteY49-6150" fmla="*/ 9703 h 10000"/>
              <a:gd name="connsiteX50-6151" fmla="*/ 3747 w 9289"/>
              <a:gd name="connsiteY50-6152" fmla="*/ 9889 h 10000"/>
              <a:gd name="connsiteX51-6153" fmla="*/ 3375 w 9289"/>
              <a:gd name="connsiteY51-6154" fmla="*/ 10000 h 10000"/>
              <a:gd name="connsiteX52-6155" fmla="*/ 3038 w 9289"/>
              <a:gd name="connsiteY52-6156" fmla="*/ 10000 h 10000"/>
              <a:gd name="connsiteX53-6157" fmla="*/ 2667 w 9289"/>
              <a:gd name="connsiteY53-6158" fmla="*/ 10000 h 10000"/>
              <a:gd name="connsiteX54-6159" fmla="*/ 2667 w 9289"/>
              <a:gd name="connsiteY54-6160" fmla="*/ 9889 h 10000"/>
              <a:gd name="connsiteX55-6161" fmla="*/ 2495 w 9289"/>
              <a:gd name="connsiteY55-6162" fmla="*/ 9889 h 10000"/>
              <a:gd name="connsiteX56-6163" fmla="*/ 2495 w 9289"/>
              <a:gd name="connsiteY56-6164" fmla="*/ 9796 h 10000"/>
              <a:gd name="connsiteX57-6165" fmla="*/ 2495 w 9289"/>
              <a:gd name="connsiteY57-6166" fmla="*/ 9610 h 10000"/>
              <a:gd name="connsiteX58-6167" fmla="*/ 2495 w 9289"/>
              <a:gd name="connsiteY58-6168" fmla="*/ 9499 h 10000"/>
              <a:gd name="connsiteX59-6169" fmla="*/ 2495 w 9289"/>
              <a:gd name="connsiteY59-6170" fmla="*/ 9406 h 10000"/>
              <a:gd name="connsiteX60-6171" fmla="*/ 2495 w 9289"/>
              <a:gd name="connsiteY60-6172" fmla="*/ 9202 h 10000"/>
              <a:gd name="connsiteX61-6173" fmla="*/ 2495 w 9289"/>
              <a:gd name="connsiteY61-6174" fmla="*/ 9017 h 10000"/>
              <a:gd name="connsiteX62-6175" fmla="*/ 2330 w 9289"/>
              <a:gd name="connsiteY62-6176" fmla="*/ 8813 h 10000"/>
              <a:gd name="connsiteX63-6177" fmla="*/ 2127 w 9289"/>
              <a:gd name="connsiteY63-6178" fmla="*/ 8534 h 10000"/>
              <a:gd name="connsiteX64-6179" fmla="*/ 1789 w 9289"/>
              <a:gd name="connsiteY64-6180" fmla="*/ 8126 h 10000"/>
              <a:gd name="connsiteX65-6181" fmla="*/ 1620 w 9289"/>
              <a:gd name="connsiteY65-6182" fmla="*/ 7737 h 10000"/>
              <a:gd name="connsiteX66-6183" fmla="*/ 1080 w 9289"/>
              <a:gd name="connsiteY66-6184" fmla="*/ 7347 h 10000"/>
              <a:gd name="connsiteX67-6185" fmla="*/ 711 w 9289"/>
              <a:gd name="connsiteY67-6186" fmla="*/ 6753 h 10000"/>
              <a:gd name="connsiteX68-6187" fmla="*/ 1080 w 9289"/>
              <a:gd name="connsiteY68-6188" fmla="*/ 6957 h 10000"/>
              <a:gd name="connsiteX69-6189" fmla="*/ 1620 w 9289"/>
              <a:gd name="connsiteY69-6190" fmla="*/ 7161 h 10000"/>
              <a:gd name="connsiteX70-6191" fmla="*/ 1957 w 9289"/>
              <a:gd name="connsiteY70-6192" fmla="*/ 7347 h 10000"/>
              <a:gd name="connsiteX71-6193" fmla="*/ 2330 w 9289"/>
              <a:gd name="connsiteY71-6194" fmla="*/ 7440 h 10000"/>
              <a:gd name="connsiteX72-6195" fmla="*/ 2667 w 9289"/>
              <a:gd name="connsiteY72-6196" fmla="*/ 7551 h 10000"/>
              <a:gd name="connsiteX73-6197" fmla="*/ 2874 w 9289"/>
              <a:gd name="connsiteY73-6198" fmla="*/ 7551 h 10000"/>
              <a:gd name="connsiteX74-6199" fmla="*/ 3038 w 9289"/>
              <a:gd name="connsiteY74-6200" fmla="*/ 7644 h 10000"/>
              <a:gd name="connsiteX75-6201" fmla="*/ 3209 w 9289"/>
              <a:gd name="connsiteY75-6202" fmla="*/ 7644 h 10000"/>
              <a:gd name="connsiteX76-6203" fmla="*/ 3375 w 9289"/>
              <a:gd name="connsiteY76-6204" fmla="*/ 7644 h 10000"/>
              <a:gd name="connsiteX77-6205" fmla="*/ 3579 w 9289"/>
              <a:gd name="connsiteY77-6206" fmla="*/ 7644 h 10000"/>
              <a:gd name="connsiteX78-6207" fmla="*/ 3747 w 9289"/>
              <a:gd name="connsiteY78-6208" fmla="*/ 7551 h 10000"/>
              <a:gd name="connsiteX79-6209" fmla="*/ 3920 w 9289"/>
              <a:gd name="connsiteY79-6210" fmla="*/ 7440 h 10000"/>
              <a:gd name="connsiteX80-6211" fmla="*/ 3920 w 9289"/>
              <a:gd name="connsiteY80-6212" fmla="*/ 7347 h 10000"/>
              <a:gd name="connsiteX81-6213" fmla="*/ 4121 w 9289"/>
              <a:gd name="connsiteY81-6214" fmla="*/ 7254 h 10000"/>
              <a:gd name="connsiteX82-6215" fmla="*/ 4287 w 9289"/>
              <a:gd name="connsiteY82-6216" fmla="*/ 7050 h 10000"/>
              <a:gd name="connsiteX83-6217" fmla="*/ 4287 w 9289"/>
              <a:gd name="connsiteY83-6218" fmla="*/ 6865 h 10000"/>
              <a:gd name="connsiteX84-6219" fmla="*/ 4457 w 9289"/>
              <a:gd name="connsiteY84-6220" fmla="*/ 6660 h 10000"/>
              <a:gd name="connsiteX85-6221" fmla="*/ 4626 w 9289"/>
              <a:gd name="connsiteY85-6222" fmla="*/ 6364 h 10000"/>
              <a:gd name="connsiteX86-6223" fmla="*/ 4828 w 9289"/>
              <a:gd name="connsiteY86-6224" fmla="*/ 6067 h 10000"/>
              <a:gd name="connsiteX87-6225" fmla="*/ 4828 w 9289"/>
              <a:gd name="connsiteY87-6226" fmla="*/ 5677 h 10000"/>
              <a:gd name="connsiteX88-6227" fmla="*/ 5168 w 9289"/>
              <a:gd name="connsiteY88-6228" fmla="*/ 4991 h 10000"/>
              <a:gd name="connsiteX89-6229" fmla="*/ 5376 w 9289"/>
              <a:gd name="connsiteY89-6230" fmla="*/ 4212 h 10000"/>
              <a:gd name="connsiteX90-6231" fmla="*/ 5376 w 9289"/>
              <a:gd name="connsiteY90-6232" fmla="*/ 3525 h 10000"/>
              <a:gd name="connsiteX91-6233" fmla="*/ 5541 w 9289"/>
              <a:gd name="connsiteY91-6234" fmla="*/ 2839 h 10000"/>
              <a:gd name="connsiteX92-6235" fmla="*/ 5541 w 9289"/>
              <a:gd name="connsiteY92-6236" fmla="*/ 2542 h 10000"/>
              <a:gd name="connsiteX93-6237" fmla="*/ 5541 w 9289"/>
              <a:gd name="connsiteY93-6238" fmla="*/ 2263 h 10000"/>
              <a:gd name="connsiteX94-6239" fmla="*/ 5541 w 9289"/>
              <a:gd name="connsiteY94-6240" fmla="*/ 2059 h 10000"/>
              <a:gd name="connsiteX95-6241" fmla="*/ 5541 w 9289"/>
              <a:gd name="connsiteY95-6242" fmla="*/ 1855 h 10000"/>
              <a:gd name="connsiteX96-6243" fmla="*/ 5541 w 9289"/>
              <a:gd name="connsiteY96-6244" fmla="*/ 1670 h 10000"/>
              <a:gd name="connsiteX97-6245" fmla="*/ 5541 w 9289"/>
              <a:gd name="connsiteY97-6246" fmla="*/ 1577 h 10000"/>
              <a:gd name="connsiteX98-6247" fmla="*/ 5376 w 9289"/>
              <a:gd name="connsiteY98-6248" fmla="*/ 1466 h 10000"/>
              <a:gd name="connsiteX99-6249" fmla="*/ 5376 w 9289"/>
              <a:gd name="connsiteY99-6250" fmla="*/ 1373 h 10000"/>
              <a:gd name="connsiteX100-6251" fmla="*/ 5376 w 9289"/>
              <a:gd name="connsiteY100-6252" fmla="*/ 1280 h 10000"/>
              <a:gd name="connsiteX101-6253" fmla="*/ 5168 w 9289"/>
              <a:gd name="connsiteY101-6254" fmla="*/ 1280 h 10000"/>
              <a:gd name="connsiteX102-6255" fmla="*/ 5004 w 9289"/>
              <a:gd name="connsiteY102-6256" fmla="*/ 1169 h 10000"/>
              <a:gd name="connsiteX103-6257" fmla="*/ 5004 w 9289"/>
              <a:gd name="connsiteY103-6258" fmla="*/ 1169 h 10000"/>
              <a:gd name="connsiteX104-6259" fmla="*/ 4626 w 9289"/>
              <a:gd name="connsiteY104-6260" fmla="*/ 1169 h 10000"/>
              <a:gd name="connsiteX105-6261" fmla="*/ 4457 w 9289"/>
              <a:gd name="connsiteY105-6262" fmla="*/ 1169 h 10000"/>
              <a:gd name="connsiteX106-6263" fmla="*/ 4287 w 9289"/>
              <a:gd name="connsiteY106-6264" fmla="*/ 1169 h 10000"/>
              <a:gd name="connsiteX107-6265" fmla="*/ 3920 w 9289"/>
              <a:gd name="connsiteY107-6266" fmla="*/ 1169 h 10000"/>
              <a:gd name="connsiteX108-6267" fmla="*/ 3579 w 9289"/>
              <a:gd name="connsiteY108-6268" fmla="*/ 1169 h 10000"/>
              <a:gd name="connsiteX109-6269" fmla="*/ 3038 w 9289"/>
              <a:gd name="connsiteY109-6270" fmla="*/ 1169 h 10000"/>
              <a:gd name="connsiteX110-6271" fmla="*/ 2667 w 9289"/>
              <a:gd name="connsiteY110-6272" fmla="*/ 1169 h 10000"/>
              <a:gd name="connsiteX111-6273" fmla="*/ 2127 w 9289"/>
              <a:gd name="connsiteY111-6274" fmla="*/ 1169 h 10000"/>
              <a:gd name="connsiteX112-6275" fmla="*/ 1419 w 9289"/>
              <a:gd name="connsiteY112-6276" fmla="*/ 1169 h 10000"/>
              <a:gd name="connsiteX113-6277" fmla="*/ 711 w 9289"/>
              <a:gd name="connsiteY113-6278" fmla="*/ 1280 h 10000"/>
              <a:gd name="connsiteX114-6279" fmla="*/ 0 w 9289"/>
              <a:gd name="connsiteY114-6280" fmla="*/ 1280 h 10000"/>
              <a:gd name="connsiteX115-6281" fmla="*/ 0 w 9289"/>
              <a:gd name="connsiteY115-6282" fmla="*/ 686 h 10000"/>
              <a:gd name="connsiteX116-6283" fmla="*/ 540 w 9289"/>
              <a:gd name="connsiteY116-6284" fmla="*/ 686 h 10000"/>
              <a:gd name="connsiteX117-6285" fmla="*/ 1419 w 9289"/>
              <a:gd name="connsiteY117-6286" fmla="*/ 594 h 10000"/>
              <a:gd name="connsiteX118-6287" fmla="*/ 2330 w 9289"/>
              <a:gd name="connsiteY118-6288" fmla="*/ 594 h 10000"/>
              <a:gd name="connsiteX119-6289" fmla="*/ 3038 w 9289"/>
              <a:gd name="connsiteY119-6290" fmla="*/ 482 h 10000"/>
              <a:gd name="connsiteX120-6291" fmla="*/ 3747 w 9289"/>
              <a:gd name="connsiteY120-6292" fmla="*/ 482 h 10000"/>
              <a:gd name="connsiteX121-6293" fmla="*/ 4121 w 9289"/>
              <a:gd name="connsiteY121-6294" fmla="*/ 390 h 10000"/>
              <a:gd name="connsiteX122-6295" fmla="*/ 4457 w 9289"/>
              <a:gd name="connsiteY122-6296" fmla="*/ 297 h 10000"/>
              <a:gd name="connsiteX123-6297" fmla="*/ 4828 w 9289"/>
              <a:gd name="connsiteY123-6298" fmla="*/ 297 h 10000"/>
              <a:gd name="connsiteX124-6299" fmla="*/ 4828 w 9289"/>
              <a:gd name="connsiteY124-6300" fmla="*/ 204 h 10000"/>
              <a:gd name="connsiteX125-6301" fmla="*/ 4828 w 9289"/>
              <a:gd name="connsiteY125-6302" fmla="*/ 204 h 10000"/>
              <a:gd name="connsiteX0-6303" fmla="*/ 5198 w 10000"/>
              <a:gd name="connsiteY0-6304" fmla="*/ 204 h 10000"/>
              <a:gd name="connsiteX1-6305" fmla="*/ 5387 w 10000"/>
              <a:gd name="connsiteY1-6306" fmla="*/ 93 h 10000"/>
              <a:gd name="connsiteX2-6307" fmla="*/ 5787 w 10000"/>
              <a:gd name="connsiteY2-6308" fmla="*/ 93 h 10000"/>
              <a:gd name="connsiteX3-6309" fmla="*/ 5965 w 10000"/>
              <a:gd name="connsiteY3-6310" fmla="*/ 0 h 10000"/>
              <a:gd name="connsiteX4-6311" fmla="*/ 6144 w 10000"/>
              <a:gd name="connsiteY4-6312" fmla="*/ 0 h 10000"/>
              <a:gd name="connsiteX5-6313" fmla="*/ 6545 w 10000"/>
              <a:gd name="connsiteY5-6314" fmla="*/ 93 h 10000"/>
              <a:gd name="connsiteX6-6315" fmla="*/ 7128 w 10000"/>
              <a:gd name="connsiteY6-6316" fmla="*/ 204 h 10000"/>
              <a:gd name="connsiteX7-6317" fmla="*/ 7308 w 10000"/>
              <a:gd name="connsiteY7-6318" fmla="*/ 297 h 10000"/>
              <a:gd name="connsiteX8-6319" fmla="*/ 7671 w 10000"/>
              <a:gd name="connsiteY8-6320" fmla="*/ 482 h 10000"/>
              <a:gd name="connsiteX9-6321" fmla="*/ 7886 w 10000"/>
              <a:gd name="connsiteY9-6322" fmla="*/ 594 h 10000"/>
              <a:gd name="connsiteX10-6323" fmla="*/ 8258 w 10000"/>
              <a:gd name="connsiteY10-6324" fmla="*/ 686 h 10000"/>
              <a:gd name="connsiteX11-6325" fmla="*/ 8655 w 10000"/>
              <a:gd name="connsiteY11-6326" fmla="*/ 891 h 10000"/>
              <a:gd name="connsiteX12-6327" fmla="*/ 9016 w 10000"/>
              <a:gd name="connsiteY12-6328" fmla="*/ 983 h 10000"/>
              <a:gd name="connsiteX13-6329" fmla="*/ 9236 w 10000"/>
              <a:gd name="connsiteY13-6330" fmla="*/ 1169 h 10000"/>
              <a:gd name="connsiteX14-6331" fmla="*/ 9601 w 10000"/>
              <a:gd name="connsiteY14-6332" fmla="*/ 1280 h 10000"/>
              <a:gd name="connsiteX15-6333" fmla="*/ 9781 w 10000"/>
              <a:gd name="connsiteY15-6334" fmla="*/ 1373 h 10000"/>
              <a:gd name="connsiteX16-6335" fmla="*/ 9781 w 10000"/>
              <a:gd name="connsiteY16-6336" fmla="*/ 1466 h 10000"/>
              <a:gd name="connsiteX17-6337" fmla="*/ 10000 w 10000"/>
              <a:gd name="connsiteY17-6338" fmla="*/ 1466 h 10000"/>
              <a:gd name="connsiteX18-6339" fmla="*/ 10000 w 10000"/>
              <a:gd name="connsiteY18-6340" fmla="*/ 1577 h 10000"/>
              <a:gd name="connsiteX19-6341" fmla="*/ 10000 w 10000"/>
              <a:gd name="connsiteY19-6342" fmla="*/ 1670 h 10000"/>
              <a:gd name="connsiteX20-6343" fmla="*/ 9781 w 10000"/>
              <a:gd name="connsiteY20-6344" fmla="*/ 1763 h 10000"/>
              <a:gd name="connsiteX21-6345" fmla="*/ 9601 w 10000"/>
              <a:gd name="connsiteY21-6346" fmla="*/ 1763 h 10000"/>
              <a:gd name="connsiteX22-6347" fmla="*/ 9419 w 10000"/>
              <a:gd name="connsiteY22-6348" fmla="*/ 1855 h 10000"/>
              <a:gd name="connsiteX23-6349" fmla="*/ 9236 w 10000"/>
              <a:gd name="connsiteY23-6350" fmla="*/ 1855 h 10000"/>
              <a:gd name="connsiteX24-6351" fmla="*/ 9236 w 10000"/>
              <a:gd name="connsiteY24-6352" fmla="*/ 1967 h 10000"/>
              <a:gd name="connsiteX25-6353" fmla="*/ 9016 w 10000"/>
              <a:gd name="connsiteY25-6354" fmla="*/ 2059 h 10000"/>
              <a:gd name="connsiteX26-6355" fmla="*/ 8837 w 10000"/>
              <a:gd name="connsiteY26-6356" fmla="*/ 2263 h 10000"/>
              <a:gd name="connsiteX27-6357" fmla="*/ 8837 w 10000"/>
              <a:gd name="connsiteY27-6358" fmla="*/ 2449 h 10000"/>
              <a:gd name="connsiteX28-6359" fmla="*/ 8655 w 10000"/>
              <a:gd name="connsiteY28-6360" fmla="*/ 2653 h 10000"/>
              <a:gd name="connsiteX29-6361" fmla="*/ 8655 w 10000"/>
              <a:gd name="connsiteY29-6362" fmla="*/ 2950 h 10000"/>
              <a:gd name="connsiteX30-6363" fmla="*/ 8655 w 10000"/>
              <a:gd name="connsiteY30-6364" fmla="*/ 3135 h 10000"/>
              <a:gd name="connsiteX31-6365" fmla="*/ 8435 w 10000"/>
              <a:gd name="connsiteY31-6366" fmla="*/ 3432 h 10000"/>
              <a:gd name="connsiteX32-6367" fmla="*/ 8435 w 10000"/>
              <a:gd name="connsiteY32-6368" fmla="*/ 3822 h 10000"/>
              <a:gd name="connsiteX33-6369" fmla="*/ 8258 w 10000"/>
              <a:gd name="connsiteY33-6370" fmla="*/ 4119 h 10000"/>
              <a:gd name="connsiteX34-6371" fmla="*/ 8073 w 10000"/>
              <a:gd name="connsiteY34-6372" fmla="*/ 4508 h 10000"/>
              <a:gd name="connsiteX35-6373" fmla="*/ 7886 w 10000"/>
              <a:gd name="connsiteY35-6374" fmla="*/ 4898 h 10000"/>
              <a:gd name="connsiteX36-6375" fmla="*/ 7671 w 10000"/>
              <a:gd name="connsiteY36-6376" fmla="*/ 5288 h 10000"/>
              <a:gd name="connsiteX37-6377" fmla="*/ 7308 w 10000"/>
              <a:gd name="connsiteY37-6378" fmla="*/ 6178 h 10000"/>
              <a:gd name="connsiteX38-6379" fmla="*/ 7128 w 10000"/>
              <a:gd name="connsiteY38-6380" fmla="*/ 6568 h 10000"/>
              <a:gd name="connsiteX39-6381" fmla="*/ 6912 w 10000"/>
              <a:gd name="connsiteY39-6382" fmla="*/ 6957 h 10000"/>
              <a:gd name="connsiteX40-6383" fmla="*/ 6729 w 10000"/>
              <a:gd name="connsiteY40-6384" fmla="*/ 7347 h 10000"/>
              <a:gd name="connsiteX41-6385" fmla="*/ 6545 w 10000"/>
              <a:gd name="connsiteY41-6386" fmla="*/ 7737 h 10000"/>
              <a:gd name="connsiteX42-6387" fmla="*/ 6326 w 10000"/>
              <a:gd name="connsiteY42-6388" fmla="*/ 8033 h 10000"/>
              <a:gd name="connsiteX43-6389" fmla="*/ 6326 w 10000"/>
              <a:gd name="connsiteY43-6390" fmla="*/ 8237 h 10000"/>
              <a:gd name="connsiteX44-6391" fmla="*/ 6144 w 10000"/>
              <a:gd name="connsiteY44-6392" fmla="*/ 8534 h 10000"/>
              <a:gd name="connsiteX45-6393" fmla="*/ 5965 w 10000"/>
              <a:gd name="connsiteY45-6394" fmla="*/ 8720 h 10000"/>
              <a:gd name="connsiteX46-6395" fmla="*/ 5564 w 10000"/>
              <a:gd name="connsiteY46-6396" fmla="*/ 9017 h 10000"/>
              <a:gd name="connsiteX47-6397" fmla="*/ 5198 w 10000"/>
              <a:gd name="connsiteY47-6398" fmla="*/ 9314 h 10000"/>
              <a:gd name="connsiteX48-6399" fmla="*/ 4798 w 10000"/>
              <a:gd name="connsiteY48-6400" fmla="*/ 9610 h 10000"/>
              <a:gd name="connsiteX49-6401" fmla="*/ 4436 w 10000"/>
              <a:gd name="connsiteY49-6402" fmla="*/ 9703 h 10000"/>
              <a:gd name="connsiteX50-6403" fmla="*/ 4034 w 10000"/>
              <a:gd name="connsiteY50-6404" fmla="*/ 9889 h 10000"/>
              <a:gd name="connsiteX51-6405" fmla="*/ 3633 w 10000"/>
              <a:gd name="connsiteY51-6406" fmla="*/ 10000 h 10000"/>
              <a:gd name="connsiteX52-6407" fmla="*/ 3271 w 10000"/>
              <a:gd name="connsiteY52-6408" fmla="*/ 10000 h 10000"/>
              <a:gd name="connsiteX53-6409" fmla="*/ 2871 w 10000"/>
              <a:gd name="connsiteY53-6410" fmla="*/ 10000 h 10000"/>
              <a:gd name="connsiteX54-6411" fmla="*/ 2871 w 10000"/>
              <a:gd name="connsiteY54-6412" fmla="*/ 9889 h 10000"/>
              <a:gd name="connsiteX55-6413" fmla="*/ 2686 w 10000"/>
              <a:gd name="connsiteY55-6414" fmla="*/ 9889 h 10000"/>
              <a:gd name="connsiteX56-6415" fmla="*/ 2686 w 10000"/>
              <a:gd name="connsiteY56-6416" fmla="*/ 9796 h 10000"/>
              <a:gd name="connsiteX57-6417" fmla="*/ 2686 w 10000"/>
              <a:gd name="connsiteY57-6418" fmla="*/ 9610 h 10000"/>
              <a:gd name="connsiteX58-6419" fmla="*/ 2686 w 10000"/>
              <a:gd name="connsiteY58-6420" fmla="*/ 9499 h 10000"/>
              <a:gd name="connsiteX59-6421" fmla="*/ 2686 w 10000"/>
              <a:gd name="connsiteY59-6422" fmla="*/ 9406 h 10000"/>
              <a:gd name="connsiteX60-6423" fmla="*/ 2686 w 10000"/>
              <a:gd name="connsiteY60-6424" fmla="*/ 9202 h 10000"/>
              <a:gd name="connsiteX61-6425" fmla="*/ 2686 w 10000"/>
              <a:gd name="connsiteY61-6426" fmla="*/ 9017 h 10000"/>
              <a:gd name="connsiteX62-6427" fmla="*/ 2508 w 10000"/>
              <a:gd name="connsiteY62-6428" fmla="*/ 8813 h 10000"/>
              <a:gd name="connsiteX63-6429" fmla="*/ 2290 w 10000"/>
              <a:gd name="connsiteY63-6430" fmla="*/ 8534 h 10000"/>
              <a:gd name="connsiteX64-6431" fmla="*/ 1926 w 10000"/>
              <a:gd name="connsiteY64-6432" fmla="*/ 8126 h 10000"/>
              <a:gd name="connsiteX65-6433" fmla="*/ 1744 w 10000"/>
              <a:gd name="connsiteY65-6434" fmla="*/ 7737 h 10000"/>
              <a:gd name="connsiteX66-6435" fmla="*/ 1163 w 10000"/>
              <a:gd name="connsiteY66-6436" fmla="*/ 7347 h 10000"/>
              <a:gd name="connsiteX67-6437" fmla="*/ 765 w 10000"/>
              <a:gd name="connsiteY67-6438" fmla="*/ 6753 h 10000"/>
              <a:gd name="connsiteX68-6439" fmla="*/ 1163 w 10000"/>
              <a:gd name="connsiteY68-6440" fmla="*/ 6957 h 10000"/>
              <a:gd name="connsiteX69-6441" fmla="*/ 1744 w 10000"/>
              <a:gd name="connsiteY69-6442" fmla="*/ 7161 h 10000"/>
              <a:gd name="connsiteX70-6443" fmla="*/ 2107 w 10000"/>
              <a:gd name="connsiteY70-6444" fmla="*/ 7347 h 10000"/>
              <a:gd name="connsiteX71-6445" fmla="*/ 2508 w 10000"/>
              <a:gd name="connsiteY71-6446" fmla="*/ 7440 h 10000"/>
              <a:gd name="connsiteX72-6447" fmla="*/ 2871 w 10000"/>
              <a:gd name="connsiteY72-6448" fmla="*/ 7551 h 10000"/>
              <a:gd name="connsiteX73-6449" fmla="*/ 3094 w 10000"/>
              <a:gd name="connsiteY73-6450" fmla="*/ 7551 h 10000"/>
              <a:gd name="connsiteX74-6451" fmla="*/ 3271 w 10000"/>
              <a:gd name="connsiteY74-6452" fmla="*/ 7644 h 10000"/>
              <a:gd name="connsiteX75-6453" fmla="*/ 3455 w 10000"/>
              <a:gd name="connsiteY75-6454" fmla="*/ 7644 h 10000"/>
              <a:gd name="connsiteX76-6455" fmla="*/ 3633 w 10000"/>
              <a:gd name="connsiteY76-6456" fmla="*/ 7644 h 10000"/>
              <a:gd name="connsiteX77-6457" fmla="*/ 3853 w 10000"/>
              <a:gd name="connsiteY77-6458" fmla="*/ 7644 h 10000"/>
              <a:gd name="connsiteX78-6459" fmla="*/ 4034 w 10000"/>
              <a:gd name="connsiteY78-6460" fmla="*/ 7551 h 10000"/>
              <a:gd name="connsiteX79-6461" fmla="*/ 4220 w 10000"/>
              <a:gd name="connsiteY79-6462" fmla="*/ 7440 h 10000"/>
              <a:gd name="connsiteX80-6463" fmla="*/ 4220 w 10000"/>
              <a:gd name="connsiteY80-6464" fmla="*/ 7347 h 10000"/>
              <a:gd name="connsiteX81-6465" fmla="*/ 4436 w 10000"/>
              <a:gd name="connsiteY81-6466" fmla="*/ 7254 h 10000"/>
              <a:gd name="connsiteX82-6467" fmla="*/ 4615 w 10000"/>
              <a:gd name="connsiteY82-6468" fmla="*/ 7050 h 10000"/>
              <a:gd name="connsiteX83-6469" fmla="*/ 4615 w 10000"/>
              <a:gd name="connsiteY83-6470" fmla="*/ 6865 h 10000"/>
              <a:gd name="connsiteX84-6471" fmla="*/ 4798 w 10000"/>
              <a:gd name="connsiteY84-6472" fmla="*/ 6660 h 10000"/>
              <a:gd name="connsiteX85-6473" fmla="*/ 4980 w 10000"/>
              <a:gd name="connsiteY85-6474" fmla="*/ 6364 h 10000"/>
              <a:gd name="connsiteX86-6475" fmla="*/ 5198 w 10000"/>
              <a:gd name="connsiteY86-6476" fmla="*/ 6067 h 10000"/>
              <a:gd name="connsiteX87-6477" fmla="*/ 5198 w 10000"/>
              <a:gd name="connsiteY87-6478" fmla="*/ 5677 h 10000"/>
              <a:gd name="connsiteX88-6479" fmla="*/ 5564 w 10000"/>
              <a:gd name="connsiteY88-6480" fmla="*/ 4991 h 10000"/>
              <a:gd name="connsiteX89-6481" fmla="*/ 5787 w 10000"/>
              <a:gd name="connsiteY89-6482" fmla="*/ 4212 h 10000"/>
              <a:gd name="connsiteX90-6483" fmla="*/ 5787 w 10000"/>
              <a:gd name="connsiteY90-6484" fmla="*/ 3525 h 10000"/>
              <a:gd name="connsiteX91-6485" fmla="*/ 5965 w 10000"/>
              <a:gd name="connsiteY91-6486" fmla="*/ 2839 h 10000"/>
              <a:gd name="connsiteX92-6487" fmla="*/ 5965 w 10000"/>
              <a:gd name="connsiteY92-6488" fmla="*/ 2542 h 10000"/>
              <a:gd name="connsiteX93-6489" fmla="*/ 5965 w 10000"/>
              <a:gd name="connsiteY93-6490" fmla="*/ 2263 h 10000"/>
              <a:gd name="connsiteX94-6491" fmla="*/ 5965 w 10000"/>
              <a:gd name="connsiteY94-6492" fmla="*/ 2059 h 10000"/>
              <a:gd name="connsiteX95-6493" fmla="*/ 5965 w 10000"/>
              <a:gd name="connsiteY95-6494" fmla="*/ 1855 h 10000"/>
              <a:gd name="connsiteX96-6495" fmla="*/ 5965 w 10000"/>
              <a:gd name="connsiteY96-6496" fmla="*/ 1670 h 10000"/>
              <a:gd name="connsiteX97-6497" fmla="*/ 5965 w 10000"/>
              <a:gd name="connsiteY97-6498" fmla="*/ 1577 h 10000"/>
              <a:gd name="connsiteX98-6499" fmla="*/ 5787 w 10000"/>
              <a:gd name="connsiteY98-6500" fmla="*/ 1466 h 10000"/>
              <a:gd name="connsiteX99-6501" fmla="*/ 5787 w 10000"/>
              <a:gd name="connsiteY99-6502" fmla="*/ 1373 h 10000"/>
              <a:gd name="connsiteX100-6503" fmla="*/ 5787 w 10000"/>
              <a:gd name="connsiteY100-6504" fmla="*/ 1280 h 10000"/>
              <a:gd name="connsiteX101-6505" fmla="*/ 5564 w 10000"/>
              <a:gd name="connsiteY101-6506" fmla="*/ 1280 h 10000"/>
              <a:gd name="connsiteX102-6507" fmla="*/ 5387 w 10000"/>
              <a:gd name="connsiteY102-6508" fmla="*/ 1169 h 10000"/>
              <a:gd name="connsiteX103-6509" fmla="*/ 5387 w 10000"/>
              <a:gd name="connsiteY103-6510" fmla="*/ 1169 h 10000"/>
              <a:gd name="connsiteX104-6511" fmla="*/ 4980 w 10000"/>
              <a:gd name="connsiteY104-6512" fmla="*/ 1169 h 10000"/>
              <a:gd name="connsiteX105-6513" fmla="*/ 4798 w 10000"/>
              <a:gd name="connsiteY105-6514" fmla="*/ 1169 h 10000"/>
              <a:gd name="connsiteX106-6515" fmla="*/ 4615 w 10000"/>
              <a:gd name="connsiteY106-6516" fmla="*/ 1169 h 10000"/>
              <a:gd name="connsiteX107-6517" fmla="*/ 4220 w 10000"/>
              <a:gd name="connsiteY107-6518" fmla="*/ 1169 h 10000"/>
              <a:gd name="connsiteX108-6519" fmla="*/ 3853 w 10000"/>
              <a:gd name="connsiteY108-6520" fmla="*/ 1169 h 10000"/>
              <a:gd name="connsiteX109-6521" fmla="*/ 3271 w 10000"/>
              <a:gd name="connsiteY109-6522" fmla="*/ 1169 h 10000"/>
              <a:gd name="connsiteX110-6523" fmla="*/ 2871 w 10000"/>
              <a:gd name="connsiteY110-6524" fmla="*/ 1169 h 10000"/>
              <a:gd name="connsiteX111-6525" fmla="*/ 2290 w 10000"/>
              <a:gd name="connsiteY111-6526" fmla="*/ 1169 h 10000"/>
              <a:gd name="connsiteX112-6527" fmla="*/ 1528 w 10000"/>
              <a:gd name="connsiteY112-6528" fmla="*/ 1169 h 10000"/>
              <a:gd name="connsiteX113-6529" fmla="*/ 765 w 10000"/>
              <a:gd name="connsiteY113-6530" fmla="*/ 1280 h 10000"/>
              <a:gd name="connsiteX114-6531" fmla="*/ 0 w 10000"/>
              <a:gd name="connsiteY114-6532" fmla="*/ 686 h 10000"/>
              <a:gd name="connsiteX115-6533" fmla="*/ 581 w 10000"/>
              <a:gd name="connsiteY115-6534" fmla="*/ 686 h 10000"/>
              <a:gd name="connsiteX116-6535" fmla="*/ 1528 w 10000"/>
              <a:gd name="connsiteY116-6536" fmla="*/ 594 h 10000"/>
              <a:gd name="connsiteX117-6537" fmla="*/ 2508 w 10000"/>
              <a:gd name="connsiteY117-6538" fmla="*/ 594 h 10000"/>
              <a:gd name="connsiteX118-6539" fmla="*/ 3271 w 10000"/>
              <a:gd name="connsiteY118-6540" fmla="*/ 482 h 10000"/>
              <a:gd name="connsiteX119-6541" fmla="*/ 4034 w 10000"/>
              <a:gd name="connsiteY119-6542" fmla="*/ 482 h 10000"/>
              <a:gd name="connsiteX120-6543" fmla="*/ 4436 w 10000"/>
              <a:gd name="connsiteY120-6544" fmla="*/ 390 h 10000"/>
              <a:gd name="connsiteX121-6545" fmla="*/ 4798 w 10000"/>
              <a:gd name="connsiteY121-6546" fmla="*/ 297 h 10000"/>
              <a:gd name="connsiteX122-6547" fmla="*/ 5198 w 10000"/>
              <a:gd name="connsiteY122-6548" fmla="*/ 297 h 10000"/>
              <a:gd name="connsiteX123-6549" fmla="*/ 5198 w 10000"/>
              <a:gd name="connsiteY123-6550" fmla="*/ 204 h 10000"/>
              <a:gd name="connsiteX124-6551" fmla="*/ 5198 w 10000"/>
              <a:gd name="connsiteY124-6552" fmla="*/ 204 h 10000"/>
              <a:gd name="connsiteX0-6553" fmla="*/ 5198 w 10000"/>
              <a:gd name="connsiteY0-6554" fmla="*/ 204 h 10000"/>
              <a:gd name="connsiteX1-6555" fmla="*/ 5387 w 10000"/>
              <a:gd name="connsiteY1-6556" fmla="*/ 93 h 10000"/>
              <a:gd name="connsiteX2-6557" fmla="*/ 5787 w 10000"/>
              <a:gd name="connsiteY2-6558" fmla="*/ 93 h 10000"/>
              <a:gd name="connsiteX3-6559" fmla="*/ 5965 w 10000"/>
              <a:gd name="connsiteY3-6560" fmla="*/ 0 h 10000"/>
              <a:gd name="connsiteX4-6561" fmla="*/ 6144 w 10000"/>
              <a:gd name="connsiteY4-6562" fmla="*/ 0 h 10000"/>
              <a:gd name="connsiteX5-6563" fmla="*/ 6545 w 10000"/>
              <a:gd name="connsiteY5-6564" fmla="*/ 93 h 10000"/>
              <a:gd name="connsiteX6-6565" fmla="*/ 7128 w 10000"/>
              <a:gd name="connsiteY6-6566" fmla="*/ 204 h 10000"/>
              <a:gd name="connsiteX7-6567" fmla="*/ 7308 w 10000"/>
              <a:gd name="connsiteY7-6568" fmla="*/ 297 h 10000"/>
              <a:gd name="connsiteX8-6569" fmla="*/ 7671 w 10000"/>
              <a:gd name="connsiteY8-6570" fmla="*/ 482 h 10000"/>
              <a:gd name="connsiteX9-6571" fmla="*/ 7886 w 10000"/>
              <a:gd name="connsiteY9-6572" fmla="*/ 594 h 10000"/>
              <a:gd name="connsiteX10-6573" fmla="*/ 8258 w 10000"/>
              <a:gd name="connsiteY10-6574" fmla="*/ 686 h 10000"/>
              <a:gd name="connsiteX11-6575" fmla="*/ 8655 w 10000"/>
              <a:gd name="connsiteY11-6576" fmla="*/ 891 h 10000"/>
              <a:gd name="connsiteX12-6577" fmla="*/ 9016 w 10000"/>
              <a:gd name="connsiteY12-6578" fmla="*/ 983 h 10000"/>
              <a:gd name="connsiteX13-6579" fmla="*/ 9236 w 10000"/>
              <a:gd name="connsiteY13-6580" fmla="*/ 1169 h 10000"/>
              <a:gd name="connsiteX14-6581" fmla="*/ 9601 w 10000"/>
              <a:gd name="connsiteY14-6582" fmla="*/ 1280 h 10000"/>
              <a:gd name="connsiteX15-6583" fmla="*/ 9781 w 10000"/>
              <a:gd name="connsiteY15-6584" fmla="*/ 1373 h 10000"/>
              <a:gd name="connsiteX16-6585" fmla="*/ 9781 w 10000"/>
              <a:gd name="connsiteY16-6586" fmla="*/ 1466 h 10000"/>
              <a:gd name="connsiteX17-6587" fmla="*/ 10000 w 10000"/>
              <a:gd name="connsiteY17-6588" fmla="*/ 1466 h 10000"/>
              <a:gd name="connsiteX18-6589" fmla="*/ 10000 w 10000"/>
              <a:gd name="connsiteY18-6590" fmla="*/ 1577 h 10000"/>
              <a:gd name="connsiteX19-6591" fmla="*/ 10000 w 10000"/>
              <a:gd name="connsiteY19-6592" fmla="*/ 1670 h 10000"/>
              <a:gd name="connsiteX20-6593" fmla="*/ 9781 w 10000"/>
              <a:gd name="connsiteY20-6594" fmla="*/ 1763 h 10000"/>
              <a:gd name="connsiteX21-6595" fmla="*/ 9601 w 10000"/>
              <a:gd name="connsiteY21-6596" fmla="*/ 1763 h 10000"/>
              <a:gd name="connsiteX22-6597" fmla="*/ 9419 w 10000"/>
              <a:gd name="connsiteY22-6598" fmla="*/ 1855 h 10000"/>
              <a:gd name="connsiteX23-6599" fmla="*/ 9236 w 10000"/>
              <a:gd name="connsiteY23-6600" fmla="*/ 1855 h 10000"/>
              <a:gd name="connsiteX24-6601" fmla="*/ 9236 w 10000"/>
              <a:gd name="connsiteY24-6602" fmla="*/ 1967 h 10000"/>
              <a:gd name="connsiteX25-6603" fmla="*/ 9016 w 10000"/>
              <a:gd name="connsiteY25-6604" fmla="*/ 2059 h 10000"/>
              <a:gd name="connsiteX26-6605" fmla="*/ 8837 w 10000"/>
              <a:gd name="connsiteY26-6606" fmla="*/ 2263 h 10000"/>
              <a:gd name="connsiteX27-6607" fmla="*/ 8837 w 10000"/>
              <a:gd name="connsiteY27-6608" fmla="*/ 2449 h 10000"/>
              <a:gd name="connsiteX28-6609" fmla="*/ 8655 w 10000"/>
              <a:gd name="connsiteY28-6610" fmla="*/ 2653 h 10000"/>
              <a:gd name="connsiteX29-6611" fmla="*/ 8655 w 10000"/>
              <a:gd name="connsiteY29-6612" fmla="*/ 2950 h 10000"/>
              <a:gd name="connsiteX30-6613" fmla="*/ 8655 w 10000"/>
              <a:gd name="connsiteY30-6614" fmla="*/ 3135 h 10000"/>
              <a:gd name="connsiteX31-6615" fmla="*/ 8435 w 10000"/>
              <a:gd name="connsiteY31-6616" fmla="*/ 3432 h 10000"/>
              <a:gd name="connsiteX32-6617" fmla="*/ 8435 w 10000"/>
              <a:gd name="connsiteY32-6618" fmla="*/ 3822 h 10000"/>
              <a:gd name="connsiteX33-6619" fmla="*/ 8258 w 10000"/>
              <a:gd name="connsiteY33-6620" fmla="*/ 4119 h 10000"/>
              <a:gd name="connsiteX34-6621" fmla="*/ 8073 w 10000"/>
              <a:gd name="connsiteY34-6622" fmla="*/ 4508 h 10000"/>
              <a:gd name="connsiteX35-6623" fmla="*/ 7886 w 10000"/>
              <a:gd name="connsiteY35-6624" fmla="*/ 4898 h 10000"/>
              <a:gd name="connsiteX36-6625" fmla="*/ 7671 w 10000"/>
              <a:gd name="connsiteY36-6626" fmla="*/ 5288 h 10000"/>
              <a:gd name="connsiteX37-6627" fmla="*/ 7308 w 10000"/>
              <a:gd name="connsiteY37-6628" fmla="*/ 6178 h 10000"/>
              <a:gd name="connsiteX38-6629" fmla="*/ 7128 w 10000"/>
              <a:gd name="connsiteY38-6630" fmla="*/ 6568 h 10000"/>
              <a:gd name="connsiteX39-6631" fmla="*/ 6912 w 10000"/>
              <a:gd name="connsiteY39-6632" fmla="*/ 6957 h 10000"/>
              <a:gd name="connsiteX40-6633" fmla="*/ 6729 w 10000"/>
              <a:gd name="connsiteY40-6634" fmla="*/ 7347 h 10000"/>
              <a:gd name="connsiteX41-6635" fmla="*/ 6545 w 10000"/>
              <a:gd name="connsiteY41-6636" fmla="*/ 7737 h 10000"/>
              <a:gd name="connsiteX42-6637" fmla="*/ 6326 w 10000"/>
              <a:gd name="connsiteY42-6638" fmla="*/ 8033 h 10000"/>
              <a:gd name="connsiteX43-6639" fmla="*/ 6326 w 10000"/>
              <a:gd name="connsiteY43-6640" fmla="*/ 8237 h 10000"/>
              <a:gd name="connsiteX44-6641" fmla="*/ 6144 w 10000"/>
              <a:gd name="connsiteY44-6642" fmla="*/ 8534 h 10000"/>
              <a:gd name="connsiteX45-6643" fmla="*/ 5965 w 10000"/>
              <a:gd name="connsiteY45-6644" fmla="*/ 8720 h 10000"/>
              <a:gd name="connsiteX46-6645" fmla="*/ 5564 w 10000"/>
              <a:gd name="connsiteY46-6646" fmla="*/ 9017 h 10000"/>
              <a:gd name="connsiteX47-6647" fmla="*/ 5198 w 10000"/>
              <a:gd name="connsiteY47-6648" fmla="*/ 9314 h 10000"/>
              <a:gd name="connsiteX48-6649" fmla="*/ 4798 w 10000"/>
              <a:gd name="connsiteY48-6650" fmla="*/ 9610 h 10000"/>
              <a:gd name="connsiteX49-6651" fmla="*/ 4436 w 10000"/>
              <a:gd name="connsiteY49-6652" fmla="*/ 9703 h 10000"/>
              <a:gd name="connsiteX50-6653" fmla="*/ 4034 w 10000"/>
              <a:gd name="connsiteY50-6654" fmla="*/ 9889 h 10000"/>
              <a:gd name="connsiteX51-6655" fmla="*/ 3633 w 10000"/>
              <a:gd name="connsiteY51-6656" fmla="*/ 10000 h 10000"/>
              <a:gd name="connsiteX52-6657" fmla="*/ 3271 w 10000"/>
              <a:gd name="connsiteY52-6658" fmla="*/ 10000 h 10000"/>
              <a:gd name="connsiteX53-6659" fmla="*/ 2871 w 10000"/>
              <a:gd name="connsiteY53-6660" fmla="*/ 10000 h 10000"/>
              <a:gd name="connsiteX54-6661" fmla="*/ 2871 w 10000"/>
              <a:gd name="connsiteY54-6662" fmla="*/ 9889 h 10000"/>
              <a:gd name="connsiteX55-6663" fmla="*/ 2686 w 10000"/>
              <a:gd name="connsiteY55-6664" fmla="*/ 9889 h 10000"/>
              <a:gd name="connsiteX56-6665" fmla="*/ 2686 w 10000"/>
              <a:gd name="connsiteY56-6666" fmla="*/ 9796 h 10000"/>
              <a:gd name="connsiteX57-6667" fmla="*/ 2686 w 10000"/>
              <a:gd name="connsiteY57-6668" fmla="*/ 9610 h 10000"/>
              <a:gd name="connsiteX58-6669" fmla="*/ 2686 w 10000"/>
              <a:gd name="connsiteY58-6670" fmla="*/ 9499 h 10000"/>
              <a:gd name="connsiteX59-6671" fmla="*/ 2686 w 10000"/>
              <a:gd name="connsiteY59-6672" fmla="*/ 9406 h 10000"/>
              <a:gd name="connsiteX60-6673" fmla="*/ 2686 w 10000"/>
              <a:gd name="connsiteY60-6674" fmla="*/ 9202 h 10000"/>
              <a:gd name="connsiteX61-6675" fmla="*/ 2686 w 10000"/>
              <a:gd name="connsiteY61-6676" fmla="*/ 9017 h 10000"/>
              <a:gd name="connsiteX62-6677" fmla="*/ 2508 w 10000"/>
              <a:gd name="connsiteY62-6678" fmla="*/ 8813 h 10000"/>
              <a:gd name="connsiteX63-6679" fmla="*/ 2290 w 10000"/>
              <a:gd name="connsiteY63-6680" fmla="*/ 8534 h 10000"/>
              <a:gd name="connsiteX64-6681" fmla="*/ 1926 w 10000"/>
              <a:gd name="connsiteY64-6682" fmla="*/ 8126 h 10000"/>
              <a:gd name="connsiteX65-6683" fmla="*/ 1744 w 10000"/>
              <a:gd name="connsiteY65-6684" fmla="*/ 7737 h 10000"/>
              <a:gd name="connsiteX66-6685" fmla="*/ 1163 w 10000"/>
              <a:gd name="connsiteY66-6686" fmla="*/ 7347 h 10000"/>
              <a:gd name="connsiteX67-6687" fmla="*/ 765 w 10000"/>
              <a:gd name="connsiteY67-6688" fmla="*/ 6753 h 10000"/>
              <a:gd name="connsiteX68-6689" fmla="*/ 1163 w 10000"/>
              <a:gd name="connsiteY68-6690" fmla="*/ 6957 h 10000"/>
              <a:gd name="connsiteX69-6691" fmla="*/ 1744 w 10000"/>
              <a:gd name="connsiteY69-6692" fmla="*/ 7161 h 10000"/>
              <a:gd name="connsiteX70-6693" fmla="*/ 2107 w 10000"/>
              <a:gd name="connsiteY70-6694" fmla="*/ 7347 h 10000"/>
              <a:gd name="connsiteX71-6695" fmla="*/ 2508 w 10000"/>
              <a:gd name="connsiteY71-6696" fmla="*/ 7440 h 10000"/>
              <a:gd name="connsiteX72-6697" fmla="*/ 2871 w 10000"/>
              <a:gd name="connsiteY72-6698" fmla="*/ 7551 h 10000"/>
              <a:gd name="connsiteX73-6699" fmla="*/ 3094 w 10000"/>
              <a:gd name="connsiteY73-6700" fmla="*/ 7551 h 10000"/>
              <a:gd name="connsiteX74-6701" fmla="*/ 3271 w 10000"/>
              <a:gd name="connsiteY74-6702" fmla="*/ 7644 h 10000"/>
              <a:gd name="connsiteX75-6703" fmla="*/ 3455 w 10000"/>
              <a:gd name="connsiteY75-6704" fmla="*/ 7644 h 10000"/>
              <a:gd name="connsiteX76-6705" fmla="*/ 3633 w 10000"/>
              <a:gd name="connsiteY76-6706" fmla="*/ 7644 h 10000"/>
              <a:gd name="connsiteX77-6707" fmla="*/ 3853 w 10000"/>
              <a:gd name="connsiteY77-6708" fmla="*/ 7644 h 10000"/>
              <a:gd name="connsiteX78-6709" fmla="*/ 4034 w 10000"/>
              <a:gd name="connsiteY78-6710" fmla="*/ 7551 h 10000"/>
              <a:gd name="connsiteX79-6711" fmla="*/ 4220 w 10000"/>
              <a:gd name="connsiteY79-6712" fmla="*/ 7440 h 10000"/>
              <a:gd name="connsiteX80-6713" fmla="*/ 4220 w 10000"/>
              <a:gd name="connsiteY80-6714" fmla="*/ 7347 h 10000"/>
              <a:gd name="connsiteX81-6715" fmla="*/ 4436 w 10000"/>
              <a:gd name="connsiteY81-6716" fmla="*/ 7254 h 10000"/>
              <a:gd name="connsiteX82-6717" fmla="*/ 4615 w 10000"/>
              <a:gd name="connsiteY82-6718" fmla="*/ 7050 h 10000"/>
              <a:gd name="connsiteX83-6719" fmla="*/ 4615 w 10000"/>
              <a:gd name="connsiteY83-6720" fmla="*/ 6865 h 10000"/>
              <a:gd name="connsiteX84-6721" fmla="*/ 4798 w 10000"/>
              <a:gd name="connsiteY84-6722" fmla="*/ 6660 h 10000"/>
              <a:gd name="connsiteX85-6723" fmla="*/ 4980 w 10000"/>
              <a:gd name="connsiteY85-6724" fmla="*/ 6364 h 10000"/>
              <a:gd name="connsiteX86-6725" fmla="*/ 5198 w 10000"/>
              <a:gd name="connsiteY86-6726" fmla="*/ 6067 h 10000"/>
              <a:gd name="connsiteX87-6727" fmla="*/ 5198 w 10000"/>
              <a:gd name="connsiteY87-6728" fmla="*/ 5677 h 10000"/>
              <a:gd name="connsiteX88-6729" fmla="*/ 5564 w 10000"/>
              <a:gd name="connsiteY88-6730" fmla="*/ 4991 h 10000"/>
              <a:gd name="connsiteX89-6731" fmla="*/ 5787 w 10000"/>
              <a:gd name="connsiteY89-6732" fmla="*/ 4212 h 10000"/>
              <a:gd name="connsiteX90-6733" fmla="*/ 5787 w 10000"/>
              <a:gd name="connsiteY90-6734" fmla="*/ 3525 h 10000"/>
              <a:gd name="connsiteX91-6735" fmla="*/ 5965 w 10000"/>
              <a:gd name="connsiteY91-6736" fmla="*/ 2839 h 10000"/>
              <a:gd name="connsiteX92-6737" fmla="*/ 5965 w 10000"/>
              <a:gd name="connsiteY92-6738" fmla="*/ 2542 h 10000"/>
              <a:gd name="connsiteX93-6739" fmla="*/ 5965 w 10000"/>
              <a:gd name="connsiteY93-6740" fmla="*/ 2263 h 10000"/>
              <a:gd name="connsiteX94-6741" fmla="*/ 5965 w 10000"/>
              <a:gd name="connsiteY94-6742" fmla="*/ 2059 h 10000"/>
              <a:gd name="connsiteX95-6743" fmla="*/ 5965 w 10000"/>
              <a:gd name="connsiteY95-6744" fmla="*/ 1855 h 10000"/>
              <a:gd name="connsiteX96-6745" fmla="*/ 5965 w 10000"/>
              <a:gd name="connsiteY96-6746" fmla="*/ 1670 h 10000"/>
              <a:gd name="connsiteX97-6747" fmla="*/ 5965 w 10000"/>
              <a:gd name="connsiteY97-6748" fmla="*/ 1577 h 10000"/>
              <a:gd name="connsiteX98-6749" fmla="*/ 5787 w 10000"/>
              <a:gd name="connsiteY98-6750" fmla="*/ 1466 h 10000"/>
              <a:gd name="connsiteX99-6751" fmla="*/ 5787 w 10000"/>
              <a:gd name="connsiteY99-6752" fmla="*/ 1373 h 10000"/>
              <a:gd name="connsiteX100-6753" fmla="*/ 5787 w 10000"/>
              <a:gd name="connsiteY100-6754" fmla="*/ 1280 h 10000"/>
              <a:gd name="connsiteX101-6755" fmla="*/ 5564 w 10000"/>
              <a:gd name="connsiteY101-6756" fmla="*/ 1280 h 10000"/>
              <a:gd name="connsiteX102-6757" fmla="*/ 5387 w 10000"/>
              <a:gd name="connsiteY102-6758" fmla="*/ 1169 h 10000"/>
              <a:gd name="connsiteX103-6759" fmla="*/ 5387 w 10000"/>
              <a:gd name="connsiteY103-6760" fmla="*/ 1169 h 10000"/>
              <a:gd name="connsiteX104-6761" fmla="*/ 4980 w 10000"/>
              <a:gd name="connsiteY104-6762" fmla="*/ 1169 h 10000"/>
              <a:gd name="connsiteX105-6763" fmla="*/ 4798 w 10000"/>
              <a:gd name="connsiteY105-6764" fmla="*/ 1169 h 10000"/>
              <a:gd name="connsiteX106-6765" fmla="*/ 4615 w 10000"/>
              <a:gd name="connsiteY106-6766" fmla="*/ 1169 h 10000"/>
              <a:gd name="connsiteX107-6767" fmla="*/ 4220 w 10000"/>
              <a:gd name="connsiteY107-6768" fmla="*/ 1169 h 10000"/>
              <a:gd name="connsiteX108-6769" fmla="*/ 3853 w 10000"/>
              <a:gd name="connsiteY108-6770" fmla="*/ 1169 h 10000"/>
              <a:gd name="connsiteX109-6771" fmla="*/ 3271 w 10000"/>
              <a:gd name="connsiteY109-6772" fmla="*/ 1169 h 10000"/>
              <a:gd name="connsiteX110-6773" fmla="*/ 2871 w 10000"/>
              <a:gd name="connsiteY110-6774" fmla="*/ 1169 h 10000"/>
              <a:gd name="connsiteX111-6775" fmla="*/ 2290 w 10000"/>
              <a:gd name="connsiteY111-6776" fmla="*/ 1169 h 10000"/>
              <a:gd name="connsiteX112-6777" fmla="*/ 1528 w 10000"/>
              <a:gd name="connsiteY112-6778" fmla="*/ 1169 h 10000"/>
              <a:gd name="connsiteX113-6779" fmla="*/ 0 w 10000"/>
              <a:gd name="connsiteY113-6780" fmla="*/ 686 h 10000"/>
              <a:gd name="connsiteX114-6781" fmla="*/ 581 w 10000"/>
              <a:gd name="connsiteY114-6782" fmla="*/ 686 h 10000"/>
              <a:gd name="connsiteX115-6783" fmla="*/ 1528 w 10000"/>
              <a:gd name="connsiteY115-6784" fmla="*/ 594 h 10000"/>
              <a:gd name="connsiteX116-6785" fmla="*/ 2508 w 10000"/>
              <a:gd name="connsiteY116-6786" fmla="*/ 594 h 10000"/>
              <a:gd name="connsiteX117-6787" fmla="*/ 3271 w 10000"/>
              <a:gd name="connsiteY117-6788" fmla="*/ 482 h 10000"/>
              <a:gd name="connsiteX118-6789" fmla="*/ 4034 w 10000"/>
              <a:gd name="connsiteY118-6790" fmla="*/ 482 h 10000"/>
              <a:gd name="connsiteX119-6791" fmla="*/ 4436 w 10000"/>
              <a:gd name="connsiteY119-6792" fmla="*/ 390 h 10000"/>
              <a:gd name="connsiteX120-6793" fmla="*/ 4798 w 10000"/>
              <a:gd name="connsiteY120-6794" fmla="*/ 297 h 10000"/>
              <a:gd name="connsiteX121-6795" fmla="*/ 5198 w 10000"/>
              <a:gd name="connsiteY121-6796" fmla="*/ 297 h 10000"/>
              <a:gd name="connsiteX122-6797" fmla="*/ 5198 w 10000"/>
              <a:gd name="connsiteY122-6798" fmla="*/ 204 h 10000"/>
              <a:gd name="connsiteX123-6799" fmla="*/ 5198 w 10000"/>
              <a:gd name="connsiteY123-6800" fmla="*/ 204 h 10000"/>
              <a:gd name="connsiteX0-6801" fmla="*/ 4617 w 9419"/>
              <a:gd name="connsiteY0-6802" fmla="*/ 204 h 10000"/>
              <a:gd name="connsiteX1-6803" fmla="*/ 4806 w 9419"/>
              <a:gd name="connsiteY1-6804" fmla="*/ 93 h 10000"/>
              <a:gd name="connsiteX2-6805" fmla="*/ 5206 w 9419"/>
              <a:gd name="connsiteY2-6806" fmla="*/ 93 h 10000"/>
              <a:gd name="connsiteX3-6807" fmla="*/ 5384 w 9419"/>
              <a:gd name="connsiteY3-6808" fmla="*/ 0 h 10000"/>
              <a:gd name="connsiteX4-6809" fmla="*/ 5563 w 9419"/>
              <a:gd name="connsiteY4-6810" fmla="*/ 0 h 10000"/>
              <a:gd name="connsiteX5-6811" fmla="*/ 5964 w 9419"/>
              <a:gd name="connsiteY5-6812" fmla="*/ 93 h 10000"/>
              <a:gd name="connsiteX6-6813" fmla="*/ 6547 w 9419"/>
              <a:gd name="connsiteY6-6814" fmla="*/ 204 h 10000"/>
              <a:gd name="connsiteX7-6815" fmla="*/ 6727 w 9419"/>
              <a:gd name="connsiteY7-6816" fmla="*/ 297 h 10000"/>
              <a:gd name="connsiteX8-6817" fmla="*/ 7090 w 9419"/>
              <a:gd name="connsiteY8-6818" fmla="*/ 482 h 10000"/>
              <a:gd name="connsiteX9-6819" fmla="*/ 7305 w 9419"/>
              <a:gd name="connsiteY9-6820" fmla="*/ 594 h 10000"/>
              <a:gd name="connsiteX10-6821" fmla="*/ 7677 w 9419"/>
              <a:gd name="connsiteY10-6822" fmla="*/ 686 h 10000"/>
              <a:gd name="connsiteX11-6823" fmla="*/ 8074 w 9419"/>
              <a:gd name="connsiteY11-6824" fmla="*/ 891 h 10000"/>
              <a:gd name="connsiteX12-6825" fmla="*/ 8435 w 9419"/>
              <a:gd name="connsiteY12-6826" fmla="*/ 983 h 10000"/>
              <a:gd name="connsiteX13-6827" fmla="*/ 8655 w 9419"/>
              <a:gd name="connsiteY13-6828" fmla="*/ 1169 h 10000"/>
              <a:gd name="connsiteX14-6829" fmla="*/ 9020 w 9419"/>
              <a:gd name="connsiteY14-6830" fmla="*/ 1280 h 10000"/>
              <a:gd name="connsiteX15-6831" fmla="*/ 9200 w 9419"/>
              <a:gd name="connsiteY15-6832" fmla="*/ 1373 h 10000"/>
              <a:gd name="connsiteX16-6833" fmla="*/ 9200 w 9419"/>
              <a:gd name="connsiteY16-6834" fmla="*/ 1466 h 10000"/>
              <a:gd name="connsiteX17-6835" fmla="*/ 9419 w 9419"/>
              <a:gd name="connsiteY17-6836" fmla="*/ 1466 h 10000"/>
              <a:gd name="connsiteX18-6837" fmla="*/ 9419 w 9419"/>
              <a:gd name="connsiteY18-6838" fmla="*/ 1577 h 10000"/>
              <a:gd name="connsiteX19-6839" fmla="*/ 9419 w 9419"/>
              <a:gd name="connsiteY19-6840" fmla="*/ 1670 h 10000"/>
              <a:gd name="connsiteX20-6841" fmla="*/ 9200 w 9419"/>
              <a:gd name="connsiteY20-6842" fmla="*/ 1763 h 10000"/>
              <a:gd name="connsiteX21-6843" fmla="*/ 9020 w 9419"/>
              <a:gd name="connsiteY21-6844" fmla="*/ 1763 h 10000"/>
              <a:gd name="connsiteX22-6845" fmla="*/ 8838 w 9419"/>
              <a:gd name="connsiteY22-6846" fmla="*/ 1855 h 10000"/>
              <a:gd name="connsiteX23-6847" fmla="*/ 8655 w 9419"/>
              <a:gd name="connsiteY23-6848" fmla="*/ 1855 h 10000"/>
              <a:gd name="connsiteX24-6849" fmla="*/ 8655 w 9419"/>
              <a:gd name="connsiteY24-6850" fmla="*/ 1967 h 10000"/>
              <a:gd name="connsiteX25-6851" fmla="*/ 8435 w 9419"/>
              <a:gd name="connsiteY25-6852" fmla="*/ 2059 h 10000"/>
              <a:gd name="connsiteX26-6853" fmla="*/ 8256 w 9419"/>
              <a:gd name="connsiteY26-6854" fmla="*/ 2263 h 10000"/>
              <a:gd name="connsiteX27-6855" fmla="*/ 8256 w 9419"/>
              <a:gd name="connsiteY27-6856" fmla="*/ 2449 h 10000"/>
              <a:gd name="connsiteX28-6857" fmla="*/ 8074 w 9419"/>
              <a:gd name="connsiteY28-6858" fmla="*/ 2653 h 10000"/>
              <a:gd name="connsiteX29-6859" fmla="*/ 8074 w 9419"/>
              <a:gd name="connsiteY29-6860" fmla="*/ 2950 h 10000"/>
              <a:gd name="connsiteX30-6861" fmla="*/ 8074 w 9419"/>
              <a:gd name="connsiteY30-6862" fmla="*/ 3135 h 10000"/>
              <a:gd name="connsiteX31-6863" fmla="*/ 7854 w 9419"/>
              <a:gd name="connsiteY31-6864" fmla="*/ 3432 h 10000"/>
              <a:gd name="connsiteX32-6865" fmla="*/ 7854 w 9419"/>
              <a:gd name="connsiteY32-6866" fmla="*/ 3822 h 10000"/>
              <a:gd name="connsiteX33-6867" fmla="*/ 7677 w 9419"/>
              <a:gd name="connsiteY33-6868" fmla="*/ 4119 h 10000"/>
              <a:gd name="connsiteX34-6869" fmla="*/ 7492 w 9419"/>
              <a:gd name="connsiteY34-6870" fmla="*/ 4508 h 10000"/>
              <a:gd name="connsiteX35-6871" fmla="*/ 7305 w 9419"/>
              <a:gd name="connsiteY35-6872" fmla="*/ 4898 h 10000"/>
              <a:gd name="connsiteX36-6873" fmla="*/ 7090 w 9419"/>
              <a:gd name="connsiteY36-6874" fmla="*/ 5288 h 10000"/>
              <a:gd name="connsiteX37-6875" fmla="*/ 6727 w 9419"/>
              <a:gd name="connsiteY37-6876" fmla="*/ 6178 h 10000"/>
              <a:gd name="connsiteX38-6877" fmla="*/ 6547 w 9419"/>
              <a:gd name="connsiteY38-6878" fmla="*/ 6568 h 10000"/>
              <a:gd name="connsiteX39-6879" fmla="*/ 6331 w 9419"/>
              <a:gd name="connsiteY39-6880" fmla="*/ 6957 h 10000"/>
              <a:gd name="connsiteX40-6881" fmla="*/ 6148 w 9419"/>
              <a:gd name="connsiteY40-6882" fmla="*/ 7347 h 10000"/>
              <a:gd name="connsiteX41-6883" fmla="*/ 5964 w 9419"/>
              <a:gd name="connsiteY41-6884" fmla="*/ 7737 h 10000"/>
              <a:gd name="connsiteX42-6885" fmla="*/ 5745 w 9419"/>
              <a:gd name="connsiteY42-6886" fmla="*/ 8033 h 10000"/>
              <a:gd name="connsiteX43-6887" fmla="*/ 5745 w 9419"/>
              <a:gd name="connsiteY43-6888" fmla="*/ 8237 h 10000"/>
              <a:gd name="connsiteX44-6889" fmla="*/ 5563 w 9419"/>
              <a:gd name="connsiteY44-6890" fmla="*/ 8534 h 10000"/>
              <a:gd name="connsiteX45-6891" fmla="*/ 5384 w 9419"/>
              <a:gd name="connsiteY45-6892" fmla="*/ 8720 h 10000"/>
              <a:gd name="connsiteX46-6893" fmla="*/ 4983 w 9419"/>
              <a:gd name="connsiteY46-6894" fmla="*/ 9017 h 10000"/>
              <a:gd name="connsiteX47-6895" fmla="*/ 4617 w 9419"/>
              <a:gd name="connsiteY47-6896" fmla="*/ 9314 h 10000"/>
              <a:gd name="connsiteX48-6897" fmla="*/ 4217 w 9419"/>
              <a:gd name="connsiteY48-6898" fmla="*/ 9610 h 10000"/>
              <a:gd name="connsiteX49-6899" fmla="*/ 3855 w 9419"/>
              <a:gd name="connsiteY49-6900" fmla="*/ 9703 h 10000"/>
              <a:gd name="connsiteX50-6901" fmla="*/ 3453 w 9419"/>
              <a:gd name="connsiteY50-6902" fmla="*/ 9889 h 10000"/>
              <a:gd name="connsiteX51-6903" fmla="*/ 3052 w 9419"/>
              <a:gd name="connsiteY51-6904" fmla="*/ 10000 h 10000"/>
              <a:gd name="connsiteX52-6905" fmla="*/ 2690 w 9419"/>
              <a:gd name="connsiteY52-6906" fmla="*/ 10000 h 10000"/>
              <a:gd name="connsiteX53-6907" fmla="*/ 2290 w 9419"/>
              <a:gd name="connsiteY53-6908" fmla="*/ 10000 h 10000"/>
              <a:gd name="connsiteX54-6909" fmla="*/ 2290 w 9419"/>
              <a:gd name="connsiteY54-6910" fmla="*/ 9889 h 10000"/>
              <a:gd name="connsiteX55-6911" fmla="*/ 2105 w 9419"/>
              <a:gd name="connsiteY55-6912" fmla="*/ 9889 h 10000"/>
              <a:gd name="connsiteX56-6913" fmla="*/ 2105 w 9419"/>
              <a:gd name="connsiteY56-6914" fmla="*/ 9796 h 10000"/>
              <a:gd name="connsiteX57-6915" fmla="*/ 2105 w 9419"/>
              <a:gd name="connsiteY57-6916" fmla="*/ 9610 h 10000"/>
              <a:gd name="connsiteX58-6917" fmla="*/ 2105 w 9419"/>
              <a:gd name="connsiteY58-6918" fmla="*/ 9499 h 10000"/>
              <a:gd name="connsiteX59-6919" fmla="*/ 2105 w 9419"/>
              <a:gd name="connsiteY59-6920" fmla="*/ 9406 h 10000"/>
              <a:gd name="connsiteX60-6921" fmla="*/ 2105 w 9419"/>
              <a:gd name="connsiteY60-6922" fmla="*/ 9202 h 10000"/>
              <a:gd name="connsiteX61-6923" fmla="*/ 2105 w 9419"/>
              <a:gd name="connsiteY61-6924" fmla="*/ 9017 h 10000"/>
              <a:gd name="connsiteX62-6925" fmla="*/ 1927 w 9419"/>
              <a:gd name="connsiteY62-6926" fmla="*/ 8813 h 10000"/>
              <a:gd name="connsiteX63-6927" fmla="*/ 1709 w 9419"/>
              <a:gd name="connsiteY63-6928" fmla="*/ 8534 h 10000"/>
              <a:gd name="connsiteX64-6929" fmla="*/ 1345 w 9419"/>
              <a:gd name="connsiteY64-6930" fmla="*/ 8126 h 10000"/>
              <a:gd name="connsiteX65-6931" fmla="*/ 1163 w 9419"/>
              <a:gd name="connsiteY65-6932" fmla="*/ 7737 h 10000"/>
              <a:gd name="connsiteX66-6933" fmla="*/ 582 w 9419"/>
              <a:gd name="connsiteY66-6934" fmla="*/ 7347 h 10000"/>
              <a:gd name="connsiteX67-6935" fmla="*/ 184 w 9419"/>
              <a:gd name="connsiteY67-6936" fmla="*/ 6753 h 10000"/>
              <a:gd name="connsiteX68-6937" fmla="*/ 582 w 9419"/>
              <a:gd name="connsiteY68-6938" fmla="*/ 6957 h 10000"/>
              <a:gd name="connsiteX69-6939" fmla="*/ 1163 w 9419"/>
              <a:gd name="connsiteY69-6940" fmla="*/ 7161 h 10000"/>
              <a:gd name="connsiteX70-6941" fmla="*/ 1526 w 9419"/>
              <a:gd name="connsiteY70-6942" fmla="*/ 7347 h 10000"/>
              <a:gd name="connsiteX71-6943" fmla="*/ 1927 w 9419"/>
              <a:gd name="connsiteY71-6944" fmla="*/ 7440 h 10000"/>
              <a:gd name="connsiteX72-6945" fmla="*/ 2290 w 9419"/>
              <a:gd name="connsiteY72-6946" fmla="*/ 7551 h 10000"/>
              <a:gd name="connsiteX73-6947" fmla="*/ 2513 w 9419"/>
              <a:gd name="connsiteY73-6948" fmla="*/ 7551 h 10000"/>
              <a:gd name="connsiteX74-6949" fmla="*/ 2690 w 9419"/>
              <a:gd name="connsiteY74-6950" fmla="*/ 7644 h 10000"/>
              <a:gd name="connsiteX75-6951" fmla="*/ 2874 w 9419"/>
              <a:gd name="connsiteY75-6952" fmla="*/ 7644 h 10000"/>
              <a:gd name="connsiteX76-6953" fmla="*/ 3052 w 9419"/>
              <a:gd name="connsiteY76-6954" fmla="*/ 7644 h 10000"/>
              <a:gd name="connsiteX77-6955" fmla="*/ 3272 w 9419"/>
              <a:gd name="connsiteY77-6956" fmla="*/ 7644 h 10000"/>
              <a:gd name="connsiteX78-6957" fmla="*/ 3453 w 9419"/>
              <a:gd name="connsiteY78-6958" fmla="*/ 7551 h 10000"/>
              <a:gd name="connsiteX79-6959" fmla="*/ 3639 w 9419"/>
              <a:gd name="connsiteY79-6960" fmla="*/ 7440 h 10000"/>
              <a:gd name="connsiteX80-6961" fmla="*/ 3639 w 9419"/>
              <a:gd name="connsiteY80-6962" fmla="*/ 7347 h 10000"/>
              <a:gd name="connsiteX81-6963" fmla="*/ 3855 w 9419"/>
              <a:gd name="connsiteY81-6964" fmla="*/ 7254 h 10000"/>
              <a:gd name="connsiteX82-6965" fmla="*/ 4034 w 9419"/>
              <a:gd name="connsiteY82-6966" fmla="*/ 7050 h 10000"/>
              <a:gd name="connsiteX83-6967" fmla="*/ 4034 w 9419"/>
              <a:gd name="connsiteY83-6968" fmla="*/ 6865 h 10000"/>
              <a:gd name="connsiteX84-6969" fmla="*/ 4217 w 9419"/>
              <a:gd name="connsiteY84-6970" fmla="*/ 6660 h 10000"/>
              <a:gd name="connsiteX85-6971" fmla="*/ 4399 w 9419"/>
              <a:gd name="connsiteY85-6972" fmla="*/ 6364 h 10000"/>
              <a:gd name="connsiteX86-6973" fmla="*/ 4617 w 9419"/>
              <a:gd name="connsiteY86-6974" fmla="*/ 6067 h 10000"/>
              <a:gd name="connsiteX87-6975" fmla="*/ 4617 w 9419"/>
              <a:gd name="connsiteY87-6976" fmla="*/ 5677 h 10000"/>
              <a:gd name="connsiteX88-6977" fmla="*/ 4983 w 9419"/>
              <a:gd name="connsiteY88-6978" fmla="*/ 4991 h 10000"/>
              <a:gd name="connsiteX89-6979" fmla="*/ 5206 w 9419"/>
              <a:gd name="connsiteY89-6980" fmla="*/ 4212 h 10000"/>
              <a:gd name="connsiteX90-6981" fmla="*/ 5206 w 9419"/>
              <a:gd name="connsiteY90-6982" fmla="*/ 3525 h 10000"/>
              <a:gd name="connsiteX91-6983" fmla="*/ 5384 w 9419"/>
              <a:gd name="connsiteY91-6984" fmla="*/ 2839 h 10000"/>
              <a:gd name="connsiteX92-6985" fmla="*/ 5384 w 9419"/>
              <a:gd name="connsiteY92-6986" fmla="*/ 2542 h 10000"/>
              <a:gd name="connsiteX93-6987" fmla="*/ 5384 w 9419"/>
              <a:gd name="connsiteY93-6988" fmla="*/ 2263 h 10000"/>
              <a:gd name="connsiteX94-6989" fmla="*/ 5384 w 9419"/>
              <a:gd name="connsiteY94-6990" fmla="*/ 2059 h 10000"/>
              <a:gd name="connsiteX95-6991" fmla="*/ 5384 w 9419"/>
              <a:gd name="connsiteY95-6992" fmla="*/ 1855 h 10000"/>
              <a:gd name="connsiteX96-6993" fmla="*/ 5384 w 9419"/>
              <a:gd name="connsiteY96-6994" fmla="*/ 1670 h 10000"/>
              <a:gd name="connsiteX97-6995" fmla="*/ 5384 w 9419"/>
              <a:gd name="connsiteY97-6996" fmla="*/ 1577 h 10000"/>
              <a:gd name="connsiteX98-6997" fmla="*/ 5206 w 9419"/>
              <a:gd name="connsiteY98-6998" fmla="*/ 1466 h 10000"/>
              <a:gd name="connsiteX99-6999" fmla="*/ 5206 w 9419"/>
              <a:gd name="connsiteY99-7000" fmla="*/ 1373 h 10000"/>
              <a:gd name="connsiteX100-7001" fmla="*/ 5206 w 9419"/>
              <a:gd name="connsiteY100-7002" fmla="*/ 1280 h 10000"/>
              <a:gd name="connsiteX101-7003" fmla="*/ 4983 w 9419"/>
              <a:gd name="connsiteY101-7004" fmla="*/ 1280 h 10000"/>
              <a:gd name="connsiteX102-7005" fmla="*/ 4806 w 9419"/>
              <a:gd name="connsiteY102-7006" fmla="*/ 1169 h 10000"/>
              <a:gd name="connsiteX103-7007" fmla="*/ 4806 w 9419"/>
              <a:gd name="connsiteY103-7008" fmla="*/ 1169 h 10000"/>
              <a:gd name="connsiteX104-7009" fmla="*/ 4399 w 9419"/>
              <a:gd name="connsiteY104-7010" fmla="*/ 1169 h 10000"/>
              <a:gd name="connsiteX105-7011" fmla="*/ 4217 w 9419"/>
              <a:gd name="connsiteY105-7012" fmla="*/ 1169 h 10000"/>
              <a:gd name="connsiteX106-7013" fmla="*/ 4034 w 9419"/>
              <a:gd name="connsiteY106-7014" fmla="*/ 1169 h 10000"/>
              <a:gd name="connsiteX107-7015" fmla="*/ 3639 w 9419"/>
              <a:gd name="connsiteY107-7016" fmla="*/ 1169 h 10000"/>
              <a:gd name="connsiteX108-7017" fmla="*/ 3272 w 9419"/>
              <a:gd name="connsiteY108-7018" fmla="*/ 1169 h 10000"/>
              <a:gd name="connsiteX109-7019" fmla="*/ 2690 w 9419"/>
              <a:gd name="connsiteY109-7020" fmla="*/ 1169 h 10000"/>
              <a:gd name="connsiteX110-7021" fmla="*/ 2290 w 9419"/>
              <a:gd name="connsiteY110-7022" fmla="*/ 1169 h 10000"/>
              <a:gd name="connsiteX111-7023" fmla="*/ 1709 w 9419"/>
              <a:gd name="connsiteY111-7024" fmla="*/ 1169 h 10000"/>
              <a:gd name="connsiteX112-7025" fmla="*/ 947 w 9419"/>
              <a:gd name="connsiteY112-7026" fmla="*/ 1169 h 10000"/>
              <a:gd name="connsiteX113-7027" fmla="*/ 0 w 9419"/>
              <a:gd name="connsiteY113-7028" fmla="*/ 686 h 10000"/>
              <a:gd name="connsiteX114-7029" fmla="*/ 947 w 9419"/>
              <a:gd name="connsiteY114-7030" fmla="*/ 594 h 10000"/>
              <a:gd name="connsiteX115-7031" fmla="*/ 1927 w 9419"/>
              <a:gd name="connsiteY115-7032" fmla="*/ 594 h 10000"/>
              <a:gd name="connsiteX116-7033" fmla="*/ 2690 w 9419"/>
              <a:gd name="connsiteY116-7034" fmla="*/ 482 h 10000"/>
              <a:gd name="connsiteX117-7035" fmla="*/ 3453 w 9419"/>
              <a:gd name="connsiteY117-7036" fmla="*/ 482 h 10000"/>
              <a:gd name="connsiteX118-7037" fmla="*/ 3855 w 9419"/>
              <a:gd name="connsiteY118-7038" fmla="*/ 390 h 10000"/>
              <a:gd name="connsiteX119-7039" fmla="*/ 4217 w 9419"/>
              <a:gd name="connsiteY119-7040" fmla="*/ 297 h 10000"/>
              <a:gd name="connsiteX120-7041" fmla="*/ 4617 w 9419"/>
              <a:gd name="connsiteY120-7042" fmla="*/ 297 h 10000"/>
              <a:gd name="connsiteX121-7043" fmla="*/ 4617 w 9419"/>
              <a:gd name="connsiteY121-7044" fmla="*/ 204 h 10000"/>
              <a:gd name="connsiteX122-7045" fmla="*/ 4617 w 9419"/>
              <a:gd name="connsiteY122-7046" fmla="*/ 204 h 10000"/>
              <a:gd name="connsiteX0-7047" fmla="*/ 4707 w 9805"/>
              <a:gd name="connsiteY0-7048" fmla="*/ 204 h 10000"/>
              <a:gd name="connsiteX1-7049" fmla="*/ 4907 w 9805"/>
              <a:gd name="connsiteY1-7050" fmla="*/ 93 h 10000"/>
              <a:gd name="connsiteX2-7051" fmla="*/ 5332 w 9805"/>
              <a:gd name="connsiteY2-7052" fmla="*/ 93 h 10000"/>
              <a:gd name="connsiteX3-7053" fmla="*/ 5521 w 9805"/>
              <a:gd name="connsiteY3-7054" fmla="*/ 0 h 10000"/>
              <a:gd name="connsiteX4-7055" fmla="*/ 5711 w 9805"/>
              <a:gd name="connsiteY4-7056" fmla="*/ 0 h 10000"/>
              <a:gd name="connsiteX5-7057" fmla="*/ 6137 w 9805"/>
              <a:gd name="connsiteY5-7058" fmla="*/ 93 h 10000"/>
              <a:gd name="connsiteX6-7059" fmla="*/ 6756 w 9805"/>
              <a:gd name="connsiteY6-7060" fmla="*/ 204 h 10000"/>
              <a:gd name="connsiteX7-7061" fmla="*/ 6947 w 9805"/>
              <a:gd name="connsiteY7-7062" fmla="*/ 297 h 10000"/>
              <a:gd name="connsiteX8-7063" fmla="*/ 7332 w 9805"/>
              <a:gd name="connsiteY8-7064" fmla="*/ 482 h 10000"/>
              <a:gd name="connsiteX9-7065" fmla="*/ 7561 w 9805"/>
              <a:gd name="connsiteY9-7066" fmla="*/ 594 h 10000"/>
              <a:gd name="connsiteX10-7067" fmla="*/ 7956 w 9805"/>
              <a:gd name="connsiteY10-7068" fmla="*/ 686 h 10000"/>
              <a:gd name="connsiteX11-7069" fmla="*/ 8377 w 9805"/>
              <a:gd name="connsiteY11-7070" fmla="*/ 891 h 10000"/>
              <a:gd name="connsiteX12-7071" fmla="*/ 8760 w 9805"/>
              <a:gd name="connsiteY12-7072" fmla="*/ 983 h 10000"/>
              <a:gd name="connsiteX13-7073" fmla="*/ 8994 w 9805"/>
              <a:gd name="connsiteY13-7074" fmla="*/ 1169 h 10000"/>
              <a:gd name="connsiteX14-7075" fmla="*/ 9381 w 9805"/>
              <a:gd name="connsiteY14-7076" fmla="*/ 1280 h 10000"/>
              <a:gd name="connsiteX15-7077" fmla="*/ 9572 w 9805"/>
              <a:gd name="connsiteY15-7078" fmla="*/ 1373 h 10000"/>
              <a:gd name="connsiteX16-7079" fmla="*/ 9572 w 9805"/>
              <a:gd name="connsiteY16-7080" fmla="*/ 1466 h 10000"/>
              <a:gd name="connsiteX17-7081" fmla="*/ 9805 w 9805"/>
              <a:gd name="connsiteY17-7082" fmla="*/ 1466 h 10000"/>
              <a:gd name="connsiteX18-7083" fmla="*/ 9805 w 9805"/>
              <a:gd name="connsiteY18-7084" fmla="*/ 1577 h 10000"/>
              <a:gd name="connsiteX19-7085" fmla="*/ 9805 w 9805"/>
              <a:gd name="connsiteY19-7086" fmla="*/ 1670 h 10000"/>
              <a:gd name="connsiteX20-7087" fmla="*/ 9572 w 9805"/>
              <a:gd name="connsiteY20-7088" fmla="*/ 1763 h 10000"/>
              <a:gd name="connsiteX21-7089" fmla="*/ 9381 w 9805"/>
              <a:gd name="connsiteY21-7090" fmla="*/ 1763 h 10000"/>
              <a:gd name="connsiteX22-7091" fmla="*/ 9188 w 9805"/>
              <a:gd name="connsiteY22-7092" fmla="*/ 1855 h 10000"/>
              <a:gd name="connsiteX23-7093" fmla="*/ 8994 w 9805"/>
              <a:gd name="connsiteY23-7094" fmla="*/ 1855 h 10000"/>
              <a:gd name="connsiteX24-7095" fmla="*/ 8994 w 9805"/>
              <a:gd name="connsiteY24-7096" fmla="*/ 1967 h 10000"/>
              <a:gd name="connsiteX25-7097" fmla="*/ 8760 w 9805"/>
              <a:gd name="connsiteY25-7098" fmla="*/ 2059 h 10000"/>
              <a:gd name="connsiteX26-7099" fmla="*/ 8570 w 9805"/>
              <a:gd name="connsiteY26-7100" fmla="*/ 2263 h 10000"/>
              <a:gd name="connsiteX27-7101" fmla="*/ 8570 w 9805"/>
              <a:gd name="connsiteY27-7102" fmla="*/ 2449 h 10000"/>
              <a:gd name="connsiteX28-7103" fmla="*/ 8377 w 9805"/>
              <a:gd name="connsiteY28-7104" fmla="*/ 2653 h 10000"/>
              <a:gd name="connsiteX29-7105" fmla="*/ 8377 w 9805"/>
              <a:gd name="connsiteY29-7106" fmla="*/ 2950 h 10000"/>
              <a:gd name="connsiteX30-7107" fmla="*/ 8377 w 9805"/>
              <a:gd name="connsiteY30-7108" fmla="*/ 3135 h 10000"/>
              <a:gd name="connsiteX31-7109" fmla="*/ 8143 w 9805"/>
              <a:gd name="connsiteY31-7110" fmla="*/ 3432 h 10000"/>
              <a:gd name="connsiteX32-7111" fmla="*/ 8143 w 9805"/>
              <a:gd name="connsiteY32-7112" fmla="*/ 3822 h 10000"/>
              <a:gd name="connsiteX33-7113" fmla="*/ 7956 w 9805"/>
              <a:gd name="connsiteY33-7114" fmla="*/ 4119 h 10000"/>
              <a:gd name="connsiteX34-7115" fmla="*/ 7759 w 9805"/>
              <a:gd name="connsiteY34-7116" fmla="*/ 4508 h 10000"/>
              <a:gd name="connsiteX35-7117" fmla="*/ 7561 w 9805"/>
              <a:gd name="connsiteY35-7118" fmla="*/ 4898 h 10000"/>
              <a:gd name="connsiteX36-7119" fmla="*/ 7332 w 9805"/>
              <a:gd name="connsiteY36-7120" fmla="*/ 5288 h 10000"/>
              <a:gd name="connsiteX37-7121" fmla="*/ 6947 w 9805"/>
              <a:gd name="connsiteY37-7122" fmla="*/ 6178 h 10000"/>
              <a:gd name="connsiteX38-7123" fmla="*/ 6756 w 9805"/>
              <a:gd name="connsiteY38-7124" fmla="*/ 6568 h 10000"/>
              <a:gd name="connsiteX39-7125" fmla="*/ 6527 w 9805"/>
              <a:gd name="connsiteY39-7126" fmla="*/ 6957 h 10000"/>
              <a:gd name="connsiteX40-7127" fmla="*/ 6332 w 9805"/>
              <a:gd name="connsiteY40-7128" fmla="*/ 7347 h 10000"/>
              <a:gd name="connsiteX41-7129" fmla="*/ 6137 w 9805"/>
              <a:gd name="connsiteY41-7130" fmla="*/ 7737 h 10000"/>
              <a:gd name="connsiteX42-7131" fmla="*/ 5904 w 9805"/>
              <a:gd name="connsiteY42-7132" fmla="*/ 8033 h 10000"/>
              <a:gd name="connsiteX43-7133" fmla="*/ 5904 w 9805"/>
              <a:gd name="connsiteY43-7134" fmla="*/ 8237 h 10000"/>
              <a:gd name="connsiteX44-7135" fmla="*/ 5711 w 9805"/>
              <a:gd name="connsiteY44-7136" fmla="*/ 8534 h 10000"/>
              <a:gd name="connsiteX45-7137" fmla="*/ 5521 w 9805"/>
              <a:gd name="connsiteY45-7138" fmla="*/ 8720 h 10000"/>
              <a:gd name="connsiteX46-7139" fmla="*/ 5095 w 9805"/>
              <a:gd name="connsiteY46-7140" fmla="*/ 9017 h 10000"/>
              <a:gd name="connsiteX47-7141" fmla="*/ 4707 w 9805"/>
              <a:gd name="connsiteY47-7142" fmla="*/ 9314 h 10000"/>
              <a:gd name="connsiteX48-7143" fmla="*/ 4282 w 9805"/>
              <a:gd name="connsiteY48-7144" fmla="*/ 9610 h 10000"/>
              <a:gd name="connsiteX49-7145" fmla="*/ 3898 w 9805"/>
              <a:gd name="connsiteY49-7146" fmla="*/ 9703 h 10000"/>
              <a:gd name="connsiteX50-7147" fmla="*/ 3471 w 9805"/>
              <a:gd name="connsiteY50-7148" fmla="*/ 9889 h 10000"/>
              <a:gd name="connsiteX51-7149" fmla="*/ 3045 w 9805"/>
              <a:gd name="connsiteY51-7150" fmla="*/ 10000 h 10000"/>
              <a:gd name="connsiteX52-7151" fmla="*/ 2661 w 9805"/>
              <a:gd name="connsiteY52-7152" fmla="*/ 10000 h 10000"/>
              <a:gd name="connsiteX53-7153" fmla="*/ 2236 w 9805"/>
              <a:gd name="connsiteY53-7154" fmla="*/ 10000 h 10000"/>
              <a:gd name="connsiteX54-7155" fmla="*/ 2236 w 9805"/>
              <a:gd name="connsiteY54-7156" fmla="*/ 9889 h 10000"/>
              <a:gd name="connsiteX55-7157" fmla="*/ 2040 w 9805"/>
              <a:gd name="connsiteY55-7158" fmla="*/ 9889 h 10000"/>
              <a:gd name="connsiteX56-7159" fmla="*/ 2040 w 9805"/>
              <a:gd name="connsiteY56-7160" fmla="*/ 9796 h 10000"/>
              <a:gd name="connsiteX57-7161" fmla="*/ 2040 w 9805"/>
              <a:gd name="connsiteY57-7162" fmla="*/ 9610 h 10000"/>
              <a:gd name="connsiteX58-7163" fmla="*/ 2040 w 9805"/>
              <a:gd name="connsiteY58-7164" fmla="*/ 9499 h 10000"/>
              <a:gd name="connsiteX59-7165" fmla="*/ 2040 w 9805"/>
              <a:gd name="connsiteY59-7166" fmla="*/ 9406 h 10000"/>
              <a:gd name="connsiteX60-7167" fmla="*/ 2040 w 9805"/>
              <a:gd name="connsiteY60-7168" fmla="*/ 9202 h 10000"/>
              <a:gd name="connsiteX61-7169" fmla="*/ 2040 w 9805"/>
              <a:gd name="connsiteY61-7170" fmla="*/ 9017 h 10000"/>
              <a:gd name="connsiteX62-7171" fmla="*/ 1851 w 9805"/>
              <a:gd name="connsiteY62-7172" fmla="*/ 8813 h 10000"/>
              <a:gd name="connsiteX63-7173" fmla="*/ 1619 w 9805"/>
              <a:gd name="connsiteY63-7174" fmla="*/ 8534 h 10000"/>
              <a:gd name="connsiteX64-7175" fmla="*/ 1233 w 9805"/>
              <a:gd name="connsiteY64-7176" fmla="*/ 8126 h 10000"/>
              <a:gd name="connsiteX65-7177" fmla="*/ 1040 w 9805"/>
              <a:gd name="connsiteY65-7178" fmla="*/ 7737 h 10000"/>
              <a:gd name="connsiteX66-7179" fmla="*/ 423 w 9805"/>
              <a:gd name="connsiteY66-7180" fmla="*/ 7347 h 10000"/>
              <a:gd name="connsiteX67-7181" fmla="*/ 0 w 9805"/>
              <a:gd name="connsiteY67-7182" fmla="*/ 6753 h 10000"/>
              <a:gd name="connsiteX68-7183" fmla="*/ 423 w 9805"/>
              <a:gd name="connsiteY68-7184" fmla="*/ 6957 h 10000"/>
              <a:gd name="connsiteX69-7185" fmla="*/ 1040 w 9805"/>
              <a:gd name="connsiteY69-7186" fmla="*/ 7161 h 10000"/>
              <a:gd name="connsiteX70-7187" fmla="*/ 1425 w 9805"/>
              <a:gd name="connsiteY70-7188" fmla="*/ 7347 h 10000"/>
              <a:gd name="connsiteX71-7189" fmla="*/ 1851 w 9805"/>
              <a:gd name="connsiteY71-7190" fmla="*/ 7440 h 10000"/>
              <a:gd name="connsiteX72-7191" fmla="*/ 2236 w 9805"/>
              <a:gd name="connsiteY72-7192" fmla="*/ 7551 h 10000"/>
              <a:gd name="connsiteX73-7193" fmla="*/ 2473 w 9805"/>
              <a:gd name="connsiteY73-7194" fmla="*/ 7551 h 10000"/>
              <a:gd name="connsiteX74-7195" fmla="*/ 2661 w 9805"/>
              <a:gd name="connsiteY74-7196" fmla="*/ 7644 h 10000"/>
              <a:gd name="connsiteX75-7197" fmla="*/ 2856 w 9805"/>
              <a:gd name="connsiteY75-7198" fmla="*/ 7644 h 10000"/>
              <a:gd name="connsiteX76-7199" fmla="*/ 3045 w 9805"/>
              <a:gd name="connsiteY76-7200" fmla="*/ 7644 h 10000"/>
              <a:gd name="connsiteX77-7201" fmla="*/ 3279 w 9805"/>
              <a:gd name="connsiteY77-7202" fmla="*/ 7644 h 10000"/>
              <a:gd name="connsiteX78-7203" fmla="*/ 3471 w 9805"/>
              <a:gd name="connsiteY78-7204" fmla="*/ 7551 h 10000"/>
              <a:gd name="connsiteX79-7205" fmla="*/ 3668 w 9805"/>
              <a:gd name="connsiteY79-7206" fmla="*/ 7440 h 10000"/>
              <a:gd name="connsiteX80-7207" fmla="*/ 3668 w 9805"/>
              <a:gd name="connsiteY80-7208" fmla="*/ 7347 h 10000"/>
              <a:gd name="connsiteX81-7209" fmla="*/ 3898 w 9805"/>
              <a:gd name="connsiteY81-7210" fmla="*/ 7254 h 10000"/>
              <a:gd name="connsiteX82-7211" fmla="*/ 4088 w 9805"/>
              <a:gd name="connsiteY82-7212" fmla="*/ 7050 h 10000"/>
              <a:gd name="connsiteX83-7213" fmla="*/ 4088 w 9805"/>
              <a:gd name="connsiteY83-7214" fmla="*/ 6865 h 10000"/>
              <a:gd name="connsiteX84-7215" fmla="*/ 4282 w 9805"/>
              <a:gd name="connsiteY84-7216" fmla="*/ 6660 h 10000"/>
              <a:gd name="connsiteX85-7217" fmla="*/ 4475 w 9805"/>
              <a:gd name="connsiteY85-7218" fmla="*/ 6364 h 10000"/>
              <a:gd name="connsiteX86-7219" fmla="*/ 4707 w 9805"/>
              <a:gd name="connsiteY86-7220" fmla="*/ 6067 h 10000"/>
              <a:gd name="connsiteX87-7221" fmla="*/ 4707 w 9805"/>
              <a:gd name="connsiteY87-7222" fmla="*/ 5677 h 10000"/>
              <a:gd name="connsiteX88-7223" fmla="*/ 5095 w 9805"/>
              <a:gd name="connsiteY88-7224" fmla="*/ 4991 h 10000"/>
              <a:gd name="connsiteX89-7225" fmla="*/ 5332 w 9805"/>
              <a:gd name="connsiteY89-7226" fmla="*/ 4212 h 10000"/>
              <a:gd name="connsiteX90-7227" fmla="*/ 5332 w 9805"/>
              <a:gd name="connsiteY90-7228" fmla="*/ 3525 h 10000"/>
              <a:gd name="connsiteX91-7229" fmla="*/ 5521 w 9805"/>
              <a:gd name="connsiteY91-7230" fmla="*/ 2839 h 10000"/>
              <a:gd name="connsiteX92-7231" fmla="*/ 5521 w 9805"/>
              <a:gd name="connsiteY92-7232" fmla="*/ 2542 h 10000"/>
              <a:gd name="connsiteX93-7233" fmla="*/ 5521 w 9805"/>
              <a:gd name="connsiteY93-7234" fmla="*/ 2263 h 10000"/>
              <a:gd name="connsiteX94-7235" fmla="*/ 5521 w 9805"/>
              <a:gd name="connsiteY94-7236" fmla="*/ 2059 h 10000"/>
              <a:gd name="connsiteX95-7237" fmla="*/ 5521 w 9805"/>
              <a:gd name="connsiteY95-7238" fmla="*/ 1855 h 10000"/>
              <a:gd name="connsiteX96-7239" fmla="*/ 5521 w 9805"/>
              <a:gd name="connsiteY96-7240" fmla="*/ 1670 h 10000"/>
              <a:gd name="connsiteX97-7241" fmla="*/ 5521 w 9805"/>
              <a:gd name="connsiteY97-7242" fmla="*/ 1577 h 10000"/>
              <a:gd name="connsiteX98-7243" fmla="*/ 5332 w 9805"/>
              <a:gd name="connsiteY98-7244" fmla="*/ 1466 h 10000"/>
              <a:gd name="connsiteX99-7245" fmla="*/ 5332 w 9805"/>
              <a:gd name="connsiteY99-7246" fmla="*/ 1373 h 10000"/>
              <a:gd name="connsiteX100-7247" fmla="*/ 5332 w 9805"/>
              <a:gd name="connsiteY100-7248" fmla="*/ 1280 h 10000"/>
              <a:gd name="connsiteX101-7249" fmla="*/ 5095 w 9805"/>
              <a:gd name="connsiteY101-7250" fmla="*/ 1280 h 10000"/>
              <a:gd name="connsiteX102-7251" fmla="*/ 4907 w 9805"/>
              <a:gd name="connsiteY102-7252" fmla="*/ 1169 h 10000"/>
              <a:gd name="connsiteX103-7253" fmla="*/ 4907 w 9805"/>
              <a:gd name="connsiteY103-7254" fmla="*/ 1169 h 10000"/>
              <a:gd name="connsiteX104-7255" fmla="*/ 4475 w 9805"/>
              <a:gd name="connsiteY104-7256" fmla="*/ 1169 h 10000"/>
              <a:gd name="connsiteX105-7257" fmla="*/ 4282 w 9805"/>
              <a:gd name="connsiteY105-7258" fmla="*/ 1169 h 10000"/>
              <a:gd name="connsiteX106-7259" fmla="*/ 4088 w 9805"/>
              <a:gd name="connsiteY106-7260" fmla="*/ 1169 h 10000"/>
              <a:gd name="connsiteX107-7261" fmla="*/ 3668 w 9805"/>
              <a:gd name="connsiteY107-7262" fmla="*/ 1169 h 10000"/>
              <a:gd name="connsiteX108-7263" fmla="*/ 3279 w 9805"/>
              <a:gd name="connsiteY108-7264" fmla="*/ 1169 h 10000"/>
              <a:gd name="connsiteX109-7265" fmla="*/ 2661 w 9805"/>
              <a:gd name="connsiteY109-7266" fmla="*/ 1169 h 10000"/>
              <a:gd name="connsiteX110-7267" fmla="*/ 2236 w 9805"/>
              <a:gd name="connsiteY110-7268" fmla="*/ 1169 h 10000"/>
              <a:gd name="connsiteX111-7269" fmla="*/ 1619 w 9805"/>
              <a:gd name="connsiteY111-7270" fmla="*/ 1169 h 10000"/>
              <a:gd name="connsiteX112-7271" fmla="*/ 810 w 9805"/>
              <a:gd name="connsiteY112-7272" fmla="*/ 1169 h 10000"/>
              <a:gd name="connsiteX113-7273" fmla="*/ 810 w 9805"/>
              <a:gd name="connsiteY113-7274" fmla="*/ 594 h 10000"/>
              <a:gd name="connsiteX114-7275" fmla="*/ 1851 w 9805"/>
              <a:gd name="connsiteY114-7276" fmla="*/ 594 h 10000"/>
              <a:gd name="connsiteX115-7277" fmla="*/ 2661 w 9805"/>
              <a:gd name="connsiteY115-7278" fmla="*/ 482 h 10000"/>
              <a:gd name="connsiteX116-7279" fmla="*/ 3471 w 9805"/>
              <a:gd name="connsiteY116-7280" fmla="*/ 482 h 10000"/>
              <a:gd name="connsiteX117-7281" fmla="*/ 3898 w 9805"/>
              <a:gd name="connsiteY117-7282" fmla="*/ 390 h 10000"/>
              <a:gd name="connsiteX118-7283" fmla="*/ 4282 w 9805"/>
              <a:gd name="connsiteY118-7284" fmla="*/ 297 h 10000"/>
              <a:gd name="connsiteX119-7285" fmla="*/ 4707 w 9805"/>
              <a:gd name="connsiteY119-7286" fmla="*/ 297 h 10000"/>
              <a:gd name="connsiteX120-7287" fmla="*/ 4707 w 9805"/>
              <a:gd name="connsiteY120-7288" fmla="*/ 204 h 10000"/>
              <a:gd name="connsiteX121-7289" fmla="*/ 4707 w 9805"/>
              <a:gd name="connsiteY121-7290" fmla="*/ 204 h 10000"/>
              <a:gd name="connsiteX0-7291" fmla="*/ 4801 w 10000"/>
              <a:gd name="connsiteY0-7292" fmla="*/ 204 h 10000"/>
              <a:gd name="connsiteX1-7293" fmla="*/ 5005 w 10000"/>
              <a:gd name="connsiteY1-7294" fmla="*/ 93 h 10000"/>
              <a:gd name="connsiteX2-7295" fmla="*/ 5438 w 10000"/>
              <a:gd name="connsiteY2-7296" fmla="*/ 93 h 10000"/>
              <a:gd name="connsiteX3-7297" fmla="*/ 5631 w 10000"/>
              <a:gd name="connsiteY3-7298" fmla="*/ 0 h 10000"/>
              <a:gd name="connsiteX4-7299" fmla="*/ 5825 w 10000"/>
              <a:gd name="connsiteY4-7300" fmla="*/ 0 h 10000"/>
              <a:gd name="connsiteX5-7301" fmla="*/ 6259 w 10000"/>
              <a:gd name="connsiteY5-7302" fmla="*/ 93 h 10000"/>
              <a:gd name="connsiteX6-7303" fmla="*/ 6890 w 10000"/>
              <a:gd name="connsiteY6-7304" fmla="*/ 204 h 10000"/>
              <a:gd name="connsiteX7-7305" fmla="*/ 7085 w 10000"/>
              <a:gd name="connsiteY7-7306" fmla="*/ 297 h 10000"/>
              <a:gd name="connsiteX8-7307" fmla="*/ 7478 w 10000"/>
              <a:gd name="connsiteY8-7308" fmla="*/ 482 h 10000"/>
              <a:gd name="connsiteX9-7309" fmla="*/ 7711 w 10000"/>
              <a:gd name="connsiteY9-7310" fmla="*/ 594 h 10000"/>
              <a:gd name="connsiteX10-7311" fmla="*/ 8114 w 10000"/>
              <a:gd name="connsiteY10-7312" fmla="*/ 686 h 10000"/>
              <a:gd name="connsiteX11-7313" fmla="*/ 8544 w 10000"/>
              <a:gd name="connsiteY11-7314" fmla="*/ 891 h 10000"/>
              <a:gd name="connsiteX12-7315" fmla="*/ 8934 w 10000"/>
              <a:gd name="connsiteY12-7316" fmla="*/ 983 h 10000"/>
              <a:gd name="connsiteX13-7317" fmla="*/ 9173 w 10000"/>
              <a:gd name="connsiteY13-7318" fmla="*/ 1169 h 10000"/>
              <a:gd name="connsiteX14-7319" fmla="*/ 9568 w 10000"/>
              <a:gd name="connsiteY14-7320" fmla="*/ 1280 h 10000"/>
              <a:gd name="connsiteX15-7321" fmla="*/ 9762 w 10000"/>
              <a:gd name="connsiteY15-7322" fmla="*/ 1373 h 10000"/>
              <a:gd name="connsiteX16-7323" fmla="*/ 9762 w 10000"/>
              <a:gd name="connsiteY16-7324" fmla="*/ 1466 h 10000"/>
              <a:gd name="connsiteX17-7325" fmla="*/ 10000 w 10000"/>
              <a:gd name="connsiteY17-7326" fmla="*/ 1466 h 10000"/>
              <a:gd name="connsiteX18-7327" fmla="*/ 10000 w 10000"/>
              <a:gd name="connsiteY18-7328" fmla="*/ 1577 h 10000"/>
              <a:gd name="connsiteX19-7329" fmla="*/ 10000 w 10000"/>
              <a:gd name="connsiteY19-7330" fmla="*/ 1670 h 10000"/>
              <a:gd name="connsiteX20-7331" fmla="*/ 9762 w 10000"/>
              <a:gd name="connsiteY20-7332" fmla="*/ 1763 h 10000"/>
              <a:gd name="connsiteX21-7333" fmla="*/ 9568 w 10000"/>
              <a:gd name="connsiteY21-7334" fmla="*/ 1763 h 10000"/>
              <a:gd name="connsiteX22-7335" fmla="*/ 9371 w 10000"/>
              <a:gd name="connsiteY22-7336" fmla="*/ 1855 h 10000"/>
              <a:gd name="connsiteX23-7337" fmla="*/ 9173 w 10000"/>
              <a:gd name="connsiteY23-7338" fmla="*/ 1855 h 10000"/>
              <a:gd name="connsiteX24-7339" fmla="*/ 9173 w 10000"/>
              <a:gd name="connsiteY24-7340" fmla="*/ 1967 h 10000"/>
              <a:gd name="connsiteX25-7341" fmla="*/ 8934 w 10000"/>
              <a:gd name="connsiteY25-7342" fmla="*/ 2059 h 10000"/>
              <a:gd name="connsiteX26-7343" fmla="*/ 8740 w 10000"/>
              <a:gd name="connsiteY26-7344" fmla="*/ 2263 h 10000"/>
              <a:gd name="connsiteX27-7345" fmla="*/ 8740 w 10000"/>
              <a:gd name="connsiteY27-7346" fmla="*/ 2449 h 10000"/>
              <a:gd name="connsiteX28-7347" fmla="*/ 8544 w 10000"/>
              <a:gd name="connsiteY28-7348" fmla="*/ 2653 h 10000"/>
              <a:gd name="connsiteX29-7349" fmla="*/ 8544 w 10000"/>
              <a:gd name="connsiteY29-7350" fmla="*/ 2950 h 10000"/>
              <a:gd name="connsiteX30-7351" fmla="*/ 8544 w 10000"/>
              <a:gd name="connsiteY30-7352" fmla="*/ 3135 h 10000"/>
              <a:gd name="connsiteX31-7353" fmla="*/ 8305 w 10000"/>
              <a:gd name="connsiteY31-7354" fmla="*/ 3432 h 10000"/>
              <a:gd name="connsiteX32-7355" fmla="*/ 8305 w 10000"/>
              <a:gd name="connsiteY32-7356" fmla="*/ 3822 h 10000"/>
              <a:gd name="connsiteX33-7357" fmla="*/ 8114 w 10000"/>
              <a:gd name="connsiteY33-7358" fmla="*/ 4119 h 10000"/>
              <a:gd name="connsiteX34-7359" fmla="*/ 7913 w 10000"/>
              <a:gd name="connsiteY34-7360" fmla="*/ 4508 h 10000"/>
              <a:gd name="connsiteX35-7361" fmla="*/ 7711 w 10000"/>
              <a:gd name="connsiteY35-7362" fmla="*/ 4898 h 10000"/>
              <a:gd name="connsiteX36-7363" fmla="*/ 7478 w 10000"/>
              <a:gd name="connsiteY36-7364" fmla="*/ 5288 h 10000"/>
              <a:gd name="connsiteX37-7365" fmla="*/ 7085 w 10000"/>
              <a:gd name="connsiteY37-7366" fmla="*/ 6178 h 10000"/>
              <a:gd name="connsiteX38-7367" fmla="*/ 6890 w 10000"/>
              <a:gd name="connsiteY38-7368" fmla="*/ 6568 h 10000"/>
              <a:gd name="connsiteX39-7369" fmla="*/ 6657 w 10000"/>
              <a:gd name="connsiteY39-7370" fmla="*/ 6957 h 10000"/>
              <a:gd name="connsiteX40-7371" fmla="*/ 6458 w 10000"/>
              <a:gd name="connsiteY40-7372" fmla="*/ 7347 h 10000"/>
              <a:gd name="connsiteX41-7373" fmla="*/ 6259 w 10000"/>
              <a:gd name="connsiteY41-7374" fmla="*/ 7737 h 10000"/>
              <a:gd name="connsiteX42-7375" fmla="*/ 6021 w 10000"/>
              <a:gd name="connsiteY42-7376" fmla="*/ 8033 h 10000"/>
              <a:gd name="connsiteX43-7377" fmla="*/ 6021 w 10000"/>
              <a:gd name="connsiteY43-7378" fmla="*/ 8237 h 10000"/>
              <a:gd name="connsiteX44-7379" fmla="*/ 5825 w 10000"/>
              <a:gd name="connsiteY44-7380" fmla="*/ 8534 h 10000"/>
              <a:gd name="connsiteX45-7381" fmla="*/ 5631 w 10000"/>
              <a:gd name="connsiteY45-7382" fmla="*/ 8720 h 10000"/>
              <a:gd name="connsiteX46-7383" fmla="*/ 5196 w 10000"/>
              <a:gd name="connsiteY46-7384" fmla="*/ 9017 h 10000"/>
              <a:gd name="connsiteX47-7385" fmla="*/ 4801 w 10000"/>
              <a:gd name="connsiteY47-7386" fmla="*/ 9314 h 10000"/>
              <a:gd name="connsiteX48-7387" fmla="*/ 4367 w 10000"/>
              <a:gd name="connsiteY48-7388" fmla="*/ 9610 h 10000"/>
              <a:gd name="connsiteX49-7389" fmla="*/ 3976 w 10000"/>
              <a:gd name="connsiteY49-7390" fmla="*/ 9703 h 10000"/>
              <a:gd name="connsiteX50-7391" fmla="*/ 3540 w 10000"/>
              <a:gd name="connsiteY50-7392" fmla="*/ 9889 h 10000"/>
              <a:gd name="connsiteX51-7393" fmla="*/ 3106 w 10000"/>
              <a:gd name="connsiteY51-7394" fmla="*/ 10000 h 10000"/>
              <a:gd name="connsiteX52-7395" fmla="*/ 2714 w 10000"/>
              <a:gd name="connsiteY52-7396" fmla="*/ 10000 h 10000"/>
              <a:gd name="connsiteX53-7397" fmla="*/ 2280 w 10000"/>
              <a:gd name="connsiteY53-7398" fmla="*/ 10000 h 10000"/>
              <a:gd name="connsiteX54-7399" fmla="*/ 2280 w 10000"/>
              <a:gd name="connsiteY54-7400" fmla="*/ 9889 h 10000"/>
              <a:gd name="connsiteX55-7401" fmla="*/ 2081 w 10000"/>
              <a:gd name="connsiteY55-7402" fmla="*/ 9889 h 10000"/>
              <a:gd name="connsiteX56-7403" fmla="*/ 2081 w 10000"/>
              <a:gd name="connsiteY56-7404" fmla="*/ 9796 h 10000"/>
              <a:gd name="connsiteX57-7405" fmla="*/ 2081 w 10000"/>
              <a:gd name="connsiteY57-7406" fmla="*/ 9610 h 10000"/>
              <a:gd name="connsiteX58-7407" fmla="*/ 2081 w 10000"/>
              <a:gd name="connsiteY58-7408" fmla="*/ 9499 h 10000"/>
              <a:gd name="connsiteX59-7409" fmla="*/ 2081 w 10000"/>
              <a:gd name="connsiteY59-7410" fmla="*/ 9406 h 10000"/>
              <a:gd name="connsiteX60-7411" fmla="*/ 2081 w 10000"/>
              <a:gd name="connsiteY60-7412" fmla="*/ 9202 h 10000"/>
              <a:gd name="connsiteX61-7413" fmla="*/ 2081 w 10000"/>
              <a:gd name="connsiteY61-7414" fmla="*/ 9017 h 10000"/>
              <a:gd name="connsiteX62-7415" fmla="*/ 1888 w 10000"/>
              <a:gd name="connsiteY62-7416" fmla="*/ 8813 h 10000"/>
              <a:gd name="connsiteX63-7417" fmla="*/ 1651 w 10000"/>
              <a:gd name="connsiteY63-7418" fmla="*/ 8534 h 10000"/>
              <a:gd name="connsiteX64-7419" fmla="*/ 1258 w 10000"/>
              <a:gd name="connsiteY64-7420" fmla="*/ 8126 h 10000"/>
              <a:gd name="connsiteX65-7421" fmla="*/ 1061 w 10000"/>
              <a:gd name="connsiteY65-7422" fmla="*/ 7737 h 10000"/>
              <a:gd name="connsiteX66-7423" fmla="*/ 431 w 10000"/>
              <a:gd name="connsiteY66-7424" fmla="*/ 7347 h 10000"/>
              <a:gd name="connsiteX67-7425" fmla="*/ 0 w 10000"/>
              <a:gd name="connsiteY67-7426" fmla="*/ 6753 h 10000"/>
              <a:gd name="connsiteX68-7427" fmla="*/ 431 w 10000"/>
              <a:gd name="connsiteY68-7428" fmla="*/ 6957 h 10000"/>
              <a:gd name="connsiteX69-7429" fmla="*/ 1061 w 10000"/>
              <a:gd name="connsiteY69-7430" fmla="*/ 7161 h 10000"/>
              <a:gd name="connsiteX70-7431" fmla="*/ 1453 w 10000"/>
              <a:gd name="connsiteY70-7432" fmla="*/ 7347 h 10000"/>
              <a:gd name="connsiteX71-7433" fmla="*/ 1888 w 10000"/>
              <a:gd name="connsiteY71-7434" fmla="*/ 7440 h 10000"/>
              <a:gd name="connsiteX72-7435" fmla="*/ 2280 w 10000"/>
              <a:gd name="connsiteY72-7436" fmla="*/ 7551 h 10000"/>
              <a:gd name="connsiteX73-7437" fmla="*/ 2522 w 10000"/>
              <a:gd name="connsiteY73-7438" fmla="*/ 7551 h 10000"/>
              <a:gd name="connsiteX74-7439" fmla="*/ 2714 w 10000"/>
              <a:gd name="connsiteY74-7440" fmla="*/ 7644 h 10000"/>
              <a:gd name="connsiteX75-7441" fmla="*/ 2913 w 10000"/>
              <a:gd name="connsiteY75-7442" fmla="*/ 7644 h 10000"/>
              <a:gd name="connsiteX76-7443" fmla="*/ 3106 w 10000"/>
              <a:gd name="connsiteY76-7444" fmla="*/ 7644 h 10000"/>
              <a:gd name="connsiteX77-7445" fmla="*/ 3344 w 10000"/>
              <a:gd name="connsiteY77-7446" fmla="*/ 7644 h 10000"/>
              <a:gd name="connsiteX78-7447" fmla="*/ 3540 w 10000"/>
              <a:gd name="connsiteY78-7448" fmla="*/ 7551 h 10000"/>
              <a:gd name="connsiteX79-7449" fmla="*/ 3741 w 10000"/>
              <a:gd name="connsiteY79-7450" fmla="*/ 7440 h 10000"/>
              <a:gd name="connsiteX80-7451" fmla="*/ 3741 w 10000"/>
              <a:gd name="connsiteY80-7452" fmla="*/ 7347 h 10000"/>
              <a:gd name="connsiteX81-7453" fmla="*/ 3976 w 10000"/>
              <a:gd name="connsiteY81-7454" fmla="*/ 7254 h 10000"/>
              <a:gd name="connsiteX82-7455" fmla="*/ 4169 w 10000"/>
              <a:gd name="connsiteY82-7456" fmla="*/ 7050 h 10000"/>
              <a:gd name="connsiteX83-7457" fmla="*/ 4169 w 10000"/>
              <a:gd name="connsiteY83-7458" fmla="*/ 6865 h 10000"/>
              <a:gd name="connsiteX84-7459" fmla="*/ 4367 w 10000"/>
              <a:gd name="connsiteY84-7460" fmla="*/ 6660 h 10000"/>
              <a:gd name="connsiteX85-7461" fmla="*/ 4564 w 10000"/>
              <a:gd name="connsiteY85-7462" fmla="*/ 6364 h 10000"/>
              <a:gd name="connsiteX86-7463" fmla="*/ 4801 w 10000"/>
              <a:gd name="connsiteY86-7464" fmla="*/ 6067 h 10000"/>
              <a:gd name="connsiteX87-7465" fmla="*/ 4801 w 10000"/>
              <a:gd name="connsiteY87-7466" fmla="*/ 5677 h 10000"/>
              <a:gd name="connsiteX88-7467" fmla="*/ 5196 w 10000"/>
              <a:gd name="connsiteY88-7468" fmla="*/ 4991 h 10000"/>
              <a:gd name="connsiteX89-7469" fmla="*/ 5438 w 10000"/>
              <a:gd name="connsiteY89-7470" fmla="*/ 4212 h 10000"/>
              <a:gd name="connsiteX90-7471" fmla="*/ 5438 w 10000"/>
              <a:gd name="connsiteY90-7472" fmla="*/ 3525 h 10000"/>
              <a:gd name="connsiteX91-7473" fmla="*/ 5631 w 10000"/>
              <a:gd name="connsiteY91-7474" fmla="*/ 2839 h 10000"/>
              <a:gd name="connsiteX92-7475" fmla="*/ 5631 w 10000"/>
              <a:gd name="connsiteY92-7476" fmla="*/ 2542 h 10000"/>
              <a:gd name="connsiteX93-7477" fmla="*/ 5631 w 10000"/>
              <a:gd name="connsiteY93-7478" fmla="*/ 2263 h 10000"/>
              <a:gd name="connsiteX94-7479" fmla="*/ 5631 w 10000"/>
              <a:gd name="connsiteY94-7480" fmla="*/ 2059 h 10000"/>
              <a:gd name="connsiteX95-7481" fmla="*/ 5631 w 10000"/>
              <a:gd name="connsiteY95-7482" fmla="*/ 1855 h 10000"/>
              <a:gd name="connsiteX96-7483" fmla="*/ 5631 w 10000"/>
              <a:gd name="connsiteY96-7484" fmla="*/ 1670 h 10000"/>
              <a:gd name="connsiteX97-7485" fmla="*/ 5631 w 10000"/>
              <a:gd name="connsiteY97-7486" fmla="*/ 1577 h 10000"/>
              <a:gd name="connsiteX98-7487" fmla="*/ 5438 w 10000"/>
              <a:gd name="connsiteY98-7488" fmla="*/ 1466 h 10000"/>
              <a:gd name="connsiteX99-7489" fmla="*/ 5438 w 10000"/>
              <a:gd name="connsiteY99-7490" fmla="*/ 1373 h 10000"/>
              <a:gd name="connsiteX100-7491" fmla="*/ 5438 w 10000"/>
              <a:gd name="connsiteY100-7492" fmla="*/ 1280 h 10000"/>
              <a:gd name="connsiteX101-7493" fmla="*/ 5196 w 10000"/>
              <a:gd name="connsiteY101-7494" fmla="*/ 1280 h 10000"/>
              <a:gd name="connsiteX102-7495" fmla="*/ 5005 w 10000"/>
              <a:gd name="connsiteY102-7496" fmla="*/ 1169 h 10000"/>
              <a:gd name="connsiteX103-7497" fmla="*/ 5005 w 10000"/>
              <a:gd name="connsiteY103-7498" fmla="*/ 1169 h 10000"/>
              <a:gd name="connsiteX104-7499" fmla="*/ 4564 w 10000"/>
              <a:gd name="connsiteY104-7500" fmla="*/ 1169 h 10000"/>
              <a:gd name="connsiteX105-7501" fmla="*/ 4367 w 10000"/>
              <a:gd name="connsiteY105-7502" fmla="*/ 1169 h 10000"/>
              <a:gd name="connsiteX106-7503" fmla="*/ 4169 w 10000"/>
              <a:gd name="connsiteY106-7504" fmla="*/ 1169 h 10000"/>
              <a:gd name="connsiteX107-7505" fmla="*/ 3741 w 10000"/>
              <a:gd name="connsiteY107-7506" fmla="*/ 1169 h 10000"/>
              <a:gd name="connsiteX108-7507" fmla="*/ 3344 w 10000"/>
              <a:gd name="connsiteY108-7508" fmla="*/ 1169 h 10000"/>
              <a:gd name="connsiteX109-7509" fmla="*/ 2714 w 10000"/>
              <a:gd name="connsiteY109-7510" fmla="*/ 1169 h 10000"/>
              <a:gd name="connsiteX110-7511" fmla="*/ 2280 w 10000"/>
              <a:gd name="connsiteY110-7512" fmla="*/ 1169 h 10000"/>
              <a:gd name="connsiteX111-7513" fmla="*/ 1651 w 10000"/>
              <a:gd name="connsiteY111-7514" fmla="*/ 1169 h 10000"/>
              <a:gd name="connsiteX112-7515" fmla="*/ 826 w 10000"/>
              <a:gd name="connsiteY112-7516" fmla="*/ 594 h 10000"/>
              <a:gd name="connsiteX113-7517" fmla="*/ 1888 w 10000"/>
              <a:gd name="connsiteY113-7518" fmla="*/ 594 h 10000"/>
              <a:gd name="connsiteX114-7519" fmla="*/ 2714 w 10000"/>
              <a:gd name="connsiteY114-7520" fmla="*/ 482 h 10000"/>
              <a:gd name="connsiteX115-7521" fmla="*/ 3540 w 10000"/>
              <a:gd name="connsiteY115-7522" fmla="*/ 482 h 10000"/>
              <a:gd name="connsiteX116-7523" fmla="*/ 3976 w 10000"/>
              <a:gd name="connsiteY116-7524" fmla="*/ 390 h 10000"/>
              <a:gd name="connsiteX117-7525" fmla="*/ 4367 w 10000"/>
              <a:gd name="connsiteY117-7526" fmla="*/ 297 h 10000"/>
              <a:gd name="connsiteX118-7527" fmla="*/ 4801 w 10000"/>
              <a:gd name="connsiteY118-7528" fmla="*/ 297 h 10000"/>
              <a:gd name="connsiteX119-7529" fmla="*/ 4801 w 10000"/>
              <a:gd name="connsiteY119-7530" fmla="*/ 204 h 10000"/>
              <a:gd name="connsiteX120-7531" fmla="*/ 4801 w 10000"/>
              <a:gd name="connsiteY120-7532" fmla="*/ 204 h 10000"/>
              <a:gd name="connsiteX0-7533" fmla="*/ 4801 w 10000"/>
              <a:gd name="connsiteY0-7534" fmla="*/ 204 h 10000"/>
              <a:gd name="connsiteX1-7535" fmla="*/ 5005 w 10000"/>
              <a:gd name="connsiteY1-7536" fmla="*/ 93 h 10000"/>
              <a:gd name="connsiteX2-7537" fmla="*/ 5438 w 10000"/>
              <a:gd name="connsiteY2-7538" fmla="*/ 93 h 10000"/>
              <a:gd name="connsiteX3-7539" fmla="*/ 5631 w 10000"/>
              <a:gd name="connsiteY3-7540" fmla="*/ 0 h 10000"/>
              <a:gd name="connsiteX4-7541" fmla="*/ 5825 w 10000"/>
              <a:gd name="connsiteY4-7542" fmla="*/ 0 h 10000"/>
              <a:gd name="connsiteX5-7543" fmla="*/ 6259 w 10000"/>
              <a:gd name="connsiteY5-7544" fmla="*/ 93 h 10000"/>
              <a:gd name="connsiteX6-7545" fmla="*/ 6890 w 10000"/>
              <a:gd name="connsiteY6-7546" fmla="*/ 204 h 10000"/>
              <a:gd name="connsiteX7-7547" fmla="*/ 7085 w 10000"/>
              <a:gd name="connsiteY7-7548" fmla="*/ 297 h 10000"/>
              <a:gd name="connsiteX8-7549" fmla="*/ 7478 w 10000"/>
              <a:gd name="connsiteY8-7550" fmla="*/ 482 h 10000"/>
              <a:gd name="connsiteX9-7551" fmla="*/ 7711 w 10000"/>
              <a:gd name="connsiteY9-7552" fmla="*/ 594 h 10000"/>
              <a:gd name="connsiteX10-7553" fmla="*/ 8114 w 10000"/>
              <a:gd name="connsiteY10-7554" fmla="*/ 686 h 10000"/>
              <a:gd name="connsiteX11-7555" fmla="*/ 8544 w 10000"/>
              <a:gd name="connsiteY11-7556" fmla="*/ 891 h 10000"/>
              <a:gd name="connsiteX12-7557" fmla="*/ 8934 w 10000"/>
              <a:gd name="connsiteY12-7558" fmla="*/ 983 h 10000"/>
              <a:gd name="connsiteX13-7559" fmla="*/ 9173 w 10000"/>
              <a:gd name="connsiteY13-7560" fmla="*/ 1169 h 10000"/>
              <a:gd name="connsiteX14-7561" fmla="*/ 9568 w 10000"/>
              <a:gd name="connsiteY14-7562" fmla="*/ 1280 h 10000"/>
              <a:gd name="connsiteX15-7563" fmla="*/ 9762 w 10000"/>
              <a:gd name="connsiteY15-7564" fmla="*/ 1373 h 10000"/>
              <a:gd name="connsiteX16-7565" fmla="*/ 9762 w 10000"/>
              <a:gd name="connsiteY16-7566" fmla="*/ 1466 h 10000"/>
              <a:gd name="connsiteX17-7567" fmla="*/ 10000 w 10000"/>
              <a:gd name="connsiteY17-7568" fmla="*/ 1466 h 10000"/>
              <a:gd name="connsiteX18-7569" fmla="*/ 10000 w 10000"/>
              <a:gd name="connsiteY18-7570" fmla="*/ 1577 h 10000"/>
              <a:gd name="connsiteX19-7571" fmla="*/ 10000 w 10000"/>
              <a:gd name="connsiteY19-7572" fmla="*/ 1670 h 10000"/>
              <a:gd name="connsiteX20-7573" fmla="*/ 9762 w 10000"/>
              <a:gd name="connsiteY20-7574" fmla="*/ 1763 h 10000"/>
              <a:gd name="connsiteX21-7575" fmla="*/ 9568 w 10000"/>
              <a:gd name="connsiteY21-7576" fmla="*/ 1763 h 10000"/>
              <a:gd name="connsiteX22-7577" fmla="*/ 9371 w 10000"/>
              <a:gd name="connsiteY22-7578" fmla="*/ 1855 h 10000"/>
              <a:gd name="connsiteX23-7579" fmla="*/ 9173 w 10000"/>
              <a:gd name="connsiteY23-7580" fmla="*/ 1855 h 10000"/>
              <a:gd name="connsiteX24-7581" fmla="*/ 9173 w 10000"/>
              <a:gd name="connsiteY24-7582" fmla="*/ 1967 h 10000"/>
              <a:gd name="connsiteX25-7583" fmla="*/ 8934 w 10000"/>
              <a:gd name="connsiteY25-7584" fmla="*/ 2059 h 10000"/>
              <a:gd name="connsiteX26-7585" fmla="*/ 8740 w 10000"/>
              <a:gd name="connsiteY26-7586" fmla="*/ 2263 h 10000"/>
              <a:gd name="connsiteX27-7587" fmla="*/ 8740 w 10000"/>
              <a:gd name="connsiteY27-7588" fmla="*/ 2449 h 10000"/>
              <a:gd name="connsiteX28-7589" fmla="*/ 8544 w 10000"/>
              <a:gd name="connsiteY28-7590" fmla="*/ 2653 h 10000"/>
              <a:gd name="connsiteX29-7591" fmla="*/ 8544 w 10000"/>
              <a:gd name="connsiteY29-7592" fmla="*/ 2950 h 10000"/>
              <a:gd name="connsiteX30-7593" fmla="*/ 8544 w 10000"/>
              <a:gd name="connsiteY30-7594" fmla="*/ 3135 h 10000"/>
              <a:gd name="connsiteX31-7595" fmla="*/ 8305 w 10000"/>
              <a:gd name="connsiteY31-7596" fmla="*/ 3432 h 10000"/>
              <a:gd name="connsiteX32-7597" fmla="*/ 8305 w 10000"/>
              <a:gd name="connsiteY32-7598" fmla="*/ 3822 h 10000"/>
              <a:gd name="connsiteX33-7599" fmla="*/ 8114 w 10000"/>
              <a:gd name="connsiteY33-7600" fmla="*/ 4119 h 10000"/>
              <a:gd name="connsiteX34-7601" fmla="*/ 7913 w 10000"/>
              <a:gd name="connsiteY34-7602" fmla="*/ 4508 h 10000"/>
              <a:gd name="connsiteX35-7603" fmla="*/ 7711 w 10000"/>
              <a:gd name="connsiteY35-7604" fmla="*/ 4898 h 10000"/>
              <a:gd name="connsiteX36-7605" fmla="*/ 7478 w 10000"/>
              <a:gd name="connsiteY36-7606" fmla="*/ 5288 h 10000"/>
              <a:gd name="connsiteX37-7607" fmla="*/ 7085 w 10000"/>
              <a:gd name="connsiteY37-7608" fmla="*/ 6178 h 10000"/>
              <a:gd name="connsiteX38-7609" fmla="*/ 6890 w 10000"/>
              <a:gd name="connsiteY38-7610" fmla="*/ 6568 h 10000"/>
              <a:gd name="connsiteX39-7611" fmla="*/ 6657 w 10000"/>
              <a:gd name="connsiteY39-7612" fmla="*/ 6957 h 10000"/>
              <a:gd name="connsiteX40-7613" fmla="*/ 6458 w 10000"/>
              <a:gd name="connsiteY40-7614" fmla="*/ 7347 h 10000"/>
              <a:gd name="connsiteX41-7615" fmla="*/ 6259 w 10000"/>
              <a:gd name="connsiteY41-7616" fmla="*/ 7737 h 10000"/>
              <a:gd name="connsiteX42-7617" fmla="*/ 6021 w 10000"/>
              <a:gd name="connsiteY42-7618" fmla="*/ 8033 h 10000"/>
              <a:gd name="connsiteX43-7619" fmla="*/ 6021 w 10000"/>
              <a:gd name="connsiteY43-7620" fmla="*/ 8237 h 10000"/>
              <a:gd name="connsiteX44-7621" fmla="*/ 5825 w 10000"/>
              <a:gd name="connsiteY44-7622" fmla="*/ 8534 h 10000"/>
              <a:gd name="connsiteX45-7623" fmla="*/ 5631 w 10000"/>
              <a:gd name="connsiteY45-7624" fmla="*/ 8720 h 10000"/>
              <a:gd name="connsiteX46-7625" fmla="*/ 5196 w 10000"/>
              <a:gd name="connsiteY46-7626" fmla="*/ 9017 h 10000"/>
              <a:gd name="connsiteX47-7627" fmla="*/ 4801 w 10000"/>
              <a:gd name="connsiteY47-7628" fmla="*/ 9314 h 10000"/>
              <a:gd name="connsiteX48-7629" fmla="*/ 4367 w 10000"/>
              <a:gd name="connsiteY48-7630" fmla="*/ 9610 h 10000"/>
              <a:gd name="connsiteX49-7631" fmla="*/ 3976 w 10000"/>
              <a:gd name="connsiteY49-7632" fmla="*/ 9703 h 10000"/>
              <a:gd name="connsiteX50-7633" fmla="*/ 3540 w 10000"/>
              <a:gd name="connsiteY50-7634" fmla="*/ 9889 h 10000"/>
              <a:gd name="connsiteX51-7635" fmla="*/ 3106 w 10000"/>
              <a:gd name="connsiteY51-7636" fmla="*/ 10000 h 10000"/>
              <a:gd name="connsiteX52-7637" fmla="*/ 2714 w 10000"/>
              <a:gd name="connsiteY52-7638" fmla="*/ 10000 h 10000"/>
              <a:gd name="connsiteX53-7639" fmla="*/ 2280 w 10000"/>
              <a:gd name="connsiteY53-7640" fmla="*/ 10000 h 10000"/>
              <a:gd name="connsiteX54-7641" fmla="*/ 2280 w 10000"/>
              <a:gd name="connsiteY54-7642" fmla="*/ 9889 h 10000"/>
              <a:gd name="connsiteX55-7643" fmla="*/ 2081 w 10000"/>
              <a:gd name="connsiteY55-7644" fmla="*/ 9889 h 10000"/>
              <a:gd name="connsiteX56-7645" fmla="*/ 2081 w 10000"/>
              <a:gd name="connsiteY56-7646" fmla="*/ 9796 h 10000"/>
              <a:gd name="connsiteX57-7647" fmla="*/ 2081 w 10000"/>
              <a:gd name="connsiteY57-7648" fmla="*/ 9610 h 10000"/>
              <a:gd name="connsiteX58-7649" fmla="*/ 2081 w 10000"/>
              <a:gd name="connsiteY58-7650" fmla="*/ 9499 h 10000"/>
              <a:gd name="connsiteX59-7651" fmla="*/ 2081 w 10000"/>
              <a:gd name="connsiteY59-7652" fmla="*/ 9406 h 10000"/>
              <a:gd name="connsiteX60-7653" fmla="*/ 2081 w 10000"/>
              <a:gd name="connsiteY60-7654" fmla="*/ 9202 h 10000"/>
              <a:gd name="connsiteX61-7655" fmla="*/ 2081 w 10000"/>
              <a:gd name="connsiteY61-7656" fmla="*/ 9017 h 10000"/>
              <a:gd name="connsiteX62-7657" fmla="*/ 1888 w 10000"/>
              <a:gd name="connsiteY62-7658" fmla="*/ 8813 h 10000"/>
              <a:gd name="connsiteX63-7659" fmla="*/ 1651 w 10000"/>
              <a:gd name="connsiteY63-7660" fmla="*/ 8534 h 10000"/>
              <a:gd name="connsiteX64-7661" fmla="*/ 1258 w 10000"/>
              <a:gd name="connsiteY64-7662" fmla="*/ 8126 h 10000"/>
              <a:gd name="connsiteX65-7663" fmla="*/ 1061 w 10000"/>
              <a:gd name="connsiteY65-7664" fmla="*/ 7737 h 10000"/>
              <a:gd name="connsiteX66-7665" fmla="*/ 431 w 10000"/>
              <a:gd name="connsiteY66-7666" fmla="*/ 7347 h 10000"/>
              <a:gd name="connsiteX67-7667" fmla="*/ 0 w 10000"/>
              <a:gd name="connsiteY67-7668" fmla="*/ 6753 h 10000"/>
              <a:gd name="connsiteX68-7669" fmla="*/ 431 w 10000"/>
              <a:gd name="connsiteY68-7670" fmla="*/ 6957 h 10000"/>
              <a:gd name="connsiteX69-7671" fmla="*/ 1061 w 10000"/>
              <a:gd name="connsiteY69-7672" fmla="*/ 7161 h 10000"/>
              <a:gd name="connsiteX70-7673" fmla="*/ 1453 w 10000"/>
              <a:gd name="connsiteY70-7674" fmla="*/ 7347 h 10000"/>
              <a:gd name="connsiteX71-7675" fmla="*/ 1888 w 10000"/>
              <a:gd name="connsiteY71-7676" fmla="*/ 7440 h 10000"/>
              <a:gd name="connsiteX72-7677" fmla="*/ 2280 w 10000"/>
              <a:gd name="connsiteY72-7678" fmla="*/ 7551 h 10000"/>
              <a:gd name="connsiteX73-7679" fmla="*/ 2522 w 10000"/>
              <a:gd name="connsiteY73-7680" fmla="*/ 7551 h 10000"/>
              <a:gd name="connsiteX74-7681" fmla="*/ 2714 w 10000"/>
              <a:gd name="connsiteY74-7682" fmla="*/ 7644 h 10000"/>
              <a:gd name="connsiteX75-7683" fmla="*/ 2913 w 10000"/>
              <a:gd name="connsiteY75-7684" fmla="*/ 7644 h 10000"/>
              <a:gd name="connsiteX76-7685" fmla="*/ 3106 w 10000"/>
              <a:gd name="connsiteY76-7686" fmla="*/ 7644 h 10000"/>
              <a:gd name="connsiteX77-7687" fmla="*/ 3344 w 10000"/>
              <a:gd name="connsiteY77-7688" fmla="*/ 7644 h 10000"/>
              <a:gd name="connsiteX78-7689" fmla="*/ 3540 w 10000"/>
              <a:gd name="connsiteY78-7690" fmla="*/ 7551 h 10000"/>
              <a:gd name="connsiteX79-7691" fmla="*/ 3741 w 10000"/>
              <a:gd name="connsiteY79-7692" fmla="*/ 7440 h 10000"/>
              <a:gd name="connsiteX80-7693" fmla="*/ 3741 w 10000"/>
              <a:gd name="connsiteY80-7694" fmla="*/ 7347 h 10000"/>
              <a:gd name="connsiteX81-7695" fmla="*/ 3976 w 10000"/>
              <a:gd name="connsiteY81-7696" fmla="*/ 7254 h 10000"/>
              <a:gd name="connsiteX82-7697" fmla="*/ 4169 w 10000"/>
              <a:gd name="connsiteY82-7698" fmla="*/ 7050 h 10000"/>
              <a:gd name="connsiteX83-7699" fmla="*/ 4169 w 10000"/>
              <a:gd name="connsiteY83-7700" fmla="*/ 6865 h 10000"/>
              <a:gd name="connsiteX84-7701" fmla="*/ 4367 w 10000"/>
              <a:gd name="connsiteY84-7702" fmla="*/ 6660 h 10000"/>
              <a:gd name="connsiteX85-7703" fmla="*/ 4564 w 10000"/>
              <a:gd name="connsiteY85-7704" fmla="*/ 6364 h 10000"/>
              <a:gd name="connsiteX86-7705" fmla="*/ 4801 w 10000"/>
              <a:gd name="connsiteY86-7706" fmla="*/ 6067 h 10000"/>
              <a:gd name="connsiteX87-7707" fmla="*/ 4801 w 10000"/>
              <a:gd name="connsiteY87-7708" fmla="*/ 5677 h 10000"/>
              <a:gd name="connsiteX88-7709" fmla="*/ 5196 w 10000"/>
              <a:gd name="connsiteY88-7710" fmla="*/ 4991 h 10000"/>
              <a:gd name="connsiteX89-7711" fmla="*/ 5438 w 10000"/>
              <a:gd name="connsiteY89-7712" fmla="*/ 4212 h 10000"/>
              <a:gd name="connsiteX90-7713" fmla="*/ 5438 w 10000"/>
              <a:gd name="connsiteY90-7714" fmla="*/ 3525 h 10000"/>
              <a:gd name="connsiteX91-7715" fmla="*/ 5631 w 10000"/>
              <a:gd name="connsiteY91-7716" fmla="*/ 2839 h 10000"/>
              <a:gd name="connsiteX92-7717" fmla="*/ 5631 w 10000"/>
              <a:gd name="connsiteY92-7718" fmla="*/ 2542 h 10000"/>
              <a:gd name="connsiteX93-7719" fmla="*/ 5631 w 10000"/>
              <a:gd name="connsiteY93-7720" fmla="*/ 2263 h 10000"/>
              <a:gd name="connsiteX94-7721" fmla="*/ 5631 w 10000"/>
              <a:gd name="connsiteY94-7722" fmla="*/ 2059 h 10000"/>
              <a:gd name="connsiteX95-7723" fmla="*/ 5631 w 10000"/>
              <a:gd name="connsiteY95-7724" fmla="*/ 1855 h 10000"/>
              <a:gd name="connsiteX96-7725" fmla="*/ 5631 w 10000"/>
              <a:gd name="connsiteY96-7726" fmla="*/ 1670 h 10000"/>
              <a:gd name="connsiteX97-7727" fmla="*/ 5631 w 10000"/>
              <a:gd name="connsiteY97-7728" fmla="*/ 1577 h 10000"/>
              <a:gd name="connsiteX98-7729" fmla="*/ 5438 w 10000"/>
              <a:gd name="connsiteY98-7730" fmla="*/ 1466 h 10000"/>
              <a:gd name="connsiteX99-7731" fmla="*/ 5438 w 10000"/>
              <a:gd name="connsiteY99-7732" fmla="*/ 1373 h 10000"/>
              <a:gd name="connsiteX100-7733" fmla="*/ 5438 w 10000"/>
              <a:gd name="connsiteY100-7734" fmla="*/ 1280 h 10000"/>
              <a:gd name="connsiteX101-7735" fmla="*/ 5196 w 10000"/>
              <a:gd name="connsiteY101-7736" fmla="*/ 1280 h 10000"/>
              <a:gd name="connsiteX102-7737" fmla="*/ 5005 w 10000"/>
              <a:gd name="connsiteY102-7738" fmla="*/ 1169 h 10000"/>
              <a:gd name="connsiteX103-7739" fmla="*/ 5005 w 10000"/>
              <a:gd name="connsiteY103-7740" fmla="*/ 1169 h 10000"/>
              <a:gd name="connsiteX104-7741" fmla="*/ 4564 w 10000"/>
              <a:gd name="connsiteY104-7742" fmla="*/ 1169 h 10000"/>
              <a:gd name="connsiteX105-7743" fmla="*/ 4367 w 10000"/>
              <a:gd name="connsiteY105-7744" fmla="*/ 1169 h 10000"/>
              <a:gd name="connsiteX106-7745" fmla="*/ 4169 w 10000"/>
              <a:gd name="connsiteY106-7746" fmla="*/ 1169 h 10000"/>
              <a:gd name="connsiteX107-7747" fmla="*/ 3741 w 10000"/>
              <a:gd name="connsiteY107-7748" fmla="*/ 1169 h 10000"/>
              <a:gd name="connsiteX108-7749" fmla="*/ 3344 w 10000"/>
              <a:gd name="connsiteY108-7750" fmla="*/ 1169 h 10000"/>
              <a:gd name="connsiteX109-7751" fmla="*/ 2714 w 10000"/>
              <a:gd name="connsiteY109-7752" fmla="*/ 1169 h 10000"/>
              <a:gd name="connsiteX110-7753" fmla="*/ 2280 w 10000"/>
              <a:gd name="connsiteY110-7754" fmla="*/ 1169 h 10000"/>
              <a:gd name="connsiteX111-7755" fmla="*/ 1651 w 10000"/>
              <a:gd name="connsiteY111-7756" fmla="*/ 1169 h 10000"/>
              <a:gd name="connsiteX112-7757" fmla="*/ 1888 w 10000"/>
              <a:gd name="connsiteY112-7758" fmla="*/ 594 h 10000"/>
              <a:gd name="connsiteX113-7759" fmla="*/ 2714 w 10000"/>
              <a:gd name="connsiteY113-7760" fmla="*/ 482 h 10000"/>
              <a:gd name="connsiteX114-7761" fmla="*/ 3540 w 10000"/>
              <a:gd name="connsiteY114-7762" fmla="*/ 482 h 10000"/>
              <a:gd name="connsiteX115-7763" fmla="*/ 3976 w 10000"/>
              <a:gd name="connsiteY115-7764" fmla="*/ 390 h 10000"/>
              <a:gd name="connsiteX116-7765" fmla="*/ 4367 w 10000"/>
              <a:gd name="connsiteY116-7766" fmla="*/ 297 h 10000"/>
              <a:gd name="connsiteX117-7767" fmla="*/ 4801 w 10000"/>
              <a:gd name="connsiteY117-7768" fmla="*/ 297 h 10000"/>
              <a:gd name="connsiteX118-7769" fmla="*/ 4801 w 10000"/>
              <a:gd name="connsiteY118-7770" fmla="*/ 204 h 10000"/>
              <a:gd name="connsiteX119-7771" fmla="*/ 4801 w 10000"/>
              <a:gd name="connsiteY119-7772" fmla="*/ 204 h 10000"/>
              <a:gd name="connsiteX0-7773" fmla="*/ 4801 w 10000"/>
              <a:gd name="connsiteY0-7774" fmla="*/ 204 h 10000"/>
              <a:gd name="connsiteX1-7775" fmla="*/ 5005 w 10000"/>
              <a:gd name="connsiteY1-7776" fmla="*/ 93 h 10000"/>
              <a:gd name="connsiteX2-7777" fmla="*/ 5438 w 10000"/>
              <a:gd name="connsiteY2-7778" fmla="*/ 93 h 10000"/>
              <a:gd name="connsiteX3-7779" fmla="*/ 5631 w 10000"/>
              <a:gd name="connsiteY3-7780" fmla="*/ 0 h 10000"/>
              <a:gd name="connsiteX4-7781" fmla="*/ 5825 w 10000"/>
              <a:gd name="connsiteY4-7782" fmla="*/ 0 h 10000"/>
              <a:gd name="connsiteX5-7783" fmla="*/ 6259 w 10000"/>
              <a:gd name="connsiteY5-7784" fmla="*/ 93 h 10000"/>
              <a:gd name="connsiteX6-7785" fmla="*/ 6890 w 10000"/>
              <a:gd name="connsiteY6-7786" fmla="*/ 204 h 10000"/>
              <a:gd name="connsiteX7-7787" fmla="*/ 7085 w 10000"/>
              <a:gd name="connsiteY7-7788" fmla="*/ 297 h 10000"/>
              <a:gd name="connsiteX8-7789" fmla="*/ 7478 w 10000"/>
              <a:gd name="connsiteY8-7790" fmla="*/ 482 h 10000"/>
              <a:gd name="connsiteX9-7791" fmla="*/ 7711 w 10000"/>
              <a:gd name="connsiteY9-7792" fmla="*/ 594 h 10000"/>
              <a:gd name="connsiteX10-7793" fmla="*/ 8114 w 10000"/>
              <a:gd name="connsiteY10-7794" fmla="*/ 686 h 10000"/>
              <a:gd name="connsiteX11-7795" fmla="*/ 8544 w 10000"/>
              <a:gd name="connsiteY11-7796" fmla="*/ 891 h 10000"/>
              <a:gd name="connsiteX12-7797" fmla="*/ 8934 w 10000"/>
              <a:gd name="connsiteY12-7798" fmla="*/ 983 h 10000"/>
              <a:gd name="connsiteX13-7799" fmla="*/ 9173 w 10000"/>
              <a:gd name="connsiteY13-7800" fmla="*/ 1169 h 10000"/>
              <a:gd name="connsiteX14-7801" fmla="*/ 9568 w 10000"/>
              <a:gd name="connsiteY14-7802" fmla="*/ 1280 h 10000"/>
              <a:gd name="connsiteX15-7803" fmla="*/ 9762 w 10000"/>
              <a:gd name="connsiteY15-7804" fmla="*/ 1373 h 10000"/>
              <a:gd name="connsiteX16-7805" fmla="*/ 9762 w 10000"/>
              <a:gd name="connsiteY16-7806" fmla="*/ 1466 h 10000"/>
              <a:gd name="connsiteX17-7807" fmla="*/ 10000 w 10000"/>
              <a:gd name="connsiteY17-7808" fmla="*/ 1466 h 10000"/>
              <a:gd name="connsiteX18-7809" fmla="*/ 10000 w 10000"/>
              <a:gd name="connsiteY18-7810" fmla="*/ 1577 h 10000"/>
              <a:gd name="connsiteX19-7811" fmla="*/ 10000 w 10000"/>
              <a:gd name="connsiteY19-7812" fmla="*/ 1670 h 10000"/>
              <a:gd name="connsiteX20-7813" fmla="*/ 9762 w 10000"/>
              <a:gd name="connsiteY20-7814" fmla="*/ 1763 h 10000"/>
              <a:gd name="connsiteX21-7815" fmla="*/ 9568 w 10000"/>
              <a:gd name="connsiteY21-7816" fmla="*/ 1763 h 10000"/>
              <a:gd name="connsiteX22-7817" fmla="*/ 9371 w 10000"/>
              <a:gd name="connsiteY22-7818" fmla="*/ 1855 h 10000"/>
              <a:gd name="connsiteX23-7819" fmla="*/ 9173 w 10000"/>
              <a:gd name="connsiteY23-7820" fmla="*/ 1855 h 10000"/>
              <a:gd name="connsiteX24-7821" fmla="*/ 9173 w 10000"/>
              <a:gd name="connsiteY24-7822" fmla="*/ 1967 h 10000"/>
              <a:gd name="connsiteX25-7823" fmla="*/ 8934 w 10000"/>
              <a:gd name="connsiteY25-7824" fmla="*/ 2059 h 10000"/>
              <a:gd name="connsiteX26-7825" fmla="*/ 8740 w 10000"/>
              <a:gd name="connsiteY26-7826" fmla="*/ 2263 h 10000"/>
              <a:gd name="connsiteX27-7827" fmla="*/ 8740 w 10000"/>
              <a:gd name="connsiteY27-7828" fmla="*/ 2449 h 10000"/>
              <a:gd name="connsiteX28-7829" fmla="*/ 8544 w 10000"/>
              <a:gd name="connsiteY28-7830" fmla="*/ 2653 h 10000"/>
              <a:gd name="connsiteX29-7831" fmla="*/ 8544 w 10000"/>
              <a:gd name="connsiteY29-7832" fmla="*/ 2950 h 10000"/>
              <a:gd name="connsiteX30-7833" fmla="*/ 8544 w 10000"/>
              <a:gd name="connsiteY30-7834" fmla="*/ 3135 h 10000"/>
              <a:gd name="connsiteX31-7835" fmla="*/ 8305 w 10000"/>
              <a:gd name="connsiteY31-7836" fmla="*/ 3432 h 10000"/>
              <a:gd name="connsiteX32-7837" fmla="*/ 8305 w 10000"/>
              <a:gd name="connsiteY32-7838" fmla="*/ 3822 h 10000"/>
              <a:gd name="connsiteX33-7839" fmla="*/ 8114 w 10000"/>
              <a:gd name="connsiteY33-7840" fmla="*/ 4119 h 10000"/>
              <a:gd name="connsiteX34-7841" fmla="*/ 7913 w 10000"/>
              <a:gd name="connsiteY34-7842" fmla="*/ 4508 h 10000"/>
              <a:gd name="connsiteX35-7843" fmla="*/ 7711 w 10000"/>
              <a:gd name="connsiteY35-7844" fmla="*/ 4898 h 10000"/>
              <a:gd name="connsiteX36-7845" fmla="*/ 7478 w 10000"/>
              <a:gd name="connsiteY36-7846" fmla="*/ 5288 h 10000"/>
              <a:gd name="connsiteX37-7847" fmla="*/ 7085 w 10000"/>
              <a:gd name="connsiteY37-7848" fmla="*/ 6178 h 10000"/>
              <a:gd name="connsiteX38-7849" fmla="*/ 6890 w 10000"/>
              <a:gd name="connsiteY38-7850" fmla="*/ 6568 h 10000"/>
              <a:gd name="connsiteX39-7851" fmla="*/ 6657 w 10000"/>
              <a:gd name="connsiteY39-7852" fmla="*/ 6957 h 10000"/>
              <a:gd name="connsiteX40-7853" fmla="*/ 6458 w 10000"/>
              <a:gd name="connsiteY40-7854" fmla="*/ 7347 h 10000"/>
              <a:gd name="connsiteX41-7855" fmla="*/ 6259 w 10000"/>
              <a:gd name="connsiteY41-7856" fmla="*/ 7737 h 10000"/>
              <a:gd name="connsiteX42-7857" fmla="*/ 6021 w 10000"/>
              <a:gd name="connsiteY42-7858" fmla="*/ 8033 h 10000"/>
              <a:gd name="connsiteX43-7859" fmla="*/ 6021 w 10000"/>
              <a:gd name="connsiteY43-7860" fmla="*/ 8237 h 10000"/>
              <a:gd name="connsiteX44-7861" fmla="*/ 5825 w 10000"/>
              <a:gd name="connsiteY44-7862" fmla="*/ 8534 h 10000"/>
              <a:gd name="connsiteX45-7863" fmla="*/ 5631 w 10000"/>
              <a:gd name="connsiteY45-7864" fmla="*/ 8720 h 10000"/>
              <a:gd name="connsiteX46-7865" fmla="*/ 5196 w 10000"/>
              <a:gd name="connsiteY46-7866" fmla="*/ 9017 h 10000"/>
              <a:gd name="connsiteX47-7867" fmla="*/ 4801 w 10000"/>
              <a:gd name="connsiteY47-7868" fmla="*/ 9314 h 10000"/>
              <a:gd name="connsiteX48-7869" fmla="*/ 4367 w 10000"/>
              <a:gd name="connsiteY48-7870" fmla="*/ 9610 h 10000"/>
              <a:gd name="connsiteX49-7871" fmla="*/ 3976 w 10000"/>
              <a:gd name="connsiteY49-7872" fmla="*/ 9703 h 10000"/>
              <a:gd name="connsiteX50-7873" fmla="*/ 3540 w 10000"/>
              <a:gd name="connsiteY50-7874" fmla="*/ 9889 h 10000"/>
              <a:gd name="connsiteX51-7875" fmla="*/ 3106 w 10000"/>
              <a:gd name="connsiteY51-7876" fmla="*/ 10000 h 10000"/>
              <a:gd name="connsiteX52-7877" fmla="*/ 2714 w 10000"/>
              <a:gd name="connsiteY52-7878" fmla="*/ 10000 h 10000"/>
              <a:gd name="connsiteX53-7879" fmla="*/ 2280 w 10000"/>
              <a:gd name="connsiteY53-7880" fmla="*/ 10000 h 10000"/>
              <a:gd name="connsiteX54-7881" fmla="*/ 2280 w 10000"/>
              <a:gd name="connsiteY54-7882" fmla="*/ 9889 h 10000"/>
              <a:gd name="connsiteX55-7883" fmla="*/ 2081 w 10000"/>
              <a:gd name="connsiteY55-7884" fmla="*/ 9889 h 10000"/>
              <a:gd name="connsiteX56-7885" fmla="*/ 2081 w 10000"/>
              <a:gd name="connsiteY56-7886" fmla="*/ 9796 h 10000"/>
              <a:gd name="connsiteX57-7887" fmla="*/ 2081 w 10000"/>
              <a:gd name="connsiteY57-7888" fmla="*/ 9610 h 10000"/>
              <a:gd name="connsiteX58-7889" fmla="*/ 2081 w 10000"/>
              <a:gd name="connsiteY58-7890" fmla="*/ 9499 h 10000"/>
              <a:gd name="connsiteX59-7891" fmla="*/ 2081 w 10000"/>
              <a:gd name="connsiteY59-7892" fmla="*/ 9406 h 10000"/>
              <a:gd name="connsiteX60-7893" fmla="*/ 2081 w 10000"/>
              <a:gd name="connsiteY60-7894" fmla="*/ 9202 h 10000"/>
              <a:gd name="connsiteX61-7895" fmla="*/ 2081 w 10000"/>
              <a:gd name="connsiteY61-7896" fmla="*/ 9017 h 10000"/>
              <a:gd name="connsiteX62-7897" fmla="*/ 1888 w 10000"/>
              <a:gd name="connsiteY62-7898" fmla="*/ 8813 h 10000"/>
              <a:gd name="connsiteX63-7899" fmla="*/ 1651 w 10000"/>
              <a:gd name="connsiteY63-7900" fmla="*/ 8534 h 10000"/>
              <a:gd name="connsiteX64-7901" fmla="*/ 1258 w 10000"/>
              <a:gd name="connsiteY64-7902" fmla="*/ 8126 h 10000"/>
              <a:gd name="connsiteX65-7903" fmla="*/ 1061 w 10000"/>
              <a:gd name="connsiteY65-7904" fmla="*/ 7737 h 10000"/>
              <a:gd name="connsiteX66-7905" fmla="*/ 431 w 10000"/>
              <a:gd name="connsiteY66-7906" fmla="*/ 7347 h 10000"/>
              <a:gd name="connsiteX67-7907" fmla="*/ 0 w 10000"/>
              <a:gd name="connsiteY67-7908" fmla="*/ 6753 h 10000"/>
              <a:gd name="connsiteX68-7909" fmla="*/ 431 w 10000"/>
              <a:gd name="connsiteY68-7910" fmla="*/ 6957 h 10000"/>
              <a:gd name="connsiteX69-7911" fmla="*/ 1061 w 10000"/>
              <a:gd name="connsiteY69-7912" fmla="*/ 7161 h 10000"/>
              <a:gd name="connsiteX70-7913" fmla="*/ 1453 w 10000"/>
              <a:gd name="connsiteY70-7914" fmla="*/ 7347 h 10000"/>
              <a:gd name="connsiteX71-7915" fmla="*/ 1888 w 10000"/>
              <a:gd name="connsiteY71-7916" fmla="*/ 7440 h 10000"/>
              <a:gd name="connsiteX72-7917" fmla="*/ 2280 w 10000"/>
              <a:gd name="connsiteY72-7918" fmla="*/ 7551 h 10000"/>
              <a:gd name="connsiteX73-7919" fmla="*/ 2522 w 10000"/>
              <a:gd name="connsiteY73-7920" fmla="*/ 7551 h 10000"/>
              <a:gd name="connsiteX74-7921" fmla="*/ 2714 w 10000"/>
              <a:gd name="connsiteY74-7922" fmla="*/ 7644 h 10000"/>
              <a:gd name="connsiteX75-7923" fmla="*/ 2913 w 10000"/>
              <a:gd name="connsiteY75-7924" fmla="*/ 7644 h 10000"/>
              <a:gd name="connsiteX76-7925" fmla="*/ 3106 w 10000"/>
              <a:gd name="connsiteY76-7926" fmla="*/ 7644 h 10000"/>
              <a:gd name="connsiteX77-7927" fmla="*/ 3344 w 10000"/>
              <a:gd name="connsiteY77-7928" fmla="*/ 7644 h 10000"/>
              <a:gd name="connsiteX78-7929" fmla="*/ 3540 w 10000"/>
              <a:gd name="connsiteY78-7930" fmla="*/ 7551 h 10000"/>
              <a:gd name="connsiteX79-7931" fmla="*/ 3741 w 10000"/>
              <a:gd name="connsiteY79-7932" fmla="*/ 7440 h 10000"/>
              <a:gd name="connsiteX80-7933" fmla="*/ 3741 w 10000"/>
              <a:gd name="connsiteY80-7934" fmla="*/ 7347 h 10000"/>
              <a:gd name="connsiteX81-7935" fmla="*/ 3976 w 10000"/>
              <a:gd name="connsiteY81-7936" fmla="*/ 7254 h 10000"/>
              <a:gd name="connsiteX82-7937" fmla="*/ 4169 w 10000"/>
              <a:gd name="connsiteY82-7938" fmla="*/ 7050 h 10000"/>
              <a:gd name="connsiteX83-7939" fmla="*/ 4169 w 10000"/>
              <a:gd name="connsiteY83-7940" fmla="*/ 6865 h 10000"/>
              <a:gd name="connsiteX84-7941" fmla="*/ 4367 w 10000"/>
              <a:gd name="connsiteY84-7942" fmla="*/ 6660 h 10000"/>
              <a:gd name="connsiteX85-7943" fmla="*/ 4564 w 10000"/>
              <a:gd name="connsiteY85-7944" fmla="*/ 6364 h 10000"/>
              <a:gd name="connsiteX86-7945" fmla="*/ 4801 w 10000"/>
              <a:gd name="connsiteY86-7946" fmla="*/ 6067 h 10000"/>
              <a:gd name="connsiteX87-7947" fmla="*/ 4801 w 10000"/>
              <a:gd name="connsiteY87-7948" fmla="*/ 5677 h 10000"/>
              <a:gd name="connsiteX88-7949" fmla="*/ 5196 w 10000"/>
              <a:gd name="connsiteY88-7950" fmla="*/ 4991 h 10000"/>
              <a:gd name="connsiteX89-7951" fmla="*/ 5438 w 10000"/>
              <a:gd name="connsiteY89-7952" fmla="*/ 4212 h 10000"/>
              <a:gd name="connsiteX90-7953" fmla="*/ 5438 w 10000"/>
              <a:gd name="connsiteY90-7954" fmla="*/ 3525 h 10000"/>
              <a:gd name="connsiteX91-7955" fmla="*/ 5631 w 10000"/>
              <a:gd name="connsiteY91-7956" fmla="*/ 2839 h 10000"/>
              <a:gd name="connsiteX92-7957" fmla="*/ 5631 w 10000"/>
              <a:gd name="connsiteY92-7958" fmla="*/ 2542 h 10000"/>
              <a:gd name="connsiteX93-7959" fmla="*/ 5631 w 10000"/>
              <a:gd name="connsiteY93-7960" fmla="*/ 2263 h 10000"/>
              <a:gd name="connsiteX94-7961" fmla="*/ 5631 w 10000"/>
              <a:gd name="connsiteY94-7962" fmla="*/ 2059 h 10000"/>
              <a:gd name="connsiteX95-7963" fmla="*/ 5631 w 10000"/>
              <a:gd name="connsiteY95-7964" fmla="*/ 1855 h 10000"/>
              <a:gd name="connsiteX96-7965" fmla="*/ 5631 w 10000"/>
              <a:gd name="connsiteY96-7966" fmla="*/ 1670 h 10000"/>
              <a:gd name="connsiteX97-7967" fmla="*/ 5631 w 10000"/>
              <a:gd name="connsiteY97-7968" fmla="*/ 1577 h 10000"/>
              <a:gd name="connsiteX98-7969" fmla="*/ 5438 w 10000"/>
              <a:gd name="connsiteY98-7970" fmla="*/ 1466 h 10000"/>
              <a:gd name="connsiteX99-7971" fmla="*/ 5438 w 10000"/>
              <a:gd name="connsiteY99-7972" fmla="*/ 1373 h 10000"/>
              <a:gd name="connsiteX100-7973" fmla="*/ 5438 w 10000"/>
              <a:gd name="connsiteY100-7974" fmla="*/ 1280 h 10000"/>
              <a:gd name="connsiteX101-7975" fmla="*/ 5196 w 10000"/>
              <a:gd name="connsiteY101-7976" fmla="*/ 1280 h 10000"/>
              <a:gd name="connsiteX102-7977" fmla="*/ 5005 w 10000"/>
              <a:gd name="connsiteY102-7978" fmla="*/ 1169 h 10000"/>
              <a:gd name="connsiteX103-7979" fmla="*/ 5005 w 10000"/>
              <a:gd name="connsiteY103-7980" fmla="*/ 1169 h 10000"/>
              <a:gd name="connsiteX104-7981" fmla="*/ 4564 w 10000"/>
              <a:gd name="connsiteY104-7982" fmla="*/ 1169 h 10000"/>
              <a:gd name="connsiteX105-7983" fmla="*/ 4367 w 10000"/>
              <a:gd name="connsiteY105-7984" fmla="*/ 1169 h 10000"/>
              <a:gd name="connsiteX106-7985" fmla="*/ 4169 w 10000"/>
              <a:gd name="connsiteY106-7986" fmla="*/ 1169 h 10000"/>
              <a:gd name="connsiteX107-7987" fmla="*/ 3741 w 10000"/>
              <a:gd name="connsiteY107-7988" fmla="*/ 1169 h 10000"/>
              <a:gd name="connsiteX108-7989" fmla="*/ 3344 w 10000"/>
              <a:gd name="connsiteY108-7990" fmla="*/ 1169 h 10000"/>
              <a:gd name="connsiteX109-7991" fmla="*/ 2714 w 10000"/>
              <a:gd name="connsiteY109-7992" fmla="*/ 1169 h 10000"/>
              <a:gd name="connsiteX110-7993" fmla="*/ 2280 w 10000"/>
              <a:gd name="connsiteY110-7994" fmla="*/ 1169 h 10000"/>
              <a:gd name="connsiteX111-7995" fmla="*/ 1888 w 10000"/>
              <a:gd name="connsiteY111-7996" fmla="*/ 594 h 10000"/>
              <a:gd name="connsiteX112-7997" fmla="*/ 2714 w 10000"/>
              <a:gd name="connsiteY112-7998" fmla="*/ 482 h 10000"/>
              <a:gd name="connsiteX113-7999" fmla="*/ 3540 w 10000"/>
              <a:gd name="connsiteY113-8000" fmla="*/ 482 h 10000"/>
              <a:gd name="connsiteX114-8001" fmla="*/ 3976 w 10000"/>
              <a:gd name="connsiteY114-8002" fmla="*/ 390 h 10000"/>
              <a:gd name="connsiteX115-8003" fmla="*/ 4367 w 10000"/>
              <a:gd name="connsiteY115-8004" fmla="*/ 297 h 10000"/>
              <a:gd name="connsiteX116-8005" fmla="*/ 4801 w 10000"/>
              <a:gd name="connsiteY116-8006" fmla="*/ 297 h 10000"/>
              <a:gd name="connsiteX117-8007" fmla="*/ 4801 w 10000"/>
              <a:gd name="connsiteY117-8008" fmla="*/ 204 h 10000"/>
              <a:gd name="connsiteX118-8009" fmla="*/ 4801 w 10000"/>
              <a:gd name="connsiteY118-8010" fmla="*/ 204 h 10000"/>
              <a:gd name="connsiteX0-8011" fmla="*/ 4801 w 10000"/>
              <a:gd name="connsiteY0-8012" fmla="*/ 204 h 10000"/>
              <a:gd name="connsiteX1-8013" fmla="*/ 5005 w 10000"/>
              <a:gd name="connsiteY1-8014" fmla="*/ 93 h 10000"/>
              <a:gd name="connsiteX2-8015" fmla="*/ 5438 w 10000"/>
              <a:gd name="connsiteY2-8016" fmla="*/ 93 h 10000"/>
              <a:gd name="connsiteX3-8017" fmla="*/ 5631 w 10000"/>
              <a:gd name="connsiteY3-8018" fmla="*/ 0 h 10000"/>
              <a:gd name="connsiteX4-8019" fmla="*/ 5825 w 10000"/>
              <a:gd name="connsiteY4-8020" fmla="*/ 0 h 10000"/>
              <a:gd name="connsiteX5-8021" fmla="*/ 6259 w 10000"/>
              <a:gd name="connsiteY5-8022" fmla="*/ 93 h 10000"/>
              <a:gd name="connsiteX6-8023" fmla="*/ 6890 w 10000"/>
              <a:gd name="connsiteY6-8024" fmla="*/ 204 h 10000"/>
              <a:gd name="connsiteX7-8025" fmla="*/ 7085 w 10000"/>
              <a:gd name="connsiteY7-8026" fmla="*/ 297 h 10000"/>
              <a:gd name="connsiteX8-8027" fmla="*/ 7478 w 10000"/>
              <a:gd name="connsiteY8-8028" fmla="*/ 482 h 10000"/>
              <a:gd name="connsiteX9-8029" fmla="*/ 7711 w 10000"/>
              <a:gd name="connsiteY9-8030" fmla="*/ 594 h 10000"/>
              <a:gd name="connsiteX10-8031" fmla="*/ 8114 w 10000"/>
              <a:gd name="connsiteY10-8032" fmla="*/ 686 h 10000"/>
              <a:gd name="connsiteX11-8033" fmla="*/ 8544 w 10000"/>
              <a:gd name="connsiteY11-8034" fmla="*/ 891 h 10000"/>
              <a:gd name="connsiteX12-8035" fmla="*/ 8934 w 10000"/>
              <a:gd name="connsiteY12-8036" fmla="*/ 983 h 10000"/>
              <a:gd name="connsiteX13-8037" fmla="*/ 9173 w 10000"/>
              <a:gd name="connsiteY13-8038" fmla="*/ 1169 h 10000"/>
              <a:gd name="connsiteX14-8039" fmla="*/ 9568 w 10000"/>
              <a:gd name="connsiteY14-8040" fmla="*/ 1280 h 10000"/>
              <a:gd name="connsiteX15-8041" fmla="*/ 9762 w 10000"/>
              <a:gd name="connsiteY15-8042" fmla="*/ 1373 h 10000"/>
              <a:gd name="connsiteX16-8043" fmla="*/ 9762 w 10000"/>
              <a:gd name="connsiteY16-8044" fmla="*/ 1466 h 10000"/>
              <a:gd name="connsiteX17-8045" fmla="*/ 10000 w 10000"/>
              <a:gd name="connsiteY17-8046" fmla="*/ 1466 h 10000"/>
              <a:gd name="connsiteX18-8047" fmla="*/ 10000 w 10000"/>
              <a:gd name="connsiteY18-8048" fmla="*/ 1577 h 10000"/>
              <a:gd name="connsiteX19-8049" fmla="*/ 10000 w 10000"/>
              <a:gd name="connsiteY19-8050" fmla="*/ 1670 h 10000"/>
              <a:gd name="connsiteX20-8051" fmla="*/ 9762 w 10000"/>
              <a:gd name="connsiteY20-8052" fmla="*/ 1763 h 10000"/>
              <a:gd name="connsiteX21-8053" fmla="*/ 9568 w 10000"/>
              <a:gd name="connsiteY21-8054" fmla="*/ 1763 h 10000"/>
              <a:gd name="connsiteX22-8055" fmla="*/ 9371 w 10000"/>
              <a:gd name="connsiteY22-8056" fmla="*/ 1855 h 10000"/>
              <a:gd name="connsiteX23-8057" fmla="*/ 9173 w 10000"/>
              <a:gd name="connsiteY23-8058" fmla="*/ 1855 h 10000"/>
              <a:gd name="connsiteX24-8059" fmla="*/ 9173 w 10000"/>
              <a:gd name="connsiteY24-8060" fmla="*/ 1967 h 10000"/>
              <a:gd name="connsiteX25-8061" fmla="*/ 8934 w 10000"/>
              <a:gd name="connsiteY25-8062" fmla="*/ 2059 h 10000"/>
              <a:gd name="connsiteX26-8063" fmla="*/ 8740 w 10000"/>
              <a:gd name="connsiteY26-8064" fmla="*/ 2263 h 10000"/>
              <a:gd name="connsiteX27-8065" fmla="*/ 8740 w 10000"/>
              <a:gd name="connsiteY27-8066" fmla="*/ 2449 h 10000"/>
              <a:gd name="connsiteX28-8067" fmla="*/ 8544 w 10000"/>
              <a:gd name="connsiteY28-8068" fmla="*/ 2653 h 10000"/>
              <a:gd name="connsiteX29-8069" fmla="*/ 8544 w 10000"/>
              <a:gd name="connsiteY29-8070" fmla="*/ 2950 h 10000"/>
              <a:gd name="connsiteX30-8071" fmla="*/ 8544 w 10000"/>
              <a:gd name="connsiteY30-8072" fmla="*/ 3135 h 10000"/>
              <a:gd name="connsiteX31-8073" fmla="*/ 8305 w 10000"/>
              <a:gd name="connsiteY31-8074" fmla="*/ 3432 h 10000"/>
              <a:gd name="connsiteX32-8075" fmla="*/ 8305 w 10000"/>
              <a:gd name="connsiteY32-8076" fmla="*/ 3822 h 10000"/>
              <a:gd name="connsiteX33-8077" fmla="*/ 8114 w 10000"/>
              <a:gd name="connsiteY33-8078" fmla="*/ 4119 h 10000"/>
              <a:gd name="connsiteX34-8079" fmla="*/ 7913 w 10000"/>
              <a:gd name="connsiteY34-8080" fmla="*/ 4508 h 10000"/>
              <a:gd name="connsiteX35-8081" fmla="*/ 7711 w 10000"/>
              <a:gd name="connsiteY35-8082" fmla="*/ 4898 h 10000"/>
              <a:gd name="connsiteX36-8083" fmla="*/ 7478 w 10000"/>
              <a:gd name="connsiteY36-8084" fmla="*/ 5288 h 10000"/>
              <a:gd name="connsiteX37-8085" fmla="*/ 7085 w 10000"/>
              <a:gd name="connsiteY37-8086" fmla="*/ 6178 h 10000"/>
              <a:gd name="connsiteX38-8087" fmla="*/ 6890 w 10000"/>
              <a:gd name="connsiteY38-8088" fmla="*/ 6568 h 10000"/>
              <a:gd name="connsiteX39-8089" fmla="*/ 6657 w 10000"/>
              <a:gd name="connsiteY39-8090" fmla="*/ 6957 h 10000"/>
              <a:gd name="connsiteX40-8091" fmla="*/ 6458 w 10000"/>
              <a:gd name="connsiteY40-8092" fmla="*/ 7347 h 10000"/>
              <a:gd name="connsiteX41-8093" fmla="*/ 6259 w 10000"/>
              <a:gd name="connsiteY41-8094" fmla="*/ 7737 h 10000"/>
              <a:gd name="connsiteX42-8095" fmla="*/ 6021 w 10000"/>
              <a:gd name="connsiteY42-8096" fmla="*/ 8033 h 10000"/>
              <a:gd name="connsiteX43-8097" fmla="*/ 6021 w 10000"/>
              <a:gd name="connsiteY43-8098" fmla="*/ 8237 h 10000"/>
              <a:gd name="connsiteX44-8099" fmla="*/ 5825 w 10000"/>
              <a:gd name="connsiteY44-8100" fmla="*/ 8534 h 10000"/>
              <a:gd name="connsiteX45-8101" fmla="*/ 5631 w 10000"/>
              <a:gd name="connsiteY45-8102" fmla="*/ 8720 h 10000"/>
              <a:gd name="connsiteX46-8103" fmla="*/ 5196 w 10000"/>
              <a:gd name="connsiteY46-8104" fmla="*/ 9017 h 10000"/>
              <a:gd name="connsiteX47-8105" fmla="*/ 4801 w 10000"/>
              <a:gd name="connsiteY47-8106" fmla="*/ 9314 h 10000"/>
              <a:gd name="connsiteX48-8107" fmla="*/ 4367 w 10000"/>
              <a:gd name="connsiteY48-8108" fmla="*/ 9610 h 10000"/>
              <a:gd name="connsiteX49-8109" fmla="*/ 3976 w 10000"/>
              <a:gd name="connsiteY49-8110" fmla="*/ 9703 h 10000"/>
              <a:gd name="connsiteX50-8111" fmla="*/ 3540 w 10000"/>
              <a:gd name="connsiteY50-8112" fmla="*/ 9889 h 10000"/>
              <a:gd name="connsiteX51-8113" fmla="*/ 3106 w 10000"/>
              <a:gd name="connsiteY51-8114" fmla="*/ 10000 h 10000"/>
              <a:gd name="connsiteX52-8115" fmla="*/ 2714 w 10000"/>
              <a:gd name="connsiteY52-8116" fmla="*/ 10000 h 10000"/>
              <a:gd name="connsiteX53-8117" fmla="*/ 2280 w 10000"/>
              <a:gd name="connsiteY53-8118" fmla="*/ 10000 h 10000"/>
              <a:gd name="connsiteX54-8119" fmla="*/ 2280 w 10000"/>
              <a:gd name="connsiteY54-8120" fmla="*/ 9889 h 10000"/>
              <a:gd name="connsiteX55-8121" fmla="*/ 2081 w 10000"/>
              <a:gd name="connsiteY55-8122" fmla="*/ 9889 h 10000"/>
              <a:gd name="connsiteX56-8123" fmla="*/ 2081 w 10000"/>
              <a:gd name="connsiteY56-8124" fmla="*/ 9796 h 10000"/>
              <a:gd name="connsiteX57-8125" fmla="*/ 2081 w 10000"/>
              <a:gd name="connsiteY57-8126" fmla="*/ 9610 h 10000"/>
              <a:gd name="connsiteX58-8127" fmla="*/ 2081 w 10000"/>
              <a:gd name="connsiteY58-8128" fmla="*/ 9499 h 10000"/>
              <a:gd name="connsiteX59-8129" fmla="*/ 2081 w 10000"/>
              <a:gd name="connsiteY59-8130" fmla="*/ 9406 h 10000"/>
              <a:gd name="connsiteX60-8131" fmla="*/ 2081 w 10000"/>
              <a:gd name="connsiteY60-8132" fmla="*/ 9202 h 10000"/>
              <a:gd name="connsiteX61-8133" fmla="*/ 2081 w 10000"/>
              <a:gd name="connsiteY61-8134" fmla="*/ 9017 h 10000"/>
              <a:gd name="connsiteX62-8135" fmla="*/ 1888 w 10000"/>
              <a:gd name="connsiteY62-8136" fmla="*/ 8813 h 10000"/>
              <a:gd name="connsiteX63-8137" fmla="*/ 1651 w 10000"/>
              <a:gd name="connsiteY63-8138" fmla="*/ 8534 h 10000"/>
              <a:gd name="connsiteX64-8139" fmla="*/ 1258 w 10000"/>
              <a:gd name="connsiteY64-8140" fmla="*/ 8126 h 10000"/>
              <a:gd name="connsiteX65-8141" fmla="*/ 1061 w 10000"/>
              <a:gd name="connsiteY65-8142" fmla="*/ 7737 h 10000"/>
              <a:gd name="connsiteX66-8143" fmla="*/ 431 w 10000"/>
              <a:gd name="connsiteY66-8144" fmla="*/ 7347 h 10000"/>
              <a:gd name="connsiteX67-8145" fmla="*/ 0 w 10000"/>
              <a:gd name="connsiteY67-8146" fmla="*/ 6753 h 10000"/>
              <a:gd name="connsiteX68-8147" fmla="*/ 431 w 10000"/>
              <a:gd name="connsiteY68-8148" fmla="*/ 6957 h 10000"/>
              <a:gd name="connsiteX69-8149" fmla="*/ 1061 w 10000"/>
              <a:gd name="connsiteY69-8150" fmla="*/ 7161 h 10000"/>
              <a:gd name="connsiteX70-8151" fmla="*/ 1453 w 10000"/>
              <a:gd name="connsiteY70-8152" fmla="*/ 7347 h 10000"/>
              <a:gd name="connsiteX71-8153" fmla="*/ 1888 w 10000"/>
              <a:gd name="connsiteY71-8154" fmla="*/ 7440 h 10000"/>
              <a:gd name="connsiteX72-8155" fmla="*/ 2280 w 10000"/>
              <a:gd name="connsiteY72-8156" fmla="*/ 7551 h 10000"/>
              <a:gd name="connsiteX73-8157" fmla="*/ 2522 w 10000"/>
              <a:gd name="connsiteY73-8158" fmla="*/ 7551 h 10000"/>
              <a:gd name="connsiteX74-8159" fmla="*/ 2714 w 10000"/>
              <a:gd name="connsiteY74-8160" fmla="*/ 7644 h 10000"/>
              <a:gd name="connsiteX75-8161" fmla="*/ 2913 w 10000"/>
              <a:gd name="connsiteY75-8162" fmla="*/ 7644 h 10000"/>
              <a:gd name="connsiteX76-8163" fmla="*/ 3106 w 10000"/>
              <a:gd name="connsiteY76-8164" fmla="*/ 7644 h 10000"/>
              <a:gd name="connsiteX77-8165" fmla="*/ 3344 w 10000"/>
              <a:gd name="connsiteY77-8166" fmla="*/ 7644 h 10000"/>
              <a:gd name="connsiteX78-8167" fmla="*/ 3540 w 10000"/>
              <a:gd name="connsiteY78-8168" fmla="*/ 7551 h 10000"/>
              <a:gd name="connsiteX79-8169" fmla="*/ 3741 w 10000"/>
              <a:gd name="connsiteY79-8170" fmla="*/ 7440 h 10000"/>
              <a:gd name="connsiteX80-8171" fmla="*/ 3741 w 10000"/>
              <a:gd name="connsiteY80-8172" fmla="*/ 7347 h 10000"/>
              <a:gd name="connsiteX81-8173" fmla="*/ 3976 w 10000"/>
              <a:gd name="connsiteY81-8174" fmla="*/ 7254 h 10000"/>
              <a:gd name="connsiteX82-8175" fmla="*/ 4169 w 10000"/>
              <a:gd name="connsiteY82-8176" fmla="*/ 7050 h 10000"/>
              <a:gd name="connsiteX83-8177" fmla="*/ 4169 w 10000"/>
              <a:gd name="connsiteY83-8178" fmla="*/ 6865 h 10000"/>
              <a:gd name="connsiteX84-8179" fmla="*/ 4367 w 10000"/>
              <a:gd name="connsiteY84-8180" fmla="*/ 6660 h 10000"/>
              <a:gd name="connsiteX85-8181" fmla="*/ 4564 w 10000"/>
              <a:gd name="connsiteY85-8182" fmla="*/ 6364 h 10000"/>
              <a:gd name="connsiteX86-8183" fmla="*/ 4801 w 10000"/>
              <a:gd name="connsiteY86-8184" fmla="*/ 6067 h 10000"/>
              <a:gd name="connsiteX87-8185" fmla="*/ 4801 w 10000"/>
              <a:gd name="connsiteY87-8186" fmla="*/ 5677 h 10000"/>
              <a:gd name="connsiteX88-8187" fmla="*/ 5196 w 10000"/>
              <a:gd name="connsiteY88-8188" fmla="*/ 4991 h 10000"/>
              <a:gd name="connsiteX89-8189" fmla="*/ 5438 w 10000"/>
              <a:gd name="connsiteY89-8190" fmla="*/ 4212 h 10000"/>
              <a:gd name="connsiteX90-8191" fmla="*/ 5438 w 10000"/>
              <a:gd name="connsiteY90-8192" fmla="*/ 3525 h 10000"/>
              <a:gd name="connsiteX91-8193" fmla="*/ 5631 w 10000"/>
              <a:gd name="connsiteY91-8194" fmla="*/ 2839 h 10000"/>
              <a:gd name="connsiteX92-8195" fmla="*/ 5631 w 10000"/>
              <a:gd name="connsiteY92-8196" fmla="*/ 2542 h 10000"/>
              <a:gd name="connsiteX93-8197" fmla="*/ 5631 w 10000"/>
              <a:gd name="connsiteY93-8198" fmla="*/ 2263 h 10000"/>
              <a:gd name="connsiteX94-8199" fmla="*/ 5631 w 10000"/>
              <a:gd name="connsiteY94-8200" fmla="*/ 2059 h 10000"/>
              <a:gd name="connsiteX95-8201" fmla="*/ 5631 w 10000"/>
              <a:gd name="connsiteY95-8202" fmla="*/ 1855 h 10000"/>
              <a:gd name="connsiteX96-8203" fmla="*/ 5631 w 10000"/>
              <a:gd name="connsiteY96-8204" fmla="*/ 1670 h 10000"/>
              <a:gd name="connsiteX97-8205" fmla="*/ 5631 w 10000"/>
              <a:gd name="connsiteY97-8206" fmla="*/ 1577 h 10000"/>
              <a:gd name="connsiteX98-8207" fmla="*/ 5438 w 10000"/>
              <a:gd name="connsiteY98-8208" fmla="*/ 1466 h 10000"/>
              <a:gd name="connsiteX99-8209" fmla="*/ 5438 w 10000"/>
              <a:gd name="connsiteY99-8210" fmla="*/ 1373 h 10000"/>
              <a:gd name="connsiteX100-8211" fmla="*/ 5438 w 10000"/>
              <a:gd name="connsiteY100-8212" fmla="*/ 1280 h 10000"/>
              <a:gd name="connsiteX101-8213" fmla="*/ 5196 w 10000"/>
              <a:gd name="connsiteY101-8214" fmla="*/ 1280 h 10000"/>
              <a:gd name="connsiteX102-8215" fmla="*/ 5005 w 10000"/>
              <a:gd name="connsiteY102-8216" fmla="*/ 1169 h 10000"/>
              <a:gd name="connsiteX103-8217" fmla="*/ 5005 w 10000"/>
              <a:gd name="connsiteY103-8218" fmla="*/ 1169 h 10000"/>
              <a:gd name="connsiteX104-8219" fmla="*/ 4564 w 10000"/>
              <a:gd name="connsiteY104-8220" fmla="*/ 1169 h 10000"/>
              <a:gd name="connsiteX105-8221" fmla="*/ 4367 w 10000"/>
              <a:gd name="connsiteY105-8222" fmla="*/ 1169 h 10000"/>
              <a:gd name="connsiteX106-8223" fmla="*/ 4169 w 10000"/>
              <a:gd name="connsiteY106-8224" fmla="*/ 1169 h 10000"/>
              <a:gd name="connsiteX107-8225" fmla="*/ 3741 w 10000"/>
              <a:gd name="connsiteY107-8226" fmla="*/ 1169 h 10000"/>
              <a:gd name="connsiteX108-8227" fmla="*/ 3344 w 10000"/>
              <a:gd name="connsiteY108-8228" fmla="*/ 1169 h 10000"/>
              <a:gd name="connsiteX109-8229" fmla="*/ 2714 w 10000"/>
              <a:gd name="connsiteY109-8230" fmla="*/ 1169 h 10000"/>
              <a:gd name="connsiteX110-8231" fmla="*/ 1888 w 10000"/>
              <a:gd name="connsiteY110-8232" fmla="*/ 594 h 10000"/>
              <a:gd name="connsiteX111-8233" fmla="*/ 2714 w 10000"/>
              <a:gd name="connsiteY111-8234" fmla="*/ 482 h 10000"/>
              <a:gd name="connsiteX112-8235" fmla="*/ 3540 w 10000"/>
              <a:gd name="connsiteY112-8236" fmla="*/ 482 h 10000"/>
              <a:gd name="connsiteX113-8237" fmla="*/ 3976 w 10000"/>
              <a:gd name="connsiteY113-8238" fmla="*/ 390 h 10000"/>
              <a:gd name="connsiteX114-8239" fmla="*/ 4367 w 10000"/>
              <a:gd name="connsiteY114-8240" fmla="*/ 297 h 10000"/>
              <a:gd name="connsiteX115-8241" fmla="*/ 4801 w 10000"/>
              <a:gd name="connsiteY115-8242" fmla="*/ 297 h 10000"/>
              <a:gd name="connsiteX116-8243" fmla="*/ 4801 w 10000"/>
              <a:gd name="connsiteY116-8244" fmla="*/ 204 h 10000"/>
              <a:gd name="connsiteX117-8245" fmla="*/ 4801 w 10000"/>
              <a:gd name="connsiteY117-8246" fmla="*/ 204 h 10000"/>
              <a:gd name="connsiteX0-8247" fmla="*/ 4801 w 10000"/>
              <a:gd name="connsiteY0-8248" fmla="*/ 204 h 10000"/>
              <a:gd name="connsiteX1-8249" fmla="*/ 5005 w 10000"/>
              <a:gd name="connsiteY1-8250" fmla="*/ 93 h 10000"/>
              <a:gd name="connsiteX2-8251" fmla="*/ 5438 w 10000"/>
              <a:gd name="connsiteY2-8252" fmla="*/ 93 h 10000"/>
              <a:gd name="connsiteX3-8253" fmla="*/ 5631 w 10000"/>
              <a:gd name="connsiteY3-8254" fmla="*/ 0 h 10000"/>
              <a:gd name="connsiteX4-8255" fmla="*/ 5825 w 10000"/>
              <a:gd name="connsiteY4-8256" fmla="*/ 0 h 10000"/>
              <a:gd name="connsiteX5-8257" fmla="*/ 6259 w 10000"/>
              <a:gd name="connsiteY5-8258" fmla="*/ 93 h 10000"/>
              <a:gd name="connsiteX6-8259" fmla="*/ 6890 w 10000"/>
              <a:gd name="connsiteY6-8260" fmla="*/ 204 h 10000"/>
              <a:gd name="connsiteX7-8261" fmla="*/ 7085 w 10000"/>
              <a:gd name="connsiteY7-8262" fmla="*/ 297 h 10000"/>
              <a:gd name="connsiteX8-8263" fmla="*/ 7478 w 10000"/>
              <a:gd name="connsiteY8-8264" fmla="*/ 482 h 10000"/>
              <a:gd name="connsiteX9-8265" fmla="*/ 7711 w 10000"/>
              <a:gd name="connsiteY9-8266" fmla="*/ 594 h 10000"/>
              <a:gd name="connsiteX10-8267" fmla="*/ 8114 w 10000"/>
              <a:gd name="connsiteY10-8268" fmla="*/ 686 h 10000"/>
              <a:gd name="connsiteX11-8269" fmla="*/ 8544 w 10000"/>
              <a:gd name="connsiteY11-8270" fmla="*/ 891 h 10000"/>
              <a:gd name="connsiteX12-8271" fmla="*/ 8934 w 10000"/>
              <a:gd name="connsiteY12-8272" fmla="*/ 983 h 10000"/>
              <a:gd name="connsiteX13-8273" fmla="*/ 9173 w 10000"/>
              <a:gd name="connsiteY13-8274" fmla="*/ 1169 h 10000"/>
              <a:gd name="connsiteX14-8275" fmla="*/ 9568 w 10000"/>
              <a:gd name="connsiteY14-8276" fmla="*/ 1280 h 10000"/>
              <a:gd name="connsiteX15-8277" fmla="*/ 9762 w 10000"/>
              <a:gd name="connsiteY15-8278" fmla="*/ 1373 h 10000"/>
              <a:gd name="connsiteX16-8279" fmla="*/ 9762 w 10000"/>
              <a:gd name="connsiteY16-8280" fmla="*/ 1466 h 10000"/>
              <a:gd name="connsiteX17-8281" fmla="*/ 10000 w 10000"/>
              <a:gd name="connsiteY17-8282" fmla="*/ 1466 h 10000"/>
              <a:gd name="connsiteX18-8283" fmla="*/ 10000 w 10000"/>
              <a:gd name="connsiteY18-8284" fmla="*/ 1577 h 10000"/>
              <a:gd name="connsiteX19-8285" fmla="*/ 10000 w 10000"/>
              <a:gd name="connsiteY19-8286" fmla="*/ 1670 h 10000"/>
              <a:gd name="connsiteX20-8287" fmla="*/ 9762 w 10000"/>
              <a:gd name="connsiteY20-8288" fmla="*/ 1763 h 10000"/>
              <a:gd name="connsiteX21-8289" fmla="*/ 9568 w 10000"/>
              <a:gd name="connsiteY21-8290" fmla="*/ 1763 h 10000"/>
              <a:gd name="connsiteX22-8291" fmla="*/ 9371 w 10000"/>
              <a:gd name="connsiteY22-8292" fmla="*/ 1855 h 10000"/>
              <a:gd name="connsiteX23-8293" fmla="*/ 9173 w 10000"/>
              <a:gd name="connsiteY23-8294" fmla="*/ 1855 h 10000"/>
              <a:gd name="connsiteX24-8295" fmla="*/ 9173 w 10000"/>
              <a:gd name="connsiteY24-8296" fmla="*/ 1967 h 10000"/>
              <a:gd name="connsiteX25-8297" fmla="*/ 8934 w 10000"/>
              <a:gd name="connsiteY25-8298" fmla="*/ 2059 h 10000"/>
              <a:gd name="connsiteX26-8299" fmla="*/ 8740 w 10000"/>
              <a:gd name="connsiteY26-8300" fmla="*/ 2263 h 10000"/>
              <a:gd name="connsiteX27-8301" fmla="*/ 8740 w 10000"/>
              <a:gd name="connsiteY27-8302" fmla="*/ 2449 h 10000"/>
              <a:gd name="connsiteX28-8303" fmla="*/ 8544 w 10000"/>
              <a:gd name="connsiteY28-8304" fmla="*/ 2653 h 10000"/>
              <a:gd name="connsiteX29-8305" fmla="*/ 8544 w 10000"/>
              <a:gd name="connsiteY29-8306" fmla="*/ 2950 h 10000"/>
              <a:gd name="connsiteX30-8307" fmla="*/ 8544 w 10000"/>
              <a:gd name="connsiteY30-8308" fmla="*/ 3135 h 10000"/>
              <a:gd name="connsiteX31-8309" fmla="*/ 8305 w 10000"/>
              <a:gd name="connsiteY31-8310" fmla="*/ 3432 h 10000"/>
              <a:gd name="connsiteX32-8311" fmla="*/ 8305 w 10000"/>
              <a:gd name="connsiteY32-8312" fmla="*/ 3822 h 10000"/>
              <a:gd name="connsiteX33-8313" fmla="*/ 8114 w 10000"/>
              <a:gd name="connsiteY33-8314" fmla="*/ 4119 h 10000"/>
              <a:gd name="connsiteX34-8315" fmla="*/ 7913 w 10000"/>
              <a:gd name="connsiteY34-8316" fmla="*/ 4508 h 10000"/>
              <a:gd name="connsiteX35-8317" fmla="*/ 7711 w 10000"/>
              <a:gd name="connsiteY35-8318" fmla="*/ 4898 h 10000"/>
              <a:gd name="connsiteX36-8319" fmla="*/ 7478 w 10000"/>
              <a:gd name="connsiteY36-8320" fmla="*/ 5288 h 10000"/>
              <a:gd name="connsiteX37-8321" fmla="*/ 7085 w 10000"/>
              <a:gd name="connsiteY37-8322" fmla="*/ 6178 h 10000"/>
              <a:gd name="connsiteX38-8323" fmla="*/ 6890 w 10000"/>
              <a:gd name="connsiteY38-8324" fmla="*/ 6568 h 10000"/>
              <a:gd name="connsiteX39-8325" fmla="*/ 6657 w 10000"/>
              <a:gd name="connsiteY39-8326" fmla="*/ 6957 h 10000"/>
              <a:gd name="connsiteX40-8327" fmla="*/ 6458 w 10000"/>
              <a:gd name="connsiteY40-8328" fmla="*/ 7347 h 10000"/>
              <a:gd name="connsiteX41-8329" fmla="*/ 6259 w 10000"/>
              <a:gd name="connsiteY41-8330" fmla="*/ 7737 h 10000"/>
              <a:gd name="connsiteX42-8331" fmla="*/ 6021 w 10000"/>
              <a:gd name="connsiteY42-8332" fmla="*/ 8033 h 10000"/>
              <a:gd name="connsiteX43-8333" fmla="*/ 6021 w 10000"/>
              <a:gd name="connsiteY43-8334" fmla="*/ 8237 h 10000"/>
              <a:gd name="connsiteX44-8335" fmla="*/ 5825 w 10000"/>
              <a:gd name="connsiteY44-8336" fmla="*/ 8534 h 10000"/>
              <a:gd name="connsiteX45-8337" fmla="*/ 5631 w 10000"/>
              <a:gd name="connsiteY45-8338" fmla="*/ 8720 h 10000"/>
              <a:gd name="connsiteX46-8339" fmla="*/ 5196 w 10000"/>
              <a:gd name="connsiteY46-8340" fmla="*/ 9017 h 10000"/>
              <a:gd name="connsiteX47-8341" fmla="*/ 4801 w 10000"/>
              <a:gd name="connsiteY47-8342" fmla="*/ 9314 h 10000"/>
              <a:gd name="connsiteX48-8343" fmla="*/ 4367 w 10000"/>
              <a:gd name="connsiteY48-8344" fmla="*/ 9610 h 10000"/>
              <a:gd name="connsiteX49-8345" fmla="*/ 3976 w 10000"/>
              <a:gd name="connsiteY49-8346" fmla="*/ 9703 h 10000"/>
              <a:gd name="connsiteX50-8347" fmla="*/ 3540 w 10000"/>
              <a:gd name="connsiteY50-8348" fmla="*/ 9889 h 10000"/>
              <a:gd name="connsiteX51-8349" fmla="*/ 3106 w 10000"/>
              <a:gd name="connsiteY51-8350" fmla="*/ 10000 h 10000"/>
              <a:gd name="connsiteX52-8351" fmla="*/ 2714 w 10000"/>
              <a:gd name="connsiteY52-8352" fmla="*/ 10000 h 10000"/>
              <a:gd name="connsiteX53-8353" fmla="*/ 2280 w 10000"/>
              <a:gd name="connsiteY53-8354" fmla="*/ 10000 h 10000"/>
              <a:gd name="connsiteX54-8355" fmla="*/ 2280 w 10000"/>
              <a:gd name="connsiteY54-8356" fmla="*/ 9889 h 10000"/>
              <a:gd name="connsiteX55-8357" fmla="*/ 2081 w 10000"/>
              <a:gd name="connsiteY55-8358" fmla="*/ 9889 h 10000"/>
              <a:gd name="connsiteX56-8359" fmla="*/ 2081 w 10000"/>
              <a:gd name="connsiteY56-8360" fmla="*/ 9796 h 10000"/>
              <a:gd name="connsiteX57-8361" fmla="*/ 2081 w 10000"/>
              <a:gd name="connsiteY57-8362" fmla="*/ 9610 h 10000"/>
              <a:gd name="connsiteX58-8363" fmla="*/ 2081 w 10000"/>
              <a:gd name="connsiteY58-8364" fmla="*/ 9499 h 10000"/>
              <a:gd name="connsiteX59-8365" fmla="*/ 2081 w 10000"/>
              <a:gd name="connsiteY59-8366" fmla="*/ 9406 h 10000"/>
              <a:gd name="connsiteX60-8367" fmla="*/ 2081 w 10000"/>
              <a:gd name="connsiteY60-8368" fmla="*/ 9202 h 10000"/>
              <a:gd name="connsiteX61-8369" fmla="*/ 2081 w 10000"/>
              <a:gd name="connsiteY61-8370" fmla="*/ 9017 h 10000"/>
              <a:gd name="connsiteX62-8371" fmla="*/ 1888 w 10000"/>
              <a:gd name="connsiteY62-8372" fmla="*/ 8813 h 10000"/>
              <a:gd name="connsiteX63-8373" fmla="*/ 1651 w 10000"/>
              <a:gd name="connsiteY63-8374" fmla="*/ 8534 h 10000"/>
              <a:gd name="connsiteX64-8375" fmla="*/ 1258 w 10000"/>
              <a:gd name="connsiteY64-8376" fmla="*/ 8126 h 10000"/>
              <a:gd name="connsiteX65-8377" fmla="*/ 1061 w 10000"/>
              <a:gd name="connsiteY65-8378" fmla="*/ 7737 h 10000"/>
              <a:gd name="connsiteX66-8379" fmla="*/ 431 w 10000"/>
              <a:gd name="connsiteY66-8380" fmla="*/ 7347 h 10000"/>
              <a:gd name="connsiteX67-8381" fmla="*/ 0 w 10000"/>
              <a:gd name="connsiteY67-8382" fmla="*/ 6753 h 10000"/>
              <a:gd name="connsiteX68-8383" fmla="*/ 431 w 10000"/>
              <a:gd name="connsiteY68-8384" fmla="*/ 6957 h 10000"/>
              <a:gd name="connsiteX69-8385" fmla="*/ 1061 w 10000"/>
              <a:gd name="connsiteY69-8386" fmla="*/ 7161 h 10000"/>
              <a:gd name="connsiteX70-8387" fmla="*/ 1453 w 10000"/>
              <a:gd name="connsiteY70-8388" fmla="*/ 7347 h 10000"/>
              <a:gd name="connsiteX71-8389" fmla="*/ 1888 w 10000"/>
              <a:gd name="connsiteY71-8390" fmla="*/ 7440 h 10000"/>
              <a:gd name="connsiteX72-8391" fmla="*/ 2280 w 10000"/>
              <a:gd name="connsiteY72-8392" fmla="*/ 7551 h 10000"/>
              <a:gd name="connsiteX73-8393" fmla="*/ 2522 w 10000"/>
              <a:gd name="connsiteY73-8394" fmla="*/ 7551 h 10000"/>
              <a:gd name="connsiteX74-8395" fmla="*/ 2714 w 10000"/>
              <a:gd name="connsiteY74-8396" fmla="*/ 7644 h 10000"/>
              <a:gd name="connsiteX75-8397" fmla="*/ 2913 w 10000"/>
              <a:gd name="connsiteY75-8398" fmla="*/ 7644 h 10000"/>
              <a:gd name="connsiteX76-8399" fmla="*/ 3106 w 10000"/>
              <a:gd name="connsiteY76-8400" fmla="*/ 7644 h 10000"/>
              <a:gd name="connsiteX77-8401" fmla="*/ 3344 w 10000"/>
              <a:gd name="connsiteY77-8402" fmla="*/ 7644 h 10000"/>
              <a:gd name="connsiteX78-8403" fmla="*/ 3540 w 10000"/>
              <a:gd name="connsiteY78-8404" fmla="*/ 7551 h 10000"/>
              <a:gd name="connsiteX79-8405" fmla="*/ 3741 w 10000"/>
              <a:gd name="connsiteY79-8406" fmla="*/ 7440 h 10000"/>
              <a:gd name="connsiteX80-8407" fmla="*/ 3741 w 10000"/>
              <a:gd name="connsiteY80-8408" fmla="*/ 7347 h 10000"/>
              <a:gd name="connsiteX81-8409" fmla="*/ 3976 w 10000"/>
              <a:gd name="connsiteY81-8410" fmla="*/ 7254 h 10000"/>
              <a:gd name="connsiteX82-8411" fmla="*/ 4169 w 10000"/>
              <a:gd name="connsiteY82-8412" fmla="*/ 7050 h 10000"/>
              <a:gd name="connsiteX83-8413" fmla="*/ 4169 w 10000"/>
              <a:gd name="connsiteY83-8414" fmla="*/ 6865 h 10000"/>
              <a:gd name="connsiteX84-8415" fmla="*/ 4367 w 10000"/>
              <a:gd name="connsiteY84-8416" fmla="*/ 6660 h 10000"/>
              <a:gd name="connsiteX85-8417" fmla="*/ 4564 w 10000"/>
              <a:gd name="connsiteY85-8418" fmla="*/ 6364 h 10000"/>
              <a:gd name="connsiteX86-8419" fmla="*/ 4801 w 10000"/>
              <a:gd name="connsiteY86-8420" fmla="*/ 6067 h 10000"/>
              <a:gd name="connsiteX87-8421" fmla="*/ 4801 w 10000"/>
              <a:gd name="connsiteY87-8422" fmla="*/ 5677 h 10000"/>
              <a:gd name="connsiteX88-8423" fmla="*/ 5196 w 10000"/>
              <a:gd name="connsiteY88-8424" fmla="*/ 4991 h 10000"/>
              <a:gd name="connsiteX89-8425" fmla="*/ 5438 w 10000"/>
              <a:gd name="connsiteY89-8426" fmla="*/ 4212 h 10000"/>
              <a:gd name="connsiteX90-8427" fmla="*/ 5438 w 10000"/>
              <a:gd name="connsiteY90-8428" fmla="*/ 3525 h 10000"/>
              <a:gd name="connsiteX91-8429" fmla="*/ 5631 w 10000"/>
              <a:gd name="connsiteY91-8430" fmla="*/ 2839 h 10000"/>
              <a:gd name="connsiteX92-8431" fmla="*/ 5631 w 10000"/>
              <a:gd name="connsiteY92-8432" fmla="*/ 2542 h 10000"/>
              <a:gd name="connsiteX93-8433" fmla="*/ 5631 w 10000"/>
              <a:gd name="connsiteY93-8434" fmla="*/ 2263 h 10000"/>
              <a:gd name="connsiteX94-8435" fmla="*/ 5631 w 10000"/>
              <a:gd name="connsiteY94-8436" fmla="*/ 2059 h 10000"/>
              <a:gd name="connsiteX95-8437" fmla="*/ 5631 w 10000"/>
              <a:gd name="connsiteY95-8438" fmla="*/ 1855 h 10000"/>
              <a:gd name="connsiteX96-8439" fmla="*/ 5631 w 10000"/>
              <a:gd name="connsiteY96-8440" fmla="*/ 1670 h 10000"/>
              <a:gd name="connsiteX97-8441" fmla="*/ 5631 w 10000"/>
              <a:gd name="connsiteY97-8442" fmla="*/ 1577 h 10000"/>
              <a:gd name="connsiteX98-8443" fmla="*/ 5438 w 10000"/>
              <a:gd name="connsiteY98-8444" fmla="*/ 1466 h 10000"/>
              <a:gd name="connsiteX99-8445" fmla="*/ 5438 w 10000"/>
              <a:gd name="connsiteY99-8446" fmla="*/ 1373 h 10000"/>
              <a:gd name="connsiteX100-8447" fmla="*/ 5438 w 10000"/>
              <a:gd name="connsiteY100-8448" fmla="*/ 1280 h 10000"/>
              <a:gd name="connsiteX101-8449" fmla="*/ 5196 w 10000"/>
              <a:gd name="connsiteY101-8450" fmla="*/ 1280 h 10000"/>
              <a:gd name="connsiteX102-8451" fmla="*/ 5005 w 10000"/>
              <a:gd name="connsiteY102-8452" fmla="*/ 1169 h 10000"/>
              <a:gd name="connsiteX103-8453" fmla="*/ 5005 w 10000"/>
              <a:gd name="connsiteY103-8454" fmla="*/ 1169 h 10000"/>
              <a:gd name="connsiteX104-8455" fmla="*/ 4564 w 10000"/>
              <a:gd name="connsiteY104-8456" fmla="*/ 1169 h 10000"/>
              <a:gd name="connsiteX105-8457" fmla="*/ 4367 w 10000"/>
              <a:gd name="connsiteY105-8458" fmla="*/ 1169 h 10000"/>
              <a:gd name="connsiteX106-8459" fmla="*/ 4169 w 10000"/>
              <a:gd name="connsiteY106-8460" fmla="*/ 1169 h 10000"/>
              <a:gd name="connsiteX107-8461" fmla="*/ 3741 w 10000"/>
              <a:gd name="connsiteY107-8462" fmla="*/ 1169 h 10000"/>
              <a:gd name="connsiteX108-8463" fmla="*/ 3344 w 10000"/>
              <a:gd name="connsiteY108-8464" fmla="*/ 1169 h 10000"/>
              <a:gd name="connsiteX109-8465" fmla="*/ 1888 w 10000"/>
              <a:gd name="connsiteY109-8466" fmla="*/ 594 h 10000"/>
              <a:gd name="connsiteX110-8467" fmla="*/ 2714 w 10000"/>
              <a:gd name="connsiteY110-8468" fmla="*/ 482 h 10000"/>
              <a:gd name="connsiteX111-8469" fmla="*/ 3540 w 10000"/>
              <a:gd name="connsiteY111-8470" fmla="*/ 482 h 10000"/>
              <a:gd name="connsiteX112-8471" fmla="*/ 3976 w 10000"/>
              <a:gd name="connsiteY112-8472" fmla="*/ 390 h 10000"/>
              <a:gd name="connsiteX113-8473" fmla="*/ 4367 w 10000"/>
              <a:gd name="connsiteY113-8474" fmla="*/ 297 h 10000"/>
              <a:gd name="connsiteX114-8475" fmla="*/ 4801 w 10000"/>
              <a:gd name="connsiteY114-8476" fmla="*/ 297 h 10000"/>
              <a:gd name="connsiteX115-8477" fmla="*/ 4801 w 10000"/>
              <a:gd name="connsiteY115-8478" fmla="*/ 204 h 10000"/>
              <a:gd name="connsiteX116-8479" fmla="*/ 4801 w 10000"/>
              <a:gd name="connsiteY116-8480" fmla="*/ 204 h 10000"/>
              <a:gd name="connsiteX0-8481" fmla="*/ 4801 w 10000"/>
              <a:gd name="connsiteY0-8482" fmla="*/ 204 h 10000"/>
              <a:gd name="connsiteX1-8483" fmla="*/ 5005 w 10000"/>
              <a:gd name="connsiteY1-8484" fmla="*/ 93 h 10000"/>
              <a:gd name="connsiteX2-8485" fmla="*/ 5438 w 10000"/>
              <a:gd name="connsiteY2-8486" fmla="*/ 93 h 10000"/>
              <a:gd name="connsiteX3-8487" fmla="*/ 5631 w 10000"/>
              <a:gd name="connsiteY3-8488" fmla="*/ 0 h 10000"/>
              <a:gd name="connsiteX4-8489" fmla="*/ 5825 w 10000"/>
              <a:gd name="connsiteY4-8490" fmla="*/ 0 h 10000"/>
              <a:gd name="connsiteX5-8491" fmla="*/ 6259 w 10000"/>
              <a:gd name="connsiteY5-8492" fmla="*/ 93 h 10000"/>
              <a:gd name="connsiteX6-8493" fmla="*/ 6890 w 10000"/>
              <a:gd name="connsiteY6-8494" fmla="*/ 204 h 10000"/>
              <a:gd name="connsiteX7-8495" fmla="*/ 7085 w 10000"/>
              <a:gd name="connsiteY7-8496" fmla="*/ 297 h 10000"/>
              <a:gd name="connsiteX8-8497" fmla="*/ 7478 w 10000"/>
              <a:gd name="connsiteY8-8498" fmla="*/ 482 h 10000"/>
              <a:gd name="connsiteX9-8499" fmla="*/ 7711 w 10000"/>
              <a:gd name="connsiteY9-8500" fmla="*/ 594 h 10000"/>
              <a:gd name="connsiteX10-8501" fmla="*/ 8114 w 10000"/>
              <a:gd name="connsiteY10-8502" fmla="*/ 686 h 10000"/>
              <a:gd name="connsiteX11-8503" fmla="*/ 8544 w 10000"/>
              <a:gd name="connsiteY11-8504" fmla="*/ 891 h 10000"/>
              <a:gd name="connsiteX12-8505" fmla="*/ 8934 w 10000"/>
              <a:gd name="connsiteY12-8506" fmla="*/ 983 h 10000"/>
              <a:gd name="connsiteX13-8507" fmla="*/ 9173 w 10000"/>
              <a:gd name="connsiteY13-8508" fmla="*/ 1169 h 10000"/>
              <a:gd name="connsiteX14-8509" fmla="*/ 9568 w 10000"/>
              <a:gd name="connsiteY14-8510" fmla="*/ 1280 h 10000"/>
              <a:gd name="connsiteX15-8511" fmla="*/ 9762 w 10000"/>
              <a:gd name="connsiteY15-8512" fmla="*/ 1373 h 10000"/>
              <a:gd name="connsiteX16-8513" fmla="*/ 9762 w 10000"/>
              <a:gd name="connsiteY16-8514" fmla="*/ 1466 h 10000"/>
              <a:gd name="connsiteX17-8515" fmla="*/ 10000 w 10000"/>
              <a:gd name="connsiteY17-8516" fmla="*/ 1466 h 10000"/>
              <a:gd name="connsiteX18-8517" fmla="*/ 10000 w 10000"/>
              <a:gd name="connsiteY18-8518" fmla="*/ 1577 h 10000"/>
              <a:gd name="connsiteX19-8519" fmla="*/ 10000 w 10000"/>
              <a:gd name="connsiteY19-8520" fmla="*/ 1670 h 10000"/>
              <a:gd name="connsiteX20-8521" fmla="*/ 9762 w 10000"/>
              <a:gd name="connsiteY20-8522" fmla="*/ 1763 h 10000"/>
              <a:gd name="connsiteX21-8523" fmla="*/ 9568 w 10000"/>
              <a:gd name="connsiteY21-8524" fmla="*/ 1763 h 10000"/>
              <a:gd name="connsiteX22-8525" fmla="*/ 9371 w 10000"/>
              <a:gd name="connsiteY22-8526" fmla="*/ 1855 h 10000"/>
              <a:gd name="connsiteX23-8527" fmla="*/ 9173 w 10000"/>
              <a:gd name="connsiteY23-8528" fmla="*/ 1855 h 10000"/>
              <a:gd name="connsiteX24-8529" fmla="*/ 9173 w 10000"/>
              <a:gd name="connsiteY24-8530" fmla="*/ 1967 h 10000"/>
              <a:gd name="connsiteX25-8531" fmla="*/ 8934 w 10000"/>
              <a:gd name="connsiteY25-8532" fmla="*/ 2059 h 10000"/>
              <a:gd name="connsiteX26-8533" fmla="*/ 8740 w 10000"/>
              <a:gd name="connsiteY26-8534" fmla="*/ 2263 h 10000"/>
              <a:gd name="connsiteX27-8535" fmla="*/ 8740 w 10000"/>
              <a:gd name="connsiteY27-8536" fmla="*/ 2449 h 10000"/>
              <a:gd name="connsiteX28-8537" fmla="*/ 8544 w 10000"/>
              <a:gd name="connsiteY28-8538" fmla="*/ 2653 h 10000"/>
              <a:gd name="connsiteX29-8539" fmla="*/ 8544 w 10000"/>
              <a:gd name="connsiteY29-8540" fmla="*/ 2950 h 10000"/>
              <a:gd name="connsiteX30-8541" fmla="*/ 8544 w 10000"/>
              <a:gd name="connsiteY30-8542" fmla="*/ 3135 h 10000"/>
              <a:gd name="connsiteX31-8543" fmla="*/ 8305 w 10000"/>
              <a:gd name="connsiteY31-8544" fmla="*/ 3432 h 10000"/>
              <a:gd name="connsiteX32-8545" fmla="*/ 8305 w 10000"/>
              <a:gd name="connsiteY32-8546" fmla="*/ 3822 h 10000"/>
              <a:gd name="connsiteX33-8547" fmla="*/ 8114 w 10000"/>
              <a:gd name="connsiteY33-8548" fmla="*/ 4119 h 10000"/>
              <a:gd name="connsiteX34-8549" fmla="*/ 7913 w 10000"/>
              <a:gd name="connsiteY34-8550" fmla="*/ 4508 h 10000"/>
              <a:gd name="connsiteX35-8551" fmla="*/ 7711 w 10000"/>
              <a:gd name="connsiteY35-8552" fmla="*/ 4898 h 10000"/>
              <a:gd name="connsiteX36-8553" fmla="*/ 7478 w 10000"/>
              <a:gd name="connsiteY36-8554" fmla="*/ 5288 h 10000"/>
              <a:gd name="connsiteX37-8555" fmla="*/ 7085 w 10000"/>
              <a:gd name="connsiteY37-8556" fmla="*/ 6178 h 10000"/>
              <a:gd name="connsiteX38-8557" fmla="*/ 6890 w 10000"/>
              <a:gd name="connsiteY38-8558" fmla="*/ 6568 h 10000"/>
              <a:gd name="connsiteX39-8559" fmla="*/ 6657 w 10000"/>
              <a:gd name="connsiteY39-8560" fmla="*/ 6957 h 10000"/>
              <a:gd name="connsiteX40-8561" fmla="*/ 6458 w 10000"/>
              <a:gd name="connsiteY40-8562" fmla="*/ 7347 h 10000"/>
              <a:gd name="connsiteX41-8563" fmla="*/ 6259 w 10000"/>
              <a:gd name="connsiteY41-8564" fmla="*/ 7737 h 10000"/>
              <a:gd name="connsiteX42-8565" fmla="*/ 6021 w 10000"/>
              <a:gd name="connsiteY42-8566" fmla="*/ 8033 h 10000"/>
              <a:gd name="connsiteX43-8567" fmla="*/ 6021 w 10000"/>
              <a:gd name="connsiteY43-8568" fmla="*/ 8237 h 10000"/>
              <a:gd name="connsiteX44-8569" fmla="*/ 5825 w 10000"/>
              <a:gd name="connsiteY44-8570" fmla="*/ 8534 h 10000"/>
              <a:gd name="connsiteX45-8571" fmla="*/ 5631 w 10000"/>
              <a:gd name="connsiteY45-8572" fmla="*/ 8720 h 10000"/>
              <a:gd name="connsiteX46-8573" fmla="*/ 5196 w 10000"/>
              <a:gd name="connsiteY46-8574" fmla="*/ 9017 h 10000"/>
              <a:gd name="connsiteX47-8575" fmla="*/ 4801 w 10000"/>
              <a:gd name="connsiteY47-8576" fmla="*/ 9314 h 10000"/>
              <a:gd name="connsiteX48-8577" fmla="*/ 4367 w 10000"/>
              <a:gd name="connsiteY48-8578" fmla="*/ 9610 h 10000"/>
              <a:gd name="connsiteX49-8579" fmla="*/ 3976 w 10000"/>
              <a:gd name="connsiteY49-8580" fmla="*/ 9703 h 10000"/>
              <a:gd name="connsiteX50-8581" fmla="*/ 3540 w 10000"/>
              <a:gd name="connsiteY50-8582" fmla="*/ 9889 h 10000"/>
              <a:gd name="connsiteX51-8583" fmla="*/ 3106 w 10000"/>
              <a:gd name="connsiteY51-8584" fmla="*/ 10000 h 10000"/>
              <a:gd name="connsiteX52-8585" fmla="*/ 2714 w 10000"/>
              <a:gd name="connsiteY52-8586" fmla="*/ 10000 h 10000"/>
              <a:gd name="connsiteX53-8587" fmla="*/ 2280 w 10000"/>
              <a:gd name="connsiteY53-8588" fmla="*/ 10000 h 10000"/>
              <a:gd name="connsiteX54-8589" fmla="*/ 2280 w 10000"/>
              <a:gd name="connsiteY54-8590" fmla="*/ 9889 h 10000"/>
              <a:gd name="connsiteX55-8591" fmla="*/ 2081 w 10000"/>
              <a:gd name="connsiteY55-8592" fmla="*/ 9889 h 10000"/>
              <a:gd name="connsiteX56-8593" fmla="*/ 2081 w 10000"/>
              <a:gd name="connsiteY56-8594" fmla="*/ 9796 h 10000"/>
              <a:gd name="connsiteX57-8595" fmla="*/ 2081 w 10000"/>
              <a:gd name="connsiteY57-8596" fmla="*/ 9610 h 10000"/>
              <a:gd name="connsiteX58-8597" fmla="*/ 2081 w 10000"/>
              <a:gd name="connsiteY58-8598" fmla="*/ 9499 h 10000"/>
              <a:gd name="connsiteX59-8599" fmla="*/ 2081 w 10000"/>
              <a:gd name="connsiteY59-8600" fmla="*/ 9406 h 10000"/>
              <a:gd name="connsiteX60-8601" fmla="*/ 2081 w 10000"/>
              <a:gd name="connsiteY60-8602" fmla="*/ 9202 h 10000"/>
              <a:gd name="connsiteX61-8603" fmla="*/ 2081 w 10000"/>
              <a:gd name="connsiteY61-8604" fmla="*/ 9017 h 10000"/>
              <a:gd name="connsiteX62-8605" fmla="*/ 1888 w 10000"/>
              <a:gd name="connsiteY62-8606" fmla="*/ 8813 h 10000"/>
              <a:gd name="connsiteX63-8607" fmla="*/ 1651 w 10000"/>
              <a:gd name="connsiteY63-8608" fmla="*/ 8534 h 10000"/>
              <a:gd name="connsiteX64-8609" fmla="*/ 1258 w 10000"/>
              <a:gd name="connsiteY64-8610" fmla="*/ 8126 h 10000"/>
              <a:gd name="connsiteX65-8611" fmla="*/ 1061 w 10000"/>
              <a:gd name="connsiteY65-8612" fmla="*/ 7737 h 10000"/>
              <a:gd name="connsiteX66-8613" fmla="*/ 431 w 10000"/>
              <a:gd name="connsiteY66-8614" fmla="*/ 7347 h 10000"/>
              <a:gd name="connsiteX67-8615" fmla="*/ 0 w 10000"/>
              <a:gd name="connsiteY67-8616" fmla="*/ 6753 h 10000"/>
              <a:gd name="connsiteX68-8617" fmla="*/ 431 w 10000"/>
              <a:gd name="connsiteY68-8618" fmla="*/ 6957 h 10000"/>
              <a:gd name="connsiteX69-8619" fmla="*/ 1061 w 10000"/>
              <a:gd name="connsiteY69-8620" fmla="*/ 7161 h 10000"/>
              <a:gd name="connsiteX70-8621" fmla="*/ 1453 w 10000"/>
              <a:gd name="connsiteY70-8622" fmla="*/ 7347 h 10000"/>
              <a:gd name="connsiteX71-8623" fmla="*/ 1888 w 10000"/>
              <a:gd name="connsiteY71-8624" fmla="*/ 7440 h 10000"/>
              <a:gd name="connsiteX72-8625" fmla="*/ 2280 w 10000"/>
              <a:gd name="connsiteY72-8626" fmla="*/ 7551 h 10000"/>
              <a:gd name="connsiteX73-8627" fmla="*/ 2522 w 10000"/>
              <a:gd name="connsiteY73-8628" fmla="*/ 7551 h 10000"/>
              <a:gd name="connsiteX74-8629" fmla="*/ 2714 w 10000"/>
              <a:gd name="connsiteY74-8630" fmla="*/ 7644 h 10000"/>
              <a:gd name="connsiteX75-8631" fmla="*/ 2913 w 10000"/>
              <a:gd name="connsiteY75-8632" fmla="*/ 7644 h 10000"/>
              <a:gd name="connsiteX76-8633" fmla="*/ 3106 w 10000"/>
              <a:gd name="connsiteY76-8634" fmla="*/ 7644 h 10000"/>
              <a:gd name="connsiteX77-8635" fmla="*/ 3344 w 10000"/>
              <a:gd name="connsiteY77-8636" fmla="*/ 7644 h 10000"/>
              <a:gd name="connsiteX78-8637" fmla="*/ 3540 w 10000"/>
              <a:gd name="connsiteY78-8638" fmla="*/ 7551 h 10000"/>
              <a:gd name="connsiteX79-8639" fmla="*/ 3741 w 10000"/>
              <a:gd name="connsiteY79-8640" fmla="*/ 7440 h 10000"/>
              <a:gd name="connsiteX80-8641" fmla="*/ 3741 w 10000"/>
              <a:gd name="connsiteY80-8642" fmla="*/ 7347 h 10000"/>
              <a:gd name="connsiteX81-8643" fmla="*/ 3976 w 10000"/>
              <a:gd name="connsiteY81-8644" fmla="*/ 7254 h 10000"/>
              <a:gd name="connsiteX82-8645" fmla="*/ 4169 w 10000"/>
              <a:gd name="connsiteY82-8646" fmla="*/ 7050 h 10000"/>
              <a:gd name="connsiteX83-8647" fmla="*/ 4169 w 10000"/>
              <a:gd name="connsiteY83-8648" fmla="*/ 6865 h 10000"/>
              <a:gd name="connsiteX84-8649" fmla="*/ 4367 w 10000"/>
              <a:gd name="connsiteY84-8650" fmla="*/ 6660 h 10000"/>
              <a:gd name="connsiteX85-8651" fmla="*/ 4564 w 10000"/>
              <a:gd name="connsiteY85-8652" fmla="*/ 6364 h 10000"/>
              <a:gd name="connsiteX86-8653" fmla="*/ 4801 w 10000"/>
              <a:gd name="connsiteY86-8654" fmla="*/ 6067 h 10000"/>
              <a:gd name="connsiteX87-8655" fmla="*/ 4801 w 10000"/>
              <a:gd name="connsiteY87-8656" fmla="*/ 5677 h 10000"/>
              <a:gd name="connsiteX88-8657" fmla="*/ 5196 w 10000"/>
              <a:gd name="connsiteY88-8658" fmla="*/ 4991 h 10000"/>
              <a:gd name="connsiteX89-8659" fmla="*/ 5438 w 10000"/>
              <a:gd name="connsiteY89-8660" fmla="*/ 4212 h 10000"/>
              <a:gd name="connsiteX90-8661" fmla="*/ 5438 w 10000"/>
              <a:gd name="connsiteY90-8662" fmla="*/ 3525 h 10000"/>
              <a:gd name="connsiteX91-8663" fmla="*/ 5631 w 10000"/>
              <a:gd name="connsiteY91-8664" fmla="*/ 2839 h 10000"/>
              <a:gd name="connsiteX92-8665" fmla="*/ 5631 w 10000"/>
              <a:gd name="connsiteY92-8666" fmla="*/ 2542 h 10000"/>
              <a:gd name="connsiteX93-8667" fmla="*/ 5631 w 10000"/>
              <a:gd name="connsiteY93-8668" fmla="*/ 2263 h 10000"/>
              <a:gd name="connsiteX94-8669" fmla="*/ 5631 w 10000"/>
              <a:gd name="connsiteY94-8670" fmla="*/ 2059 h 10000"/>
              <a:gd name="connsiteX95-8671" fmla="*/ 5631 w 10000"/>
              <a:gd name="connsiteY95-8672" fmla="*/ 1855 h 10000"/>
              <a:gd name="connsiteX96-8673" fmla="*/ 5631 w 10000"/>
              <a:gd name="connsiteY96-8674" fmla="*/ 1670 h 10000"/>
              <a:gd name="connsiteX97-8675" fmla="*/ 5631 w 10000"/>
              <a:gd name="connsiteY97-8676" fmla="*/ 1577 h 10000"/>
              <a:gd name="connsiteX98-8677" fmla="*/ 5438 w 10000"/>
              <a:gd name="connsiteY98-8678" fmla="*/ 1466 h 10000"/>
              <a:gd name="connsiteX99-8679" fmla="*/ 5438 w 10000"/>
              <a:gd name="connsiteY99-8680" fmla="*/ 1373 h 10000"/>
              <a:gd name="connsiteX100-8681" fmla="*/ 5438 w 10000"/>
              <a:gd name="connsiteY100-8682" fmla="*/ 1280 h 10000"/>
              <a:gd name="connsiteX101-8683" fmla="*/ 5196 w 10000"/>
              <a:gd name="connsiteY101-8684" fmla="*/ 1280 h 10000"/>
              <a:gd name="connsiteX102-8685" fmla="*/ 5005 w 10000"/>
              <a:gd name="connsiteY102-8686" fmla="*/ 1169 h 10000"/>
              <a:gd name="connsiteX103-8687" fmla="*/ 5005 w 10000"/>
              <a:gd name="connsiteY103-8688" fmla="*/ 1169 h 10000"/>
              <a:gd name="connsiteX104-8689" fmla="*/ 4564 w 10000"/>
              <a:gd name="connsiteY104-8690" fmla="*/ 1169 h 10000"/>
              <a:gd name="connsiteX105-8691" fmla="*/ 4367 w 10000"/>
              <a:gd name="connsiteY105-8692" fmla="*/ 1169 h 10000"/>
              <a:gd name="connsiteX106-8693" fmla="*/ 4169 w 10000"/>
              <a:gd name="connsiteY106-8694" fmla="*/ 1169 h 10000"/>
              <a:gd name="connsiteX107-8695" fmla="*/ 3741 w 10000"/>
              <a:gd name="connsiteY107-8696" fmla="*/ 1169 h 10000"/>
              <a:gd name="connsiteX108-8697" fmla="*/ 3344 w 10000"/>
              <a:gd name="connsiteY108-8698" fmla="*/ 1169 h 10000"/>
              <a:gd name="connsiteX109-8699" fmla="*/ 2714 w 10000"/>
              <a:gd name="connsiteY109-8700" fmla="*/ 482 h 10000"/>
              <a:gd name="connsiteX110-8701" fmla="*/ 3540 w 10000"/>
              <a:gd name="connsiteY110-8702" fmla="*/ 482 h 10000"/>
              <a:gd name="connsiteX111-8703" fmla="*/ 3976 w 10000"/>
              <a:gd name="connsiteY111-8704" fmla="*/ 390 h 10000"/>
              <a:gd name="connsiteX112-8705" fmla="*/ 4367 w 10000"/>
              <a:gd name="connsiteY112-8706" fmla="*/ 297 h 10000"/>
              <a:gd name="connsiteX113-8707" fmla="*/ 4801 w 10000"/>
              <a:gd name="connsiteY113-8708" fmla="*/ 297 h 10000"/>
              <a:gd name="connsiteX114-8709" fmla="*/ 4801 w 10000"/>
              <a:gd name="connsiteY114-8710" fmla="*/ 204 h 10000"/>
              <a:gd name="connsiteX115-8711" fmla="*/ 4801 w 10000"/>
              <a:gd name="connsiteY115-8712" fmla="*/ 204 h 10000"/>
              <a:gd name="connsiteX0-8713" fmla="*/ 4801 w 10000"/>
              <a:gd name="connsiteY0-8714" fmla="*/ 204 h 10000"/>
              <a:gd name="connsiteX1-8715" fmla="*/ 5005 w 10000"/>
              <a:gd name="connsiteY1-8716" fmla="*/ 93 h 10000"/>
              <a:gd name="connsiteX2-8717" fmla="*/ 5438 w 10000"/>
              <a:gd name="connsiteY2-8718" fmla="*/ 93 h 10000"/>
              <a:gd name="connsiteX3-8719" fmla="*/ 5631 w 10000"/>
              <a:gd name="connsiteY3-8720" fmla="*/ 0 h 10000"/>
              <a:gd name="connsiteX4-8721" fmla="*/ 5825 w 10000"/>
              <a:gd name="connsiteY4-8722" fmla="*/ 0 h 10000"/>
              <a:gd name="connsiteX5-8723" fmla="*/ 6259 w 10000"/>
              <a:gd name="connsiteY5-8724" fmla="*/ 93 h 10000"/>
              <a:gd name="connsiteX6-8725" fmla="*/ 6890 w 10000"/>
              <a:gd name="connsiteY6-8726" fmla="*/ 204 h 10000"/>
              <a:gd name="connsiteX7-8727" fmla="*/ 7085 w 10000"/>
              <a:gd name="connsiteY7-8728" fmla="*/ 297 h 10000"/>
              <a:gd name="connsiteX8-8729" fmla="*/ 7478 w 10000"/>
              <a:gd name="connsiteY8-8730" fmla="*/ 482 h 10000"/>
              <a:gd name="connsiteX9-8731" fmla="*/ 7711 w 10000"/>
              <a:gd name="connsiteY9-8732" fmla="*/ 594 h 10000"/>
              <a:gd name="connsiteX10-8733" fmla="*/ 8114 w 10000"/>
              <a:gd name="connsiteY10-8734" fmla="*/ 686 h 10000"/>
              <a:gd name="connsiteX11-8735" fmla="*/ 8544 w 10000"/>
              <a:gd name="connsiteY11-8736" fmla="*/ 891 h 10000"/>
              <a:gd name="connsiteX12-8737" fmla="*/ 8934 w 10000"/>
              <a:gd name="connsiteY12-8738" fmla="*/ 983 h 10000"/>
              <a:gd name="connsiteX13-8739" fmla="*/ 9173 w 10000"/>
              <a:gd name="connsiteY13-8740" fmla="*/ 1169 h 10000"/>
              <a:gd name="connsiteX14-8741" fmla="*/ 9568 w 10000"/>
              <a:gd name="connsiteY14-8742" fmla="*/ 1280 h 10000"/>
              <a:gd name="connsiteX15-8743" fmla="*/ 9762 w 10000"/>
              <a:gd name="connsiteY15-8744" fmla="*/ 1373 h 10000"/>
              <a:gd name="connsiteX16-8745" fmla="*/ 9762 w 10000"/>
              <a:gd name="connsiteY16-8746" fmla="*/ 1466 h 10000"/>
              <a:gd name="connsiteX17-8747" fmla="*/ 10000 w 10000"/>
              <a:gd name="connsiteY17-8748" fmla="*/ 1466 h 10000"/>
              <a:gd name="connsiteX18-8749" fmla="*/ 10000 w 10000"/>
              <a:gd name="connsiteY18-8750" fmla="*/ 1577 h 10000"/>
              <a:gd name="connsiteX19-8751" fmla="*/ 10000 w 10000"/>
              <a:gd name="connsiteY19-8752" fmla="*/ 1670 h 10000"/>
              <a:gd name="connsiteX20-8753" fmla="*/ 9762 w 10000"/>
              <a:gd name="connsiteY20-8754" fmla="*/ 1763 h 10000"/>
              <a:gd name="connsiteX21-8755" fmla="*/ 9568 w 10000"/>
              <a:gd name="connsiteY21-8756" fmla="*/ 1763 h 10000"/>
              <a:gd name="connsiteX22-8757" fmla="*/ 9371 w 10000"/>
              <a:gd name="connsiteY22-8758" fmla="*/ 1855 h 10000"/>
              <a:gd name="connsiteX23-8759" fmla="*/ 9173 w 10000"/>
              <a:gd name="connsiteY23-8760" fmla="*/ 1855 h 10000"/>
              <a:gd name="connsiteX24-8761" fmla="*/ 9173 w 10000"/>
              <a:gd name="connsiteY24-8762" fmla="*/ 1967 h 10000"/>
              <a:gd name="connsiteX25-8763" fmla="*/ 8934 w 10000"/>
              <a:gd name="connsiteY25-8764" fmla="*/ 2059 h 10000"/>
              <a:gd name="connsiteX26-8765" fmla="*/ 8740 w 10000"/>
              <a:gd name="connsiteY26-8766" fmla="*/ 2263 h 10000"/>
              <a:gd name="connsiteX27-8767" fmla="*/ 8740 w 10000"/>
              <a:gd name="connsiteY27-8768" fmla="*/ 2449 h 10000"/>
              <a:gd name="connsiteX28-8769" fmla="*/ 8544 w 10000"/>
              <a:gd name="connsiteY28-8770" fmla="*/ 2653 h 10000"/>
              <a:gd name="connsiteX29-8771" fmla="*/ 8544 w 10000"/>
              <a:gd name="connsiteY29-8772" fmla="*/ 2950 h 10000"/>
              <a:gd name="connsiteX30-8773" fmla="*/ 8544 w 10000"/>
              <a:gd name="connsiteY30-8774" fmla="*/ 3135 h 10000"/>
              <a:gd name="connsiteX31-8775" fmla="*/ 8305 w 10000"/>
              <a:gd name="connsiteY31-8776" fmla="*/ 3432 h 10000"/>
              <a:gd name="connsiteX32-8777" fmla="*/ 8305 w 10000"/>
              <a:gd name="connsiteY32-8778" fmla="*/ 3822 h 10000"/>
              <a:gd name="connsiteX33-8779" fmla="*/ 8114 w 10000"/>
              <a:gd name="connsiteY33-8780" fmla="*/ 4119 h 10000"/>
              <a:gd name="connsiteX34-8781" fmla="*/ 7913 w 10000"/>
              <a:gd name="connsiteY34-8782" fmla="*/ 4508 h 10000"/>
              <a:gd name="connsiteX35-8783" fmla="*/ 7711 w 10000"/>
              <a:gd name="connsiteY35-8784" fmla="*/ 4898 h 10000"/>
              <a:gd name="connsiteX36-8785" fmla="*/ 7478 w 10000"/>
              <a:gd name="connsiteY36-8786" fmla="*/ 5288 h 10000"/>
              <a:gd name="connsiteX37-8787" fmla="*/ 7085 w 10000"/>
              <a:gd name="connsiteY37-8788" fmla="*/ 6178 h 10000"/>
              <a:gd name="connsiteX38-8789" fmla="*/ 6890 w 10000"/>
              <a:gd name="connsiteY38-8790" fmla="*/ 6568 h 10000"/>
              <a:gd name="connsiteX39-8791" fmla="*/ 6657 w 10000"/>
              <a:gd name="connsiteY39-8792" fmla="*/ 6957 h 10000"/>
              <a:gd name="connsiteX40-8793" fmla="*/ 6458 w 10000"/>
              <a:gd name="connsiteY40-8794" fmla="*/ 7347 h 10000"/>
              <a:gd name="connsiteX41-8795" fmla="*/ 6259 w 10000"/>
              <a:gd name="connsiteY41-8796" fmla="*/ 7737 h 10000"/>
              <a:gd name="connsiteX42-8797" fmla="*/ 6021 w 10000"/>
              <a:gd name="connsiteY42-8798" fmla="*/ 8033 h 10000"/>
              <a:gd name="connsiteX43-8799" fmla="*/ 6021 w 10000"/>
              <a:gd name="connsiteY43-8800" fmla="*/ 8237 h 10000"/>
              <a:gd name="connsiteX44-8801" fmla="*/ 5825 w 10000"/>
              <a:gd name="connsiteY44-8802" fmla="*/ 8534 h 10000"/>
              <a:gd name="connsiteX45-8803" fmla="*/ 5631 w 10000"/>
              <a:gd name="connsiteY45-8804" fmla="*/ 8720 h 10000"/>
              <a:gd name="connsiteX46-8805" fmla="*/ 5196 w 10000"/>
              <a:gd name="connsiteY46-8806" fmla="*/ 9017 h 10000"/>
              <a:gd name="connsiteX47-8807" fmla="*/ 4801 w 10000"/>
              <a:gd name="connsiteY47-8808" fmla="*/ 9314 h 10000"/>
              <a:gd name="connsiteX48-8809" fmla="*/ 4367 w 10000"/>
              <a:gd name="connsiteY48-8810" fmla="*/ 9610 h 10000"/>
              <a:gd name="connsiteX49-8811" fmla="*/ 3976 w 10000"/>
              <a:gd name="connsiteY49-8812" fmla="*/ 9703 h 10000"/>
              <a:gd name="connsiteX50-8813" fmla="*/ 3540 w 10000"/>
              <a:gd name="connsiteY50-8814" fmla="*/ 9889 h 10000"/>
              <a:gd name="connsiteX51-8815" fmla="*/ 3106 w 10000"/>
              <a:gd name="connsiteY51-8816" fmla="*/ 10000 h 10000"/>
              <a:gd name="connsiteX52-8817" fmla="*/ 2714 w 10000"/>
              <a:gd name="connsiteY52-8818" fmla="*/ 10000 h 10000"/>
              <a:gd name="connsiteX53-8819" fmla="*/ 2280 w 10000"/>
              <a:gd name="connsiteY53-8820" fmla="*/ 10000 h 10000"/>
              <a:gd name="connsiteX54-8821" fmla="*/ 2280 w 10000"/>
              <a:gd name="connsiteY54-8822" fmla="*/ 9889 h 10000"/>
              <a:gd name="connsiteX55-8823" fmla="*/ 2081 w 10000"/>
              <a:gd name="connsiteY55-8824" fmla="*/ 9889 h 10000"/>
              <a:gd name="connsiteX56-8825" fmla="*/ 2081 w 10000"/>
              <a:gd name="connsiteY56-8826" fmla="*/ 9796 h 10000"/>
              <a:gd name="connsiteX57-8827" fmla="*/ 2081 w 10000"/>
              <a:gd name="connsiteY57-8828" fmla="*/ 9610 h 10000"/>
              <a:gd name="connsiteX58-8829" fmla="*/ 2081 w 10000"/>
              <a:gd name="connsiteY58-8830" fmla="*/ 9499 h 10000"/>
              <a:gd name="connsiteX59-8831" fmla="*/ 2081 w 10000"/>
              <a:gd name="connsiteY59-8832" fmla="*/ 9406 h 10000"/>
              <a:gd name="connsiteX60-8833" fmla="*/ 2081 w 10000"/>
              <a:gd name="connsiteY60-8834" fmla="*/ 9202 h 10000"/>
              <a:gd name="connsiteX61-8835" fmla="*/ 2081 w 10000"/>
              <a:gd name="connsiteY61-8836" fmla="*/ 9017 h 10000"/>
              <a:gd name="connsiteX62-8837" fmla="*/ 1888 w 10000"/>
              <a:gd name="connsiteY62-8838" fmla="*/ 8813 h 10000"/>
              <a:gd name="connsiteX63-8839" fmla="*/ 1651 w 10000"/>
              <a:gd name="connsiteY63-8840" fmla="*/ 8534 h 10000"/>
              <a:gd name="connsiteX64-8841" fmla="*/ 1258 w 10000"/>
              <a:gd name="connsiteY64-8842" fmla="*/ 8126 h 10000"/>
              <a:gd name="connsiteX65-8843" fmla="*/ 1061 w 10000"/>
              <a:gd name="connsiteY65-8844" fmla="*/ 7737 h 10000"/>
              <a:gd name="connsiteX66-8845" fmla="*/ 431 w 10000"/>
              <a:gd name="connsiteY66-8846" fmla="*/ 7347 h 10000"/>
              <a:gd name="connsiteX67-8847" fmla="*/ 0 w 10000"/>
              <a:gd name="connsiteY67-8848" fmla="*/ 6753 h 10000"/>
              <a:gd name="connsiteX68-8849" fmla="*/ 431 w 10000"/>
              <a:gd name="connsiteY68-8850" fmla="*/ 6957 h 10000"/>
              <a:gd name="connsiteX69-8851" fmla="*/ 1061 w 10000"/>
              <a:gd name="connsiteY69-8852" fmla="*/ 7161 h 10000"/>
              <a:gd name="connsiteX70-8853" fmla="*/ 1453 w 10000"/>
              <a:gd name="connsiteY70-8854" fmla="*/ 7347 h 10000"/>
              <a:gd name="connsiteX71-8855" fmla="*/ 1888 w 10000"/>
              <a:gd name="connsiteY71-8856" fmla="*/ 7440 h 10000"/>
              <a:gd name="connsiteX72-8857" fmla="*/ 2280 w 10000"/>
              <a:gd name="connsiteY72-8858" fmla="*/ 7551 h 10000"/>
              <a:gd name="connsiteX73-8859" fmla="*/ 2522 w 10000"/>
              <a:gd name="connsiteY73-8860" fmla="*/ 7551 h 10000"/>
              <a:gd name="connsiteX74-8861" fmla="*/ 2714 w 10000"/>
              <a:gd name="connsiteY74-8862" fmla="*/ 7644 h 10000"/>
              <a:gd name="connsiteX75-8863" fmla="*/ 2913 w 10000"/>
              <a:gd name="connsiteY75-8864" fmla="*/ 7644 h 10000"/>
              <a:gd name="connsiteX76-8865" fmla="*/ 3106 w 10000"/>
              <a:gd name="connsiteY76-8866" fmla="*/ 7644 h 10000"/>
              <a:gd name="connsiteX77-8867" fmla="*/ 3344 w 10000"/>
              <a:gd name="connsiteY77-8868" fmla="*/ 7644 h 10000"/>
              <a:gd name="connsiteX78-8869" fmla="*/ 3540 w 10000"/>
              <a:gd name="connsiteY78-8870" fmla="*/ 7551 h 10000"/>
              <a:gd name="connsiteX79-8871" fmla="*/ 3741 w 10000"/>
              <a:gd name="connsiteY79-8872" fmla="*/ 7440 h 10000"/>
              <a:gd name="connsiteX80-8873" fmla="*/ 3741 w 10000"/>
              <a:gd name="connsiteY80-8874" fmla="*/ 7347 h 10000"/>
              <a:gd name="connsiteX81-8875" fmla="*/ 3976 w 10000"/>
              <a:gd name="connsiteY81-8876" fmla="*/ 7254 h 10000"/>
              <a:gd name="connsiteX82-8877" fmla="*/ 4169 w 10000"/>
              <a:gd name="connsiteY82-8878" fmla="*/ 7050 h 10000"/>
              <a:gd name="connsiteX83-8879" fmla="*/ 4169 w 10000"/>
              <a:gd name="connsiteY83-8880" fmla="*/ 6865 h 10000"/>
              <a:gd name="connsiteX84-8881" fmla="*/ 4367 w 10000"/>
              <a:gd name="connsiteY84-8882" fmla="*/ 6660 h 10000"/>
              <a:gd name="connsiteX85-8883" fmla="*/ 4564 w 10000"/>
              <a:gd name="connsiteY85-8884" fmla="*/ 6364 h 10000"/>
              <a:gd name="connsiteX86-8885" fmla="*/ 4801 w 10000"/>
              <a:gd name="connsiteY86-8886" fmla="*/ 6067 h 10000"/>
              <a:gd name="connsiteX87-8887" fmla="*/ 4801 w 10000"/>
              <a:gd name="connsiteY87-8888" fmla="*/ 5677 h 10000"/>
              <a:gd name="connsiteX88-8889" fmla="*/ 5196 w 10000"/>
              <a:gd name="connsiteY88-8890" fmla="*/ 4991 h 10000"/>
              <a:gd name="connsiteX89-8891" fmla="*/ 5438 w 10000"/>
              <a:gd name="connsiteY89-8892" fmla="*/ 4212 h 10000"/>
              <a:gd name="connsiteX90-8893" fmla="*/ 5438 w 10000"/>
              <a:gd name="connsiteY90-8894" fmla="*/ 3525 h 10000"/>
              <a:gd name="connsiteX91-8895" fmla="*/ 5631 w 10000"/>
              <a:gd name="connsiteY91-8896" fmla="*/ 2839 h 10000"/>
              <a:gd name="connsiteX92-8897" fmla="*/ 5631 w 10000"/>
              <a:gd name="connsiteY92-8898" fmla="*/ 2542 h 10000"/>
              <a:gd name="connsiteX93-8899" fmla="*/ 5631 w 10000"/>
              <a:gd name="connsiteY93-8900" fmla="*/ 2263 h 10000"/>
              <a:gd name="connsiteX94-8901" fmla="*/ 5631 w 10000"/>
              <a:gd name="connsiteY94-8902" fmla="*/ 2059 h 10000"/>
              <a:gd name="connsiteX95-8903" fmla="*/ 5631 w 10000"/>
              <a:gd name="connsiteY95-8904" fmla="*/ 1855 h 10000"/>
              <a:gd name="connsiteX96-8905" fmla="*/ 5631 w 10000"/>
              <a:gd name="connsiteY96-8906" fmla="*/ 1670 h 10000"/>
              <a:gd name="connsiteX97-8907" fmla="*/ 5631 w 10000"/>
              <a:gd name="connsiteY97-8908" fmla="*/ 1577 h 10000"/>
              <a:gd name="connsiteX98-8909" fmla="*/ 5438 w 10000"/>
              <a:gd name="connsiteY98-8910" fmla="*/ 1466 h 10000"/>
              <a:gd name="connsiteX99-8911" fmla="*/ 5438 w 10000"/>
              <a:gd name="connsiteY99-8912" fmla="*/ 1373 h 10000"/>
              <a:gd name="connsiteX100-8913" fmla="*/ 5438 w 10000"/>
              <a:gd name="connsiteY100-8914" fmla="*/ 1280 h 10000"/>
              <a:gd name="connsiteX101-8915" fmla="*/ 5196 w 10000"/>
              <a:gd name="connsiteY101-8916" fmla="*/ 1280 h 10000"/>
              <a:gd name="connsiteX102-8917" fmla="*/ 5005 w 10000"/>
              <a:gd name="connsiteY102-8918" fmla="*/ 1169 h 10000"/>
              <a:gd name="connsiteX103-8919" fmla="*/ 5005 w 10000"/>
              <a:gd name="connsiteY103-8920" fmla="*/ 1169 h 10000"/>
              <a:gd name="connsiteX104-8921" fmla="*/ 4564 w 10000"/>
              <a:gd name="connsiteY104-8922" fmla="*/ 1169 h 10000"/>
              <a:gd name="connsiteX105-8923" fmla="*/ 4367 w 10000"/>
              <a:gd name="connsiteY105-8924" fmla="*/ 1169 h 10000"/>
              <a:gd name="connsiteX106-8925" fmla="*/ 4169 w 10000"/>
              <a:gd name="connsiteY106-8926" fmla="*/ 1169 h 10000"/>
              <a:gd name="connsiteX107-8927" fmla="*/ 3741 w 10000"/>
              <a:gd name="connsiteY107-8928" fmla="*/ 1169 h 10000"/>
              <a:gd name="connsiteX108-8929" fmla="*/ 3344 w 10000"/>
              <a:gd name="connsiteY108-8930" fmla="*/ 1169 h 10000"/>
              <a:gd name="connsiteX109-8931" fmla="*/ 3540 w 10000"/>
              <a:gd name="connsiteY109-8932" fmla="*/ 482 h 10000"/>
              <a:gd name="connsiteX110-8933" fmla="*/ 3976 w 10000"/>
              <a:gd name="connsiteY110-8934" fmla="*/ 390 h 10000"/>
              <a:gd name="connsiteX111-8935" fmla="*/ 4367 w 10000"/>
              <a:gd name="connsiteY111-8936" fmla="*/ 297 h 10000"/>
              <a:gd name="connsiteX112-8937" fmla="*/ 4801 w 10000"/>
              <a:gd name="connsiteY112-8938" fmla="*/ 297 h 10000"/>
              <a:gd name="connsiteX113-8939" fmla="*/ 4801 w 10000"/>
              <a:gd name="connsiteY113-8940" fmla="*/ 204 h 10000"/>
              <a:gd name="connsiteX114-8941" fmla="*/ 4801 w 10000"/>
              <a:gd name="connsiteY114-8942" fmla="*/ 204 h 10000"/>
              <a:gd name="connsiteX0-8943" fmla="*/ 4801 w 10000"/>
              <a:gd name="connsiteY0-8944" fmla="*/ 204 h 10000"/>
              <a:gd name="connsiteX1-8945" fmla="*/ 5005 w 10000"/>
              <a:gd name="connsiteY1-8946" fmla="*/ 93 h 10000"/>
              <a:gd name="connsiteX2-8947" fmla="*/ 5438 w 10000"/>
              <a:gd name="connsiteY2-8948" fmla="*/ 93 h 10000"/>
              <a:gd name="connsiteX3-8949" fmla="*/ 5631 w 10000"/>
              <a:gd name="connsiteY3-8950" fmla="*/ 0 h 10000"/>
              <a:gd name="connsiteX4-8951" fmla="*/ 5825 w 10000"/>
              <a:gd name="connsiteY4-8952" fmla="*/ 0 h 10000"/>
              <a:gd name="connsiteX5-8953" fmla="*/ 6259 w 10000"/>
              <a:gd name="connsiteY5-8954" fmla="*/ 93 h 10000"/>
              <a:gd name="connsiteX6-8955" fmla="*/ 6890 w 10000"/>
              <a:gd name="connsiteY6-8956" fmla="*/ 204 h 10000"/>
              <a:gd name="connsiteX7-8957" fmla="*/ 7085 w 10000"/>
              <a:gd name="connsiteY7-8958" fmla="*/ 297 h 10000"/>
              <a:gd name="connsiteX8-8959" fmla="*/ 7478 w 10000"/>
              <a:gd name="connsiteY8-8960" fmla="*/ 482 h 10000"/>
              <a:gd name="connsiteX9-8961" fmla="*/ 7711 w 10000"/>
              <a:gd name="connsiteY9-8962" fmla="*/ 594 h 10000"/>
              <a:gd name="connsiteX10-8963" fmla="*/ 8114 w 10000"/>
              <a:gd name="connsiteY10-8964" fmla="*/ 686 h 10000"/>
              <a:gd name="connsiteX11-8965" fmla="*/ 8544 w 10000"/>
              <a:gd name="connsiteY11-8966" fmla="*/ 891 h 10000"/>
              <a:gd name="connsiteX12-8967" fmla="*/ 8934 w 10000"/>
              <a:gd name="connsiteY12-8968" fmla="*/ 983 h 10000"/>
              <a:gd name="connsiteX13-8969" fmla="*/ 9173 w 10000"/>
              <a:gd name="connsiteY13-8970" fmla="*/ 1169 h 10000"/>
              <a:gd name="connsiteX14-8971" fmla="*/ 9568 w 10000"/>
              <a:gd name="connsiteY14-8972" fmla="*/ 1280 h 10000"/>
              <a:gd name="connsiteX15-8973" fmla="*/ 9762 w 10000"/>
              <a:gd name="connsiteY15-8974" fmla="*/ 1373 h 10000"/>
              <a:gd name="connsiteX16-8975" fmla="*/ 9762 w 10000"/>
              <a:gd name="connsiteY16-8976" fmla="*/ 1466 h 10000"/>
              <a:gd name="connsiteX17-8977" fmla="*/ 10000 w 10000"/>
              <a:gd name="connsiteY17-8978" fmla="*/ 1466 h 10000"/>
              <a:gd name="connsiteX18-8979" fmla="*/ 10000 w 10000"/>
              <a:gd name="connsiteY18-8980" fmla="*/ 1577 h 10000"/>
              <a:gd name="connsiteX19-8981" fmla="*/ 10000 w 10000"/>
              <a:gd name="connsiteY19-8982" fmla="*/ 1670 h 10000"/>
              <a:gd name="connsiteX20-8983" fmla="*/ 9762 w 10000"/>
              <a:gd name="connsiteY20-8984" fmla="*/ 1763 h 10000"/>
              <a:gd name="connsiteX21-8985" fmla="*/ 9568 w 10000"/>
              <a:gd name="connsiteY21-8986" fmla="*/ 1763 h 10000"/>
              <a:gd name="connsiteX22-8987" fmla="*/ 9371 w 10000"/>
              <a:gd name="connsiteY22-8988" fmla="*/ 1855 h 10000"/>
              <a:gd name="connsiteX23-8989" fmla="*/ 9173 w 10000"/>
              <a:gd name="connsiteY23-8990" fmla="*/ 1855 h 10000"/>
              <a:gd name="connsiteX24-8991" fmla="*/ 9173 w 10000"/>
              <a:gd name="connsiteY24-8992" fmla="*/ 1967 h 10000"/>
              <a:gd name="connsiteX25-8993" fmla="*/ 8934 w 10000"/>
              <a:gd name="connsiteY25-8994" fmla="*/ 2059 h 10000"/>
              <a:gd name="connsiteX26-8995" fmla="*/ 8740 w 10000"/>
              <a:gd name="connsiteY26-8996" fmla="*/ 2263 h 10000"/>
              <a:gd name="connsiteX27-8997" fmla="*/ 8740 w 10000"/>
              <a:gd name="connsiteY27-8998" fmla="*/ 2449 h 10000"/>
              <a:gd name="connsiteX28-8999" fmla="*/ 8544 w 10000"/>
              <a:gd name="connsiteY28-9000" fmla="*/ 2653 h 10000"/>
              <a:gd name="connsiteX29-9001" fmla="*/ 8544 w 10000"/>
              <a:gd name="connsiteY29-9002" fmla="*/ 2950 h 10000"/>
              <a:gd name="connsiteX30-9003" fmla="*/ 8544 w 10000"/>
              <a:gd name="connsiteY30-9004" fmla="*/ 3135 h 10000"/>
              <a:gd name="connsiteX31-9005" fmla="*/ 8305 w 10000"/>
              <a:gd name="connsiteY31-9006" fmla="*/ 3432 h 10000"/>
              <a:gd name="connsiteX32-9007" fmla="*/ 8305 w 10000"/>
              <a:gd name="connsiteY32-9008" fmla="*/ 3822 h 10000"/>
              <a:gd name="connsiteX33-9009" fmla="*/ 8114 w 10000"/>
              <a:gd name="connsiteY33-9010" fmla="*/ 4119 h 10000"/>
              <a:gd name="connsiteX34-9011" fmla="*/ 7913 w 10000"/>
              <a:gd name="connsiteY34-9012" fmla="*/ 4508 h 10000"/>
              <a:gd name="connsiteX35-9013" fmla="*/ 7711 w 10000"/>
              <a:gd name="connsiteY35-9014" fmla="*/ 4898 h 10000"/>
              <a:gd name="connsiteX36-9015" fmla="*/ 7478 w 10000"/>
              <a:gd name="connsiteY36-9016" fmla="*/ 5288 h 10000"/>
              <a:gd name="connsiteX37-9017" fmla="*/ 7085 w 10000"/>
              <a:gd name="connsiteY37-9018" fmla="*/ 6178 h 10000"/>
              <a:gd name="connsiteX38-9019" fmla="*/ 6890 w 10000"/>
              <a:gd name="connsiteY38-9020" fmla="*/ 6568 h 10000"/>
              <a:gd name="connsiteX39-9021" fmla="*/ 6657 w 10000"/>
              <a:gd name="connsiteY39-9022" fmla="*/ 6957 h 10000"/>
              <a:gd name="connsiteX40-9023" fmla="*/ 6458 w 10000"/>
              <a:gd name="connsiteY40-9024" fmla="*/ 7347 h 10000"/>
              <a:gd name="connsiteX41-9025" fmla="*/ 6259 w 10000"/>
              <a:gd name="connsiteY41-9026" fmla="*/ 7737 h 10000"/>
              <a:gd name="connsiteX42-9027" fmla="*/ 6021 w 10000"/>
              <a:gd name="connsiteY42-9028" fmla="*/ 8033 h 10000"/>
              <a:gd name="connsiteX43-9029" fmla="*/ 6021 w 10000"/>
              <a:gd name="connsiteY43-9030" fmla="*/ 8237 h 10000"/>
              <a:gd name="connsiteX44-9031" fmla="*/ 5825 w 10000"/>
              <a:gd name="connsiteY44-9032" fmla="*/ 8534 h 10000"/>
              <a:gd name="connsiteX45-9033" fmla="*/ 5631 w 10000"/>
              <a:gd name="connsiteY45-9034" fmla="*/ 8720 h 10000"/>
              <a:gd name="connsiteX46-9035" fmla="*/ 5196 w 10000"/>
              <a:gd name="connsiteY46-9036" fmla="*/ 9017 h 10000"/>
              <a:gd name="connsiteX47-9037" fmla="*/ 4801 w 10000"/>
              <a:gd name="connsiteY47-9038" fmla="*/ 9314 h 10000"/>
              <a:gd name="connsiteX48-9039" fmla="*/ 4367 w 10000"/>
              <a:gd name="connsiteY48-9040" fmla="*/ 9610 h 10000"/>
              <a:gd name="connsiteX49-9041" fmla="*/ 3976 w 10000"/>
              <a:gd name="connsiteY49-9042" fmla="*/ 9703 h 10000"/>
              <a:gd name="connsiteX50-9043" fmla="*/ 3540 w 10000"/>
              <a:gd name="connsiteY50-9044" fmla="*/ 9889 h 10000"/>
              <a:gd name="connsiteX51-9045" fmla="*/ 3106 w 10000"/>
              <a:gd name="connsiteY51-9046" fmla="*/ 10000 h 10000"/>
              <a:gd name="connsiteX52-9047" fmla="*/ 2714 w 10000"/>
              <a:gd name="connsiteY52-9048" fmla="*/ 10000 h 10000"/>
              <a:gd name="connsiteX53-9049" fmla="*/ 2280 w 10000"/>
              <a:gd name="connsiteY53-9050" fmla="*/ 10000 h 10000"/>
              <a:gd name="connsiteX54-9051" fmla="*/ 2280 w 10000"/>
              <a:gd name="connsiteY54-9052" fmla="*/ 9889 h 10000"/>
              <a:gd name="connsiteX55-9053" fmla="*/ 2081 w 10000"/>
              <a:gd name="connsiteY55-9054" fmla="*/ 9889 h 10000"/>
              <a:gd name="connsiteX56-9055" fmla="*/ 2081 w 10000"/>
              <a:gd name="connsiteY56-9056" fmla="*/ 9796 h 10000"/>
              <a:gd name="connsiteX57-9057" fmla="*/ 2081 w 10000"/>
              <a:gd name="connsiteY57-9058" fmla="*/ 9610 h 10000"/>
              <a:gd name="connsiteX58-9059" fmla="*/ 2081 w 10000"/>
              <a:gd name="connsiteY58-9060" fmla="*/ 9499 h 10000"/>
              <a:gd name="connsiteX59-9061" fmla="*/ 2081 w 10000"/>
              <a:gd name="connsiteY59-9062" fmla="*/ 9406 h 10000"/>
              <a:gd name="connsiteX60-9063" fmla="*/ 2081 w 10000"/>
              <a:gd name="connsiteY60-9064" fmla="*/ 9202 h 10000"/>
              <a:gd name="connsiteX61-9065" fmla="*/ 2081 w 10000"/>
              <a:gd name="connsiteY61-9066" fmla="*/ 9017 h 10000"/>
              <a:gd name="connsiteX62-9067" fmla="*/ 1888 w 10000"/>
              <a:gd name="connsiteY62-9068" fmla="*/ 8813 h 10000"/>
              <a:gd name="connsiteX63-9069" fmla="*/ 1651 w 10000"/>
              <a:gd name="connsiteY63-9070" fmla="*/ 8534 h 10000"/>
              <a:gd name="connsiteX64-9071" fmla="*/ 1258 w 10000"/>
              <a:gd name="connsiteY64-9072" fmla="*/ 8126 h 10000"/>
              <a:gd name="connsiteX65-9073" fmla="*/ 1061 w 10000"/>
              <a:gd name="connsiteY65-9074" fmla="*/ 7737 h 10000"/>
              <a:gd name="connsiteX66-9075" fmla="*/ 431 w 10000"/>
              <a:gd name="connsiteY66-9076" fmla="*/ 7347 h 10000"/>
              <a:gd name="connsiteX67-9077" fmla="*/ 0 w 10000"/>
              <a:gd name="connsiteY67-9078" fmla="*/ 6753 h 10000"/>
              <a:gd name="connsiteX68-9079" fmla="*/ 431 w 10000"/>
              <a:gd name="connsiteY68-9080" fmla="*/ 6957 h 10000"/>
              <a:gd name="connsiteX69-9081" fmla="*/ 1061 w 10000"/>
              <a:gd name="connsiteY69-9082" fmla="*/ 7161 h 10000"/>
              <a:gd name="connsiteX70-9083" fmla="*/ 1453 w 10000"/>
              <a:gd name="connsiteY70-9084" fmla="*/ 7347 h 10000"/>
              <a:gd name="connsiteX71-9085" fmla="*/ 1888 w 10000"/>
              <a:gd name="connsiteY71-9086" fmla="*/ 7440 h 10000"/>
              <a:gd name="connsiteX72-9087" fmla="*/ 2280 w 10000"/>
              <a:gd name="connsiteY72-9088" fmla="*/ 7551 h 10000"/>
              <a:gd name="connsiteX73-9089" fmla="*/ 2522 w 10000"/>
              <a:gd name="connsiteY73-9090" fmla="*/ 7551 h 10000"/>
              <a:gd name="connsiteX74-9091" fmla="*/ 2714 w 10000"/>
              <a:gd name="connsiteY74-9092" fmla="*/ 7644 h 10000"/>
              <a:gd name="connsiteX75-9093" fmla="*/ 2913 w 10000"/>
              <a:gd name="connsiteY75-9094" fmla="*/ 7644 h 10000"/>
              <a:gd name="connsiteX76-9095" fmla="*/ 3106 w 10000"/>
              <a:gd name="connsiteY76-9096" fmla="*/ 7644 h 10000"/>
              <a:gd name="connsiteX77-9097" fmla="*/ 3344 w 10000"/>
              <a:gd name="connsiteY77-9098" fmla="*/ 7644 h 10000"/>
              <a:gd name="connsiteX78-9099" fmla="*/ 3540 w 10000"/>
              <a:gd name="connsiteY78-9100" fmla="*/ 7551 h 10000"/>
              <a:gd name="connsiteX79-9101" fmla="*/ 3741 w 10000"/>
              <a:gd name="connsiteY79-9102" fmla="*/ 7440 h 10000"/>
              <a:gd name="connsiteX80-9103" fmla="*/ 3741 w 10000"/>
              <a:gd name="connsiteY80-9104" fmla="*/ 7347 h 10000"/>
              <a:gd name="connsiteX81-9105" fmla="*/ 3976 w 10000"/>
              <a:gd name="connsiteY81-9106" fmla="*/ 7254 h 10000"/>
              <a:gd name="connsiteX82-9107" fmla="*/ 4169 w 10000"/>
              <a:gd name="connsiteY82-9108" fmla="*/ 7050 h 10000"/>
              <a:gd name="connsiteX83-9109" fmla="*/ 4169 w 10000"/>
              <a:gd name="connsiteY83-9110" fmla="*/ 6865 h 10000"/>
              <a:gd name="connsiteX84-9111" fmla="*/ 4367 w 10000"/>
              <a:gd name="connsiteY84-9112" fmla="*/ 6660 h 10000"/>
              <a:gd name="connsiteX85-9113" fmla="*/ 4564 w 10000"/>
              <a:gd name="connsiteY85-9114" fmla="*/ 6364 h 10000"/>
              <a:gd name="connsiteX86-9115" fmla="*/ 4801 w 10000"/>
              <a:gd name="connsiteY86-9116" fmla="*/ 6067 h 10000"/>
              <a:gd name="connsiteX87-9117" fmla="*/ 4801 w 10000"/>
              <a:gd name="connsiteY87-9118" fmla="*/ 5677 h 10000"/>
              <a:gd name="connsiteX88-9119" fmla="*/ 5196 w 10000"/>
              <a:gd name="connsiteY88-9120" fmla="*/ 4991 h 10000"/>
              <a:gd name="connsiteX89-9121" fmla="*/ 5438 w 10000"/>
              <a:gd name="connsiteY89-9122" fmla="*/ 4212 h 10000"/>
              <a:gd name="connsiteX90-9123" fmla="*/ 5438 w 10000"/>
              <a:gd name="connsiteY90-9124" fmla="*/ 3525 h 10000"/>
              <a:gd name="connsiteX91-9125" fmla="*/ 5631 w 10000"/>
              <a:gd name="connsiteY91-9126" fmla="*/ 2839 h 10000"/>
              <a:gd name="connsiteX92-9127" fmla="*/ 5631 w 10000"/>
              <a:gd name="connsiteY92-9128" fmla="*/ 2542 h 10000"/>
              <a:gd name="connsiteX93-9129" fmla="*/ 5631 w 10000"/>
              <a:gd name="connsiteY93-9130" fmla="*/ 2263 h 10000"/>
              <a:gd name="connsiteX94-9131" fmla="*/ 5631 w 10000"/>
              <a:gd name="connsiteY94-9132" fmla="*/ 2059 h 10000"/>
              <a:gd name="connsiteX95-9133" fmla="*/ 5631 w 10000"/>
              <a:gd name="connsiteY95-9134" fmla="*/ 1855 h 10000"/>
              <a:gd name="connsiteX96-9135" fmla="*/ 5631 w 10000"/>
              <a:gd name="connsiteY96-9136" fmla="*/ 1670 h 10000"/>
              <a:gd name="connsiteX97-9137" fmla="*/ 5631 w 10000"/>
              <a:gd name="connsiteY97-9138" fmla="*/ 1577 h 10000"/>
              <a:gd name="connsiteX98-9139" fmla="*/ 5438 w 10000"/>
              <a:gd name="connsiteY98-9140" fmla="*/ 1466 h 10000"/>
              <a:gd name="connsiteX99-9141" fmla="*/ 5438 w 10000"/>
              <a:gd name="connsiteY99-9142" fmla="*/ 1373 h 10000"/>
              <a:gd name="connsiteX100-9143" fmla="*/ 5438 w 10000"/>
              <a:gd name="connsiteY100-9144" fmla="*/ 1280 h 10000"/>
              <a:gd name="connsiteX101-9145" fmla="*/ 5196 w 10000"/>
              <a:gd name="connsiteY101-9146" fmla="*/ 1280 h 10000"/>
              <a:gd name="connsiteX102-9147" fmla="*/ 5005 w 10000"/>
              <a:gd name="connsiteY102-9148" fmla="*/ 1169 h 10000"/>
              <a:gd name="connsiteX103-9149" fmla="*/ 5005 w 10000"/>
              <a:gd name="connsiteY103-9150" fmla="*/ 1169 h 10000"/>
              <a:gd name="connsiteX104-9151" fmla="*/ 4564 w 10000"/>
              <a:gd name="connsiteY104-9152" fmla="*/ 1169 h 10000"/>
              <a:gd name="connsiteX105-9153" fmla="*/ 4367 w 10000"/>
              <a:gd name="connsiteY105-9154" fmla="*/ 1169 h 10000"/>
              <a:gd name="connsiteX106-9155" fmla="*/ 4169 w 10000"/>
              <a:gd name="connsiteY106-9156" fmla="*/ 1169 h 10000"/>
              <a:gd name="connsiteX107-9157" fmla="*/ 3741 w 10000"/>
              <a:gd name="connsiteY107-9158" fmla="*/ 1169 h 10000"/>
              <a:gd name="connsiteX108-9159" fmla="*/ 3540 w 10000"/>
              <a:gd name="connsiteY108-9160" fmla="*/ 482 h 10000"/>
              <a:gd name="connsiteX109-9161" fmla="*/ 3976 w 10000"/>
              <a:gd name="connsiteY109-9162" fmla="*/ 390 h 10000"/>
              <a:gd name="connsiteX110-9163" fmla="*/ 4367 w 10000"/>
              <a:gd name="connsiteY110-9164" fmla="*/ 297 h 10000"/>
              <a:gd name="connsiteX111-9165" fmla="*/ 4801 w 10000"/>
              <a:gd name="connsiteY111-9166" fmla="*/ 297 h 10000"/>
              <a:gd name="connsiteX112-9167" fmla="*/ 4801 w 10000"/>
              <a:gd name="connsiteY112-9168" fmla="*/ 204 h 10000"/>
              <a:gd name="connsiteX113-9169" fmla="*/ 4801 w 10000"/>
              <a:gd name="connsiteY113-9170" fmla="*/ 204 h 10000"/>
              <a:gd name="connsiteX0-9171" fmla="*/ 4801 w 10000"/>
              <a:gd name="connsiteY0-9172" fmla="*/ 204 h 10000"/>
              <a:gd name="connsiteX1-9173" fmla="*/ 5005 w 10000"/>
              <a:gd name="connsiteY1-9174" fmla="*/ 93 h 10000"/>
              <a:gd name="connsiteX2-9175" fmla="*/ 5438 w 10000"/>
              <a:gd name="connsiteY2-9176" fmla="*/ 93 h 10000"/>
              <a:gd name="connsiteX3-9177" fmla="*/ 5631 w 10000"/>
              <a:gd name="connsiteY3-9178" fmla="*/ 0 h 10000"/>
              <a:gd name="connsiteX4-9179" fmla="*/ 5825 w 10000"/>
              <a:gd name="connsiteY4-9180" fmla="*/ 0 h 10000"/>
              <a:gd name="connsiteX5-9181" fmla="*/ 6259 w 10000"/>
              <a:gd name="connsiteY5-9182" fmla="*/ 93 h 10000"/>
              <a:gd name="connsiteX6-9183" fmla="*/ 6890 w 10000"/>
              <a:gd name="connsiteY6-9184" fmla="*/ 204 h 10000"/>
              <a:gd name="connsiteX7-9185" fmla="*/ 7085 w 10000"/>
              <a:gd name="connsiteY7-9186" fmla="*/ 297 h 10000"/>
              <a:gd name="connsiteX8-9187" fmla="*/ 7478 w 10000"/>
              <a:gd name="connsiteY8-9188" fmla="*/ 482 h 10000"/>
              <a:gd name="connsiteX9-9189" fmla="*/ 7711 w 10000"/>
              <a:gd name="connsiteY9-9190" fmla="*/ 594 h 10000"/>
              <a:gd name="connsiteX10-9191" fmla="*/ 8114 w 10000"/>
              <a:gd name="connsiteY10-9192" fmla="*/ 686 h 10000"/>
              <a:gd name="connsiteX11-9193" fmla="*/ 8544 w 10000"/>
              <a:gd name="connsiteY11-9194" fmla="*/ 891 h 10000"/>
              <a:gd name="connsiteX12-9195" fmla="*/ 8934 w 10000"/>
              <a:gd name="connsiteY12-9196" fmla="*/ 983 h 10000"/>
              <a:gd name="connsiteX13-9197" fmla="*/ 9173 w 10000"/>
              <a:gd name="connsiteY13-9198" fmla="*/ 1169 h 10000"/>
              <a:gd name="connsiteX14-9199" fmla="*/ 9568 w 10000"/>
              <a:gd name="connsiteY14-9200" fmla="*/ 1280 h 10000"/>
              <a:gd name="connsiteX15-9201" fmla="*/ 9762 w 10000"/>
              <a:gd name="connsiteY15-9202" fmla="*/ 1373 h 10000"/>
              <a:gd name="connsiteX16-9203" fmla="*/ 9762 w 10000"/>
              <a:gd name="connsiteY16-9204" fmla="*/ 1466 h 10000"/>
              <a:gd name="connsiteX17-9205" fmla="*/ 10000 w 10000"/>
              <a:gd name="connsiteY17-9206" fmla="*/ 1466 h 10000"/>
              <a:gd name="connsiteX18-9207" fmla="*/ 10000 w 10000"/>
              <a:gd name="connsiteY18-9208" fmla="*/ 1577 h 10000"/>
              <a:gd name="connsiteX19-9209" fmla="*/ 10000 w 10000"/>
              <a:gd name="connsiteY19-9210" fmla="*/ 1670 h 10000"/>
              <a:gd name="connsiteX20-9211" fmla="*/ 9762 w 10000"/>
              <a:gd name="connsiteY20-9212" fmla="*/ 1763 h 10000"/>
              <a:gd name="connsiteX21-9213" fmla="*/ 9568 w 10000"/>
              <a:gd name="connsiteY21-9214" fmla="*/ 1763 h 10000"/>
              <a:gd name="connsiteX22-9215" fmla="*/ 9371 w 10000"/>
              <a:gd name="connsiteY22-9216" fmla="*/ 1855 h 10000"/>
              <a:gd name="connsiteX23-9217" fmla="*/ 9173 w 10000"/>
              <a:gd name="connsiteY23-9218" fmla="*/ 1855 h 10000"/>
              <a:gd name="connsiteX24-9219" fmla="*/ 9173 w 10000"/>
              <a:gd name="connsiteY24-9220" fmla="*/ 1967 h 10000"/>
              <a:gd name="connsiteX25-9221" fmla="*/ 8934 w 10000"/>
              <a:gd name="connsiteY25-9222" fmla="*/ 2059 h 10000"/>
              <a:gd name="connsiteX26-9223" fmla="*/ 8740 w 10000"/>
              <a:gd name="connsiteY26-9224" fmla="*/ 2263 h 10000"/>
              <a:gd name="connsiteX27-9225" fmla="*/ 8740 w 10000"/>
              <a:gd name="connsiteY27-9226" fmla="*/ 2449 h 10000"/>
              <a:gd name="connsiteX28-9227" fmla="*/ 8544 w 10000"/>
              <a:gd name="connsiteY28-9228" fmla="*/ 2653 h 10000"/>
              <a:gd name="connsiteX29-9229" fmla="*/ 8544 w 10000"/>
              <a:gd name="connsiteY29-9230" fmla="*/ 2950 h 10000"/>
              <a:gd name="connsiteX30-9231" fmla="*/ 8544 w 10000"/>
              <a:gd name="connsiteY30-9232" fmla="*/ 3135 h 10000"/>
              <a:gd name="connsiteX31-9233" fmla="*/ 8305 w 10000"/>
              <a:gd name="connsiteY31-9234" fmla="*/ 3432 h 10000"/>
              <a:gd name="connsiteX32-9235" fmla="*/ 8305 w 10000"/>
              <a:gd name="connsiteY32-9236" fmla="*/ 3822 h 10000"/>
              <a:gd name="connsiteX33-9237" fmla="*/ 8114 w 10000"/>
              <a:gd name="connsiteY33-9238" fmla="*/ 4119 h 10000"/>
              <a:gd name="connsiteX34-9239" fmla="*/ 7913 w 10000"/>
              <a:gd name="connsiteY34-9240" fmla="*/ 4508 h 10000"/>
              <a:gd name="connsiteX35-9241" fmla="*/ 7711 w 10000"/>
              <a:gd name="connsiteY35-9242" fmla="*/ 4898 h 10000"/>
              <a:gd name="connsiteX36-9243" fmla="*/ 7478 w 10000"/>
              <a:gd name="connsiteY36-9244" fmla="*/ 5288 h 10000"/>
              <a:gd name="connsiteX37-9245" fmla="*/ 7085 w 10000"/>
              <a:gd name="connsiteY37-9246" fmla="*/ 6178 h 10000"/>
              <a:gd name="connsiteX38-9247" fmla="*/ 6890 w 10000"/>
              <a:gd name="connsiteY38-9248" fmla="*/ 6568 h 10000"/>
              <a:gd name="connsiteX39-9249" fmla="*/ 6657 w 10000"/>
              <a:gd name="connsiteY39-9250" fmla="*/ 6957 h 10000"/>
              <a:gd name="connsiteX40-9251" fmla="*/ 6458 w 10000"/>
              <a:gd name="connsiteY40-9252" fmla="*/ 7347 h 10000"/>
              <a:gd name="connsiteX41-9253" fmla="*/ 6259 w 10000"/>
              <a:gd name="connsiteY41-9254" fmla="*/ 7737 h 10000"/>
              <a:gd name="connsiteX42-9255" fmla="*/ 6021 w 10000"/>
              <a:gd name="connsiteY42-9256" fmla="*/ 8033 h 10000"/>
              <a:gd name="connsiteX43-9257" fmla="*/ 6021 w 10000"/>
              <a:gd name="connsiteY43-9258" fmla="*/ 8237 h 10000"/>
              <a:gd name="connsiteX44-9259" fmla="*/ 5825 w 10000"/>
              <a:gd name="connsiteY44-9260" fmla="*/ 8534 h 10000"/>
              <a:gd name="connsiteX45-9261" fmla="*/ 5631 w 10000"/>
              <a:gd name="connsiteY45-9262" fmla="*/ 8720 h 10000"/>
              <a:gd name="connsiteX46-9263" fmla="*/ 5196 w 10000"/>
              <a:gd name="connsiteY46-9264" fmla="*/ 9017 h 10000"/>
              <a:gd name="connsiteX47-9265" fmla="*/ 4801 w 10000"/>
              <a:gd name="connsiteY47-9266" fmla="*/ 9314 h 10000"/>
              <a:gd name="connsiteX48-9267" fmla="*/ 4367 w 10000"/>
              <a:gd name="connsiteY48-9268" fmla="*/ 9610 h 10000"/>
              <a:gd name="connsiteX49-9269" fmla="*/ 3976 w 10000"/>
              <a:gd name="connsiteY49-9270" fmla="*/ 9703 h 10000"/>
              <a:gd name="connsiteX50-9271" fmla="*/ 3540 w 10000"/>
              <a:gd name="connsiteY50-9272" fmla="*/ 9889 h 10000"/>
              <a:gd name="connsiteX51-9273" fmla="*/ 3106 w 10000"/>
              <a:gd name="connsiteY51-9274" fmla="*/ 10000 h 10000"/>
              <a:gd name="connsiteX52-9275" fmla="*/ 2714 w 10000"/>
              <a:gd name="connsiteY52-9276" fmla="*/ 10000 h 10000"/>
              <a:gd name="connsiteX53-9277" fmla="*/ 2280 w 10000"/>
              <a:gd name="connsiteY53-9278" fmla="*/ 10000 h 10000"/>
              <a:gd name="connsiteX54-9279" fmla="*/ 2280 w 10000"/>
              <a:gd name="connsiteY54-9280" fmla="*/ 9889 h 10000"/>
              <a:gd name="connsiteX55-9281" fmla="*/ 2081 w 10000"/>
              <a:gd name="connsiteY55-9282" fmla="*/ 9889 h 10000"/>
              <a:gd name="connsiteX56-9283" fmla="*/ 2081 w 10000"/>
              <a:gd name="connsiteY56-9284" fmla="*/ 9796 h 10000"/>
              <a:gd name="connsiteX57-9285" fmla="*/ 2081 w 10000"/>
              <a:gd name="connsiteY57-9286" fmla="*/ 9610 h 10000"/>
              <a:gd name="connsiteX58-9287" fmla="*/ 2081 w 10000"/>
              <a:gd name="connsiteY58-9288" fmla="*/ 9499 h 10000"/>
              <a:gd name="connsiteX59-9289" fmla="*/ 2081 w 10000"/>
              <a:gd name="connsiteY59-9290" fmla="*/ 9406 h 10000"/>
              <a:gd name="connsiteX60-9291" fmla="*/ 2081 w 10000"/>
              <a:gd name="connsiteY60-9292" fmla="*/ 9202 h 10000"/>
              <a:gd name="connsiteX61-9293" fmla="*/ 2081 w 10000"/>
              <a:gd name="connsiteY61-9294" fmla="*/ 9017 h 10000"/>
              <a:gd name="connsiteX62-9295" fmla="*/ 1888 w 10000"/>
              <a:gd name="connsiteY62-9296" fmla="*/ 8813 h 10000"/>
              <a:gd name="connsiteX63-9297" fmla="*/ 1651 w 10000"/>
              <a:gd name="connsiteY63-9298" fmla="*/ 8534 h 10000"/>
              <a:gd name="connsiteX64-9299" fmla="*/ 1258 w 10000"/>
              <a:gd name="connsiteY64-9300" fmla="*/ 8126 h 10000"/>
              <a:gd name="connsiteX65-9301" fmla="*/ 1061 w 10000"/>
              <a:gd name="connsiteY65-9302" fmla="*/ 7737 h 10000"/>
              <a:gd name="connsiteX66-9303" fmla="*/ 431 w 10000"/>
              <a:gd name="connsiteY66-9304" fmla="*/ 7347 h 10000"/>
              <a:gd name="connsiteX67-9305" fmla="*/ 0 w 10000"/>
              <a:gd name="connsiteY67-9306" fmla="*/ 6753 h 10000"/>
              <a:gd name="connsiteX68-9307" fmla="*/ 431 w 10000"/>
              <a:gd name="connsiteY68-9308" fmla="*/ 6957 h 10000"/>
              <a:gd name="connsiteX69-9309" fmla="*/ 1061 w 10000"/>
              <a:gd name="connsiteY69-9310" fmla="*/ 7161 h 10000"/>
              <a:gd name="connsiteX70-9311" fmla="*/ 1453 w 10000"/>
              <a:gd name="connsiteY70-9312" fmla="*/ 7347 h 10000"/>
              <a:gd name="connsiteX71-9313" fmla="*/ 1888 w 10000"/>
              <a:gd name="connsiteY71-9314" fmla="*/ 7440 h 10000"/>
              <a:gd name="connsiteX72-9315" fmla="*/ 2280 w 10000"/>
              <a:gd name="connsiteY72-9316" fmla="*/ 7551 h 10000"/>
              <a:gd name="connsiteX73-9317" fmla="*/ 2522 w 10000"/>
              <a:gd name="connsiteY73-9318" fmla="*/ 7551 h 10000"/>
              <a:gd name="connsiteX74-9319" fmla="*/ 2714 w 10000"/>
              <a:gd name="connsiteY74-9320" fmla="*/ 7644 h 10000"/>
              <a:gd name="connsiteX75-9321" fmla="*/ 2913 w 10000"/>
              <a:gd name="connsiteY75-9322" fmla="*/ 7644 h 10000"/>
              <a:gd name="connsiteX76-9323" fmla="*/ 3106 w 10000"/>
              <a:gd name="connsiteY76-9324" fmla="*/ 7644 h 10000"/>
              <a:gd name="connsiteX77-9325" fmla="*/ 3344 w 10000"/>
              <a:gd name="connsiteY77-9326" fmla="*/ 7644 h 10000"/>
              <a:gd name="connsiteX78-9327" fmla="*/ 3540 w 10000"/>
              <a:gd name="connsiteY78-9328" fmla="*/ 7551 h 10000"/>
              <a:gd name="connsiteX79-9329" fmla="*/ 3741 w 10000"/>
              <a:gd name="connsiteY79-9330" fmla="*/ 7440 h 10000"/>
              <a:gd name="connsiteX80-9331" fmla="*/ 3741 w 10000"/>
              <a:gd name="connsiteY80-9332" fmla="*/ 7347 h 10000"/>
              <a:gd name="connsiteX81-9333" fmla="*/ 3976 w 10000"/>
              <a:gd name="connsiteY81-9334" fmla="*/ 7254 h 10000"/>
              <a:gd name="connsiteX82-9335" fmla="*/ 4169 w 10000"/>
              <a:gd name="connsiteY82-9336" fmla="*/ 7050 h 10000"/>
              <a:gd name="connsiteX83-9337" fmla="*/ 4169 w 10000"/>
              <a:gd name="connsiteY83-9338" fmla="*/ 6865 h 10000"/>
              <a:gd name="connsiteX84-9339" fmla="*/ 4367 w 10000"/>
              <a:gd name="connsiteY84-9340" fmla="*/ 6660 h 10000"/>
              <a:gd name="connsiteX85-9341" fmla="*/ 4564 w 10000"/>
              <a:gd name="connsiteY85-9342" fmla="*/ 6364 h 10000"/>
              <a:gd name="connsiteX86-9343" fmla="*/ 4801 w 10000"/>
              <a:gd name="connsiteY86-9344" fmla="*/ 6067 h 10000"/>
              <a:gd name="connsiteX87-9345" fmla="*/ 4801 w 10000"/>
              <a:gd name="connsiteY87-9346" fmla="*/ 5677 h 10000"/>
              <a:gd name="connsiteX88-9347" fmla="*/ 5196 w 10000"/>
              <a:gd name="connsiteY88-9348" fmla="*/ 4991 h 10000"/>
              <a:gd name="connsiteX89-9349" fmla="*/ 5438 w 10000"/>
              <a:gd name="connsiteY89-9350" fmla="*/ 4212 h 10000"/>
              <a:gd name="connsiteX90-9351" fmla="*/ 5438 w 10000"/>
              <a:gd name="connsiteY90-9352" fmla="*/ 3525 h 10000"/>
              <a:gd name="connsiteX91-9353" fmla="*/ 5631 w 10000"/>
              <a:gd name="connsiteY91-9354" fmla="*/ 2839 h 10000"/>
              <a:gd name="connsiteX92-9355" fmla="*/ 5631 w 10000"/>
              <a:gd name="connsiteY92-9356" fmla="*/ 2542 h 10000"/>
              <a:gd name="connsiteX93-9357" fmla="*/ 5631 w 10000"/>
              <a:gd name="connsiteY93-9358" fmla="*/ 2263 h 10000"/>
              <a:gd name="connsiteX94-9359" fmla="*/ 5631 w 10000"/>
              <a:gd name="connsiteY94-9360" fmla="*/ 2059 h 10000"/>
              <a:gd name="connsiteX95-9361" fmla="*/ 5631 w 10000"/>
              <a:gd name="connsiteY95-9362" fmla="*/ 1855 h 10000"/>
              <a:gd name="connsiteX96-9363" fmla="*/ 5631 w 10000"/>
              <a:gd name="connsiteY96-9364" fmla="*/ 1670 h 10000"/>
              <a:gd name="connsiteX97-9365" fmla="*/ 5631 w 10000"/>
              <a:gd name="connsiteY97-9366" fmla="*/ 1577 h 10000"/>
              <a:gd name="connsiteX98-9367" fmla="*/ 5438 w 10000"/>
              <a:gd name="connsiteY98-9368" fmla="*/ 1466 h 10000"/>
              <a:gd name="connsiteX99-9369" fmla="*/ 5438 w 10000"/>
              <a:gd name="connsiteY99-9370" fmla="*/ 1373 h 10000"/>
              <a:gd name="connsiteX100-9371" fmla="*/ 5438 w 10000"/>
              <a:gd name="connsiteY100-9372" fmla="*/ 1280 h 10000"/>
              <a:gd name="connsiteX101-9373" fmla="*/ 5196 w 10000"/>
              <a:gd name="connsiteY101-9374" fmla="*/ 1280 h 10000"/>
              <a:gd name="connsiteX102-9375" fmla="*/ 5005 w 10000"/>
              <a:gd name="connsiteY102-9376" fmla="*/ 1169 h 10000"/>
              <a:gd name="connsiteX103-9377" fmla="*/ 5005 w 10000"/>
              <a:gd name="connsiteY103-9378" fmla="*/ 1169 h 10000"/>
              <a:gd name="connsiteX104-9379" fmla="*/ 4564 w 10000"/>
              <a:gd name="connsiteY104-9380" fmla="*/ 1169 h 10000"/>
              <a:gd name="connsiteX105-9381" fmla="*/ 4367 w 10000"/>
              <a:gd name="connsiteY105-9382" fmla="*/ 1169 h 10000"/>
              <a:gd name="connsiteX106-9383" fmla="*/ 3741 w 10000"/>
              <a:gd name="connsiteY106-9384" fmla="*/ 1169 h 10000"/>
              <a:gd name="connsiteX107-9385" fmla="*/ 3540 w 10000"/>
              <a:gd name="connsiteY107-9386" fmla="*/ 482 h 10000"/>
              <a:gd name="connsiteX108-9387" fmla="*/ 3976 w 10000"/>
              <a:gd name="connsiteY108-9388" fmla="*/ 390 h 10000"/>
              <a:gd name="connsiteX109-9389" fmla="*/ 4367 w 10000"/>
              <a:gd name="connsiteY109-9390" fmla="*/ 297 h 10000"/>
              <a:gd name="connsiteX110-9391" fmla="*/ 4801 w 10000"/>
              <a:gd name="connsiteY110-9392" fmla="*/ 297 h 10000"/>
              <a:gd name="connsiteX111-9393" fmla="*/ 4801 w 10000"/>
              <a:gd name="connsiteY111-9394" fmla="*/ 204 h 10000"/>
              <a:gd name="connsiteX112-9395" fmla="*/ 4801 w 10000"/>
              <a:gd name="connsiteY112-9396" fmla="*/ 204 h 10000"/>
              <a:gd name="connsiteX0-9397" fmla="*/ 4801 w 10000"/>
              <a:gd name="connsiteY0-9398" fmla="*/ 204 h 10000"/>
              <a:gd name="connsiteX1-9399" fmla="*/ 5005 w 10000"/>
              <a:gd name="connsiteY1-9400" fmla="*/ 93 h 10000"/>
              <a:gd name="connsiteX2-9401" fmla="*/ 5438 w 10000"/>
              <a:gd name="connsiteY2-9402" fmla="*/ 93 h 10000"/>
              <a:gd name="connsiteX3-9403" fmla="*/ 5631 w 10000"/>
              <a:gd name="connsiteY3-9404" fmla="*/ 0 h 10000"/>
              <a:gd name="connsiteX4-9405" fmla="*/ 5825 w 10000"/>
              <a:gd name="connsiteY4-9406" fmla="*/ 0 h 10000"/>
              <a:gd name="connsiteX5-9407" fmla="*/ 6259 w 10000"/>
              <a:gd name="connsiteY5-9408" fmla="*/ 93 h 10000"/>
              <a:gd name="connsiteX6-9409" fmla="*/ 6890 w 10000"/>
              <a:gd name="connsiteY6-9410" fmla="*/ 204 h 10000"/>
              <a:gd name="connsiteX7-9411" fmla="*/ 7085 w 10000"/>
              <a:gd name="connsiteY7-9412" fmla="*/ 297 h 10000"/>
              <a:gd name="connsiteX8-9413" fmla="*/ 7478 w 10000"/>
              <a:gd name="connsiteY8-9414" fmla="*/ 482 h 10000"/>
              <a:gd name="connsiteX9-9415" fmla="*/ 7711 w 10000"/>
              <a:gd name="connsiteY9-9416" fmla="*/ 594 h 10000"/>
              <a:gd name="connsiteX10-9417" fmla="*/ 8114 w 10000"/>
              <a:gd name="connsiteY10-9418" fmla="*/ 686 h 10000"/>
              <a:gd name="connsiteX11-9419" fmla="*/ 8544 w 10000"/>
              <a:gd name="connsiteY11-9420" fmla="*/ 891 h 10000"/>
              <a:gd name="connsiteX12-9421" fmla="*/ 8934 w 10000"/>
              <a:gd name="connsiteY12-9422" fmla="*/ 983 h 10000"/>
              <a:gd name="connsiteX13-9423" fmla="*/ 9173 w 10000"/>
              <a:gd name="connsiteY13-9424" fmla="*/ 1169 h 10000"/>
              <a:gd name="connsiteX14-9425" fmla="*/ 9568 w 10000"/>
              <a:gd name="connsiteY14-9426" fmla="*/ 1280 h 10000"/>
              <a:gd name="connsiteX15-9427" fmla="*/ 9762 w 10000"/>
              <a:gd name="connsiteY15-9428" fmla="*/ 1373 h 10000"/>
              <a:gd name="connsiteX16-9429" fmla="*/ 9762 w 10000"/>
              <a:gd name="connsiteY16-9430" fmla="*/ 1466 h 10000"/>
              <a:gd name="connsiteX17-9431" fmla="*/ 10000 w 10000"/>
              <a:gd name="connsiteY17-9432" fmla="*/ 1466 h 10000"/>
              <a:gd name="connsiteX18-9433" fmla="*/ 10000 w 10000"/>
              <a:gd name="connsiteY18-9434" fmla="*/ 1577 h 10000"/>
              <a:gd name="connsiteX19-9435" fmla="*/ 10000 w 10000"/>
              <a:gd name="connsiteY19-9436" fmla="*/ 1670 h 10000"/>
              <a:gd name="connsiteX20-9437" fmla="*/ 9762 w 10000"/>
              <a:gd name="connsiteY20-9438" fmla="*/ 1763 h 10000"/>
              <a:gd name="connsiteX21-9439" fmla="*/ 9568 w 10000"/>
              <a:gd name="connsiteY21-9440" fmla="*/ 1763 h 10000"/>
              <a:gd name="connsiteX22-9441" fmla="*/ 9371 w 10000"/>
              <a:gd name="connsiteY22-9442" fmla="*/ 1855 h 10000"/>
              <a:gd name="connsiteX23-9443" fmla="*/ 9173 w 10000"/>
              <a:gd name="connsiteY23-9444" fmla="*/ 1855 h 10000"/>
              <a:gd name="connsiteX24-9445" fmla="*/ 9173 w 10000"/>
              <a:gd name="connsiteY24-9446" fmla="*/ 1967 h 10000"/>
              <a:gd name="connsiteX25-9447" fmla="*/ 8934 w 10000"/>
              <a:gd name="connsiteY25-9448" fmla="*/ 2059 h 10000"/>
              <a:gd name="connsiteX26-9449" fmla="*/ 8740 w 10000"/>
              <a:gd name="connsiteY26-9450" fmla="*/ 2263 h 10000"/>
              <a:gd name="connsiteX27-9451" fmla="*/ 8740 w 10000"/>
              <a:gd name="connsiteY27-9452" fmla="*/ 2449 h 10000"/>
              <a:gd name="connsiteX28-9453" fmla="*/ 8544 w 10000"/>
              <a:gd name="connsiteY28-9454" fmla="*/ 2653 h 10000"/>
              <a:gd name="connsiteX29-9455" fmla="*/ 8544 w 10000"/>
              <a:gd name="connsiteY29-9456" fmla="*/ 2950 h 10000"/>
              <a:gd name="connsiteX30-9457" fmla="*/ 8544 w 10000"/>
              <a:gd name="connsiteY30-9458" fmla="*/ 3135 h 10000"/>
              <a:gd name="connsiteX31-9459" fmla="*/ 8305 w 10000"/>
              <a:gd name="connsiteY31-9460" fmla="*/ 3432 h 10000"/>
              <a:gd name="connsiteX32-9461" fmla="*/ 8305 w 10000"/>
              <a:gd name="connsiteY32-9462" fmla="*/ 3822 h 10000"/>
              <a:gd name="connsiteX33-9463" fmla="*/ 8114 w 10000"/>
              <a:gd name="connsiteY33-9464" fmla="*/ 4119 h 10000"/>
              <a:gd name="connsiteX34-9465" fmla="*/ 7913 w 10000"/>
              <a:gd name="connsiteY34-9466" fmla="*/ 4508 h 10000"/>
              <a:gd name="connsiteX35-9467" fmla="*/ 7711 w 10000"/>
              <a:gd name="connsiteY35-9468" fmla="*/ 4898 h 10000"/>
              <a:gd name="connsiteX36-9469" fmla="*/ 7478 w 10000"/>
              <a:gd name="connsiteY36-9470" fmla="*/ 5288 h 10000"/>
              <a:gd name="connsiteX37-9471" fmla="*/ 7085 w 10000"/>
              <a:gd name="connsiteY37-9472" fmla="*/ 6178 h 10000"/>
              <a:gd name="connsiteX38-9473" fmla="*/ 6890 w 10000"/>
              <a:gd name="connsiteY38-9474" fmla="*/ 6568 h 10000"/>
              <a:gd name="connsiteX39-9475" fmla="*/ 6657 w 10000"/>
              <a:gd name="connsiteY39-9476" fmla="*/ 6957 h 10000"/>
              <a:gd name="connsiteX40-9477" fmla="*/ 6458 w 10000"/>
              <a:gd name="connsiteY40-9478" fmla="*/ 7347 h 10000"/>
              <a:gd name="connsiteX41-9479" fmla="*/ 6259 w 10000"/>
              <a:gd name="connsiteY41-9480" fmla="*/ 7737 h 10000"/>
              <a:gd name="connsiteX42-9481" fmla="*/ 6021 w 10000"/>
              <a:gd name="connsiteY42-9482" fmla="*/ 8033 h 10000"/>
              <a:gd name="connsiteX43-9483" fmla="*/ 6021 w 10000"/>
              <a:gd name="connsiteY43-9484" fmla="*/ 8237 h 10000"/>
              <a:gd name="connsiteX44-9485" fmla="*/ 5825 w 10000"/>
              <a:gd name="connsiteY44-9486" fmla="*/ 8534 h 10000"/>
              <a:gd name="connsiteX45-9487" fmla="*/ 5631 w 10000"/>
              <a:gd name="connsiteY45-9488" fmla="*/ 8720 h 10000"/>
              <a:gd name="connsiteX46-9489" fmla="*/ 5196 w 10000"/>
              <a:gd name="connsiteY46-9490" fmla="*/ 9017 h 10000"/>
              <a:gd name="connsiteX47-9491" fmla="*/ 4801 w 10000"/>
              <a:gd name="connsiteY47-9492" fmla="*/ 9314 h 10000"/>
              <a:gd name="connsiteX48-9493" fmla="*/ 4367 w 10000"/>
              <a:gd name="connsiteY48-9494" fmla="*/ 9610 h 10000"/>
              <a:gd name="connsiteX49-9495" fmla="*/ 3976 w 10000"/>
              <a:gd name="connsiteY49-9496" fmla="*/ 9703 h 10000"/>
              <a:gd name="connsiteX50-9497" fmla="*/ 3540 w 10000"/>
              <a:gd name="connsiteY50-9498" fmla="*/ 9889 h 10000"/>
              <a:gd name="connsiteX51-9499" fmla="*/ 3106 w 10000"/>
              <a:gd name="connsiteY51-9500" fmla="*/ 10000 h 10000"/>
              <a:gd name="connsiteX52-9501" fmla="*/ 2714 w 10000"/>
              <a:gd name="connsiteY52-9502" fmla="*/ 10000 h 10000"/>
              <a:gd name="connsiteX53-9503" fmla="*/ 2280 w 10000"/>
              <a:gd name="connsiteY53-9504" fmla="*/ 10000 h 10000"/>
              <a:gd name="connsiteX54-9505" fmla="*/ 2280 w 10000"/>
              <a:gd name="connsiteY54-9506" fmla="*/ 9889 h 10000"/>
              <a:gd name="connsiteX55-9507" fmla="*/ 2081 w 10000"/>
              <a:gd name="connsiteY55-9508" fmla="*/ 9889 h 10000"/>
              <a:gd name="connsiteX56-9509" fmla="*/ 2081 w 10000"/>
              <a:gd name="connsiteY56-9510" fmla="*/ 9796 h 10000"/>
              <a:gd name="connsiteX57-9511" fmla="*/ 2081 w 10000"/>
              <a:gd name="connsiteY57-9512" fmla="*/ 9610 h 10000"/>
              <a:gd name="connsiteX58-9513" fmla="*/ 2081 w 10000"/>
              <a:gd name="connsiteY58-9514" fmla="*/ 9499 h 10000"/>
              <a:gd name="connsiteX59-9515" fmla="*/ 2081 w 10000"/>
              <a:gd name="connsiteY59-9516" fmla="*/ 9406 h 10000"/>
              <a:gd name="connsiteX60-9517" fmla="*/ 2081 w 10000"/>
              <a:gd name="connsiteY60-9518" fmla="*/ 9202 h 10000"/>
              <a:gd name="connsiteX61-9519" fmla="*/ 2081 w 10000"/>
              <a:gd name="connsiteY61-9520" fmla="*/ 9017 h 10000"/>
              <a:gd name="connsiteX62-9521" fmla="*/ 1888 w 10000"/>
              <a:gd name="connsiteY62-9522" fmla="*/ 8813 h 10000"/>
              <a:gd name="connsiteX63-9523" fmla="*/ 1651 w 10000"/>
              <a:gd name="connsiteY63-9524" fmla="*/ 8534 h 10000"/>
              <a:gd name="connsiteX64-9525" fmla="*/ 1258 w 10000"/>
              <a:gd name="connsiteY64-9526" fmla="*/ 8126 h 10000"/>
              <a:gd name="connsiteX65-9527" fmla="*/ 1061 w 10000"/>
              <a:gd name="connsiteY65-9528" fmla="*/ 7737 h 10000"/>
              <a:gd name="connsiteX66-9529" fmla="*/ 431 w 10000"/>
              <a:gd name="connsiteY66-9530" fmla="*/ 7347 h 10000"/>
              <a:gd name="connsiteX67-9531" fmla="*/ 0 w 10000"/>
              <a:gd name="connsiteY67-9532" fmla="*/ 6753 h 10000"/>
              <a:gd name="connsiteX68-9533" fmla="*/ 431 w 10000"/>
              <a:gd name="connsiteY68-9534" fmla="*/ 6957 h 10000"/>
              <a:gd name="connsiteX69-9535" fmla="*/ 1061 w 10000"/>
              <a:gd name="connsiteY69-9536" fmla="*/ 7161 h 10000"/>
              <a:gd name="connsiteX70-9537" fmla="*/ 1453 w 10000"/>
              <a:gd name="connsiteY70-9538" fmla="*/ 7347 h 10000"/>
              <a:gd name="connsiteX71-9539" fmla="*/ 1888 w 10000"/>
              <a:gd name="connsiteY71-9540" fmla="*/ 7440 h 10000"/>
              <a:gd name="connsiteX72-9541" fmla="*/ 2280 w 10000"/>
              <a:gd name="connsiteY72-9542" fmla="*/ 7551 h 10000"/>
              <a:gd name="connsiteX73-9543" fmla="*/ 2522 w 10000"/>
              <a:gd name="connsiteY73-9544" fmla="*/ 7551 h 10000"/>
              <a:gd name="connsiteX74-9545" fmla="*/ 2714 w 10000"/>
              <a:gd name="connsiteY74-9546" fmla="*/ 7644 h 10000"/>
              <a:gd name="connsiteX75-9547" fmla="*/ 2913 w 10000"/>
              <a:gd name="connsiteY75-9548" fmla="*/ 7644 h 10000"/>
              <a:gd name="connsiteX76-9549" fmla="*/ 3106 w 10000"/>
              <a:gd name="connsiteY76-9550" fmla="*/ 7644 h 10000"/>
              <a:gd name="connsiteX77-9551" fmla="*/ 3344 w 10000"/>
              <a:gd name="connsiteY77-9552" fmla="*/ 7644 h 10000"/>
              <a:gd name="connsiteX78-9553" fmla="*/ 3540 w 10000"/>
              <a:gd name="connsiteY78-9554" fmla="*/ 7551 h 10000"/>
              <a:gd name="connsiteX79-9555" fmla="*/ 3741 w 10000"/>
              <a:gd name="connsiteY79-9556" fmla="*/ 7440 h 10000"/>
              <a:gd name="connsiteX80-9557" fmla="*/ 3741 w 10000"/>
              <a:gd name="connsiteY80-9558" fmla="*/ 7347 h 10000"/>
              <a:gd name="connsiteX81-9559" fmla="*/ 3976 w 10000"/>
              <a:gd name="connsiteY81-9560" fmla="*/ 7254 h 10000"/>
              <a:gd name="connsiteX82-9561" fmla="*/ 4169 w 10000"/>
              <a:gd name="connsiteY82-9562" fmla="*/ 7050 h 10000"/>
              <a:gd name="connsiteX83-9563" fmla="*/ 4169 w 10000"/>
              <a:gd name="connsiteY83-9564" fmla="*/ 6865 h 10000"/>
              <a:gd name="connsiteX84-9565" fmla="*/ 4367 w 10000"/>
              <a:gd name="connsiteY84-9566" fmla="*/ 6660 h 10000"/>
              <a:gd name="connsiteX85-9567" fmla="*/ 4564 w 10000"/>
              <a:gd name="connsiteY85-9568" fmla="*/ 6364 h 10000"/>
              <a:gd name="connsiteX86-9569" fmla="*/ 4801 w 10000"/>
              <a:gd name="connsiteY86-9570" fmla="*/ 6067 h 10000"/>
              <a:gd name="connsiteX87-9571" fmla="*/ 4801 w 10000"/>
              <a:gd name="connsiteY87-9572" fmla="*/ 5677 h 10000"/>
              <a:gd name="connsiteX88-9573" fmla="*/ 5196 w 10000"/>
              <a:gd name="connsiteY88-9574" fmla="*/ 4991 h 10000"/>
              <a:gd name="connsiteX89-9575" fmla="*/ 5438 w 10000"/>
              <a:gd name="connsiteY89-9576" fmla="*/ 4212 h 10000"/>
              <a:gd name="connsiteX90-9577" fmla="*/ 5438 w 10000"/>
              <a:gd name="connsiteY90-9578" fmla="*/ 3525 h 10000"/>
              <a:gd name="connsiteX91-9579" fmla="*/ 5631 w 10000"/>
              <a:gd name="connsiteY91-9580" fmla="*/ 2839 h 10000"/>
              <a:gd name="connsiteX92-9581" fmla="*/ 5631 w 10000"/>
              <a:gd name="connsiteY92-9582" fmla="*/ 2542 h 10000"/>
              <a:gd name="connsiteX93-9583" fmla="*/ 5631 w 10000"/>
              <a:gd name="connsiteY93-9584" fmla="*/ 2263 h 10000"/>
              <a:gd name="connsiteX94-9585" fmla="*/ 5631 w 10000"/>
              <a:gd name="connsiteY94-9586" fmla="*/ 2059 h 10000"/>
              <a:gd name="connsiteX95-9587" fmla="*/ 5631 w 10000"/>
              <a:gd name="connsiteY95-9588" fmla="*/ 1855 h 10000"/>
              <a:gd name="connsiteX96-9589" fmla="*/ 5631 w 10000"/>
              <a:gd name="connsiteY96-9590" fmla="*/ 1670 h 10000"/>
              <a:gd name="connsiteX97-9591" fmla="*/ 5631 w 10000"/>
              <a:gd name="connsiteY97-9592" fmla="*/ 1577 h 10000"/>
              <a:gd name="connsiteX98-9593" fmla="*/ 5438 w 10000"/>
              <a:gd name="connsiteY98-9594" fmla="*/ 1466 h 10000"/>
              <a:gd name="connsiteX99-9595" fmla="*/ 5438 w 10000"/>
              <a:gd name="connsiteY99-9596" fmla="*/ 1373 h 10000"/>
              <a:gd name="connsiteX100-9597" fmla="*/ 5438 w 10000"/>
              <a:gd name="connsiteY100-9598" fmla="*/ 1280 h 10000"/>
              <a:gd name="connsiteX101-9599" fmla="*/ 5196 w 10000"/>
              <a:gd name="connsiteY101-9600" fmla="*/ 1280 h 10000"/>
              <a:gd name="connsiteX102-9601" fmla="*/ 5005 w 10000"/>
              <a:gd name="connsiteY102-9602" fmla="*/ 1169 h 10000"/>
              <a:gd name="connsiteX103-9603" fmla="*/ 5005 w 10000"/>
              <a:gd name="connsiteY103-9604" fmla="*/ 1169 h 10000"/>
              <a:gd name="connsiteX104-9605" fmla="*/ 4564 w 10000"/>
              <a:gd name="connsiteY104-9606" fmla="*/ 1169 h 10000"/>
              <a:gd name="connsiteX105-9607" fmla="*/ 4367 w 10000"/>
              <a:gd name="connsiteY105-9608" fmla="*/ 1169 h 10000"/>
              <a:gd name="connsiteX106-9609" fmla="*/ 3540 w 10000"/>
              <a:gd name="connsiteY106-9610" fmla="*/ 482 h 10000"/>
              <a:gd name="connsiteX107-9611" fmla="*/ 3976 w 10000"/>
              <a:gd name="connsiteY107-9612" fmla="*/ 390 h 10000"/>
              <a:gd name="connsiteX108-9613" fmla="*/ 4367 w 10000"/>
              <a:gd name="connsiteY108-9614" fmla="*/ 297 h 10000"/>
              <a:gd name="connsiteX109-9615" fmla="*/ 4801 w 10000"/>
              <a:gd name="connsiteY109-9616" fmla="*/ 297 h 10000"/>
              <a:gd name="connsiteX110-9617" fmla="*/ 4801 w 10000"/>
              <a:gd name="connsiteY110-9618" fmla="*/ 204 h 10000"/>
              <a:gd name="connsiteX111-9619" fmla="*/ 4801 w 10000"/>
              <a:gd name="connsiteY111-9620" fmla="*/ 204 h 10000"/>
              <a:gd name="connsiteX0-9621" fmla="*/ 4801 w 10000"/>
              <a:gd name="connsiteY0-9622" fmla="*/ 204 h 10000"/>
              <a:gd name="connsiteX1-9623" fmla="*/ 5005 w 10000"/>
              <a:gd name="connsiteY1-9624" fmla="*/ 93 h 10000"/>
              <a:gd name="connsiteX2-9625" fmla="*/ 5438 w 10000"/>
              <a:gd name="connsiteY2-9626" fmla="*/ 93 h 10000"/>
              <a:gd name="connsiteX3-9627" fmla="*/ 5631 w 10000"/>
              <a:gd name="connsiteY3-9628" fmla="*/ 0 h 10000"/>
              <a:gd name="connsiteX4-9629" fmla="*/ 5825 w 10000"/>
              <a:gd name="connsiteY4-9630" fmla="*/ 0 h 10000"/>
              <a:gd name="connsiteX5-9631" fmla="*/ 6259 w 10000"/>
              <a:gd name="connsiteY5-9632" fmla="*/ 93 h 10000"/>
              <a:gd name="connsiteX6-9633" fmla="*/ 6890 w 10000"/>
              <a:gd name="connsiteY6-9634" fmla="*/ 204 h 10000"/>
              <a:gd name="connsiteX7-9635" fmla="*/ 7085 w 10000"/>
              <a:gd name="connsiteY7-9636" fmla="*/ 297 h 10000"/>
              <a:gd name="connsiteX8-9637" fmla="*/ 7478 w 10000"/>
              <a:gd name="connsiteY8-9638" fmla="*/ 482 h 10000"/>
              <a:gd name="connsiteX9-9639" fmla="*/ 7711 w 10000"/>
              <a:gd name="connsiteY9-9640" fmla="*/ 594 h 10000"/>
              <a:gd name="connsiteX10-9641" fmla="*/ 8114 w 10000"/>
              <a:gd name="connsiteY10-9642" fmla="*/ 686 h 10000"/>
              <a:gd name="connsiteX11-9643" fmla="*/ 8544 w 10000"/>
              <a:gd name="connsiteY11-9644" fmla="*/ 891 h 10000"/>
              <a:gd name="connsiteX12-9645" fmla="*/ 8934 w 10000"/>
              <a:gd name="connsiteY12-9646" fmla="*/ 983 h 10000"/>
              <a:gd name="connsiteX13-9647" fmla="*/ 9173 w 10000"/>
              <a:gd name="connsiteY13-9648" fmla="*/ 1169 h 10000"/>
              <a:gd name="connsiteX14-9649" fmla="*/ 9568 w 10000"/>
              <a:gd name="connsiteY14-9650" fmla="*/ 1280 h 10000"/>
              <a:gd name="connsiteX15-9651" fmla="*/ 9762 w 10000"/>
              <a:gd name="connsiteY15-9652" fmla="*/ 1373 h 10000"/>
              <a:gd name="connsiteX16-9653" fmla="*/ 9762 w 10000"/>
              <a:gd name="connsiteY16-9654" fmla="*/ 1466 h 10000"/>
              <a:gd name="connsiteX17-9655" fmla="*/ 10000 w 10000"/>
              <a:gd name="connsiteY17-9656" fmla="*/ 1466 h 10000"/>
              <a:gd name="connsiteX18-9657" fmla="*/ 10000 w 10000"/>
              <a:gd name="connsiteY18-9658" fmla="*/ 1577 h 10000"/>
              <a:gd name="connsiteX19-9659" fmla="*/ 10000 w 10000"/>
              <a:gd name="connsiteY19-9660" fmla="*/ 1670 h 10000"/>
              <a:gd name="connsiteX20-9661" fmla="*/ 9762 w 10000"/>
              <a:gd name="connsiteY20-9662" fmla="*/ 1763 h 10000"/>
              <a:gd name="connsiteX21-9663" fmla="*/ 9568 w 10000"/>
              <a:gd name="connsiteY21-9664" fmla="*/ 1763 h 10000"/>
              <a:gd name="connsiteX22-9665" fmla="*/ 9371 w 10000"/>
              <a:gd name="connsiteY22-9666" fmla="*/ 1855 h 10000"/>
              <a:gd name="connsiteX23-9667" fmla="*/ 9173 w 10000"/>
              <a:gd name="connsiteY23-9668" fmla="*/ 1855 h 10000"/>
              <a:gd name="connsiteX24-9669" fmla="*/ 9173 w 10000"/>
              <a:gd name="connsiteY24-9670" fmla="*/ 1967 h 10000"/>
              <a:gd name="connsiteX25-9671" fmla="*/ 8934 w 10000"/>
              <a:gd name="connsiteY25-9672" fmla="*/ 2059 h 10000"/>
              <a:gd name="connsiteX26-9673" fmla="*/ 8740 w 10000"/>
              <a:gd name="connsiteY26-9674" fmla="*/ 2263 h 10000"/>
              <a:gd name="connsiteX27-9675" fmla="*/ 8740 w 10000"/>
              <a:gd name="connsiteY27-9676" fmla="*/ 2449 h 10000"/>
              <a:gd name="connsiteX28-9677" fmla="*/ 8544 w 10000"/>
              <a:gd name="connsiteY28-9678" fmla="*/ 2653 h 10000"/>
              <a:gd name="connsiteX29-9679" fmla="*/ 8544 w 10000"/>
              <a:gd name="connsiteY29-9680" fmla="*/ 2950 h 10000"/>
              <a:gd name="connsiteX30-9681" fmla="*/ 8544 w 10000"/>
              <a:gd name="connsiteY30-9682" fmla="*/ 3135 h 10000"/>
              <a:gd name="connsiteX31-9683" fmla="*/ 8305 w 10000"/>
              <a:gd name="connsiteY31-9684" fmla="*/ 3432 h 10000"/>
              <a:gd name="connsiteX32-9685" fmla="*/ 8305 w 10000"/>
              <a:gd name="connsiteY32-9686" fmla="*/ 3822 h 10000"/>
              <a:gd name="connsiteX33-9687" fmla="*/ 8114 w 10000"/>
              <a:gd name="connsiteY33-9688" fmla="*/ 4119 h 10000"/>
              <a:gd name="connsiteX34-9689" fmla="*/ 7913 w 10000"/>
              <a:gd name="connsiteY34-9690" fmla="*/ 4508 h 10000"/>
              <a:gd name="connsiteX35-9691" fmla="*/ 7711 w 10000"/>
              <a:gd name="connsiteY35-9692" fmla="*/ 4898 h 10000"/>
              <a:gd name="connsiteX36-9693" fmla="*/ 7478 w 10000"/>
              <a:gd name="connsiteY36-9694" fmla="*/ 5288 h 10000"/>
              <a:gd name="connsiteX37-9695" fmla="*/ 7085 w 10000"/>
              <a:gd name="connsiteY37-9696" fmla="*/ 6178 h 10000"/>
              <a:gd name="connsiteX38-9697" fmla="*/ 6890 w 10000"/>
              <a:gd name="connsiteY38-9698" fmla="*/ 6568 h 10000"/>
              <a:gd name="connsiteX39-9699" fmla="*/ 6657 w 10000"/>
              <a:gd name="connsiteY39-9700" fmla="*/ 6957 h 10000"/>
              <a:gd name="connsiteX40-9701" fmla="*/ 6458 w 10000"/>
              <a:gd name="connsiteY40-9702" fmla="*/ 7347 h 10000"/>
              <a:gd name="connsiteX41-9703" fmla="*/ 6259 w 10000"/>
              <a:gd name="connsiteY41-9704" fmla="*/ 7737 h 10000"/>
              <a:gd name="connsiteX42-9705" fmla="*/ 6021 w 10000"/>
              <a:gd name="connsiteY42-9706" fmla="*/ 8033 h 10000"/>
              <a:gd name="connsiteX43-9707" fmla="*/ 6021 w 10000"/>
              <a:gd name="connsiteY43-9708" fmla="*/ 8237 h 10000"/>
              <a:gd name="connsiteX44-9709" fmla="*/ 5825 w 10000"/>
              <a:gd name="connsiteY44-9710" fmla="*/ 8534 h 10000"/>
              <a:gd name="connsiteX45-9711" fmla="*/ 5631 w 10000"/>
              <a:gd name="connsiteY45-9712" fmla="*/ 8720 h 10000"/>
              <a:gd name="connsiteX46-9713" fmla="*/ 5196 w 10000"/>
              <a:gd name="connsiteY46-9714" fmla="*/ 9017 h 10000"/>
              <a:gd name="connsiteX47-9715" fmla="*/ 4801 w 10000"/>
              <a:gd name="connsiteY47-9716" fmla="*/ 9314 h 10000"/>
              <a:gd name="connsiteX48-9717" fmla="*/ 4367 w 10000"/>
              <a:gd name="connsiteY48-9718" fmla="*/ 9610 h 10000"/>
              <a:gd name="connsiteX49-9719" fmla="*/ 3976 w 10000"/>
              <a:gd name="connsiteY49-9720" fmla="*/ 9703 h 10000"/>
              <a:gd name="connsiteX50-9721" fmla="*/ 3540 w 10000"/>
              <a:gd name="connsiteY50-9722" fmla="*/ 9889 h 10000"/>
              <a:gd name="connsiteX51-9723" fmla="*/ 3106 w 10000"/>
              <a:gd name="connsiteY51-9724" fmla="*/ 10000 h 10000"/>
              <a:gd name="connsiteX52-9725" fmla="*/ 2714 w 10000"/>
              <a:gd name="connsiteY52-9726" fmla="*/ 10000 h 10000"/>
              <a:gd name="connsiteX53-9727" fmla="*/ 2280 w 10000"/>
              <a:gd name="connsiteY53-9728" fmla="*/ 10000 h 10000"/>
              <a:gd name="connsiteX54-9729" fmla="*/ 2280 w 10000"/>
              <a:gd name="connsiteY54-9730" fmla="*/ 9889 h 10000"/>
              <a:gd name="connsiteX55-9731" fmla="*/ 2081 w 10000"/>
              <a:gd name="connsiteY55-9732" fmla="*/ 9889 h 10000"/>
              <a:gd name="connsiteX56-9733" fmla="*/ 2081 w 10000"/>
              <a:gd name="connsiteY56-9734" fmla="*/ 9796 h 10000"/>
              <a:gd name="connsiteX57-9735" fmla="*/ 2081 w 10000"/>
              <a:gd name="connsiteY57-9736" fmla="*/ 9610 h 10000"/>
              <a:gd name="connsiteX58-9737" fmla="*/ 2081 w 10000"/>
              <a:gd name="connsiteY58-9738" fmla="*/ 9499 h 10000"/>
              <a:gd name="connsiteX59-9739" fmla="*/ 2081 w 10000"/>
              <a:gd name="connsiteY59-9740" fmla="*/ 9406 h 10000"/>
              <a:gd name="connsiteX60-9741" fmla="*/ 2081 w 10000"/>
              <a:gd name="connsiteY60-9742" fmla="*/ 9202 h 10000"/>
              <a:gd name="connsiteX61-9743" fmla="*/ 2081 w 10000"/>
              <a:gd name="connsiteY61-9744" fmla="*/ 9017 h 10000"/>
              <a:gd name="connsiteX62-9745" fmla="*/ 1888 w 10000"/>
              <a:gd name="connsiteY62-9746" fmla="*/ 8813 h 10000"/>
              <a:gd name="connsiteX63-9747" fmla="*/ 1651 w 10000"/>
              <a:gd name="connsiteY63-9748" fmla="*/ 8534 h 10000"/>
              <a:gd name="connsiteX64-9749" fmla="*/ 1258 w 10000"/>
              <a:gd name="connsiteY64-9750" fmla="*/ 8126 h 10000"/>
              <a:gd name="connsiteX65-9751" fmla="*/ 1061 w 10000"/>
              <a:gd name="connsiteY65-9752" fmla="*/ 7737 h 10000"/>
              <a:gd name="connsiteX66-9753" fmla="*/ 431 w 10000"/>
              <a:gd name="connsiteY66-9754" fmla="*/ 7347 h 10000"/>
              <a:gd name="connsiteX67-9755" fmla="*/ 0 w 10000"/>
              <a:gd name="connsiteY67-9756" fmla="*/ 6753 h 10000"/>
              <a:gd name="connsiteX68-9757" fmla="*/ 431 w 10000"/>
              <a:gd name="connsiteY68-9758" fmla="*/ 6957 h 10000"/>
              <a:gd name="connsiteX69-9759" fmla="*/ 1061 w 10000"/>
              <a:gd name="connsiteY69-9760" fmla="*/ 7161 h 10000"/>
              <a:gd name="connsiteX70-9761" fmla="*/ 1453 w 10000"/>
              <a:gd name="connsiteY70-9762" fmla="*/ 7347 h 10000"/>
              <a:gd name="connsiteX71-9763" fmla="*/ 1888 w 10000"/>
              <a:gd name="connsiteY71-9764" fmla="*/ 7440 h 10000"/>
              <a:gd name="connsiteX72-9765" fmla="*/ 2280 w 10000"/>
              <a:gd name="connsiteY72-9766" fmla="*/ 7551 h 10000"/>
              <a:gd name="connsiteX73-9767" fmla="*/ 2522 w 10000"/>
              <a:gd name="connsiteY73-9768" fmla="*/ 7551 h 10000"/>
              <a:gd name="connsiteX74-9769" fmla="*/ 2714 w 10000"/>
              <a:gd name="connsiteY74-9770" fmla="*/ 7644 h 10000"/>
              <a:gd name="connsiteX75-9771" fmla="*/ 2913 w 10000"/>
              <a:gd name="connsiteY75-9772" fmla="*/ 7644 h 10000"/>
              <a:gd name="connsiteX76-9773" fmla="*/ 3106 w 10000"/>
              <a:gd name="connsiteY76-9774" fmla="*/ 7644 h 10000"/>
              <a:gd name="connsiteX77-9775" fmla="*/ 3344 w 10000"/>
              <a:gd name="connsiteY77-9776" fmla="*/ 7644 h 10000"/>
              <a:gd name="connsiteX78-9777" fmla="*/ 3540 w 10000"/>
              <a:gd name="connsiteY78-9778" fmla="*/ 7551 h 10000"/>
              <a:gd name="connsiteX79-9779" fmla="*/ 3741 w 10000"/>
              <a:gd name="connsiteY79-9780" fmla="*/ 7440 h 10000"/>
              <a:gd name="connsiteX80-9781" fmla="*/ 3741 w 10000"/>
              <a:gd name="connsiteY80-9782" fmla="*/ 7347 h 10000"/>
              <a:gd name="connsiteX81-9783" fmla="*/ 3976 w 10000"/>
              <a:gd name="connsiteY81-9784" fmla="*/ 7254 h 10000"/>
              <a:gd name="connsiteX82-9785" fmla="*/ 4169 w 10000"/>
              <a:gd name="connsiteY82-9786" fmla="*/ 7050 h 10000"/>
              <a:gd name="connsiteX83-9787" fmla="*/ 4169 w 10000"/>
              <a:gd name="connsiteY83-9788" fmla="*/ 6865 h 10000"/>
              <a:gd name="connsiteX84-9789" fmla="*/ 4367 w 10000"/>
              <a:gd name="connsiteY84-9790" fmla="*/ 6660 h 10000"/>
              <a:gd name="connsiteX85-9791" fmla="*/ 4564 w 10000"/>
              <a:gd name="connsiteY85-9792" fmla="*/ 6364 h 10000"/>
              <a:gd name="connsiteX86-9793" fmla="*/ 4801 w 10000"/>
              <a:gd name="connsiteY86-9794" fmla="*/ 6067 h 10000"/>
              <a:gd name="connsiteX87-9795" fmla="*/ 4801 w 10000"/>
              <a:gd name="connsiteY87-9796" fmla="*/ 5677 h 10000"/>
              <a:gd name="connsiteX88-9797" fmla="*/ 5196 w 10000"/>
              <a:gd name="connsiteY88-9798" fmla="*/ 4991 h 10000"/>
              <a:gd name="connsiteX89-9799" fmla="*/ 5438 w 10000"/>
              <a:gd name="connsiteY89-9800" fmla="*/ 4212 h 10000"/>
              <a:gd name="connsiteX90-9801" fmla="*/ 5438 w 10000"/>
              <a:gd name="connsiteY90-9802" fmla="*/ 3525 h 10000"/>
              <a:gd name="connsiteX91-9803" fmla="*/ 5631 w 10000"/>
              <a:gd name="connsiteY91-9804" fmla="*/ 2839 h 10000"/>
              <a:gd name="connsiteX92-9805" fmla="*/ 5631 w 10000"/>
              <a:gd name="connsiteY92-9806" fmla="*/ 2542 h 10000"/>
              <a:gd name="connsiteX93-9807" fmla="*/ 5631 w 10000"/>
              <a:gd name="connsiteY93-9808" fmla="*/ 2263 h 10000"/>
              <a:gd name="connsiteX94-9809" fmla="*/ 5631 w 10000"/>
              <a:gd name="connsiteY94-9810" fmla="*/ 2059 h 10000"/>
              <a:gd name="connsiteX95-9811" fmla="*/ 5631 w 10000"/>
              <a:gd name="connsiteY95-9812" fmla="*/ 1855 h 10000"/>
              <a:gd name="connsiteX96-9813" fmla="*/ 5631 w 10000"/>
              <a:gd name="connsiteY96-9814" fmla="*/ 1670 h 10000"/>
              <a:gd name="connsiteX97-9815" fmla="*/ 5631 w 10000"/>
              <a:gd name="connsiteY97-9816" fmla="*/ 1577 h 10000"/>
              <a:gd name="connsiteX98-9817" fmla="*/ 5438 w 10000"/>
              <a:gd name="connsiteY98-9818" fmla="*/ 1466 h 10000"/>
              <a:gd name="connsiteX99-9819" fmla="*/ 5438 w 10000"/>
              <a:gd name="connsiteY99-9820" fmla="*/ 1373 h 10000"/>
              <a:gd name="connsiteX100-9821" fmla="*/ 5438 w 10000"/>
              <a:gd name="connsiteY100-9822" fmla="*/ 1280 h 10000"/>
              <a:gd name="connsiteX101-9823" fmla="*/ 5196 w 10000"/>
              <a:gd name="connsiteY101-9824" fmla="*/ 1280 h 10000"/>
              <a:gd name="connsiteX102-9825" fmla="*/ 5005 w 10000"/>
              <a:gd name="connsiteY102-9826" fmla="*/ 1169 h 10000"/>
              <a:gd name="connsiteX103-9827" fmla="*/ 5005 w 10000"/>
              <a:gd name="connsiteY103-9828" fmla="*/ 1169 h 10000"/>
              <a:gd name="connsiteX104-9829" fmla="*/ 4564 w 10000"/>
              <a:gd name="connsiteY104-9830" fmla="*/ 1169 h 10000"/>
              <a:gd name="connsiteX105-9831" fmla="*/ 3540 w 10000"/>
              <a:gd name="connsiteY105-9832" fmla="*/ 482 h 10000"/>
              <a:gd name="connsiteX106-9833" fmla="*/ 3976 w 10000"/>
              <a:gd name="connsiteY106-9834" fmla="*/ 390 h 10000"/>
              <a:gd name="connsiteX107-9835" fmla="*/ 4367 w 10000"/>
              <a:gd name="connsiteY107-9836" fmla="*/ 297 h 10000"/>
              <a:gd name="connsiteX108-9837" fmla="*/ 4801 w 10000"/>
              <a:gd name="connsiteY108-9838" fmla="*/ 297 h 10000"/>
              <a:gd name="connsiteX109-9839" fmla="*/ 4801 w 10000"/>
              <a:gd name="connsiteY109-9840" fmla="*/ 204 h 10000"/>
              <a:gd name="connsiteX110-9841" fmla="*/ 4801 w 10000"/>
              <a:gd name="connsiteY110-9842" fmla="*/ 204 h 10000"/>
              <a:gd name="connsiteX0-9843" fmla="*/ 4801 w 10000"/>
              <a:gd name="connsiteY0-9844" fmla="*/ 204 h 10000"/>
              <a:gd name="connsiteX1-9845" fmla="*/ 5005 w 10000"/>
              <a:gd name="connsiteY1-9846" fmla="*/ 93 h 10000"/>
              <a:gd name="connsiteX2-9847" fmla="*/ 5438 w 10000"/>
              <a:gd name="connsiteY2-9848" fmla="*/ 93 h 10000"/>
              <a:gd name="connsiteX3-9849" fmla="*/ 5631 w 10000"/>
              <a:gd name="connsiteY3-9850" fmla="*/ 0 h 10000"/>
              <a:gd name="connsiteX4-9851" fmla="*/ 5825 w 10000"/>
              <a:gd name="connsiteY4-9852" fmla="*/ 0 h 10000"/>
              <a:gd name="connsiteX5-9853" fmla="*/ 6259 w 10000"/>
              <a:gd name="connsiteY5-9854" fmla="*/ 93 h 10000"/>
              <a:gd name="connsiteX6-9855" fmla="*/ 6890 w 10000"/>
              <a:gd name="connsiteY6-9856" fmla="*/ 204 h 10000"/>
              <a:gd name="connsiteX7-9857" fmla="*/ 7085 w 10000"/>
              <a:gd name="connsiteY7-9858" fmla="*/ 297 h 10000"/>
              <a:gd name="connsiteX8-9859" fmla="*/ 7478 w 10000"/>
              <a:gd name="connsiteY8-9860" fmla="*/ 482 h 10000"/>
              <a:gd name="connsiteX9-9861" fmla="*/ 7711 w 10000"/>
              <a:gd name="connsiteY9-9862" fmla="*/ 594 h 10000"/>
              <a:gd name="connsiteX10-9863" fmla="*/ 8114 w 10000"/>
              <a:gd name="connsiteY10-9864" fmla="*/ 686 h 10000"/>
              <a:gd name="connsiteX11-9865" fmla="*/ 8544 w 10000"/>
              <a:gd name="connsiteY11-9866" fmla="*/ 891 h 10000"/>
              <a:gd name="connsiteX12-9867" fmla="*/ 8934 w 10000"/>
              <a:gd name="connsiteY12-9868" fmla="*/ 983 h 10000"/>
              <a:gd name="connsiteX13-9869" fmla="*/ 9173 w 10000"/>
              <a:gd name="connsiteY13-9870" fmla="*/ 1169 h 10000"/>
              <a:gd name="connsiteX14-9871" fmla="*/ 9568 w 10000"/>
              <a:gd name="connsiteY14-9872" fmla="*/ 1280 h 10000"/>
              <a:gd name="connsiteX15-9873" fmla="*/ 9762 w 10000"/>
              <a:gd name="connsiteY15-9874" fmla="*/ 1373 h 10000"/>
              <a:gd name="connsiteX16-9875" fmla="*/ 9762 w 10000"/>
              <a:gd name="connsiteY16-9876" fmla="*/ 1466 h 10000"/>
              <a:gd name="connsiteX17-9877" fmla="*/ 10000 w 10000"/>
              <a:gd name="connsiteY17-9878" fmla="*/ 1466 h 10000"/>
              <a:gd name="connsiteX18-9879" fmla="*/ 10000 w 10000"/>
              <a:gd name="connsiteY18-9880" fmla="*/ 1577 h 10000"/>
              <a:gd name="connsiteX19-9881" fmla="*/ 10000 w 10000"/>
              <a:gd name="connsiteY19-9882" fmla="*/ 1670 h 10000"/>
              <a:gd name="connsiteX20-9883" fmla="*/ 9762 w 10000"/>
              <a:gd name="connsiteY20-9884" fmla="*/ 1763 h 10000"/>
              <a:gd name="connsiteX21-9885" fmla="*/ 9568 w 10000"/>
              <a:gd name="connsiteY21-9886" fmla="*/ 1763 h 10000"/>
              <a:gd name="connsiteX22-9887" fmla="*/ 9371 w 10000"/>
              <a:gd name="connsiteY22-9888" fmla="*/ 1855 h 10000"/>
              <a:gd name="connsiteX23-9889" fmla="*/ 9173 w 10000"/>
              <a:gd name="connsiteY23-9890" fmla="*/ 1855 h 10000"/>
              <a:gd name="connsiteX24-9891" fmla="*/ 9173 w 10000"/>
              <a:gd name="connsiteY24-9892" fmla="*/ 1967 h 10000"/>
              <a:gd name="connsiteX25-9893" fmla="*/ 8934 w 10000"/>
              <a:gd name="connsiteY25-9894" fmla="*/ 2059 h 10000"/>
              <a:gd name="connsiteX26-9895" fmla="*/ 8740 w 10000"/>
              <a:gd name="connsiteY26-9896" fmla="*/ 2263 h 10000"/>
              <a:gd name="connsiteX27-9897" fmla="*/ 8740 w 10000"/>
              <a:gd name="connsiteY27-9898" fmla="*/ 2449 h 10000"/>
              <a:gd name="connsiteX28-9899" fmla="*/ 8544 w 10000"/>
              <a:gd name="connsiteY28-9900" fmla="*/ 2653 h 10000"/>
              <a:gd name="connsiteX29-9901" fmla="*/ 8544 w 10000"/>
              <a:gd name="connsiteY29-9902" fmla="*/ 2950 h 10000"/>
              <a:gd name="connsiteX30-9903" fmla="*/ 8544 w 10000"/>
              <a:gd name="connsiteY30-9904" fmla="*/ 3135 h 10000"/>
              <a:gd name="connsiteX31-9905" fmla="*/ 8305 w 10000"/>
              <a:gd name="connsiteY31-9906" fmla="*/ 3432 h 10000"/>
              <a:gd name="connsiteX32-9907" fmla="*/ 8305 w 10000"/>
              <a:gd name="connsiteY32-9908" fmla="*/ 3822 h 10000"/>
              <a:gd name="connsiteX33-9909" fmla="*/ 8114 w 10000"/>
              <a:gd name="connsiteY33-9910" fmla="*/ 4119 h 10000"/>
              <a:gd name="connsiteX34-9911" fmla="*/ 7913 w 10000"/>
              <a:gd name="connsiteY34-9912" fmla="*/ 4508 h 10000"/>
              <a:gd name="connsiteX35-9913" fmla="*/ 7711 w 10000"/>
              <a:gd name="connsiteY35-9914" fmla="*/ 4898 h 10000"/>
              <a:gd name="connsiteX36-9915" fmla="*/ 7478 w 10000"/>
              <a:gd name="connsiteY36-9916" fmla="*/ 5288 h 10000"/>
              <a:gd name="connsiteX37-9917" fmla="*/ 7085 w 10000"/>
              <a:gd name="connsiteY37-9918" fmla="*/ 6178 h 10000"/>
              <a:gd name="connsiteX38-9919" fmla="*/ 6890 w 10000"/>
              <a:gd name="connsiteY38-9920" fmla="*/ 6568 h 10000"/>
              <a:gd name="connsiteX39-9921" fmla="*/ 6657 w 10000"/>
              <a:gd name="connsiteY39-9922" fmla="*/ 6957 h 10000"/>
              <a:gd name="connsiteX40-9923" fmla="*/ 6458 w 10000"/>
              <a:gd name="connsiteY40-9924" fmla="*/ 7347 h 10000"/>
              <a:gd name="connsiteX41-9925" fmla="*/ 6259 w 10000"/>
              <a:gd name="connsiteY41-9926" fmla="*/ 7737 h 10000"/>
              <a:gd name="connsiteX42-9927" fmla="*/ 6021 w 10000"/>
              <a:gd name="connsiteY42-9928" fmla="*/ 8033 h 10000"/>
              <a:gd name="connsiteX43-9929" fmla="*/ 6021 w 10000"/>
              <a:gd name="connsiteY43-9930" fmla="*/ 8237 h 10000"/>
              <a:gd name="connsiteX44-9931" fmla="*/ 5825 w 10000"/>
              <a:gd name="connsiteY44-9932" fmla="*/ 8534 h 10000"/>
              <a:gd name="connsiteX45-9933" fmla="*/ 5631 w 10000"/>
              <a:gd name="connsiteY45-9934" fmla="*/ 8720 h 10000"/>
              <a:gd name="connsiteX46-9935" fmla="*/ 5196 w 10000"/>
              <a:gd name="connsiteY46-9936" fmla="*/ 9017 h 10000"/>
              <a:gd name="connsiteX47-9937" fmla="*/ 4801 w 10000"/>
              <a:gd name="connsiteY47-9938" fmla="*/ 9314 h 10000"/>
              <a:gd name="connsiteX48-9939" fmla="*/ 4367 w 10000"/>
              <a:gd name="connsiteY48-9940" fmla="*/ 9610 h 10000"/>
              <a:gd name="connsiteX49-9941" fmla="*/ 3976 w 10000"/>
              <a:gd name="connsiteY49-9942" fmla="*/ 9703 h 10000"/>
              <a:gd name="connsiteX50-9943" fmla="*/ 3540 w 10000"/>
              <a:gd name="connsiteY50-9944" fmla="*/ 9889 h 10000"/>
              <a:gd name="connsiteX51-9945" fmla="*/ 3106 w 10000"/>
              <a:gd name="connsiteY51-9946" fmla="*/ 10000 h 10000"/>
              <a:gd name="connsiteX52-9947" fmla="*/ 2714 w 10000"/>
              <a:gd name="connsiteY52-9948" fmla="*/ 10000 h 10000"/>
              <a:gd name="connsiteX53-9949" fmla="*/ 2280 w 10000"/>
              <a:gd name="connsiteY53-9950" fmla="*/ 10000 h 10000"/>
              <a:gd name="connsiteX54-9951" fmla="*/ 2280 w 10000"/>
              <a:gd name="connsiteY54-9952" fmla="*/ 9889 h 10000"/>
              <a:gd name="connsiteX55-9953" fmla="*/ 2081 w 10000"/>
              <a:gd name="connsiteY55-9954" fmla="*/ 9889 h 10000"/>
              <a:gd name="connsiteX56-9955" fmla="*/ 2081 w 10000"/>
              <a:gd name="connsiteY56-9956" fmla="*/ 9796 h 10000"/>
              <a:gd name="connsiteX57-9957" fmla="*/ 2081 w 10000"/>
              <a:gd name="connsiteY57-9958" fmla="*/ 9610 h 10000"/>
              <a:gd name="connsiteX58-9959" fmla="*/ 2081 w 10000"/>
              <a:gd name="connsiteY58-9960" fmla="*/ 9499 h 10000"/>
              <a:gd name="connsiteX59-9961" fmla="*/ 2081 w 10000"/>
              <a:gd name="connsiteY59-9962" fmla="*/ 9406 h 10000"/>
              <a:gd name="connsiteX60-9963" fmla="*/ 2081 w 10000"/>
              <a:gd name="connsiteY60-9964" fmla="*/ 9202 h 10000"/>
              <a:gd name="connsiteX61-9965" fmla="*/ 2081 w 10000"/>
              <a:gd name="connsiteY61-9966" fmla="*/ 9017 h 10000"/>
              <a:gd name="connsiteX62-9967" fmla="*/ 1888 w 10000"/>
              <a:gd name="connsiteY62-9968" fmla="*/ 8813 h 10000"/>
              <a:gd name="connsiteX63-9969" fmla="*/ 1651 w 10000"/>
              <a:gd name="connsiteY63-9970" fmla="*/ 8534 h 10000"/>
              <a:gd name="connsiteX64-9971" fmla="*/ 1258 w 10000"/>
              <a:gd name="connsiteY64-9972" fmla="*/ 8126 h 10000"/>
              <a:gd name="connsiteX65-9973" fmla="*/ 1061 w 10000"/>
              <a:gd name="connsiteY65-9974" fmla="*/ 7737 h 10000"/>
              <a:gd name="connsiteX66-9975" fmla="*/ 431 w 10000"/>
              <a:gd name="connsiteY66-9976" fmla="*/ 7347 h 10000"/>
              <a:gd name="connsiteX67-9977" fmla="*/ 0 w 10000"/>
              <a:gd name="connsiteY67-9978" fmla="*/ 6753 h 10000"/>
              <a:gd name="connsiteX68-9979" fmla="*/ 431 w 10000"/>
              <a:gd name="connsiteY68-9980" fmla="*/ 6957 h 10000"/>
              <a:gd name="connsiteX69-9981" fmla="*/ 1061 w 10000"/>
              <a:gd name="connsiteY69-9982" fmla="*/ 7161 h 10000"/>
              <a:gd name="connsiteX70-9983" fmla="*/ 1453 w 10000"/>
              <a:gd name="connsiteY70-9984" fmla="*/ 7347 h 10000"/>
              <a:gd name="connsiteX71-9985" fmla="*/ 1888 w 10000"/>
              <a:gd name="connsiteY71-9986" fmla="*/ 7440 h 10000"/>
              <a:gd name="connsiteX72-9987" fmla="*/ 2280 w 10000"/>
              <a:gd name="connsiteY72-9988" fmla="*/ 7551 h 10000"/>
              <a:gd name="connsiteX73-9989" fmla="*/ 2522 w 10000"/>
              <a:gd name="connsiteY73-9990" fmla="*/ 7551 h 10000"/>
              <a:gd name="connsiteX74-9991" fmla="*/ 2714 w 10000"/>
              <a:gd name="connsiteY74-9992" fmla="*/ 7644 h 10000"/>
              <a:gd name="connsiteX75-9993" fmla="*/ 2913 w 10000"/>
              <a:gd name="connsiteY75-9994" fmla="*/ 7644 h 10000"/>
              <a:gd name="connsiteX76-9995" fmla="*/ 3106 w 10000"/>
              <a:gd name="connsiteY76-9996" fmla="*/ 7644 h 10000"/>
              <a:gd name="connsiteX77-9997" fmla="*/ 3344 w 10000"/>
              <a:gd name="connsiteY77-9998" fmla="*/ 7644 h 10000"/>
              <a:gd name="connsiteX78-9999" fmla="*/ 3540 w 10000"/>
              <a:gd name="connsiteY78-10000" fmla="*/ 7551 h 10000"/>
              <a:gd name="connsiteX79-10001" fmla="*/ 3741 w 10000"/>
              <a:gd name="connsiteY79-10002" fmla="*/ 7440 h 10000"/>
              <a:gd name="connsiteX80-10003" fmla="*/ 3741 w 10000"/>
              <a:gd name="connsiteY80-10004" fmla="*/ 7347 h 10000"/>
              <a:gd name="connsiteX81-10005" fmla="*/ 3976 w 10000"/>
              <a:gd name="connsiteY81-10006" fmla="*/ 7254 h 10000"/>
              <a:gd name="connsiteX82-10007" fmla="*/ 4169 w 10000"/>
              <a:gd name="connsiteY82-10008" fmla="*/ 7050 h 10000"/>
              <a:gd name="connsiteX83-10009" fmla="*/ 4169 w 10000"/>
              <a:gd name="connsiteY83-10010" fmla="*/ 6865 h 10000"/>
              <a:gd name="connsiteX84-10011" fmla="*/ 4367 w 10000"/>
              <a:gd name="connsiteY84-10012" fmla="*/ 6660 h 10000"/>
              <a:gd name="connsiteX85-10013" fmla="*/ 4564 w 10000"/>
              <a:gd name="connsiteY85-10014" fmla="*/ 6364 h 10000"/>
              <a:gd name="connsiteX86-10015" fmla="*/ 4801 w 10000"/>
              <a:gd name="connsiteY86-10016" fmla="*/ 6067 h 10000"/>
              <a:gd name="connsiteX87-10017" fmla="*/ 4801 w 10000"/>
              <a:gd name="connsiteY87-10018" fmla="*/ 5677 h 10000"/>
              <a:gd name="connsiteX88-10019" fmla="*/ 5196 w 10000"/>
              <a:gd name="connsiteY88-10020" fmla="*/ 4991 h 10000"/>
              <a:gd name="connsiteX89-10021" fmla="*/ 5438 w 10000"/>
              <a:gd name="connsiteY89-10022" fmla="*/ 4212 h 10000"/>
              <a:gd name="connsiteX90-10023" fmla="*/ 5438 w 10000"/>
              <a:gd name="connsiteY90-10024" fmla="*/ 3525 h 10000"/>
              <a:gd name="connsiteX91-10025" fmla="*/ 5631 w 10000"/>
              <a:gd name="connsiteY91-10026" fmla="*/ 2839 h 10000"/>
              <a:gd name="connsiteX92-10027" fmla="*/ 5631 w 10000"/>
              <a:gd name="connsiteY92-10028" fmla="*/ 2542 h 10000"/>
              <a:gd name="connsiteX93-10029" fmla="*/ 5631 w 10000"/>
              <a:gd name="connsiteY93-10030" fmla="*/ 2263 h 10000"/>
              <a:gd name="connsiteX94-10031" fmla="*/ 5631 w 10000"/>
              <a:gd name="connsiteY94-10032" fmla="*/ 2059 h 10000"/>
              <a:gd name="connsiteX95-10033" fmla="*/ 5631 w 10000"/>
              <a:gd name="connsiteY95-10034" fmla="*/ 1855 h 10000"/>
              <a:gd name="connsiteX96-10035" fmla="*/ 5631 w 10000"/>
              <a:gd name="connsiteY96-10036" fmla="*/ 1670 h 10000"/>
              <a:gd name="connsiteX97-10037" fmla="*/ 5631 w 10000"/>
              <a:gd name="connsiteY97-10038" fmla="*/ 1577 h 10000"/>
              <a:gd name="connsiteX98-10039" fmla="*/ 5438 w 10000"/>
              <a:gd name="connsiteY98-10040" fmla="*/ 1466 h 10000"/>
              <a:gd name="connsiteX99-10041" fmla="*/ 5438 w 10000"/>
              <a:gd name="connsiteY99-10042" fmla="*/ 1373 h 10000"/>
              <a:gd name="connsiteX100-10043" fmla="*/ 5438 w 10000"/>
              <a:gd name="connsiteY100-10044" fmla="*/ 1280 h 10000"/>
              <a:gd name="connsiteX101-10045" fmla="*/ 5196 w 10000"/>
              <a:gd name="connsiteY101-10046" fmla="*/ 1280 h 10000"/>
              <a:gd name="connsiteX102-10047" fmla="*/ 5005 w 10000"/>
              <a:gd name="connsiteY102-10048" fmla="*/ 1169 h 10000"/>
              <a:gd name="connsiteX103-10049" fmla="*/ 5005 w 10000"/>
              <a:gd name="connsiteY103-10050" fmla="*/ 1169 h 10000"/>
              <a:gd name="connsiteX104-10051" fmla="*/ 4564 w 10000"/>
              <a:gd name="connsiteY104-10052" fmla="*/ 1169 h 10000"/>
              <a:gd name="connsiteX105-10053" fmla="*/ 3540 w 10000"/>
              <a:gd name="connsiteY105-10054" fmla="*/ 482 h 10000"/>
              <a:gd name="connsiteX106-10055" fmla="*/ 4367 w 10000"/>
              <a:gd name="connsiteY106-10056" fmla="*/ 297 h 10000"/>
              <a:gd name="connsiteX107-10057" fmla="*/ 4801 w 10000"/>
              <a:gd name="connsiteY107-10058" fmla="*/ 297 h 10000"/>
              <a:gd name="connsiteX108-10059" fmla="*/ 4801 w 10000"/>
              <a:gd name="connsiteY108-10060" fmla="*/ 204 h 10000"/>
              <a:gd name="connsiteX109-10061" fmla="*/ 4801 w 10000"/>
              <a:gd name="connsiteY109-10062" fmla="*/ 204 h 10000"/>
              <a:gd name="connsiteX0-10063" fmla="*/ 4801 w 10000"/>
              <a:gd name="connsiteY0-10064" fmla="*/ 204 h 10000"/>
              <a:gd name="connsiteX1-10065" fmla="*/ 5005 w 10000"/>
              <a:gd name="connsiteY1-10066" fmla="*/ 93 h 10000"/>
              <a:gd name="connsiteX2-10067" fmla="*/ 5438 w 10000"/>
              <a:gd name="connsiteY2-10068" fmla="*/ 93 h 10000"/>
              <a:gd name="connsiteX3-10069" fmla="*/ 5631 w 10000"/>
              <a:gd name="connsiteY3-10070" fmla="*/ 0 h 10000"/>
              <a:gd name="connsiteX4-10071" fmla="*/ 5825 w 10000"/>
              <a:gd name="connsiteY4-10072" fmla="*/ 0 h 10000"/>
              <a:gd name="connsiteX5-10073" fmla="*/ 6259 w 10000"/>
              <a:gd name="connsiteY5-10074" fmla="*/ 93 h 10000"/>
              <a:gd name="connsiteX6-10075" fmla="*/ 6890 w 10000"/>
              <a:gd name="connsiteY6-10076" fmla="*/ 204 h 10000"/>
              <a:gd name="connsiteX7-10077" fmla="*/ 7085 w 10000"/>
              <a:gd name="connsiteY7-10078" fmla="*/ 297 h 10000"/>
              <a:gd name="connsiteX8-10079" fmla="*/ 7478 w 10000"/>
              <a:gd name="connsiteY8-10080" fmla="*/ 482 h 10000"/>
              <a:gd name="connsiteX9-10081" fmla="*/ 7711 w 10000"/>
              <a:gd name="connsiteY9-10082" fmla="*/ 594 h 10000"/>
              <a:gd name="connsiteX10-10083" fmla="*/ 8114 w 10000"/>
              <a:gd name="connsiteY10-10084" fmla="*/ 686 h 10000"/>
              <a:gd name="connsiteX11-10085" fmla="*/ 8544 w 10000"/>
              <a:gd name="connsiteY11-10086" fmla="*/ 891 h 10000"/>
              <a:gd name="connsiteX12-10087" fmla="*/ 8934 w 10000"/>
              <a:gd name="connsiteY12-10088" fmla="*/ 983 h 10000"/>
              <a:gd name="connsiteX13-10089" fmla="*/ 9173 w 10000"/>
              <a:gd name="connsiteY13-10090" fmla="*/ 1169 h 10000"/>
              <a:gd name="connsiteX14-10091" fmla="*/ 9568 w 10000"/>
              <a:gd name="connsiteY14-10092" fmla="*/ 1280 h 10000"/>
              <a:gd name="connsiteX15-10093" fmla="*/ 9762 w 10000"/>
              <a:gd name="connsiteY15-10094" fmla="*/ 1373 h 10000"/>
              <a:gd name="connsiteX16-10095" fmla="*/ 9762 w 10000"/>
              <a:gd name="connsiteY16-10096" fmla="*/ 1466 h 10000"/>
              <a:gd name="connsiteX17-10097" fmla="*/ 10000 w 10000"/>
              <a:gd name="connsiteY17-10098" fmla="*/ 1466 h 10000"/>
              <a:gd name="connsiteX18-10099" fmla="*/ 10000 w 10000"/>
              <a:gd name="connsiteY18-10100" fmla="*/ 1577 h 10000"/>
              <a:gd name="connsiteX19-10101" fmla="*/ 10000 w 10000"/>
              <a:gd name="connsiteY19-10102" fmla="*/ 1670 h 10000"/>
              <a:gd name="connsiteX20-10103" fmla="*/ 9762 w 10000"/>
              <a:gd name="connsiteY20-10104" fmla="*/ 1763 h 10000"/>
              <a:gd name="connsiteX21-10105" fmla="*/ 9568 w 10000"/>
              <a:gd name="connsiteY21-10106" fmla="*/ 1763 h 10000"/>
              <a:gd name="connsiteX22-10107" fmla="*/ 9371 w 10000"/>
              <a:gd name="connsiteY22-10108" fmla="*/ 1855 h 10000"/>
              <a:gd name="connsiteX23-10109" fmla="*/ 9173 w 10000"/>
              <a:gd name="connsiteY23-10110" fmla="*/ 1855 h 10000"/>
              <a:gd name="connsiteX24-10111" fmla="*/ 9173 w 10000"/>
              <a:gd name="connsiteY24-10112" fmla="*/ 1967 h 10000"/>
              <a:gd name="connsiteX25-10113" fmla="*/ 8934 w 10000"/>
              <a:gd name="connsiteY25-10114" fmla="*/ 2059 h 10000"/>
              <a:gd name="connsiteX26-10115" fmla="*/ 8740 w 10000"/>
              <a:gd name="connsiteY26-10116" fmla="*/ 2263 h 10000"/>
              <a:gd name="connsiteX27-10117" fmla="*/ 8740 w 10000"/>
              <a:gd name="connsiteY27-10118" fmla="*/ 2449 h 10000"/>
              <a:gd name="connsiteX28-10119" fmla="*/ 8544 w 10000"/>
              <a:gd name="connsiteY28-10120" fmla="*/ 2653 h 10000"/>
              <a:gd name="connsiteX29-10121" fmla="*/ 8544 w 10000"/>
              <a:gd name="connsiteY29-10122" fmla="*/ 2950 h 10000"/>
              <a:gd name="connsiteX30-10123" fmla="*/ 8544 w 10000"/>
              <a:gd name="connsiteY30-10124" fmla="*/ 3135 h 10000"/>
              <a:gd name="connsiteX31-10125" fmla="*/ 8305 w 10000"/>
              <a:gd name="connsiteY31-10126" fmla="*/ 3432 h 10000"/>
              <a:gd name="connsiteX32-10127" fmla="*/ 8305 w 10000"/>
              <a:gd name="connsiteY32-10128" fmla="*/ 3822 h 10000"/>
              <a:gd name="connsiteX33-10129" fmla="*/ 8114 w 10000"/>
              <a:gd name="connsiteY33-10130" fmla="*/ 4119 h 10000"/>
              <a:gd name="connsiteX34-10131" fmla="*/ 7913 w 10000"/>
              <a:gd name="connsiteY34-10132" fmla="*/ 4508 h 10000"/>
              <a:gd name="connsiteX35-10133" fmla="*/ 7711 w 10000"/>
              <a:gd name="connsiteY35-10134" fmla="*/ 4898 h 10000"/>
              <a:gd name="connsiteX36-10135" fmla="*/ 7478 w 10000"/>
              <a:gd name="connsiteY36-10136" fmla="*/ 5288 h 10000"/>
              <a:gd name="connsiteX37-10137" fmla="*/ 7085 w 10000"/>
              <a:gd name="connsiteY37-10138" fmla="*/ 6178 h 10000"/>
              <a:gd name="connsiteX38-10139" fmla="*/ 6890 w 10000"/>
              <a:gd name="connsiteY38-10140" fmla="*/ 6568 h 10000"/>
              <a:gd name="connsiteX39-10141" fmla="*/ 6657 w 10000"/>
              <a:gd name="connsiteY39-10142" fmla="*/ 6957 h 10000"/>
              <a:gd name="connsiteX40-10143" fmla="*/ 6458 w 10000"/>
              <a:gd name="connsiteY40-10144" fmla="*/ 7347 h 10000"/>
              <a:gd name="connsiteX41-10145" fmla="*/ 6259 w 10000"/>
              <a:gd name="connsiteY41-10146" fmla="*/ 7737 h 10000"/>
              <a:gd name="connsiteX42-10147" fmla="*/ 6021 w 10000"/>
              <a:gd name="connsiteY42-10148" fmla="*/ 8033 h 10000"/>
              <a:gd name="connsiteX43-10149" fmla="*/ 6021 w 10000"/>
              <a:gd name="connsiteY43-10150" fmla="*/ 8237 h 10000"/>
              <a:gd name="connsiteX44-10151" fmla="*/ 5825 w 10000"/>
              <a:gd name="connsiteY44-10152" fmla="*/ 8534 h 10000"/>
              <a:gd name="connsiteX45-10153" fmla="*/ 5631 w 10000"/>
              <a:gd name="connsiteY45-10154" fmla="*/ 8720 h 10000"/>
              <a:gd name="connsiteX46-10155" fmla="*/ 5196 w 10000"/>
              <a:gd name="connsiteY46-10156" fmla="*/ 9017 h 10000"/>
              <a:gd name="connsiteX47-10157" fmla="*/ 4801 w 10000"/>
              <a:gd name="connsiteY47-10158" fmla="*/ 9314 h 10000"/>
              <a:gd name="connsiteX48-10159" fmla="*/ 4367 w 10000"/>
              <a:gd name="connsiteY48-10160" fmla="*/ 9610 h 10000"/>
              <a:gd name="connsiteX49-10161" fmla="*/ 3976 w 10000"/>
              <a:gd name="connsiteY49-10162" fmla="*/ 9703 h 10000"/>
              <a:gd name="connsiteX50-10163" fmla="*/ 3540 w 10000"/>
              <a:gd name="connsiteY50-10164" fmla="*/ 9889 h 10000"/>
              <a:gd name="connsiteX51-10165" fmla="*/ 3106 w 10000"/>
              <a:gd name="connsiteY51-10166" fmla="*/ 10000 h 10000"/>
              <a:gd name="connsiteX52-10167" fmla="*/ 2714 w 10000"/>
              <a:gd name="connsiteY52-10168" fmla="*/ 10000 h 10000"/>
              <a:gd name="connsiteX53-10169" fmla="*/ 2280 w 10000"/>
              <a:gd name="connsiteY53-10170" fmla="*/ 10000 h 10000"/>
              <a:gd name="connsiteX54-10171" fmla="*/ 2280 w 10000"/>
              <a:gd name="connsiteY54-10172" fmla="*/ 9889 h 10000"/>
              <a:gd name="connsiteX55-10173" fmla="*/ 2081 w 10000"/>
              <a:gd name="connsiteY55-10174" fmla="*/ 9889 h 10000"/>
              <a:gd name="connsiteX56-10175" fmla="*/ 2081 w 10000"/>
              <a:gd name="connsiteY56-10176" fmla="*/ 9796 h 10000"/>
              <a:gd name="connsiteX57-10177" fmla="*/ 2081 w 10000"/>
              <a:gd name="connsiteY57-10178" fmla="*/ 9610 h 10000"/>
              <a:gd name="connsiteX58-10179" fmla="*/ 2081 w 10000"/>
              <a:gd name="connsiteY58-10180" fmla="*/ 9499 h 10000"/>
              <a:gd name="connsiteX59-10181" fmla="*/ 2081 w 10000"/>
              <a:gd name="connsiteY59-10182" fmla="*/ 9406 h 10000"/>
              <a:gd name="connsiteX60-10183" fmla="*/ 2081 w 10000"/>
              <a:gd name="connsiteY60-10184" fmla="*/ 9202 h 10000"/>
              <a:gd name="connsiteX61-10185" fmla="*/ 2081 w 10000"/>
              <a:gd name="connsiteY61-10186" fmla="*/ 9017 h 10000"/>
              <a:gd name="connsiteX62-10187" fmla="*/ 1888 w 10000"/>
              <a:gd name="connsiteY62-10188" fmla="*/ 8813 h 10000"/>
              <a:gd name="connsiteX63-10189" fmla="*/ 1651 w 10000"/>
              <a:gd name="connsiteY63-10190" fmla="*/ 8534 h 10000"/>
              <a:gd name="connsiteX64-10191" fmla="*/ 1258 w 10000"/>
              <a:gd name="connsiteY64-10192" fmla="*/ 8126 h 10000"/>
              <a:gd name="connsiteX65-10193" fmla="*/ 1061 w 10000"/>
              <a:gd name="connsiteY65-10194" fmla="*/ 7737 h 10000"/>
              <a:gd name="connsiteX66-10195" fmla="*/ 431 w 10000"/>
              <a:gd name="connsiteY66-10196" fmla="*/ 7347 h 10000"/>
              <a:gd name="connsiteX67-10197" fmla="*/ 0 w 10000"/>
              <a:gd name="connsiteY67-10198" fmla="*/ 6753 h 10000"/>
              <a:gd name="connsiteX68-10199" fmla="*/ 431 w 10000"/>
              <a:gd name="connsiteY68-10200" fmla="*/ 6957 h 10000"/>
              <a:gd name="connsiteX69-10201" fmla="*/ 1061 w 10000"/>
              <a:gd name="connsiteY69-10202" fmla="*/ 7161 h 10000"/>
              <a:gd name="connsiteX70-10203" fmla="*/ 1453 w 10000"/>
              <a:gd name="connsiteY70-10204" fmla="*/ 7347 h 10000"/>
              <a:gd name="connsiteX71-10205" fmla="*/ 1888 w 10000"/>
              <a:gd name="connsiteY71-10206" fmla="*/ 7440 h 10000"/>
              <a:gd name="connsiteX72-10207" fmla="*/ 2280 w 10000"/>
              <a:gd name="connsiteY72-10208" fmla="*/ 7551 h 10000"/>
              <a:gd name="connsiteX73-10209" fmla="*/ 2522 w 10000"/>
              <a:gd name="connsiteY73-10210" fmla="*/ 7551 h 10000"/>
              <a:gd name="connsiteX74-10211" fmla="*/ 2714 w 10000"/>
              <a:gd name="connsiteY74-10212" fmla="*/ 7644 h 10000"/>
              <a:gd name="connsiteX75-10213" fmla="*/ 2913 w 10000"/>
              <a:gd name="connsiteY75-10214" fmla="*/ 7644 h 10000"/>
              <a:gd name="connsiteX76-10215" fmla="*/ 3106 w 10000"/>
              <a:gd name="connsiteY76-10216" fmla="*/ 7644 h 10000"/>
              <a:gd name="connsiteX77-10217" fmla="*/ 3344 w 10000"/>
              <a:gd name="connsiteY77-10218" fmla="*/ 7644 h 10000"/>
              <a:gd name="connsiteX78-10219" fmla="*/ 3540 w 10000"/>
              <a:gd name="connsiteY78-10220" fmla="*/ 7551 h 10000"/>
              <a:gd name="connsiteX79-10221" fmla="*/ 3741 w 10000"/>
              <a:gd name="connsiteY79-10222" fmla="*/ 7440 h 10000"/>
              <a:gd name="connsiteX80-10223" fmla="*/ 3741 w 10000"/>
              <a:gd name="connsiteY80-10224" fmla="*/ 7347 h 10000"/>
              <a:gd name="connsiteX81-10225" fmla="*/ 3976 w 10000"/>
              <a:gd name="connsiteY81-10226" fmla="*/ 7254 h 10000"/>
              <a:gd name="connsiteX82-10227" fmla="*/ 4169 w 10000"/>
              <a:gd name="connsiteY82-10228" fmla="*/ 7050 h 10000"/>
              <a:gd name="connsiteX83-10229" fmla="*/ 4169 w 10000"/>
              <a:gd name="connsiteY83-10230" fmla="*/ 6865 h 10000"/>
              <a:gd name="connsiteX84-10231" fmla="*/ 4367 w 10000"/>
              <a:gd name="connsiteY84-10232" fmla="*/ 6660 h 10000"/>
              <a:gd name="connsiteX85-10233" fmla="*/ 4564 w 10000"/>
              <a:gd name="connsiteY85-10234" fmla="*/ 6364 h 10000"/>
              <a:gd name="connsiteX86-10235" fmla="*/ 4801 w 10000"/>
              <a:gd name="connsiteY86-10236" fmla="*/ 6067 h 10000"/>
              <a:gd name="connsiteX87-10237" fmla="*/ 4801 w 10000"/>
              <a:gd name="connsiteY87-10238" fmla="*/ 5677 h 10000"/>
              <a:gd name="connsiteX88-10239" fmla="*/ 5196 w 10000"/>
              <a:gd name="connsiteY88-10240" fmla="*/ 4991 h 10000"/>
              <a:gd name="connsiteX89-10241" fmla="*/ 5438 w 10000"/>
              <a:gd name="connsiteY89-10242" fmla="*/ 4212 h 10000"/>
              <a:gd name="connsiteX90-10243" fmla="*/ 5438 w 10000"/>
              <a:gd name="connsiteY90-10244" fmla="*/ 3525 h 10000"/>
              <a:gd name="connsiteX91-10245" fmla="*/ 5631 w 10000"/>
              <a:gd name="connsiteY91-10246" fmla="*/ 2839 h 10000"/>
              <a:gd name="connsiteX92-10247" fmla="*/ 5631 w 10000"/>
              <a:gd name="connsiteY92-10248" fmla="*/ 2542 h 10000"/>
              <a:gd name="connsiteX93-10249" fmla="*/ 5631 w 10000"/>
              <a:gd name="connsiteY93-10250" fmla="*/ 2263 h 10000"/>
              <a:gd name="connsiteX94-10251" fmla="*/ 5631 w 10000"/>
              <a:gd name="connsiteY94-10252" fmla="*/ 2059 h 10000"/>
              <a:gd name="connsiteX95-10253" fmla="*/ 5631 w 10000"/>
              <a:gd name="connsiteY95-10254" fmla="*/ 1855 h 10000"/>
              <a:gd name="connsiteX96-10255" fmla="*/ 5631 w 10000"/>
              <a:gd name="connsiteY96-10256" fmla="*/ 1670 h 10000"/>
              <a:gd name="connsiteX97-10257" fmla="*/ 5631 w 10000"/>
              <a:gd name="connsiteY97-10258" fmla="*/ 1577 h 10000"/>
              <a:gd name="connsiteX98-10259" fmla="*/ 5438 w 10000"/>
              <a:gd name="connsiteY98-10260" fmla="*/ 1466 h 10000"/>
              <a:gd name="connsiteX99-10261" fmla="*/ 5438 w 10000"/>
              <a:gd name="connsiteY99-10262" fmla="*/ 1373 h 10000"/>
              <a:gd name="connsiteX100-10263" fmla="*/ 5438 w 10000"/>
              <a:gd name="connsiteY100-10264" fmla="*/ 1280 h 10000"/>
              <a:gd name="connsiteX101-10265" fmla="*/ 5196 w 10000"/>
              <a:gd name="connsiteY101-10266" fmla="*/ 1280 h 10000"/>
              <a:gd name="connsiteX102-10267" fmla="*/ 5005 w 10000"/>
              <a:gd name="connsiteY102-10268" fmla="*/ 1169 h 10000"/>
              <a:gd name="connsiteX103-10269" fmla="*/ 5005 w 10000"/>
              <a:gd name="connsiteY103-10270" fmla="*/ 1169 h 10000"/>
              <a:gd name="connsiteX104-10271" fmla="*/ 4564 w 10000"/>
              <a:gd name="connsiteY104-10272" fmla="*/ 1169 h 10000"/>
              <a:gd name="connsiteX105-10273" fmla="*/ 4367 w 10000"/>
              <a:gd name="connsiteY105-10274" fmla="*/ 297 h 10000"/>
              <a:gd name="connsiteX106-10275" fmla="*/ 4801 w 10000"/>
              <a:gd name="connsiteY106-10276" fmla="*/ 297 h 10000"/>
              <a:gd name="connsiteX107-10277" fmla="*/ 4801 w 10000"/>
              <a:gd name="connsiteY107-10278" fmla="*/ 204 h 10000"/>
              <a:gd name="connsiteX108-10279" fmla="*/ 4801 w 10000"/>
              <a:gd name="connsiteY108-10280" fmla="*/ 204 h 10000"/>
              <a:gd name="connsiteX0-10281" fmla="*/ 4801 w 10000"/>
              <a:gd name="connsiteY0-10282" fmla="*/ 204 h 10000"/>
              <a:gd name="connsiteX1-10283" fmla="*/ 5005 w 10000"/>
              <a:gd name="connsiteY1-10284" fmla="*/ 93 h 10000"/>
              <a:gd name="connsiteX2-10285" fmla="*/ 5438 w 10000"/>
              <a:gd name="connsiteY2-10286" fmla="*/ 93 h 10000"/>
              <a:gd name="connsiteX3-10287" fmla="*/ 5631 w 10000"/>
              <a:gd name="connsiteY3-10288" fmla="*/ 0 h 10000"/>
              <a:gd name="connsiteX4-10289" fmla="*/ 5825 w 10000"/>
              <a:gd name="connsiteY4-10290" fmla="*/ 0 h 10000"/>
              <a:gd name="connsiteX5-10291" fmla="*/ 6259 w 10000"/>
              <a:gd name="connsiteY5-10292" fmla="*/ 93 h 10000"/>
              <a:gd name="connsiteX6-10293" fmla="*/ 6890 w 10000"/>
              <a:gd name="connsiteY6-10294" fmla="*/ 204 h 10000"/>
              <a:gd name="connsiteX7-10295" fmla="*/ 7085 w 10000"/>
              <a:gd name="connsiteY7-10296" fmla="*/ 297 h 10000"/>
              <a:gd name="connsiteX8-10297" fmla="*/ 7478 w 10000"/>
              <a:gd name="connsiteY8-10298" fmla="*/ 482 h 10000"/>
              <a:gd name="connsiteX9-10299" fmla="*/ 7711 w 10000"/>
              <a:gd name="connsiteY9-10300" fmla="*/ 594 h 10000"/>
              <a:gd name="connsiteX10-10301" fmla="*/ 8114 w 10000"/>
              <a:gd name="connsiteY10-10302" fmla="*/ 686 h 10000"/>
              <a:gd name="connsiteX11-10303" fmla="*/ 8544 w 10000"/>
              <a:gd name="connsiteY11-10304" fmla="*/ 891 h 10000"/>
              <a:gd name="connsiteX12-10305" fmla="*/ 8934 w 10000"/>
              <a:gd name="connsiteY12-10306" fmla="*/ 983 h 10000"/>
              <a:gd name="connsiteX13-10307" fmla="*/ 9173 w 10000"/>
              <a:gd name="connsiteY13-10308" fmla="*/ 1169 h 10000"/>
              <a:gd name="connsiteX14-10309" fmla="*/ 9568 w 10000"/>
              <a:gd name="connsiteY14-10310" fmla="*/ 1280 h 10000"/>
              <a:gd name="connsiteX15-10311" fmla="*/ 9762 w 10000"/>
              <a:gd name="connsiteY15-10312" fmla="*/ 1373 h 10000"/>
              <a:gd name="connsiteX16-10313" fmla="*/ 9762 w 10000"/>
              <a:gd name="connsiteY16-10314" fmla="*/ 1466 h 10000"/>
              <a:gd name="connsiteX17-10315" fmla="*/ 10000 w 10000"/>
              <a:gd name="connsiteY17-10316" fmla="*/ 1466 h 10000"/>
              <a:gd name="connsiteX18-10317" fmla="*/ 10000 w 10000"/>
              <a:gd name="connsiteY18-10318" fmla="*/ 1577 h 10000"/>
              <a:gd name="connsiteX19-10319" fmla="*/ 10000 w 10000"/>
              <a:gd name="connsiteY19-10320" fmla="*/ 1670 h 10000"/>
              <a:gd name="connsiteX20-10321" fmla="*/ 9762 w 10000"/>
              <a:gd name="connsiteY20-10322" fmla="*/ 1763 h 10000"/>
              <a:gd name="connsiteX21-10323" fmla="*/ 9568 w 10000"/>
              <a:gd name="connsiteY21-10324" fmla="*/ 1763 h 10000"/>
              <a:gd name="connsiteX22-10325" fmla="*/ 9371 w 10000"/>
              <a:gd name="connsiteY22-10326" fmla="*/ 1855 h 10000"/>
              <a:gd name="connsiteX23-10327" fmla="*/ 9173 w 10000"/>
              <a:gd name="connsiteY23-10328" fmla="*/ 1855 h 10000"/>
              <a:gd name="connsiteX24-10329" fmla="*/ 9173 w 10000"/>
              <a:gd name="connsiteY24-10330" fmla="*/ 1967 h 10000"/>
              <a:gd name="connsiteX25-10331" fmla="*/ 8934 w 10000"/>
              <a:gd name="connsiteY25-10332" fmla="*/ 2059 h 10000"/>
              <a:gd name="connsiteX26-10333" fmla="*/ 8740 w 10000"/>
              <a:gd name="connsiteY26-10334" fmla="*/ 2263 h 10000"/>
              <a:gd name="connsiteX27-10335" fmla="*/ 8740 w 10000"/>
              <a:gd name="connsiteY27-10336" fmla="*/ 2449 h 10000"/>
              <a:gd name="connsiteX28-10337" fmla="*/ 8544 w 10000"/>
              <a:gd name="connsiteY28-10338" fmla="*/ 2653 h 10000"/>
              <a:gd name="connsiteX29-10339" fmla="*/ 8544 w 10000"/>
              <a:gd name="connsiteY29-10340" fmla="*/ 2950 h 10000"/>
              <a:gd name="connsiteX30-10341" fmla="*/ 8544 w 10000"/>
              <a:gd name="connsiteY30-10342" fmla="*/ 3135 h 10000"/>
              <a:gd name="connsiteX31-10343" fmla="*/ 8305 w 10000"/>
              <a:gd name="connsiteY31-10344" fmla="*/ 3432 h 10000"/>
              <a:gd name="connsiteX32-10345" fmla="*/ 8305 w 10000"/>
              <a:gd name="connsiteY32-10346" fmla="*/ 3822 h 10000"/>
              <a:gd name="connsiteX33-10347" fmla="*/ 8114 w 10000"/>
              <a:gd name="connsiteY33-10348" fmla="*/ 4119 h 10000"/>
              <a:gd name="connsiteX34-10349" fmla="*/ 7913 w 10000"/>
              <a:gd name="connsiteY34-10350" fmla="*/ 4508 h 10000"/>
              <a:gd name="connsiteX35-10351" fmla="*/ 7711 w 10000"/>
              <a:gd name="connsiteY35-10352" fmla="*/ 4898 h 10000"/>
              <a:gd name="connsiteX36-10353" fmla="*/ 7478 w 10000"/>
              <a:gd name="connsiteY36-10354" fmla="*/ 5288 h 10000"/>
              <a:gd name="connsiteX37-10355" fmla="*/ 7085 w 10000"/>
              <a:gd name="connsiteY37-10356" fmla="*/ 6178 h 10000"/>
              <a:gd name="connsiteX38-10357" fmla="*/ 6890 w 10000"/>
              <a:gd name="connsiteY38-10358" fmla="*/ 6568 h 10000"/>
              <a:gd name="connsiteX39-10359" fmla="*/ 6657 w 10000"/>
              <a:gd name="connsiteY39-10360" fmla="*/ 6957 h 10000"/>
              <a:gd name="connsiteX40-10361" fmla="*/ 6458 w 10000"/>
              <a:gd name="connsiteY40-10362" fmla="*/ 7347 h 10000"/>
              <a:gd name="connsiteX41-10363" fmla="*/ 6259 w 10000"/>
              <a:gd name="connsiteY41-10364" fmla="*/ 7737 h 10000"/>
              <a:gd name="connsiteX42-10365" fmla="*/ 6021 w 10000"/>
              <a:gd name="connsiteY42-10366" fmla="*/ 8033 h 10000"/>
              <a:gd name="connsiteX43-10367" fmla="*/ 6021 w 10000"/>
              <a:gd name="connsiteY43-10368" fmla="*/ 8237 h 10000"/>
              <a:gd name="connsiteX44-10369" fmla="*/ 5825 w 10000"/>
              <a:gd name="connsiteY44-10370" fmla="*/ 8534 h 10000"/>
              <a:gd name="connsiteX45-10371" fmla="*/ 5631 w 10000"/>
              <a:gd name="connsiteY45-10372" fmla="*/ 8720 h 10000"/>
              <a:gd name="connsiteX46-10373" fmla="*/ 5196 w 10000"/>
              <a:gd name="connsiteY46-10374" fmla="*/ 9017 h 10000"/>
              <a:gd name="connsiteX47-10375" fmla="*/ 4801 w 10000"/>
              <a:gd name="connsiteY47-10376" fmla="*/ 9314 h 10000"/>
              <a:gd name="connsiteX48-10377" fmla="*/ 4367 w 10000"/>
              <a:gd name="connsiteY48-10378" fmla="*/ 9610 h 10000"/>
              <a:gd name="connsiteX49-10379" fmla="*/ 3976 w 10000"/>
              <a:gd name="connsiteY49-10380" fmla="*/ 9703 h 10000"/>
              <a:gd name="connsiteX50-10381" fmla="*/ 3540 w 10000"/>
              <a:gd name="connsiteY50-10382" fmla="*/ 9889 h 10000"/>
              <a:gd name="connsiteX51-10383" fmla="*/ 3106 w 10000"/>
              <a:gd name="connsiteY51-10384" fmla="*/ 10000 h 10000"/>
              <a:gd name="connsiteX52-10385" fmla="*/ 2714 w 10000"/>
              <a:gd name="connsiteY52-10386" fmla="*/ 10000 h 10000"/>
              <a:gd name="connsiteX53-10387" fmla="*/ 2280 w 10000"/>
              <a:gd name="connsiteY53-10388" fmla="*/ 10000 h 10000"/>
              <a:gd name="connsiteX54-10389" fmla="*/ 2280 w 10000"/>
              <a:gd name="connsiteY54-10390" fmla="*/ 9889 h 10000"/>
              <a:gd name="connsiteX55-10391" fmla="*/ 2081 w 10000"/>
              <a:gd name="connsiteY55-10392" fmla="*/ 9889 h 10000"/>
              <a:gd name="connsiteX56-10393" fmla="*/ 2081 w 10000"/>
              <a:gd name="connsiteY56-10394" fmla="*/ 9796 h 10000"/>
              <a:gd name="connsiteX57-10395" fmla="*/ 2081 w 10000"/>
              <a:gd name="connsiteY57-10396" fmla="*/ 9610 h 10000"/>
              <a:gd name="connsiteX58-10397" fmla="*/ 2081 w 10000"/>
              <a:gd name="connsiteY58-10398" fmla="*/ 9499 h 10000"/>
              <a:gd name="connsiteX59-10399" fmla="*/ 2081 w 10000"/>
              <a:gd name="connsiteY59-10400" fmla="*/ 9406 h 10000"/>
              <a:gd name="connsiteX60-10401" fmla="*/ 2081 w 10000"/>
              <a:gd name="connsiteY60-10402" fmla="*/ 9202 h 10000"/>
              <a:gd name="connsiteX61-10403" fmla="*/ 2081 w 10000"/>
              <a:gd name="connsiteY61-10404" fmla="*/ 9017 h 10000"/>
              <a:gd name="connsiteX62-10405" fmla="*/ 1888 w 10000"/>
              <a:gd name="connsiteY62-10406" fmla="*/ 8813 h 10000"/>
              <a:gd name="connsiteX63-10407" fmla="*/ 1651 w 10000"/>
              <a:gd name="connsiteY63-10408" fmla="*/ 8534 h 10000"/>
              <a:gd name="connsiteX64-10409" fmla="*/ 1258 w 10000"/>
              <a:gd name="connsiteY64-10410" fmla="*/ 8126 h 10000"/>
              <a:gd name="connsiteX65-10411" fmla="*/ 1061 w 10000"/>
              <a:gd name="connsiteY65-10412" fmla="*/ 7737 h 10000"/>
              <a:gd name="connsiteX66-10413" fmla="*/ 431 w 10000"/>
              <a:gd name="connsiteY66-10414" fmla="*/ 7347 h 10000"/>
              <a:gd name="connsiteX67-10415" fmla="*/ 0 w 10000"/>
              <a:gd name="connsiteY67-10416" fmla="*/ 6753 h 10000"/>
              <a:gd name="connsiteX68-10417" fmla="*/ 431 w 10000"/>
              <a:gd name="connsiteY68-10418" fmla="*/ 6957 h 10000"/>
              <a:gd name="connsiteX69-10419" fmla="*/ 1061 w 10000"/>
              <a:gd name="connsiteY69-10420" fmla="*/ 7161 h 10000"/>
              <a:gd name="connsiteX70-10421" fmla="*/ 1453 w 10000"/>
              <a:gd name="connsiteY70-10422" fmla="*/ 7347 h 10000"/>
              <a:gd name="connsiteX71-10423" fmla="*/ 1888 w 10000"/>
              <a:gd name="connsiteY71-10424" fmla="*/ 7440 h 10000"/>
              <a:gd name="connsiteX72-10425" fmla="*/ 2280 w 10000"/>
              <a:gd name="connsiteY72-10426" fmla="*/ 7551 h 10000"/>
              <a:gd name="connsiteX73-10427" fmla="*/ 2522 w 10000"/>
              <a:gd name="connsiteY73-10428" fmla="*/ 7551 h 10000"/>
              <a:gd name="connsiteX74-10429" fmla="*/ 2714 w 10000"/>
              <a:gd name="connsiteY74-10430" fmla="*/ 7644 h 10000"/>
              <a:gd name="connsiteX75-10431" fmla="*/ 2913 w 10000"/>
              <a:gd name="connsiteY75-10432" fmla="*/ 7644 h 10000"/>
              <a:gd name="connsiteX76-10433" fmla="*/ 3106 w 10000"/>
              <a:gd name="connsiteY76-10434" fmla="*/ 7644 h 10000"/>
              <a:gd name="connsiteX77-10435" fmla="*/ 3344 w 10000"/>
              <a:gd name="connsiteY77-10436" fmla="*/ 7644 h 10000"/>
              <a:gd name="connsiteX78-10437" fmla="*/ 3540 w 10000"/>
              <a:gd name="connsiteY78-10438" fmla="*/ 7551 h 10000"/>
              <a:gd name="connsiteX79-10439" fmla="*/ 3741 w 10000"/>
              <a:gd name="connsiteY79-10440" fmla="*/ 7440 h 10000"/>
              <a:gd name="connsiteX80-10441" fmla="*/ 3741 w 10000"/>
              <a:gd name="connsiteY80-10442" fmla="*/ 7347 h 10000"/>
              <a:gd name="connsiteX81-10443" fmla="*/ 3976 w 10000"/>
              <a:gd name="connsiteY81-10444" fmla="*/ 7254 h 10000"/>
              <a:gd name="connsiteX82-10445" fmla="*/ 4169 w 10000"/>
              <a:gd name="connsiteY82-10446" fmla="*/ 7050 h 10000"/>
              <a:gd name="connsiteX83-10447" fmla="*/ 4169 w 10000"/>
              <a:gd name="connsiteY83-10448" fmla="*/ 6865 h 10000"/>
              <a:gd name="connsiteX84-10449" fmla="*/ 4367 w 10000"/>
              <a:gd name="connsiteY84-10450" fmla="*/ 6660 h 10000"/>
              <a:gd name="connsiteX85-10451" fmla="*/ 4564 w 10000"/>
              <a:gd name="connsiteY85-10452" fmla="*/ 6364 h 10000"/>
              <a:gd name="connsiteX86-10453" fmla="*/ 4801 w 10000"/>
              <a:gd name="connsiteY86-10454" fmla="*/ 6067 h 10000"/>
              <a:gd name="connsiteX87-10455" fmla="*/ 4801 w 10000"/>
              <a:gd name="connsiteY87-10456" fmla="*/ 5677 h 10000"/>
              <a:gd name="connsiteX88-10457" fmla="*/ 5196 w 10000"/>
              <a:gd name="connsiteY88-10458" fmla="*/ 4991 h 10000"/>
              <a:gd name="connsiteX89-10459" fmla="*/ 5438 w 10000"/>
              <a:gd name="connsiteY89-10460" fmla="*/ 4212 h 10000"/>
              <a:gd name="connsiteX90-10461" fmla="*/ 5438 w 10000"/>
              <a:gd name="connsiteY90-10462" fmla="*/ 3525 h 10000"/>
              <a:gd name="connsiteX91-10463" fmla="*/ 5631 w 10000"/>
              <a:gd name="connsiteY91-10464" fmla="*/ 2839 h 10000"/>
              <a:gd name="connsiteX92-10465" fmla="*/ 5631 w 10000"/>
              <a:gd name="connsiteY92-10466" fmla="*/ 2542 h 10000"/>
              <a:gd name="connsiteX93-10467" fmla="*/ 5631 w 10000"/>
              <a:gd name="connsiteY93-10468" fmla="*/ 2263 h 10000"/>
              <a:gd name="connsiteX94-10469" fmla="*/ 5631 w 10000"/>
              <a:gd name="connsiteY94-10470" fmla="*/ 2059 h 10000"/>
              <a:gd name="connsiteX95-10471" fmla="*/ 5631 w 10000"/>
              <a:gd name="connsiteY95-10472" fmla="*/ 1855 h 10000"/>
              <a:gd name="connsiteX96-10473" fmla="*/ 5631 w 10000"/>
              <a:gd name="connsiteY96-10474" fmla="*/ 1670 h 10000"/>
              <a:gd name="connsiteX97-10475" fmla="*/ 5631 w 10000"/>
              <a:gd name="connsiteY97-10476" fmla="*/ 1577 h 10000"/>
              <a:gd name="connsiteX98-10477" fmla="*/ 5438 w 10000"/>
              <a:gd name="connsiteY98-10478" fmla="*/ 1466 h 10000"/>
              <a:gd name="connsiteX99-10479" fmla="*/ 5438 w 10000"/>
              <a:gd name="connsiteY99-10480" fmla="*/ 1373 h 10000"/>
              <a:gd name="connsiteX100-10481" fmla="*/ 5438 w 10000"/>
              <a:gd name="connsiteY100-10482" fmla="*/ 1280 h 10000"/>
              <a:gd name="connsiteX101-10483" fmla="*/ 5196 w 10000"/>
              <a:gd name="connsiteY101-10484" fmla="*/ 1280 h 10000"/>
              <a:gd name="connsiteX102-10485" fmla="*/ 5005 w 10000"/>
              <a:gd name="connsiteY102-10486" fmla="*/ 1169 h 10000"/>
              <a:gd name="connsiteX103-10487" fmla="*/ 5005 w 10000"/>
              <a:gd name="connsiteY103-10488" fmla="*/ 1169 h 10000"/>
              <a:gd name="connsiteX104-10489" fmla="*/ 4564 w 10000"/>
              <a:gd name="connsiteY104-10490" fmla="*/ 1169 h 10000"/>
              <a:gd name="connsiteX105-10491" fmla="*/ 4801 w 10000"/>
              <a:gd name="connsiteY105-10492" fmla="*/ 297 h 10000"/>
              <a:gd name="connsiteX106-10493" fmla="*/ 4801 w 10000"/>
              <a:gd name="connsiteY106-10494" fmla="*/ 204 h 10000"/>
              <a:gd name="connsiteX107-10495" fmla="*/ 4801 w 10000"/>
              <a:gd name="connsiteY107-10496" fmla="*/ 204 h 10000"/>
              <a:gd name="connsiteX0-10497" fmla="*/ 4801 w 10000"/>
              <a:gd name="connsiteY0-10498" fmla="*/ 204 h 10000"/>
              <a:gd name="connsiteX1-10499" fmla="*/ 5005 w 10000"/>
              <a:gd name="connsiteY1-10500" fmla="*/ 93 h 10000"/>
              <a:gd name="connsiteX2-10501" fmla="*/ 5438 w 10000"/>
              <a:gd name="connsiteY2-10502" fmla="*/ 93 h 10000"/>
              <a:gd name="connsiteX3-10503" fmla="*/ 5631 w 10000"/>
              <a:gd name="connsiteY3-10504" fmla="*/ 0 h 10000"/>
              <a:gd name="connsiteX4-10505" fmla="*/ 5825 w 10000"/>
              <a:gd name="connsiteY4-10506" fmla="*/ 0 h 10000"/>
              <a:gd name="connsiteX5-10507" fmla="*/ 6259 w 10000"/>
              <a:gd name="connsiteY5-10508" fmla="*/ 93 h 10000"/>
              <a:gd name="connsiteX6-10509" fmla="*/ 6890 w 10000"/>
              <a:gd name="connsiteY6-10510" fmla="*/ 204 h 10000"/>
              <a:gd name="connsiteX7-10511" fmla="*/ 7085 w 10000"/>
              <a:gd name="connsiteY7-10512" fmla="*/ 297 h 10000"/>
              <a:gd name="connsiteX8-10513" fmla="*/ 7478 w 10000"/>
              <a:gd name="connsiteY8-10514" fmla="*/ 482 h 10000"/>
              <a:gd name="connsiteX9-10515" fmla="*/ 7711 w 10000"/>
              <a:gd name="connsiteY9-10516" fmla="*/ 594 h 10000"/>
              <a:gd name="connsiteX10-10517" fmla="*/ 8114 w 10000"/>
              <a:gd name="connsiteY10-10518" fmla="*/ 686 h 10000"/>
              <a:gd name="connsiteX11-10519" fmla="*/ 8544 w 10000"/>
              <a:gd name="connsiteY11-10520" fmla="*/ 891 h 10000"/>
              <a:gd name="connsiteX12-10521" fmla="*/ 8934 w 10000"/>
              <a:gd name="connsiteY12-10522" fmla="*/ 983 h 10000"/>
              <a:gd name="connsiteX13-10523" fmla="*/ 9173 w 10000"/>
              <a:gd name="connsiteY13-10524" fmla="*/ 1169 h 10000"/>
              <a:gd name="connsiteX14-10525" fmla="*/ 9568 w 10000"/>
              <a:gd name="connsiteY14-10526" fmla="*/ 1280 h 10000"/>
              <a:gd name="connsiteX15-10527" fmla="*/ 9762 w 10000"/>
              <a:gd name="connsiteY15-10528" fmla="*/ 1373 h 10000"/>
              <a:gd name="connsiteX16-10529" fmla="*/ 9762 w 10000"/>
              <a:gd name="connsiteY16-10530" fmla="*/ 1466 h 10000"/>
              <a:gd name="connsiteX17-10531" fmla="*/ 10000 w 10000"/>
              <a:gd name="connsiteY17-10532" fmla="*/ 1466 h 10000"/>
              <a:gd name="connsiteX18-10533" fmla="*/ 10000 w 10000"/>
              <a:gd name="connsiteY18-10534" fmla="*/ 1577 h 10000"/>
              <a:gd name="connsiteX19-10535" fmla="*/ 10000 w 10000"/>
              <a:gd name="connsiteY19-10536" fmla="*/ 1670 h 10000"/>
              <a:gd name="connsiteX20-10537" fmla="*/ 9762 w 10000"/>
              <a:gd name="connsiteY20-10538" fmla="*/ 1763 h 10000"/>
              <a:gd name="connsiteX21-10539" fmla="*/ 9568 w 10000"/>
              <a:gd name="connsiteY21-10540" fmla="*/ 1763 h 10000"/>
              <a:gd name="connsiteX22-10541" fmla="*/ 9371 w 10000"/>
              <a:gd name="connsiteY22-10542" fmla="*/ 1855 h 10000"/>
              <a:gd name="connsiteX23-10543" fmla="*/ 9173 w 10000"/>
              <a:gd name="connsiteY23-10544" fmla="*/ 1855 h 10000"/>
              <a:gd name="connsiteX24-10545" fmla="*/ 9173 w 10000"/>
              <a:gd name="connsiteY24-10546" fmla="*/ 1967 h 10000"/>
              <a:gd name="connsiteX25-10547" fmla="*/ 8934 w 10000"/>
              <a:gd name="connsiteY25-10548" fmla="*/ 2059 h 10000"/>
              <a:gd name="connsiteX26-10549" fmla="*/ 8740 w 10000"/>
              <a:gd name="connsiteY26-10550" fmla="*/ 2263 h 10000"/>
              <a:gd name="connsiteX27-10551" fmla="*/ 8740 w 10000"/>
              <a:gd name="connsiteY27-10552" fmla="*/ 2449 h 10000"/>
              <a:gd name="connsiteX28-10553" fmla="*/ 8544 w 10000"/>
              <a:gd name="connsiteY28-10554" fmla="*/ 2653 h 10000"/>
              <a:gd name="connsiteX29-10555" fmla="*/ 8544 w 10000"/>
              <a:gd name="connsiteY29-10556" fmla="*/ 2950 h 10000"/>
              <a:gd name="connsiteX30-10557" fmla="*/ 8544 w 10000"/>
              <a:gd name="connsiteY30-10558" fmla="*/ 3135 h 10000"/>
              <a:gd name="connsiteX31-10559" fmla="*/ 8305 w 10000"/>
              <a:gd name="connsiteY31-10560" fmla="*/ 3432 h 10000"/>
              <a:gd name="connsiteX32-10561" fmla="*/ 8305 w 10000"/>
              <a:gd name="connsiteY32-10562" fmla="*/ 3822 h 10000"/>
              <a:gd name="connsiteX33-10563" fmla="*/ 8114 w 10000"/>
              <a:gd name="connsiteY33-10564" fmla="*/ 4119 h 10000"/>
              <a:gd name="connsiteX34-10565" fmla="*/ 7913 w 10000"/>
              <a:gd name="connsiteY34-10566" fmla="*/ 4508 h 10000"/>
              <a:gd name="connsiteX35-10567" fmla="*/ 7711 w 10000"/>
              <a:gd name="connsiteY35-10568" fmla="*/ 4898 h 10000"/>
              <a:gd name="connsiteX36-10569" fmla="*/ 7478 w 10000"/>
              <a:gd name="connsiteY36-10570" fmla="*/ 5288 h 10000"/>
              <a:gd name="connsiteX37-10571" fmla="*/ 7085 w 10000"/>
              <a:gd name="connsiteY37-10572" fmla="*/ 6178 h 10000"/>
              <a:gd name="connsiteX38-10573" fmla="*/ 6890 w 10000"/>
              <a:gd name="connsiteY38-10574" fmla="*/ 6568 h 10000"/>
              <a:gd name="connsiteX39-10575" fmla="*/ 6657 w 10000"/>
              <a:gd name="connsiteY39-10576" fmla="*/ 6957 h 10000"/>
              <a:gd name="connsiteX40-10577" fmla="*/ 6458 w 10000"/>
              <a:gd name="connsiteY40-10578" fmla="*/ 7347 h 10000"/>
              <a:gd name="connsiteX41-10579" fmla="*/ 6259 w 10000"/>
              <a:gd name="connsiteY41-10580" fmla="*/ 7737 h 10000"/>
              <a:gd name="connsiteX42-10581" fmla="*/ 6021 w 10000"/>
              <a:gd name="connsiteY42-10582" fmla="*/ 8033 h 10000"/>
              <a:gd name="connsiteX43-10583" fmla="*/ 6021 w 10000"/>
              <a:gd name="connsiteY43-10584" fmla="*/ 8237 h 10000"/>
              <a:gd name="connsiteX44-10585" fmla="*/ 5825 w 10000"/>
              <a:gd name="connsiteY44-10586" fmla="*/ 8534 h 10000"/>
              <a:gd name="connsiteX45-10587" fmla="*/ 5631 w 10000"/>
              <a:gd name="connsiteY45-10588" fmla="*/ 8720 h 10000"/>
              <a:gd name="connsiteX46-10589" fmla="*/ 5196 w 10000"/>
              <a:gd name="connsiteY46-10590" fmla="*/ 9017 h 10000"/>
              <a:gd name="connsiteX47-10591" fmla="*/ 4801 w 10000"/>
              <a:gd name="connsiteY47-10592" fmla="*/ 9314 h 10000"/>
              <a:gd name="connsiteX48-10593" fmla="*/ 4367 w 10000"/>
              <a:gd name="connsiteY48-10594" fmla="*/ 9610 h 10000"/>
              <a:gd name="connsiteX49-10595" fmla="*/ 3976 w 10000"/>
              <a:gd name="connsiteY49-10596" fmla="*/ 9703 h 10000"/>
              <a:gd name="connsiteX50-10597" fmla="*/ 3540 w 10000"/>
              <a:gd name="connsiteY50-10598" fmla="*/ 9889 h 10000"/>
              <a:gd name="connsiteX51-10599" fmla="*/ 3106 w 10000"/>
              <a:gd name="connsiteY51-10600" fmla="*/ 10000 h 10000"/>
              <a:gd name="connsiteX52-10601" fmla="*/ 2714 w 10000"/>
              <a:gd name="connsiteY52-10602" fmla="*/ 10000 h 10000"/>
              <a:gd name="connsiteX53-10603" fmla="*/ 2280 w 10000"/>
              <a:gd name="connsiteY53-10604" fmla="*/ 10000 h 10000"/>
              <a:gd name="connsiteX54-10605" fmla="*/ 2280 w 10000"/>
              <a:gd name="connsiteY54-10606" fmla="*/ 9889 h 10000"/>
              <a:gd name="connsiteX55-10607" fmla="*/ 2081 w 10000"/>
              <a:gd name="connsiteY55-10608" fmla="*/ 9889 h 10000"/>
              <a:gd name="connsiteX56-10609" fmla="*/ 2081 w 10000"/>
              <a:gd name="connsiteY56-10610" fmla="*/ 9796 h 10000"/>
              <a:gd name="connsiteX57-10611" fmla="*/ 2081 w 10000"/>
              <a:gd name="connsiteY57-10612" fmla="*/ 9610 h 10000"/>
              <a:gd name="connsiteX58-10613" fmla="*/ 2081 w 10000"/>
              <a:gd name="connsiteY58-10614" fmla="*/ 9499 h 10000"/>
              <a:gd name="connsiteX59-10615" fmla="*/ 2081 w 10000"/>
              <a:gd name="connsiteY59-10616" fmla="*/ 9406 h 10000"/>
              <a:gd name="connsiteX60-10617" fmla="*/ 2081 w 10000"/>
              <a:gd name="connsiteY60-10618" fmla="*/ 9202 h 10000"/>
              <a:gd name="connsiteX61-10619" fmla="*/ 2081 w 10000"/>
              <a:gd name="connsiteY61-10620" fmla="*/ 9017 h 10000"/>
              <a:gd name="connsiteX62-10621" fmla="*/ 1888 w 10000"/>
              <a:gd name="connsiteY62-10622" fmla="*/ 8813 h 10000"/>
              <a:gd name="connsiteX63-10623" fmla="*/ 1651 w 10000"/>
              <a:gd name="connsiteY63-10624" fmla="*/ 8534 h 10000"/>
              <a:gd name="connsiteX64-10625" fmla="*/ 1258 w 10000"/>
              <a:gd name="connsiteY64-10626" fmla="*/ 8126 h 10000"/>
              <a:gd name="connsiteX65-10627" fmla="*/ 1061 w 10000"/>
              <a:gd name="connsiteY65-10628" fmla="*/ 7737 h 10000"/>
              <a:gd name="connsiteX66-10629" fmla="*/ 431 w 10000"/>
              <a:gd name="connsiteY66-10630" fmla="*/ 7347 h 10000"/>
              <a:gd name="connsiteX67-10631" fmla="*/ 0 w 10000"/>
              <a:gd name="connsiteY67-10632" fmla="*/ 6753 h 10000"/>
              <a:gd name="connsiteX68-10633" fmla="*/ 431 w 10000"/>
              <a:gd name="connsiteY68-10634" fmla="*/ 6957 h 10000"/>
              <a:gd name="connsiteX69-10635" fmla="*/ 1061 w 10000"/>
              <a:gd name="connsiteY69-10636" fmla="*/ 7161 h 10000"/>
              <a:gd name="connsiteX70-10637" fmla="*/ 1453 w 10000"/>
              <a:gd name="connsiteY70-10638" fmla="*/ 7347 h 10000"/>
              <a:gd name="connsiteX71-10639" fmla="*/ 1888 w 10000"/>
              <a:gd name="connsiteY71-10640" fmla="*/ 7440 h 10000"/>
              <a:gd name="connsiteX72-10641" fmla="*/ 2280 w 10000"/>
              <a:gd name="connsiteY72-10642" fmla="*/ 7551 h 10000"/>
              <a:gd name="connsiteX73-10643" fmla="*/ 2522 w 10000"/>
              <a:gd name="connsiteY73-10644" fmla="*/ 7551 h 10000"/>
              <a:gd name="connsiteX74-10645" fmla="*/ 2714 w 10000"/>
              <a:gd name="connsiteY74-10646" fmla="*/ 7644 h 10000"/>
              <a:gd name="connsiteX75-10647" fmla="*/ 2913 w 10000"/>
              <a:gd name="connsiteY75-10648" fmla="*/ 7644 h 10000"/>
              <a:gd name="connsiteX76-10649" fmla="*/ 3106 w 10000"/>
              <a:gd name="connsiteY76-10650" fmla="*/ 7644 h 10000"/>
              <a:gd name="connsiteX77-10651" fmla="*/ 3344 w 10000"/>
              <a:gd name="connsiteY77-10652" fmla="*/ 7644 h 10000"/>
              <a:gd name="connsiteX78-10653" fmla="*/ 3540 w 10000"/>
              <a:gd name="connsiteY78-10654" fmla="*/ 7551 h 10000"/>
              <a:gd name="connsiteX79-10655" fmla="*/ 3741 w 10000"/>
              <a:gd name="connsiteY79-10656" fmla="*/ 7440 h 10000"/>
              <a:gd name="connsiteX80-10657" fmla="*/ 3741 w 10000"/>
              <a:gd name="connsiteY80-10658" fmla="*/ 7347 h 10000"/>
              <a:gd name="connsiteX81-10659" fmla="*/ 3976 w 10000"/>
              <a:gd name="connsiteY81-10660" fmla="*/ 7254 h 10000"/>
              <a:gd name="connsiteX82-10661" fmla="*/ 4169 w 10000"/>
              <a:gd name="connsiteY82-10662" fmla="*/ 7050 h 10000"/>
              <a:gd name="connsiteX83-10663" fmla="*/ 4169 w 10000"/>
              <a:gd name="connsiteY83-10664" fmla="*/ 6865 h 10000"/>
              <a:gd name="connsiteX84-10665" fmla="*/ 4367 w 10000"/>
              <a:gd name="connsiteY84-10666" fmla="*/ 6660 h 10000"/>
              <a:gd name="connsiteX85-10667" fmla="*/ 4564 w 10000"/>
              <a:gd name="connsiteY85-10668" fmla="*/ 6364 h 10000"/>
              <a:gd name="connsiteX86-10669" fmla="*/ 4801 w 10000"/>
              <a:gd name="connsiteY86-10670" fmla="*/ 6067 h 10000"/>
              <a:gd name="connsiteX87-10671" fmla="*/ 4801 w 10000"/>
              <a:gd name="connsiteY87-10672" fmla="*/ 5677 h 10000"/>
              <a:gd name="connsiteX88-10673" fmla="*/ 5196 w 10000"/>
              <a:gd name="connsiteY88-10674" fmla="*/ 4991 h 10000"/>
              <a:gd name="connsiteX89-10675" fmla="*/ 5438 w 10000"/>
              <a:gd name="connsiteY89-10676" fmla="*/ 4212 h 10000"/>
              <a:gd name="connsiteX90-10677" fmla="*/ 5438 w 10000"/>
              <a:gd name="connsiteY90-10678" fmla="*/ 3525 h 10000"/>
              <a:gd name="connsiteX91-10679" fmla="*/ 5631 w 10000"/>
              <a:gd name="connsiteY91-10680" fmla="*/ 2839 h 10000"/>
              <a:gd name="connsiteX92-10681" fmla="*/ 5631 w 10000"/>
              <a:gd name="connsiteY92-10682" fmla="*/ 2542 h 10000"/>
              <a:gd name="connsiteX93-10683" fmla="*/ 5631 w 10000"/>
              <a:gd name="connsiteY93-10684" fmla="*/ 2263 h 10000"/>
              <a:gd name="connsiteX94-10685" fmla="*/ 5631 w 10000"/>
              <a:gd name="connsiteY94-10686" fmla="*/ 2059 h 10000"/>
              <a:gd name="connsiteX95-10687" fmla="*/ 5631 w 10000"/>
              <a:gd name="connsiteY95-10688" fmla="*/ 1855 h 10000"/>
              <a:gd name="connsiteX96-10689" fmla="*/ 5631 w 10000"/>
              <a:gd name="connsiteY96-10690" fmla="*/ 1670 h 10000"/>
              <a:gd name="connsiteX97-10691" fmla="*/ 5631 w 10000"/>
              <a:gd name="connsiteY97-10692" fmla="*/ 1577 h 10000"/>
              <a:gd name="connsiteX98-10693" fmla="*/ 5438 w 10000"/>
              <a:gd name="connsiteY98-10694" fmla="*/ 1466 h 10000"/>
              <a:gd name="connsiteX99-10695" fmla="*/ 5438 w 10000"/>
              <a:gd name="connsiteY99-10696" fmla="*/ 1373 h 10000"/>
              <a:gd name="connsiteX100-10697" fmla="*/ 5438 w 10000"/>
              <a:gd name="connsiteY100-10698" fmla="*/ 1280 h 10000"/>
              <a:gd name="connsiteX101-10699" fmla="*/ 5196 w 10000"/>
              <a:gd name="connsiteY101-10700" fmla="*/ 1280 h 10000"/>
              <a:gd name="connsiteX102-10701" fmla="*/ 5005 w 10000"/>
              <a:gd name="connsiteY102-10702" fmla="*/ 1169 h 10000"/>
              <a:gd name="connsiteX103-10703" fmla="*/ 5005 w 10000"/>
              <a:gd name="connsiteY103-10704" fmla="*/ 1169 h 10000"/>
              <a:gd name="connsiteX104-10705" fmla="*/ 4801 w 10000"/>
              <a:gd name="connsiteY104-10706" fmla="*/ 297 h 10000"/>
              <a:gd name="connsiteX105-10707" fmla="*/ 4801 w 10000"/>
              <a:gd name="connsiteY105-10708" fmla="*/ 204 h 10000"/>
              <a:gd name="connsiteX106-10709" fmla="*/ 4801 w 10000"/>
              <a:gd name="connsiteY106-10710" fmla="*/ 204 h 10000"/>
              <a:gd name="connsiteX0-10711" fmla="*/ 4801 w 10000"/>
              <a:gd name="connsiteY0-10712" fmla="*/ 204 h 10000"/>
              <a:gd name="connsiteX1-10713" fmla="*/ 5005 w 10000"/>
              <a:gd name="connsiteY1-10714" fmla="*/ 93 h 10000"/>
              <a:gd name="connsiteX2-10715" fmla="*/ 5438 w 10000"/>
              <a:gd name="connsiteY2-10716" fmla="*/ 93 h 10000"/>
              <a:gd name="connsiteX3-10717" fmla="*/ 5631 w 10000"/>
              <a:gd name="connsiteY3-10718" fmla="*/ 0 h 10000"/>
              <a:gd name="connsiteX4-10719" fmla="*/ 5825 w 10000"/>
              <a:gd name="connsiteY4-10720" fmla="*/ 0 h 10000"/>
              <a:gd name="connsiteX5-10721" fmla="*/ 6259 w 10000"/>
              <a:gd name="connsiteY5-10722" fmla="*/ 93 h 10000"/>
              <a:gd name="connsiteX6-10723" fmla="*/ 6890 w 10000"/>
              <a:gd name="connsiteY6-10724" fmla="*/ 204 h 10000"/>
              <a:gd name="connsiteX7-10725" fmla="*/ 7085 w 10000"/>
              <a:gd name="connsiteY7-10726" fmla="*/ 297 h 10000"/>
              <a:gd name="connsiteX8-10727" fmla="*/ 7478 w 10000"/>
              <a:gd name="connsiteY8-10728" fmla="*/ 482 h 10000"/>
              <a:gd name="connsiteX9-10729" fmla="*/ 7711 w 10000"/>
              <a:gd name="connsiteY9-10730" fmla="*/ 594 h 10000"/>
              <a:gd name="connsiteX10-10731" fmla="*/ 8114 w 10000"/>
              <a:gd name="connsiteY10-10732" fmla="*/ 686 h 10000"/>
              <a:gd name="connsiteX11-10733" fmla="*/ 8544 w 10000"/>
              <a:gd name="connsiteY11-10734" fmla="*/ 891 h 10000"/>
              <a:gd name="connsiteX12-10735" fmla="*/ 8934 w 10000"/>
              <a:gd name="connsiteY12-10736" fmla="*/ 983 h 10000"/>
              <a:gd name="connsiteX13-10737" fmla="*/ 9173 w 10000"/>
              <a:gd name="connsiteY13-10738" fmla="*/ 1169 h 10000"/>
              <a:gd name="connsiteX14-10739" fmla="*/ 9568 w 10000"/>
              <a:gd name="connsiteY14-10740" fmla="*/ 1280 h 10000"/>
              <a:gd name="connsiteX15-10741" fmla="*/ 9762 w 10000"/>
              <a:gd name="connsiteY15-10742" fmla="*/ 1373 h 10000"/>
              <a:gd name="connsiteX16-10743" fmla="*/ 9762 w 10000"/>
              <a:gd name="connsiteY16-10744" fmla="*/ 1466 h 10000"/>
              <a:gd name="connsiteX17-10745" fmla="*/ 10000 w 10000"/>
              <a:gd name="connsiteY17-10746" fmla="*/ 1466 h 10000"/>
              <a:gd name="connsiteX18-10747" fmla="*/ 10000 w 10000"/>
              <a:gd name="connsiteY18-10748" fmla="*/ 1577 h 10000"/>
              <a:gd name="connsiteX19-10749" fmla="*/ 10000 w 10000"/>
              <a:gd name="connsiteY19-10750" fmla="*/ 1670 h 10000"/>
              <a:gd name="connsiteX20-10751" fmla="*/ 9762 w 10000"/>
              <a:gd name="connsiteY20-10752" fmla="*/ 1763 h 10000"/>
              <a:gd name="connsiteX21-10753" fmla="*/ 9568 w 10000"/>
              <a:gd name="connsiteY21-10754" fmla="*/ 1763 h 10000"/>
              <a:gd name="connsiteX22-10755" fmla="*/ 9371 w 10000"/>
              <a:gd name="connsiteY22-10756" fmla="*/ 1855 h 10000"/>
              <a:gd name="connsiteX23-10757" fmla="*/ 9173 w 10000"/>
              <a:gd name="connsiteY23-10758" fmla="*/ 1855 h 10000"/>
              <a:gd name="connsiteX24-10759" fmla="*/ 9173 w 10000"/>
              <a:gd name="connsiteY24-10760" fmla="*/ 1967 h 10000"/>
              <a:gd name="connsiteX25-10761" fmla="*/ 8934 w 10000"/>
              <a:gd name="connsiteY25-10762" fmla="*/ 2059 h 10000"/>
              <a:gd name="connsiteX26-10763" fmla="*/ 8740 w 10000"/>
              <a:gd name="connsiteY26-10764" fmla="*/ 2263 h 10000"/>
              <a:gd name="connsiteX27-10765" fmla="*/ 8740 w 10000"/>
              <a:gd name="connsiteY27-10766" fmla="*/ 2449 h 10000"/>
              <a:gd name="connsiteX28-10767" fmla="*/ 8544 w 10000"/>
              <a:gd name="connsiteY28-10768" fmla="*/ 2653 h 10000"/>
              <a:gd name="connsiteX29-10769" fmla="*/ 8544 w 10000"/>
              <a:gd name="connsiteY29-10770" fmla="*/ 2950 h 10000"/>
              <a:gd name="connsiteX30-10771" fmla="*/ 8544 w 10000"/>
              <a:gd name="connsiteY30-10772" fmla="*/ 3135 h 10000"/>
              <a:gd name="connsiteX31-10773" fmla="*/ 8305 w 10000"/>
              <a:gd name="connsiteY31-10774" fmla="*/ 3432 h 10000"/>
              <a:gd name="connsiteX32-10775" fmla="*/ 8305 w 10000"/>
              <a:gd name="connsiteY32-10776" fmla="*/ 3822 h 10000"/>
              <a:gd name="connsiteX33-10777" fmla="*/ 8114 w 10000"/>
              <a:gd name="connsiteY33-10778" fmla="*/ 4119 h 10000"/>
              <a:gd name="connsiteX34-10779" fmla="*/ 7913 w 10000"/>
              <a:gd name="connsiteY34-10780" fmla="*/ 4508 h 10000"/>
              <a:gd name="connsiteX35-10781" fmla="*/ 7711 w 10000"/>
              <a:gd name="connsiteY35-10782" fmla="*/ 4898 h 10000"/>
              <a:gd name="connsiteX36-10783" fmla="*/ 7478 w 10000"/>
              <a:gd name="connsiteY36-10784" fmla="*/ 5288 h 10000"/>
              <a:gd name="connsiteX37-10785" fmla="*/ 7085 w 10000"/>
              <a:gd name="connsiteY37-10786" fmla="*/ 6178 h 10000"/>
              <a:gd name="connsiteX38-10787" fmla="*/ 6890 w 10000"/>
              <a:gd name="connsiteY38-10788" fmla="*/ 6568 h 10000"/>
              <a:gd name="connsiteX39-10789" fmla="*/ 6657 w 10000"/>
              <a:gd name="connsiteY39-10790" fmla="*/ 6957 h 10000"/>
              <a:gd name="connsiteX40-10791" fmla="*/ 6458 w 10000"/>
              <a:gd name="connsiteY40-10792" fmla="*/ 7347 h 10000"/>
              <a:gd name="connsiteX41-10793" fmla="*/ 6259 w 10000"/>
              <a:gd name="connsiteY41-10794" fmla="*/ 7737 h 10000"/>
              <a:gd name="connsiteX42-10795" fmla="*/ 6021 w 10000"/>
              <a:gd name="connsiteY42-10796" fmla="*/ 8033 h 10000"/>
              <a:gd name="connsiteX43-10797" fmla="*/ 6021 w 10000"/>
              <a:gd name="connsiteY43-10798" fmla="*/ 8237 h 10000"/>
              <a:gd name="connsiteX44-10799" fmla="*/ 5825 w 10000"/>
              <a:gd name="connsiteY44-10800" fmla="*/ 8534 h 10000"/>
              <a:gd name="connsiteX45-10801" fmla="*/ 5631 w 10000"/>
              <a:gd name="connsiteY45-10802" fmla="*/ 8720 h 10000"/>
              <a:gd name="connsiteX46-10803" fmla="*/ 5196 w 10000"/>
              <a:gd name="connsiteY46-10804" fmla="*/ 9017 h 10000"/>
              <a:gd name="connsiteX47-10805" fmla="*/ 4801 w 10000"/>
              <a:gd name="connsiteY47-10806" fmla="*/ 9314 h 10000"/>
              <a:gd name="connsiteX48-10807" fmla="*/ 4367 w 10000"/>
              <a:gd name="connsiteY48-10808" fmla="*/ 9610 h 10000"/>
              <a:gd name="connsiteX49-10809" fmla="*/ 3976 w 10000"/>
              <a:gd name="connsiteY49-10810" fmla="*/ 9703 h 10000"/>
              <a:gd name="connsiteX50-10811" fmla="*/ 3540 w 10000"/>
              <a:gd name="connsiteY50-10812" fmla="*/ 9889 h 10000"/>
              <a:gd name="connsiteX51-10813" fmla="*/ 3106 w 10000"/>
              <a:gd name="connsiteY51-10814" fmla="*/ 10000 h 10000"/>
              <a:gd name="connsiteX52-10815" fmla="*/ 2714 w 10000"/>
              <a:gd name="connsiteY52-10816" fmla="*/ 10000 h 10000"/>
              <a:gd name="connsiteX53-10817" fmla="*/ 2280 w 10000"/>
              <a:gd name="connsiteY53-10818" fmla="*/ 10000 h 10000"/>
              <a:gd name="connsiteX54-10819" fmla="*/ 2280 w 10000"/>
              <a:gd name="connsiteY54-10820" fmla="*/ 9889 h 10000"/>
              <a:gd name="connsiteX55-10821" fmla="*/ 2081 w 10000"/>
              <a:gd name="connsiteY55-10822" fmla="*/ 9889 h 10000"/>
              <a:gd name="connsiteX56-10823" fmla="*/ 2081 w 10000"/>
              <a:gd name="connsiteY56-10824" fmla="*/ 9796 h 10000"/>
              <a:gd name="connsiteX57-10825" fmla="*/ 2081 w 10000"/>
              <a:gd name="connsiteY57-10826" fmla="*/ 9610 h 10000"/>
              <a:gd name="connsiteX58-10827" fmla="*/ 2081 w 10000"/>
              <a:gd name="connsiteY58-10828" fmla="*/ 9499 h 10000"/>
              <a:gd name="connsiteX59-10829" fmla="*/ 2081 w 10000"/>
              <a:gd name="connsiteY59-10830" fmla="*/ 9406 h 10000"/>
              <a:gd name="connsiteX60-10831" fmla="*/ 2081 w 10000"/>
              <a:gd name="connsiteY60-10832" fmla="*/ 9202 h 10000"/>
              <a:gd name="connsiteX61-10833" fmla="*/ 2081 w 10000"/>
              <a:gd name="connsiteY61-10834" fmla="*/ 9017 h 10000"/>
              <a:gd name="connsiteX62-10835" fmla="*/ 1888 w 10000"/>
              <a:gd name="connsiteY62-10836" fmla="*/ 8813 h 10000"/>
              <a:gd name="connsiteX63-10837" fmla="*/ 1651 w 10000"/>
              <a:gd name="connsiteY63-10838" fmla="*/ 8534 h 10000"/>
              <a:gd name="connsiteX64-10839" fmla="*/ 1258 w 10000"/>
              <a:gd name="connsiteY64-10840" fmla="*/ 8126 h 10000"/>
              <a:gd name="connsiteX65-10841" fmla="*/ 1061 w 10000"/>
              <a:gd name="connsiteY65-10842" fmla="*/ 7737 h 10000"/>
              <a:gd name="connsiteX66-10843" fmla="*/ 431 w 10000"/>
              <a:gd name="connsiteY66-10844" fmla="*/ 7347 h 10000"/>
              <a:gd name="connsiteX67-10845" fmla="*/ 0 w 10000"/>
              <a:gd name="connsiteY67-10846" fmla="*/ 6753 h 10000"/>
              <a:gd name="connsiteX68-10847" fmla="*/ 1061 w 10000"/>
              <a:gd name="connsiteY68-10848" fmla="*/ 7161 h 10000"/>
              <a:gd name="connsiteX69-10849" fmla="*/ 1453 w 10000"/>
              <a:gd name="connsiteY69-10850" fmla="*/ 7347 h 10000"/>
              <a:gd name="connsiteX70-10851" fmla="*/ 1888 w 10000"/>
              <a:gd name="connsiteY70-10852" fmla="*/ 7440 h 10000"/>
              <a:gd name="connsiteX71-10853" fmla="*/ 2280 w 10000"/>
              <a:gd name="connsiteY71-10854" fmla="*/ 7551 h 10000"/>
              <a:gd name="connsiteX72-10855" fmla="*/ 2522 w 10000"/>
              <a:gd name="connsiteY72-10856" fmla="*/ 7551 h 10000"/>
              <a:gd name="connsiteX73-10857" fmla="*/ 2714 w 10000"/>
              <a:gd name="connsiteY73-10858" fmla="*/ 7644 h 10000"/>
              <a:gd name="connsiteX74-10859" fmla="*/ 2913 w 10000"/>
              <a:gd name="connsiteY74-10860" fmla="*/ 7644 h 10000"/>
              <a:gd name="connsiteX75-10861" fmla="*/ 3106 w 10000"/>
              <a:gd name="connsiteY75-10862" fmla="*/ 7644 h 10000"/>
              <a:gd name="connsiteX76-10863" fmla="*/ 3344 w 10000"/>
              <a:gd name="connsiteY76-10864" fmla="*/ 7644 h 10000"/>
              <a:gd name="connsiteX77-10865" fmla="*/ 3540 w 10000"/>
              <a:gd name="connsiteY77-10866" fmla="*/ 7551 h 10000"/>
              <a:gd name="connsiteX78-10867" fmla="*/ 3741 w 10000"/>
              <a:gd name="connsiteY78-10868" fmla="*/ 7440 h 10000"/>
              <a:gd name="connsiteX79-10869" fmla="*/ 3741 w 10000"/>
              <a:gd name="connsiteY79-10870" fmla="*/ 7347 h 10000"/>
              <a:gd name="connsiteX80-10871" fmla="*/ 3976 w 10000"/>
              <a:gd name="connsiteY80-10872" fmla="*/ 7254 h 10000"/>
              <a:gd name="connsiteX81-10873" fmla="*/ 4169 w 10000"/>
              <a:gd name="connsiteY81-10874" fmla="*/ 7050 h 10000"/>
              <a:gd name="connsiteX82-10875" fmla="*/ 4169 w 10000"/>
              <a:gd name="connsiteY82-10876" fmla="*/ 6865 h 10000"/>
              <a:gd name="connsiteX83-10877" fmla="*/ 4367 w 10000"/>
              <a:gd name="connsiteY83-10878" fmla="*/ 6660 h 10000"/>
              <a:gd name="connsiteX84-10879" fmla="*/ 4564 w 10000"/>
              <a:gd name="connsiteY84-10880" fmla="*/ 6364 h 10000"/>
              <a:gd name="connsiteX85-10881" fmla="*/ 4801 w 10000"/>
              <a:gd name="connsiteY85-10882" fmla="*/ 6067 h 10000"/>
              <a:gd name="connsiteX86-10883" fmla="*/ 4801 w 10000"/>
              <a:gd name="connsiteY86-10884" fmla="*/ 5677 h 10000"/>
              <a:gd name="connsiteX87-10885" fmla="*/ 5196 w 10000"/>
              <a:gd name="connsiteY87-10886" fmla="*/ 4991 h 10000"/>
              <a:gd name="connsiteX88-10887" fmla="*/ 5438 w 10000"/>
              <a:gd name="connsiteY88-10888" fmla="*/ 4212 h 10000"/>
              <a:gd name="connsiteX89-10889" fmla="*/ 5438 w 10000"/>
              <a:gd name="connsiteY89-10890" fmla="*/ 3525 h 10000"/>
              <a:gd name="connsiteX90-10891" fmla="*/ 5631 w 10000"/>
              <a:gd name="connsiteY90-10892" fmla="*/ 2839 h 10000"/>
              <a:gd name="connsiteX91-10893" fmla="*/ 5631 w 10000"/>
              <a:gd name="connsiteY91-10894" fmla="*/ 2542 h 10000"/>
              <a:gd name="connsiteX92-10895" fmla="*/ 5631 w 10000"/>
              <a:gd name="connsiteY92-10896" fmla="*/ 2263 h 10000"/>
              <a:gd name="connsiteX93-10897" fmla="*/ 5631 w 10000"/>
              <a:gd name="connsiteY93-10898" fmla="*/ 2059 h 10000"/>
              <a:gd name="connsiteX94-10899" fmla="*/ 5631 w 10000"/>
              <a:gd name="connsiteY94-10900" fmla="*/ 1855 h 10000"/>
              <a:gd name="connsiteX95-10901" fmla="*/ 5631 w 10000"/>
              <a:gd name="connsiteY95-10902" fmla="*/ 1670 h 10000"/>
              <a:gd name="connsiteX96-10903" fmla="*/ 5631 w 10000"/>
              <a:gd name="connsiteY96-10904" fmla="*/ 1577 h 10000"/>
              <a:gd name="connsiteX97-10905" fmla="*/ 5438 w 10000"/>
              <a:gd name="connsiteY97-10906" fmla="*/ 1466 h 10000"/>
              <a:gd name="connsiteX98-10907" fmla="*/ 5438 w 10000"/>
              <a:gd name="connsiteY98-10908" fmla="*/ 1373 h 10000"/>
              <a:gd name="connsiteX99-10909" fmla="*/ 5438 w 10000"/>
              <a:gd name="connsiteY99-10910" fmla="*/ 1280 h 10000"/>
              <a:gd name="connsiteX100-10911" fmla="*/ 5196 w 10000"/>
              <a:gd name="connsiteY100-10912" fmla="*/ 1280 h 10000"/>
              <a:gd name="connsiteX101-10913" fmla="*/ 5005 w 10000"/>
              <a:gd name="connsiteY101-10914" fmla="*/ 1169 h 10000"/>
              <a:gd name="connsiteX102-10915" fmla="*/ 5005 w 10000"/>
              <a:gd name="connsiteY102-10916" fmla="*/ 1169 h 10000"/>
              <a:gd name="connsiteX103-10917" fmla="*/ 4801 w 10000"/>
              <a:gd name="connsiteY103-10918" fmla="*/ 297 h 10000"/>
              <a:gd name="connsiteX104-10919" fmla="*/ 4801 w 10000"/>
              <a:gd name="connsiteY104-10920" fmla="*/ 204 h 10000"/>
              <a:gd name="connsiteX105-10921" fmla="*/ 4801 w 10000"/>
              <a:gd name="connsiteY105-10922" fmla="*/ 204 h 10000"/>
              <a:gd name="connsiteX0-10923" fmla="*/ 4370 w 9569"/>
              <a:gd name="connsiteY0-10924" fmla="*/ 204 h 10000"/>
              <a:gd name="connsiteX1-10925" fmla="*/ 4574 w 9569"/>
              <a:gd name="connsiteY1-10926" fmla="*/ 93 h 10000"/>
              <a:gd name="connsiteX2-10927" fmla="*/ 5007 w 9569"/>
              <a:gd name="connsiteY2-10928" fmla="*/ 93 h 10000"/>
              <a:gd name="connsiteX3-10929" fmla="*/ 5200 w 9569"/>
              <a:gd name="connsiteY3-10930" fmla="*/ 0 h 10000"/>
              <a:gd name="connsiteX4-10931" fmla="*/ 5394 w 9569"/>
              <a:gd name="connsiteY4-10932" fmla="*/ 0 h 10000"/>
              <a:gd name="connsiteX5-10933" fmla="*/ 5828 w 9569"/>
              <a:gd name="connsiteY5-10934" fmla="*/ 93 h 10000"/>
              <a:gd name="connsiteX6-10935" fmla="*/ 6459 w 9569"/>
              <a:gd name="connsiteY6-10936" fmla="*/ 204 h 10000"/>
              <a:gd name="connsiteX7-10937" fmla="*/ 6654 w 9569"/>
              <a:gd name="connsiteY7-10938" fmla="*/ 297 h 10000"/>
              <a:gd name="connsiteX8-10939" fmla="*/ 7047 w 9569"/>
              <a:gd name="connsiteY8-10940" fmla="*/ 482 h 10000"/>
              <a:gd name="connsiteX9-10941" fmla="*/ 7280 w 9569"/>
              <a:gd name="connsiteY9-10942" fmla="*/ 594 h 10000"/>
              <a:gd name="connsiteX10-10943" fmla="*/ 7683 w 9569"/>
              <a:gd name="connsiteY10-10944" fmla="*/ 686 h 10000"/>
              <a:gd name="connsiteX11-10945" fmla="*/ 8113 w 9569"/>
              <a:gd name="connsiteY11-10946" fmla="*/ 891 h 10000"/>
              <a:gd name="connsiteX12-10947" fmla="*/ 8503 w 9569"/>
              <a:gd name="connsiteY12-10948" fmla="*/ 983 h 10000"/>
              <a:gd name="connsiteX13-10949" fmla="*/ 8742 w 9569"/>
              <a:gd name="connsiteY13-10950" fmla="*/ 1169 h 10000"/>
              <a:gd name="connsiteX14-10951" fmla="*/ 9137 w 9569"/>
              <a:gd name="connsiteY14-10952" fmla="*/ 1280 h 10000"/>
              <a:gd name="connsiteX15-10953" fmla="*/ 9331 w 9569"/>
              <a:gd name="connsiteY15-10954" fmla="*/ 1373 h 10000"/>
              <a:gd name="connsiteX16-10955" fmla="*/ 9331 w 9569"/>
              <a:gd name="connsiteY16-10956" fmla="*/ 1466 h 10000"/>
              <a:gd name="connsiteX17-10957" fmla="*/ 9569 w 9569"/>
              <a:gd name="connsiteY17-10958" fmla="*/ 1466 h 10000"/>
              <a:gd name="connsiteX18-10959" fmla="*/ 9569 w 9569"/>
              <a:gd name="connsiteY18-10960" fmla="*/ 1577 h 10000"/>
              <a:gd name="connsiteX19-10961" fmla="*/ 9569 w 9569"/>
              <a:gd name="connsiteY19-10962" fmla="*/ 1670 h 10000"/>
              <a:gd name="connsiteX20-10963" fmla="*/ 9331 w 9569"/>
              <a:gd name="connsiteY20-10964" fmla="*/ 1763 h 10000"/>
              <a:gd name="connsiteX21-10965" fmla="*/ 9137 w 9569"/>
              <a:gd name="connsiteY21-10966" fmla="*/ 1763 h 10000"/>
              <a:gd name="connsiteX22-10967" fmla="*/ 8940 w 9569"/>
              <a:gd name="connsiteY22-10968" fmla="*/ 1855 h 10000"/>
              <a:gd name="connsiteX23-10969" fmla="*/ 8742 w 9569"/>
              <a:gd name="connsiteY23-10970" fmla="*/ 1855 h 10000"/>
              <a:gd name="connsiteX24-10971" fmla="*/ 8742 w 9569"/>
              <a:gd name="connsiteY24-10972" fmla="*/ 1967 h 10000"/>
              <a:gd name="connsiteX25-10973" fmla="*/ 8503 w 9569"/>
              <a:gd name="connsiteY25-10974" fmla="*/ 2059 h 10000"/>
              <a:gd name="connsiteX26-10975" fmla="*/ 8309 w 9569"/>
              <a:gd name="connsiteY26-10976" fmla="*/ 2263 h 10000"/>
              <a:gd name="connsiteX27-10977" fmla="*/ 8309 w 9569"/>
              <a:gd name="connsiteY27-10978" fmla="*/ 2449 h 10000"/>
              <a:gd name="connsiteX28-10979" fmla="*/ 8113 w 9569"/>
              <a:gd name="connsiteY28-10980" fmla="*/ 2653 h 10000"/>
              <a:gd name="connsiteX29-10981" fmla="*/ 8113 w 9569"/>
              <a:gd name="connsiteY29-10982" fmla="*/ 2950 h 10000"/>
              <a:gd name="connsiteX30-10983" fmla="*/ 8113 w 9569"/>
              <a:gd name="connsiteY30-10984" fmla="*/ 3135 h 10000"/>
              <a:gd name="connsiteX31-10985" fmla="*/ 7874 w 9569"/>
              <a:gd name="connsiteY31-10986" fmla="*/ 3432 h 10000"/>
              <a:gd name="connsiteX32-10987" fmla="*/ 7874 w 9569"/>
              <a:gd name="connsiteY32-10988" fmla="*/ 3822 h 10000"/>
              <a:gd name="connsiteX33-10989" fmla="*/ 7683 w 9569"/>
              <a:gd name="connsiteY33-10990" fmla="*/ 4119 h 10000"/>
              <a:gd name="connsiteX34-10991" fmla="*/ 7482 w 9569"/>
              <a:gd name="connsiteY34-10992" fmla="*/ 4508 h 10000"/>
              <a:gd name="connsiteX35-10993" fmla="*/ 7280 w 9569"/>
              <a:gd name="connsiteY35-10994" fmla="*/ 4898 h 10000"/>
              <a:gd name="connsiteX36-10995" fmla="*/ 7047 w 9569"/>
              <a:gd name="connsiteY36-10996" fmla="*/ 5288 h 10000"/>
              <a:gd name="connsiteX37-10997" fmla="*/ 6654 w 9569"/>
              <a:gd name="connsiteY37-10998" fmla="*/ 6178 h 10000"/>
              <a:gd name="connsiteX38-10999" fmla="*/ 6459 w 9569"/>
              <a:gd name="connsiteY38-11000" fmla="*/ 6568 h 10000"/>
              <a:gd name="connsiteX39-11001" fmla="*/ 6226 w 9569"/>
              <a:gd name="connsiteY39-11002" fmla="*/ 6957 h 10000"/>
              <a:gd name="connsiteX40-11003" fmla="*/ 6027 w 9569"/>
              <a:gd name="connsiteY40-11004" fmla="*/ 7347 h 10000"/>
              <a:gd name="connsiteX41-11005" fmla="*/ 5828 w 9569"/>
              <a:gd name="connsiteY41-11006" fmla="*/ 7737 h 10000"/>
              <a:gd name="connsiteX42-11007" fmla="*/ 5590 w 9569"/>
              <a:gd name="connsiteY42-11008" fmla="*/ 8033 h 10000"/>
              <a:gd name="connsiteX43-11009" fmla="*/ 5590 w 9569"/>
              <a:gd name="connsiteY43-11010" fmla="*/ 8237 h 10000"/>
              <a:gd name="connsiteX44-11011" fmla="*/ 5394 w 9569"/>
              <a:gd name="connsiteY44-11012" fmla="*/ 8534 h 10000"/>
              <a:gd name="connsiteX45-11013" fmla="*/ 5200 w 9569"/>
              <a:gd name="connsiteY45-11014" fmla="*/ 8720 h 10000"/>
              <a:gd name="connsiteX46-11015" fmla="*/ 4765 w 9569"/>
              <a:gd name="connsiteY46-11016" fmla="*/ 9017 h 10000"/>
              <a:gd name="connsiteX47-11017" fmla="*/ 4370 w 9569"/>
              <a:gd name="connsiteY47-11018" fmla="*/ 9314 h 10000"/>
              <a:gd name="connsiteX48-11019" fmla="*/ 3936 w 9569"/>
              <a:gd name="connsiteY48-11020" fmla="*/ 9610 h 10000"/>
              <a:gd name="connsiteX49-11021" fmla="*/ 3545 w 9569"/>
              <a:gd name="connsiteY49-11022" fmla="*/ 9703 h 10000"/>
              <a:gd name="connsiteX50-11023" fmla="*/ 3109 w 9569"/>
              <a:gd name="connsiteY50-11024" fmla="*/ 9889 h 10000"/>
              <a:gd name="connsiteX51-11025" fmla="*/ 2675 w 9569"/>
              <a:gd name="connsiteY51-11026" fmla="*/ 10000 h 10000"/>
              <a:gd name="connsiteX52-11027" fmla="*/ 2283 w 9569"/>
              <a:gd name="connsiteY52-11028" fmla="*/ 10000 h 10000"/>
              <a:gd name="connsiteX53-11029" fmla="*/ 1849 w 9569"/>
              <a:gd name="connsiteY53-11030" fmla="*/ 10000 h 10000"/>
              <a:gd name="connsiteX54-11031" fmla="*/ 1849 w 9569"/>
              <a:gd name="connsiteY54-11032" fmla="*/ 9889 h 10000"/>
              <a:gd name="connsiteX55-11033" fmla="*/ 1650 w 9569"/>
              <a:gd name="connsiteY55-11034" fmla="*/ 9889 h 10000"/>
              <a:gd name="connsiteX56-11035" fmla="*/ 1650 w 9569"/>
              <a:gd name="connsiteY56-11036" fmla="*/ 9796 h 10000"/>
              <a:gd name="connsiteX57-11037" fmla="*/ 1650 w 9569"/>
              <a:gd name="connsiteY57-11038" fmla="*/ 9610 h 10000"/>
              <a:gd name="connsiteX58-11039" fmla="*/ 1650 w 9569"/>
              <a:gd name="connsiteY58-11040" fmla="*/ 9499 h 10000"/>
              <a:gd name="connsiteX59-11041" fmla="*/ 1650 w 9569"/>
              <a:gd name="connsiteY59-11042" fmla="*/ 9406 h 10000"/>
              <a:gd name="connsiteX60-11043" fmla="*/ 1650 w 9569"/>
              <a:gd name="connsiteY60-11044" fmla="*/ 9202 h 10000"/>
              <a:gd name="connsiteX61-11045" fmla="*/ 1650 w 9569"/>
              <a:gd name="connsiteY61-11046" fmla="*/ 9017 h 10000"/>
              <a:gd name="connsiteX62-11047" fmla="*/ 1457 w 9569"/>
              <a:gd name="connsiteY62-11048" fmla="*/ 8813 h 10000"/>
              <a:gd name="connsiteX63-11049" fmla="*/ 1220 w 9569"/>
              <a:gd name="connsiteY63-11050" fmla="*/ 8534 h 10000"/>
              <a:gd name="connsiteX64-11051" fmla="*/ 827 w 9569"/>
              <a:gd name="connsiteY64-11052" fmla="*/ 8126 h 10000"/>
              <a:gd name="connsiteX65-11053" fmla="*/ 630 w 9569"/>
              <a:gd name="connsiteY65-11054" fmla="*/ 7737 h 10000"/>
              <a:gd name="connsiteX66-11055" fmla="*/ 0 w 9569"/>
              <a:gd name="connsiteY66-11056" fmla="*/ 7347 h 10000"/>
              <a:gd name="connsiteX67-11057" fmla="*/ 630 w 9569"/>
              <a:gd name="connsiteY67-11058" fmla="*/ 7161 h 10000"/>
              <a:gd name="connsiteX68-11059" fmla="*/ 1022 w 9569"/>
              <a:gd name="connsiteY68-11060" fmla="*/ 7347 h 10000"/>
              <a:gd name="connsiteX69-11061" fmla="*/ 1457 w 9569"/>
              <a:gd name="connsiteY69-11062" fmla="*/ 7440 h 10000"/>
              <a:gd name="connsiteX70-11063" fmla="*/ 1849 w 9569"/>
              <a:gd name="connsiteY70-11064" fmla="*/ 7551 h 10000"/>
              <a:gd name="connsiteX71-11065" fmla="*/ 2091 w 9569"/>
              <a:gd name="connsiteY71-11066" fmla="*/ 7551 h 10000"/>
              <a:gd name="connsiteX72-11067" fmla="*/ 2283 w 9569"/>
              <a:gd name="connsiteY72-11068" fmla="*/ 7644 h 10000"/>
              <a:gd name="connsiteX73-11069" fmla="*/ 2482 w 9569"/>
              <a:gd name="connsiteY73-11070" fmla="*/ 7644 h 10000"/>
              <a:gd name="connsiteX74-11071" fmla="*/ 2675 w 9569"/>
              <a:gd name="connsiteY74-11072" fmla="*/ 7644 h 10000"/>
              <a:gd name="connsiteX75-11073" fmla="*/ 2913 w 9569"/>
              <a:gd name="connsiteY75-11074" fmla="*/ 7644 h 10000"/>
              <a:gd name="connsiteX76-11075" fmla="*/ 3109 w 9569"/>
              <a:gd name="connsiteY76-11076" fmla="*/ 7551 h 10000"/>
              <a:gd name="connsiteX77-11077" fmla="*/ 3310 w 9569"/>
              <a:gd name="connsiteY77-11078" fmla="*/ 7440 h 10000"/>
              <a:gd name="connsiteX78-11079" fmla="*/ 3310 w 9569"/>
              <a:gd name="connsiteY78-11080" fmla="*/ 7347 h 10000"/>
              <a:gd name="connsiteX79-11081" fmla="*/ 3545 w 9569"/>
              <a:gd name="connsiteY79-11082" fmla="*/ 7254 h 10000"/>
              <a:gd name="connsiteX80-11083" fmla="*/ 3738 w 9569"/>
              <a:gd name="connsiteY80-11084" fmla="*/ 7050 h 10000"/>
              <a:gd name="connsiteX81-11085" fmla="*/ 3738 w 9569"/>
              <a:gd name="connsiteY81-11086" fmla="*/ 6865 h 10000"/>
              <a:gd name="connsiteX82-11087" fmla="*/ 3936 w 9569"/>
              <a:gd name="connsiteY82-11088" fmla="*/ 6660 h 10000"/>
              <a:gd name="connsiteX83-11089" fmla="*/ 4133 w 9569"/>
              <a:gd name="connsiteY83-11090" fmla="*/ 6364 h 10000"/>
              <a:gd name="connsiteX84-11091" fmla="*/ 4370 w 9569"/>
              <a:gd name="connsiteY84-11092" fmla="*/ 6067 h 10000"/>
              <a:gd name="connsiteX85-11093" fmla="*/ 4370 w 9569"/>
              <a:gd name="connsiteY85-11094" fmla="*/ 5677 h 10000"/>
              <a:gd name="connsiteX86-11095" fmla="*/ 4765 w 9569"/>
              <a:gd name="connsiteY86-11096" fmla="*/ 4991 h 10000"/>
              <a:gd name="connsiteX87-11097" fmla="*/ 5007 w 9569"/>
              <a:gd name="connsiteY87-11098" fmla="*/ 4212 h 10000"/>
              <a:gd name="connsiteX88-11099" fmla="*/ 5007 w 9569"/>
              <a:gd name="connsiteY88-11100" fmla="*/ 3525 h 10000"/>
              <a:gd name="connsiteX89-11101" fmla="*/ 5200 w 9569"/>
              <a:gd name="connsiteY89-11102" fmla="*/ 2839 h 10000"/>
              <a:gd name="connsiteX90-11103" fmla="*/ 5200 w 9569"/>
              <a:gd name="connsiteY90-11104" fmla="*/ 2542 h 10000"/>
              <a:gd name="connsiteX91-11105" fmla="*/ 5200 w 9569"/>
              <a:gd name="connsiteY91-11106" fmla="*/ 2263 h 10000"/>
              <a:gd name="connsiteX92-11107" fmla="*/ 5200 w 9569"/>
              <a:gd name="connsiteY92-11108" fmla="*/ 2059 h 10000"/>
              <a:gd name="connsiteX93-11109" fmla="*/ 5200 w 9569"/>
              <a:gd name="connsiteY93-11110" fmla="*/ 1855 h 10000"/>
              <a:gd name="connsiteX94-11111" fmla="*/ 5200 w 9569"/>
              <a:gd name="connsiteY94-11112" fmla="*/ 1670 h 10000"/>
              <a:gd name="connsiteX95-11113" fmla="*/ 5200 w 9569"/>
              <a:gd name="connsiteY95-11114" fmla="*/ 1577 h 10000"/>
              <a:gd name="connsiteX96-11115" fmla="*/ 5007 w 9569"/>
              <a:gd name="connsiteY96-11116" fmla="*/ 1466 h 10000"/>
              <a:gd name="connsiteX97-11117" fmla="*/ 5007 w 9569"/>
              <a:gd name="connsiteY97-11118" fmla="*/ 1373 h 10000"/>
              <a:gd name="connsiteX98-11119" fmla="*/ 5007 w 9569"/>
              <a:gd name="connsiteY98-11120" fmla="*/ 1280 h 10000"/>
              <a:gd name="connsiteX99-11121" fmla="*/ 4765 w 9569"/>
              <a:gd name="connsiteY99-11122" fmla="*/ 1280 h 10000"/>
              <a:gd name="connsiteX100-11123" fmla="*/ 4574 w 9569"/>
              <a:gd name="connsiteY100-11124" fmla="*/ 1169 h 10000"/>
              <a:gd name="connsiteX101-11125" fmla="*/ 4574 w 9569"/>
              <a:gd name="connsiteY101-11126" fmla="*/ 1169 h 10000"/>
              <a:gd name="connsiteX102-11127" fmla="*/ 4370 w 9569"/>
              <a:gd name="connsiteY102-11128" fmla="*/ 297 h 10000"/>
              <a:gd name="connsiteX103-11129" fmla="*/ 4370 w 9569"/>
              <a:gd name="connsiteY103-11130" fmla="*/ 204 h 10000"/>
              <a:gd name="connsiteX104-11131" fmla="*/ 4370 w 9569"/>
              <a:gd name="connsiteY104-11132" fmla="*/ 204 h 10000"/>
              <a:gd name="connsiteX0-11133" fmla="*/ 3909 w 9342"/>
              <a:gd name="connsiteY0-11134" fmla="*/ 204 h 10000"/>
              <a:gd name="connsiteX1-11135" fmla="*/ 4122 w 9342"/>
              <a:gd name="connsiteY1-11136" fmla="*/ 93 h 10000"/>
              <a:gd name="connsiteX2-11137" fmla="*/ 4575 w 9342"/>
              <a:gd name="connsiteY2-11138" fmla="*/ 93 h 10000"/>
              <a:gd name="connsiteX3-11139" fmla="*/ 4776 w 9342"/>
              <a:gd name="connsiteY3-11140" fmla="*/ 0 h 10000"/>
              <a:gd name="connsiteX4-11141" fmla="*/ 4979 w 9342"/>
              <a:gd name="connsiteY4-11142" fmla="*/ 0 h 10000"/>
              <a:gd name="connsiteX5-11143" fmla="*/ 5433 w 9342"/>
              <a:gd name="connsiteY5-11144" fmla="*/ 93 h 10000"/>
              <a:gd name="connsiteX6-11145" fmla="*/ 6092 w 9342"/>
              <a:gd name="connsiteY6-11146" fmla="*/ 204 h 10000"/>
              <a:gd name="connsiteX7-11147" fmla="*/ 6296 w 9342"/>
              <a:gd name="connsiteY7-11148" fmla="*/ 297 h 10000"/>
              <a:gd name="connsiteX8-11149" fmla="*/ 6706 w 9342"/>
              <a:gd name="connsiteY8-11150" fmla="*/ 482 h 10000"/>
              <a:gd name="connsiteX9-11151" fmla="*/ 6950 w 9342"/>
              <a:gd name="connsiteY9-11152" fmla="*/ 594 h 10000"/>
              <a:gd name="connsiteX10-11153" fmla="*/ 7371 w 9342"/>
              <a:gd name="connsiteY10-11154" fmla="*/ 686 h 10000"/>
              <a:gd name="connsiteX11-11155" fmla="*/ 7820 w 9342"/>
              <a:gd name="connsiteY11-11156" fmla="*/ 891 h 10000"/>
              <a:gd name="connsiteX12-11157" fmla="*/ 8228 w 9342"/>
              <a:gd name="connsiteY12-11158" fmla="*/ 983 h 10000"/>
              <a:gd name="connsiteX13-11159" fmla="*/ 8478 w 9342"/>
              <a:gd name="connsiteY13-11160" fmla="*/ 1169 h 10000"/>
              <a:gd name="connsiteX14-11161" fmla="*/ 8891 w 9342"/>
              <a:gd name="connsiteY14-11162" fmla="*/ 1280 h 10000"/>
              <a:gd name="connsiteX15-11163" fmla="*/ 9093 w 9342"/>
              <a:gd name="connsiteY15-11164" fmla="*/ 1373 h 10000"/>
              <a:gd name="connsiteX16-11165" fmla="*/ 9093 w 9342"/>
              <a:gd name="connsiteY16-11166" fmla="*/ 1466 h 10000"/>
              <a:gd name="connsiteX17-11167" fmla="*/ 9342 w 9342"/>
              <a:gd name="connsiteY17-11168" fmla="*/ 1466 h 10000"/>
              <a:gd name="connsiteX18-11169" fmla="*/ 9342 w 9342"/>
              <a:gd name="connsiteY18-11170" fmla="*/ 1577 h 10000"/>
              <a:gd name="connsiteX19-11171" fmla="*/ 9342 w 9342"/>
              <a:gd name="connsiteY19-11172" fmla="*/ 1670 h 10000"/>
              <a:gd name="connsiteX20-11173" fmla="*/ 9093 w 9342"/>
              <a:gd name="connsiteY20-11174" fmla="*/ 1763 h 10000"/>
              <a:gd name="connsiteX21-11175" fmla="*/ 8891 w 9342"/>
              <a:gd name="connsiteY21-11176" fmla="*/ 1763 h 10000"/>
              <a:gd name="connsiteX22-11177" fmla="*/ 8685 w 9342"/>
              <a:gd name="connsiteY22-11178" fmla="*/ 1855 h 10000"/>
              <a:gd name="connsiteX23-11179" fmla="*/ 8478 w 9342"/>
              <a:gd name="connsiteY23-11180" fmla="*/ 1855 h 10000"/>
              <a:gd name="connsiteX24-11181" fmla="*/ 8478 w 9342"/>
              <a:gd name="connsiteY24-11182" fmla="*/ 1967 h 10000"/>
              <a:gd name="connsiteX25-11183" fmla="*/ 8228 w 9342"/>
              <a:gd name="connsiteY25-11184" fmla="*/ 2059 h 10000"/>
              <a:gd name="connsiteX26-11185" fmla="*/ 8025 w 9342"/>
              <a:gd name="connsiteY26-11186" fmla="*/ 2263 h 10000"/>
              <a:gd name="connsiteX27-11187" fmla="*/ 8025 w 9342"/>
              <a:gd name="connsiteY27-11188" fmla="*/ 2449 h 10000"/>
              <a:gd name="connsiteX28-11189" fmla="*/ 7820 w 9342"/>
              <a:gd name="connsiteY28-11190" fmla="*/ 2653 h 10000"/>
              <a:gd name="connsiteX29-11191" fmla="*/ 7820 w 9342"/>
              <a:gd name="connsiteY29-11192" fmla="*/ 2950 h 10000"/>
              <a:gd name="connsiteX30-11193" fmla="*/ 7820 w 9342"/>
              <a:gd name="connsiteY30-11194" fmla="*/ 3135 h 10000"/>
              <a:gd name="connsiteX31-11195" fmla="*/ 7571 w 9342"/>
              <a:gd name="connsiteY31-11196" fmla="*/ 3432 h 10000"/>
              <a:gd name="connsiteX32-11197" fmla="*/ 7571 w 9342"/>
              <a:gd name="connsiteY32-11198" fmla="*/ 3822 h 10000"/>
              <a:gd name="connsiteX33-11199" fmla="*/ 7371 w 9342"/>
              <a:gd name="connsiteY33-11200" fmla="*/ 4119 h 10000"/>
              <a:gd name="connsiteX34-11201" fmla="*/ 7161 w 9342"/>
              <a:gd name="connsiteY34-11202" fmla="*/ 4508 h 10000"/>
              <a:gd name="connsiteX35-11203" fmla="*/ 6950 w 9342"/>
              <a:gd name="connsiteY35-11204" fmla="*/ 4898 h 10000"/>
              <a:gd name="connsiteX36-11205" fmla="*/ 6706 w 9342"/>
              <a:gd name="connsiteY36-11206" fmla="*/ 5288 h 10000"/>
              <a:gd name="connsiteX37-11207" fmla="*/ 6296 w 9342"/>
              <a:gd name="connsiteY37-11208" fmla="*/ 6178 h 10000"/>
              <a:gd name="connsiteX38-11209" fmla="*/ 6092 w 9342"/>
              <a:gd name="connsiteY38-11210" fmla="*/ 6568 h 10000"/>
              <a:gd name="connsiteX39-11211" fmla="*/ 5848 w 9342"/>
              <a:gd name="connsiteY39-11212" fmla="*/ 6957 h 10000"/>
              <a:gd name="connsiteX40-11213" fmla="*/ 5640 w 9342"/>
              <a:gd name="connsiteY40-11214" fmla="*/ 7347 h 10000"/>
              <a:gd name="connsiteX41-11215" fmla="*/ 5433 w 9342"/>
              <a:gd name="connsiteY41-11216" fmla="*/ 7737 h 10000"/>
              <a:gd name="connsiteX42-11217" fmla="*/ 5184 w 9342"/>
              <a:gd name="connsiteY42-11218" fmla="*/ 8033 h 10000"/>
              <a:gd name="connsiteX43-11219" fmla="*/ 5184 w 9342"/>
              <a:gd name="connsiteY43-11220" fmla="*/ 8237 h 10000"/>
              <a:gd name="connsiteX44-11221" fmla="*/ 4979 w 9342"/>
              <a:gd name="connsiteY44-11222" fmla="*/ 8534 h 10000"/>
              <a:gd name="connsiteX45-11223" fmla="*/ 4776 w 9342"/>
              <a:gd name="connsiteY45-11224" fmla="*/ 8720 h 10000"/>
              <a:gd name="connsiteX46-11225" fmla="*/ 4322 w 9342"/>
              <a:gd name="connsiteY46-11226" fmla="*/ 9017 h 10000"/>
              <a:gd name="connsiteX47-11227" fmla="*/ 3909 w 9342"/>
              <a:gd name="connsiteY47-11228" fmla="*/ 9314 h 10000"/>
              <a:gd name="connsiteX48-11229" fmla="*/ 3455 w 9342"/>
              <a:gd name="connsiteY48-11230" fmla="*/ 9610 h 10000"/>
              <a:gd name="connsiteX49-11231" fmla="*/ 3047 w 9342"/>
              <a:gd name="connsiteY49-11232" fmla="*/ 9703 h 10000"/>
              <a:gd name="connsiteX50-11233" fmla="*/ 2591 w 9342"/>
              <a:gd name="connsiteY50-11234" fmla="*/ 9889 h 10000"/>
              <a:gd name="connsiteX51-11235" fmla="*/ 2137 w 9342"/>
              <a:gd name="connsiteY51-11236" fmla="*/ 10000 h 10000"/>
              <a:gd name="connsiteX52-11237" fmla="*/ 1728 w 9342"/>
              <a:gd name="connsiteY52-11238" fmla="*/ 10000 h 10000"/>
              <a:gd name="connsiteX53-11239" fmla="*/ 1274 w 9342"/>
              <a:gd name="connsiteY53-11240" fmla="*/ 10000 h 10000"/>
              <a:gd name="connsiteX54-11241" fmla="*/ 1274 w 9342"/>
              <a:gd name="connsiteY54-11242" fmla="*/ 9889 h 10000"/>
              <a:gd name="connsiteX55-11243" fmla="*/ 1066 w 9342"/>
              <a:gd name="connsiteY55-11244" fmla="*/ 9889 h 10000"/>
              <a:gd name="connsiteX56-11245" fmla="*/ 1066 w 9342"/>
              <a:gd name="connsiteY56-11246" fmla="*/ 9796 h 10000"/>
              <a:gd name="connsiteX57-11247" fmla="*/ 1066 w 9342"/>
              <a:gd name="connsiteY57-11248" fmla="*/ 9610 h 10000"/>
              <a:gd name="connsiteX58-11249" fmla="*/ 1066 w 9342"/>
              <a:gd name="connsiteY58-11250" fmla="*/ 9499 h 10000"/>
              <a:gd name="connsiteX59-11251" fmla="*/ 1066 w 9342"/>
              <a:gd name="connsiteY59-11252" fmla="*/ 9406 h 10000"/>
              <a:gd name="connsiteX60-11253" fmla="*/ 1066 w 9342"/>
              <a:gd name="connsiteY60-11254" fmla="*/ 9202 h 10000"/>
              <a:gd name="connsiteX61-11255" fmla="*/ 1066 w 9342"/>
              <a:gd name="connsiteY61-11256" fmla="*/ 9017 h 10000"/>
              <a:gd name="connsiteX62-11257" fmla="*/ 865 w 9342"/>
              <a:gd name="connsiteY62-11258" fmla="*/ 8813 h 10000"/>
              <a:gd name="connsiteX63-11259" fmla="*/ 617 w 9342"/>
              <a:gd name="connsiteY63-11260" fmla="*/ 8534 h 10000"/>
              <a:gd name="connsiteX64-11261" fmla="*/ 206 w 9342"/>
              <a:gd name="connsiteY64-11262" fmla="*/ 8126 h 10000"/>
              <a:gd name="connsiteX65-11263" fmla="*/ 0 w 9342"/>
              <a:gd name="connsiteY65-11264" fmla="*/ 7737 h 10000"/>
              <a:gd name="connsiteX66-11265" fmla="*/ 0 w 9342"/>
              <a:gd name="connsiteY66-11266" fmla="*/ 7161 h 10000"/>
              <a:gd name="connsiteX67-11267" fmla="*/ 410 w 9342"/>
              <a:gd name="connsiteY67-11268" fmla="*/ 7347 h 10000"/>
              <a:gd name="connsiteX68-11269" fmla="*/ 865 w 9342"/>
              <a:gd name="connsiteY68-11270" fmla="*/ 7440 h 10000"/>
              <a:gd name="connsiteX69-11271" fmla="*/ 1274 w 9342"/>
              <a:gd name="connsiteY69-11272" fmla="*/ 7551 h 10000"/>
              <a:gd name="connsiteX70-11273" fmla="*/ 1527 w 9342"/>
              <a:gd name="connsiteY70-11274" fmla="*/ 7551 h 10000"/>
              <a:gd name="connsiteX71-11275" fmla="*/ 1728 w 9342"/>
              <a:gd name="connsiteY71-11276" fmla="*/ 7644 h 10000"/>
              <a:gd name="connsiteX72-11277" fmla="*/ 1936 w 9342"/>
              <a:gd name="connsiteY72-11278" fmla="*/ 7644 h 10000"/>
              <a:gd name="connsiteX73-11279" fmla="*/ 2137 w 9342"/>
              <a:gd name="connsiteY73-11280" fmla="*/ 7644 h 10000"/>
              <a:gd name="connsiteX74-11281" fmla="*/ 2386 w 9342"/>
              <a:gd name="connsiteY74-11282" fmla="*/ 7644 h 10000"/>
              <a:gd name="connsiteX75-11283" fmla="*/ 2591 w 9342"/>
              <a:gd name="connsiteY75-11284" fmla="*/ 7551 h 10000"/>
              <a:gd name="connsiteX76-11285" fmla="*/ 2801 w 9342"/>
              <a:gd name="connsiteY76-11286" fmla="*/ 7440 h 10000"/>
              <a:gd name="connsiteX77-11287" fmla="*/ 2801 w 9342"/>
              <a:gd name="connsiteY77-11288" fmla="*/ 7347 h 10000"/>
              <a:gd name="connsiteX78-11289" fmla="*/ 3047 w 9342"/>
              <a:gd name="connsiteY78-11290" fmla="*/ 7254 h 10000"/>
              <a:gd name="connsiteX79-11291" fmla="*/ 3248 w 9342"/>
              <a:gd name="connsiteY79-11292" fmla="*/ 7050 h 10000"/>
              <a:gd name="connsiteX80-11293" fmla="*/ 3248 w 9342"/>
              <a:gd name="connsiteY80-11294" fmla="*/ 6865 h 10000"/>
              <a:gd name="connsiteX81-11295" fmla="*/ 3455 w 9342"/>
              <a:gd name="connsiteY81-11296" fmla="*/ 6660 h 10000"/>
              <a:gd name="connsiteX82-11297" fmla="*/ 3661 w 9342"/>
              <a:gd name="connsiteY82-11298" fmla="*/ 6364 h 10000"/>
              <a:gd name="connsiteX83-11299" fmla="*/ 3909 w 9342"/>
              <a:gd name="connsiteY83-11300" fmla="*/ 6067 h 10000"/>
              <a:gd name="connsiteX84-11301" fmla="*/ 3909 w 9342"/>
              <a:gd name="connsiteY84-11302" fmla="*/ 5677 h 10000"/>
              <a:gd name="connsiteX85-11303" fmla="*/ 4322 w 9342"/>
              <a:gd name="connsiteY85-11304" fmla="*/ 4991 h 10000"/>
              <a:gd name="connsiteX86-11305" fmla="*/ 4575 w 9342"/>
              <a:gd name="connsiteY86-11306" fmla="*/ 4212 h 10000"/>
              <a:gd name="connsiteX87-11307" fmla="*/ 4575 w 9342"/>
              <a:gd name="connsiteY87-11308" fmla="*/ 3525 h 10000"/>
              <a:gd name="connsiteX88-11309" fmla="*/ 4776 w 9342"/>
              <a:gd name="connsiteY88-11310" fmla="*/ 2839 h 10000"/>
              <a:gd name="connsiteX89-11311" fmla="*/ 4776 w 9342"/>
              <a:gd name="connsiteY89-11312" fmla="*/ 2542 h 10000"/>
              <a:gd name="connsiteX90-11313" fmla="*/ 4776 w 9342"/>
              <a:gd name="connsiteY90-11314" fmla="*/ 2263 h 10000"/>
              <a:gd name="connsiteX91-11315" fmla="*/ 4776 w 9342"/>
              <a:gd name="connsiteY91-11316" fmla="*/ 2059 h 10000"/>
              <a:gd name="connsiteX92-11317" fmla="*/ 4776 w 9342"/>
              <a:gd name="connsiteY92-11318" fmla="*/ 1855 h 10000"/>
              <a:gd name="connsiteX93-11319" fmla="*/ 4776 w 9342"/>
              <a:gd name="connsiteY93-11320" fmla="*/ 1670 h 10000"/>
              <a:gd name="connsiteX94-11321" fmla="*/ 4776 w 9342"/>
              <a:gd name="connsiteY94-11322" fmla="*/ 1577 h 10000"/>
              <a:gd name="connsiteX95-11323" fmla="*/ 4575 w 9342"/>
              <a:gd name="connsiteY95-11324" fmla="*/ 1466 h 10000"/>
              <a:gd name="connsiteX96-11325" fmla="*/ 4575 w 9342"/>
              <a:gd name="connsiteY96-11326" fmla="*/ 1373 h 10000"/>
              <a:gd name="connsiteX97-11327" fmla="*/ 4575 w 9342"/>
              <a:gd name="connsiteY97-11328" fmla="*/ 1280 h 10000"/>
              <a:gd name="connsiteX98-11329" fmla="*/ 4322 w 9342"/>
              <a:gd name="connsiteY98-11330" fmla="*/ 1280 h 10000"/>
              <a:gd name="connsiteX99-11331" fmla="*/ 4122 w 9342"/>
              <a:gd name="connsiteY99-11332" fmla="*/ 1169 h 10000"/>
              <a:gd name="connsiteX100-11333" fmla="*/ 4122 w 9342"/>
              <a:gd name="connsiteY100-11334" fmla="*/ 1169 h 10000"/>
              <a:gd name="connsiteX101-11335" fmla="*/ 3909 w 9342"/>
              <a:gd name="connsiteY101-11336" fmla="*/ 297 h 10000"/>
              <a:gd name="connsiteX102-11337" fmla="*/ 3909 w 9342"/>
              <a:gd name="connsiteY102-11338" fmla="*/ 204 h 10000"/>
              <a:gd name="connsiteX103-11339" fmla="*/ 3909 w 9342"/>
              <a:gd name="connsiteY103-11340" fmla="*/ 204 h 10000"/>
              <a:gd name="connsiteX0-11341" fmla="*/ 4184 w 10000"/>
              <a:gd name="connsiteY0-11342" fmla="*/ 204 h 10000"/>
              <a:gd name="connsiteX1-11343" fmla="*/ 4412 w 10000"/>
              <a:gd name="connsiteY1-11344" fmla="*/ 93 h 10000"/>
              <a:gd name="connsiteX2-11345" fmla="*/ 4897 w 10000"/>
              <a:gd name="connsiteY2-11346" fmla="*/ 93 h 10000"/>
              <a:gd name="connsiteX3-11347" fmla="*/ 5112 w 10000"/>
              <a:gd name="connsiteY3-11348" fmla="*/ 0 h 10000"/>
              <a:gd name="connsiteX4-11349" fmla="*/ 5330 w 10000"/>
              <a:gd name="connsiteY4-11350" fmla="*/ 0 h 10000"/>
              <a:gd name="connsiteX5-11351" fmla="*/ 5816 w 10000"/>
              <a:gd name="connsiteY5-11352" fmla="*/ 93 h 10000"/>
              <a:gd name="connsiteX6-11353" fmla="*/ 6521 w 10000"/>
              <a:gd name="connsiteY6-11354" fmla="*/ 204 h 10000"/>
              <a:gd name="connsiteX7-11355" fmla="*/ 6739 w 10000"/>
              <a:gd name="connsiteY7-11356" fmla="*/ 297 h 10000"/>
              <a:gd name="connsiteX8-11357" fmla="*/ 7178 w 10000"/>
              <a:gd name="connsiteY8-11358" fmla="*/ 482 h 10000"/>
              <a:gd name="connsiteX9-11359" fmla="*/ 7440 w 10000"/>
              <a:gd name="connsiteY9-11360" fmla="*/ 594 h 10000"/>
              <a:gd name="connsiteX10-11361" fmla="*/ 7890 w 10000"/>
              <a:gd name="connsiteY10-11362" fmla="*/ 686 h 10000"/>
              <a:gd name="connsiteX11-11363" fmla="*/ 8371 w 10000"/>
              <a:gd name="connsiteY11-11364" fmla="*/ 891 h 10000"/>
              <a:gd name="connsiteX12-11365" fmla="*/ 8808 w 10000"/>
              <a:gd name="connsiteY12-11366" fmla="*/ 983 h 10000"/>
              <a:gd name="connsiteX13-11367" fmla="*/ 9075 w 10000"/>
              <a:gd name="connsiteY13-11368" fmla="*/ 1169 h 10000"/>
              <a:gd name="connsiteX14-11369" fmla="*/ 9517 w 10000"/>
              <a:gd name="connsiteY14-11370" fmla="*/ 1280 h 10000"/>
              <a:gd name="connsiteX15-11371" fmla="*/ 9733 w 10000"/>
              <a:gd name="connsiteY15-11372" fmla="*/ 1373 h 10000"/>
              <a:gd name="connsiteX16-11373" fmla="*/ 9733 w 10000"/>
              <a:gd name="connsiteY16-11374" fmla="*/ 1466 h 10000"/>
              <a:gd name="connsiteX17-11375" fmla="*/ 10000 w 10000"/>
              <a:gd name="connsiteY17-11376" fmla="*/ 1466 h 10000"/>
              <a:gd name="connsiteX18-11377" fmla="*/ 10000 w 10000"/>
              <a:gd name="connsiteY18-11378" fmla="*/ 1577 h 10000"/>
              <a:gd name="connsiteX19-11379" fmla="*/ 10000 w 10000"/>
              <a:gd name="connsiteY19-11380" fmla="*/ 1670 h 10000"/>
              <a:gd name="connsiteX20-11381" fmla="*/ 9733 w 10000"/>
              <a:gd name="connsiteY20-11382" fmla="*/ 1763 h 10000"/>
              <a:gd name="connsiteX21-11383" fmla="*/ 9517 w 10000"/>
              <a:gd name="connsiteY21-11384" fmla="*/ 1763 h 10000"/>
              <a:gd name="connsiteX22-11385" fmla="*/ 9297 w 10000"/>
              <a:gd name="connsiteY22-11386" fmla="*/ 1855 h 10000"/>
              <a:gd name="connsiteX23-11387" fmla="*/ 9075 w 10000"/>
              <a:gd name="connsiteY23-11388" fmla="*/ 1855 h 10000"/>
              <a:gd name="connsiteX24-11389" fmla="*/ 9075 w 10000"/>
              <a:gd name="connsiteY24-11390" fmla="*/ 1967 h 10000"/>
              <a:gd name="connsiteX25-11391" fmla="*/ 8808 w 10000"/>
              <a:gd name="connsiteY25-11392" fmla="*/ 2059 h 10000"/>
              <a:gd name="connsiteX26-11393" fmla="*/ 8590 w 10000"/>
              <a:gd name="connsiteY26-11394" fmla="*/ 2263 h 10000"/>
              <a:gd name="connsiteX27-11395" fmla="*/ 8590 w 10000"/>
              <a:gd name="connsiteY27-11396" fmla="*/ 2449 h 10000"/>
              <a:gd name="connsiteX28-11397" fmla="*/ 8371 w 10000"/>
              <a:gd name="connsiteY28-11398" fmla="*/ 2653 h 10000"/>
              <a:gd name="connsiteX29-11399" fmla="*/ 8371 w 10000"/>
              <a:gd name="connsiteY29-11400" fmla="*/ 2950 h 10000"/>
              <a:gd name="connsiteX30-11401" fmla="*/ 8371 w 10000"/>
              <a:gd name="connsiteY30-11402" fmla="*/ 3135 h 10000"/>
              <a:gd name="connsiteX31-11403" fmla="*/ 8104 w 10000"/>
              <a:gd name="connsiteY31-11404" fmla="*/ 3432 h 10000"/>
              <a:gd name="connsiteX32-11405" fmla="*/ 8104 w 10000"/>
              <a:gd name="connsiteY32-11406" fmla="*/ 3822 h 10000"/>
              <a:gd name="connsiteX33-11407" fmla="*/ 7890 w 10000"/>
              <a:gd name="connsiteY33-11408" fmla="*/ 4119 h 10000"/>
              <a:gd name="connsiteX34-11409" fmla="*/ 7665 w 10000"/>
              <a:gd name="connsiteY34-11410" fmla="*/ 4508 h 10000"/>
              <a:gd name="connsiteX35-11411" fmla="*/ 7440 w 10000"/>
              <a:gd name="connsiteY35-11412" fmla="*/ 4898 h 10000"/>
              <a:gd name="connsiteX36-11413" fmla="*/ 7178 w 10000"/>
              <a:gd name="connsiteY36-11414" fmla="*/ 5288 h 10000"/>
              <a:gd name="connsiteX37-11415" fmla="*/ 6739 w 10000"/>
              <a:gd name="connsiteY37-11416" fmla="*/ 6178 h 10000"/>
              <a:gd name="connsiteX38-11417" fmla="*/ 6521 w 10000"/>
              <a:gd name="connsiteY38-11418" fmla="*/ 6568 h 10000"/>
              <a:gd name="connsiteX39-11419" fmla="*/ 6260 w 10000"/>
              <a:gd name="connsiteY39-11420" fmla="*/ 6957 h 10000"/>
              <a:gd name="connsiteX40-11421" fmla="*/ 6037 w 10000"/>
              <a:gd name="connsiteY40-11422" fmla="*/ 7347 h 10000"/>
              <a:gd name="connsiteX41-11423" fmla="*/ 5816 w 10000"/>
              <a:gd name="connsiteY41-11424" fmla="*/ 7737 h 10000"/>
              <a:gd name="connsiteX42-11425" fmla="*/ 5549 w 10000"/>
              <a:gd name="connsiteY42-11426" fmla="*/ 8033 h 10000"/>
              <a:gd name="connsiteX43-11427" fmla="*/ 5549 w 10000"/>
              <a:gd name="connsiteY43-11428" fmla="*/ 8237 h 10000"/>
              <a:gd name="connsiteX44-11429" fmla="*/ 5330 w 10000"/>
              <a:gd name="connsiteY44-11430" fmla="*/ 8534 h 10000"/>
              <a:gd name="connsiteX45-11431" fmla="*/ 5112 w 10000"/>
              <a:gd name="connsiteY45-11432" fmla="*/ 8720 h 10000"/>
              <a:gd name="connsiteX46-11433" fmla="*/ 4626 w 10000"/>
              <a:gd name="connsiteY46-11434" fmla="*/ 9017 h 10000"/>
              <a:gd name="connsiteX47-11435" fmla="*/ 4184 w 10000"/>
              <a:gd name="connsiteY47-11436" fmla="*/ 9314 h 10000"/>
              <a:gd name="connsiteX48-11437" fmla="*/ 3698 w 10000"/>
              <a:gd name="connsiteY48-11438" fmla="*/ 9610 h 10000"/>
              <a:gd name="connsiteX49-11439" fmla="*/ 3262 w 10000"/>
              <a:gd name="connsiteY49-11440" fmla="*/ 9703 h 10000"/>
              <a:gd name="connsiteX50-11441" fmla="*/ 2773 w 10000"/>
              <a:gd name="connsiteY50-11442" fmla="*/ 9889 h 10000"/>
              <a:gd name="connsiteX51-11443" fmla="*/ 2288 w 10000"/>
              <a:gd name="connsiteY51-11444" fmla="*/ 10000 h 10000"/>
              <a:gd name="connsiteX52-11445" fmla="*/ 1850 w 10000"/>
              <a:gd name="connsiteY52-11446" fmla="*/ 10000 h 10000"/>
              <a:gd name="connsiteX53-11447" fmla="*/ 1364 w 10000"/>
              <a:gd name="connsiteY53-11448" fmla="*/ 10000 h 10000"/>
              <a:gd name="connsiteX54-11449" fmla="*/ 1364 w 10000"/>
              <a:gd name="connsiteY54-11450" fmla="*/ 9889 h 10000"/>
              <a:gd name="connsiteX55-11451" fmla="*/ 1141 w 10000"/>
              <a:gd name="connsiteY55-11452" fmla="*/ 9889 h 10000"/>
              <a:gd name="connsiteX56-11453" fmla="*/ 1141 w 10000"/>
              <a:gd name="connsiteY56-11454" fmla="*/ 9796 h 10000"/>
              <a:gd name="connsiteX57-11455" fmla="*/ 1141 w 10000"/>
              <a:gd name="connsiteY57-11456" fmla="*/ 9610 h 10000"/>
              <a:gd name="connsiteX58-11457" fmla="*/ 1141 w 10000"/>
              <a:gd name="connsiteY58-11458" fmla="*/ 9499 h 10000"/>
              <a:gd name="connsiteX59-11459" fmla="*/ 1141 w 10000"/>
              <a:gd name="connsiteY59-11460" fmla="*/ 9406 h 10000"/>
              <a:gd name="connsiteX60-11461" fmla="*/ 1141 w 10000"/>
              <a:gd name="connsiteY60-11462" fmla="*/ 9202 h 10000"/>
              <a:gd name="connsiteX61-11463" fmla="*/ 1141 w 10000"/>
              <a:gd name="connsiteY61-11464" fmla="*/ 9017 h 10000"/>
              <a:gd name="connsiteX62-11465" fmla="*/ 926 w 10000"/>
              <a:gd name="connsiteY62-11466" fmla="*/ 8813 h 10000"/>
              <a:gd name="connsiteX63-11467" fmla="*/ 660 w 10000"/>
              <a:gd name="connsiteY63-11468" fmla="*/ 8534 h 10000"/>
              <a:gd name="connsiteX64-11469" fmla="*/ 221 w 10000"/>
              <a:gd name="connsiteY64-11470" fmla="*/ 8126 h 10000"/>
              <a:gd name="connsiteX65-11471" fmla="*/ 0 w 10000"/>
              <a:gd name="connsiteY65-11472" fmla="*/ 7737 h 10000"/>
              <a:gd name="connsiteX66-11473" fmla="*/ 439 w 10000"/>
              <a:gd name="connsiteY66-11474" fmla="*/ 7347 h 10000"/>
              <a:gd name="connsiteX67-11475" fmla="*/ 926 w 10000"/>
              <a:gd name="connsiteY67-11476" fmla="*/ 7440 h 10000"/>
              <a:gd name="connsiteX68-11477" fmla="*/ 1364 w 10000"/>
              <a:gd name="connsiteY68-11478" fmla="*/ 7551 h 10000"/>
              <a:gd name="connsiteX69-11479" fmla="*/ 1635 w 10000"/>
              <a:gd name="connsiteY69-11480" fmla="*/ 7551 h 10000"/>
              <a:gd name="connsiteX70-11481" fmla="*/ 1850 w 10000"/>
              <a:gd name="connsiteY70-11482" fmla="*/ 7644 h 10000"/>
              <a:gd name="connsiteX71-11483" fmla="*/ 2072 w 10000"/>
              <a:gd name="connsiteY71-11484" fmla="*/ 7644 h 10000"/>
              <a:gd name="connsiteX72-11485" fmla="*/ 2288 w 10000"/>
              <a:gd name="connsiteY72-11486" fmla="*/ 7644 h 10000"/>
              <a:gd name="connsiteX73-11487" fmla="*/ 2554 w 10000"/>
              <a:gd name="connsiteY73-11488" fmla="*/ 7644 h 10000"/>
              <a:gd name="connsiteX74-11489" fmla="*/ 2773 w 10000"/>
              <a:gd name="connsiteY74-11490" fmla="*/ 7551 h 10000"/>
              <a:gd name="connsiteX75-11491" fmla="*/ 2998 w 10000"/>
              <a:gd name="connsiteY75-11492" fmla="*/ 7440 h 10000"/>
              <a:gd name="connsiteX76-11493" fmla="*/ 2998 w 10000"/>
              <a:gd name="connsiteY76-11494" fmla="*/ 7347 h 10000"/>
              <a:gd name="connsiteX77-11495" fmla="*/ 3262 w 10000"/>
              <a:gd name="connsiteY77-11496" fmla="*/ 7254 h 10000"/>
              <a:gd name="connsiteX78-11497" fmla="*/ 3477 w 10000"/>
              <a:gd name="connsiteY78-11498" fmla="*/ 7050 h 10000"/>
              <a:gd name="connsiteX79-11499" fmla="*/ 3477 w 10000"/>
              <a:gd name="connsiteY79-11500" fmla="*/ 6865 h 10000"/>
              <a:gd name="connsiteX80-11501" fmla="*/ 3698 w 10000"/>
              <a:gd name="connsiteY80-11502" fmla="*/ 6660 h 10000"/>
              <a:gd name="connsiteX81-11503" fmla="*/ 3919 w 10000"/>
              <a:gd name="connsiteY81-11504" fmla="*/ 6364 h 10000"/>
              <a:gd name="connsiteX82-11505" fmla="*/ 4184 w 10000"/>
              <a:gd name="connsiteY82-11506" fmla="*/ 6067 h 10000"/>
              <a:gd name="connsiteX83-11507" fmla="*/ 4184 w 10000"/>
              <a:gd name="connsiteY83-11508" fmla="*/ 5677 h 10000"/>
              <a:gd name="connsiteX84-11509" fmla="*/ 4626 w 10000"/>
              <a:gd name="connsiteY84-11510" fmla="*/ 4991 h 10000"/>
              <a:gd name="connsiteX85-11511" fmla="*/ 4897 w 10000"/>
              <a:gd name="connsiteY85-11512" fmla="*/ 4212 h 10000"/>
              <a:gd name="connsiteX86-11513" fmla="*/ 4897 w 10000"/>
              <a:gd name="connsiteY86-11514" fmla="*/ 3525 h 10000"/>
              <a:gd name="connsiteX87-11515" fmla="*/ 5112 w 10000"/>
              <a:gd name="connsiteY87-11516" fmla="*/ 2839 h 10000"/>
              <a:gd name="connsiteX88-11517" fmla="*/ 5112 w 10000"/>
              <a:gd name="connsiteY88-11518" fmla="*/ 2542 h 10000"/>
              <a:gd name="connsiteX89-11519" fmla="*/ 5112 w 10000"/>
              <a:gd name="connsiteY89-11520" fmla="*/ 2263 h 10000"/>
              <a:gd name="connsiteX90-11521" fmla="*/ 5112 w 10000"/>
              <a:gd name="connsiteY90-11522" fmla="*/ 2059 h 10000"/>
              <a:gd name="connsiteX91-11523" fmla="*/ 5112 w 10000"/>
              <a:gd name="connsiteY91-11524" fmla="*/ 1855 h 10000"/>
              <a:gd name="connsiteX92-11525" fmla="*/ 5112 w 10000"/>
              <a:gd name="connsiteY92-11526" fmla="*/ 1670 h 10000"/>
              <a:gd name="connsiteX93-11527" fmla="*/ 5112 w 10000"/>
              <a:gd name="connsiteY93-11528" fmla="*/ 1577 h 10000"/>
              <a:gd name="connsiteX94-11529" fmla="*/ 4897 w 10000"/>
              <a:gd name="connsiteY94-11530" fmla="*/ 1466 h 10000"/>
              <a:gd name="connsiteX95-11531" fmla="*/ 4897 w 10000"/>
              <a:gd name="connsiteY95-11532" fmla="*/ 1373 h 10000"/>
              <a:gd name="connsiteX96-11533" fmla="*/ 4897 w 10000"/>
              <a:gd name="connsiteY96-11534" fmla="*/ 1280 h 10000"/>
              <a:gd name="connsiteX97-11535" fmla="*/ 4626 w 10000"/>
              <a:gd name="connsiteY97-11536" fmla="*/ 1280 h 10000"/>
              <a:gd name="connsiteX98-11537" fmla="*/ 4412 w 10000"/>
              <a:gd name="connsiteY98-11538" fmla="*/ 1169 h 10000"/>
              <a:gd name="connsiteX99-11539" fmla="*/ 4412 w 10000"/>
              <a:gd name="connsiteY99-11540" fmla="*/ 1169 h 10000"/>
              <a:gd name="connsiteX100-11541" fmla="*/ 4184 w 10000"/>
              <a:gd name="connsiteY100-11542" fmla="*/ 297 h 10000"/>
              <a:gd name="connsiteX101-11543" fmla="*/ 4184 w 10000"/>
              <a:gd name="connsiteY101-11544" fmla="*/ 204 h 10000"/>
              <a:gd name="connsiteX102-11545" fmla="*/ 4184 w 10000"/>
              <a:gd name="connsiteY102-11546" fmla="*/ 204 h 10000"/>
              <a:gd name="connsiteX0-11547" fmla="*/ 4184 w 10000"/>
              <a:gd name="connsiteY0-11548" fmla="*/ 204 h 10000"/>
              <a:gd name="connsiteX1-11549" fmla="*/ 4412 w 10000"/>
              <a:gd name="connsiteY1-11550" fmla="*/ 93 h 10000"/>
              <a:gd name="connsiteX2-11551" fmla="*/ 4897 w 10000"/>
              <a:gd name="connsiteY2-11552" fmla="*/ 93 h 10000"/>
              <a:gd name="connsiteX3-11553" fmla="*/ 5112 w 10000"/>
              <a:gd name="connsiteY3-11554" fmla="*/ 0 h 10000"/>
              <a:gd name="connsiteX4-11555" fmla="*/ 5330 w 10000"/>
              <a:gd name="connsiteY4-11556" fmla="*/ 0 h 10000"/>
              <a:gd name="connsiteX5-11557" fmla="*/ 5816 w 10000"/>
              <a:gd name="connsiteY5-11558" fmla="*/ 93 h 10000"/>
              <a:gd name="connsiteX6-11559" fmla="*/ 6521 w 10000"/>
              <a:gd name="connsiteY6-11560" fmla="*/ 204 h 10000"/>
              <a:gd name="connsiteX7-11561" fmla="*/ 6739 w 10000"/>
              <a:gd name="connsiteY7-11562" fmla="*/ 297 h 10000"/>
              <a:gd name="connsiteX8-11563" fmla="*/ 7178 w 10000"/>
              <a:gd name="connsiteY8-11564" fmla="*/ 482 h 10000"/>
              <a:gd name="connsiteX9-11565" fmla="*/ 7440 w 10000"/>
              <a:gd name="connsiteY9-11566" fmla="*/ 594 h 10000"/>
              <a:gd name="connsiteX10-11567" fmla="*/ 7890 w 10000"/>
              <a:gd name="connsiteY10-11568" fmla="*/ 686 h 10000"/>
              <a:gd name="connsiteX11-11569" fmla="*/ 8371 w 10000"/>
              <a:gd name="connsiteY11-11570" fmla="*/ 891 h 10000"/>
              <a:gd name="connsiteX12-11571" fmla="*/ 8808 w 10000"/>
              <a:gd name="connsiteY12-11572" fmla="*/ 983 h 10000"/>
              <a:gd name="connsiteX13-11573" fmla="*/ 9075 w 10000"/>
              <a:gd name="connsiteY13-11574" fmla="*/ 1169 h 10000"/>
              <a:gd name="connsiteX14-11575" fmla="*/ 9517 w 10000"/>
              <a:gd name="connsiteY14-11576" fmla="*/ 1280 h 10000"/>
              <a:gd name="connsiteX15-11577" fmla="*/ 9733 w 10000"/>
              <a:gd name="connsiteY15-11578" fmla="*/ 1373 h 10000"/>
              <a:gd name="connsiteX16-11579" fmla="*/ 9733 w 10000"/>
              <a:gd name="connsiteY16-11580" fmla="*/ 1466 h 10000"/>
              <a:gd name="connsiteX17-11581" fmla="*/ 10000 w 10000"/>
              <a:gd name="connsiteY17-11582" fmla="*/ 1466 h 10000"/>
              <a:gd name="connsiteX18-11583" fmla="*/ 10000 w 10000"/>
              <a:gd name="connsiteY18-11584" fmla="*/ 1577 h 10000"/>
              <a:gd name="connsiteX19-11585" fmla="*/ 10000 w 10000"/>
              <a:gd name="connsiteY19-11586" fmla="*/ 1670 h 10000"/>
              <a:gd name="connsiteX20-11587" fmla="*/ 9733 w 10000"/>
              <a:gd name="connsiteY20-11588" fmla="*/ 1763 h 10000"/>
              <a:gd name="connsiteX21-11589" fmla="*/ 9517 w 10000"/>
              <a:gd name="connsiteY21-11590" fmla="*/ 1763 h 10000"/>
              <a:gd name="connsiteX22-11591" fmla="*/ 9297 w 10000"/>
              <a:gd name="connsiteY22-11592" fmla="*/ 1855 h 10000"/>
              <a:gd name="connsiteX23-11593" fmla="*/ 9075 w 10000"/>
              <a:gd name="connsiteY23-11594" fmla="*/ 1855 h 10000"/>
              <a:gd name="connsiteX24-11595" fmla="*/ 9075 w 10000"/>
              <a:gd name="connsiteY24-11596" fmla="*/ 1967 h 10000"/>
              <a:gd name="connsiteX25-11597" fmla="*/ 8808 w 10000"/>
              <a:gd name="connsiteY25-11598" fmla="*/ 2059 h 10000"/>
              <a:gd name="connsiteX26-11599" fmla="*/ 8590 w 10000"/>
              <a:gd name="connsiteY26-11600" fmla="*/ 2263 h 10000"/>
              <a:gd name="connsiteX27-11601" fmla="*/ 8590 w 10000"/>
              <a:gd name="connsiteY27-11602" fmla="*/ 2449 h 10000"/>
              <a:gd name="connsiteX28-11603" fmla="*/ 8371 w 10000"/>
              <a:gd name="connsiteY28-11604" fmla="*/ 2653 h 10000"/>
              <a:gd name="connsiteX29-11605" fmla="*/ 8371 w 10000"/>
              <a:gd name="connsiteY29-11606" fmla="*/ 2950 h 10000"/>
              <a:gd name="connsiteX30-11607" fmla="*/ 8371 w 10000"/>
              <a:gd name="connsiteY30-11608" fmla="*/ 3135 h 10000"/>
              <a:gd name="connsiteX31-11609" fmla="*/ 8104 w 10000"/>
              <a:gd name="connsiteY31-11610" fmla="*/ 3432 h 10000"/>
              <a:gd name="connsiteX32-11611" fmla="*/ 8104 w 10000"/>
              <a:gd name="connsiteY32-11612" fmla="*/ 3822 h 10000"/>
              <a:gd name="connsiteX33-11613" fmla="*/ 7890 w 10000"/>
              <a:gd name="connsiteY33-11614" fmla="*/ 4119 h 10000"/>
              <a:gd name="connsiteX34-11615" fmla="*/ 7665 w 10000"/>
              <a:gd name="connsiteY34-11616" fmla="*/ 4508 h 10000"/>
              <a:gd name="connsiteX35-11617" fmla="*/ 7440 w 10000"/>
              <a:gd name="connsiteY35-11618" fmla="*/ 4898 h 10000"/>
              <a:gd name="connsiteX36-11619" fmla="*/ 7178 w 10000"/>
              <a:gd name="connsiteY36-11620" fmla="*/ 5288 h 10000"/>
              <a:gd name="connsiteX37-11621" fmla="*/ 6739 w 10000"/>
              <a:gd name="connsiteY37-11622" fmla="*/ 6178 h 10000"/>
              <a:gd name="connsiteX38-11623" fmla="*/ 6521 w 10000"/>
              <a:gd name="connsiteY38-11624" fmla="*/ 6568 h 10000"/>
              <a:gd name="connsiteX39-11625" fmla="*/ 6260 w 10000"/>
              <a:gd name="connsiteY39-11626" fmla="*/ 6957 h 10000"/>
              <a:gd name="connsiteX40-11627" fmla="*/ 6037 w 10000"/>
              <a:gd name="connsiteY40-11628" fmla="*/ 7347 h 10000"/>
              <a:gd name="connsiteX41-11629" fmla="*/ 5816 w 10000"/>
              <a:gd name="connsiteY41-11630" fmla="*/ 7737 h 10000"/>
              <a:gd name="connsiteX42-11631" fmla="*/ 5549 w 10000"/>
              <a:gd name="connsiteY42-11632" fmla="*/ 8033 h 10000"/>
              <a:gd name="connsiteX43-11633" fmla="*/ 5549 w 10000"/>
              <a:gd name="connsiteY43-11634" fmla="*/ 8237 h 10000"/>
              <a:gd name="connsiteX44-11635" fmla="*/ 5330 w 10000"/>
              <a:gd name="connsiteY44-11636" fmla="*/ 8534 h 10000"/>
              <a:gd name="connsiteX45-11637" fmla="*/ 5112 w 10000"/>
              <a:gd name="connsiteY45-11638" fmla="*/ 8720 h 10000"/>
              <a:gd name="connsiteX46-11639" fmla="*/ 4626 w 10000"/>
              <a:gd name="connsiteY46-11640" fmla="*/ 9017 h 10000"/>
              <a:gd name="connsiteX47-11641" fmla="*/ 4184 w 10000"/>
              <a:gd name="connsiteY47-11642" fmla="*/ 9314 h 10000"/>
              <a:gd name="connsiteX48-11643" fmla="*/ 3698 w 10000"/>
              <a:gd name="connsiteY48-11644" fmla="*/ 9610 h 10000"/>
              <a:gd name="connsiteX49-11645" fmla="*/ 3262 w 10000"/>
              <a:gd name="connsiteY49-11646" fmla="*/ 9703 h 10000"/>
              <a:gd name="connsiteX50-11647" fmla="*/ 2773 w 10000"/>
              <a:gd name="connsiteY50-11648" fmla="*/ 9889 h 10000"/>
              <a:gd name="connsiteX51-11649" fmla="*/ 2288 w 10000"/>
              <a:gd name="connsiteY51-11650" fmla="*/ 10000 h 10000"/>
              <a:gd name="connsiteX52-11651" fmla="*/ 1850 w 10000"/>
              <a:gd name="connsiteY52-11652" fmla="*/ 10000 h 10000"/>
              <a:gd name="connsiteX53-11653" fmla="*/ 1364 w 10000"/>
              <a:gd name="connsiteY53-11654" fmla="*/ 10000 h 10000"/>
              <a:gd name="connsiteX54-11655" fmla="*/ 1364 w 10000"/>
              <a:gd name="connsiteY54-11656" fmla="*/ 9889 h 10000"/>
              <a:gd name="connsiteX55-11657" fmla="*/ 1141 w 10000"/>
              <a:gd name="connsiteY55-11658" fmla="*/ 9889 h 10000"/>
              <a:gd name="connsiteX56-11659" fmla="*/ 1141 w 10000"/>
              <a:gd name="connsiteY56-11660" fmla="*/ 9796 h 10000"/>
              <a:gd name="connsiteX57-11661" fmla="*/ 1141 w 10000"/>
              <a:gd name="connsiteY57-11662" fmla="*/ 9610 h 10000"/>
              <a:gd name="connsiteX58-11663" fmla="*/ 1141 w 10000"/>
              <a:gd name="connsiteY58-11664" fmla="*/ 9499 h 10000"/>
              <a:gd name="connsiteX59-11665" fmla="*/ 1141 w 10000"/>
              <a:gd name="connsiteY59-11666" fmla="*/ 9406 h 10000"/>
              <a:gd name="connsiteX60-11667" fmla="*/ 1141 w 10000"/>
              <a:gd name="connsiteY60-11668" fmla="*/ 9202 h 10000"/>
              <a:gd name="connsiteX61-11669" fmla="*/ 1141 w 10000"/>
              <a:gd name="connsiteY61-11670" fmla="*/ 9017 h 10000"/>
              <a:gd name="connsiteX62-11671" fmla="*/ 926 w 10000"/>
              <a:gd name="connsiteY62-11672" fmla="*/ 8813 h 10000"/>
              <a:gd name="connsiteX63-11673" fmla="*/ 660 w 10000"/>
              <a:gd name="connsiteY63-11674" fmla="*/ 8534 h 10000"/>
              <a:gd name="connsiteX64-11675" fmla="*/ 221 w 10000"/>
              <a:gd name="connsiteY64-11676" fmla="*/ 8126 h 10000"/>
              <a:gd name="connsiteX65-11677" fmla="*/ 0 w 10000"/>
              <a:gd name="connsiteY65-11678" fmla="*/ 7737 h 10000"/>
              <a:gd name="connsiteX66-11679" fmla="*/ 926 w 10000"/>
              <a:gd name="connsiteY66-11680" fmla="*/ 7440 h 10000"/>
              <a:gd name="connsiteX67-11681" fmla="*/ 1364 w 10000"/>
              <a:gd name="connsiteY67-11682" fmla="*/ 7551 h 10000"/>
              <a:gd name="connsiteX68-11683" fmla="*/ 1635 w 10000"/>
              <a:gd name="connsiteY68-11684" fmla="*/ 7551 h 10000"/>
              <a:gd name="connsiteX69-11685" fmla="*/ 1850 w 10000"/>
              <a:gd name="connsiteY69-11686" fmla="*/ 7644 h 10000"/>
              <a:gd name="connsiteX70-11687" fmla="*/ 2072 w 10000"/>
              <a:gd name="connsiteY70-11688" fmla="*/ 7644 h 10000"/>
              <a:gd name="connsiteX71-11689" fmla="*/ 2288 w 10000"/>
              <a:gd name="connsiteY71-11690" fmla="*/ 7644 h 10000"/>
              <a:gd name="connsiteX72-11691" fmla="*/ 2554 w 10000"/>
              <a:gd name="connsiteY72-11692" fmla="*/ 7644 h 10000"/>
              <a:gd name="connsiteX73-11693" fmla="*/ 2773 w 10000"/>
              <a:gd name="connsiteY73-11694" fmla="*/ 7551 h 10000"/>
              <a:gd name="connsiteX74-11695" fmla="*/ 2998 w 10000"/>
              <a:gd name="connsiteY74-11696" fmla="*/ 7440 h 10000"/>
              <a:gd name="connsiteX75-11697" fmla="*/ 2998 w 10000"/>
              <a:gd name="connsiteY75-11698" fmla="*/ 7347 h 10000"/>
              <a:gd name="connsiteX76-11699" fmla="*/ 3262 w 10000"/>
              <a:gd name="connsiteY76-11700" fmla="*/ 7254 h 10000"/>
              <a:gd name="connsiteX77-11701" fmla="*/ 3477 w 10000"/>
              <a:gd name="connsiteY77-11702" fmla="*/ 7050 h 10000"/>
              <a:gd name="connsiteX78-11703" fmla="*/ 3477 w 10000"/>
              <a:gd name="connsiteY78-11704" fmla="*/ 6865 h 10000"/>
              <a:gd name="connsiteX79-11705" fmla="*/ 3698 w 10000"/>
              <a:gd name="connsiteY79-11706" fmla="*/ 6660 h 10000"/>
              <a:gd name="connsiteX80-11707" fmla="*/ 3919 w 10000"/>
              <a:gd name="connsiteY80-11708" fmla="*/ 6364 h 10000"/>
              <a:gd name="connsiteX81-11709" fmla="*/ 4184 w 10000"/>
              <a:gd name="connsiteY81-11710" fmla="*/ 6067 h 10000"/>
              <a:gd name="connsiteX82-11711" fmla="*/ 4184 w 10000"/>
              <a:gd name="connsiteY82-11712" fmla="*/ 5677 h 10000"/>
              <a:gd name="connsiteX83-11713" fmla="*/ 4626 w 10000"/>
              <a:gd name="connsiteY83-11714" fmla="*/ 4991 h 10000"/>
              <a:gd name="connsiteX84-11715" fmla="*/ 4897 w 10000"/>
              <a:gd name="connsiteY84-11716" fmla="*/ 4212 h 10000"/>
              <a:gd name="connsiteX85-11717" fmla="*/ 4897 w 10000"/>
              <a:gd name="connsiteY85-11718" fmla="*/ 3525 h 10000"/>
              <a:gd name="connsiteX86-11719" fmla="*/ 5112 w 10000"/>
              <a:gd name="connsiteY86-11720" fmla="*/ 2839 h 10000"/>
              <a:gd name="connsiteX87-11721" fmla="*/ 5112 w 10000"/>
              <a:gd name="connsiteY87-11722" fmla="*/ 2542 h 10000"/>
              <a:gd name="connsiteX88-11723" fmla="*/ 5112 w 10000"/>
              <a:gd name="connsiteY88-11724" fmla="*/ 2263 h 10000"/>
              <a:gd name="connsiteX89-11725" fmla="*/ 5112 w 10000"/>
              <a:gd name="connsiteY89-11726" fmla="*/ 2059 h 10000"/>
              <a:gd name="connsiteX90-11727" fmla="*/ 5112 w 10000"/>
              <a:gd name="connsiteY90-11728" fmla="*/ 1855 h 10000"/>
              <a:gd name="connsiteX91-11729" fmla="*/ 5112 w 10000"/>
              <a:gd name="connsiteY91-11730" fmla="*/ 1670 h 10000"/>
              <a:gd name="connsiteX92-11731" fmla="*/ 5112 w 10000"/>
              <a:gd name="connsiteY92-11732" fmla="*/ 1577 h 10000"/>
              <a:gd name="connsiteX93-11733" fmla="*/ 4897 w 10000"/>
              <a:gd name="connsiteY93-11734" fmla="*/ 1466 h 10000"/>
              <a:gd name="connsiteX94-11735" fmla="*/ 4897 w 10000"/>
              <a:gd name="connsiteY94-11736" fmla="*/ 1373 h 10000"/>
              <a:gd name="connsiteX95-11737" fmla="*/ 4897 w 10000"/>
              <a:gd name="connsiteY95-11738" fmla="*/ 1280 h 10000"/>
              <a:gd name="connsiteX96-11739" fmla="*/ 4626 w 10000"/>
              <a:gd name="connsiteY96-11740" fmla="*/ 1280 h 10000"/>
              <a:gd name="connsiteX97-11741" fmla="*/ 4412 w 10000"/>
              <a:gd name="connsiteY97-11742" fmla="*/ 1169 h 10000"/>
              <a:gd name="connsiteX98-11743" fmla="*/ 4412 w 10000"/>
              <a:gd name="connsiteY98-11744" fmla="*/ 1169 h 10000"/>
              <a:gd name="connsiteX99-11745" fmla="*/ 4184 w 10000"/>
              <a:gd name="connsiteY99-11746" fmla="*/ 297 h 10000"/>
              <a:gd name="connsiteX100-11747" fmla="*/ 4184 w 10000"/>
              <a:gd name="connsiteY100-11748" fmla="*/ 204 h 10000"/>
              <a:gd name="connsiteX101-11749" fmla="*/ 4184 w 10000"/>
              <a:gd name="connsiteY101-11750" fmla="*/ 204 h 10000"/>
              <a:gd name="connsiteX0-11751" fmla="*/ 3963 w 9779"/>
              <a:gd name="connsiteY0-11752" fmla="*/ 204 h 10000"/>
              <a:gd name="connsiteX1-11753" fmla="*/ 4191 w 9779"/>
              <a:gd name="connsiteY1-11754" fmla="*/ 93 h 10000"/>
              <a:gd name="connsiteX2-11755" fmla="*/ 4676 w 9779"/>
              <a:gd name="connsiteY2-11756" fmla="*/ 93 h 10000"/>
              <a:gd name="connsiteX3-11757" fmla="*/ 4891 w 9779"/>
              <a:gd name="connsiteY3-11758" fmla="*/ 0 h 10000"/>
              <a:gd name="connsiteX4-11759" fmla="*/ 5109 w 9779"/>
              <a:gd name="connsiteY4-11760" fmla="*/ 0 h 10000"/>
              <a:gd name="connsiteX5-11761" fmla="*/ 5595 w 9779"/>
              <a:gd name="connsiteY5-11762" fmla="*/ 93 h 10000"/>
              <a:gd name="connsiteX6-11763" fmla="*/ 6300 w 9779"/>
              <a:gd name="connsiteY6-11764" fmla="*/ 204 h 10000"/>
              <a:gd name="connsiteX7-11765" fmla="*/ 6518 w 9779"/>
              <a:gd name="connsiteY7-11766" fmla="*/ 297 h 10000"/>
              <a:gd name="connsiteX8-11767" fmla="*/ 6957 w 9779"/>
              <a:gd name="connsiteY8-11768" fmla="*/ 482 h 10000"/>
              <a:gd name="connsiteX9-11769" fmla="*/ 7219 w 9779"/>
              <a:gd name="connsiteY9-11770" fmla="*/ 594 h 10000"/>
              <a:gd name="connsiteX10-11771" fmla="*/ 7669 w 9779"/>
              <a:gd name="connsiteY10-11772" fmla="*/ 686 h 10000"/>
              <a:gd name="connsiteX11-11773" fmla="*/ 8150 w 9779"/>
              <a:gd name="connsiteY11-11774" fmla="*/ 891 h 10000"/>
              <a:gd name="connsiteX12-11775" fmla="*/ 8587 w 9779"/>
              <a:gd name="connsiteY12-11776" fmla="*/ 983 h 10000"/>
              <a:gd name="connsiteX13-11777" fmla="*/ 8854 w 9779"/>
              <a:gd name="connsiteY13-11778" fmla="*/ 1169 h 10000"/>
              <a:gd name="connsiteX14-11779" fmla="*/ 9296 w 9779"/>
              <a:gd name="connsiteY14-11780" fmla="*/ 1280 h 10000"/>
              <a:gd name="connsiteX15-11781" fmla="*/ 9512 w 9779"/>
              <a:gd name="connsiteY15-11782" fmla="*/ 1373 h 10000"/>
              <a:gd name="connsiteX16-11783" fmla="*/ 9512 w 9779"/>
              <a:gd name="connsiteY16-11784" fmla="*/ 1466 h 10000"/>
              <a:gd name="connsiteX17-11785" fmla="*/ 9779 w 9779"/>
              <a:gd name="connsiteY17-11786" fmla="*/ 1466 h 10000"/>
              <a:gd name="connsiteX18-11787" fmla="*/ 9779 w 9779"/>
              <a:gd name="connsiteY18-11788" fmla="*/ 1577 h 10000"/>
              <a:gd name="connsiteX19-11789" fmla="*/ 9779 w 9779"/>
              <a:gd name="connsiteY19-11790" fmla="*/ 1670 h 10000"/>
              <a:gd name="connsiteX20-11791" fmla="*/ 9512 w 9779"/>
              <a:gd name="connsiteY20-11792" fmla="*/ 1763 h 10000"/>
              <a:gd name="connsiteX21-11793" fmla="*/ 9296 w 9779"/>
              <a:gd name="connsiteY21-11794" fmla="*/ 1763 h 10000"/>
              <a:gd name="connsiteX22-11795" fmla="*/ 9076 w 9779"/>
              <a:gd name="connsiteY22-11796" fmla="*/ 1855 h 10000"/>
              <a:gd name="connsiteX23-11797" fmla="*/ 8854 w 9779"/>
              <a:gd name="connsiteY23-11798" fmla="*/ 1855 h 10000"/>
              <a:gd name="connsiteX24-11799" fmla="*/ 8854 w 9779"/>
              <a:gd name="connsiteY24-11800" fmla="*/ 1967 h 10000"/>
              <a:gd name="connsiteX25-11801" fmla="*/ 8587 w 9779"/>
              <a:gd name="connsiteY25-11802" fmla="*/ 2059 h 10000"/>
              <a:gd name="connsiteX26-11803" fmla="*/ 8369 w 9779"/>
              <a:gd name="connsiteY26-11804" fmla="*/ 2263 h 10000"/>
              <a:gd name="connsiteX27-11805" fmla="*/ 8369 w 9779"/>
              <a:gd name="connsiteY27-11806" fmla="*/ 2449 h 10000"/>
              <a:gd name="connsiteX28-11807" fmla="*/ 8150 w 9779"/>
              <a:gd name="connsiteY28-11808" fmla="*/ 2653 h 10000"/>
              <a:gd name="connsiteX29-11809" fmla="*/ 8150 w 9779"/>
              <a:gd name="connsiteY29-11810" fmla="*/ 2950 h 10000"/>
              <a:gd name="connsiteX30-11811" fmla="*/ 8150 w 9779"/>
              <a:gd name="connsiteY30-11812" fmla="*/ 3135 h 10000"/>
              <a:gd name="connsiteX31-11813" fmla="*/ 7883 w 9779"/>
              <a:gd name="connsiteY31-11814" fmla="*/ 3432 h 10000"/>
              <a:gd name="connsiteX32-11815" fmla="*/ 7883 w 9779"/>
              <a:gd name="connsiteY32-11816" fmla="*/ 3822 h 10000"/>
              <a:gd name="connsiteX33-11817" fmla="*/ 7669 w 9779"/>
              <a:gd name="connsiteY33-11818" fmla="*/ 4119 h 10000"/>
              <a:gd name="connsiteX34-11819" fmla="*/ 7444 w 9779"/>
              <a:gd name="connsiteY34-11820" fmla="*/ 4508 h 10000"/>
              <a:gd name="connsiteX35-11821" fmla="*/ 7219 w 9779"/>
              <a:gd name="connsiteY35-11822" fmla="*/ 4898 h 10000"/>
              <a:gd name="connsiteX36-11823" fmla="*/ 6957 w 9779"/>
              <a:gd name="connsiteY36-11824" fmla="*/ 5288 h 10000"/>
              <a:gd name="connsiteX37-11825" fmla="*/ 6518 w 9779"/>
              <a:gd name="connsiteY37-11826" fmla="*/ 6178 h 10000"/>
              <a:gd name="connsiteX38-11827" fmla="*/ 6300 w 9779"/>
              <a:gd name="connsiteY38-11828" fmla="*/ 6568 h 10000"/>
              <a:gd name="connsiteX39-11829" fmla="*/ 6039 w 9779"/>
              <a:gd name="connsiteY39-11830" fmla="*/ 6957 h 10000"/>
              <a:gd name="connsiteX40-11831" fmla="*/ 5816 w 9779"/>
              <a:gd name="connsiteY40-11832" fmla="*/ 7347 h 10000"/>
              <a:gd name="connsiteX41-11833" fmla="*/ 5595 w 9779"/>
              <a:gd name="connsiteY41-11834" fmla="*/ 7737 h 10000"/>
              <a:gd name="connsiteX42-11835" fmla="*/ 5328 w 9779"/>
              <a:gd name="connsiteY42-11836" fmla="*/ 8033 h 10000"/>
              <a:gd name="connsiteX43-11837" fmla="*/ 5328 w 9779"/>
              <a:gd name="connsiteY43-11838" fmla="*/ 8237 h 10000"/>
              <a:gd name="connsiteX44-11839" fmla="*/ 5109 w 9779"/>
              <a:gd name="connsiteY44-11840" fmla="*/ 8534 h 10000"/>
              <a:gd name="connsiteX45-11841" fmla="*/ 4891 w 9779"/>
              <a:gd name="connsiteY45-11842" fmla="*/ 8720 h 10000"/>
              <a:gd name="connsiteX46-11843" fmla="*/ 4405 w 9779"/>
              <a:gd name="connsiteY46-11844" fmla="*/ 9017 h 10000"/>
              <a:gd name="connsiteX47-11845" fmla="*/ 3963 w 9779"/>
              <a:gd name="connsiteY47-11846" fmla="*/ 9314 h 10000"/>
              <a:gd name="connsiteX48-11847" fmla="*/ 3477 w 9779"/>
              <a:gd name="connsiteY48-11848" fmla="*/ 9610 h 10000"/>
              <a:gd name="connsiteX49-11849" fmla="*/ 3041 w 9779"/>
              <a:gd name="connsiteY49-11850" fmla="*/ 9703 h 10000"/>
              <a:gd name="connsiteX50-11851" fmla="*/ 2552 w 9779"/>
              <a:gd name="connsiteY50-11852" fmla="*/ 9889 h 10000"/>
              <a:gd name="connsiteX51-11853" fmla="*/ 2067 w 9779"/>
              <a:gd name="connsiteY51-11854" fmla="*/ 10000 h 10000"/>
              <a:gd name="connsiteX52-11855" fmla="*/ 1629 w 9779"/>
              <a:gd name="connsiteY52-11856" fmla="*/ 10000 h 10000"/>
              <a:gd name="connsiteX53-11857" fmla="*/ 1143 w 9779"/>
              <a:gd name="connsiteY53-11858" fmla="*/ 10000 h 10000"/>
              <a:gd name="connsiteX54-11859" fmla="*/ 1143 w 9779"/>
              <a:gd name="connsiteY54-11860" fmla="*/ 9889 h 10000"/>
              <a:gd name="connsiteX55-11861" fmla="*/ 920 w 9779"/>
              <a:gd name="connsiteY55-11862" fmla="*/ 9889 h 10000"/>
              <a:gd name="connsiteX56-11863" fmla="*/ 920 w 9779"/>
              <a:gd name="connsiteY56-11864" fmla="*/ 9796 h 10000"/>
              <a:gd name="connsiteX57-11865" fmla="*/ 920 w 9779"/>
              <a:gd name="connsiteY57-11866" fmla="*/ 9610 h 10000"/>
              <a:gd name="connsiteX58-11867" fmla="*/ 920 w 9779"/>
              <a:gd name="connsiteY58-11868" fmla="*/ 9499 h 10000"/>
              <a:gd name="connsiteX59-11869" fmla="*/ 920 w 9779"/>
              <a:gd name="connsiteY59-11870" fmla="*/ 9406 h 10000"/>
              <a:gd name="connsiteX60-11871" fmla="*/ 920 w 9779"/>
              <a:gd name="connsiteY60-11872" fmla="*/ 9202 h 10000"/>
              <a:gd name="connsiteX61-11873" fmla="*/ 920 w 9779"/>
              <a:gd name="connsiteY61-11874" fmla="*/ 9017 h 10000"/>
              <a:gd name="connsiteX62-11875" fmla="*/ 705 w 9779"/>
              <a:gd name="connsiteY62-11876" fmla="*/ 8813 h 10000"/>
              <a:gd name="connsiteX63-11877" fmla="*/ 439 w 9779"/>
              <a:gd name="connsiteY63-11878" fmla="*/ 8534 h 10000"/>
              <a:gd name="connsiteX64-11879" fmla="*/ 0 w 9779"/>
              <a:gd name="connsiteY64-11880" fmla="*/ 8126 h 10000"/>
              <a:gd name="connsiteX65-11881" fmla="*/ 705 w 9779"/>
              <a:gd name="connsiteY65-11882" fmla="*/ 7440 h 10000"/>
              <a:gd name="connsiteX66-11883" fmla="*/ 1143 w 9779"/>
              <a:gd name="connsiteY66-11884" fmla="*/ 7551 h 10000"/>
              <a:gd name="connsiteX67-11885" fmla="*/ 1414 w 9779"/>
              <a:gd name="connsiteY67-11886" fmla="*/ 7551 h 10000"/>
              <a:gd name="connsiteX68-11887" fmla="*/ 1629 w 9779"/>
              <a:gd name="connsiteY68-11888" fmla="*/ 7644 h 10000"/>
              <a:gd name="connsiteX69-11889" fmla="*/ 1851 w 9779"/>
              <a:gd name="connsiteY69-11890" fmla="*/ 7644 h 10000"/>
              <a:gd name="connsiteX70-11891" fmla="*/ 2067 w 9779"/>
              <a:gd name="connsiteY70-11892" fmla="*/ 7644 h 10000"/>
              <a:gd name="connsiteX71-11893" fmla="*/ 2333 w 9779"/>
              <a:gd name="connsiteY71-11894" fmla="*/ 7644 h 10000"/>
              <a:gd name="connsiteX72-11895" fmla="*/ 2552 w 9779"/>
              <a:gd name="connsiteY72-11896" fmla="*/ 7551 h 10000"/>
              <a:gd name="connsiteX73-11897" fmla="*/ 2777 w 9779"/>
              <a:gd name="connsiteY73-11898" fmla="*/ 7440 h 10000"/>
              <a:gd name="connsiteX74-11899" fmla="*/ 2777 w 9779"/>
              <a:gd name="connsiteY74-11900" fmla="*/ 7347 h 10000"/>
              <a:gd name="connsiteX75-11901" fmla="*/ 3041 w 9779"/>
              <a:gd name="connsiteY75-11902" fmla="*/ 7254 h 10000"/>
              <a:gd name="connsiteX76-11903" fmla="*/ 3256 w 9779"/>
              <a:gd name="connsiteY76-11904" fmla="*/ 7050 h 10000"/>
              <a:gd name="connsiteX77-11905" fmla="*/ 3256 w 9779"/>
              <a:gd name="connsiteY77-11906" fmla="*/ 6865 h 10000"/>
              <a:gd name="connsiteX78-11907" fmla="*/ 3477 w 9779"/>
              <a:gd name="connsiteY78-11908" fmla="*/ 6660 h 10000"/>
              <a:gd name="connsiteX79-11909" fmla="*/ 3698 w 9779"/>
              <a:gd name="connsiteY79-11910" fmla="*/ 6364 h 10000"/>
              <a:gd name="connsiteX80-11911" fmla="*/ 3963 w 9779"/>
              <a:gd name="connsiteY80-11912" fmla="*/ 6067 h 10000"/>
              <a:gd name="connsiteX81-11913" fmla="*/ 3963 w 9779"/>
              <a:gd name="connsiteY81-11914" fmla="*/ 5677 h 10000"/>
              <a:gd name="connsiteX82-11915" fmla="*/ 4405 w 9779"/>
              <a:gd name="connsiteY82-11916" fmla="*/ 4991 h 10000"/>
              <a:gd name="connsiteX83-11917" fmla="*/ 4676 w 9779"/>
              <a:gd name="connsiteY83-11918" fmla="*/ 4212 h 10000"/>
              <a:gd name="connsiteX84-11919" fmla="*/ 4676 w 9779"/>
              <a:gd name="connsiteY84-11920" fmla="*/ 3525 h 10000"/>
              <a:gd name="connsiteX85-11921" fmla="*/ 4891 w 9779"/>
              <a:gd name="connsiteY85-11922" fmla="*/ 2839 h 10000"/>
              <a:gd name="connsiteX86-11923" fmla="*/ 4891 w 9779"/>
              <a:gd name="connsiteY86-11924" fmla="*/ 2542 h 10000"/>
              <a:gd name="connsiteX87-11925" fmla="*/ 4891 w 9779"/>
              <a:gd name="connsiteY87-11926" fmla="*/ 2263 h 10000"/>
              <a:gd name="connsiteX88-11927" fmla="*/ 4891 w 9779"/>
              <a:gd name="connsiteY88-11928" fmla="*/ 2059 h 10000"/>
              <a:gd name="connsiteX89-11929" fmla="*/ 4891 w 9779"/>
              <a:gd name="connsiteY89-11930" fmla="*/ 1855 h 10000"/>
              <a:gd name="connsiteX90-11931" fmla="*/ 4891 w 9779"/>
              <a:gd name="connsiteY90-11932" fmla="*/ 1670 h 10000"/>
              <a:gd name="connsiteX91-11933" fmla="*/ 4891 w 9779"/>
              <a:gd name="connsiteY91-11934" fmla="*/ 1577 h 10000"/>
              <a:gd name="connsiteX92-11935" fmla="*/ 4676 w 9779"/>
              <a:gd name="connsiteY92-11936" fmla="*/ 1466 h 10000"/>
              <a:gd name="connsiteX93-11937" fmla="*/ 4676 w 9779"/>
              <a:gd name="connsiteY93-11938" fmla="*/ 1373 h 10000"/>
              <a:gd name="connsiteX94-11939" fmla="*/ 4676 w 9779"/>
              <a:gd name="connsiteY94-11940" fmla="*/ 1280 h 10000"/>
              <a:gd name="connsiteX95-11941" fmla="*/ 4405 w 9779"/>
              <a:gd name="connsiteY95-11942" fmla="*/ 1280 h 10000"/>
              <a:gd name="connsiteX96-11943" fmla="*/ 4191 w 9779"/>
              <a:gd name="connsiteY96-11944" fmla="*/ 1169 h 10000"/>
              <a:gd name="connsiteX97-11945" fmla="*/ 4191 w 9779"/>
              <a:gd name="connsiteY97-11946" fmla="*/ 1169 h 10000"/>
              <a:gd name="connsiteX98-11947" fmla="*/ 3963 w 9779"/>
              <a:gd name="connsiteY98-11948" fmla="*/ 297 h 10000"/>
              <a:gd name="connsiteX99-11949" fmla="*/ 3963 w 9779"/>
              <a:gd name="connsiteY99-11950" fmla="*/ 204 h 10000"/>
              <a:gd name="connsiteX100-11951" fmla="*/ 3963 w 9779"/>
              <a:gd name="connsiteY100-11952" fmla="*/ 204 h 10000"/>
              <a:gd name="connsiteX0-11953" fmla="*/ 3604 w 9551"/>
              <a:gd name="connsiteY0-11954" fmla="*/ 204 h 10000"/>
              <a:gd name="connsiteX1-11955" fmla="*/ 3837 w 9551"/>
              <a:gd name="connsiteY1-11956" fmla="*/ 93 h 10000"/>
              <a:gd name="connsiteX2-11957" fmla="*/ 4333 w 9551"/>
              <a:gd name="connsiteY2-11958" fmla="*/ 93 h 10000"/>
              <a:gd name="connsiteX3-11959" fmla="*/ 4553 w 9551"/>
              <a:gd name="connsiteY3-11960" fmla="*/ 0 h 10000"/>
              <a:gd name="connsiteX4-11961" fmla="*/ 4775 w 9551"/>
              <a:gd name="connsiteY4-11962" fmla="*/ 0 h 10000"/>
              <a:gd name="connsiteX5-11963" fmla="*/ 5272 w 9551"/>
              <a:gd name="connsiteY5-11964" fmla="*/ 93 h 10000"/>
              <a:gd name="connsiteX6-11965" fmla="*/ 5993 w 9551"/>
              <a:gd name="connsiteY6-11966" fmla="*/ 204 h 10000"/>
              <a:gd name="connsiteX7-11967" fmla="*/ 6216 w 9551"/>
              <a:gd name="connsiteY7-11968" fmla="*/ 297 h 10000"/>
              <a:gd name="connsiteX8-11969" fmla="*/ 6665 w 9551"/>
              <a:gd name="connsiteY8-11970" fmla="*/ 482 h 10000"/>
              <a:gd name="connsiteX9-11971" fmla="*/ 6933 w 9551"/>
              <a:gd name="connsiteY9-11972" fmla="*/ 594 h 10000"/>
              <a:gd name="connsiteX10-11973" fmla="*/ 7393 w 9551"/>
              <a:gd name="connsiteY10-11974" fmla="*/ 686 h 10000"/>
              <a:gd name="connsiteX11-11975" fmla="*/ 7885 w 9551"/>
              <a:gd name="connsiteY11-11976" fmla="*/ 891 h 10000"/>
              <a:gd name="connsiteX12-11977" fmla="*/ 8332 w 9551"/>
              <a:gd name="connsiteY12-11978" fmla="*/ 983 h 10000"/>
              <a:gd name="connsiteX13-11979" fmla="*/ 8605 w 9551"/>
              <a:gd name="connsiteY13-11980" fmla="*/ 1169 h 10000"/>
              <a:gd name="connsiteX14-11981" fmla="*/ 9057 w 9551"/>
              <a:gd name="connsiteY14-11982" fmla="*/ 1280 h 10000"/>
              <a:gd name="connsiteX15-11983" fmla="*/ 9278 w 9551"/>
              <a:gd name="connsiteY15-11984" fmla="*/ 1373 h 10000"/>
              <a:gd name="connsiteX16-11985" fmla="*/ 9278 w 9551"/>
              <a:gd name="connsiteY16-11986" fmla="*/ 1466 h 10000"/>
              <a:gd name="connsiteX17-11987" fmla="*/ 9551 w 9551"/>
              <a:gd name="connsiteY17-11988" fmla="*/ 1466 h 10000"/>
              <a:gd name="connsiteX18-11989" fmla="*/ 9551 w 9551"/>
              <a:gd name="connsiteY18-11990" fmla="*/ 1577 h 10000"/>
              <a:gd name="connsiteX19-11991" fmla="*/ 9551 w 9551"/>
              <a:gd name="connsiteY19-11992" fmla="*/ 1670 h 10000"/>
              <a:gd name="connsiteX20-11993" fmla="*/ 9278 w 9551"/>
              <a:gd name="connsiteY20-11994" fmla="*/ 1763 h 10000"/>
              <a:gd name="connsiteX21-11995" fmla="*/ 9057 w 9551"/>
              <a:gd name="connsiteY21-11996" fmla="*/ 1763 h 10000"/>
              <a:gd name="connsiteX22-11997" fmla="*/ 8832 w 9551"/>
              <a:gd name="connsiteY22-11998" fmla="*/ 1855 h 10000"/>
              <a:gd name="connsiteX23-11999" fmla="*/ 8605 w 9551"/>
              <a:gd name="connsiteY23-12000" fmla="*/ 1855 h 10000"/>
              <a:gd name="connsiteX24-12001" fmla="*/ 8605 w 9551"/>
              <a:gd name="connsiteY24-12002" fmla="*/ 1967 h 10000"/>
              <a:gd name="connsiteX25-12003" fmla="*/ 8332 w 9551"/>
              <a:gd name="connsiteY25-12004" fmla="*/ 2059 h 10000"/>
              <a:gd name="connsiteX26-12005" fmla="*/ 8109 w 9551"/>
              <a:gd name="connsiteY26-12006" fmla="*/ 2263 h 10000"/>
              <a:gd name="connsiteX27-12007" fmla="*/ 8109 w 9551"/>
              <a:gd name="connsiteY27-12008" fmla="*/ 2449 h 10000"/>
              <a:gd name="connsiteX28-12009" fmla="*/ 7885 w 9551"/>
              <a:gd name="connsiteY28-12010" fmla="*/ 2653 h 10000"/>
              <a:gd name="connsiteX29-12011" fmla="*/ 7885 w 9551"/>
              <a:gd name="connsiteY29-12012" fmla="*/ 2950 h 10000"/>
              <a:gd name="connsiteX30-12013" fmla="*/ 7885 w 9551"/>
              <a:gd name="connsiteY30-12014" fmla="*/ 3135 h 10000"/>
              <a:gd name="connsiteX31-12015" fmla="*/ 7612 w 9551"/>
              <a:gd name="connsiteY31-12016" fmla="*/ 3432 h 10000"/>
              <a:gd name="connsiteX32-12017" fmla="*/ 7612 w 9551"/>
              <a:gd name="connsiteY32-12018" fmla="*/ 3822 h 10000"/>
              <a:gd name="connsiteX33-12019" fmla="*/ 7393 w 9551"/>
              <a:gd name="connsiteY33-12020" fmla="*/ 4119 h 10000"/>
              <a:gd name="connsiteX34-12021" fmla="*/ 7163 w 9551"/>
              <a:gd name="connsiteY34-12022" fmla="*/ 4508 h 10000"/>
              <a:gd name="connsiteX35-12023" fmla="*/ 6933 w 9551"/>
              <a:gd name="connsiteY35-12024" fmla="*/ 4898 h 10000"/>
              <a:gd name="connsiteX36-12025" fmla="*/ 6665 w 9551"/>
              <a:gd name="connsiteY36-12026" fmla="*/ 5288 h 10000"/>
              <a:gd name="connsiteX37-12027" fmla="*/ 6216 w 9551"/>
              <a:gd name="connsiteY37-12028" fmla="*/ 6178 h 10000"/>
              <a:gd name="connsiteX38-12029" fmla="*/ 5993 w 9551"/>
              <a:gd name="connsiteY38-12030" fmla="*/ 6568 h 10000"/>
              <a:gd name="connsiteX39-12031" fmla="*/ 5726 w 9551"/>
              <a:gd name="connsiteY39-12032" fmla="*/ 6957 h 10000"/>
              <a:gd name="connsiteX40-12033" fmla="*/ 5498 w 9551"/>
              <a:gd name="connsiteY40-12034" fmla="*/ 7347 h 10000"/>
              <a:gd name="connsiteX41-12035" fmla="*/ 5272 w 9551"/>
              <a:gd name="connsiteY41-12036" fmla="*/ 7737 h 10000"/>
              <a:gd name="connsiteX42-12037" fmla="*/ 4999 w 9551"/>
              <a:gd name="connsiteY42-12038" fmla="*/ 8033 h 10000"/>
              <a:gd name="connsiteX43-12039" fmla="*/ 4999 w 9551"/>
              <a:gd name="connsiteY43-12040" fmla="*/ 8237 h 10000"/>
              <a:gd name="connsiteX44-12041" fmla="*/ 4775 w 9551"/>
              <a:gd name="connsiteY44-12042" fmla="*/ 8534 h 10000"/>
              <a:gd name="connsiteX45-12043" fmla="*/ 4553 w 9551"/>
              <a:gd name="connsiteY45-12044" fmla="*/ 8720 h 10000"/>
              <a:gd name="connsiteX46-12045" fmla="*/ 4056 w 9551"/>
              <a:gd name="connsiteY46-12046" fmla="*/ 9017 h 10000"/>
              <a:gd name="connsiteX47-12047" fmla="*/ 3604 w 9551"/>
              <a:gd name="connsiteY47-12048" fmla="*/ 9314 h 10000"/>
              <a:gd name="connsiteX48-12049" fmla="*/ 3107 w 9551"/>
              <a:gd name="connsiteY48-12050" fmla="*/ 9610 h 10000"/>
              <a:gd name="connsiteX49-12051" fmla="*/ 2661 w 9551"/>
              <a:gd name="connsiteY49-12052" fmla="*/ 9703 h 10000"/>
              <a:gd name="connsiteX50-12053" fmla="*/ 2161 w 9551"/>
              <a:gd name="connsiteY50-12054" fmla="*/ 9889 h 10000"/>
              <a:gd name="connsiteX51-12055" fmla="*/ 1665 w 9551"/>
              <a:gd name="connsiteY51-12056" fmla="*/ 10000 h 10000"/>
              <a:gd name="connsiteX52-12057" fmla="*/ 1217 w 9551"/>
              <a:gd name="connsiteY52-12058" fmla="*/ 10000 h 10000"/>
              <a:gd name="connsiteX53-12059" fmla="*/ 720 w 9551"/>
              <a:gd name="connsiteY53-12060" fmla="*/ 10000 h 10000"/>
              <a:gd name="connsiteX54-12061" fmla="*/ 720 w 9551"/>
              <a:gd name="connsiteY54-12062" fmla="*/ 9889 h 10000"/>
              <a:gd name="connsiteX55-12063" fmla="*/ 492 w 9551"/>
              <a:gd name="connsiteY55-12064" fmla="*/ 9889 h 10000"/>
              <a:gd name="connsiteX56-12065" fmla="*/ 492 w 9551"/>
              <a:gd name="connsiteY56-12066" fmla="*/ 9796 h 10000"/>
              <a:gd name="connsiteX57-12067" fmla="*/ 492 w 9551"/>
              <a:gd name="connsiteY57-12068" fmla="*/ 9610 h 10000"/>
              <a:gd name="connsiteX58-12069" fmla="*/ 492 w 9551"/>
              <a:gd name="connsiteY58-12070" fmla="*/ 9499 h 10000"/>
              <a:gd name="connsiteX59-12071" fmla="*/ 492 w 9551"/>
              <a:gd name="connsiteY59-12072" fmla="*/ 9406 h 10000"/>
              <a:gd name="connsiteX60-12073" fmla="*/ 492 w 9551"/>
              <a:gd name="connsiteY60-12074" fmla="*/ 9202 h 10000"/>
              <a:gd name="connsiteX61-12075" fmla="*/ 492 w 9551"/>
              <a:gd name="connsiteY61-12076" fmla="*/ 9017 h 10000"/>
              <a:gd name="connsiteX62-12077" fmla="*/ 272 w 9551"/>
              <a:gd name="connsiteY62-12078" fmla="*/ 8813 h 10000"/>
              <a:gd name="connsiteX63-12079" fmla="*/ 0 w 9551"/>
              <a:gd name="connsiteY63-12080" fmla="*/ 8534 h 10000"/>
              <a:gd name="connsiteX64-12081" fmla="*/ 272 w 9551"/>
              <a:gd name="connsiteY64-12082" fmla="*/ 7440 h 10000"/>
              <a:gd name="connsiteX65-12083" fmla="*/ 720 w 9551"/>
              <a:gd name="connsiteY65-12084" fmla="*/ 7551 h 10000"/>
              <a:gd name="connsiteX66-12085" fmla="*/ 997 w 9551"/>
              <a:gd name="connsiteY66-12086" fmla="*/ 7551 h 10000"/>
              <a:gd name="connsiteX67-12087" fmla="*/ 1217 w 9551"/>
              <a:gd name="connsiteY67-12088" fmla="*/ 7644 h 10000"/>
              <a:gd name="connsiteX68-12089" fmla="*/ 1444 w 9551"/>
              <a:gd name="connsiteY68-12090" fmla="*/ 7644 h 10000"/>
              <a:gd name="connsiteX69-12091" fmla="*/ 1665 w 9551"/>
              <a:gd name="connsiteY69-12092" fmla="*/ 7644 h 10000"/>
              <a:gd name="connsiteX70-12093" fmla="*/ 1937 w 9551"/>
              <a:gd name="connsiteY70-12094" fmla="*/ 7644 h 10000"/>
              <a:gd name="connsiteX71-12095" fmla="*/ 2161 w 9551"/>
              <a:gd name="connsiteY71-12096" fmla="*/ 7551 h 10000"/>
              <a:gd name="connsiteX72-12097" fmla="*/ 2391 w 9551"/>
              <a:gd name="connsiteY72-12098" fmla="*/ 7440 h 10000"/>
              <a:gd name="connsiteX73-12099" fmla="*/ 2391 w 9551"/>
              <a:gd name="connsiteY73-12100" fmla="*/ 7347 h 10000"/>
              <a:gd name="connsiteX74-12101" fmla="*/ 2661 w 9551"/>
              <a:gd name="connsiteY74-12102" fmla="*/ 7254 h 10000"/>
              <a:gd name="connsiteX75-12103" fmla="*/ 2881 w 9551"/>
              <a:gd name="connsiteY75-12104" fmla="*/ 7050 h 10000"/>
              <a:gd name="connsiteX76-12105" fmla="*/ 2881 w 9551"/>
              <a:gd name="connsiteY76-12106" fmla="*/ 6865 h 10000"/>
              <a:gd name="connsiteX77-12107" fmla="*/ 3107 w 9551"/>
              <a:gd name="connsiteY77-12108" fmla="*/ 6660 h 10000"/>
              <a:gd name="connsiteX78-12109" fmla="*/ 3333 w 9551"/>
              <a:gd name="connsiteY78-12110" fmla="*/ 6364 h 10000"/>
              <a:gd name="connsiteX79-12111" fmla="*/ 3604 w 9551"/>
              <a:gd name="connsiteY79-12112" fmla="*/ 6067 h 10000"/>
              <a:gd name="connsiteX80-12113" fmla="*/ 3604 w 9551"/>
              <a:gd name="connsiteY80-12114" fmla="*/ 5677 h 10000"/>
              <a:gd name="connsiteX81-12115" fmla="*/ 4056 w 9551"/>
              <a:gd name="connsiteY81-12116" fmla="*/ 4991 h 10000"/>
              <a:gd name="connsiteX82-12117" fmla="*/ 4333 w 9551"/>
              <a:gd name="connsiteY82-12118" fmla="*/ 4212 h 10000"/>
              <a:gd name="connsiteX83-12119" fmla="*/ 4333 w 9551"/>
              <a:gd name="connsiteY83-12120" fmla="*/ 3525 h 10000"/>
              <a:gd name="connsiteX84-12121" fmla="*/ 4553 w 9551"/>
              <a:gd name="connsiteY84-12122" fmla="*/ 2839 h 10000"/>
              <a:gd name="connsiteX85-12123" fmla="*/ 4553 w 9551"/>
              <a:gd name="connsiteY85-12124" fmla="*/ 2542 h 10000"/>
              <a:gd name="connsiteX86-12125" fmla="*/ 4553 w 9551"/>
              <a:gd name="connsiteY86-12126" fmla="*/ 2263 h 10000"/>
              <a:gd name="connsiteX87-12127" fmla="*/ 4553 w 9551"/>
              <a:gd name="connsiteY87-12128" fmla="*/ 2059 h 10000"/>
              <a:gd name="connsiteX88-12129" fmla="*/ 4553 w 9551"/>
              <a:gd name="connsiteY88-12130" fmla="*/ 1855 h 10000"/>
              <a:gd name="connsiteX89-12131" fmla="*/ 4553 w 9551"/>
              <a:gd name="connsiteY89-12132" fmla="*/ 1670 h 10000"/>
              <a:gd name="connsiteX90-12133" fmla="*/ 4553 w 9551"/>
              <a:gd name="connsiteY90-12134" fmla="*/ 1577 h 10000"/>
              <a:gd name="connsiteX91-12135" fmla="*/ 4333 w 9551"/>
              <a:gd name="connsiteY91-12136" fmla="*/ 1466 h 10000"/>
              <a:gd name="connsiteX92-12137" fmla="*/ 4333 w 9551"/>
              <a:gd name="connsiteY92-12138" fmla="*/ 1373 h 10000"/>
              <a:gd name="connsiteX93-12139" fmla="*/ 4333 w 9551"/>
              <a:gd name="connsiteY93-12140" fmla="*/ 1280 h 10000"/>
              <a:gd name="connsiteX94-12141" fmla="*/ 4056 w 9551"/>
              <a:gd name="connsiteY94-12142" fmla="*/ 1280 h 10000"/>
              <a:gd name="connsiteX95-12143" fmla="*/ 3837 w 9551"/>
              <a:gd name="connsiteY95-12144" fmla="*/ 1169 h 10000"/>
              <a:gd name="connsiteX96-12145" fmla="*/ 3837 w 9551"/>
              <a:gd name="connsiteY96-12146" fmla="*/ 1169 h 10000"/>
              <a:gd name="connsiteX97-12147" fmla="*/ 3604 w 9551"/>
              <a:gd name="connsiteY97-12148" fmla="*/ 297 h 10000"/>
              <a:gd name="connsiteX98-12149" fmla="*/ 3604 w 9551"/>
              <a:gd name="connsiteY98-12150" fmla="*/ 204 h 10000"/>
              <a:gd name="connsiteX99-12151" fmla="*/ 3604 w 9551"/>
              <a:gd name="connsiteY99-12152" fmla="*/ 204 h 10000"/>
              <a:gd name="connsiteX0-12153" fmla="*/ 3488 w 9715"/>
              <a:gd name="connsiteY0-12154" fmla="*/ 204 h 10000"/>
              <a:gd name="connsiteX1-12155" fmla="*/ 3732 w 9715"/>
              <a:gd name="connsiteY1-12156" fmla="*/ 93 h 10000"/>
              <a:gd name="connsiteX2-12157" fmla="*/ 4252 w 9715"/>
              <a:gd name="connsiteY2-12158" fmla="*/ 93 h 10000"/>
              <a:gd name="connsiteX3-12159" fmla="*/ 4482 w 9715"/>
              <a:gd name="connsiteY3-12160" fmla="*/ 0 h 10000"/>
              <a:gd name="connsiteX4-12161" fmla="*/ 4714 w 9715"/>
              <a:gd name="connsiteY4-12162" fmla="*/ 0 h 10000"/>
              <a:gd name="connsiteX5-12163" fmla="*/ 5235 w 9715"/>
              <a:gd name="connsiteY5-12164" fmla="*/ 93 h 10000"/>
              <a:gd name="connsiteX6-12165" fmla="*/ 5990 w 9715"/>
              <a:gd name="connsiteY6-12166" fmla="*/ 204 h 10000"/>
              <a:gd name="connsiteX7-12167" fmla="*/ 6223 w 9715"/>
              <a:gd name="connsiteY7-12168" fmla="*/ 297 h 10000"/>
              <a:gd name="connsiteX8-12169" fmla="*/ 6693 w 9715"/>
              <a:gd name="connsiteY8-12170" fmla="*/ 482 h 10000"/>
              <a:gd name="connsiteX9-12171" fmla="*/ 6974 w 9715"/>
              <a:gd name="connsiteY9-12172" fmla="*/ 594 h 10000"/>
              <a:gd name="connsiteX10-12173" fmla="*/ 7456 w 9715"/>
              <a:gd name="connsiteY10-12174" fmla="*/ 686 h 10000"/>
              <a:gd name="connsiteX11-12175" fmla="*/ 7971 w 9715"/>
              <a:gd name="connsiteY11-12176" fmla="*/ 891 h 10000"/>
              <a:gd name="connsiteX12-12177" fmla="*/ 8439 w 9715"/>
              <a:gd name="connsiteY12-12178" fmla="*/ 983 h 10000"/>
              <a:gd name="connsiteX13-12179" fmla="*/ 8725 w 9715"/>
              <a:gd name="connsiteY13-12180" fmla="*/ 1169 h 10000"/>
              <a:gd name="connsiteX14-12181" fmla="*/ 9198 w 9715"/>
              <a:gd name="connsiteY14-12182" fmla="*/ 1280 h 10000"/>
              <a:gd name="connsiteX15-12183" fmla="*/ 9429 w 9715"/>
              <a:gd name="connsiteY15-12184" fmla="*/ 1373 h 10000"/>
              <a:gd name="connsiteX16-12185" fmla="*/ 9429 w 9715"/>
              <a:gd name="connsiteY16-12186" fmla="*/ 1466 h 10000"/>
              <a:gd name="connsiteX17-12187" fmla="*/ 9715 w 9715"/>
              <a:gd name="connsiteY17-12188" fmla="*/ 1466 h 10000"/>
              <a:gd name="connsiteX18-12189" fmla="*/ 9715 w 9715"/>
              <a:gd name="connsiteY18-12190" fmla="*/ 1577 h 10000"/>
              <a:gd name="connsiteX19-12191" fmla="*/ 9715 w 9715"/>
              <a:gd name="connsiteY19-12192" fmla="*/ 1670 h 10000"/>
              <a:gd name="connsiteX20-12193" fmla="*/ 9429 w 9715"/>
              <a:gd name="connsiteY20-12194" fmla="*/ 1763 h 10000"/>
              <a:gd name="connsiteX21-12195" fmla="*/ 9198 w 9715"/>
              <a:gd name="connsiteY21-12196" fmla="*/ 1763 h 10000"/>
              <a:gd name="connsiteX22-12197" fmla="*/ 8962 w 9715"/>
              <a:gd name="connsiteY22-12198" fmla="*/ 1855 h 10000"/>
              <a:gd name="connsiteX23-12199" fmla="*/ 8725 w 9715"/>
              <a:gd name="connsiteY23-12200" fmla="*/ 1855 h 10000"/>
              <a:gd name="connsiteX24-12201" fmla="*/ 8725 w 9715"/>
              <a:gd name="connsiteY24-12202" fmla="*/ 1967 h 10000"/>
              <a:gd name="connsiteX25-12203" fmla="*/ 8439 w 9715"/>
              <a:gd name="connsiteY25-12204" fmla="*/ 2059 h 10000"/>
              <a:gd name="connsiteX26-12205" fmla="*/ 8205 w 9715"/>
              <a:gd name="connsiteY26-12206" fmla="*/ 2263 h 10000"/>
              <a:gd name="connsiteX27-12207" fmla="*/ 8205 w 9715"/>
              <a:gd name="connsiteY27-12208" fmla="*/ 2449 h 10000"/>
              <a:gd name="connsiteX28-12209" fmla="*/ 7971 w 9715"/>
              <a:gd name="connsiteY28-12210" fmla="*/ 2653 h 10000"/>
              <a:gd name="connsiteX29-12211" fmla="*/ 7971 w 9715"/>
              <a:gd name="connsiteY29-12212" fmla="*/ 2950 h 10000"/>
              <a:gd name="connsiteX30-12213" fmla="*/ 7971 w 9715"/>
              <a:gd name="connsiteY30-12214" fmla="*/ 3135 h 10000"/>
              <a:gd name="connsiteX31-12215" fmla="*/ 7685 w 9715"/>
              <a:gd name="connsiteY31-12216" fmla="*/ 3432 h 10000"/>
              <a:gd name="connsiteX32-12217" fmla="*/ 7685 w 9715"/>
              <a:gd name="connsiteY32-12218" fmla="*/ 3822 h 10000"/>
              <a:gd name="connsiteX33-12219" fmla="*/ 7456 w 9715"/>
              <a:gd name="connsiteY33-12220" fmla="*/ 4119 h 10000"/>
              <a:gd name="connsiteX34-12221" fmla="*/ 7215 w 9715"/>
              <a:gd name="connsiteY34-12222" fmla="*/ 4508 h 10000"/>
              <a:gd name="connsiteX35-12223" fmla="*/ 6974 w 9715"/>
              <a:gd name="connsiteY35-12224" fmla="*/ 4898 h 10000"/>
              <a:gd name="connsiteX36-12225" fmla="*/ 6693 w 9715"/>
              <a:gd name="connsiteY36-12226" fmla="*/ 5288 h 10000"/>
              <a:gd name="connsiteX37-12227" fmla="*/ 6223 w 9715"/>
              <a:gd name="connsiteY37-12228" fmla="*/ 6178 h 10000"/>
              <a:gd name="connsiteX38-12229" fmla="*/ 5990 w 9715"/>
              <a:gd name="connsiteY38-12230" fmla="*/ 6568 h 10000"/>
              <a:gd name="connsiteX39-12231" fmla="*/ 5710 w 9715"/>
              <a:gd name="connsiteY39-12232" fmla="*/ 6957 h 10000"/>
              <a:gd name="connsiteX40-12233" fmla="*/ 5471 w 9715"/>
              <a:gd name="connsiteY40-12234" fmla="*/ 7347 h 10000"/>
              <a:gd name="connsiteX41-12235" fmla="*/ 5235 w 9715"/>
              <a:gd name="connsiteY41-12236" fmla="*/ 7737 h 10000"/>
              <a:gd name="connsiteX42-12237" fmla="*/ 4949 w 9715"/>
              <a:gd name="connsiteY42-12238" fmla="*/ 8033 h 10000"/>
              <a:gd name="connsiteX43-12239" fmla="*/ 4949 w 9715"/>
              <a:gd name="connsiteY43-12240" fmla="*/ 8237 h 10000"/>
              <a:gd name="connsiteX44-12241" fmla="*/ 4714 w 9715"/>
              <a:gd name="connsiteY44-12242" fmla="*/ 8534 h 10000"/>
              <a:gd name="connsiteX45-12243" fmla="*/ 4482 w 9715"/>
              <a:gd name="connsiteY45-12244" fmla="*/ 8720 h 10000"/>
              <a:gd name="connsiteX46-12245" fmla="*/ 3962 w 9715"/>
              <a:gd name="connsiteY46-12246" fmla="*/ 9017 h 10000"/>
              <a:gd name="connsiteX47-12247" fmla="*/ 3488 w 9715"/>
              <a:gd name="connsiteY47-12248" fmla="*/ 9314 h 10000"/>
              <a:gd name="connsiteX48-12249" fmla="*/ 2968 w 9715"/>
              <a:gd name="connsiteY48-12250" fmla="*/ 9610 h 10000"/>
              <a:gd name="connsiteX49-12251" fmla="*/ 2501 w 9715"/>
              <a:gd name="connsiteY49-12252" fmla="*/ 9703 h 10000"/>
              <a:gd name="connsiteX50-12253" fmla="*/ 1978 w 9715"/>
              <a:gd name="connsiteY50-12254" fmla="*/ 9889 h 10000"/>
              <a:gd name="connsiteX51-12255" fmla="*/ 1458 w 9715"/>
              <a:gd name="connsiteY51-12256" fmla="*/ 10000 h 10000"/>
              <a:gd name="connsiteX52-12257" fmla="*/ 989 w 9715"/>
              <a:gd name="connsiteY52-12258" fmla="*/ 10000 h 10000"/>
              <a:gd name="connsiteX53-12259" fmla="*/ 469 w 9715"/>
              <a:gd name="connsiteY53-12260" fmla="*/ 10000 h 10000"/>
              <a:gd name="connsiteX54-12261" fmla="*/ 469 w 9715"/>
              <a:gd name="connsiteY54-12262" fmla="*/ 9889 h 10000"/>
              <a:gd name="connsiteX55-12263" fmla="*/ 230 w 9715"/>
              <a:gd name="connsiteY55-12264" fmla="*/ 9889 h 10000"/>
              <a:gd name="connsiteX56-12265" fmla="*/ 230 w 9715"/>
              <a:gd name="connsiteY56-12266" fmla="*/ 9796 h 10000"/>
              <a:gd name="connsiteX57-12267" fmla="*/ 230 w 9715"/>
              <a:gd name="connsiteY57-12268" fmla="*/ 9610 h 10000"/>
              <a:gd name="connsiteX58-12269" fmla="*/ 230 w 9715"/>
              <a:gd name="connsiteY58-12270" fmla="*/ 9499 h 10000"/>
              <a:gd name="connsiteX59-12271" fmla="*/ 230 w 9715"/>
              <a:gd name="connsiteY59-12272" fmla="*/ 9406 h 10000"/>
              <a:gd name="connsiteX60-12273" fmla="*/ 230 w 9715"/>
              <a:gd name="connsiteY60-12274" fmla="*/ 9202 h 10000"/>
              <a:gd name="connsiteX61-12275" fmla="*/ 230 w 9715"/>
              <a:gd name="connsiteY61-12276" fmla="*/ 9017 h 10000"/>
              <a:gd name="connsiteX62-12277" fmla="*/ 0 w 9715"/>
              <a:gd name="connsiteY62-12278" fmla="*/ 8813 h 10000"/>
              <a:gd name="connsiteX63-12279" fmla="*/ 0 w 9715"/>
              <a:gd name="connsiteY63-12280" fmla="*/ 7440 h 10000"/>
              <a:gd name="connsiteX64-12281" fmla="*/ 469 w 9715"/>
              <a:gd name="connsiteY64-12282" fmla="*/ 7551 h 10000"/>
              <a:gd name="connsiteX65-12283" fmla="*/ 759 w 9715"/>
              <a:gd name="connsiteY65-12284" fmla="*/ 7551 h 10000"/>
              <a:gd name="connsiteX66-12285" fmla="*/ 989 w 9715"/>
              <a:gd name="connsiteY66-12286" fmla="*/ 7644 h 10000"/>
              <a:gd name="connsiteX67-12287" fmla="*/ 1227 w 9715"/>
              <a:gd name="connsiteY67-12288" fmla="*/ 7644 h 10000"/>
              <a:gd name="connsiteX68-12289" fmla="*/ 1458 w 9715"/>
              <a:gd name="connsiteY68-12290" fmla="*/ 7644 h 10000"/>
              <a:gd name="connsiteX69-12291" fmla="*/ 1743 w 9715"/>
              <a:gd name="connsiteY69-12292" fmla="*/ 7644 h 10000"/>
              <a:gd name="connsiteX70-12293" fmla="*/ 1978 w 9715"/>
              <a:gd name="connsiteY70-12294" fmla="*/ 7551 h 10000"/>
              <a:gd name="connsiteX71-12295" fmla="*/ 2218 w 9715"/>
              <a:gd name="connsiteY71-12296" fmla="*/ 7440 h 10000"/>
              <a:gd name="connsiteX72-12297" fmla="*/ 2218 w 9715"/>
              <a:gd name="connsiteY72-12298" fmla="*/ 7347 h 10000"/>
              <a:gd name="connsiteX73-12299" fmla="*/ 2501 w 9715"/>
              <a:gd name="connsiteY73-12300" fmla="*/ 7254 h 10000"/>
              <a:gd name="connsiteX74-12301" fmla="*/ 2731 w 9715"/>
              <a:gd name="connsiteY74-12302" fmla="*/ 7050 h 10000"/>
              <a:gd name="connsiteX75-12303" fmla="*/ 2731 w 9715"/>
              <a:gd name="connsiteY75-12304" fmla="*/ 6865 h 10000"/>
              <a:gd name="connsiteX76-12305" fmla="*/ 2968 w 9715"/>
              <a:gd name="connsiteY76-12306" fmla="*/ 6660 h 10000"/>
              <a:gd name="connsiteX77-12307" fmla="*/ 3205 w 9715"/>
              <a:gd name="connsiteY77-12308" fmla="*/ 6364 h 10000"/>
              <a:gd name="connsiteX78-12309" fmla="*/ 3488 w 9715"/>
              <a:gd name="connsiteY78-12310" fmla="*/ 6067 h 10000"/>
              <a:gd name="connsiteX79-12311" fmla="*/ 3488 w 9715"/>
              <a:gd name="connsiteY79-12312" fmla="*/ 5677 h 10000"/>
              <a:gd name="connsiteX80-12313" fmla="*/ 3962 w 9715"/>
              <a:gd name="connsiteY80-12314" fmla="*/ 4991 h 10000"/>
              <a:gd name="connsiteX81-12315" fmla="*/ 4252 w 9715"/>
              <a:gd name="connsiteY81-12316" fmla="*/ 4212 h 10000"/>
              <a:gd name="connsiteX82-12317" fmla="*/ 4252 w 9715"/>
              <a:gd name="connsiteY82-12318" fmla="*/ 3525 h 10000"/>
              <a:gd name="connsiteX83-12319" fmla="*/ 4482 w 9715"/>
              <a:gd name="connsiteY83-12320" fmla="*/ 2839 h 10000"/>
              <a:gd name="connsiteX84-12321" fmla="*/ 4482 w 9715"/>
              <a:gd name="connsiteY84-12322" fmla="*/ 2542 h 10000"/>
              <a:gd name="connsiteX85-12323" fmla="*/ 4482 w 9715"/>
              <a:gd name="connsiteY85-12324" fmla="*/ 2263 h 10000"/>
              <a:gd name="connsiteX86-12325" fmla="*/ 4482 w 9715"/>
              <a:gd name="connsiteY86-12326" fmla="*/ 2059 h 10000"/>
              <a:gd name="connsiteX87-12327" fmla="*/ 4482 w 9715"/>
              <a:gd name="connsiteY87-12328" fmla="*/ 1855 h 10000"/>
              <a:gd name="connsiteX88-12329" fmla="*/ 4482 w 9715"/>
              <a:gd name="connsiteY88-12330" fmla="*/ 1670 h 10000"/>
              <a:gd name="connsiteX89-12331" fmla="*/ 4482 w 9715"/>
              <a:gd name="connsiteY89-12332" fmla="*/ 1577 h 10000"/>
              <a:gd name="connsiteX90-12333" fmla="*/ 4252 w 9715"/>
              <a:gd name="connsiteY90-12334" fmla="*/ 1466 h 10000"/>
              <a:gd name="connsiteX91-12335" fmla="*/ 4252 w 9715"/>
              <a:gd name="connsiteY91-12336" fmla="*/ 1373 h 10000"/>
              <a:gd name="connsiteX92-12337" fmla="*/ 4252 w 9715"/>
              <a:gd name="connsiteY92-12338" fmla="*/ 1280 h 10000"/>
              <a:gd name="connsiteX93-12339" fmla="*/ 3962 w 9715"/>
              <a:gd name="connsiteY93-12340" fmla="*/ 1280 h 10000"/>
              <a:gd name="connsiteX94-12341" fmla="*/ 3732 w 9715"/>
              <a:gd name="connsiteY94-12342" fmla="*/ 1169 h 10000"/>
              <a:gd name="connsiteX95-12343" fmla="*/ 3732 w 9715"/>
              <a:gd name="connsiteY95-12344" fmla="*/ 1169 h 10000"/>
              <a:gd name="connsiteX96-12345" fmla="*/ 3488 w 9715"/>
              <a:gd name="connsiteY96-12346" fmla="*/ 297 h 10000"/>
              <a:gd name="connsiteX97-12347" fmla="*/ 3488 w 9715"/>
              <a:gd name="connsiteY97-12348" fmla="*/ 204 h 10000"/>
              <a:gd name="connsiteX98-12349" fmla="*/ 3488 w 9715"/>
              <a:gd name="connsiteY98-12350" fmla="*/ 204 h 10000"/>
              <a:gd name="connsiteX0-12351" fmla="*/ 3631 w 10041"/>
              <a:gd name="connsiteY0-12352" fmla="*/ 204 h 10000"/>
              <a:gd name="connsiteX1-12353" fmla="*/ 3882 w 10041"/>
              <a:gd name="connsiteY1-12354" fmla="*/ 93 h 10000"/>
              <a:gd name="connsiteX2-12355" fmla="*/ 4418 w 10041"/>
              <a:gd name="connsiteY2-12356" fmla="*/ 93 h 10000"/>
              <a:gd name="connsiteX3-12357" fmla="*/ 4654 w 10041"/>
              <a:gd name="connsiteY3-12358" fmla="*/ 0 h 10000"/>
              <a:gd name="connsiteX4-12359" fmla="*/ 4893 w 10041"/>
              <a:gd name="connsiteY4-12360" fmla="*/ 0 h 10000"/>
              <a:gd name="connsiteX5-12361" fmla="*/ 5430 w 10041"/>
              <a:gd name="connsiteY5-12362" fmla="*/ 93 h 10000"/>
              <a:gd name="connsiteX6-12363" fmla="*/ 6207 w 10041"/>
              <a:gd name="connsiteY6-12364" fmla="*/ 204 h 10000"/>
              <a:gd name="connsiteX7-12365" fmla="*/ 6447 w 10041"/>
              <a:gd name="connsiteY7-12366" fmla="*/ 297 h 10000"/>
              <a:gd name="connsiteX8-12367" fmla="*/ 6930 w 10041"/>
              <a:gd name="connsiteY8-12368" fmla="*/ 482 h 10000"/>
              <a:gd name="connsiteX9-12369" fmla="*/ 7220 w 10041"/>
              <a:gd name="connsiteY9-12370" fmla="*/ 594 h 10000"/>
              <a:gd name="connsiteX10-12371" fmla="*/ 7716 w 10041"/>
              <a:gd name="connsiteY10-12372" fmla="*/ 686 h 10000"/>
              <a:gd name="connsiteX11-12373" fmla="*/ 8246 w 10041"/>
              <a:gd name="connsiteY11-12374" fmla="*/ 891 h 10000"/>
              <a:gd name="connsiteX12-12375" fmla="*/ 8728 w 10041"/>
              <a:gd name="connsiteY12-12376" fmla="*/ 983 h 10000"/>
              <a:gd name="connsiteX13-12377" fmla="*/ 9022 w 10041"/>
              <a:gd name="connsiteY13-12378" fmla="*/ 1169 h 10000"/>
              <a:gd name="connsiteX14-12379" fmla="*/ 9509 w 10041"/>
              <a:gd name="connsiteY14-12380" fmla="*/ 1280 h 10000"/>
              <a:gd name="connsiteX15-12381" fmla="*/ 9747 w 10041"/>
              <a:gd name="connsiteY15-12382" fmla="*/ 1373 h 10000"/>
              <a:gd name="connsiteX16-12383" fmla="*/ 9747 w 10041"/>
              <a:gd name="connsiteY16-12384" fmla="*/ 1466 h 10000"/>
              <a:gd name="connsiteX17-12385" fmla="*/ 10041 w 10041"/>
              <a:gd name="connsiteY17-12386" fmla="*/ 1466 h 10000"/>
              <a:gd name="connsiteX18-12387" fmla="*/ 10041 w 10041"/>
              <a:gd name="connsiteY18-12388" fmla="*/ 1577 h 10000"/>
              <a:gd name="connsiteX19-12389" fmla="*/ 10041 w 10041"/>
              <a:gd name="connsiteY19-12390" fmla="*/ 1670 h 10000"/>
              <a:gd name="connsiteX20-12391" fmla="*/ 9747 w 10041"/>
              <a:gd name="connsiteY20-12392" fmla="*/ 1763 h 10000"/>
              <a:gd name="connsiteX21-12393" fmla="*/ 9509 w 10041"/>
              <a:gd name="connsiteY21-12394" fmla="*/ 1763 h 10000"/>
              <a:gd name="connsiteX22-12395" fmla="*/ 9266 w 10041"/>
              <a:gd name="connsiteY22-12396" fmla="*/ 1855 h 10000"/>
              <a:gd name="connsiteX23-12397" fmla="*/ 9022 w 10041"/>
              <a:gd name="connsiteY23-12398" fmla="*/ 1855 h 10000"/>
              <a:gd name="connsiteX24-12399" fmla="*/ 9022 w 10041"/>
              <a:gd name="connsiteY24-12400" fmla="*/ 1967 h 10000"/>
              <a:gd name="connsiteX25-12401" fmla="*/ 8728 w 10041"/>
              <a:gd name="connsiteY25-12402" fmla="*/ 2059 h 10000"/>
              <a:gd name="connsiteX26-12403" fmla="*/ 8487 w 10041"/>
              <a:gd name="connsiteY26-12404" fmla="*/ 2263 h 10000"/>
              <a:gd name="connsiteX27-12405" fmla="*/ 8487 w 10041"/>
              <a:gd name="connsiteY27-12406" fmla="*/ 2449 h 10000"/>
              <a:gd name="connsiteX28-12407" fmla="*/ 8246 w 10041"/>
              <a:gd name="connsiteY28-12408" fmla="*/ 2653 h 10000"/>
              <a:gd name="connsiteX29-12409" fmla="*/ 8246 w 10041"/>
              <a:gd name="connsiteY29-12410" fmla="*/ 2950 h 10000"/>
              <a:gd name="connsiteX30-12411" fmla="*/ 8246 w 10041"/>
              <a:gd name="connsiteY30-12412" fmla="*/ 3135 h 10000"/>
              <a:gd name="connsiteX31-12413" fmla="*/ 7951 w 10041"/>
              <a:gd name="connsiteY31-12414" fmla="*/ 3432 h 10000"/>
              <a:gd name="connsiteX32-12415" fmla="*/ 7951 w 10041"/>
              <a:gd name="connsiteY32-12416" fmla="*/ 3822 h 10000"/>
              <a:gd name="connsiteX33-12417" fmla="*/ 7716 w 10041"/>
              <a:gd name="connsiteY33-12418" fmla="*/ 4119 h 10000"/>
              <a:gd name="connsiteX34-12419" fmla="*/ 7468 w 10041"/>
              <a:gd name="connsiteY34-12420" fmla="*/ 4508 h 10000"/>
              <a:gd name="connsiteX35-12421" fmla="*/ 7220 w 10041"/>
              <a:gd name="connsiteY35-12422" fmla="*/ 4898 h 10000"/>
              <a:gd name="connsiteX36-12423" fmla="*/ 6930 w 10041"/>
              <a:gd name="connsiteY36-12424" fmla="*/ 5288 h 10000"/>
              <a:gd name="connsiteX37-12425" fmla="*/ 6447 w 10041"/>
              <a:gd name="connsiteY37-12426" fmla="*/ 6178 h 10000"/>
              <a:gd name="connsiteX38-12427" fmla="*/ 6207 w 10041"/>
              <a:gd name="connsiteY38-12428" fmla="*/ 6568 h 10000"/>
              <a:gd name="connsiteX39-12429" fmla="*/ 5919 w 10041"/>
              <a:gd name="connsiteY39-12430" fmla="*/ 6957 h 10000"/>
              <a:gd name="connsiteX40-12431" fmla="*/ 5672 w 10041"/>
              <a:gd name="connsiteY40-12432" fmla="*/ 7347 h 10000"/>
              <a:gd name="connsiteX41-12433" fmla="*/ 5430 w 10041"/>
              <a:gd name="connsiteY41-12434" fmla="*/ 7737 h 10000"/>
              <a:gd name="connsiteX42-12435" fmla="*/ 5135 w 10041"/>
              <a:gd name="connsiteY42-12436" fmla="*/ 8033 h 10000"/>
              <a:gd name="connsiteX43-12437" fmla="*/ 5135 w 10041"/>
              <a:gd name="connsiteY43-12438" fmla="*/ 8237 h 10000"/>
              <a:gd name="connsiteX44-12439" fmla="*/ 4893 w 10041"/>
              <a:gd name="connsiteY44-12440" fmla="*/ 8534 h 10000"/>
              <a:gd name="connsiteX45-12441" fmla="*/ 4654 w 10041"/>
              <a:gd name="connsiteY45-12442" fmla="*/ 8720 h 10000"/>
              <a:gd name="connsiteX46-12443" fmla="*/ 4119 w 10041"/>
              <a:gd name="connsiteY46-12444" fmla="*/ 9017 h 10000"/>
              <a:gd name="connsiteX47-12445" fmla="*/ 3631 w 10041"/>
              <a:gd name="connsiteY47-12446" fmla="*/ 9314 h 10000"/>
              <a:gd name="connsiteX48-12447" fmla="*/ 3096 w 10041"/>
              <a:gd name="connsiteY48-12448" fmla="*/ 9610 h 10000"/>
              <a:gd name="connsiteX49-12449" fmla="*/ 2615 w 10041"/>
              <a:gd name="connsiteY49-12450" fmla="*/ 9703 h 10000"/>
              <a:gd name="connsiteX50-12451" fmla="*/ 2077 w 10041"/>
              <a:gd name="connsiteY50-12452" fmla="*/ 9889 h 10000"/>
              <a:gd name="connsiteX51-12453" fmla="*/ 1542 w 10041"/>
              <a:gd name="connsiteY51-12454" fmla="*/ 10000 h 10000"/>
              <a:gd name="connsiteX52-12455" fmla="*/ 1059 w 10041"/>
              <a:gd name="connsiteY52-12456" fmla="*/ 10000 h 10000"/>
              <a:gd name="connsiteX53-12457" fmla="*/ 524 w 10041"/>
              <a:gd name="connsiteY53-12458" fmla="*/ 10000 h 10000"/>
              <a:gd name="connsiteX54-12459" fmla="*/ 524 w 10041"/>
              <a:gd name="connsiteY54-12460" fmla="*/ 9889 h 10000"/>
              <a:gd name="connsiteX55-12461" fmla="*/ 278 w 10041"/>
              <a:gd name="connsiteY55-12462" fmla="*/ 9889 h 10000"/>
              <a:gd name="connsiteX56-12463" fmla="*/ 278 w 10041"/>
              <a:gd name="connsiteY56-12464" fmla="*/ 9796 h 10000"/>
              <a:gd name="connsiteX57-12465" fmla="*/ 278 w 10041"/>
              <a:gd name="connsiteY57-12466" fmla="*/ 9610 h 10000"/>
              <a:gd name="connsiteX58-12467" fmla="*/ 278 w 10041"/>
              <a:gd name="connsiteY58-12468" fmla="*/ 9499 h 10000"/>
              <a:gd name="connsiteX59-12469" fmla="*/ 278 w 10041"/>
              <a:gd name="connsiteY59-12470" fmla="*/ 9406 h 10000"/>
              <a:gd name="connsiteX60-12471" fmla="*/ 278 w 10041"/>
              <a:gd name="connsiteY60-12472" fmla="*/ 9202 h 10000"/>
              <a:gd name="connsiteX61-12473" fmla="*/ 278 w 10041"/>
              <a:gd name="connsiteY61-12474" fmla="*/ 9017 h 10000"/>
              <a:gd name="connsiteX62-12475" fmla="*/ 41 w 10041"/>
              <a:gd name="connsiteY62-12476" fmla="*/ 7440 h 10000"/>
              <a:gd name="connsiteX63-12477" fmla="*/ 524 w 10041"/>
              <a:gd name="connsiteY63-12478" fmla="*/ 7551 h 10000"/>
              <a:gd name="connsiteX64-12479" fmla="*/ 822 w 10041"/>
              <a:gd name="connsiteY64-12480" fmla="*/ 7551 h 10000"/>
              <a:gd name="connsiteX65-12481" fmla="*/ 1059 w 10041"/>
              <a:gd name="connsiteY65-12482" fmla="*/ 7644 h 10000"/>
              <a:gd name="connsiteX66-12483" fmla="*/ 1304 w 10041"/>
              <a:gd name="connsiteY66-12484" fmla="*/ 7644 h 10000"/>
              <a:gd name="connsiteX67-12485" fmla="*/ 1542 w 10041"/>
              <a:gd name="connsiteY67-12486" fmla="*/ 7644 h 10000"/>
              <a:gd name="connsiteX68-12487" fmla="*/ 1835 w 10041"/>
              <a:gd name="connsiteY68-12488" fmla="*/ 7644 h 10000"/>
              <a:gd name="connsiteX69-12489" fmla="*/ 2077 w 10041"/>
              <a:gd name="connsiteY69-12490" fmla="*/ 7551 h 10000"/>
              <a:gd name="connsiteX70-12491" fmla="*/ 2324 w 10041"/>
              <a:gd name="connsiteY70-12492" fmla="*/ 7440 h 10000"/>
              <a:gd name="connsiteX71-12493" fmla="*/ 2324 w 10041"/>
              <a:gd name="connsiteY71-12494" fmla="*/ 7347 h 10000"/>
              <a:gd name="connsiteX72-12495" fmla="*/ 2615 w 10041"/>
              <a:gd name="connsiteY72-12496" fmla="*/ 7254 h 10000"/>
              <a:gd name="connsiteX73-12497" fmla="*/ 2852 w 10041"/>
              <a:gd name="connsiteY73-12498" fmla="*/ 7050 h 10000"/>
              <a:gd name="connsiteX74-12499" fmla="*/ 2852 w 10041"/>
              <a:gd name="connsiteY74-12500" fmla="*/ 6865 h 10000"/>
              <a:gd name="connsiteX75-12501" fmla="*/ 3096 w 10041"/>
              <a:gd name="connsiteY75-12502" fmla="*/ 6660 h 10000"/>
              <a:gd name="connsiteX76-12503" fmla="*/ 3340 w 10041"/>
              <a:gd name="connsiteY76-12504" fmla="*/ 6364 h 10000"/>
              <a:gd name="connsiteX77-12505" fmla="*/ 3631 w 10041"/>
              <a:gd name="connsiteY77-12506" fmla="*/ 6067 h 10000"/>
              <a:gd name="connsiteX78-12507" fmla="*/ 3631 w 10041"/>
              <a:gd name="connsiteY78-12508" fmla="*/ 5677 h 10000"/>
              <a:gd name="connsiteX79-12509" fmla="*/ 4119 w 10041"/>
              <a:gd name="connsiteY79-12510" fmla="*/ 4991 h 10000"/>
              <a:gd name="connsiteX80-12511" fmla="*/ 4418 w 10041"/>
              <a:gd name="connsiteY80-12512" fmla="*/ 4212 h 10000"/>
              <a:gd name="connsiteX81-12513" fmla="*/ 4418 w 10041"/>
              <a:gd name="connsiteY81-12514" fmla="*/ 3525 h 10000"/>
              <a:gd name="connsiteX82-12515" fmla="*/ 4654 w 10041"/>
              <a:gd name="connsiteY82-12516" fmla="*/ 2839 h 10000"/>
              <a:gd name="connsiteX83-12517" fmla="*/ 4654 w 10041"/>
              <a:gd name="connsiteY83-12518" fmla="*/ 2542 h 10000"/>
              <a:gd name="connsiteX84-12519" fmla="*/ 4654 w 10041"/>
              <a:gd name="connsiteY84-12520" fmla="*/ 2263 h 10000"/>
              <a:gd name="connsiteX85-12521" fmla="*/ 4654 w 10041"/>
              <a:gd name="connsiteY85-12522" fmla="*/ 2059 h 10000"/>
              <a:gd name="connsiteX86-12523" fmla="*/ 4654 w 10041"/>
              <a:gd name="connsiteY86-12524" fmla="*/ 1855 h 10000"/>
              <a:gd name="connsiteX87-12525" fmla="*/ 4654 w 10041"/>
              <a:gd name="connsiteY87-12526" fmla="*/ 1670 h 10000"/>
              <a:gd name="connsiteX88-12527" fmla="*/ 4654 w 10041"/>
              <a:gd name="connsiteY88-12528" fmla="*/ 1577 h 10000"/>
              <a:gd name="connsiteX89-12529" fmla="*/ 4418 w 10041"/>
              <a:gd name="connsiteY89-12530" fmla="*/ 1466 h 10000"/>
              <a:gd name="connsiteX90-12531" fmla="*/ 4418 w 10041"/>
              <a:gd name="connsiteY90-12532" fmla="*/ 1373 h 10000"/>
              <a:gd name="connsiteX91-12533" fmla="*/ 4418 w 10041"/>
              <a:gd name="connsiteY91-12534" fmla="*/ 1280 h 10000"/>
              <a:gd name="connsiteX92-12535" fmla="*/ 4119 w 10041"/>
              <a:gd name="connsiteY92-12536" fmla="*/ 1280 h 10000"/>
              <a:gd name="connsiteX93-12537" fmla="*/ 3882 w 10041"/>
              <a:gd name="connsiteY93-12538" fmla="*/ 1169 h 10000"/>
              <a:gd name="connsiteX94-12539" fmla="*/ 3882 w 10041"/>
              <a:gd name="connsiteY94-12540" fmla="*/ 1169 h 10000"/>
              <a:gd name="connsiteX95-12541" fmla="*/ 3631 w 10041"/>
              <a:gd name="connsiteY95-12542" fmla="*/ 297 h 10000"/>
              <a:gd name="connsiteX96-12543" fmla="*/ 3631 w 10041"/>
              <a:gd name="connsiteY96-12544" fmla="*/ 204 h 10000"/>
              <a:gd name="connsiteX97-12545" fmla="*/ 3631 w 10041"/>
              <a:gd name="connsiteY97-12546" fmla="*/ 204 h 10000"/>
              <a:gd name="connsiteX0-12547" fmla="*/ 3353 w 9763"/>
              <a:gd name="connsiteY0-12548" fmla="*/ 204 h 10000"/>
              <a:gd name="connsiteX1-12549" fmla="*/ 3604 w 9763"/>
              <a:gd name="connsiteY1-12550" fmla="*/ 93 h 10000"/>
              <a:gd name="connsiteX2-12551" fmla="*/ 4140 w 9763"/>
              <a:gd name="connsiteY2-12552" fmla="*/ 93 h 10000"/>
              <a:gd name="connsiteX3-12553" fmla="*/ 4376 w 9763"/>
              <a:gd name="connsiteY3-12554" fmla="*/ 0 h 10000"/>
              <a:gd name="connsiteX4-12555" fmla="*/ 4615 w 9763"/>
              <a:gd name="connsiteY4-12556" fmla="*/ 0 h 10000"/>
              <a:gd name="connsiteX5-12557" fmla="*/ 5152 w 9763"/>
              <a:gd name="connsiteY5-12558" fmla="*/ 93 h 10000"/>
              <a:gd name="connsiteX6-12559" fmla="*/ 5929 w 9763"/>
              <a:gd name="connsiteY6-12560" fmla="*/ 204 h 10000"/>
              <a:gd name="connsiteX7-12561" fmla="*/ 6169 w 9763"/>
              <a:gd name="connsiteY7-12562" fmla="*/ 297 h 10000"/>
              <a:gd name="connsiteX8-12563" fmla="*/ 6652 w 9763"/>
              <a:gd name="connsiteY8-12564" fmla="*/ 482 h 10000"/>
              <a:gd name="connsiteX9-12565" fmla="*/ 6942 w 9763"/>
              <a:gd name="connsiteY9-12566" fmla="*/ 594 h 10000"/>
              <a:gd name="connsiteX10-12567" fmla="*/ 7438 w 9763"/>
              <a:gd name="connsiteY10-12568" fmla="*/ 686 h 10000"/>
              <a:gd name="connsiteX11-12569" fmla="*/ 7968 w 9763"/>
              <a:gd name="connsiteY11-12570" fmla="*/ 891 h 10000"/>
              <a:gd name="connsiteX12-12571" fmla="*/ 8450 w 9763"/>
              <a:gd name="connsiteY12-12572" fmla="*/ 983 h 10000"/>
              <a:gd name="connsiteX13-12573" fmla="*/ 8744 w 9763"/>
              <a:gd name="connsiteY13-12574" fmla="*/ 1169 h 10000"/>
              <a:gd name="connsiteX14-12575" fmla="*/ 9231 w 9763"/>
              <a:gd name="connsiteY14-12576" fmla="*/ 1280 h 10000"/>
              <a:gd name="connsiteX15-12577" fmla="*/ 9469 w 9763"/>
              <a:gd name="connsiteY15-12578" fmla="*/ 1373 h 10000"/>
              <a:gd name="connsiteX16-12579" fmla="*/ 9469 w 9763"/>
              <a:gd name="connsiteY16-12580" fmla="*/ 1466 h 10000"/>
              <a:gd name="connsiteX17-12581" fmla="*/ 9763 w 9763"/>
              <a:gd name="connsiteY17-12582" fmla="*/ 1466 h 10000"/>
              <a:gd name="connsiteX18-12583" fmla="*/ 9763 w 9763"/>
              <a:gd name="connsiteY18-12584" fmla="*/ 1577 h 10000"/>
              <a:gd name="connsiteX19-12585" fmla="*/ 9763 w 9763"/>
              <a:gd name="connsiteY19-12586" fmla="*/ 1670 h 10000"/>
              <a:gd name="connsiteX20-12587" fmla="*/ 9469 w 9763"/>
              <a:gd name="connsiteY20-12588" fmla="*/ 1763 h 10000"/>
              <a:gd name="connsiteX21-12589" fmla="*/ 9231 w 9763"/>
              <a:gd name="connsiteY21-12590" fmla="*/ 1763 h 10000"/>
              <a:gd name="connsiteX22-12591" fmla="*/ 8988 w 9763"/>
              <a:gd name="connsiteY22-12592" fmla="*/ 1855 h 10000"/>
              <a:gd name="connsiteX23-12593" fmla="*/ 8744 w 9763"/>
              <a:gd name="connsiteY23-12594" fmla="*/ 1855 h 10000"/>
              <a:gd name="connsiteX24-12595" fmla="*/ 8744 w 9763"/>
              <a:gd name="connsiteY24-12596" fmla="*/ 1967 h 10000"/>
              <a:gd name="connsiteX25-12597" fmla="*/ 8450 w 9763"/>
              <a:gd name="connsiteY25-12598" fmla="*/ 2059 h 10000"/>
              <a:gd name="connsiteX26-12599" fmla="*/ 8209 w 9763"/>
              <a:gd name="connsiteY26-12600" fmla="*/ 2263 h 10000"/>
              <a:gd name="connsiteX27-12601" fmla="*/ 8209 w 9763"/>
              <a:gd name="connsiteY27-12602" fmla="*/ 2449 h 10000"/>
              <a:gd name="connsiteX28-12603" fmla="*/ 7968 w 9763"/>
              <a:gd name="connsiteY28-12604" fmla="*/ 2653 h 10000"/>
              <a:gd name="connsiteX29-12605" fmla="*/ 7968 w 9763"/>
              <a:gd name="connsiteY29-12606" fmla="*/ 2950 h 10000"/>
              <a:gd name="connsiteX30-12607" fmla="*/ 7968 w 9763"/>
              <a:gd name="connsiteY30-12608" fmla="*/ 3135 h 10000"/>
              <a:gd name="connsiteX31-12609" fmla="*/ 7673 w 9763"/>
              <a:gd name="connsiteY31-12610" fmla="*/ 3432 h 10000"/>
              <a:gd name="connsiteX32-12611" fmla="*/ 7673 w 9763"/>
              <a:gd name="connsiteY32-12612" fmla="*/ 3822 h 10000"/>
              <a:gd name="connsiteX33-12613" fmla="*/ 7438 w 9763"/>
              <a:gd name="connsiteY33-12614" fmla="*/ 4119 h 10000"/>
              <a:gd name="connsiteX34-12615" fmla="*/ 7190 w 9763"/>
              <a:gd name="connsiteY34-12616" fmla="*/ 4508 h 10000"/>
              <a:gd name="connsiteX35-12617" fmla="*/ 6942 w 9763"/>
              <a:gd name="connsiteY35-12618" fmla="*/ 4898 h 10000"/>
              <a:gd name="connsiteX36-12619" fmla="*/ 6652 w 9763"/>
              <a:gd name="connsiteY36-12620" fmla="*/ 5288 h 10000"/>
              <a:gd name="connsiteX37-12621" fmla="*/ 6169 w 9763"/>
              <a:gd name="connsiteY37-12622" fmla="*/ 6178 h 10000"/>
              <a:gd name="connsiteX38-12623" fmla="*/ 5929 w 9763"/>
              <a:gd name="connsiteY38-12624" fmla="*/ 6568 h 10000"/>
              <a:gd name="connsiteX39-12625" fmla="*/ 5641 w 9763"/>
              <a:gd name="connsiteY39-12626" fmla="*/ 6957 h 10000"/>
              <a:gd name="connsiteX40-12627" fmla="*/ 5394 w 9763"/>
              <a:gd name="connsiteY40-12628" fmla="*/ 7347 h 10000"/>
              <a:gd name="connsiteX41-12629" fmla="*/ 5152 w 9763"/>
              <a:gd name="connsiteY41-12630" fmla="*/ 7737 h 10000"/>
              <a:gd name="connsiteX42-12631" fmla="*/ 4857 w 9763"/>
              <a:gd name="connsiteY42-12632" fmla="*/ 8033 h 10000"/>
              <a:gd name="connsiteX43-12633" fmla="*/ 4857 w 9763"/>
              <a:gd name="connsiteY43-12634" fmla="*/ 8237 h 10000"/>
              <a:gd name="connsiteX44-12635" fmla="*/ 4615 w 9763"/>
              <a:gd name="connsiteY44-12636" fmla="*/ 8534 h 10000"/>
              <a:gd name="connsiteX45-12637" fmla="*/ 4376 w 9763"/>
              <a:gd name="connsiteY45-12638" fmla="*/ 8720 h 10000"/>
              <a:gd name="connsiteX46-12639" fmla="*/ 3841 w 9763"/>
              <a:gd name="connsiteY46-12640" fmla="*/ 9017 h 10000"/>
              <a:gd name="connsiteX47-12641" fmla="*/ 3353 w 9763"/>
              <a:gd name="connsiteY47-12642" fmla="*/ 9314 h 10000"/>
              <a:gd name="connsiteX48-12643" fmla="*/ 2818 w 9763"/>
              <a:gd name="connsiteY48-12644" fmla="*/ 9610 h 10000"/>
              <a:gd name="connsiteX49-12645" fmla="*/ 2337 w 9763"/>
              <a:gd name="connsiteY49-12646" fmla="*/ 9703 h 10000"/>
              <a:gd name="connsiteX50-12647" fmla="*/ 1799 w 9763"/>
              <a:gd name="connsiteY50-12648" fmla="*/ 9889 h 10000"/>
              <a:gd name="connsiteX51-12649" fmla="*/ 1264 w 9763"/>
              <a:gd name="connsiteY51-12650" fmla="*/ 10000 h 10000"/>
              <a:gd name="connsiteX52-12651" fmla="*/ 781 w 9763"/>
              <a:gd name="connsiteY52-12652" fmla="*/ 10000 h 10000"/>
              <a:gd name="connsiteX53-12653" fmla="*/ 246 w 9763"/>
              <a:gd name="connsiteY53-12654" fmla="*/ 10000 h 10000"/>
              <a:gd name="connsiteX54-12655" fmla="*/ 246 w 9763"/>
              <a:gd name="connsiteY54-12656" fmla="*/ 9889 h 10000"/>
              <a:gd name="connsiteX55-12657" fmla="*/ 0 w 9763"/>
              <a:gd name="connsiteY55-12658" fmla="*/ 9889 h 10000"/>
              <a:gd name="connsiteX56-12659" fmla="*/ 0 w 9763"/>
              <a:gd name="connsiteY56-12660" fmla="*/ 9796 h 10000"/>
              <a:gd name="connsiteX57-12661" fmla="*/ 0 w 9763"/>
              <a:gd name="connsiteY57-12662" fmla="*/ 9610 h 10000"/>
              <a:gd name="connsiteX58-12663" fmla="*/ 0 w 9763"/>
              <a:gd name="connsiteY58-12664" fmla="*/ 9499 h 10000"/>
              <a:gd name="connsiteX59-12665" fmla="*/ 0 w 9763"/>
              <a:gd name="connsiteY59-12666" fmla="*/ 9406 h 10000"/>
              <a:gd name="connsiteX60-12667" fmla="*/ 0 w 9763"/>
              <a:gd name="connsiteY60-12668" fmla="*/ 9202 h 10000"/>
              <a:gd name="connsiteX61-12669" fmla="*/ 0 w 9763"/>
              <a:gd name="connsiteY61-12670" fmla="*/ 9017 h 10000"/>
              <a:gd name="connsiteX62-12671" fmla="*/ 246 w 9763"/>
              <a:gd name="connsiteY62-12672" fmla="*/ 7551 h 10000"/>
              <a:gd name="connsiteX63-12673" fmla="*/ 544 w 9763"/>
              <a:gd name="connsiteY63-12674" fmla="*/ 7551 h 10000"/>
              <a:gd name="connsiteX64-12675" fmla="*/ 781 w 9763"/>
              <a:gd name="connsiteY64-12676" fmla="*/ 7644 h 10000"/>
              <a:gd name="connsiteX65-12677" fmla="*/ 1026 w 9763"/>
              <a:gd name="connsiteY65-12678" fmla="*/ 7644 h 10000"/>
              <a:gd name="connsiteX66-12679" fmla="*/ 1264 w 9763"/>
              <a:gd name="connsiteY66-12680" fmla="*/ 7644 h 10000"/>
              <a:gd name="connsiteX67-12681" fmla="*/ 1557 w 9763"/>
              <a:gd name="connsiteY67-12682" fmla="*/ 7644 h 10000"/>
              <a:gd name="connsiteX68-12683" fmla="*/ 1799 w 9763"/>
              <a:gd name="connsiteY68-12684" fmla="*/ 7551 h 10000"/>
              <a:gd name="connsiteX69-12685" fmla="*/ 2046 w 9763"/>
              <a:gd name="connsiteY69-12686" fmla="*/ 7440 h 10000"/>
              <a:gd name="connsiteX70-12687" fmla="*/ 2046 w 9763"/>
              <a:gd name="connsiteY70-12688" fmla="*/ 7347 h 10000"/>
              <a:gd name="connsiteX71-12689" fmla="*/ 2337 w 9763"/>
              <a:gd name="connsiteY71-12690" fmla="*/ 7254 h 10000"/>
              <a:gd name="connsiteX72-12691" fmla="*/ 2574 w 9763"/>
              <a:gd name="connsiteY72-12692" fmla="*/ 7050 h 10000"/>
              <a:gd name="connsiteX73-12693" fmla="*/ 2574 w 9763"/>
              <a:gd name="connsiteY73-12694" fmla="*/ 6865 h 10000"/>
              <a:gd name="connsiteX74-12695" fmla="*/ 2818 w 9763"/>
              <a:gd name="connsiteY74-12696" fmla="*/ 6660 h 10000"/>
              <a:gd name="connsiteX75-12697" fmla="*/ 3062 w 9763"/>
              <a:gd name="connsiteY75-12698" fmla="*/ 6364 h 10000"/>
              <a:gd name="connsiteX76-12699" fmla="*/ 3353 w 9763"/>
              <a:gd name="connsiteY76-12700" fmla="*/ 6067 h 10000"/>
              <a:gd name="connsiteX77-12701" fmla="*/ 3353 w 9763"/>
              <a:gd name="connsiteY77-12702" fmla="*/ 5677 h 10000"/>
              <a:gd name="connsiteX78-12703" fmla="*/ 3841 w 9763"/>
              <a:gd name="connsiteY78-12704" fmla="*/ 4991 h 10000"/>
              <a:gd name="connsiteX79-12705" fmla="*/ 4140 w 9763"/>
              <a:gd name="connsiteY79-12706" fmla="*/ 4212 h 10000"/>
              <a:gd name="connsiteX80-12707" fmla="*/ 4140 w 9763"/>
              <a:gd name="connsiteY80-12708" fmla="*/ 3525 h 10000"/>
              <a:gd name="connsiteX81-12709" fmla="*/ 4376 w 9763"/>
              <a:gd name="connsiteY81-12710" fmla="*/ 2839 h 10000"/>
              <a:gd name="connsiteX82-12711" fmla="*/ 4376 w 9763"/>
              <a:gd name="connsiteY82-12712" fmla="*/ 2542 h 10000"/>
              <a:gd name="connsiteX83-12713" fmla="*/ 4376 w 9763"/>
              <a:gd name="connsiteY83-12714" fmla="*/ 2263 h 10000"/>
              <a:gd name="connsiteX84-12715" fmla="*/ 4376 w 9763"/>
              <a:gd name="connsiteY84-12716" fmla="*/ 2059 h 10000"/>
              <a:gd name="connsiteX85-12717" fmla="*/ 4376 w 9763"/>
              <a:gd name="connsiteY85-12718" fmla="*/ 1855 h 10000"/>
              <a:gd name="connsiteX86-12719" fmla="*/ 4376 w 9763"/>
              <a:gd name="connsiteY86-12720" fmla="*/ 1670 h 10000"/>
              <a:gd name="connsiteX87-12721" fmla="*/ 4376 w 9763"/>
              <a:gd name="connsiteY87-12722" fmla="*/ 1577 h 10000"/>
              <a:gd name="connsiteX88-12723" fmla="*/ 4140 w 9763"/>
              <a:gd name="connsiteY88-12724" fmla="*/ 1466 h 10000"/>
              <a:gd name="connsiteX89-12725" fmla="*/ 4140 w 9763"/>
              <a:gd name="connsiteY89-12726" fmla="*/ 1373 h 10000"/>
              <a:gd name="connsiteX90-12727" fmla="*/ 4140 w 9763"/>
              <a:gd name="connsiteY90-12728" fmla="*/ 1280 h 10000"/>
              <a:gd name="connsiteX91-12729" fmla="*/ 3841 w 9763"/>
              <a:gd name="connsiteY91-12730" fmla="*/ 1280 h 10000"/>
              <a:gd name="connsiteX92-12731" fmla="*/ 3604 w 9763"/>
              <a:gd name="connsiteY92-12732" fmla="*/ 1169 h 10000"/>
              <a:gd name="connsiteX93-12733" fmla="*/ 3604 w 9763"/>
              <a:gd name="connsiteY93-12734" fmla="*/ 1169 h 10000"/>
              <a:gd name="connsiteX94-12735" fmla="*/ 3353 w 9763"/>
              <a:gd name="connsiteY94-12736" fmla="*/ 297 h 10000"/>
              <a:gd name="connsiteX95-12737" fmla="*/ 3353 w 9763"/>
              <a:gd name="connsiteY95-12738" fmla="*/ 204 h 10000"/>
              <a:gd name="connsiteX96-12739" fmla="*/ 3353 w 9763"/>
              <a:gd name="connsiteY96-12740" fmla="*/ 204 h 10000"/>
              <a:gd name="connsiteX0-12741" fmla="*/ 3434 w 10000"/>
              <a:gd name="connsiteY0-12742" fmla="*/ 204 h 10000"/>
              <a:gd name="connsiteX1-12743" fmla="*/ 3691 w 10000"/>
              <a:gd name="connsiteY1-12744" fmla="*/ 93 h 10000"/>
              <a:gd name="connsiteX2-12745" fmla="*/ 4240 w 10000"/>
              <a:gd name="connsiteY2-12746" fmla="*/ 93 h 10000"/>
              <a:gd name="connsiteX3-12747" fmla="*/ 4482 w 10000"/>
              <a:gd name="connsiteY3-12748" fmla="*/ 0 h 10000"/>
              <a:gd name="connsiteX4-12749" fmla="*/ 4727 w 10000"/>
              <a:gd name="connsiteY4-12750" fmla="*/ 0 h 10000"/>
              <a:gd name="connsiteX5-12751" fmla="*/ 5277 w 10000"/>
              <a:gd name="connsiteY5-12752" fmla="*/ 93 h 10000"/>
              <a:gd name="connsiteX6-12753" fmla="*/ 6073 w 10000"/>
              <a:gd name="connsiteY6-12754" fmla="*/ 204 h 10000"/>
              <a:gd name="connsiteX7-12755" fmla="*/ 6319 w 10000"/>
              <a:gd name="connsiteY7-12756" fmla="*/ 297 h 10000"/>
              <a:gd name="connsiteX8-12757" fmla="*/ 6813 w 10000"/>
              <a:gd name="connsiteY8-12758" fmla="*/ 482 h 10000"/>
              <a:gd name="connsiteX9-12759" fmla="*/ 7111 w 10000"/>
              <a:gd name="connsiteY9-12760" fmla="*/ 594 h 10000"/>
              <a:gd name="connsiteX10-12761" fmla="*/ 7619 w 10000"/>
              <a:gd name="connsiteY10-12762" fmla="*/ 686 h 10000"/>
              <a:gd name="connsiteX11-12763" fmla="*/ 8161 w 10000"/>
              <a:gd name="connsiteY11-12764" fmla="*/ 891 h 10000"/>
              <a:gd name="connsiteX12-12765" fmla="*/ 8655 w 10000"/>
              <a:gd name="connsiteY12-12766" fmla="*/ 983 h 10000"/>
              <a:gd name="connsiteX13-12767" fmla="*/ 8956 w 10000"/>
              <a:gd name="connsiteY13-12768" fmla="*/ 1169 h 10000"/>
              <a:gd name="connsiteX14-12769" fmla="*/ 9455 w 10000"/>
              <a:gd name="connsiteY14-12770" fmla="*/ 1280 h 10000"/>
              <a:gd name="connsiteX15-12771" fmla="*/ 9699 w 10000"/>
              <a:gd name="connsiteY15-12772" fmla="*/ 1373 h 10000"/>
              <a:gd name="connsiteX16-12773" fmla="*/ 9699 w 10000"/>
              <a:gd name="connsiteY16-12774" fmla="*/ 1466 h 10000"/>
              <a:gd name="connsiteX17-12775" fmla="*/ 10000 w 10000"/>
              <a:gd name="connsiteY17-12776" fmla="*/ 1466 h 10000"/>
              <a:gd name="connsiteX18-12777" fmla="*/ 10000 w 10000"/>
              <a:gd name="connsiteY18-12778" fmla="*/ 1577 h 10000"/>
              <a:gd name="connsiteX19-12779" fmla="*/ 10000 w 10000"/>
              <a:gd name="connsiteY19-12780" fmla="*/ 1670 h 10000"/>
              <a:gd name="connsiteX20-12781" fmla="*/ 9699 w 10000"/>
              <a:gd name="connsiteY20-12782" fmla="*/ 1763 h 10000"/>
              <a:gd name="connsiteX21-12783" fmla="*/ 9455 w 10000"/>
              <a:gd name="connsiteY21-12784" fmla="*/ 1763 h 10000"/>
              <a:gd name="connsiteX22-12785" fmla="*/ 9206 w 10000"/>
              <a:gd name="connsiteY22-12786" fmla="*/ 1855 h 10000"/>
              <a:gd name="connsiteX23-12787" fmla="*/ 8956 w 10000"/>
              <a:gd name="connsiteY23-12788" fmla="*/ 1855 h 10000"/>
              <a:gd name="connsiteX24-12789" fmla="*/ 8956 w 10000"/>
              <a:gd name="connsiteY24-12790" fmla="*/ 1967 h 10000"/>
              <a:gd name="connsiteX25-12791" fmla="*/ 8655 w 10000"/>
              <a:gd name="connsiteY25-12792" fmla="*/ 2059 h 10000"/>
              <a:gd name="connsiteX26-12793" fmla="*/ 8408 w 10000"/>
              <a:gd name="connsiteY26-12794" fmla="*/ 2263 h 10000"/>
              <a:gd name="connsiteX27-12795" fmla="*/ 8408 w 10000"/>
              <a:gd name="connsiteY27-12796" fmla="*/ 2449 h 10000"/>
              <a:gd name="connsiteX28-12797" fmla="*/ 8161 w 10000"/>
              <a:gd name="connsiteY28-12798" fmla="*/ 2653 h 10000"/>
              <a:gd name="connsiteX29-12799" fmla="*/ 8161 w 10000"/>
              <a:gd name="connsiteY29-12800" fmla="*/ 2950 h 10000"/>
              <a:gd name="connsiteX30-12801" fmla="*/ 8161 w 10000"/>
              <a:gd name="connsiteY30-12802" fmla="*/ 3135 h 10000"/>
              <a:gd name="connsiteX31-12803" fmla="*/ 7859 w 10000"/>
              <a:gd name="connsiteY31-12804" fmla="*/ 3432 h 10000"/>
              <a:gd name="connsiteX32-12805" fmla="*/ 7859 w 10000"/>
              <a:gd name="connsiteY32-12806" fmla="*/ 3822 h 10000"/>
              <a:gd name="connsiteX33-12807" fmla="*/ 7619 w 10000"/>
              <a:gd name="connsiteY33-12808" fmla="*/ 4119 h 10000"/>
              <a:gd name="connsiteX34-12809" fmla="*/ 7365 w 10000"/>
              <a:gd name="connsiteY34-12810" fmla="*/ 4508 h 10000"/>
              <a:gd name="connsiteX35-12811" fmla="*/ 7111 w 10000"/>
              <a:gd name="connsiteY35-12812" fmla="*/ 4898 h 10000"/>
              <a:gd name="connsiteX36-12813" fmla="*/ 6813 w 10000"/>
              <a:gd name="connsiteY36-12814" fmla="*/ 5288 h 10000"/>
              <a:gd name="connsiteX37-12815" fmla="*/ 6319 w 10000"/>
              <a:gd name="connsiteY37-12816" fmla="*/ 6178 h 10000"/>
              <a:gd name="connsiteX38-12817" fmla="*/ 6073 w 10000"/>
              <a:gd name="connsiteY38-12818" fmla="*/ 6568 h 10000"/>
              <a:gd name="connsiteX39-12819" fmla="*/ 5778 w 10000"/>
              <a:gd name="connsiteY39-12820" fmla="*/ 6957 h 10000"/>
              <a:gd name="connsiteX40-12821" fmla="*/ 5525 w 10000"/>
              <a:gd name="connsiteY40-12822" fmla="*/ 7347 h 10000"/>
              <a:gd name="connsiteX41-12823" fmla="*/ 5277 w 10000"/>
              <a:gd name="connsiteY41-12824" fmla="*/ 7737 h 10000"/>
              <a:gd name="connsiteX42-12825" fmla="*/ 4975 w 10000"/>
              <a:gd name="connsiteY42-12826" fmla="*/ 8033 h 10000"/>
              <a:gd name="connsiteX43-12827" fmla="*/ 4975 w 10000"/>
              <a:gd name="connsiteY43-12828" fmla="*/ 8237 h 10000"/>
              <a:gd name="connsiteX44-12829" fmla="*/ 4727 w 10000"/>
              <a:gd name="connsiteY44-12830" fmla="*/ 8534 h 10000"/>
              <a:gd name="connsiteX45-12831" fmla="*/ 4482 w 10000"/>
              <a:gd name="connsiteY45-12832" fmla="*/ 8720 h 10000"/>
              <a:gd name="connsiteX46-12833" fmla="*/ 3934 w 10000"/>
              <a:gd name="connsiteY46-12834" fmla="*/ 9017 h 10000"/>
              <a:gd name="connsiteX47-12835" fmla="*/ 3434 w 10000"/>
              <a:gd name="connsiteY47-12836" fmla="*/ 9314 h 10000"/>
              <a:gd name="connsiteX48-12837" fmla="*/ 2886 w 10000"/>
              <a:gd name="connsiteY48-12838" fmla="*/ 9610 h 10000"/>
              <a:gd name="connsiteX49-12839" fmla="*/ 2394 w 10000"/>
              <a:gd name="connsiteY49-12840" fmla="*/ 9703 h 10000"/>
              <a:gd name="connsiteX50-12841" fmla="*/ 1843 w 10000"/>
              <a:gd name="connsiteY50-12842" fmla="*/ 9889 h 10000"/>
              <a:gd name="connsiteX51-12843" fmla="*/ 1295 w 10000"/>
              <a:gd name="connsiteY51-12844" fmla="*/ 10000 h 10000"/>
              <a:gd name="connsiteX52-12845" fmla="*/ 800 w 10000"/>
              <a:gd name="connsiteY52-12846" fmla="*/ 10000 h 10000"/>
              <a:gd name="connsiteX53-12847" fmla="*/ 252 w 10000"/>
              <a:gd name="connsiteY53-12848" fmla="*/ 10000 h 10000"/>
              <a:gd name="connsiteX54-12849" fmla="*/ 252 w 10000"/>
              <a:gd name="connsiteY54-12850" fmla="*/ 9889 h 10000"/>
              <a:gd name="connsiteX55-12851" fmla="*/ 0 w 10000"/>
              <a:gd name="connsiteY55-12852" fmla="*/ 9889 h 10000"/>
              <a:gd name="connsiteX56-12853" fmla="*/ 0 w 10000"/>
              <a:gd name="connsiteY56-12854" fmla="*/ 9796 h 10000"/>
              <a:gd name="connsiteX57-12855" fmla="*/ 0 w 10000"/>
              <a:gd name="connsiteY57-12856" fmla="*/ 9610 h 10000"/>
              <a:gd name="connsiteX58-12857" fmla="*/ 0 w 10000"/>
              <a:gd name="connsiteY58-12858" fmla="*/ 9499 h 10000"/>
              <a:gd name="connsiteX59-12859" fmla="*/ 0 w 10000"/>
              <a:gd name="connsiteY59-12860" fmla="*/ 9406 h 10000"/>
              <a:gd name="connsiteX60-12861" fmla="*/ 0 w 10000"/>
              <a:gd name="connsiteY60-12862" fmla="*/ 9202 h 10000"/>
              <a:gd name="connsiteX61-12863" fmla="*/ 0 w 10000"/>
              <a:gd name="connsiteY61-12864" fmla="*/ 9017 h 10000"/>
              <a:gd name="connsiteX62-12865" fmla="*/ 557 w 10000"/>
              <a:gd name="connsiteY62-12866" fmla="*/ 7551 h 10000"/>
              <a:gd name="connsiteX63-12867" fmla="*/ 800 w 10000"/>
              <a:gd name="connsiteY63-12868" fmla="*/ 7644 h 10000"/>
              <a:gd name="connsiteX64-12869" fmla="*/ 1051 w 10000"/>
              <a:gd name="connsiteY64-12870" fmla="*/ 7644 h 10000"/>
              <a:gd name="connsiteX65-12871" fmla="*/ 1295 w 10000"/>
              <a:gd name="connsiteY65-12872" fmla="*/ 7644 h 10000"/>
              <a:gd name="connsiteX66-12873" fmla="*/ 1595 w 10000"/>
              <a:gd name="connsiteY66-12874" fmla="*/ 7644 h 10000"/>
              <a:gd name="connsiteX67-12875" fmla="*/ 1843 w 10000"/>
              <a:gd name="connsiteY67-12876" fmla="*/ 7551 h 10000"/>
              <a:gd name="connsiteX68-12877" fmla="*/ 2096 w 10000"/>
              <a:gd name="connsiteY68-12878" fmla="*/ 7440 h 10000"/>
              <a:gd name="connsiteX69-12879" fmla="*/ 2096 w 10000"/>
              <a:gd name="connsiteY69-12880" fmla="*/ 7347 h 10000"/>
              <a:gd name="connsiteX70-12881" fmla="*/ 2394 w 10000"/>
              <a:gd name="connsiteY70-12882" fmla="*/ 7254 h 10000"/>
              <a:gd name="connsiteX71-12883" fmla="*/ 2636 w 10000"/>
              <a:gd name="connsiteY71-12884" fmla="*/ 7050 h 10000"/>
              <a:gd name="connsiteX72-12885" fmla="*/ 2636 w 10000"/>
              <a:gd name="connsiteY72-12886" fmla="*/ 6865 h 10000"/>
              <a:gd name="connsiteX73-12887" fmla="*/ 2886 w 10000"/>
              <a:gd name="connsiteY73-12888" fmla="*/ 6660 h 10000"/>
              <a:gd name="connsiteX74-12889" fmla="*/ 3136 w 10000"/>
              <a:gd name="connsiteY74-12890" fmla="*/ 6364 h 10000"/>
              <a:gd name="connsiteX75-12891" fmla="*/ 3434 w 10000"/>
              <a:gd name="connsiteY75-12892" fmla="*/ 6067 h 10000"/>
              <a:gd name="connsiteX76-12893" fmla="*/ 3434 w 10000"/>
              <a:gd name="connsiteY76-12894" fmla="*/ 5677 h 10000"/>
              <a:gd name="connsiteX77-12895" fmla="*/ 3934 w 10000"/>
              <a:gd name="connsiteY77-12896" fmla="*/ 4991 h 10000"/>
              <a:gd name="connsiteX78-12897" fmla="*/ 4240 w 10000"/>
              <a:gd name="connsiteY78-12898" fmla="*/ 4212 h 10000"/>
              <a:gd name="connsiteX79-12899" fmla="*/ 4240 w 10000"/>
              <a:gd name="connsiteY79-12900" fmla="*/ 3525 h 10000"/>
              <a:gd name="connsiteX80-12901" fmla="*/ 4482 w 10000"/>
              <a:gd name="connsiteY80-12902" fmla="*/ 2839 h 10000"/>
              <a:gd name="connsiteX81-12903" fmla="*/ 4482 w 10000"/>
              <a:gd name="connsiteY81-12904" fmla="*/ 2542 h 10000"/>
              <a:gd name="connsiteX82-12905" fmla="*/ 4482 w 10000"/>
              <a:gd name="connsiteY82-12906" fmla="*/ 2263 h 10000"/>
              <a:gd name="connsiteX83-12907" fmla="*/ 4482 w 10000"/>
              <a:gd name="connsiteY83-12908" fmla="*/ 2059 h 10000"/>
              <a:gd name="connsiteX84-12909" fmla="*/ 4482 w 10000"/>
              <a:gd name="connsiteY84-12910" fmla="*/ 1855 h 10000"/>
              <a:gd name="connsiteX85-12911" fmla="*/ 4482 w 10000"/>
              <a:gd name="connsiteY85-12912" fmla="*/ 1670 h 10000"/>
              <a:gd name="connsiteX86-12913" fmla="*/ 4482 w 10000"/>
              <a:gd name="connsiteY86-12914" fmla="*/ 1577 h 10000"/>
              <a:gd name="connsiteX87-12915" fmla="*/ 4240 w 10000"/>
              <a:gd name="connsiteY87-12916" fmla="*/ 1466 h 10000"/>
              <a:gd name="connsiteX88-12917" fmla="*/ 4240 w 10000"/>
              <a:gd name="connsiteY88-12918" fmla="*/ 1373 h 10000"/>
              <a:gd name="connsiteX89-12919" fmla="*/ 4240 w 10000"/>
              <a:gd name="connsiteY89-12920" fmla="*/ 1280 h 10000"/>
              <a:gd name="connsiteX90-12921" fmla="*/ 3934 w 10000"/>
              <a:gd name="connsiteY90-12922" fmla="*/ 1280 h 10000"/>
              <a:gd name="connsiteX91-12923" fmla="*/ 3691 w 10000"/>
              <a:gd name="connsiteY91-12924" fmla="*/ 1169 h 10000"/>
              <a:gd name="connsiteX92-12925" fmla="*/ 3691 w 10000"/>
              <a:gd name="connsiteY92-12926" fmla="*/ 1169 h 10000"/>
              <a:gd name="connsiteX93-12927" fmla="*/ 3434 w 10000"/>
              <a:gd name="connsiteY93-12928" fmla="*/ 297 h 10000"/>
              <a:gd name="connsiteX94-12929" fmla="*/ 3434 w 10000"/>
              <a:gd name="connsiteY94-12930" fmla="*/ 204 h 10000"/>
              <a:gd name="connsiteX95-12931" fmla="*/ 3434 w 10000"/>
              <a:gd name="connsiteY95-12932" fmla="*/ 204 h 10000"/>
              <a:gd name="connsiteX0-12933" fmla="*/ 3434 w 10000"/>
              <a:gd name="connsiteY0-12934" fmla="*/ 204 h 10000"/>
              <a:gd name="connsiteX1-12935" fmla="*/ 3691 w 10000"/>
              <a:gd name="connsiteY1-12936" fmla="*/ 93 h 10000"/>
              <a:gd name="connsiteX2-12937" fmla="*/ 4240 w 10000"/>
              <a:gd name="connsiteY2-12938" fmla="*/ 93 h 10000"/>
              <a:gd name="connsiteX3-12939" fmla="*/ 4482 w 10000"/>
              <a:gd name="connsiteY3-12940" fmla="*/ 0 h 10000"/>
              <a:gd name="connsiteX4-12941" fmla="*/ 4727 w 10000"/>
              <a:gd name="connsiteY4-12942" fmla="*/ 0 h 10000"/>
              <a:gd name="connsiteX5-12943" fmla="*/ 5277 w 10000"/>
              <a:gd name="connsiteY5-12944" fmla="*/ 93 h 10000"/>
              <a:gd name="connsiteX6-12945" fmla="*/ 6073 w 10000"/>
              <a:gd name="connsiteY6-12946" fmla="*/ 204 h 10000"/>
              <a:gd name="connsiteX7-12947" fmla="*/ 6319 w 10000"/>
              <a:gd name="connsiteY7-12948" fmla="*/ 297 h 10000"/>
              <a:gd name="connsiteX8-12949" fmla="*/ 6813 w 10000"/>
              <a:gd name="connsiteY8-12950" fmla="*/ 482 h 10000"/>
              <a:gd name="connsiteX9-12951" fmla="*/ 7111 w 10000"/>
              <a:gd name="connsiteY9-12952" fmla="*/ 594 h 10000"/>
              <a:gd name="connsiteX10-12953" fmla="*/ 7619 w 10000"/>
              <a:gd name="connsiteY10-12954" fmla="*/ 686 h 10000"/>
              <a:gd name="connsiteX11-12955" fmla="*/ 8161 w 10000"/>
              <a:gd name="connsiteY11-12956" fmla="*/ 891 h 10000"/>
              <a:gd name="connsiteX12-12957" fmla="*/ 8655 w 10000"/>
              <a:gd name="connsiteY12-12958" fmla="*/ 983 h 10000"/>
              <a:gd name="connsiteX13-12959" fmla="*/ 8956 w 10000"/>
              <a:gd name="connsiteY13-12960" fmla="*/ 1169 h 10000"/>
              <a:gd name="connsiteX14-12961" fmla="*/ 9455 w 10000"/>
              <a:gd name="connsiteY14-12962" fmla="*/ 1280 h 10000"/>
              <a:gd name="connsiteX15-12963" fmla="*/ 9699 w 10000"/>
              <a:gd name="connsiteY15-12964" fmla="*/ 1373 h 10000"/>
              <a:gd name="connsiteX16-12965" fmla="*/ 9699 w 10000"/>
              <a:gd name="connsiteY16-12966" fmla="*/ 1466 h 10000"/>
              <a:gd name="connsiteX17-12967" fmla="*/ 10000 w 10000"/>
              <a:gd name="connsiteY17-12968" fmla="*/ 1466 h 10000"/>
              <a:gd name="connsiteX18-12969" fmla="*/ 10000 w 10000"/>
              <a:gd name="connsiteY18-12970" fmla="*/ 1577 h 10000"/>
              <a:gd name="connsiteX19-12971" fmla="*/ 10000 w 10000"/>
              <a:gd name="connsiteY19-12972" fmla="*/ 1670 h 10000"/>
              <a:gd name="connsiteX20-12973" fmla="*/ 9699 w 10000"/>
              <a:gd name="connsiteY20-12974" fmla="*/ 1763 h 10000"/>
              <a:gd name="connsiteX21-12975" fmla="*/ 9455 w 10000"/>
              <a:gd name="connsiteY21-12976" fmla="*/ 1763 h 10000"/>
              <a:gd name="connsiteX22-12977" fmla="*/ 9206 w 10000"/>
              <a:gd name="connsiteY22-12978" fmla="*/ 1855 h 10000"/>
              <a:gd name="connsiteX23-12979" fmla="*/ 8956 w 10000"/>
              <a:gd name="connsiteY23-12980" fmla="*/ 1855 h 10000"/>
              <a:gd name="connsiteX24-12981" fmla="*/ 8956 w 10000"/>
              <a:gd name="connsiteY24-12982" fmla="*/ 1967 h 10000"/>
              <a:gd name="connsiteX25-12983" fmla="*/ 8655 w 10000"/>
              <a:gd name="connsiteY25-12984" fmla="*/ 2059 h 10000"/>
              <a:gd name="connsiteX26-12985" fmla="*/ 8408 w 10000"/>
              <a:gd name="connsiteY26-12986" fmla="*/ 2263 h 10000"/>
              <a:gd name="connsiteX27-12987" fmla="*/ 8408 w 10000"/>
              <a:gd name="connsiteY27-12988" fmla="*/ 2449 h 10000"/>
              <a:gd name="connsiteX28-12989" fmla="*/ 8161 w 10000"/>
              <a:gd name="connsiteY28-12990" fmla="*/ 2653 h 10000"/>
              <a:gd name="connsiteX29-12991" fmla="*/ 8161 w 10000"/>
              <a:gd name="connsiteY29-12992" fmla="*/ 2950 h 10000"/>
              <a:gd name="connsiteX30-12993" fmla="*/ 8161 w 10000"/>
              <a:gd name="connsiteY30-12994" fmla="*/ 3135 h 10000"/>
              <a:gd name="connsiteX31-12995" fmla="*/ 7859 w 10000"/>
              <a:gd name="connsiteY31-12996" fmla="*/ 3432 h 10000"/>
              <a:gd name="connsiteX32-12997" fmla="*/ 7859 w 10000"/>
              <a:gd name="connsiteY32-12998" fmla="*/ 3822 h 10000"/>
              <a:gd name="connsiteX33-12999" fmla="*/ 7619 w 10000"/>
              <a:gd name="connsiteY33-13000" fmla="*/ 4119 h 10000"/>
              <a:gd name="connsiteX34-13001" fmla="*/ 7365 w 10000"/>
              <a:gd name="connsiteY34-13002" fmla="*/ 4508 h 10000"/>
              <a:gd name="connsiteX35-13003" fmla="*/ 7111 w 10000"/>
              <a:gd name="connsiteY35-13004" fmla="*/ 4898 h 10000"/>
              <a:gd name="connsiteX36-13005" fmla="*/ 6813 w 10000"/>
              <a:gd name="connsiteY36-13006" fmla="*/ 5288 h 10000"/>
              <a:gd name="connsiteX37-13007" fmla="*/ 6319 w 10000"/>
              <a:gd name="connsiteY37-13008" fmla="*/ 6178 h 10000"/>
              <a:gd name="connsiteX38-13009" fmla="*/ 6073 w 10000"/>
              <a:gd name="connsiteY38-13010" fmla="*/ 6568 h 10000"/>
              <a:gd name="connsiteX39-13011" fmla="*/ 5778 w 10000"/>
              <a:gd name="connsiteY39-13012" fmla="*/ 6957 h 10000"/>
              <a:gd name="connsiteX40-13013" fmla="*/ 5525 w 10000"/>
              <a:gd name="connsiteY40-13014" fmla="*/ 7347 h 10000"/>
              <a:gd name="connsiteX41-13015" fmla="*/ 5277 w 10000"/>
              <a:gd name="connsiteY41-13016" fmla="*/ 7737 h 10000"/>
              <a:gd name="connsiteX42-13017" fmla="*/ 4975 w 10000"/>
              <a:gd name="connsiteY42-13018" fmla="*/ 8033 h 10000"/>
              <a:gd name="connsiteX43-13019" fmla="*/ 4975 w 10000"/>
              <a:gd name="connsiteY43-13020" fmla="*/ 8237 h 10000"/>
              <a:gd name="connsiteX44-13021" fmla="*/ 4727 w 10000"/>
              <a:gd name="connsiteY44-13022" fmla="*/ 8534 h 10000"/>
              <a:gd name="connsiteX45-13023" fmla="*/ 4482 w 10000"/>
              <a:gd name="connsiteY45-13024" fmla="*/ 8720 h 10000"/>
              <a:gd name="connsiteX46-13025" fmla="*/ 3934 w 10000"/>
              <a:gd name="connsiteY46-13026" fmla="*/ 9017 h 10000"/>
              <a:gd name="connsiteX47-13027" fmla="*/ 3434 w 10000"/>
              <a:gd name="connsiteY47-13028" fmla="*/ 9314 h 10000"/>
              <a:gd name="connsiteX48-13029" fmla="*/ 2886 w 10000"/>
              <a:gd name="connsiteY48-13030" fmla="*/ 9610 h 10000"/>
              <a:gd name="connsiteX49-13031" fmla="*/ 2394 w 10000"/>
              <a:gd name="connsiteY49-13032" fmla="*/ 9703 h 10000"/>
              <a:gd name="connsiteX50-13033" fmla="*/ 1843 w 10000"/>
              <a:gd name="connsiteY50-13034" fmla="*/ 9889 h 10000"/>
              <a:gd name="connsiteX51-13035" fmla="*/ 1295 w 10000"/>
              <a:gd name="connsiteY51-13036" fmla="*/ 10000 h 10000"/>
              <a:gd name="connsiteX52-13037" fmla="*/ 800 w 10000"/>
              <a:gd name="connsiteY52-13038" fmla="*/ 10000 h 10000"/>
              <a:gd name="connsiteX53-13039" fmla="*/ 252 w 10000"/>
              <a:gd name="connsiteY53-13040" fmla="*/ 10000 h 10000"/>
              <a:gd name="connsiteX54-13041" fmla="*/ 252 w 10000"/>
              <a:gd name="connsiteY54-13042" fmla="*/ 9889 h 10000"/>
              <a:gd name="connsiteX55-13043" fmla="*/ 0 w 10000"/>
              <a:gd name="connsiteY55-13044" fmla="*/ 9889 h 10000"/>
              <a:gd name="connsiteX56-13045" fmla="*/ 0 w 10000"/>
              <a:gd name="connsiteY56-13046" fmla="*/ 9796 h 10000"/>
              <a:gd name="connsiteX57-13047" fmla="*/ 0 w 10000"/>
              <a:gd name="connsiteY57-13048" fmla="*/ 9610 h 10000"/>
              <a:gd name="connsiteX58-13049" fmla="*/ 0 w 10000"/>
              <a:gd name="connsiteY58-13050" fmla="*/ 9499 h 10000"/>
              <a:gd name="connsiteX59-13051" fmla="*/ 0 w 10000"/>
              <a:gd name="connsiteY59-13052" fmla="*/ 9406 h 10000"/>
              <a:gd name="connsiteX60-13053" fmla="*/ 0 w 10000"/>
              <a:gd name="connsiteY60-13054" fmla="*/ 9202 h 10000"/>
              <a:gd name="connsiteX61-13055" fmla="*/ 0 w 10000"/>
              <a:gd name="connsiteY61-13056" fmla="*/ 9017 h 10000"/>
              <a:gd name="connsiteX62-13057" fmla="*/ 557 w 10000"/>
              <a:gd name="connsiteY62-13058" fmla="*/ 7551 h 10000"/>
              <a:gd name="connsiteX63-13059" fmla="*/ 800 w 10000"/>
              <a:gd name="connsiteY63-13060" fmla="*/ 7644 h 10000"/>
              <a:gd name="connsiteX64-13061" fmla="*/ 1295 w 10000"/>
              <a:gd name="connsiteY64-13062" fmla="*/ 7644 h 10000"/>
              <a:gd name="connsiteX65-13063" fmla="*/ 1595 w 10000"/>
              <a:gd name="connsiteY65-13064" fmla="*/ 7644 h 10000"/>
              <a:gd name="connsiteX66-13065" fmla="*/ 1843 w 10000"/>
              <a:gd name="connsiteY66-13066" fmla="*/ 7551 h 10000"/>
              <a:gd name="connsiteX67-13067" fmla="*/ 2096 w 10000"/>
              <a:gd name="connsiteY67-13068" fmla="*/ 7440 h 10000"/>
              <a:gd name="connsiteX68-13069" fmla="*/ 2096 w 10000"/>
              <a:gd name="connsiteY68-13070" fmla="*/ 7347 h 10000"/>
              <a:gd name="connsiteX69-13071" fmla="*/ 2394 w 10000"/>
              <a:gd name="connsiteY69-13072" fmla="*/ 7254 h 10000"/>
              <a:gd name="connsiteX70-13073" fmla="*/ 2636 w 10000"/>
              <a:gd name="connsiteY70-13074" fmla="*/ 7050 h 10000"/>
              <a:gd name="connsiteX71-13075" fmla="*/ 2636 w 10000"/>
              <a:gd name="connsiteY71-13076" fmla="*/ 6865 h 10000"/>
              <a:gd name="connsiteX72-13077" fmla="*/ 2886 w 10000"/>
              <a:gd name="connsiteY72-13078" fmla="*/ 6660 h 10000"/>
              <a:gd name="connsiteX73-13079" fmla="*/ 3136 w 10000"/>
              <a:gd name="connsiteY73-13080" fmla="*/ 6364 h 10000"/>
              <a:gd name="connsiteX74-13081" fmla="*/ 3434 w 10000"/>
              <a:gd name="connsiteY74-13082" fmla="*/ 6067 h 10000"/>
              <a:gd name="connsiteX75-13083" fmla="*/ 3434 w 10000"/>
              <a:gd name="connsiteY75-13084" fmla="*/ 5677 h 10000"/>
              <a:gd name="connsiteX76-13085" fmla="*/ 3934 w 10000"/>
              <a:gd name="connsiteY76-13086" fmla="*/ 4991 h 10000"/>
              <a:gd name="connsiteX77-13087" fmla="*/ 4240 w 10000"/>
              <a:gd name="connsiteY77-13088" fmla="*/ 4212 h 10000"/>
              <a:gd name="connsiteX78-13089" fmla="*/ 4240 w 10000"/>
              <a:gd name="connsiteY78-13090" fmla="*/ 3525 h 10000"/>
              <a:gd name="connsiteX79-13091" fmla="*/ 4482 w 10000"/>
              <a:gd name="connsiteY79-13092" fmla="*/ 2839 h 10000"/>
              <a:gd name="connsiteX80-13093" fmla="*/ 4482 w 10000"/>
              <a:gd name="connsiteY80-13094" fmla="*/ 2542 h 10000"/>
              <a:gd name="connsiteX81-13095" fmla="*/ 4482 w 10000"/>
              <a:gd name="connsiteY81-13096" fmla="*/ 2263 h 10000"/>
              <a:gd name="connsiteX82-13097" fmla="*/ 4482 w 10000"/>
              <a:gd name="connsiteY82-13098" fmla="*/ 2059 h 10000"/>
              <a:gd name="connsiteX83-13099" fmla="*/ 4482 w 10000"/>
              <a:gd name="connsiteY83-13100" fmla="*/ 1855 h 10000"/>
              <a:gd name="connsiteX84-13101" fmla="*/ 4482 w 10000"/>
              <a:gd name="connsiteY84-13102" fmla="*/ 1670 h 10000"/>
              <a:gd name="connsiteX85-13103" fmla="*/ 4482 w 10000"/>
              <a:gd name="connsiteY85-13104" fmla="*/ 1577 h 10000"/>
              <a:gd name="connsiteX86-13105" fmla="*/ 4240 w 10000"/>
              <a:gd name="connsiteY86-13106" fmla="*/ 1466 h 10000"/>
              <a:gd name="connsiteX87-13107" fmla="*/ 4240 w 10000"/>
              <a:gd name="connsiteY87-13108" fmla="*/ 1373 h 10000"/>
              <a:gd name="connsiteX88-13109" fmla="*/ 4240 w 10000"/>
              <a:gd name="connsiteY88-13110" fmla="*/ 1280 h 10000"/>
              <a:gd name="connsiteX89-13111" fmla="*/ 3934 w 10000"/>
              <a:gd name="connsiteY89-13112" fmla="*/ 1280 h 10000"/>
              <a:gd name="connsiteX90-13113" fmla="*/ 3691 w 10000"/>
              <a:gd name="connsiteY90-13114" fmla="*/ 1169 h 10000"/>
              <a:gd name="connsiteX91-13115" fmla="*/ 3691 w 10000"/>
              <a:gd name="connsiteY91-13116" fmla="*/ 1169 h 10000"/>
              <a:gd name="connsiteX92-13117" fmla="*/ 3434 w 10000"/>
              <a:gd name="connsiteY92-13118" fmla="*/ 297 h 10000"/>
              <a:gd name="connsiteX93-13119" fmla="*/ 3434 w 10000"/>
              <a:gd name="connsiteY93-13120" fmla="*/ 204 h 10000"/>
              <a:gd name="connsiteX94-13121" fmla="*/ 3434 w 10000"/>
              <a:gd name="connsiteY94-13122" fmla="*/ 204 h 10000"/>
              <a:gd name="connsiteX0-13123" fmla="*/ 3434 w 10000"/>
              <a:gd name="connsiteY0-13124" fmla="*/ 204 h 10000"/>
              <a:gd name="connsiteX1-13125" fmla="*/ 3691 w 10000"/>
              <a:gd name="connsiteY1-13126" fmla="*/ 93 h 10000"/>
              <a:gd name="connsiteX2-13127" fmla="*/ 4240 w 10000"/>
              <a:gd name="connsiteY2-13128" fmla="*/ 93 h 10000"/>
              <a:gd name="connsiteX3-13129" fmla="*/ 4482 w 10000"/>
              <a:gd name="connsiteY3-13130" fmla="*/ 0 h 10000"/>
              <a:gd name="connsiteX4-13131" fmla="*/ 4727 w 10000"/>
              <a:gd name="connsiteY4-13132" fmla="*/ 0 h 10000"/>
              <a:gd name="connsiteX5-13133" fmla="*/ 5277 w 10000"/>
              <a:gd name="connsiteY5-13134" fmla="*/ 93 h 10000"/>
              <a:gd name="connsiteX6-13135" fmla="*/ 6073 w 10000"/>
              <a:gd name="connsiteY6-13136" fmla="*/ 204 h 10000"/>
              <a:gd name="connsiteX7-13137" fmla="*/ 6319 w 10000"/>
              <a:gd name="connsiteY7-13138" fmla="*/ 297 h 10000"/>
              <a:gd name="connsiteX8-13139" fmla="*/ 6813 w 10000"/>
              <a:gd name="connsiteY8-13140" fmla="*/ 482 h 10000"/>
              <a:gd name="connsiteX9-13141" fmla="*/ 7111 w 10000"/>
              <a:gd name="connsiteY9-13142" fmla="*/ 594 h 10000"/>
              <a:gd name="connsiteX10-13143" fmla="*/ 7619 w 10000"/>
              <a:gd name="connsiteY10-13144" fmla="*/ 686 h 10000"/>
              <a:gd name="connsiteX11-13145" fmla="*/ 8161 w 10000"/>
              <a:gd name="connsiteY11-13146" fmla="*/ 891 h 10000"/>
              <a:gd name="connsiteX12-13147" fmla="*/ 8655 w 10000"/>
              <a:gd name="connsiteY12-13148" fmla="*/ 983 h 10000"/>
              <a:gd name="connsiteX13-13149" fmla="*/ 8956 w 10000"/>
              <a:gd name="connsiteY13-13150" fmla="*/ 1169 h 10000"/>
              <a:gd name="connsiteX14-13151" fmla="*/ 9455 w 10000"/>
              <a:gd name="connsiteY14-13152" fmla="*/ 1280 h 10000"/>
              <a:gd name="connsiteX15-13153" fmla="*/ 9699 w 10000"/>
              <a:gd name="connsiteY15-13154" fmla="*/ 1373 h 10000"/>
              <a:gd name="connsiteX16-13155" fmla="*/ 9699 w 10000"/>
              <a:gd name="connsiteY16-13156" fmla="*/ 1466 h 10000"/>
              <a:gd name="connsiteX17-13157" fmla="*/ 10000 w 10000"/>
              <a:gd name="connsiteY17-13158" fmla="*/ 1466 h 10000"/>
              <a:gd name="connsiteX18-13159" fmla="*/ 10000 w 10000"/>
              <a:gd name="connsiteY18-13160" fmla="*/ 1577 h 10000"/>
              <a:gd name="connsiteX19-13161" fmla="*/ 10000 w 10000"/>
              <a:gd name="connsiteY19-13162" fmla="*/ 1670 h 10000"/>
              <a:gd name="connsiteX20-13163" fmla="*/ 9699 w 10000"/>
              <a:gd name="connsiteY20-13164" fmla="*/ 1763 h 10000"/>
              <a:gd name="connsiteX21-13165" fmla="*/ 9455 w 10000"/>
              <a:gd name="connsiteY21-13166" fmla="*/ 1763 h 10000"/>
              <a:gd name="connsiteX22-13167" fmla="*/ 9206 w 10000"/>
              <a:gd name="connsiteY22-13168" fmla="*/ 1855 h 10000"/>
              <a:gd name="connsiteX23-13169" fmla="*/ 8956 w 10000"/>
              <a:gd name="connsiteY23-13170" fmla="*/ 1855 h 10000"/>
              <a:gd name="connsiteX24-13171" fmla="*/ 8956 w 10000"/>
              <a:gd name="connsiteY24-13172" fmla="*/ 1967 h 10000"/>
              <a:gd name="connsiteX25-13173" fmla="*/ 8655 w 10000"/>
              <a:gd name="connsiteY25-13174" fmla="*/ 2059 h 10000"/>
              <a:gd name="connsiteX26-13175" fmla="*/ 8408 w 10000"/>
              <a:gd name="connsiteY26-13176" fmla="*/ 2263 h 10000"/>
              <a:gd name="connsiteX27-13177" fmla="*/ 8408 w 10000"/>
              <a:gd name="connsiteY27-13178" fmla="*/ 2449 h 10000"/>
              <a:gd name="connsiteX28-13179" fmla="*/ 8161 w 10000"/>
              <a:gd name="connsiteY28-13180" fmla="*/ 2653 h 10000"/>
              <a:gd name="connsiteX29-13181" fmla="*/ 8161 w 10000"/>
              <a:gd name="connsiteY29-13182" fmla="*/ 2950 h 10000"/>
              <a:gd name="connsiteX30-13183" fmla="*/ 8161 w 10000"/>
              <a:gd name="connsiteY30-13184" fmla="*/ 3135 h 10000"/>
              <a:gd name="connsiteX31-13185" fmla="*/ 7859 w 10000"/>
              <a:gd name="connsiteY31-13186" fmla="*/ 3432 h 10000"/>
              <a:gd name="connsiteX32-13187" fmla="*/ 7859 w 10000"/>
              <a:gd name="connsiteY32-13188" fmla="*/ 3822 h 10000"/>
              <a:gd name="connsiteX33-13189" fmla="*/ 7619 w 10000"/>
              <a:gd name="connsiteY33-13190" fmla="*/ 4119 h 10000"/>
              <a:gd name="connsiteX34-13191" fmla="*/ 7365 w 10000"/>
              <a:gd name="connsiteY34-13192" fmla="*/ 4508 h 10000"/>
              <a:gd name="connsiteX35-13193" fmla="*/ 7111 w 10000"/>
              <a:gd name="connsiteY35-13194" fmla="*/ 4898 h 10000"/>
              <a:gd name="connsiteX36-13195" fmla="*/ 6813 w 10000"/>
              <a:gd name="connsiteY36-13196" fmla="*/ 5288 h 10000"/>
              <a:gd name="connsiteX37-13197" fmla="*/ 6319 w 10000"/>
              <a:gd name="connsiteY37-13198" fmla="*/ 6178 h 10000"/>
              <a:gd name="connsiteX38-13199" fmla="*/ 6073 w 10000"/>
              <a:gd name="connsiteY38-13200" fmla="*/ 6568 h 10000"/>
              <a:gd name="connsiteX39-13201" fmla="*/ 5778 w 10000"/>
              <a:gd name="connsiteY39-13202" fmla="*/ 6957 h 10000"/>
              <a:gd name="connsiteX40-13203" fmla="*/ 5525 w 10000"/>
              <a:gd name="connsiteY40-13204" fmla="*/ 7347 h 10000"/>
              <a:gd name="connsiteX41-13205" fmla="*/ 5277 w 10000"/>
              <a:gd name="connsiteY41-13206" fmla="*/ 7737 h 10000"/>
              <a:gd name="connsiteX42-13207" fmla="*/ 4975 w 10000"/>
              <a:gd name="connsiteY42-13208" fmla="*/ 8033 h 10000"/>
              <a:gd name="connsiteX43-13209" fmla="*/ 4975 w 10000"/>
              <a:gd name="connsiteY43-13210" fmla="*/ 8237 h 10000"/>
              <a:gd name="connsiteX44-13211" fmla="*/ 4727 w 10000"/>
              <a:gd name="connsiteY44-13212" fmla="*/ 8534 h 10000"/>
              <a:gd name="connsiteX45-13213" fmla="*/ 4482 w 10000"/>
              <a:gd name="connsiteY45-13214" fmla="*/ 8720 h 10000"/>
              <a:gd name="connsiteX46-13215" fmla="*/ 3934 w 10000"/>
              <a:gd name="connsiteY46-13216" fmla="*/ 9017 h 10000"/>
              <a:gd name="connsiteX47-13217" fmla="*/ 3434 w 10000"/>
              <a:gd name="connsiteY47-13218" fmla="*/ 9314 h 10000"/>
              <a:gd name="connsiteX48-13219" fmla="*/ 2886 w 10000"/>
              <a:gd name="connsiteY48-13220" fmla="*/ 9610 h 10000"/>
              <a:gd name="connsiteX49-13221" fmla="*/ 2394 w 10000"/>
              <a:gd name="connsiteY49-13222" fmla="*/ 9703 h 10000"/>
              <a:gd name="connsiteX50-13223" fmla="*/ 1843 w 10000"/>
              <a:gd name="connsiteY50-13224" fmla="*/ 9889 h 10000"/>
              <a:gd name="connsiteX51-13225" fmla="*/ 1295 w 10000"/>
              <a:gd name="connsiteY51-13226" fmla="*/ 10000 h 10000"/>
              <a:gd name="connsiteX52-13227" fmla="*/ 800 w 10000"/>
              <a:gd name="connsiteY52-13228" fmla="*/ 10000 h 10000"/>
              <a:gd name="connsiteX53-13229" fmla="*/ 252 w 10000"/>
              <a:gd name="connsiteY53-13230" fmla="*/ 10000 h 10000"/>
              <a:gd name="connsiteX54-13231" fmla="*/ 252 w 10000"/>
              <a:gd name="connsiteY54-13232" fmla="*/ 9889 h 10000"/>
              <a:gd name="connsiteX55-13233" fmla="*/ 0 w 10000"/>
              <a:gd name="connsiteY55-13234" fmla="*/ 9889 h 10000"/>
              <a:gd name="connsiteX56-13235" fmla="*/ 0 w 10000"/>
              <a:gd name="connsiteY56-13236" fmla="*/ 9796 h 10000"/>
              <a:gd name="connsiteX57-13237" fmla="*/ 0 w 10000"/>
              <a:gd name="connsiteY57-13238" fmla="*/ 9610 h 10000"/>
              <a:gd name="connsiteX58-13239" fmla="*/ 0 w 10000"/>
              <a:gd name="connsiteY58-13240" fmla="*/ 9499 h 10000"/>
              <a:gd name="connsiteX59-13241" fmla="*/ 0 w 10000"/>
              <a:gd name="connsiteY59-13242" fmla="*/ 9406 h 10000"/>
              <a:gd name="connsiteX60-13243" fmla="*/ 0 w 10000"/>
              <a:gd name="connsiteY60-13244" fmla="*/ 9017 h 10000"/>
              <a:gd name="connsiteX61-13245" fmla="*/ 557 w 10000"/>
              <a:gd name="connsiteY61-13246" fmla="*/ 7551 h 10000"/>
              <a:gd name="connsiteX62-13247" fmla="*/ 800 w 10000"/>
              <a:gd name="connsiteY62-13248" fmla="*/ 7644 h 10000"/>
              <a:gd name="connsiteX63-13249" fmla="*/ 1295 w 10000"/>
              <a:gd name="connsiteY63-13250" fmla="*/ 7644 h 10000"/>
              <a:gd name="connsiteX64-13251" fmla="*/ 1595 w 10000"/>
              <a:gd name="connsiteY64-13252" fmla="*/ 7644 h 10000"/>
              <a:gd name="connsiteX65-13253" fmla="*/ 1843 w 10000"/>
              <a:gd name="connsiteY65-13254" fmla="*/ 7551 h 10000"/>
              <a:gd name="connsiteX66-13255" fmla="*/ 2096 w 10000"/>
              <a:gd name="connsiteY66-13256" fmla="*/ 7440 h 10000"/>
              <a:gd name="connsiteX67-13257" fmla="*/ 2096 w 10000"/>
              <a:gd name="connsiteY67-13258" fmla="*/ 7347 h 10000"/>
              <a:gd name="connsiteX68-13259" fmla="*/ 2394 w 10000"/>
              <a:gd name="connsiteY68-13260" fmla="*/ 7254 h 10000"/>
              <a:gd name="connsiteX69-13261" fmla="*/ 2636 w 10000"/>
              <a:gd name="connsiteY69-13262" fmla="*/ 7050 h 10000"/>
              <a:gd name="connsiteX70-13263" fmla="*/ 2636 w 10000"/>
              <a:gd name="connsiteY70-13264" fmla="*/ 6865 h 10000"/>
              <a:gd name="connsiteX71-13265" fmla="*/ 2886 w 10000"/>
              <a:gd name="connsiteY71-13266" fmla="*/ 6660 h 10000"/>
              <a:gd name="connsiteX72-13267" fmla="*/ 3136 w 10000"/>
              <a:gd name="connsiteY72-13268" fmla="*/ 6364 h 10000"/>
              <a:gd name="connsiteX73-13269" fmla="*/ 3434 w 10000"/>
              <a:gd name="connsiteY73-13270" fmla="*/ 6067 h 10000"/>
              <a:gd name="connsiteX74-13271" fmla="*/ 3434 w 10000"/>
              <a:gd name="connsiteY74-13272" fmla="*/ 5677 h 10000"/>
              <a:gd name="connsiteX75-13273" fmla="*/ 3934 w 10000"/>
              <a:gd name="connsiteY75-13274" fmla="*/ 4991 h 10000"/>
              <a:gd name="connsiteX76-13275" fmla="*/ 4240 w 10000"/>
              <a:gd name="connsiteY76-13276" fmla="*/ 4212 h 10000"/>
              <a:gd name="connsiteX77-13277" fmla="*/ 4240 w 10000"/>
              <a:gd name="connsiteY77-13278" fmla="*/ 3525 h 10000"/>
              <a:gd name="connsiteX78-13279" fmla="*/ 4482 w 10000"/>
              <a:gd name="connsiteY78-13280" fmla="*/ 2839 h 10000"/>
              <a:gd name="connsiteX79-13281" fmla="*/ 4482 w 10000"/>
              <a:gd name="connsiteY79-13282" fmla="*/ 2542 h 10000"/>
              <a:gd name="connsiteX80-13283" fmla="*/ 4482 w 10000"/>
              <a:gd name="connsiteY80-13284" fmla="*/ 2263 h 10000"/>
              <a:gd name="connsiteX81-13285" fmla="*/ 4482 w 10000"/>
              <a:gd name="connsiteY81-13286" fmla="*/ 2059 h 10000"/>
              <a:gd name="connsiteX82-13287" fmla="*/ 4482 w 10000"/>
              <a:gd name="connsiteY82-13288" fmla="*/ 1855 h 10000"/>
              <a:gd name="connsiteX83-13289" fmla="*/ 4482 w 10000"/>
              <a:gd name="connsiteY83-13290" fmla="*/ 1670 h 10000"/>
              <a:gd name="connsiteX84-13291" fmla="*/ 4482 w 10000"/>
              <a:gd name="connsiteY84-13292" fmla="*/ 1577 h 10000"/>
              <a:gd name="connsiteX85-13293" fmla="*/ 4240 w 10000"/>
              <a:gd name="connsiteY85-13294" fmla="*/ 1466 h 10000"/>
              <a:gd name="connsiteX86-13295" fmla="*/ 4240 w 10000"/>
              <a:gd name="connsiteY86-13296" fmla="*/ 1373 h 10000"/>
              <a:gd name="connsiteX87-13297" fmla="*/ 4240 w 10000"/>
              <a:gd name="connsiteY87-13298" fmla="*/ 1280 h 10000"/>
              <a:gd name="connsiteX88-13299" fmla="*/ 3934 w 10000"/>
              <a:gd name="connsiteY88-13300" fmla="*/ 1280 h 10000"/>
              <a:gd name="connsiteX89-13301" fmla="*/ 3691 w 10000"/>
              <a:gd name="connsiteY89-13302" fmla="*/ 1169 h 10000"/>
              <a:gd name="connsiteX90-13303" fmla="*/ 3691 w 10000"/>
              <a:gd name="connsiteY90-13304" fmla="*/ 1169 h 10000"/>
              <a:gd name="connsiteX91-13305" fmla="*/ 3434 w 10000"/>
              <a:gd name="connsiteY91-13306" fmla="*/ 297 h 10000"/>
              <a:gd name="connsiteX92-13307" fmla="*/ 3434 w 10000"/>
              <a:gd name="connsiteY92-13308" fmla="*/ 204 h 10000"/>
              <a:gd name="connsiteX93-13309" fmla="*/ 3434 w 10000"/>
              <a:gd name="connsiteY93-13310" fmla="*/ 204 h 10000"/>
              <a:gd name="connsiteX0-13311" fmla="*/ 3434 w 10000"/>
              <a:gd name="connsiteY0-13312" fmla="*/ 204 h 10000"/>
              <a:gd name="connsiteX1-13313" fmla="*/ 3691 w 10000"/>
              <a:gd name="connsiteY1-13314" fmla="*/ 93 h 10000"/>
              <a:gd name="connsiteX2-13315" fmla="*/ 4240 w 10000"/>
              <a:gd name="connsiteY2-13316" fmla="*/ 93 h 10000"/>
              <a:gd name="connsiteX3-13317" fmla="*/ 4482 w 10000"/>
              <a:gd name="connsiteY3-13318" fmla="*/ 0 h 10000"/>
              <a:gd name="connsiteX4-13319" fmla="*/ 4727 w 10000"/>
              <a:gd name="connsiteY4-13320" fmla="*/ 0 h 10000"/>
              <a:gd name="connsiteX5-13321" fmla="*/ 5277 w 10000"/>
              <a:gd name="connsiteY5-13322" fmla="*/ 93 h 10000"/>
              <a:gd name="connsiteX6-13323" fmla="*/ 6073 w 10000"/>
              <a:gd name="connsiteY6-13324" fmla="*/ 204 h 10000"/>
              <a:gd name="connsiteX7-13325" fmla="*/ 6319 w 10000"/>
              <a:gd name="connsiteY7-13326" fmla="*/ 297 h 10000"/>
              <a:gd name="connsiteX8-13327" fmla="*/ 6813 w 10000"/>
              <a:gd name="connsiteY8-13328" fmla="*/ 482 h 10000"/>
              <a:gd name="connsiteX9-13329" fmla="*/ 7111 w 10000"/>
              <a:gd name="connsiteY9-13330" fmla="*/ 594 h 10000"/>
              <a:gd name="connsiteX10-13331" fmla="*/ 7619 w 10000"/>
              <a:gd name="connsiteY10-13332" fmla="*/ 686 h 10000"/>
              <a:gd name="connsiteX11-13333" fmla="*/ 8161 w 10000"/>
              <a:gd name="connsiteY11-13334" fmla="*/ 891 h 10000"/>
              <a:gd name="connsiteX12-13335" fmla="*/ 8655 w 10000"/>
              <a:gd name="connsiteY12-13336" fmla="*/ 983 h 10000"/>
              <a:gd name="connsiteX13-13337" fmla="*/ 8956 w 10000"/>
              <a:gd name="connsiteY13-13338" fmla="*/ 1169 h 10000"/>
              <a:gd name="connsiteX14-13339" fmla="*/ 9455 w 10000"/>
              <a:gd name="connsiteY14-13340" fmla="*/ 1280 h 10000"/>
              <a:gd name="connsiteX15-13341" fmla="*/ 9699 w 10000"/>
              <a:gd name="connsiteY15-13342" fmla="*/ 1373 h 10000"/>
              <a:gd name="connsiteX16-13343" fmla="*/ 9699 w 10000"/>
              <a:gd name="connsiteY16-13344" fmla="*/ 1466 h 10000"/>
              <a:gd name="connsiteX17-13345" fmla="*/ 10000 w 10000"/>
              <a:gd name="connsiteY17-13346" fmla="*/ 1466 h 10000"/>
              <a:gd name="connsiteX18-13347" fmla="*/ 10000 w 10000"/>
              <a:gd name="connsiteY18-13348" fmla="*/ 1577 h 10000"/>
              <a:gd name="connsiteX19-13349" fmla="*/ 10000 w 10000"/>
              <a:gd name="connsiteY19-13350" fmla="*/ 1670 h 10000"/>
              <a:gd name="connsiteX20-13351" fmla="*/ 9699 w 10000"/>
              <a:gd name="connsiteY20-13352" fmla="*/ 1763 h 10000"/>
              <a:gd name="connsiteX21-13353" fmla="*/ 9455 w 10000"/>
              <a:gd name="connsiteY21-13354" fmla="*/ 1763 h 10000"/>
              <a:gd name="connsiteX22-13355" fmla="*/ 9206 w 10000"/>
              <a:gd name="connsiteY22-13356" fmla="*/ 1855 h 10000"/>
              <a:gd name="connsiteX23-13357" fmla="*/ 8956 w 10000"/>
              <a:gd name="connsiteY23-13358" fmla="*/ 1855 h 10000"/>
              <a:gd name="connsiteX24-13359" fmla="*/ 8956 w 10000"/>
              <a:gd name="connsiteY24-13360" fmla="*/ 1967 h 10000"/>
              <a:gd name="connsiteX25-13361" fmla="*/ 8655 w 10000"/>
              <a:gd name="connsiteY25-13362" fmla="*/ 2059 h 10000"/>
              <a:gd name="connsiteX26-13363" fmla="*/ 8408 w 10000"/>
              <a:gd name="connsiteY26-13364" fmla="*/ 2263 h 10000"/>
              <a:gd name="connsiteX27-13365" fmla="*/ 8408 w 10000"/>
              <a:gd name="connsiteY27-13366" fmla="*/ 2449 h 10000"/>
              <a:gd name="connsiteX28-13367" fmla="*/ 8161 w 10000"/>
              <a:gd name="connsiteY28-13368" fmla="*/ 2653 h 10000"/>
              <a:gd name="connsiteX29-13369" fmla="*/ 8161 w 10000"/>
              <a:gd name="connsiteY29-13370" fmla="*/ 2950 h 10000"/>
              <a:gd name="connsiteX30-13371" fmla="*/ 8161 w 10000"/>
              <a:gd name="connsiteY30-13372" fmla="*/ 3135 h 10000"/>
              <a:gd name="connsiteX31-13373" fmla="*/ 7859 w 10000"/>
              <a:gd name="connsiteY31-13374" fmla="*/ 3432 h 10000"/>
              <a:gd name="connsiteX32-13375" fmla="*/ 7859 w 10000"/>
              <a:gd name="connsiteY32-13376" fmla="*/ 3822 h 10000"/>
              <a:gd name="connsiteX33-13377" fmla="*/ 7619 w 10000"/>
              <a:gd name="connsiteY33-13378" fmla="*/ 4119 h 10000"/>
              <a:gd name="connsiteX34-13379" fmla="*/ 7365 w 10000"/>
              <a:gd name="connsiteY34-13380" fmla="*/ 4508 h 10000"/>
              <a:gd name="connsiteX35-13381" fmla="*/ 7111 w 10000"/>
              <a:gd name="connsiteY35-13382" fmla="*/ 4898 h 10000"/>
              <a:gd name="connsiteX36-13383" fmla="*/ 6813 w 10000"/>
              <a:gd name="connsiteY36-13384" fmla="*/ 5288 h 10000"/>
              <a:gd name="connsiteX37-13385" fmla="*/ 6319 w 10000"/>
              <a:gd name="connsiteY37-13386" fmla="*/ 6178 h 10000"/>
              <a:gd name="connsiteX38-13387" fmla="*/ 6073 w 10000"/>
              <a:gd name="connsiteY38-13388" fmla="*/ 6568 h 10000"/>
              <a:gd name="connsiteX39-13389" fmla="*/ 5778 w 10000"/>
              <a:gd name="connsiteY39-13390" fmla="*/ 6957 h 10000"/>
              <a:gd name="connsiteX40-13391" fmla="*/ 5525 w 10000"/>
              <a:gd name="connsiteY40-13392" fmla="*/ 7347 h 10000"/>
              <a:gd name="connsiteX41-13393" fmla="*/ 5277 w 10000"/>
              <a:gd name="connsiteY41-13394" fmla="*/ 7737 h 10000"/>
              <a:gd name="connsiteX42-13395" fmla="*/ 4975 w 10000"/>
              <a:gd name="connsiteY42-13396" fmla="*/ 8033 h 10000"/>
              <a:gd name="connsiteX43-13397" fmla="*/ 4975 w 10000"/>
              <a:gd name="connsiteY43-13398" fmla="*/ 8237 h 10000"/>
              <a:gd name="connsiteX44-13399" fmla="*/ 4727 w 10000"/>
              <a:gd name="connsiteY44-13400" fmla="*/ 8534 h 10000"/>
              <a:gd name="connsiteX45-13401" fmla="*/ 4482 w 10000"/>
              <a:gd name="connsiteY45-13402" fmla="*/ 8720 h 10000"/>
              <a:gd name="connsiteX46-13403" fmla="*/ 3934 w 10000"/>
              <a:gd name="connsiteY46-13404" fmla="*/ 9017 h 10000"/>
              <a:gd name="connsiteX47-13405" fmla="*/ 3434 w 10000"/>
              <a:gd name="connsiteY47-13406" fmla="*/ 9314 h 10000"/>
              <a:gd name="connsiteX48-13407" fmla="*/ 2886 w 10000"/>
              <a:gd name="connsiteY48-13408" fmla="*/ 9610 h 10000"/>
              <a:gd name="connsiteX49-13409" fmla="*/ 2394 w 10000"/>
              <a:gd name="connsiteY49-13410" fmla="*/ 9703 h 10000"/>
              <a:gd name="connsiteX50-13411" fmla="*/ 1843 w 10000"/>
              <a:gd name="connsiteY50-13412" fmla="*/ 9889 h 10000"/>
              <a:gd name="connsiteX51-13413" fmla="*/ 1295 w 10000"/>
              <a:gd name="connsiteY51-13414" fmla="*/ 10000 h 10000"/>
              <a:gd name="connsiteX52-13415" fmla="*/ 800 w 10000"/>
              <a:gd name="connsiteY52-13416" fmla="*/ 10000 h 10000"/>
              <a:gd name="connsiteX53-13417" fmla="*/ 252 w 10000"/>
              <a:gd name="connsiteY53-13418" fmla="*/ 10000 h 10000"/>
              <a:gd name="connsiteX54-13419" fmla="*/ 252 w 10000"/>
              <a:gd name="connsiteY54-13420" fmla="*/ 9889 h 10000"/>
              <a:gd name="connsiteX55-13421" fmla="*/ 0 w 10000"/>
              <a:gd name="connsiteY55-13422" fmla="*/ 9889 h 10000"/>
              <a:gd name="connsiteX56-13423" fmla="*/ 0 w 10000"/>
              <a:gd name="connsiteY56-13424" fmla="*/ 9796 h 10000"/>
              <a:gd name="connsiteX57-13425" fmla="*/ 0 w 10000"/>
              <a:gd name="connsiteY57-13426" fmla="*/ 9610 h 10000"/>
              <a:gd name="connsiteX58-13427" fmla="*/ 0 w 10000"/>
              <a:gd name="connsiteY58-13428" fmla="*/ 9499 h 10000"/>
              <a:gd name="connsiteX59-13429" fmla="*/ 0 w 10000"/>
              <a:gd name="connsiteY59-13430" fmla="*/ 9406 h 10000"/>
              <a:gd name="connsiteX60-13431" fmla="*/ 557 w 10000"/>
              <a:gd name="connsiteY60-13432" fmla="*/ 7551 h 10000"/>
              <a:gd name="connsiteX61-13433" fmla="*/ 800 w 10000"/>
              <a:gd name="connsiteY61-13434" fmla="*/ 7644 h 10000"/>
              <a:gd name="connsiteX62-13435" fmla="*/ 1295 w 10000"/>
              <a:gd name="connsiteY62-13436" fmla="*/ 7644 h 10000"/>
              <a:gd name="connsiteX63-13437" fmla="*/ 1595 w 10000"/>
              <a:gd name="connsiteY63-13438" fmla="*/ 7644 h 10000"/>
              <a:gd name="connsiteX64-13439" fmla="*/ 1843 w 10000"/>
              <a:gd name="connsiteY64-13440" fmla="*/ 7551 h 10000"/>
              <a:gd name="connsiteX65-13441" fmla="*/ 2096 w 10000"/>
              <a:gd name="connsiteY65-13442" fmla="*/ 7440 h 10000"/>
              <a:gd name="connsiteX66-13443" fmla="*/ 2096 w 10000"/>
              <a:gd name="connsiteY66-13444" fmla="*/ 7347 h 10000"/>
              <a:gd name="connsiteX67-13445" fmla="*/ 2394 w 10000"/>
              <a:gd name="connsiteY67-13446" fmla="*/ 7254 h 10000"/>
              <a:gd name="connsiteX68-13447" fmla="*/ 2636 w 10000"/>
              <a:gd name="connsiteY68-13448" fmla="*/ 7050 h 10000"/>
              <a:gd name="connsiteX69-13449" fmla="*/ 2636 w 10000"/>
              <a:gd name="connsiteY69-13450" fmla="*/ 6865 h 10000"/>
              <a:gd name="connsiteX70-13451" fmla="*/ 2886 w 10000"/>
              <a:gd name="connsiteY70-13452" fmla="*/ 6660 h 10000"/>
              <a:gd name="connsiteX71-13453" fmla="*/ 3136 w 10000"/>
              <a:gd name="connsiteY71-13454" fmla="*/ 6364 h 10000"/>
              <a:gd name="connsiteX72-13455" fmla="*/ 3434 w 10000"/>
              <a:gd name="connsiteY72-13456" fmla="*/ 6067 h 10000"/>
              <a:gd name="connsiteX73-13457" fmla="*/ 3434 w 10000"/>
              <a:gd name="connsiteY73-13458" fmla="*/ 5677 h 10000"/>
              <a:gd name="connsiteX74-13459" fmla="*/ 3934 w 10000"/>
              <a:gd name="connsiteY74-13460" fmla="*/ 4991 h 10000"/>
              <a:gd name="connsiteX75-13461" fmla="*/ 4240 w 10000"/>
              <a:gd name="connsiteY75-13462" fmla="*/ 4212 h 10000"/>
              <a:gd name="connsiteX76-13463" fmla="*/ 4240 w 10000"/>
              <a:gd name="connsiteY76-13464" fmla="*/ 3525 h 10000"/>
              <a:gd name="connsiteX77-13465" fmla="*/ 4482 w 10000"/>
              <a:gd name="connsiteY77-13466" fmla="*/ 2839 h 10000"/>
              <a:gd name="connsiteX78-13467" fmla="*/ 4482 w 10000"/>
              <a:gd name="connsiteY78-13468" fmla="*/ 2542 h 10000"/>
              <a:gd name="connsiteX79-13469" fmla="*/ 4482 w 10000"/>
              <a:gd name="connsiteY79-13470" fmla="*/ 2263 h 10000"/>
              <a:gd name="connsiteX80-13471" fmla="*/ 4482 w 10000"/>
              <a:gd name="connsiteY80-13472" fmla="*/ 2059 h 10000"/>
              <a:gd name="connsiteX81-13473" fmla="*/ 4482 w 10000"/>
              <a:gd name="connsiteY81-13474" fmla="*/ 1855 h 10000"/>
              <a:gd name="connsiteX82-13475" fmla="*/ 4482 w 10000"/>
              <a:gd name="connsiteY82-13476" fmla="*/ 1670 h 10000"/>
              <a:gd name="connsiteX83-13477" fmla="*/ 4482 w 10000"/>
              <a:gd name="connsiteY83-13478" fmla="*/ 1577 h 10000"/>
              <a:gd name="connsiteX84-13479" fmla="*/ 4240 w 10000"/>
              <a:gd name="connsiteY84-13480" fmla="*/ 1466 h 10000"/>
              <a:gd name="connsiteX85-13481" fmla="*/ 4240 w 10000"/>
              <a:gd name="connsiteY85-13482" fmla="*/ 1373 h 10000"/>
              <a:gd name="connsiteX86-13483" fmla="*/ 4240 w 10000"/>
              <a:gd name="connsiteY86-13484" fmla="*/ 1280 h 10000"/>
              <a:gd name="connsiteX87-13485" fmla="*/ 3934 w 10000"/>
              <a:gd name="connsiteY87-13486" fmla="*/ 1280 h 10000"/>
              <a:gd name="connsiteX88-13487" fmla="*/ 3691 w 10000"/>
              <a:gd name="connsiteY88-13488" fmla="*/ 1169 h 10000"/>
              <a:gd name="connsiteX89-13489" fmla="*/ 3691 w 10000"/>
              <a:gd name="connsiteY89-13490" fmla="*/ 1169 h 10000"/>
              <a:gd name="connsiteX90-13491" fmla="*/ 3434 w 10000"/>
              <a:gd name="connsiteY90-13492" fmla="*/ 297 h 10000"/>
              <a:gd name="connsiteX91-13493" fmla="*/ 3434 w 10000"/>
              <a:gd name="connsiteY91-13494" fmla="*/ 204 h 10000"/>
              <a:gd name="connsiteX92-13495" fmla="*/ 3434 w 10000"/>
              <a:gd name="connsiteY92-13496" fmla="*/ 204 h 10000"/>
              <a:gd name="connsiteX0-13497" fmla="*/ 3434 w 10000"/>
              <a:gd name="connsiteY0-13498" fmla="*/ 204 h 10000"/>
              <a:gd name="connsiteX1-13499" fmla="*/ 3691 w 10000"/>
              <a:gd name="connsiteY1-13500" fmla="*/ 93 h 10000"/>
              <a:gd name="connsiteX2-13501" fmla="*/ 4240 w 10000"/>
              <a:gd name="connsiteY2-13502" fmla="*/ 93 h 10000"/>
              <a:gd name="connsiteX3-13503" fmla="*/ 4482 w 10000"/>
              <a:gd name="connsiteY3-13504" fmla="*/ 0 h 10000"/>
              <a:gd name="connsiteX4-13505" fmla="*/ 4727 w 10000"/>
              <a:gd name="connsiteY4-13506" fmla="*/ 0 h 10000"/>
              <a:gd name="connsiteX5-13507" fmla="*/ 5277 w 10000"/>
              <a:gd name="connsiteY5-13508" fmla="*/ 93 h 10000"/>
              <a:gd name="connsiteX6-13509" fmla="*/ 6073 w 10000"/>
              <a:gd name="connsiteY6-13510" fmla="*/ 204 h 10000"/>
              <a:gd name="connsiteX7-13511" fmla="*/ 6319 w 10000"/>
              <a:gd name="connsiteY7-13512" fmla="*/ 297 h 10000"/>
              <a:gd name="connsiteX8-13513" fmla="*/ 6813 w 10000"/>
              <a:gd name="connsiteY8-13514" fmla="*/ 482 h 10000"/>
              <a:gd name="connsiteX9-13515" fmla="*/ 7111 w 10000"/>
              <a:gd name="connsiteY9-13516" fmla="*/ 594 h 10000"/>
              <a:gd name="connsiteX10-13517" fmla="*/ 7619 w 10000"/>
              <a:gd name="connsiteY10-13518" fmla="*/ 686 h 10000"/>
              <a:gd name="connsiteX11-13519" fmla="*/ 8161 w 10000"/>
              <a:gd name="connsiteY11-13520" fmla="*/ 891 h 10000"/>
              <a:gd name="connsiteX12-13521" fmla="*/ 8655 w 10000"/>
              <a:gd name="connsiteY12-13522" fmla="*/ 983 h 10000"/>
              <a:gd name="connsiteX13-13523" fmla="*/ 8956 w 10000"/>
              <a:gd name="connsiteY13-13524" fmla="*/ 1169 h 10000"/>
              <a:gd name="connsiteX14-13525" fmla="*/ 9455 w 10000"/>
              <a:gd name="connsiteY14-13526" fmla="*/ 1280 h 10000"/>
              <a:gd name="connsiteX15-13527" fmla="*/ 9699 w 10000"/>
              <a:gd name="connsiteY15-13528" fmla="*/ 1373 h 10000"/>
              <a:gd name="connsiteX16-13529" fmla="*/ 9699 w 10000"/>
              <a:gd name="connsiteY16-13530" fmla="*/ 1466 h 10000"/>
              <a:gd name="connsiteX17-13531" fmla="*/ 10000 w 10000"/>
              <a:gd name="connsiteY17-13532" fmla="*/ 1466 h 10000"/>
              <a:gd name="connsiteX18-13533" fmla="*/ 10000 w 10000"/>
              <a:gd name="connsiteY18-13534" fmla="*/ 1577 h 10000"/>
              <a:gd name="connsiteX19-13535" fmla="*/ 10000 w 10000"/>
              <a:gd name="connsiteY19-13536" fmla="*/ 1670 h 10000"/>
              <a:gd name="connsiteX20-13537" fmla="*/ 9699 w 10000"/>
              <a:gd name="connsiteY20-13538" fmla="*/ 1763 h 10000"/>
              <a:gd name="connsiteX21-13539" fmla="*/ 9455 w 10000"/>
              <a:gd name="connsiteY21-13540" fmla="*/ 1763 h 10000"/>
              <a:gd name="connsiteX22-13541" fmla="*/ 9206 w 10000"/>
              <a:gd name="connsiteY22-13542" fmla="*/ 1855 h 10000"/>
              <a:gd name="connsiteX23-13543" fmla="*/ 8956 w 10000"/>
              <a:gd name="connsiteY23-13544" fmla="*/ 1855 h 10000"/>
              <a:gd name="connsiteX24-13545" fmla="*/ 8956 w 10000"/>
              <a:gd name="connsiteY24-13546" fmla="*/ 1967 h 10000"/>
              <a:gd name="connsiteX25-13547" fmla="*/ 8655 w 10000"/>
              <a:gd name="connsiteY25-13548" fmla="*/ 2059 h 10000"/>
              <a:gd name="connsiteX26-13549" fmla="*/ 8408 w 10000"/>
              <a:gd name="connsiteY26-13550" fmla="*/ 2263 h 10000"/>
              <a:gd name="connsiteX27-13551" fmla="*/ 8408 w 10000"/>
              <a:gd name="connsiteY27-13552" fmla="*/ 2449 h 10000"/>
              <a:gd name="connsiteX28-13553" fmla="*/ 8161 w 10000"/>
              <a:gd name="connsiteY28-13554" fmla="*/ 2653 h 10000"/>
              <a:gd name="connsiteX29-13555" fmla="*/ 8161 w 10000"/>
              <a:gd name="connsiteY29-13556" fmla="*/ 2950 h 10000"/>
              <a:gd name="connsiteX30-13557" fmla="*/ 8161 w 10000"/>
              <a:gd name="connsiteY30-13558" fmla="*/ 3135 h 10000"/>
              <a:gd name="connsiteX31-13559" fmla="*/ 7859 w 10000"/>
              <a:gd name="connsiteY31-13560" fmla="*/ 3432 h 10000"/>
              <a:gd name="connsiteX32-13561" fmla="*/ 7859 w 10000"/>
              <a:gd name="connsiteY32-13562" fmla="*/ 3822 h 10000"/>
              <a:gd name="connsiteX33-13563" fmla="*/ 7619 w 10000"/>
              <a:gd name="connsiteY33-13564" fmla="*/ 4119 h 10000"/>
              <a:gd name="connsiteX34-13565" fmla="*/ 7365 w 10000"/>
              <a:gd name="connsiteY34-13566" fmla="*/ 4508 h 10000"/>
              <a:gd name="connsiteX35-13567" fmla="*/ 7111 w 10000"/>
              <a:gd name="connsiteY35-13568" fmla="*/ 4898 h 10000"/>
              <a:gd name="connsiteX36-13569" fmla="*/ 6813 w 10000"/>
              <a:gd name="connsiteY36-13570" fmla="*/ 5288 h 10000"/>
              <a:gd name="connsiteX37-13571" fmla="*/ 6319 w 10000"/>
              <a:gd name="connsiteY37-13572" fmla="*/ 6178 h 10000"/>
              <a:gd name="connsiteX38-13573" fmla="*/ 6073 w 10000"/>
              <a:gd name="connsiteY38-13574" fmla="*/ 6568 h 10000"/>
              <a:gd name="connsiteX39-13575" fmla="*/ 5778 w 10000"/>
              <a:gd name="connsiteY39-13576" fmla="*/ 6957 h 10000"/>
              <a:gd name="connsiteX40-13577" fmla="*/ 5525 w 10000"/>
              <a:gd name="connsiteY40-13578" fmla="*/ 7347 h 10000"/>
              <a:gd name="connsiteX41-13579" fmla="*/ 5277 w 10000"/>
              <a:gd name="connsiteY41-13580" fmla="*/ 7737 h 10000"/>
              <a:gd name="connsiteX42-13581" fmla="*/ 4975 w 10000"/>
              <a:gd name="connsiteY42-13582" fmla="*/ 8033 h 10000"/>
              <a:gd name="connsiteX43-13583" fmla="*/ 4975 w 10000"/>
              <a:gd name="connsiteY43-13584" fmla="*/ 8237 h 10000"/>
              <a:gd name="connsiteX44-13585" fmla="*/ 4727 w 10000"/>
              <a:gd name="connsiteY44-13586" fmla="*/ 8534 h 10000"/>
              <a:gd name="connsiteX45-13587" fmla="*/ 4482 w 10000"/>
              <a:gd name="connsiteY45-13588" fmla="*/ 8720 h 10000"/>
              <a:gd name="connsiteX46-13589" fmla="*/ 3934 w 10000"/>
              <a:gd name="connsiteY46-13590" fmla="*/ 9017 h 10000"/>
              <a:gd name="connsiteX47-13591" fmla="*/ 3434 w 10000"/>
              <a:gd name="connsiteY47-13592" fmla="*/ 9314 h 10000"/>
              <a:gd name="connsiteX48-13593" fmla="*/ 2886 w 10000"/>
              <a:gd name="connsiteY48-13594" fmla="*/ 9610 h 10000"/>
              <a:gd name="connsiteX49-13595" fmla="*/ 2394 w 10000"/>
              <a:gd name="connsiteY49-13596" fmla="*/ 9703 h 10000"/>
              <a:gd name="connsiteX50-13597" fmla="*/ 1843 w 10000"/>
              <a:gd name="connsiteY50-13598" fmla="*/ 9889 h 10000"/>
              <a:gd name="connsiteX51-13599" fmla="*/ 1295 w 10000"/>
              <a:gd name="connsiteY51-13600" fmla="*/ 10000 h 10000"/>
              <a:gd name="connsiteX52-13601" fmla="*/ 800 w 10000"/>
              <a:gd name="connsiteY52-13602" fmla="*/ 10000 h 10000"/>
              <a:gd name="connsiteX53-13603" fmla="*/ 252 w 10000"/>
              <a:gd name="connsiteY53-13604" fmla="*/ 10000 h 10000"/>
              <a:gd name="connsiteX54-13605" fmla="*/ 252 w 10000"/>
              <a:gd name="connsiteY54-13606" fmla="*/ 9889 h 10000"/>
              <a:gd name="connsiteX55-13607" fmla="*/ 0 w 10000"/>
              <a:gd name="connsiteY55-13608" fmla="*/ 9889 h 10000"/>
              <a:gd name="connsiteX56-13609" fmla="*/ 0 w 10000"/>
              <a:gd name="connsiteY56-13610" fmla="*/ 9796 h 10000"/>
              <a:gd name="connsiteX57-13611" fmla="*/ 0 w 10000"/>
              <a:gd name="connsiteY57-13612" fmla="*/ 9610 h 10000"/>
              <a:gd name="connsiteX58-13613" fmla="*/ 0 w 10000"/>
              <a:gd name="connsiteY58-13614" fmla="*/ 9499 h 10000"/>
              <a:gd name="connsiteX59-13615" fmla="*/ 0 w 10000"/>
              <a:gd name="connsiteY59-13616" fmla="*/ 9406 h 10000"/>
              <a:gd name="connsiteX60-13617" fmla="*/ 557 w 10000"/>
              <a:gd name="connsiteY60-13618" fmla="*/ 7551 h 10000"/>
              <a:gd name="connsiteX61-13619" fmla="*/ 1295 w 10000"/>
              <a:gd name="connsiteY61-13620" fmla="*/ 7644 h 10000"/>
              <a:gd name="connsiteX62-13621" fmla="*/ 1595 w 10000"/>
              <a:gd name="connsiteY62-13622" fmla="*/ 7644 h 10000"/>
              <a:gd name="connsiteX63-13623" fmla="*/ 1843 w 10000"/>
              <a:gd name="connsiteY63-13624" fmla="*/ 7551 h 10000"/>
              <a:gd name="connsiteX64-13625" fmla="*/ 2096 w 10000"/>
              <a:gd name="connsiteY64-13626" fmla="*/ 7440 h 10000"/>
              <a:gd name="connsiteX65-13627" fmla="*/ 2096 w 10000"/>
              <a:gd name="connsiteY65-13628" fmla="*/ 7347 h 10000"/>
              <a:gd name="connsiteX66-13629" fmla="*/ 2394 w 10000"/>
              <a:gd name="connsiteY66-13630" fmla="*/ 7254 h 10000"/>
              <a:gd name="connsiteX67-13631" fmla="*/ 2636 w 10000"/>
              <a:gd name="connsiteY67-13632" fmla="*/ 7050 h 10000"/>
              <a:gd name="connsiteX68-13633" fmla="*/ 2636 w 10000"/>
              <a:gd name="connsiteY68-13634" fmla="*/ 6865 h 10000"/>
              <a:gd name="connsiteX69-13635" fmla="*/ 2886 w 10000"/>
              <a:gd name="connsiteY69-13636" fmla="*/ 6660 h 10000"/>
              <a:gd name="connsiteX70-13637" fmla="*/ 3136 w 10000"/>
              <a:gd name="connsiteY70-13638" fmla="*/ 6364 h 10000"/>
              <a:gd name="connsiteX71-13639" fmla="*/ 3434 w 10000"/>
              <a:gd name="connsiteY71-13640" fmla="*/ 6067 h 10000"/>
              <a:gd name="connsiteX72-13641" fmla="*/ 3434 w 10000"/>
              <a:gd name="connsiteY72-13642" fmla="*/ 5677 h 10000"/>
              <a:gd name="connsiteX73-13643" fmla="*/ 3934 w 10000"/>
              <a:gd name="connsiteY73-13644" fmla="*/ 4991 h 10000"/>
              <a:gd name="connsiteX74-13645" fmla="*/ 4240 w 10000"/>
              <a:gd name="connsiteY74-13646" fmla="*/ 4212 h 10000"/>
              <a:gd name="connsiteX75-13647" fmla="*/ 4240 w 10000"/>
              <a:gd name="connsiteY75-13648" fmla="*/ 3525 h 10000"/>
              <a:gd name="connsiteX76-13649" fmla="*/ 4482 w 10000"/>
              <a:gd name="connsiteY76-13650" fmla="*/ 2839 h 10000"/>
              <a:gd name="connsiteX77-13651" fmla="*/ 4482 w 10000"/>
              <a:gd name="connsiteY77-13652" fmla="*/ 2542 h 10000"/>
              <a:gd name="connsiteX78-13653" fmla="*/ 4482 w 10000"/>
              <a:gd name="connsiteY78-13654" fmla="*/ 2263 h 10000"/>
              <a:gd name="connsiteX79-13655" fmla="*/ 4482 w 10000"/>
              <a:gd name="connsiteY79-13656" fmla="*/ 2059 h 10000"/>
              <a:gd name="connsiteX80-13657" fmla="*/ 4482 w 10000"/>
              <a:gd name="connsiteY80-13658" fmla="*/ 1855 h 10000"/>
              <a:gd name="connsiteX81-13659" fmla="*/ 4482 w 10000"/>
              <a:gd name="connsiteY81-13660" fmla="*/ 1670 h 10000"/>
              <a:gd name="connsiteX82-13661" fmla="*/ 4482 w 10000"/>
              <a:gd name="connsiteY82-13662" fmla="*/ 1577 h 10000"/>
              <a:gd name="connsiteX83-13663" fmla="*/ 4240 w 10000"/>
              <a:gd name="connsiteY83-13664" fmla="*/ 1466 h 10000"/>
              <a:gd name="connsiteX84-13665" fmla="*/ 4240 w 10000"/>
              <a:gd name="connsiteY84-13666" fmla="*/ 1373 h 10000"/>
              <a:gd name="connsiteX85-13667" fmla="*/ 4240 w 10000"/>
              <a:gd name="connsiteY85-13668" fmla="*/ 1280 h 10000"/>
              <a:gd name="connsiteX86-13669" fmla="*/ 3934 w 10000"/>
              <a:gd name="connsiteY86-13670" fmla="*/ 1280 h 10000"/>
              <a:gd name="connsiteX87-13671" fmla="*/ 3691 w 10000"/>
              <a:gd name="connsiteY87-13672" fmla="*/ 1169 h 10000"/>
              <a:gd name="connsiteX88-13673" fmla="*/ 3691 w 10000"/>
              <a:gd name="connsiteY88-13674" fmla="*/ 1169 h 10000"/>
              <a:gd name="connsiteX89-13675" fmla="*/ 3434 w 10000"/>
              <a:gd name="connsiteY89-13676" fmla="*/ 297 h 10000"/>
              <a:gd name="connsiteX90-13677" fmla="*/ 3434 w 10000"/>
              <a:gd name="connsiteY90-13678" fmla="*/ 204 h 10000"/>
              <a:gd name="connsiteX91-13679" fmla="*/ 3434 w 10000"/>
              <a:gd name="connsiteY91-13680" fmla="*/ 204 h 10000"/>
              <a:gd name="connsiteX0-13681" fmla="*/ 3434 w 10000"/>
              <a:gd name="connsiteY0-13682" fmla="*/ 204 h 10000"/>
              <a:gd name="connsiteX1-13683" fmla="*/ 3691 w 10000"/>
              <a:gd name="connsiteY1-13684" fmla="*/ 93 h 10000"/>
              <a:gd name="connsiteX2-13685" fmla="*/ 4240 w 10000"/>
              <a:gd name="connsiteY2-13686" fmla="*/ 93 h 10000"/>
              <a:gd name="connsiteX3-13687" fmla="*/ 4482 w 10000"/>
              <a:gd name="connsiteY3-13688" fmla="*/ 0 h 10000"/>
              <a:gd name="connsiteX4-13689" fmla="*/ 4727 w 10000"/>
              <a:gd name="connsiteY4-13690" fmla="*/ 0 h 10000"/>
              <a:gd name="connsiteX5-13691" fmla="*/ 5277 w 10000"/>
              <a:gd name="connsiteY5-13692" fmla="*/ 93 h 10000"/>
              <a:gd name="connsiteX6-13693" fmla="*/ 6073 w 10000"/>
              <a:gd name="connsiteY6-13694" fmla="*/ 204 h 10000"/>
              <a:gd name="connsiteX7-13695" fmla="*/ 6319 w 10000"/>
              <a:gd name="connsiteY7-13696" fmla="*/ 297 h 10000"/>
              <a:gd name="connsiteX8-13697" fmla="*/ 6813 w 10000"/>
              <a:gd name="connsiteY8-13698" fmla="*/ 482 h 10000"/>
              <a:gd name="connsiteX9-13699" fmla="*/ 7111 w 10000"/>
              <a:gd name="connsiteY9-13700" fmla="*/ 594 h 10000"/>
              <a:gd name="connsiteX10-13701" fmla="*/ 7619 w 10000"/>
              <a:gd name="connsiteY10-13702" fmla="*/ 686 h 10000"/>
              <a:gd name="connsiteX11-13703" fmla="*/ 8161 w 10000"/>
              <a:gd name="connsiteY11-13704" fmla="*/ 891 h 10000"/>
              <a:gd name="connsiteX12-13705" fmla="*/ 8655 w 10000"/>
              <a:gd name="connsiteY12-13706" fmla="*/ 983 h 10000"/>
              <a:gd name="connsiteX13-13707" fmla="*/ 8956 w 10000"/>
              <a:gd name="connsiteY13-13708" fmla="*/ 1169 h 10000"/>
              <a:gd name="connsiteX14-13709" fmla="*/ 9455 w 10000"/>
              <a:gd name="connsiteY14-13710" fmla="*/ 1280 h 10000"/>
              <a:gd name="connsiteX15-13711" fmla="*/ 9699 w 10000"/>
              <a:gd name="connsiteY15-13712" fmla="*/ 1373 h 10000"/>
              <a:gd name="connsiteX16-13713" fmla="*/ 9699 w 10000"/>
              <a:gd name="connsiteY16-13714" fmla="*/ 1466 h 10000"/>
              <a:gd name="connsiteX17-13715" fmla="*/ 10000 w 10000"/>
              <a:gd name="connsiteY17-13716" fmla="*/ 1466 h 10000"/>
              <a:gd name="connsiteX18-13717" fmla="*/ 10000 w 10000"/>
              <a:gd name="connsiteY18-13718" fmla="*/ 1577 h 10000"/>
              <a:gd name="connsiteX19-13719" fmla="*/ 10000 w 10000"/>
              <a:gd name="connsiteY19-13720" fmla="*/ 1670 h 10000"/>
              <a:gd name="connsiteX20-13721" fmla="*/ 9699 w 10000"/>
              <a:gd name="connsiteY20-13722" fmla="*/ 1763 h 10000"/>
              <a:gd name="connsiteX21-13723" fmla="*/ 9455 w 10000"/>
              <a:gd name="connsiteY21-13724" fmla="*/ 1763 h 10000"/>
              <a:gd name="connsiteX22-13725" fmla="*/ 9206 w 10000"/>
              <a:gd name="connsiteY22-13726" fmla="*/ 1855 h 10000"/>
              <a:gd name="connsiteX23-13727" fmla="*/ 8956 w 10000"/>
              <a:gd name="connsiteY23-13728" fmla="*/ 1855 h 10000"/>
              <a:gd name="connsiteX24-13729" fmla="*/ 8956 w 10000"/>
              <a:gd name="connsiteY24-13730" fmla="*/ 1967 h 10000"/>
              <a:gd name="connsiteX25-13731" fmla="*/ 8655 w 10000"/>
              <a:gd name="connsiteY25-13732" fmla="*/ 2059 h 10000"/>
              <a:gd name="connsiteX26-13733" fmla="*/ 8408 w 10000"/>
              <a:gd name="connsiteY26-13734" fmla="*/ 2263 h 10000"/>
              <a:gd name="connsiteX27-13735" fmla="*/ 8408 w 10000"/>
              <a:gd name="connsiteY27-13736" fmla="*/ 2449 h 10000"/>
              <a:gd name="connsiteX28-13737" fmla="*/ 8161 w 10000"/>
              <a:gd name="connsiteY28-13738" fmla="*/ 2653 h 10000"/>
              <a:gd name="connsiteX29-13739" fmla="*/ 8161 w 10000"/>
              <a:gd name="connsiteY29-13740" fmla="*/ 2950 h 10000"/>
              <a:gd name="connsiteX30-13741" fmla="*/ 8161 w 10000"/>
              <a:gd name="connsiteY30-13742" fmla="*/ 3135 h 10000"/>
              <a:gd name="connsiteX31-13743" fmla="*/ 7859 w 10000"/>
              <a:gd name="connsiteY31-13744" fmla="*/ 3432 h 10000"/>
              <a:gd name="connsiteX32-13745" fmla="*/ 7859 w 10000"/>
              <a:gd name="connsiteY32-13746" fmla="*/ 3822 h 10000"/>
              <a:gd name="connsiteX33-13747" fmla="*/ 7619 w 10000"/>
              <a:gd name="connsiteY33-13748" fmla="*/ 4119 h 10000"/>
              <a:gd name="connsiteX34-13749" fmla="*/ 7365 w 10000"/>
              <a:gd name="connsiteY34-13750" fmla="*/ 4508 h 10000"/>
              <a:gd name="connsiteX35-13751" fmla="*/ 7111 w 10000"/>
              <a:gd name="connsiteY35-13752" fmla="*/ 4898 h 10000"/>
              <a:gd name="connsiteX36-13753" fmla="*/ 6813 w 10000"/>
              <a:gd name="connsiteY36-13754" fmla="*/ 5288 h 10000"/>
              <a:gd name="connsiteX37-13755" fmla="*/ 6319 w 10000"/>
              <a:gd name="connsiteY37-13756" fmla="*/ 6178 h 10000"/>
              <a:gd name="connsiteX38-13757" fmla="*/ 6073 w 10000"/>
              <a:gd name="connsiteY38-13758" fmla="*/ 6568 h 10000"/>
              <a:gd name="connsiteX39-13759" fmla="*/ 5778 w 10000"/>
              <a:gd name="connsiteY39-13760" fmla="*/ 6957 h 10000"/>
              <a:gd name="connsiteX40-13761" fmla="*/ 5525 w 10000"/>
              <a:gd name="connsiteY40-13762" fmla="*/ 7347 h 10000"/>
              <a:gd name="connsiteX41-13763" fmla="*/ 5277 w 10000"/>
              <a:gd name="connsiteY41-13764" fmla="*/ 7737 h 10000"/>
              <a:gd name="connsiteX42-13765" fmla="*/ 4975 w 10000"/>
              <a:gd name="connsiteY42-13766" fmla="*/ 8033 h 10000"/>
              <a:gd name="connsiteX43-13767" fmla="*/ 4975 w 10000"/>
              <a:gd name="connsiteY43-13768" fmla="*/ 8237 h 10000"/>
              <a:gd name="connsiteX44-13769" fmla="*/ 4727 w 10000"/>
              <a:gd name="connsiteY44-13770" fmla="*/ 8534 h 10000"/>
              <a:gd name="connsiteX45-13771" fmla="*/ 4482 w 10000"/>
              <a:gd name="connsiteY45-13772" fmla="*/ 8720 h 10000"/>
              <a:gd name="connsiteX46-13773" fmla="*/ 3934 w 10000"/>
              <a:gd name="connsiteY46-13774" fmla="*/ 9017 h 10000"/>
              <a:gd name="connsiteX47-13775" fmla="*/ 3434 w 10000"/>
              <a:gd name="connsiteY47-13776" fmla="*/ 9314 h 10000"/>
              <a:gd name="connsiteX48-13777" fmla="*/ 2886 w 10000"/>
              <a:gd name="connsiteY48-13778" fmla="*/ 9610 h 10000"/>
              <a:gd name="connsiteX49-13779" fmla="*/ 2394 w 10000"/>
              <a:gd name="connsiteY49-13780" fmla="*/ 9703 h 10000"/>
              <a:gd name="connsiteX50-13781" fmla="*/ 1843 w 10000"/>
              <a:gd name="connsiteY50-13782" fmla="*/ 9889 h 10000"/>
              <a:gd name="connsiteX51-13783" fmla="*/ 1295 w 10000"/>
              <a:gd name="connsiteY51-13784" fmla="*/ 10000 h 10000"/>
              <a:gd name="connsiteX52-13785" fmla="*/ 800 w 10000"/>
              <a:gd name="connsiteY52-13786" fmla="*/ 10000 h 10000"/>
              <a:gd name="connsiteX53-13787" fmla="*/ 252 w 10000"/>
              <a:gd name="connsiteY53-13788" fmla="*/ 10000 h 10000"/>
              <a:gd name="connsiteX54-13789" fmla="*/ 252 w 10000"/>
              <a:gd name="connsiteY54-13790" fmla="*/ 9889 h 10000"/>
              <a:gd name="connsiteX55-13791" fmla="*/ 0 w 10000"/>
              <a:gd name="connsiteY55-13792" fmla="*/ 9889 h 10000"/>
              <a:gd name="connsiteX56-13793" fmla="*/ 0 w 10000"/>
              <a:gd name="connsiteY56-13794" fmla="*/ 9796 h 10000"/>
              <a:gd name="connsiteX57-13795" fmla="*/ 0 w 10000"/>
              <a:gd name="connsiteY57-13796" fmla="*/ 9610 h 10000"/>
              <a:gd name="connsiteX58-13797" fmla="*/ 0 w 10000"/>
              <a:gd name="connsiteY58-13798" fmla="*/ 9499 h 10000"/>
              <a:gd name="connsiteX59-13799" fmla="*/ 0 w 10000"/>
              <a:gd name="connsiteY59-13800" fmla="*/ 9406 h 10000"/>
              <a:gd name="connsiteX60-13801" fmla="*/ 1295 w 10000"/>
              <a:gd name="connsiteY60-13802" fmla="*/ 7644 h 10000"/>
              <a:gd name="connsiteX61-13803" fmla="*/ 1595 w 10000"/>
              <a:gd name="connsiteY61-13804" fmla="*/ 7644 h 10000"/>
              <a:gd name="connsiteX62-13805" fmla="*/ 1843 w 10000"/>
              <a:gd name="connsiteY62-13806" fmla="*/ 7551 h 10000"/>
              <a:gd name="connsiteX63-13807" fmla="*/ 2096 w 10000"/>
              <a:gd name="connsiteY63-13808" fmla="*/ 7440 h 10000"/>
              <a:gd name="connsiteX64-13809" fmla="*/ 2096 w 10000"/>
              <a:gd name="connsiteY64-13810" fmla="*/ 7347 h 10000"/>
              <a:gd name="connsiteX65-13811" fmla="*/ 2394 w 10000"/>
              <a:gd name="connsiteY65-13812" fmla="*/ 7254 h 10000"/>
              <a:gd name="connsiteX66-13813" fmla="*/ 2636 w 10000"/>
              <a:gd name="connsiteY66-13814" fmla="*/ 7050 h 10000"/>
              <a:gd name="connsiteX67-13815" fmla="*/ 2636 w 10000"/>
              <a:gd name="connsiteY67-13816" fmla="*/ 6865 h 10000"/>
              <a:gd name="connsiteX68-13817" fmla="*/ 2886 w 10000"/>
              <a:gd name="connsiteY68-13818" fmla="*/ 6660 h 10000"/>
              <a:gd name="connsiteX69-13819" fmla="*/ 3136 w 10000"/>
              <a:gd name="connsiteY69-13820" fmla="*/ 6364 h 10000"/>
              <a:gd name="connsiteX70-13821" fmla="*/ 3434 w 10000"/>
              <a:gd name="connsiteY70-13822" fmla="*/ 6067 h 10000"/>
              <a:gd name="connsiteX71-13823" fmla="*/ 3434 w 10000"/>
              <a:gd name="connsiteY71-13824" fmla="*/ 5677 h 10000"/>
              <a:gd name="connsiteX72-13825" fmla="*/ 3934 w 10000"/>
              <a:gd name="connsiteY72-13826" fmla="*/ 4991 h 10000"/>
              <a:gd name="connsiteX73-13827" fmla="*/ 4240 w 10000"/>
              <a:gd name="connsiteY73-13828" fmla="*/ 4212 h 10000"/>
              <a:gd name="connsiteX74-13829" fmla="*/ 4240 w 10000"/>
              <a:gd name="connsiteY74-13830" fmla="*/ 3525 h 10000"/>
              <a:gd name="connsiteX75-13831" fmla="*/ 4482 w 10000"/>
              <a:gd name="connsiteY75-13832" fmla="*/ 2839 h 10000"/>
              <a:gd name="connsiteX76-13833" fmla="*/ 4482 w 10000"/>
              <a:gd name="connsiteY76-13834" fmla="*/ 2542 h 10000"/>
              <a:gd name="connsiteX77-13835" fmla="*/ 4482 w 10000"/>
              <a:gd name="connsiteY77-13836" fmla="*/ 2263 h 10000"/>
              <a:gd name="connsiteX78-13837" fmla="*/ 4482 w 10000"/>
              <a:gd name="connsiteY78-13838" fmla="*/ 2059 h 10000"/>
              <a:gd name="connsiteX79-13839" fmla="*/ 4482 w 10000"/>
              <a:gd name="connsiteY79-13840" fmla="*/ 1855 h 10000"/>
              <a:gd name="connsiteX80-13841" fmla="*/ 4482 w 10000"/>
              <a:gd name="connsiteY80-13842" fmla="*/ 1670 h 10000"/>
              <a:gd name="connsiteX81-13843" fmla="*/ 4482 w 10000"/>
              <a:gd name="connsiteY81-13844" fmla="*/ 1577 h 10000"/>
              <a:gd name="connsiteX82-13845" fmla="*/ 4240 w 10000"/>
              <a:gd name="connsiteY82-13846" fmla="*/ 1466 h 10000"/>
              <a:gd name="connsiteX83-13847" fmla="*/ 4240 w 10000"/>
              <a:gd name="connsiteY83-13848" fmla="*/ 1373 h 10000"/>
              <a:gd name="connsiteX84-13849" fmla="*/ 4240 w 10000"/>
              <a:gd name="connsiteY84-13850" fmla="*/ 1280 h 10000"/>
              <a:gd name="connsiteX85-13851" fmla="*/ 3934 w 10000"/>
              <a:gd name="connsiteY85-13852" fmla="*/ 1280 h 10000"/>
              <a:gd name="connsiteX86-13853" fmla="*/ 3691 w 10000"/>
              <a:gd name="connsiteY86-13854" fmla="*/ 1169 h 10000"/>
              <a:gd name="connsiteX87-13855" fmla="*/ 3691 w 10000"/>
              <a:gd name="connsiteY87-13856" fmla="*/ 1169 h 10000"/>
              <a:gd name="connsiteX88-13857" fmla="*/ 3434 w 10000"/>
              <a:gd name="connsiteY88-13858" fmla="*/ 297 h 10000"/>
              <a:gd name="connsiteX89-13859" fmla="*/ 3434 w 10000"/>
              <a:gd name="connsiteY89-13860" fmla="*/ 204 h 10000"/>
              <a:gd name="connsiteX90-13861" fmla="*/ 3434 w 10000"/>
              <a:gd name="connsiteY90-13862" fmla="*/ 204 h 10000"/>
              <a:gd name="connsiteX0-13863" fmla="*/ 3434 w 10000"/>
              <a:gd name="connsiteY0-13864" fmla="*/ 204 h 10000"/>
              <a:gd name="connsiteX1-13865" fmla="*/ 3691 w 10000"/>
              <a:gd name="connsiteY1-13866" fmla="*/ 93 h 10000"/>
              <a:gd name="connsiteX2-13867" fmla="*/ 4240 w 10000"/>
              <a:gd name="connsiteY2-13868" fmla="*/ 93 h 10000"/>
              <a:gd name="connsiteX3-13869" fmla="*/ 4482 w 10000"/>
              <a:gd name="connsiteY3-13870" fmla="*/ 0 h 10000"/>
              <a:gd name="connsiteX4-13871" fmla="*/ 4727 w 10000"/>
              <a:gd name="connsiteY4-13872" fmla="*/ 0 h 10000"/>
              <a:gd name="connsiteX5-13873" fmla="*/ 5277 w 10000"/>
              <a:gd name="connsiteY5-13874" fmla="*/ 93 h 10000"/>
              <a:gd name="connsiteX6-13875" fmla="*/ 6073 w 10000"/>
              <a:gd name="connsiteY6-13876" fmla="*/ 204 h 10000"/>
              <a:gd name="connsiteX7-13877" fmla="*/ 6319 w 10000"/>
              <a:gd name="connsiteY7-13878" fmla="*/ 297 h 10000"/>
              <a:gd name="connsiteX8-13879" fmla="*/ 6813 w 10000"/>
              <a:gd name="connsiteY8-13880" fmla="*/ 482 h 10000"/>
              <a:gd name="connsiteX9-13881" fmla="*/ 7111 w 10000"/>
              <a:gd name="connsiteY9-13882" fmla="*/ 594 h 10000"/>
              <a:gd name="connsiteX10-13883" fmla="*/ 7619 w 10000"/>
              <a:gd name="connsiteY10-13884" fmla="*/ 686 h 10000"/>
              <a:gd name="connsiteX11-13885" fmla="*/ 8161 w 10000"/>
              <a:gd name="connsiteY11-13886" fmla="*/ 891 h 10000"/>
              <a:gd name="connsiteX12-13887" fmla="*/ 8655 w 10000"/>
              <a:gd name="connsiteY12-13888" fmla="*/ 983 h 10000"/>
              <a:gd name="connsiteX13-13889" fmla="*/ 8956 w 10000"/>
              <a:gd name="connsiteY13-13890" fmla="*/ 1169 h 10000"/>
              <a:gd name="connsiteX14-13891" fmla="*/ 9455 w 10000"/>
              <a:gd name="connsiteY14-13892" fmla="*/ 1280 h 10000"/>
              <a:gd name="connsiteX15-13893" fmla="*/ 9699 w 10000"/>
              <a:gd name="connsiteY15-13894" fmla="*/ 1373 h 10000"/>
              <a:gd name="connsiteX16-13895" fmla="*/ 9699 w 10000"/>
              <a:gd name="connsiteY16-13896" fmla="*/ 1466 h 10000"/>
              <a:gd name="connsiteX17-13897" fmla="*/ 10000 w 10000"/>
              <a:gd name="connsiteY17-13898" fmla="*/ 1466 h 10000"/>
              <a:gd name="connsiteX18-13899" fmla="*/ 10000 w 10000"/>
              <a:gd name="connsiteY18-13900" fmla="*/ 1577 h 10000"/>
              <a:gd name="connsiteX19-13901" fmla="*/ 10000 w 10000"/>
              <a:gd name="connsiteY19-13902" fmla="*/ 1670 h 10000"/>
              <a:gd name="connsiteX20-13903" fmla="*/ 9699 w 10000"/>
              <a:gd name="connsiteY20-13904" fmla="*/ 1763 h 10000"/>
              <a:gd name="connsiteX21-13905" fmla="*/ 9455 w 10000"/>
              <a:gd name="connsiteY21-13906" fmla="*/ 1763 h 10000"/>
              <a:gd name="connsiteX22-13907" fmla="*/ 9206 w 10000"/>
              <a:gd name="connsiteY22-13908" fmla="*/ 1855 h 10000"/>
              <a:gd name="connsiteX23-13909" fmla="*/ 8956 w 10000"/>
              <a:gd name="connsiteY23-13910" fmla="*/ 1855 h 10000"/>
              <a:gd name="connsiteX24-13911" fmla="*/ 8956 w 10000"/>
              <a:gd name="connsiteY24-13912" fmla="*/ 1967 h 10000"/>
              <a:gd name="connsiteX25-13913" fmla="*/ 8655 w 10000"/>
              <a:gd name="connsiteY25-13914" fmla="*/ 2059 h 10000"/>
              <a:gd name="connsiteX26-13915" fmla="*/ 8408 w 10000"/>
              <a:gd name="connsiteY26-13916" fmla="*/ 2263 h 10000"/>
              <a:gd name="connsiteX27-13917" fmla="*/ 8408 w 10000"/>
              <a:gd name="connsiteY27-13918" fmla="*/ 2449 h 10000"/>
              <a:gd name="connsiteX28-13919" fmla="*/ 8161 w 10000"/>
              <a:gd name="connsiteY28-13920" fmla="*/ 2653 h 10000"/>
              <a:gd name="connsiteX29-13921" fmla="*/ 8161 w 10000"/>
              <a:gd name="connsiteY29-13922" fmla="*/ 2950 h 10000"/>
              <a:gd name="connsiteX30-13923" fmla="*/ 8161 w 10000"/>
              <a:gd name="connsiteY30-13924" fmla="*/ 3135 h 10000"/>
              <a:gd name="connsiteX31-13925" fmla="*/ 7859 w 10000"/>
              <a:gd name="connsiteY31-13926" fmla="*/ 3432 h 10000"/>
              <a:gd name="connsiteX32-13927" fmla="*/ 7859 w 10000"/>
              <a:gd name="connsiteY32-13928" fmla="*/ 3822 h 10000"/>
              <a:gd name="connsiteX33-13929" fmla="*/ 7619 w 10000"/>
              <a:gd name="connsiteY33-13930" fmla="*/ 4119 h 10000"/>
              <a:gd name="connsiteX34-13931" fmla="*/ 7365 w 10000"/>
              <a:gd name="connsiteY34-13932" fmla="*/ 4508 h 10000"/>
              <a:gd name="connsiteX35-13933" fmla="*/ 7111 w 10000"/>
              <a:gd name="connsiteY35-13934" fmla="*/ 4898 h 10000"/>
              <a:gd name="connsiteX36-13935" fmla="*/ 6813 w 10000"/>
              <a:gd name="connsiteY36-13936" fmla="*/ 5288 h 10000"/>
              <a:gd name="connsiteX37-13937" fmla="*/ 6319 w 10000"/>
              <a:gd name="connsiteY37-13938" fmla="*/ 6178 h 10000"/>
              <a:gd name="connsiteX38-13939" fmla="*/ 6073 w 10000"/>
              <a:gd name="connsiteY38-13940" fmla="*/ 6568 h 10000"/>
              <a:gd name="connsiteX39-13941" fmla="*/ 5778 w 10000"/>
              <a:gd name="connsiteY39-13942" fmla="*/ 6957 h 10000"/>
              <a:gd name="connsiteX40-13943" fmla="*/ 5525 w 10000"/>
              <a:gd name="connsiteY40-13944" fmla="*/ 7347 h 10000"/>
              <a:gd name="connsiteX41-13945" fmla="*/ 5277 w 10000"/>
              <a:gd name="connsiteY41-13946" fmla="*/ 7737 h 10000"/>
              <a:gd name="connsiteX42-13947" fmla="*/ 4975 w 10000"/>
              <a:gd name="connsiteY42-13948" fmla="*/ 8033 h 10000"/>
              <a:gd name="connsiteX43-13949" fmla="*/ 4975 w 10000"/>
              <a:gd name="connsiteY43-13950" fmla="*/ 8237 h 10000"/>
              <a:gd name="connsiteX44-13951" fmla="*/ 4727 w 10000"/>
              <a:gd name="connsiteY44-13952" fmla="*/ 8534 h 10000"/>
              <a:gd name="connsiteX45-13953" fmla="*/ 4482 w 10000"/>
              <a:gd name="connsiteY45-13954" fmla="*/ 8720 h 10000"/>
              <a:gd name="connsiteX46-13955" fmla="*/ 3934 w 10000"/>
              <a:gd name="connsiteY46-13956" fmla="*/ 9017 h 10000"/>
              <a:gd name="connsiteX47-13957" fmla="*/ 3434 w 10000"/>
              <a:gd name="connsiteY47-13958" fmla="*/ 9314 h 10000"/>
              <a:gd name="connsiteX48-13959" fmla="*/ 2886 w 10000"/>
              <a:gd name="connsiteY48-13960" fmla="*/ 9610 h 10000"/>
              <a:gd name="connsiteX49-13961" fmla="*/ 2394 w 10000"/>
              <a:gd name="connsiteY49-13962" fmla="*/ 9703 h 10000"/>
              <a:gd name="connsiteX50-13963" fmla="*/ 1843 w 10000"/>
              <a:gd name="connsiteY50-13964" fmla="*/ 9889 h 10000"/>
              <a:gd name="connsiteX51-13965" fmla="*/ 1295 w 10000"/>
              <a:gd name="connsiteY51-13966" fmla="*/ 10000 h 10000"/>
              <a:gd name="connsiteX52-13967" fmla="*/ 800 w 10000"/>
              <a:gd name="connsiteY52-13968" fmla="*/ 10000 h 10000"/>
              <a:gd name="connsiteX53-13969" fmla="*/ 252 w 10000"/>
              <a:gd name="connsiteY53-13970" fmla="*/ 10000 h 10000"/>
              <a:gd name="connsiteX54-13971" fmla="*/ 252 w 10000"/>
              <a:gd name="connsiteY54-13972" fmla="*/ 9889 h 10000"/>
              <a:gd name="connsiteX55-13973" fmla="*/ 0 w 10000"/>
              <a:gd name="connsiteY55-13974" fmla="*/ 9889 h 10000"/>
              <a:gd name="connsiteX56-13975" fmla="*/ 0 w 10000"/>
              <a:gd name="connsiteY56-13976" fmla="*/ 9796 h 10000"/>
              <a:gd name="connsiteX57-13977" fmla="*/ 0 w 10000"/>
              <a:gd name="connsiteY57-13978" fmla="*/ 9610 h 10000"/>
              <a:gd name="connsiteX58-13979" fmla="*/ 0 w 10000"/>
              <a:gd name="connsiteY58-13980" fmla="*/ 9499 h 10000"/>
              <a:gd name="connsiteX59-13981" fmla="*/ 1295 w 10000"/>
              <a:gd name="connsiteY59-13982" fmla="*/ 7644 h 10000"/>
              <a:gd name="connsiteX60-13983" fmla="*/ 1595 w 10000"/>
              <a:gd name="connsiteY60-13984" fmla="*/ 7644 h 10000"/>
              <a:gd name="connsiteX61-13985" fmla="*/ 1843 w 10000"/>
              <a:gd name="connsiteY61-13986" fmla="*/ 7551 h 10000"/>
              <a:gd name="connsiteX62-13987" fmla="*/ 2096 w 10000"/>
              <a:gd name="connsiteY62-13988" fmla="*/ 7440 h 10000"/>
              <a:gd name="connsiteX63-13989" fmla="*/ 2096 w 10000"/>
              <a:gd name="connsiteY63-13990" fmla="*/ 7347 h 10000"/>
              <a:gd name="connsiteX64-13991" fmla="*/ 2394 w 10000"/>
              <a:gd name="connsiteY64-13992" fmla="*/ 7254 h 10000"/>
              <a:gd name="connsiteX65-13993" fmla="*/ 2636 w 10000"/>
              <a:gd name="connsiteY65-13994" fmla="*/ 7050 h 10000"/>
              <a:gd name="connsiteX66-13995" fmla="*/ 2636 w 10000"/>
              <a:gd name="connsiteY66-13996" fmla="*/ 6865 h 10000"/>
              <a:gd name="connsiteX67-13997" fmla="*/ 2886 w 10000"/>
              <a:gd name="connsiteY67-13998" fmla="*/ 6660 h 10000"/>
              <a:gd name="connsiteX68-13999" fmla="*/ 3136 w 10000"/>
              <a:gd name="connsiteY68-14000" fmla="*/ 6364 h 10000"/>
              <a:gd name="connsiteX69-14001" fmla="*/ 3434 w 10000"/>
              <a:gd name="connsiteY69-14002" fmla="*/ 6067 h 10000"/>
              <a:gd name="connsiteX70-14003" fmla="*/ 3434 w 10000"/>
              <a:gd name="connsiteY70-14004" fmla="*/ 5677 h 10000"/>
              <a:gd name="connsiteX71-14005" fmla="*/ 3934 w 10000"/>
              <a:gd name="connsiteY71-14006" fmla="*/ 4991 h 10000"/>
              <a:gd name="connsiteX72-14007" fmla="*/ 4240 w 10000"/>
              <a:gd name="connsiteY72-14008" fmla="*/ 4212 h 10000"/>
              <a:gd name="connsiteX73-14009" fmla="*/ 4240 w 10000"/>
              <a:gd name="connsiteY73-14010" fmla="*/ 3525 h 10000"/>
              <a:gd name="connsiteX74-14011" fmla="*/ 4482 w 10000"/>
              <a:gd name="connsiteY74-14012" fmla="*/ 2839 h 10000"/>
              <a:gd name="connsiteX75-14013" fmla="*/ 4482 w 10000"/>
              <a:gd name="connsiteY75-14014" fmla="*/ 2542 h 10000"/>
              <a:gd name="connsiteX76-14015" fmla="*/ 4482 w 10000"/>
              <a:gd name="connsiteY76-14016" fmla="*/ 2263 h 10000"/>
              <a:gd name="connsiteX77-14017" fmla="*/ 4482 w 10000"/>
              <a:gd name="connsiteY77-14018" fmla="*/ 2059 h 10000"/>
              <a:gd name="connsiteX78-14019" fmla="*/ 4482 w 10000"/>
              <a:gd name="connsiteY78-14020" fmla="*/ 1855 h 10000"/>
              <a:gd name="connsiteX79-14021" fmla="*/ 4482 w 10000"/>
              <a:gd name="connsiteY79-14022" fmla="*/ 1670 h 10000"/>
              <a:gd name="connsiteX80-14023" fmla="*/ 4482 w 10000"/>
              <a:gd name="connsiteY80-14024" fmla="*/ 1577 h 10000"/>
              <a:gd name="connsiteX81-14025" fmla="*/ 4240 w 10000"/>
              <a:gd name="connsiteY81-14026" fmla="*/ 1466 h 10000"/>
              <a:gd name="connsiteX82-14027" fmla="*/ 4240 w 10000"/>
              <a:gd name="connsiteY82-14028" fmla="*/ 1373 h 10000"/>
              <a:gd name="connsiteX83-14029" fmla="*/ 4240 w 10000"/>
              <a:gd name="connsiteY83-14030" fmla="*/ 1280 h 10000"/>
              <a:gd name="connsiteX84-14031" fmla="*/ 3934 w 10000"/>
              <a:gd name="connsiteY84-14032" fmla="*/ 1280 h 10000"/>
              <a:gd name="connsiteX85-14033" fmla="*/ 3691 w 10000"/>
              <a:gd name="connsiteY85-14034" fmla="*/ 1169 h 10000"/>
              <a:gd name="connsiteX86-14035" fmla="*/ 3691 w 10000"/>
              <a:gd name="connsiteY86-14036" fmla="*/ 1169 h 10000"/>
              <a:gd name="connsiteX87-14037" fmla="*/ 3434 w 10000"/>
              <a:gd name="connsiteY87-14038" fmla="*/ 297 h 10000"/>
              <a:gd name="connsiteX88-14039" fmla="*/ 3434 w 10000"/>
              <a:gd name="connsiteY88-14040" fmla="*/ 204 h 10000"/>
              <a:gd name="connsiteX89-14041" fmla="*/ 3434 w 10000"/>
              <a:gd name="connsiteY89-14042" fmla="*/ 204 h 10000"/>
              <a:gd name="connsiteX0-14043" fmla="*/ 3434 w 10000"/>
              <a:gd name="connsiteY0-14044" fmla="*/ 204 h 10000"/>
              <a:gd name="connsiteX1-14045" fmla="*/ 3691 w 10000"/>
              <a:gd name="connsiteY1-14046" fmla="*/ 93 h 10000"/>
              <a:gd name="connsiteX2-14047" fmla="*/ 4240 w 10000"/>
              <a:gd name="connsiteY2-14048" fmla="*/ 93 h 10000"/>
              <a:gd name="connsiteX3-14049" fmla="*/ 4482 w 10000"/>
              <a:gd name="connsiteY3-14050" fmla="*/ 0 h 10000"/>
              <a:gd name="connsiteX4-14051" fmla="*/ 4727 w 10000"/>
              <a:gd name="connsiteY4-14052" fmla="*/ 0 h 10000"/>
              <a:gd name="connsiteX5-14053" fmla="*/ 5277 w 10000"/>
              <a:gd name="connsiteY5-14054" fmla="*/ 93 h 10000"/>
              <a:gd name="connsiteX6-14055" fmla="*/ 6073 w 10000"/>
              <a:gd name="connsiteY6-14056" fmla="*/ 204 h 10000"/>
              <a:gd name="connsiteX7-14057" fmla="*/ 6319 w 10000"/>
              <a:gd name="connsiteY7-14058" fmla="*/ 297 h 10000"/>
              <a:gd name="connsiteX8-14059" fmla="*/ 6813 w 10000"/>
              <a:gd name="connsiteY8-14060" fmla="*/ 482 h 10000"/>
              <a:gd name="connsiteX9-14061" fmla="*/ 7111 w 10000"/>
              <a:gd name="connsiteY9-14062" fmla="*/ 594 h 10000"/>
              <a:gd name="connsiteX10-14063" fmla="*/ 7619 w 10000"/>
              <a:gd name="connsiteY10-14064" fmla="*/ 686 h 10000"/>
              <a:gd name="connsiteX11-14065" fmla="*/ 8161 w 10000"/>
              <a:gd name="connsiteY11-14066" fmla="*/ 891 h 10000"/>
              <a:gd name="connsiteX12-14067" fmla="*/ 8655 w 10000"/>
              <a:gd name="connsiteY12-14068" fmla="*/ 983 h 10000"/>
              <a:gd name="connsiteX13-14069" fmla="*/ 8956 w 10000"/>
              <a:gd name="connsiteY13-14070" fmla="*/ 1169 h 10000"/>
              <a:gd name="connsiteX14-14071" fmla="*/ 9455 w 10000"/>
              <a:gd name="connsiteY14-14072" fmla="*/ 1280 h 10000"/>
              <a:gd name="connsiteX15-14073" fmla="*/ 9699 w 10000"/>
              <a:gd name="connsiteY15-14074" fmla="*/ 1373 h 10000"/>
              <a:gd name="connsiteX16-14075" fmla="*/ 9699 w 10000"/>
              <a:gd name="connsiteY16-14076" fmla="*/ 1466 h 10000"/>
              <a:gd name="connsiteX17-14077" fmla="*/ 10000 w 10000"/>
              <a:gd name="connsiteY17-14078" fmla="*/ 1466 h 10000"/>
              <a:gd name="connsiteX18-14079" fmla="*/ 10000 w 10000"/>
              <a:gd name="connsiteY18-14080" fmla="*/ 1577 h 10000"/>
              <a:gd name="connsiteX19-14081" fmla="*/ 10000 w 10000"/>
              <a:gd name="connsiteY19-14082" fmla="*/ 1670 h 10000"/>
              <a:gd name="connsiteX20-14083" fmla="*/ 9699 w 10000"/>
              <a:gd name="connsiteY20-14084" fmla="*/ 1763 h 10000"/>
              <a:gd name="connsiteX21-14085" fmla="*/ 9455 w 10000"/>
              <a:gd name="connsiteY21-14086" fmla="*/ 1763 h 10000"/>
              <a:gd name="connsiteX22-14087" fmla="*/ 9206 w 10000"/>
              <a:gd name="connsiteY22-14088" fmla="*/ 1855 h 10000"/>
              <a:gd name="connsiteX23-14089" fmla="*/ 8956 w 10000"/>
              <a:gd name="connsiteY23-14090" fmla="*/ 1855 h 10000"/>
              <a:gd name="connsiteX24-14091" fmla="*/ 8956 w 10000"/>
              <a:gd name="connsiteY24-14092" fmla="*/ 1967 h 10000"/>
              <a:gd name="connsiteX25-14093" fmla="*/ 8655 w 10000"/>
              <a:gd name="connsiteY25-14094" fmla="*/ 2059 h 10000"/>
              <a:gd name="connsiteX26-14095" fmla="*/ 8408 w 10000"/>
              <a:gd name="connsiteY26-14096" fmla="*/ 2263 h 10000"/>
              <a:gd name="connsiteX27-14097" fmla="*/ 8408 w 10000"/>
              <a:gd name="connsiteY27-14098" fmla="*/ 2449 h 10000"/>
              <a:gd name="connsiteX28-14099" fmla="*/ 8161 w 10000"/>
              <a:gd name="connsiteY28-14100" fmla="*/ 2653 h 10000"/>
              <a:gd name="connsiteX29-14101" fmla="*/ 8161 w 10000"/>
              <a:gd name="connsiteY29-14102" fmla="*/ 2950 h 10000"/>
              <a:gd name="connsiteX30-14103" fmla="*/ 8161 w 10000"/>
              <a:gd name="connsiteY30-14104" fmla="*/ 3135 h 10000"/>
              <a:gd name="connsiteX31-14105" fmla="*/ 7859 w 10000"/>
              <a:gd name="connsiteY31-14106" fmla="*/ 3432 h 10000"/>
              <a:gd name="connsiteX32-14107" fmla="*/ 7859 w 10000"/>
              <a:gd name="connsiteY32-14108" fmla="*/ 3822 h 10000"/>
              <a:gd name="connsiteX33-14109" fmla="*/ 7619 w 10000"/>
              <a:gd name="connsiteY33-14110" fmla="*/ 4119 h 10000"/>
              <a:gd name="connsiteX34-14111" fmla="*/ 7365 w 10000"/>
              <a:gd name="connsiteY34-14112" fmla="*/ 4508 h 10000"/>
              <a:gd name="connsiteX35-14113" fmla="*/ 7111 w 10000"/>
              <a:gd name="connsiteY35-14114" fmla="*/ 4898 h 10000"/>
              <a:gd name="connsiteX36-14115" fmla="*/ 6813 w 10000"/>
              <a:gd name="connsiteY36-14116" fmla="*/ 5288 h 10000"/>
              <a:gd name="connsiteX37-14117" fmla="*/ 6319 w 10000"/>
              <a:gd name="connsiteY37-14118" fmla="*/ 6178 h 10000"/>
              <a:gd name="connsiteX38-14119" fmla="*/ 6073 w 10000"/>
              <a:gd name="connsiteY38-14120" fmla="*/ 6568 h 10000"/>
              <a:gd name="connsiteX39-14121" fmla="*/ 5778 w 10000"/>
              <a:gd name="connsiteY39-14122" fmla="*/ 6957 h 10000"/>
              <a:gd name="connsiteX40-14123" fmla="*/ 5525 w 10000"/>
              <a:gd name="connsiteY40-14124" fmla="*/ 7347 h 10000"/>
              <a:gd name="connsiteX41-14125" fmla="*/ 5277 w 10000"/>
              <a:gd name="connsiteY41-14126" fmla="*/ 7737 h 10000"/>
              <a:gd name="connsiteX42-14127" fmla="*/ 4975 w 10000"/>
              <a:gd name="connsiteY42-14128" fmla="*/ 8033 h 10000"/>
              <a:gd name="connsiteX43-14129" fmla="*/ 4975 w 10000"/>
              <a:gd name="connsiteY43-14130" fmla="*/ 8237 h 10000"/>
              <a:gd name="connsiteX44-14131" fmla="*/ 4727 w 10000"/>
              <a:gd name="connsiteY44-14132" fmla="*/ 8534 h 10000"/>
              <a:gd name="connsiteX45-14133" fmla="*/ 4482 w 10000"/>
              <a:gd name="connsiteY45-14134" fmla="*/ 8720 h 10000"/>
              <a:gd name="connsiteX46-14135" fmla="*/ 3934 w 10000"/>
              <a:gd name="connsiteY46-14136" fmla="*/ 9017 h 10000"/>
              <a:gd name="connsiteX47-14137" fmla="*/ 3434 w 10000"/>
              <a:gd name="connsiteY47-14138" fmla="*/ 9314 h 10000"/>
              <a:gd name="connsiteX48-14139" fmla="*/ 2886 w 10000"/>
              <a:gd name="connsiteY48-14140" fmla="*/ 9610 h 10000"/>
              <a:gd name="connsiteX49-14141" fmla="*/ 2394 w 10000"/>
              <a:gd name="connsiteY49-14142" fmla="*/ 9703 h 10000"/>
              <a:gd name="connsiteX50-14143" fmla="*/ 1843 w 10000"/>
              <a:gd name="connsiteY50-14144" fmla="*/ 9889 h 10000"/>
              <a:gd name="connsiteX51-14145" fmla="*/ 1295 w 10000"/>
              <a:gd name="connsiteY51-14146" fmla="*/ 10000 h 10000"/>
              <a:gd name="connsiteX52-14147" fmla="*/ 800 w 10000"/>
              <a:gd name="connsiteY52-14148" fmla="*/ 10000 h 10000"/>
              <a:gd name="connsiteX53-14149" fmla="*/ 252 w 10000"/>
              <a:gd name="connsiteY53-14150" fmla="*/ 10000 h 10000"/>
              <a:gd name="connsiteX54-14151" fmla="*/ 252 w 10000"/>
              <a:gd name="connsiteY54-14152" fmla="*/ 9889 h 10000"/>
              <a:gd name="connsiteX55-14153" fmla="*/ 0 w 10000"/>
              <a:gd name="connsiteY55-14154" fmla="*/ 9889 h 10000"/>
              <a:gd name="connsiteX56-14155" fmla="*/ 0 w 10000"/>
              <a:gd name="connsiteY56-14156" fmla="*/ 9796 h 10000"/>
              <a:gd name="connsiteX57-14157" fmla="*/ 0 w 10000"/>
              <a:gd name="connsiteY57-14158" fmla="*/ 9610 h 10000"/>
              <a:gd name="connsiteX58-14159" fmla="*/ 1295 w 10000"/>
              <a:gd name="connsiteY58-14160" fmla="*/ 7644 h 10000"/>
              <a:gd name="connsiteX59-14161" fmla="*/ 1595 w 10000"/>
              <a:gd name="connsiteY59-14162" fmla="*/ 7644 h 10000"/>
              <a:gd name="connsiteX60-14163" fmla="*/ 1843 w 10000"/>
              <a:gd name="connsiteY60-14164" fmla="*/ 7551 h 10000"/>
              <a:gd name="connsiteX61-14165" fmla="*/ 2096 w 10000"/>
              <a:gd name="connsiteY61-14166" fmla="*/ 7440 h 10000"/>
              <a:gd name="connsiteX62-14167" fmla="*/ 2096 w 10000"/>
              <a:gd name="connsiteY62-14168" fmla="*/ 7347 h 10000"/>
              <a:gd name="connsiteX63-14169" fmla="*/ 2394 w 10000"/>
              <a:gd name="connsiteY63-14170" fmla="*/ 7254 h 10000"/>
              <a:gd name="connsiteX64-14171" fmla="*/ 2636 w 10000"/>
              <a:gd name="connsiteY64-14172" fmla="*/ 7050 h 10000"/>
              <a:gd name="connsiteX65-14173" fmla="*/ 2636 w 10000"/>
              <a:gd name="connsiteY65-14174" fmla="*/ 6865 h 10000"/>
              <a:gd name="connsiteX66-14175" fmla="*/ 2886 w 10000"/>
              <a:gd name="connsiteY66-14176" fmla="*/ 6660 h 10000"/>
              <a:gd name="connsiteX67-14177" fmla="*/ 3136 w 10000"/>
              <a:gd name="connsiteY67-14178" fmla="*/ 6364 h 10000"/>
              <a:gd name="connsiteX68-14179" fmla="*/ 3434 w 10000"/>
              <a:gd name="connsiteY68-14180" fmla="*/ 6067 h 10000"/>
              <a:gd name="connsiteX69-14181" fmla="*/ 3434 w 10000"/>
              <a:gd name="connsiteY69-14182" fmla="*/ 5677 h 10000"/>
              <a:gd name="connsiteX70-14183" fmla="*/ 3934 w 10000"/>
              <a:gd name="connsiteY70-14184" fmla="*/ 4991 h 10000"/>
              <a:gd name="connsiteX71-14185" fmla="*/ 4240 w 10000"/>
              <a:gd name="connsiteY71-14186" fmla="*/ 4212 h 10000"/>
              <a:gd name="connsiteX72-14187" fmla="*/ 4240 w 10000"/>
              <a:gd name="connsiteY72-14188" fmla="*/ 3525 h 10000"/>
              <a:gd name="connsiteX73-14189" fmla="*/ 4482 w 10000"/>
              <a:gd name="connsiteY73-14190" fmla="*/ 2839 h 10000"/>
              <a:gd name="connsiteX74-14191" fmla="*/ 4482 w 10000"/>
              <a:gd name="connsiteY74-14192" fmla="*/ 2542 h 10000"/>
              <a:gd name="connsiteX75-14193" fmla="*/ 4482 w 10000"/>
              <a:gd name="connsiteY75-14194" fmla="*/ 2263 h 10000"/>
              <a:gd name="connsiteX76-14195" fmla="*/ 4482 w 10000"/>
              <a:gd name="connsiteY76-14196" fmla="*/ 2059 h 10000"/>
              <a:gd name="connsiteX77-14197" fmla="*/ 4482 w 10000"/>
              <a:gd name="connsiteY77-14198" fmla="*/ 1855 h 10000"/>
              <a:gd name="connsiteX78-14199" fmla="*/ 4482 w 10000"/>
              <a:gd name="connsiteY78-14200" fmla="*/ 1670 h 10000"/>
              <a:gd name="connsiteX79-14201" fmla="*/ 4482 w 10000"/>
              <a:gd name="connsiteY79-14202" fmla="*/ 1577 h 10000"/>
              <a:gd name="connsiteX80-14203" fmla="*/ 4240 w 10000"/>
              <a:gd name="connsiteY80-14204" fmla="*/ 1466 h 10000"/>
              <a:gd name="connsiteX81-14205" fmla="*/ 4240 w 10000"/>
              <a:gd name="connsiteY81-14206" fmla="*/ 1373 h 10000"/>
              <a:gd name="connsiteX82-14207" fmla="*/ 4240 w 10000"/>
              <a:gd name="connsiteY82-14208" fmla="*/ 1280 h 10000"/>
              <a:gd name="connsiteX83-14209" fmla="*/ 3934 w 10000"/>
              <a:gd name="connsiteY83-14210" fmla="*/ 1280 h 10000"/>
              <a:gd name="connsiteX84-14211" fmla="*/ 3691 w 10000"/>
              <a:gd name="connsiteY84-14212" fmla="*/ 1169 h 10000"/>
              <a:gd name="connsiteX85-14213" fmla="*/ 3691 w 10000"/>
              <a:gd name="connsiteY85-14214" fmla="*/ 1169 h 10000"/>
              <a:gd name="connsiteX86-14215" fmla="*/ 3434 w 10000"/>
              <a:gd name="connsiteY86-14216" fmla="*/ 297 h 10000"/>
              <a:gd name="connsiteX87-14217" fmla="*/ 3434 w 10000"/>
              <a:gd name="connsiteY87-14218" fmla="*/ 204 h 10000"/>
              <a:gd name="connsiteX88-14219" fmla="*/ 3434 w 10000"/>
              <a:gd name="connsiteY88-14220" fmla="*/ 204 h 10000"/>
              <a:gd name="connsiteX0-14221" fmla="*/ 3434 w 10000"/>
              <a:gd name="connsiteY0-14222" fmla="*/ 204 h 10000"/>
              <a:gd name="connsiteX1-14223" fmla="*/ 3691 w 10000"/>
              <a:gd name="connsiteY1-14224" fmla="*/ 93 h 10000"/>
              <a:gd name="connsiteX2-14225" fmla="*/ 4240 w 10000"/>
              <a:gd name="connsiteY2-14226" fmla="*/ 93 h 10000"/>
              <a:gd name="connsiteX3-14227" fmla="*/ 4482 w 10000"/>
              <a:gd name="connsiteY3-14228" fmla="*/ 0 h 10000"/>
              <a:gd name="connsiteX4-14229" fmla="*/ 4727 w 10000"/>
              <a:gd name="connsiteY4-14230" fmla="*/ 0 h 10000"/>
              <a:gd name="connsiteX5-14231" fmla="*/ 5277 w 10000"/>
              <a:gd name="connsiteY5-14232" fmla="*/ 93 h 10000"/>
              <a:gd name="connsiteX6-14233" fmla="*/ 6073 w 10000"/>
              <a:gd name="connsiteY6-14234" fmla="*/ 204 h 10000"/>
              <a:gd name="connsiteX7-14235" fmla="*/ 6319 w 10000"/>
              <a:gd name="connsiteY7-14236" fmla="*/ 297 h 10000"/>
              <a:gd name="connsiteX8-14237" fmla="*/ 6813 w 10000"/>
              <a:gd name="connsiteY8-14238" fmla="*/ 482 h 10000"/>
              <a:gd name="connsiteX9-14239" fmla="*/ 7111 w 10000"/>
              <a:gd name="connsiteY9-14240" fmla="*/ 594 h 10000"/>
              <a:gd name="connsiteX10-14241" fmla="*/ 7619 w 10000"/>
              <a:gd name="connsiteY10-14242" fmla="*/ 686 h 10000"/>
              <a:gd name="connsiteX11-14243" fmla="*/ 8161 w 10000"/>
              <a:gd name="connsiteY11-14244" fmla="*/ 891 h 10000"/>
              <a:gd name="connsiteX12-14245" fmla="*/ 8655 w 10000"/>
              <a:gd name="connsiteY12-14246" fmla="*/ 983 h 10000"/>
              <a:gd name="connsiteX13-14247" fmla="*/ 8956 w 10000"/>
              <a:gd name="connsiteY13-14248" fmla="*/ 1169 h 10000"/>
              <a:gd name="connsiteX14-14249" fmla="*/ 9455 w 10000"/>
              <a:gd name="connsiteY14-14250" fmla="*/ 1280 h 10000"/>
              <a:gd name="connsiteX15-14251" fmla="*/ 9699 w 10000"/>
              <a:gd name="connsiteY15-14252" fmla="*/ 1373 h 10000"/>
              <a:gd name="connsiteX16-14253" fmla="*/ 9699 w 10000"/>
              <a:gd name="connsiteY16-14254" fmla="*/ 1466 h 10000"/>
              <a:gd name="connsiteX17-14255" fmla="*/ 10000 w 10000"/>
              <a:gd name="connsiteY17-14256" fmla="*/ 1466 h 10000"/>
              <a:gd name="connsiteX18-14257" fmla="*/ 10000 w 10000"/>
              <a:gd name="connsiteY18-14258" fmla="*/ 1577 h 10000"/>
              <a:gd name="connsiteX19-14259" fmla="*/ 10000 w 10000"/>
              <a:gd name="connsiteY19-14260" fmla="*/ 1670 h 10000"/>
              <a:gd name="connsiteX20-14261" fmla="*/ 9699 w 10000"/>
              <a:gd name="connsiteY20-14262" fmla="*/ 1763 h 10000"/>
              <a:gd name="connsiteX21-14263" fmla="*/ 9455 w 10000"/>
              <a:gd name="connsiteY21-14264" fmla="*/ 1763 h 10000"/>
              <a:gd name="connsiteX22-14265" fmla="*/ 9206 w 10000"/>
              <a:gd name="connsiteY22-14266" fmla="*/ 1855 h 10000"/>
              <a:gd name="connsiteX23-14267" fmla="*/ 8956 w 10000"/>
              <a:gd name="connsiteY23-14268" fmla="*/ 1855 h 10000"/>
              <a:gd name="connsiteX24-14269" fmla="*/ 8956 w 10000"/>
              <a:gd name="connsiteY24-14270" fmla="*/ 1967 h 10000"/>
              <a:gd name="connsiteX25-14271" fmla="*/ 8655 w 10000"/>
              <a:gd name="connsiteY25-14272" fmla="*/ 2059 h 10000"/>
              <a:gd name="connsiteX26-14273" fmla="*/ 8408 w 10000"/>
              <a:gd name="connsiteY26-14274" fmla="*/ 2263 h 10000"/>
              <a:gd name="connsiteX27-14275" fmla="*/ 8408 w 10000"/>
              <a:gd name="connsiteY27-14276" fmla="*/ 2449 h 10000"/>
              <a:gd name="connsiteX28-14277" fmla="*/ 8161 w 10000"/>
              <a:gd name="connsiteY28-14278" fmla="*/ 2653 h 10000"/>
              <a:gd name="connsiteX29-14279" fmla="*/ 8161 w 10000"/>
              <a:gd name="connsiteY29-14280" fmla="*/ 2950 h 10000"/>
              <a:gd name="connsiteX30-14281" fmla="*/ 8161 w 10000"/>
              <a:gd name="connsiteY30-14282" fmla="*/ 3135 h 10000"/>
              <a:gd name="connsiteX31-14283" fmla="*/ 7859 w 10000"/>
              <a:gd name="connsiteY31-14284" fmla="*/ 3432 h 10000"/>
              <a:gd name="connsiteX32-14285" fmla="*/ 7859 w 10000"/>
              <a:gd name="connsiteY32-14286" fmla="*/ 3822 h 10000"/>
              <a:gd name="connsiteX33-14287" fmla="*/ 7619 w 10000"/>
              <a:gd name="connsiteY33-14288" fmla="*/ 4119 h 10000"/>
              <a:gd name="connsiteX34-14289" fmla="*/ 7365 w 10000"/>
              <a:gd name="connsiteY34-14290" fmla="*/ 4508 h 10000"/>
              <a:gd name="connsiteX35-14291" fmla="*/ 7111 w 10000"/>
              <a:gd name="connsiteY35-14292" fmla="*/ 4898 h 10000"/>
              <a:gd name="connsiteX36-14293" fmla="*/ 6813 w 10000"/>
              <a:gd name="connsiteY36-14294" fmla="*/ 5288 h 10000"/>
              <a:gd name="connsiteX37-14295" fmla="*/ 6319 w 10000"/>
              <a:gd name="connsiteY37-14296" fmla="*/ 6178 h 10000"/>
              <a:gd name="connsiteX38-14297" fmla="*/ 6073 w 10000"/>
              <a:gd name="connsiteY38-14298" fmla="*/ 6568 h 10000"/>
              <a:gd name="connsiteX39-14299" fmla="*/ 5778 w 10000"/>
              <a:gd name="connsiteY39-14300" fmla="*/ 6957 h 10000"/>
              <a:gd name="connsiteX40-14301" fmla="*/ 5525 w 10000"/>
              <a:gd name="connsiteY40-14302" fmla="*/ 7347 h 10000"/>
              <a:gd name="connsiteX41-14303" fmla="*/ 5277 w 10000"/>
              <a:gd name="connsiteY41-14304" fmla="*/ 7737 h 10000"/>
              <a:gd name="connsiteX42-14305" fmla="*/ 4975 w 10000"/>
              <a:gd name="connsiteY42-14306" fmla="*/ 8033 h 10000"/>
              <a:gd name="connsiteX43-14307" fmla="*/ 4975 w 10000"/>
              <a:gd name="connsiteY43-14308" fmla="*/ 8237 h 10000"/>
              <a:gd name="connsiteX44-14309" fmla="*/ 4727 w 10000"/>
              <a:gd name="connsiteY44-14310" fmla="*/ 8534 h 10000"/>
              <a:gd name="connsiteX45-14311" fmla="*/ 4482 w 10000"/>
              <a:gd name="connsiteY45-14312" fmla="*/ 8720 h 10000"/>
              <a:gd name="connsiteX46-14313" fmla="*/ 3934 w 10000"/>
              <a:gd name="connsiteY46-14314" fmla="*/ 9017 h 10000"/>
              <a:gd name="connsiteX47-14315" fmla="*/ 3434 w 10000"/>
              <a:gd name="connsiteY47-14316" fmla="*/ 9314 h 10000"/>
              <a:gd name="connsiteX48-14317" fmla="*/ 2886 w 10000"/>
              <a:gd name="connsiteY48-14318" fmla="*/ 9610 h 10000"/>
              <a:gd name="connsiteX49-14319" fmla="*/ 2394 w 10000"/>
              <a:gd name="connsiteY49-14320" fmla="*/ 9703 h 10000"/>
              <a:gd name="connsiteX50-14321" fmla="*/ 1843 w 10000"/>
              <a:gd name="connsiteY50-14322" fmla="*/ 9889 h 10000"/>
              <a:gd name="connsiteX51-14323" fmla="*/ 1295 w 10000"/>
              <a:gd name="connsiteY51-14324" fmla="*/ 10000 h 10000"/>
              <a:gd name="connsiteX52-14325" fmla="*/ 800 w 10000"/>
              <a:gd name="connsiteY52-14326" fmla="*/ 10000 h 10000"/>
              <a:gd name="connsiteX53-14327" fmla="*/ 252 w 10000"/>
              <a:gd name="connsiteY53-14328" fmla="*/ 10000 h 10000"/>
              <a:gd name="connsiteX54-14329" fmla="*/ 252 w 10000"/>
              <a:gd name="connsiteY54-14330" fmla="*/ 9889 h 10000"/>
              <a:gd name="connsiteX55-14331" fmla="*/ 0 w 10000"/>
              <a:gd name="connsiteY55-14332" fmla="*/ 9889 h 10000"/>
              <a:gd name="connsiteX56-14333" fmla="*/ 0 w 10000"/>
              <a:gd name="connsiteY56-14334" fmla="*/ 9796 h 10000"/>
              <a:gd name="connsiteX57-14335" fmla="*/ 1295 w 10000"/>
              <a:gd name="connsiteY57-14336" fmla="*/ 7644 h 10000"/>
              <a:gd name="connsiteX58-14337" fmla="*/ 1595 w 10000"/>
              <a:gd name="connsiteY58-14338" fmla="*/ 7644 h 10000"/>
              <a:gd name="connsiteX59-14339" fmla="*/ 1843 w 10000"/>
              <a:gd name="connsiteY59-14340" fmla="*/ 7551 h 10000"/>
              <a:gd name="connsiteX60-14341" fmla="*/ 2096 w 10000"/>
              <a:gd name="connsiteY60-14342" fmla="*/ 7440 h 10000"/>
              <a:gd name="connsiteX61-14343" fmla="*/ 2096 w 10000"/>
              <a:gd name="connsiteY61-14344" fmla="*/ 7347 h 10000"/>
              <a:gd name="connsiteX62-14345" fmla="*/ 2394 w 10000"/>
              <a:gd name="connsiteY62-14346" fmla="*/ 7254 h 10000"/>
              <a:gd name="connsiteX63-14347" fmla="*/ 2636 w 10000"/>
              <a:gd name="connsiteY63-14348" fmla="*/ 7050 h 10000"/>
              <a:gd name="connsiteX64-14349" fmla="*/ 2636 w 10000"/>
              <a:gd name="connsiteY64-14350" fmla="*/ 6865 h 10000"/>
              <a:gd name="connsiteX65-14351" fmla="*/ 2886 w 10000"/>
              <a:gd name="connsiteY65-14352" fmla="*/ 6660 h 10000"/>
              <a:gd name="connsiteX66-14353" fmla="*/ 3136 w 10000"/>
              <a:gd name="connsiteY66-14354" fmla="*/ 6364 h 10000"/>
              <a:gd name="connsiteX67-14355" fmla="*/ 3434 w 10000"/>
              <a:gd name="connsiteY67-14356" fmla="*/ 6067 h 10000"/>
              <a:gd name="connsiteX68-14357" fmla="*/ 3434 w 10000"/>
              <a:gd name="connsiteY68-14358" fmla="*/ 5677 h 10000"/>
              <a:gd name="connsiteX69-14359" fmla="*/ 3934 w 10000"/>
              <a:gd name="connsiteY69-14360" fmla="*/ 4991 h 10000"/>
              <a:gd name="connsiteX70-14361" fmla="*/ 4240 w 10000"/>
              <a:gd name="connsiteY70-14362" fmla="*/ 4212 h 10000"/>
              <a:gd name="connsiteX71-14363" fmla="*/ 4240 w 10000"/>
              <a:gd name="connsiteY71-14364" fmla="*/ 3525 h 10000"/>
              <a:gd name="connsiteX72-14365" fmla="*/ 4482 w 10000"/>
              <a:gd name="connsiteY72-14366" fmla="*/ 2839 h 10000"/>
              <a:gd name="connsiteX73-14367" fmla="*/ 4482 w 10000"/>
              <a:gd name="connsiteY73-14368" fmla="*/ 2542 h 10000"/>
              <a:gd name="connsiteX74-14369" fmla="*/ 4482 w 10000"/>
              <a:gd name="connsiteY74-14370" fmla="*/ 2263 h 10000"/>
              <a:gd name="connsiteX75-14371" fmla="*/ 4482 w 10000"/>
              <a:gd name="connsiteY75-14372" fmla="*/ 2059 h 10000"/>
              <a:gd name="connsiteX76-14373" fmla="*/ 4482 w 10000"/>
              <a:gd name="connsiteY76-14374" fmla="*/ 1855 h 10000"/>
              <a:gd name="connsiteX77-14375" fmla="*/ 4482 w 10000"/>
              <a:gd name="connsiteY77-14376" fmla="*/ 1670 h 10000"/>
              <a:gd name="connsiteX78-14377" fmla="*/ 4482 w 10000"/>
              <a:gd name="connsiteY78-14378" fmla="*/ 1577 h 10000"/>
              <a:gd name="connsiteX79-14379" fmla="*/ 4240 w 10000"/>
              <a:gd name="connsiteY79-14380" fmla="*/ 1466 h 10000"/>
              <a:gd name="connsiteX80-14381" fmla="*/ 4240 w 10000"/>
              <a:gd name="connsiteY80-14382" fmla="*/ 1373 h 10000"/>
              <a:gd name="connsiteX81-14383" fmla="*/ 4240 w 10000"/>
              <a:gd name="connsiteY81-14384" fmla="*/ 1280 h 10000"/>
              <a:gd name="connsiteX82-14385" fmla="*/ 3934 w 10000"/>
              <a:gd name="connsiteY82-14386" fmla="*/ 1280 h 10000"/>
              <a:gd name="connsiteX83-14387" fmla="*/ 3691 w 10000"/>
              <a:gd name="connsiteY83-14388" fmla="*/ 1169 h 10000"/>
              <a:gd name="connsiteX84-14389" fmla="*/ 3691 w 10000"/>
              <a:gd name="connsiteY84-14390" fmla="*/ 1169 h 10000"/>
              <a:gd name="connsiteX85-14391" fmla="*/ 3434 w 10000"/>
              <a:gd name="connsiteY85-14392" fmla="*/ 297 h 10000"/>
              <a:gd name="connsiteX86-14393" fmla="*/ 3434 w 10000"/>
              <a:gd name="connsiteY86-14394" fmla="*/ 204 h 10000"/>
              <a:gd name="connsiteX87-14395" fmla="*/ 3434 w 10000"/>
              <a:gd name="connsiteY87-14396" fmla="*/ 204 h 10000"/>
              <a:gd name="connsiteX0-14397" fmla="*/ 3434 w 10000"/>
              <a:gd name="connsiteY0-14398" fmla="*/ 204 h 10000"/>
              <a:gd name="connsiteX1-14399" fmla="*/ 3691 w 10000"/>
              <a:gd name="connsiteY1-14400" fmla="*/ 93 h 10000"/>
              <a:gd name="connsiteX2-14401" fmla="*/ 4240 w 10000"/>
              <a:gd name="connsiteY2-14402" fmla="*/ 93 h 10000"/>
              <a:gd name="connsiteX3-14403" fmla="*/ 4482 w 10000"/>
              <a:gd name="connsiteY3-14404" fmla="*/ 0 h 10000"/>
              <a:gd name="connsiteX4-14405" fmla="*/ 4727 w 10000"/>
              <a:gd name="connsiteY4-14406" fmla="*/ 0 h 10000"/>
              <a:gd name="connsiteX5-14407" fmla="*/ 5277 w 10000"/>
              <a:gd name="connsiteY5-14408" fmla="*/ 93 h 10000"/>
              <a:gd name="connsiteX6-14409" fmla="*/ 6073 w 10000"/>
              <a:gd name="connsiteY6-14410" fmla="*/ 204 h 10000"/>
              <a:gd name="connsiteX7-14411" fmla="*/ 6319 w 10000"/>
              <a:gd name="connsiteY7-14412" fmla="*/ 297 h 10000"/>
              <a:gd name="connsiteX8-14413" fmla="*/ 6813 w 10000"/>
              <a:gd name="connsiteY8-14414" fmla="*/ 482 h 10000"/>
              <a:gd name="connsiteX9-14415" fmla="*/ 7111 w 10000"/>
              <a:gd name="connsiteY9-14416" fmla="*/ 594 h 10000"/>
              <a:gd name="connsiteX10-14417" fmla="*/ 7619 w 10000"/>
              <a:gd name="connsiteY10-14418" fmla="*/ 686 h 10000"/>
              <a:gd name="connsiteX11-14419" fmla="*/ 8161 w 10000"/>
              <a:gd name="connsiteY11-14420" fmla="*/ 891 h 10000"/>
              <a:gd name="connsiteX12-14421" fmla="*/ 8655 w 10000"/>
              <a:gd name="connsiteY12-14422" fmla="*/ 983 h 10000"/>
              <a:gd name="connsiteX13-14423" fmla="*/ 8956 w 10000"/>
              <a:gd name="connsiteY13-14424" fmla="*/ 1169 h 10000"/>
              <a:gd name="connsiteX14-14425" fmla="*/ 9455 w 10000"/>
              <a:gd name="connsiteY14-14426" fmla="*/ 1280 h 10000"/>
              <a:gd name="connsiteX15-14427" fmla="*/ 9699 w 10000"/>
              <a:gd name="connsiteY15-14428" fmla="*/ 1373 h 10000"/>
              <a:gd name="connsiteX16-14429" fmla="*/ 9699 w 10000"/>
              <a:gd name="connsiteY16-14430" fmla="*/ 1466 h 10000"/>
              <a:gd name="connsiteX17-14431" fmla="*/ 10000 w 10000"/>
              <a:gd name="connsiteY17-14432" fmla="*/ 1466 h 10000"/>
              <a:gd name="connsiteX18-14433" fmla="*/ 10000 w 10000"/>
              <a:gd name="connsiteY18-14434" fmla="*/ 1577 h 10000"/>
              <a:gd name="connsiteX19-14435" fmla="*/ 10000 w 10000"/>
              <a:gd name="connsiteY19-14436" fmla="*/ 1670 h 10000"/>
              <a:gd name="connsiteX20-14437" fmla="*/ 9699 w 10000"/>
              <a:gd name="connsiteY20-14438" fmla="*/ 1763 h 10000"/>
              <a:gd name="connsiteX21-14439" fmla="*/ 9455 w 10000"/>
              <a:gd name="connsiteY21-14440" fmla="*/ 1763 h 10000"/>
              <a:gd name="connsiteX22-14441" fmla="*/ 9206 w 10000"/>
              <a:gd name="connsiteY22-14442" fmla="*/ 1855 h 10000"/>
              <a:gd name="connsiteX23-14443" fmla="*/ 8956 w 10000"/>
              <a:gd name="connsiteY23-14444" fmla="*/ 1855 h 10000"/>
              <a:gd name="connsiteX24-14445" fmla="*/ 8956 w 10000"/>
              <a:gd name="connsiteY24-14446" fmla="*/ 1967 h 10000"/>
              <a:gd name="connsiteX25-14447" fmla="*/ 8655 w 10000"/>
              <a:gd name="connsiteY25-14448" fmla="*/ 2059 h 10000"/>
              <a:gd name="connsiteX26-14449" fmla="*/ 8408 w 10000"/>
              <a:gd name="connsiteY26-14450" fmla="*/ 2263 h 10000"/>
              <a:gd name="connsiteX27-14451" fmla="*/ 8408 w 10000"/>
              <a:gd name="connsiteY27-14452" fmla="*/ 2449 h 10000"/>
              <a:gd name="connsiteX28-14453" fmla="*/ 8161 w 10000"/>
              <a:gd name="connsiteY28-14454" fmla="*/ 2653 h 10000"/>
              <a:gd name="connsiteX29-14455" fmla="*/ 8161 w 10000"/>
              <a:gd name="connsiteY29-14456" fmla="*/ 2950 h 10000"/>
              <a:gd name="connsiteX30-14457" fmla="*/ 8161 w 10000"/>
              <a:gd name="connsiteY30-14458" fmla="*/ 3135 h 10000"/>
              <a:gd name="connsiteX31-14459" fmla="*/ 7859 w 10000"/>
              <a:gd name="connsiteY31-14460" fmla="*/ 3432 h 10000"/>
              <a:gd name="connsiteX32-14461" fmla="*/ 7859 w 10000"/>
              <a:gd name="connsiteY32-14462" fmla="*/ 3822 h 10000"/>
              <a:gd name="connsiteX33-14463" fmla="*/ 7619 w 10000"/>
              <a:gd name="connsiteY33-14464" fmla="*/ 4119 h 10000"/>
              <a:gd name="connsiteX34-14465" fmla="*/ 7365 w 10000"/>
              <a:gd name="connsiteY34-14466" fmla="*/ 4508 h 10000"/>
              <a:gd name="connsiteX35-14467" fmla="*/ 7111 w 10000"/>
              <a:gd name="connsiteY35-14468" fmla="*/ 4898 h 10000"/>
              <a:gd name="connsiteX36-14469" fmla="*/ 6813 w 10000"/>
              <a:gd name="connsiteY36-14470" fmla="*/ 5288 h 10000"/>
              <a:gd name="connsiteX37-14471" fmla="*/ 6319 w 10000"/>
              <a:gd name="connsiteY37-14472" fmla="*/ 6178 h 10000"/>
              <a:gd name="connsiteX38-14473" fmla="*/ 6073 w 10000"/>
              <a:gd name="connsiteY38-14474" fmla="*/ 6568 h 10000"/>
              <a:gd name="connsiteX39-14475" fmla="*/ 5778 w 10000"/>
              <a:gd name="connsiteY39-14476" fmla="*/ 6957 h 10000"/>
              <a:gd name="connsiteX40-14477" fmla="*/ 5525 w 10000"/>
              <a:gd name="connsiteY40-14478" fmla="*/ 7347 h 10000"/>
              <a:gd name="connsiteX41-14479" fmla="*/ 5277 w 10000"/>
              <a:gd name="connsiteY41-14480" fmla="*/ 7737 h 10000"/>
              <a:gd name="connsiteX42-14481" fmla="*/ 4975 w 10000"/>
              <a:gd name="connsiteY42-14482" fmla="*/ 8033 h 10000"/>
              <a:gd name="connsiteX43-14483" fmla="*/ 4975 w 10000"/>
              <a:gd name="connsiteY43-14484" fmla="*/ 8237 h 10000"/>
              <a:gd name="connsiteX44-14485" fmla="*/ 4727 w 10000"/>
              <a:gd name="connsiteY44-14486" fmla="*/ 8534 h 10000"/>
              <a:gd name="connsiteX45-14487" fmla="*/ 4482 w 10000"/>
              <a:gd name="connsiteY45-14488" fmla="*/ 8720 h 10000"/>
              <a:gd name="connsiteX46-14489" fmla="*/ 3934 w 10000"/>
              <a:gd name="connsiteY46-14490" fmla="*/ 9017 h 10000"/>
              <a:gd name="connsiteX47-14491" fmla="*/ 3434 w 10000"/>
              <a:gd name="connsiteY47-14492" fmla="*/ 9314 h 10000"/>
              <a:gd name="connsiteX48-14493" fmla="*/ 2886 w 10000"/>
              <a:gd name="connsiteY48-14494" fmla="*/ 9610 h 10000"/>
              <a:gd name="connsiteX49-14495" fmla="*/ 2394 w 10000"/>
              <a:gd name="connsiteY49-14496" fmla="*/ 9703 h 10000"/>
              <a:gd name="connsiteX50-14497" fmla="*/ 1843 w 10000"/>
              <a:gd name="connsiteY50-14498" fmla="*/ 9889 h 10000"/>
              <a:gd name="connsiteX51-14499" fmla="*/ 1295 w 10000"/>
              <a:gd name="connsiteY51-14500" fmla="*/ 10000 h 10000"/>
              <a:gd name="connsiteX52-14501" fmla="*/ 800 w 10000"/>
              <a:gd name="connsiteY52-14502" fmla="*/ 10000 h 10000"/>
              <a:gd name="connsiteX53-14503" fmla="*/ 252 w 10000"/>
              <a:gd name="connsiteY53-14504" fmla="*/ 10000 h 10000"/>
              <a:gd name="connsiteX54-14505" fmla="*/ 252 w 10000"/>
              <a:gd name="connsiteY54-14506" fmla="*/ 9889 h 10000"/>
              <a:gd name="connsiteX55-14507" fmla="*/ 0 w 10000"/>
              <a:gd name="connsiteY55-14508" fmla="*/ 9889 h 10000"/>
              <a:gd name="connsiteX56-14509" fmla="*/ 1295 w 10000"/>
              <a:gd name="connsiteY56-14510" fmla="*/ 7644 h 10000"/>
              <a:gd name="connsiteX57-14511" fmla="*/ 1595 w 10000"/>
              <a:gd name="connsiteY57-14512" fmla="*/ 7644 h 10000"/>
              <a:gd name="connsiteX58-14513" fmla="*/ 1843 w 10000"/>
              <a:gd name="connsiteY58-14514" fmla="*/ 7551 h 10000"/>
              <a:gd name="connsiteX59-14515" fmla="*/ 2096 w 10000"/>
              <a:gd name="connsiteY59-14516" fmla="*/ 7440 h 10000"/>
              <a:gd name="connsiteX60-14517" fmla="*/ 2096 w 10000"/>
              <a:gd name="connsiteY60-14518" fmla="*/ 7347 h 10000"/>
              <a:gd name="connsiteX61-14519" fmla="*/ 2394 w 10000"/>
              <a:gd name="connsiteY61-14520" fmla="*/ 7254 h 10000"/>
              <a:gd name="connsiteX62-14521" fmla="*/ 2636 w 10000"/>
              <a:gd name="connsiteY62-14522" fmla="*/ 7050 h 10000"/>
              <a:gd name="connsiteX63-14523" fmla="*/ 2636 w 10000"/>
              <a:gd name="connsiteY63-14524" fmla="*/ 6865 h 10000"/>
              <a:gd name="connsiteX64-14525" fmla="*/ 2886 w 10000"/>
              <a:gd name="connsiteY64-14526" fmla="*/ 6660 h 10000"/>
              <a:gd name="connsiteX65-14527" fmla="*/ 3136 w 10000"/>
              <a:gd name="connsiteY65-14528" fmla="*/ 6364 h 10000"/>
              <a:gd name="connsiteX66-14529" fmla="*/ 3434 w 10000"/>
              <a:gd name="connsiteY66-14530" fmla="*/ 6067 h 10000"/>
              <a:gd name="connsiteX67-14531" fmla="*/ 3434 w 10000"/>
              <a:gd name="connsiteY67-14532" fmla="*/ 5677 h 10000"/>
              <a:gd name="connsiteX68-14533" fmla="*/ 3934 w 10000"/>
              <a:gd name="connsiteY68-14534" fmla="*/ 4991 h 10000"/>
              <a:gd name="connsiteX69-14535" fmla="*/ 4240 w 10000"/>
              <a:gd name="connsiteY69-14536" fmla="*/ 4212 h 10000"/>
              <a:gd name="connsiteX70-14537" fmla="*/ 4240 w 10000"/>
              <a:gd name="connsiteY70-14538" fmla="*/ 3525 h 10000"/>
              <a:gd name="connsiteX71-14539" fmla="*/ 4482 w 10000"/>
              <a:gd name="connsiteY71-14540" fmla="*/ 2839 h 10000"/>
              <a:gd name="connsiteX72-14541" fmla="*/ 4482 w 10000"/>
              <a:gd name="connsiteY72-14542" fmla="*/ 2542 h 10000"/>
              <a:gd name="connsiteX73-14543" fmla="*/ 4482 w 10000"/>
              <a:gd name="connsiteY73-14544" fmla="*/ 2263 h 10000"/>
              <a:gd name="connsiteX74-14545" fmla="*/ 4482 w 10000"/>
              <a:gd name="connsiteY74-14546" fmla="*/ 2059 h 10000"/>
              <a:gd name="connsiteX75-14547" fmla="*/ 4482 w 10000"/>
              <a:gd name="connsiteY75-14548" fmla="*/ 1855 h 10000"/>
              <a:gd name="connsiteX76-14549" fmla="*/ 4482 w 10000"/>
              <a:gd name="connsiteY76-14550" fmla="*/ 1670 h 10000"/>
              <a:gd name="connsiteX77-14551" fmla="*/ 4482 w 10000"/>
              <a:gd name="connsiteY77-14552" fmla="*/ 1577 h 10000"/>
              <a:gd name="connsiteX78-14553" fmla="*/ 4240 w 10000"/>
              <a:gd name="connsiteY78-14554" fmla="*/ 1466 h 10000"/>
              <a:gd name="connsiteX79-14555" fmla="*/ 4240 w 10000"/>
              <a:gd name="connsiteY79-14556" fmla="*/ 1373 h 10000"/>
              <a:gd name="connsiteX80-14557" fmla="*/ 4240 w 10000"/>
              <a:gd name="connsiteY80-14558" fmla="*/ 1280 h 10000"/>
              <a:gd name="connsiteX81-14559" fmla="*/ 3934 w 10000"/>
              <a:gd name="connsiteY81-14560" fmla="*/ 1280 h 10000"/>
              <a:gd name="connsiteX82-14561" fmla="*/ 3691 w 10000"/>
              <a:gd name="connsiteY82-14562" fmla="*/ 1169 h 10000"/>
              <a:gd name="connsiteX83-14563" fmla="*/ 3691 w 10000"/>
              <a:gd name="connsiteY83-14564" fmla="*/ 1169 h 10000"/>
              <a:gd name="connsiteX84-14565" fmla="*/ 3434 w 10000"/>
              <a:gd name="connsiteY84-14566" fmla="*/ 297 h 10000"/>
              <a:gd name="connsiteX85-14567" fmla="*/ 3434 w 10000"/>
              <a:gd name="connsiteY85-14568" fmla="*/ 204 h 10000"/>
              <a:gd name="connsiteX86-14569" fmla="*/ 3434 w 10000"/>
              <a:gd name="connsiteY86-14570" fmla="*/ 204 h 10000"/>
              <a:gd name="connsiteX0-14571" fmla="*/ 3182 w 9748"/>
              <a:gd name="connsiteY0-14572" fmla="*/ 204 h 10000"/>
              <a:gd name="connsiteX1-14573" fmla="*/ 3439 w 9748"/>
              <a:gd name="connsiteY1-14574" fmla="*/ 93 h 10000"/>
              <a:gd name="connsiteX2-14575" fmla="*/ 3988 w 9748"/>
              <a:gd name="connsiteY2-14576" fmla="*/ 93 h 10000"/>
              <a:gd name="connsiteX3-14577" fmla="*/ 4230 w 9748"/>
              <a:gd name="connsiteY3-14578" fmla="*/ 0 h 10000"/>
              <a:gd name="connsiteX4-14579" fmla="*/ 4475 w 9748"/>
              <a:gd name="connsiteY4-14580" fmla="*/ 0 h 10000"/>
              <a:gd name="connsiteX5-14581" fmla="*/ 5025 w 9748"/>
              <a:gd name="connsiteY5-14582" fmla="*/ 93 h 10000"/>
              <a:gd name="connsiteX6-14583" fmla="*/ 5821 w 9748"/>
              <a:gd name="connsiteY6-14584" fmla="*/ 204 h 10000"/>
              <a:gd name="connsiteX7-14585" fmla="*/ 6067 w 9748"/>
              <a:gd name="connsiteY7-14586" fmla="*/ 297 h 10000"/>
              <a:gd name="connsiteX8-14587" fmla="*/ 6561 w 9748"/>
              <a:gd name="connsiteY8-14588" fmla="*/ 482 h 10000"/>
              <a:gd name="connsiteX9-14589" fmla="*/ 6859 w 9748"/>
              <a:gd name="connsiteY9-14590" fmla="*/ 594 h 10000"/>
              <a:gd name="connsiteX10-14591" fmla="*/ 7367 w 9748"/>
              <a:gd name="connsiteY10-14592" fmla="*/ 686 h 10000"/>
              <a:gd name="connsiteX11-14593" fmla="*/ 7909 w 9748"/>
              <a:gd name="connsiteY11-14594" fmla="*/ 891 h 10000"/>
              <a:gd name="connsiteX12-14595" fmla="*/ 8403 w 9748"/>
              <a:gd name="connsiteY12-14596" fmla="*/ 983 h 10000"/>
              <a:gd name="connsiteX13-14597" fmla="*/ 8704 w 9748"/>
              <a:gd name="connsiteY13-14598" fmla="*/ 1169 h 10000"/>
              <a:gd name="connsiteX14-14599" fmla="*/ 9203 w 9748"/>
              <a:gd name="connsiteY14-14600" fmla="*/ 1280 h 10000"/>
              <a:gd name="connsiteX15-14601" fmla="*/ 9447 w 9748"/>
              <a:gd name="connsiteY15-14602" fmla="*/ 1373 h 10000"/>
              <a:gd name="connsiteX16-14603" fmla="*/ 9447 w 9748"/>
              <a:gd name="connsiteY16-14604" fmla="*/ 1466 h 10000"/>
              <a:gd name="connsiteX17-14605" fmla="*/ 9748 w 9748"/>
              <a:gd name="connsiteY17-14606" fmla="*/ 1466 h 10000"/>
              <a:gd name="connsiteX18-14607" fmla="*/ 9748 w 9748"/>
              <a:gd name="connsiteY18-14608" fmla="*/ 1577 h 10000"/>
              <a:gd name="connsiteX19-14609" fmla="*/ 9748 w 9748"/>
              <a:gd name="connsiteY19-14610" fmla="*/ 1670 h 10000"/>
              <a:gd name="connsiteX20-14611" fmla="*/ 9447 w 9748"/>
              <a:gd name="connsiteY20-14612" fmla="*/ 1763 h 10000"/>
              <a:gd name="connsiteX21-14613" fmla="*/ 9203 w 9748"/>
              <a:gd name="connsiteY21-14614" fmla="*/ 1763 h 10000"/>
              <a:gd name="connsiteX22-14615" fmla="*/ 8954 w 9748"/>
              <a:gd name="connsiteY22-14616" fmla="*/ 1855 h 10000"/>
              <a:gd name="connsiteX23-14617" fmla="*/ 8704 w 9748"/>
              <a:gd name="connsiteY23-14618" fmla="*/ 1855 h 10000"/>
              <a:gd name="connsiteX24-14619" fmla="*/ 8704 w 9748"/>
              <a:gd name="connsiteY24-14620" fmla="*/ 1967 h 10000"/>
              <a:gd name="connsiteX25-14621" fmla="*/ 8403 w 9748"/>
              <a:gd name="connsiteY25-14622" fmla="*/ 2059 h 10000"/>
              <a:gd name="connsiteX26-14623" fmla="*/ 8156 w 9748"/>
              <a:gd name="connsiteY26-14624" fmla="*/ 2263 h 10000"/>
              <a:gd name="connsiteX27-14625" fmla="*/ 8156 w 9748"/>
              <a:gd name="connsiteY27-14626" fmla="*/ 2449 h 10000"/>
              <a:gd name="connsiteX28-14627" fmla="*/ 7909 w 9748"/>
              <a:gd name="connsiteY28-14628" fmla="*/ 2653 h 10000"/>
              <a:gd name="connsiteX29-14629" fmla="*/ 7909 w 9748"/>
              <a:gd name="connsiteY29-14630" fmla="*/ 2950 h 10000"/>
              <a:gd name="connsiteX30-14631" fmla="*/ 7909 w 9748"/>
              <a:gd name="connsiteY30-14632" fmla="*/ 3135 h 10000"/>
              <a:gd name="connsiteX31-14633" fmla="*/ 7607 w 9748"/>
              <a:gd name="connsiteY31-14634" fmla="*/ 3432 h 10000"/>
              <a:gd name="connsiteX32-14635" fmla="*/ 7607 w 9748"/>
              <a:gd name="connsiteY32-14636" fmla="*/ 3822 h 10000"/>
              <a:gd name="connsiteX33-14637" fmla="*/ 7367 w 9748"/>
              <a:gd name="connsiteY33-14638" fmla="*/ 4119 h 10000"/>
              <a:gd name="connsiteX34-14639" fmla="*/ 7113 w 9748"/>
              <a:gd name="connsiteY34-14640" fmla="*/ 4508 h 10000"/>
              <a:gd name="connsiteX35-14641" fmla="*/ 6859 w 9748"/>
              <a:gd name="connsiteY35-14642" fmla="*/ 4898 h 10000"/>
              <a:gd name="connsiteX36-14643" fmla="*/ 6561 w 9748"/>
              <a:gd name="connsiteY36-14644" fmla="*/ 5288 h 10000"/>
              <a:gd name="connsiteX37-14645" fmla="*/ 6067 w 9748"/>
              <a:gd name="connsiteY37-14646" fmla="*/ 6178 h 10000"/>
              <a:gd name="connsiteX38-14647" fmla="*/ 5821 w 9748"/>
              <a:gd name="connsiteY38-14648" fmla="*/ 6568 h 10000"/>
              <a:gd name="connsiteX39-14649" fmla="*/ 5526 w 9748"/>
              <a:gd name="connsiteY39-14650" fmla="*/ 6957 h 10000"/>
              <a:gd name="connsiteX40-14651" fmla="*/ 5273 w 9748"/>
              <a:gd name="connsiteY40-14652" fmla="*/ 7347 h 10000"/>
              <a:gd name="connsiteX41-14653" fmla="*/ 5025 w 9748"/>
              <a:gd name="connsiteY41-14654" fmla="*/ 7737 h 10000"/>
              <a:gd name="connsiteX42-14655" fmla="*/ 4723 w 9748"/>
              <a:gd name="connsiteY42-14656" fmla="*/ 8033 h 10000"/>
              <a:gd name="connsiteX43-14657" fmla="*/ 4723 w 9748"/>
              <a:gd name="connsiteY43-14658" fmla="*/ 8237 h 10000"/>
              <a:gd name="connsiteX44-14659" fmla="*/ 4475 w 9748"/>
              <a:gd name="connsiteY44-14660" fmla="*/ 8534 h 10000"/>
              <a:gd name="connsiteX45-14661" fmla="*/ 4230 w 9748"/>
              <a:gd name="connsiteY45-14662" fmla="*/ 8720 h 10000"/>
              <a:gd name="connsiteX46-14663" fmla="*/ 3682 w 9748"/>
              <a:gd name="connsiteY46-14664" fmla="*/ 9017 h 10000"/>
              <a:gd name="connsiteX47-14665" fmla="*/ 3182 w 9748"/>
              <a:gd name="connsiteY47-14666" fmla="*/ 9314 h 10000"/>
              <a:gd name="connsiteX48-14667" fmla="*/ 2634 w 9748"/>
              <a:gd name="connsiteY48-14668" fmla="*/ 9610 h 10000"/>
              <a:gd name="connsiteX49-14669" fmla="*/ 2142 w 9748"/>
              <a:gd name="connsiteY49-14670" fmla="*/ 9703 h 10000"/>
              <a:gd name="connsiteX50-14671" fmla="*/ 1591 w 9748"/>
              <a:gd name="connsiteY50-14672" fmla="*/ 9889 h 10000"/>
              <a:gd name="connsiteX51-14673" fmla="*/ 1043 w 9748"/>
              <a:gd name="connsiteY51-14674" fmla="*/ 10000 h 10000"/>
              <a:gd name="connsiteX52-14675" fmla="*/ 548 w 9748"/>
              <a:gd name="connsiteY52-14676" fmla="*/ 10000 h 10000"/>
              <a:gd name="connsiteX53-14677" fmla="*/ 0 w 9748"/>
              <a:gd name="connsiteY53-14678" fmla="*/ 10000 h 10000"/>
              <a:gd name="connsiteX54-14679" fmla="*/ 0 w 9748"/>
              <a:gd name="connsiteY54-14680" fmla="*/ 9889 h 10000"/>
              <a:gd name="connsiteX55-14681" fmla="*/ 1043 w 9748"/>
              <a:gd name="connsiteY55-14682" fmla="*/ 7644 h 10000"/>
              <a:gd name="connsiteX56-14683" fmla="*/ 1343 w 9748"/>
              <a:gd name="connsiteY56-14684" fmla="*/ 7644 h 10000"/>
              <a:gd name="connsiteX57-14685" fmla="*/ 1591 w 9748"/>
              <a:gd name="connsiteY57-14686" fmla="*/ 7551 h 10000"/>
              <a:gd name="connsiteX58-14687" fmla="*/ 1844 w 9748"/>
              <a:gd name="connsiteY58-14688" fmla="*/ 7440 h 10000"/>
              <a:gd name="connsiteX59-14689" fmla="*/ 1844 w 9748"/>
              <a:gd name="connsiteY59-14690" fmla="*/ 7347 h 10000"/>
              <a:gd name="connsiteX60-14691" fmla="*/ 2142 w 9748"/>
              <a:gd name="connsiteY60-14692" fmla="*/ 7254 h 10000"/>
              <a:gd name="connsiteX61-14693" fmla="*/ 2384 w 9748"/>
              <a:gd name="connsiteY61-14694" fmla="*/ 7050 h 10000"/>
              <a:gd name="connsiteX62-14695" fmla="*/ 2384 w 9748"/>
              <a:gd name="connsiteY62-14696" fmla="*/ 6865 h 10000"/>
              <a:gd name="connsiteX63-14697" fmla="*/ 2634 w 9748"/>
              <a:gd name="connsiteY63-14698" fmla="*/ 6660 h 10000"/>
              <a:gd name="connsiteX64-14699" fmla="*/ 2884 w 9748"/>
              <a:gd name="connsiteY64-14700" fmla="*/ 6364 h 10000"/>
              <a:gd name="connsiteX65-14701" fmla="*/ 3182 w 9748"/>
              <a:gd name="connsiteY65-14702" fmla="*/ 6067 h 10000"/>
              <a:gd name="connsiteX66-14703" fmla="*/ 3182 w 9748"/>
              <a:gd name="connsiteY66-14704" fmla="*/ 5677 h 10000"/>
              <a:gd name="connsiteX67-14705" fmla="*/ 3682 w 9748"/>
              <a:gd name="connsiteY67-14706" fmla="*/ 4991 h 10000"/>
              <a:gd name="connsiteX68-14707" fmla="*/ 3988 w 9748"/>
              <a:gd name="connsiteY68-14708" fmla="*/ 4212 h 10000"/>
              <a:gd name="connsiteX69-14709" fmla="*/ 3988 w 9748"/>
              <a:gd name="connsiteY69-14710" fmla="*/ 3525 h 10000"/>
              <a:gd name="connsiteX70-14711" fmla="*/ 4230 w 9748"/>
              <a:gd name="connsiteY70-14712" fmla="*/ 2839 h 10000"/>
              <a:gd name="connsiteX71-14713" fmla="*/ 4230 w 9748"/>
              <a:gd name="connsiteY71-14714" fmla="*/ 2542 h 10000"/>
              <a:gd name="connsiteX72-14715" fmla="*/ 4230 w 9748"/>
              <a:gd name="connsiteY72-14716" fmla="*/ 2263 h 10000"/>
              <a:gd name="connsiteX73-14717" fmla="*/ 4230 w 9748"/>
              <a:gd name="connsiteY73-14718" fmla="*/ 2059 h 10000"/>
              <a:gd name="connsiteX74-14719" fmla="*/ 4230 w 9748"/>
              <a:gd name="connsiteY74-14720" fmla="*/ 1855 h 10000"/>
              <a:gd name="connsiteX75-14721" fmla="*/ 4230 w 9748"/>
              <a:gd name="connsiteY75-14722" fmla="*/ 1670 h 10000"/>
              <a:gd name="connsiteX76-14723" fmla="*/ 4230 w 9748"/>
              <a:gd name="connsiteY76-14724" fmla="*/ 1577 h 10000"/>
              <a:gd name="connsiteX77-14725" fmla="*/ 3988 w 9748"/>
              <a:gd name="connsiteY77-14726" fmla="*/ 1466 h 10000"/>
              <a:gd name="connsiteX78-14727" fmla="*/ 3988 w 9748"/>
              <a:gd name="connsiteY78-14728" fmla="*/ 1373 h 10000"/>
              <a:gd name="connsiteX79-14729" fmla="*/ 3988 w 9748"/>
              <a:gd name="connsiteY79-14730" fmla="*/ 1280 h 10000"/>
              <a:gd name="connsiteX80-14731" fmla="*/ 3682 w 9748"/>
              <a:gd name="connsiteY80-14732" fmla="*/ 1280 h 10000"/>
              <a:gd name="connsiteX81-14733" fmla="*/ 3439 w 9748"/>
              <a:gd name="connsiteY81-14734" fmla="*/ 1169 h 10000"/>
              <a:gd name="connsiteX82-14735" fmla="*/ 3439 w 9748"/>
              <a:gd name="connsiteY82-14736" fmla="*/ 1169 h 10000"/>
              <a:gd name="connsiteX83-14737" fmla="*/ 3182 w 9748"/>
              <a:gd name="connsiteY83-14738" fmla="*/ 297 h 10000"/>
              <a:gd name="connsiteX84-14739" fmla="*/ 3182 w 9748"/>
              <a:gd name="connsiteY84-14740" fmla="*/ 204 h 10000"/>
              <a:gd name="connsiteX85-14741" fmla="*/ 3182 w 9748"/>
              <a:gd name="connsiteY85-14742" fmla="*/ 204 h 10000"/>
              <a:gd name="connsiteX0-14743" fmla="*/ 3264 w 10000"/>
              <a:gd name="connsiteY0-14744" fmla="*/ 204 h 10000"/>
              <a:gd name="connsiteX1-14745" fmla="*/ 3528 w 10000"/>
              <a:gd name="connsiteY1-14746" fmla="*/ 93 h 10000"/>
              <a:gd name="connsiteX2-14747" fmla="*/ 4091 w 10000"/>
              <a:gd name="connsiteY2-14748" fmla="*/ 93 h 10000"/>
              <a:gd name="connsiteX3-14749" fmla="*/ 4339 w 10000"/>
              <a:gd name="connsiteY3-14750" fmla="*/ 0 h 10000"/>
              <a:gd name="connsiteX4-14751" fmla="*/ 4591 w 10000"/>
              <a:gd name="connsiteY4-14752" fmla="*/ 0 h 10000"/>
              <a:gd name="connsiteX5-14753" fmla="*/ 5155 w 10000"/>
              <a:gd name="connsiteY5-14754" fmla="*/ 93 h 10000"/>
              <a:gd name="connsiteX6-14755" fmla="*/ 5971 w 10000"/>
              <a:gd name="connsiteY6-14756" fmla="*/ 204 h 10000"/>
              <a:gd name="connsiteX7-14757" fmla="*/ 6224 w 10000"/>
              <a:gd name="connsiteY7-14758" fmla="*/ 297 h 10000"/>
              <a:gd name="connsiteX8-14759" fmla="*/ 6731 w 10000"/>
              <a:gd name="connsiteY8-14760" fmla="*/ 482 h 10000"/>
              <a:gd name="connsiteX9-14761" fmla="*/ 7036 w 10000"/>
              <a:gd name="connsiteY9-14762" fmla="*/ 594 h 10000"/>
              <a:gd name="connsiteX10-14763" fmla="*/ 7557 w 10000"/>
              <a:gd name="connsiteY10-14764" fmla="*/ 686 h 10000"/>
              <a:gd name="connsiteX11-14765" fmla="*/ 8113 w 10000"/>
              <a:gd name="connsiteY11-14766" fmla="*/ 891 h 10000"/>
              <a:gd name="connsiteX12-14767" fmla="*/ 8620 w 10000"/>
              <a:gd name="connsiteY12-14768" fmla="*/ 983 h 10000"/>
              <a:gd name="connsiteX13-14769" fmla="*/ 8929 w 10000"/>
              <a:gd name="connsiteY13-14770" fmla="*/ 1169 h 10000"/>
              <a:gd name="connsiteX14-14771" fmla="*/ 9441 w 10000"/>
              <a:gd name="connsiteY14-14772" fmla="*/ 1280 h 10000"/>
              <a:gd name="connsiteX15-14773" fmla="*/ 9691 w 10000"/>
              <a:gd name="connsiteY15-14774" fmla="*/ 1373 h 10000"/>
              <a:gd name="connsiteX16-14775" fmla="*/ 9691 w 10000"/>
              <a:gd name="connsiteY16-14776" fmla="*/ 1466 h 10000"/>
              <a:gd name="connsiteX17-14777" fmla="*/ 10000 w 10000"/>
              <a:gd name="connsiteY17-14778" fmla="*/ 1466 h 10000"/>
              <a:gd name="connsiteX18-14779" fmla="*/ 10000 w 10000"/>
              <a:gd name="connsiteY18-14780" fmla="*/ 1577 h 10000"/>
              <a:gd name="connsiteX19-14781" fmla="*/ 10000 w 10000"/>
              <a:gd name="connsiteY19-14782" fmla="*/ 1670 h 10000"/>
              <a:gd name="connsiteX20-14783" fmla="*/ 9691 w 10000"/>
              <a:gd name="connsiteY20-14784" fmla="*/ 1763 h 10000"/>
              <a:gd name="connsiteX21-14785" fmla="*/ 9441 w 10000"/>
              <a:gd name="connsiteY21-14786" fmla="*/ 1763 h 10000"/>
              <a:gd name="connsiteX22-14787" fmla="*/ 9185 w 10000"/>
              <a:gd name="connsiteY22-14788" fmla="*/ 1855 h 10000"/>
              <a:gd name="connsiteX23-14789" fmla="*/ 8929 w 10000"/>
              <a:gd name="connsiteY23-14790" fmla="*/ 1855 h 10000"/>
              <a:gd name="connsiteX24-14791" fmla="*/ 8929 w 10000"/>
              <a:gd name="connsiteY24-14792" fmla="*/ 1967 h 10000"/>
              <a:gd name="connsiteX25-14793" fmla="*/ 8620 w 10000"/>
              <a:gd name="connsiteY25-14794" fmla="*/ 2059 h 10000"/>
              <a:gd name="connsiteX26-14795" fmla="*/ 8367 w 10000"/>
              <a:gd name="connsiteY26-14796" fmla="*/ 2263 h 10000"/>
              <a:gd name="connsiteX27-14797" fmla="*/ 8367 w 10000"/>
              <a:gd name="connsiteY27-14798" fmla="*/ 2449 h 10000"/>
              <a:gd name="connsiteX28-14799" fmla="*/ 8113 w 10000"/>
              <a:gd name="connsiteY28-14800" fmla="*/ 2653 h 10000"/>
              <a:gd name="connsiteX29-14801" fmla="*/ 8113 w 10000"/>
              <a:gd name="connsiteY29-14802" fmla="*/ 2950 h 10000"/>
              <a:gd name="connsiteX30-14803" fmla="*/ 8113 w 10000"/>
              <a:gd name="connsiteY30-14804" fmla="*/ 3135 h 10000"/>
              <a:gd name="connsiteX31-14805" fmla="*/ 7804 w 10000"/>
              <a:gd name="connsiteY31-14806" fmla="*/ 3432 h 10000"/>
              <a:gd name="connsiteX32-14807" fmla="*/ 7804 w 10000"/>
              <a:gd name="connsiteY32-14808" fmla="*/ 3822 h 10000"/>
              <a:gd name="connsiteX33-14809" fmla="*/ 7557 w 10000"/>
              <a:gd name="connsiteY33-14810" fmla="*/ 4119 h 10000"/>
              <a:gd name="connsiteX34-14811" fmla="*/ 7297 w 10000"/>
              <a:gd name="connsiteY34-14812" fmla="*/ 4508 h 10000"/>
              <a:gd name="connsiteX35-14813" fmla="*/ 7036 w 10000"/>
              <a:gd name="connsiteY35-14814" fmla="*/ 4898 h 10000"/>
              <a:gd name="connsiteX36-14815" fmla="*/ 6731 w 10000"/>
              <a:gd name="connsiteY36-14816" fmla="*/ 5288 h 10000"/>
              <a:gd name="connsiteX37-14817" fmla="*/ 6224 w 10000"/>
              <a:gd name="connsiteY37-14818" fmla="*/ 6178 h 10000"/>
              <a:gd name="connsiteX38-14819" fmla="*/ 5971 w 10000"/>
              <a:gd name="connsiteY38-14820" fmla="*/ 6568 h 10000"/>
              <a:gd name="connsiteX39-14821" fmla="*/ 5669 w 10000"/>
              <a:gd name="connsiteY39-14822" fmla="*/ 6957 h 10000"/>
              <a:gd name="connsiteX40-14823" fmla="*/ 5409 w 10000"/>
              <a:gd name="connsiteY40-14824" fmla="*/ 7347 h 10000"/>
              <a:gd name="connsiteX41-14825" fmla="*/ 5155 w 10000"/>
              <a:gd name="connsiteY41-14826" fmla="*/ 7737 h 10000"/>
              <a:gd name="connsiteX42-14827" fmla="*/ 4845 w 10000"/>
              <a:gd name="connsiteY42-14828" fmla="*/ 8033 h 10000"/>
              <a:gd name="connsiteX43-14829" fmla="*/ 4845 w 10000"/>
              <a:gd name="connsiteY43-14830" fmla="*/ 8237 h 10000"/>
              <a:gd name="connsiteX44-14831" fmla="*/ 4591 w 10000"/>
              <a:gd name="connsiteY44-14832" fmla="*/ 8534 h 10000"/>
              <a:gd name="connsiteX45-14833" fmla="*/ 4339 w 10000"/>
              <a:gd name="connsiteY45-14834" fmla="*/ 8720 h 10000"/>
              <a:gd name="connsiteX46-14835" fmla="*/ 3777 w 10000"/>
              <a:gd name="connsiteY46-14836" fmla="*/ 9017 h 10000"/>
              <a:gd name="connsiteX47-14837" fmla="*/ 3264 w 10000"/>
              <a:gd name="connsiteY47-14838" fmla="*/ 9314 h 10000"/>
              <a:gd name="connsiteX48-14839" fmla="*/ 2702 w 10000"/>
              <a:gd name="connsiteY48-14840" fmla="*/ 9610 h 10000"/>
              <a:gd name="connsiteX49-14841" fmla="*/ 2197 w 10000"/>
              <a:gd name="connsiteY49-14842" fmla="*/ 9703 h 10000"/>
              <a:gd name="connsiteX50-14843" fmla="*/ 1632 w 10000"/>
              <a:gd name="connsiteY50-14844" fmla="*/ 9889 h 10000"/>
              <a:gd name="connsiteX51-14845" fmla="*/ 1070 w 10000"/>
              <a:gd name="connsiteY51-14846" fmla="*/ 10000 h 10000"/>
              <a:gd name="connsiteX52-14847" fmla="*/ 562 w 10000"/>
              <a:gd name="connsiteY52-14848" fmla="*/ 10000 h 10000"/>
              <a:gd name="connsiteX53-14849" fmla="*/ 0 w 10000"/>
              <a:gd name="connsiteY53-14850" fmla="*/ 10000 h 10000"/>
              <a:gd name="connsiteX54-14851" fmla="*/ 1070 w 10000"/>
              <a:gd name="connsiteY54-14852" fmla="*/ 7644 h 10000"/>
              <a:gd name="connsiteX55-14853" fmla="*/ 1378 w 10000"/>
              <a:gd name="connsiteY55-14854" fmla="*/ 7644 h 10000"/>
              <a:gd name="connsiteX56-14855" fmla="*/ 1632 w 10000"/>
              <a:gd name="connsiteY56-14856" fmla="*/ 7551 h 10000"/>
              <a:gd name="connsiteX57-14857" fmla="*/ 1892 w 10000"/>
              <a:gd name="connsiteY57-14858" fmla="*/ 7440 h 10000"/>
              <a:gd name="connsiteX58-14859" fmla="*/ 1892 w 10000"/>
              <a:gd name="connsiteY58-14860" fmla="*/ 7347 h 10000"/>
              <a:gd name="connsiteX59-14861" fmla="*/ 2197 w 10000"/>
              <a:gd name="connsiteY59-14862" fmla="*/ 7254 h 10000"/>
              <a:gd name="connsiteX60-14863" fmla="*/ 2446 w 10000"/>
              <a:gd name="connsiteY60-14864" fmla="*/ 7050 h 10000"/>
              <a:gd name="connsiteX61-14865" fmla="*/ 2446 w 10000"/>
              <a:gd name="connsiteY61-14866" fmla="*/ 6865 h 10000"/>
              <a:gd name="connsiteX62-14867" fmla="*/ 2702 w 10000"/>
              <a:gd name="connsiteY62-14868" fmla="*/ 6660 h 10000"/>
              <a:gd name="connsiteX63-14869" fmla="*/ 2959 w 10000"/>
              <a:gd name="connsiteY63-14870" fmla="*/ 6364 h 10000"/>
              <a:gd name="connsiteX64-14871" fmla="*/ 3264 w 10000"/>
              <a:gd name="connsiteY64-14872" fmla="*/ 6067 h 10000"/>
              <a:gd name="connsiteX65-14873" fmla="*/ 3264 w 10000"/>
              <a:gd name="connsiteY65-14874" fmla="*/ 5677 h 10000"/>
              <a:gd name="connsiteX66-14875" fmla="*/ 3777 w 10000"/>
              <a:gd name="connsiteY66-14876" fmla="*/ 4991 h 10000"/>
              <a:gd name="connsiteX67-14877" fmla="*/ 4091 w 10000"/>
              <a:gd name="connsiteY67-14878" fmla="*/ 4212 h 10000"/>
              <a:gd name="connsiteX68-14879" fmla="*/ 4091 w 10000"/>
              <a:gd name="connsiteY68-14880" fmla="*/ 3525 h 10000"/>
              <a:gd name="connsiteX69-14881" fmla="*/ 4339 w 10000"/>
              <a:gd name="connsiteY69-14882" fmla="*/ 2839 h 10000"/>
              <a:gd name="connsiteX70-14883" fmla="*/ 4339 w 10000"/>
              <a:gd name="connsiteY70-14884" fmla="*/ 2542 h 10000"/>
              <a:gd name="connsiteX71-14885" fmla="*/ 4339 w 10000"/>
              <a:gd name="connsiteY71-14886" fmla="*/ 2263 h 10000"/>
              <a:gd name="connsiteX72-14887" fmla="*/ 4339 w 10000"/>
              <a:gd name="connsiteY72-14888" fmla="*/ 2059 h 10000"/>
              <a:gd name="connsiteX73-14889" fmla="*/ 4339 w 10000"/>
              <a:gd name="connsiteY73-14890" fmla="*/ 1855 h 10000"/>
              <a:gd name="connsiteX74-14891" fmla="*/ 4339 w 10000"/>
              <a:gd name="connsiteY74-14892" fmla="*/ 1670 h 10000"/>
              <a:gd name="connsiteX75-14893" fmla="*/ 4339 w 10000"/>
              <a:gd name="connsiteY75-14894" fmla="*/ 1577 h 10000"/>
              <a:gd name="connsiteX76-14895" fmla="*/ 4091 w 10000"/>
              <a:gd name="connsiteY76-14896" fmla="*/ 1466 h 10000"/>
              <a:gd name="connsiteX77-14897" fmla="*/ 4091 w 10000"/>
              <a:gd name="connsiteY77-14898" fmla="*/ 1373 h 10000"/>
              <a:gd name="connsiteX78-14899" fmla="*/ 4091 w 10000"/>
              <a:gd name="connsiteY78-14900" fmla="*/ 1280 h 10000"/>
              <a:gd name="connsiteX79-14901" fmla="*/ 3777 w 10000"/>
              <a:gd name="connsiteY79-14902" fmla="*/ 1280 h 10000"/>
              <a:gd name="connsiteX80-14903" fmla="*/ 3528 w 10000"/>
              <a:gd name="connsiteY80-14904" fmla="*/ 1169 h 10000"/>
              <a:gd name="connsiteX81-14905" fmla="*/ 3528 w 10000"/>
              <a:gd name="connsiteY81-14906" fmla="*/ 1169 h 10000"/>
              <a:gd name="connsiteX82-14907" fmla="*/ 3264 w 10000"/>
              <a:gd name="connsiteY82-14908" fmla="*/ 297 h 10000"/>
              <a:gd name="connsiteX83-14909" fmla="*/ 3264 w 10000"/>
              <a:gd name="connsiteY83-14910" fmla="*/ 204 h 10000"/>
              <a:gd name="connsiteX84-14911" fmla="*/ 3264 w 10000"/>
              <a:gd name="connsiteY84-14912" fmla="*/ 204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</a:cxnLst>
            <a:rect l="l" t="t" r="r" b="b"/>
            <a:pathLst>
              <a:path w="10000" h="10000">
                <a:moveTo>
                  <a:pt x="3264" y="204"/>
                </a:moveTo>
                <a:lnTo>
                  <a:pt x="3528" y="93"/>
                </a:lnTo>
                <a:lnTo>
                  <a:pt x="4091" y="93"/>
                </a:lnTo>
                <a:cubicBezTo>
                  <a:pt x="4168" y="62"/>
                  <a:pt x="4255" y="31"/>
                  <a:pt x="4339" y="0"/>
                </a:cubicBezTo>
                <a:lnTo>
                  <a:pt x="4591" y="0"/>
                </a:lnTo>
                <a:lnTo>
                  <a:pt x="5155" y="93"/>
                </a:lnTo>
                <a:lnTo>
                  <a:pt x="5971" y="204"/>
                </a:lnTo>
                <a:lnTo>
                  <a:pt x="6224" y="297"/>
                </a:lnTo>
                <a:lnTo>
                  <a:pt x="6731" y="482"/>
                </a:lnTo>
                <a:cubicBezTo>
                  <a:pt x="6836" y="519"/>
                  <a:pt x="6935" y="557"/>
                  <a:pt x="7036" y="594"/>
                </a:cubicBezTo>
                <a:lnTo>
                  <a:pt x="7557" y="686"/>
                </a:lnTo>
                <a:lnTo>
                  <a:pt x="8113" y="891"/>
                </a:lnTo>
                <a:lnTo>
                  <a:pt x="8620" y="983"/>
                </a:lnTo>
                <a:lnTo>
                  <a:pt x="8929" y="1169"/>
                </a:lnTo>
                <a:lnTo>
                  <a:pt x="9441" y="1280"/>
                </a:lnTo>
                <a:cubicBezTo>
                  <a:pt x="9526" y="1311"/>
                  <a:pt x="9614" y="1342"/>
                  <a:pt x="9691" y="1373"/>
                </a:cubicBezTo>
                <a:lnTo>
                  <a:pt x="9691" y="1466"/>
                </a:lnTo>
                <a:lnTo>
                  <a:pt x="10000" y="1466"/>
                </a:lnTo>
                <a:lnTo>
                  <a:pt x="10000" y="1577"/>
                </a:lnTo>
                <a:lnTo>
                  <a:pt x="10000" y="1670"/>
                </a:lnTo>
                <a:lnTo>
                  <a:pt x="9691" y="1763"/>
                </a:lnTo>
                <a:lnTo>
                  <a:pt x="9441" y="1763"/>
                </a:lnTo>
                <a:lnTo>
                  <a:pt x="9185" y="1855"/>
                </a:lnTo>
                <a:lnTo>
                  <a:pt x="8929" y="1855"/>
                </a:lnTo>
                <a:lnTo>
                  <a:pt x="8929" y="1967"/>
                </a:lnTo>
                <a:lnTo>
                  <a:pt x="8620" y="2059"/>
                </a:lnTo>
                <a:lnTo>
                  <a:pt x="8367" y="2263"/>
                </a:lnTo>
                <a:lnTo>
                  <a:pt x="8367" y="2449"/>
                </a:lnTo>
                <a:cubicBezTo>
                  <a:pt x="8280" y="2517"/>
                  <a:pt x="8197" y="2585"/>
                  <a:pt x="8113" y="2653"/>
                </a:cubicBezTo>
                <a:lnTo>
                  <a:pt x="8113" y="2950"/>
                </a:lnTo>
                <a:lnTo>
                  <a:pt x="8113" y="3135"/>
                </a:lnTo>
                <a:cubicBezTo>
                  <a:pt x="8008" y="3234"/>
                  <a:pt x="7904" y="3333"/>
                  <a:pt x="7804" y="3432"/>
                </a:cubicBezTo>
                <a:lnTo>
                  <a:pt x="7804" y="3822"/>
                </a:lnTo>
                <a:cubicBezTo>
                  <a:pt x="7726" y="3921"/>
                  <a:pt x="7635" y="4020"/>
                  <a:pt x="7557" y="4119"/>
                </a:cubicBezTo>
                <a:lnTo>
                  <a:pt x="7297" y="4508"/>
                </a:lnTo>
                <a:cubicBezTo>
                  <a:pt x="7212" y="4638"/>
                  <a:pt x="7128" y="4768"/>
                  <a:pt x="7036" y="4898"/>
                </a:cubicBezTo>
                <a:cubicBezTo>
                  <a:pt x="6940" y="5028"/>
                  <a:pt x="6836" y="5158"/>
                  <a:pt x="6731" y="5288"/>
                </a:cubicBezTo>
                <a:cubicBezTo>
                  <a:pt x="6561" y="5585"/>
                  <a:pt x="6399" y="5881"/>
                  <a:pt x="6224" y="6178"/>
                </a:cubicBezTo>
                <a:cubicBezTo>
                  <a:pt x="6141" y="6308"/>
                  <a:pt x="6055" y="6438"/>
                  <a:pt x="5971" y="6568"/>
                </a:cubicBezTo>
                <a:cubicBezTo>
                  <a:pt x="5871" y="6698"/>
                  <a:pt x="5763" y="6827"/>
                  <a:pt x="5669" y="6957"/>
                </a:cubicBezTo>
                <a:cubicBezTo>
                  <a:pt x="5579" y="7087"/>
                  <a:pt x="5495" y="7217"/>
                  <a:pt x="5409" y="7347"/>
                </a:cubicBezTo>
                <a:cubicBezTo>
                  <a:pt x="5323" y="7477"/>
                  <a:pt x="5236" y="7607"/>
                  <a:pt x="5155" y="7737"/>
                </a:cubicBezTo>
                <a:cubicBezTo>
                  <a:pt x="5062" y="7836"/>
                  <a:pt x="4949" y="7934"/>
                  <a:pt x="4845" y="8033"/>
                </a:cubicBezTo>
                <a:lnTo>
                  <a:pt x="4845" y="8237"/>
                </a:lnTo>
                <a:cubicBezTo>
                  <a:pt x="4764" y="8336"/>
                  <a:pt x="4680" y="8435"/>
                  <a:pt x="4591" y="8534"/>
                </a:cubicBezTo>
                <a:cubicBezTo>
                  <a:pt x="4505" y="8596"/>
                  <a:pt x="4422" y="8658"/>
                  <a:pt x="4339" y="8720"/>
                </a:cubicBezTo>
                <a:lnTo>
                  <a:pt x="3777" y="9017"/>
                </a:lnTo>
                <a:cubicBezTo>
                  <a:pt x="3610" y="9116"/>
                  <a:pt x="3435" y="9215"/>
                  <a:pt x="3264" y="9314"/>
                </a:cubicBezTo>
                <a:cubicBezTo>
                  <a:pt x="3082" y="9413"/>
                  <a:pt x="2890" y="9511"/>
                  <a:pt x="2702" y="9610"/>
                </a:cubicBezTo>
                <a:lnTo>
                  <a:pt x="2197" y="9703"/>
                </a:lnTo>
                <a:lnTo>
                  <a:pt x="1632" y="9889"/>
                </a:lnTo>
                <a:lnTo>
                  <a:pt x="1070" y="10000"/>
                </a:lnTo>
                <a:lnTo>
                  <a:pt x="562" y="10000"/>
                </a:lnTo>
                <a:lnTo>
                  <a:pt x="0" y="10000"/>
                </a:lnTo>
                <a:lnTo>
                  <a:pt x="1070" y="7644"/>
                </a:lnTo>
                <a:lnTo>
                  <a:pt x="1378" y="7644"/>
                </a:lnTo>
                <a:cubicBezTo>
                  <a:pt x="1471" y="7613"/>
                  <a:pt x="1550" y="7582"/>
                  <a:pt x="1632" y="7551"/>
                </a:cubicBezTo>
                <a:cubicBezTo>
                  <a:pt x="1721" y="7514"/>
                  <a:pt x="1810" y="7477"/>
                  <a:pt x="1892" y="7440"/>
                </a:cubicBezTo>
                <a:lnTo>
                  <a:pt x="1892" y="7347"/>
                </a:lnTo>
                <a:cubicBezTo>
                  <a:pt x="1988" y="7316"/>
                  <a:pt x="2100" y="7285"/>
                  <a:pt x="2197" y="7254"/>
                </a:cubicBezTo>
                <a:cubicBezTo>
                  <a:pt x="2285" y="7186"/>
                  <a:pt x="2368" y="7118"/>
                  <a:pt x="2446" y="7050"/>
                </a:cubicBezTo>
                <a:lnTo>
                  <a:pt x="2446" y="6865"/>
                </a:lnTo>
                <a:cubicBezTo>
                  <a:pt x="2540" y="6797"/>
                  <a:pt x="2616" y="6728"/>
                  <a:pt x="2702" y="6660"/>
                </a:cubicBezTo>
                <a:cubicBezTo>
                  <a:pt x="2784" y="6561"/>
                  <a:pt x="2875" y="6463"/>
                  <a:pt x="2959" y="6364"/>
                </a:cubicBezTo>
                <a:cubicBezTo>
                  <a:pt x="3064" y="6265"/>
                  <a:pt x="3166" y="6166"/>
                  <a:pt x="3264" y="6067"/>
                </a:cubicBezTo>
                <a:lnTo>
                  <a:pt x="3264" y="5677"/>
                </a:lnTo>
                <a:cubicBezTo>
                  <a:pt x="3435" y="5448"/>
                  <a:pt x="3610" y="5220"/>
                  <a:pt x="3777" y="4991"/>
                </a:cubicBezTo>
                <a:cubicBezTo>
                  <a:pt x="3880" y="4731"/>
                  <a:pt x="3980" y="4472"/>
                  <a:pt x="4091" y="4212"/>
                </a:cubicBezTo>
                <a:lnTo>
                  <a:pt x="4091" y="3525"/>
                </a:lnTo>
                <a:cubicBezTo>
                  <a:pt x="4168" y="3296"/>
                  <a:pt x="4251" y="3068"/>
                  <a:pt x="4339" y="2839"/>
                </a:cubicBezTo>
                <a:lnTo>
                  <a:pt x="4339" y="2542"/>
                </a:lnTo>
                <a:lnTo>
                  <a:pt x="4339" y="2263"/>
                </a:lnTo>
                <a:lnTo>
                  <a:pt x="4339" y="2059"/>
                </a:lnTo>
                <a:lnTo>
                  <a:pt x="4339" y="1855"/>
                </a:lnTo>
                <a:lnTo>
                  <a:pt x="4339" y="1670"/>
                </a:lnTo>
                <a:lnTo>
                  <a:pt x="4339" y="1577"/>
                </a:lnTo>
                <a:cubicBezTo>
                  <a:pt x="4255" y="1540"/>
                  <a:pt x="4168" y="1503"/>
                  <a:pt x="4091" y="1466"/>
                </a:cubicBezTo>
                <a:lnTo>
                  <a:pt x="4091" y="1373"/>
                </a:lnTo>
                <a:lnTo>
                  <a:pt x="4091" y="1280"/>
                </a:lnTo>
                <a:lnTo>
                  <a:pt x="3777" y="1280"/>
                </a:lnTo>
                <a:cubicBezTo>
                  <a:pt x="3688" y="1243"/>
                  <a:pt x="3611" y="1206"/>
                  <a:pt x="3528" y="1169"/>
                </a:cubicBezTo>
                <a:lnTo>
                  <a:pt x="3528" y="1169"/>
                </a:lnTo>
                <a:cubicBezTo>
                  <a:pt x="3441" y="878"/>
                  <a:pt x="3354" y="588"/>
                  <a:pt x="3264" y="297"/>
                </a:cubicBezTo>
                <a:lnTo>
                  <a:pt x="3264" y="204"/>
                </a:lnTo>
                <a:lnTo>
                  <a:pt x="3264" y="204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30" name="Freeform 46"/>
          <p:cNvSpPr/>
          <p:nvPr/>
        </p:nvSpPr>
        <p:spPr bwMode="auto">
          <a:xfrm>
            <a:off x="9036050" y="3425825"/>
            <a:ext cx="1055688" cy="193675"/>
          </a:xfrm>
          <a:custGeom>
            <a:avLst/>
            <a:gdLst>
              <a:gd name="connsiteX0" fmla="*/ 8189 w 10000"/>
              <a:gd name="connsiteY0" fmla="*/ 204 h 10000"/>
              <a:gd name="connsiteX1" fmla="*/ 8258 w 10000"/>
              <a:gd name="connsiteY1" fmla="*/ 93 h 10000"/>
              <a:gd name="connsiteX2" fmla="*/ 8409 w 10000"/>
              <a:gd name="connsiteY2" fmla="*/ 93 h 10000"/>
              <a:gd name="connsiteX3" fmla="*/ 8477 w 10000"/>
              <a:gd name="connsiteY3" fmla="*/ 0 h 10000"/>
              <a:gd name="connsiteX4" fmla="*/ 8546 w 10000"/>
              <a:gd name="connsiteY4" fmla="*/ 0 h 10000"/>
              <a:gd name="connsiteX5" fmla="*/ 8697 w 10000"/>
              <a:gd name="connsiteY5" fmla="*/ 93 h 10000"/>
              <a:gd name="connsiteX6" fmla="*/ 8916 w 10000"/>
              <a:gd name="connsiteY6" fmla="*/ 204 h 10000"/>
              <a:gd name="connsiteX7" fmla="*/ 8985 w 10000"/>
              <a:gd name="connsiteY7" fmla="*/ 297 h 10000"/>
              <a:gd name="connsiteX8" fmla="*/ 9122 w 10000"/>
              <a:gd name="connsiteY8" fmla="*/ 482 h 10000"/>
              <a:gd name="connsiteX9" fmla="*/ 9204 w 10000"/>
              <a:gd name="connsiteY9" fmla="*/ 594 h 10000"/>
              <a:gd name="connsiteX10" fmla="*/ 9342 w 10000"/>
              <a:gd name="connsiteY10" fmla="*/ 686 h 10000"/>
              <a:gd name="connsiteX11" fmla="*/ 9492 w 10000"/>
              <a:gd name="connsiteY11" fmla="*/ 891 h 10000"/>
              <a:gd name="connsiteX12" fmla="*/ 9630 w 10000"/>
              <a:gd name="connsiteY12" fmla="*/ 983 h 10000"/>
              <a:gd name="connsiteX13" fmla="*/ 9712 w 10000"/>
              <a:gd name="connsiteY13" fmla="*/ 1169 h 10000"/>
              <a:gd name="connsiteX14" fmla="*/ 9849 w 10000"/>
              <a:gd name="connsiteY14" fmla="*/ 1280 h 10000"/>
              <a:gd name="connsiteX15" fmla="*/ 9918 w 10000"/>
              <a:gd name="connsiteY15" fmla="*/ 1373 h 10000"/>
              <a:gd name="connsiteX16" fmla="*/ 9918 w 10000"/>
              <a:gd name="connsiteY16" fmla="*/ 1466 h 10000"/>
              <a:gd name="connsiteX17" fmla="*/ 10000 w 10000"/>
              <a:gd name="connsiteY17" fmla="*/ 1466 h 10000"/>
              <a:gd name="connsiteX18" fmla="*/ 10000 w 10000"/>
              <a:gd name="connsiteY18" fmla="*/ 1577 h 10000"/>
              <a:gd name="connsiteX19" fmla="*/ 10000 w 10000"/>
              <a:gd name="connsiteY19" fmla="*/ 1670 h 10000"/>
              <a:gd name="connsiteX20" fmla="*/ 9918 w 10000"/>
              <a:gd name="connsiteY20" fmla="*/ 1763 h 10000"/>
              <a:gd name="connsiteX21" fmla="*/ 9849 w 10000"/>
              <a:gd name="connsiteY21" fmla="*/ 1763 h 10000"/>
              <a:gd name="connsiteX22" fmla="*/ 9781 w 10000"/>
              <a:gd name="connsiteY22" fmla="*/ 1855 h 10000"/>
              <a:gd name="connsiteX23" fmla="*/ 9712 w 10000"/>
              <a:gd name="connsiteY23" fmla="*/ 1855 h 10000"/>
              <a:gd name="connsiteX24" fmla="*/ 9712 w 10000"/>
              <a:gd name="connsiteY24" fmla="*/ 1967 h 10000"/>
              <a:gd name="connsiteX25" fmla="*/ 9630 w 10000"/>
              <a:gd name="connsiteY25" fmla="*/ 2059 h 10000"/>
              <a:gd name="connsiteX26" fmla="*/ 9561 w 10000"/>
              <a:gd name="connsiteY26" fmla="*/ 2263 h 10000"/>
              <a:gd name="connsiteX27" fmla="*/ 9561 w 10000"/>
              <a:gd name="connsiteY27" fmla="*/ 2449 h 10000"/>
              <a:gd name="connsiteX28" fmla="*/ 9492 w 10000"/>
              <a:gd name="connsiteY28" fmla="*/ 2653 h 10000"/>
              <a:gd name="connsiteX29" fmla="*/ 9492 w 10000"/>
              <a:gd name="connsiteY29" fmla="*/ 2950 h 10000"/>
              <a:gd name="connsiteX30" fmla="*/ 9492 w 10000"/>
              <a:gd name="connsiteY30" fmla="*/ 3135 h 10000"/>
              <a:gd name="connsiteX31" fmla="*/ 9410 w 10000"/>
              <a:gd name="connsiteY31" fmla="*/ 3432 h 10000"/>
              <a:gd name="connsiteX32" fmla="*/ 9410 w 10000"/>
              <a:gd name="connsiteY32" fmla="*/ 3822 h 10000"/>
              <a:gd name="connsiteX33" fmla="*/ 9342 w 10000"/>
              <a:gd name="connsiteY33" fmla="*/ 4119 h 10000"/>
              <a:gd name="connsiteX34" fmla="*/ 9273 w 10000"/>
              <a:gd name="connsiteY34" fmla="*/ 4508 h 10000"/>
              <a:gd name="connsiteX35" fmla="*/ 9204 w 10000"/>
              <a:gd name="connsiteY35" fmla="*/ 4898 h 10000"/>
              <a:gd name="connsiteX36" fmla="*/ 9122 w 10000"/>
              <a:gd name="connsiteY36" fmla="*/ 5288 h 10000"/>
              <a:gd name="connsiteX37" fmla="*/ 8985 w 10000"/>
              <a:gd name="connsiteY37" fmla="*/ 6178 h 10000"/>
              <a:gd name="connsiteX38" fmla="*/ 8916 w 10000"/>
              <a:gd name="connsiteY38" fmla="*/ 6568 h 10000"/>
              <a:gd name="connsiteX39" fmla="*/ 8834 w 10000"/>
              <a:gd name="connsiteY39" fmla="*/ 6957 h 10000"/>
              <a:gd name="connsiteX40" fmla="*/ 8765 w 10000"/>
              <a:gd name="connsiteY40" fmla="*/ 7347 h 10000"/>
              <a:gd name="connsiteX41" fmla="*/ 8697 w 10000"/>
              <a:gd name="connsiteY41" fmla="*/ 7737 h 10000"/>
              <a:gd name="connsiteX42" fmla="*/ 8615 w 10000"/>
              <a:gd name="connsiteY42" fmla="*/ 8033 h 10000"/>
              <a:gd name="connsiteX43" fmla="*/ 8615 w 10000"/>
              <a:gd name="connsiteY43" fmla="*/ 8237 h 10000"/>
              <a:gd name="connsiteX44" fmla="*/ 8546 w 10000"/>
              <a:gd name="connsiteY44" fmla="*/ 8534 h 10000"/>
              <a:gd name="connsiteX45" fmla="*/ 8477 w 10000"/>
              <a:gd name="connsiteY45" fmla="*/ 8720 h 10000"/>
              <a:gd name="connsiteX46" fmla="*/ 8326 w 10000"/>
              <a:gd name="connsiteY46" fmla="*/ 9017 h 10000"/>
              <a:gd name="connsiteX47" fmla="*/ 8189 w 10000"/>
              <a:gd name="connsiteY47" fmla="*/ 9314 h 10000"/>
              <a:gd name="connsiteX48" fmla="*/ 8038 w 10000"/>
              <a:gd name="connsiteY48" fmla="*/ 9610 h 10000"/>
              <a:gd name="connsiteX49" fmla="*/ 7901 w 10000"/>
              <a:gd name="connsiteY49" fmla="*/ 9703 h 10000"/>
              <a:gd name="connsiteX50" fmla="*/ 7750 w 10000"/>
              <a:gd name="connsiteY50" fmla="*/ 9889 h 10000"/>
              <a:gd name="connsiteX51" fmla="*/ 7599 w 10000"/>
              <a:gd name="connsiteY51" fmla="*/ 10000 h 10000"/>
              <a:gd name="connsiteX52" fmla="*/ 7462 w 10000"/>
              <a:gd name="connsiteY52" fmla="*/ 10000 h 10000"/>
              <a:gd name="connsiteX53" fmla="*/ 7311 w 10000"/>
              <a:gd name="connsiteY53" fmla="*/ 10000 h 10000"/>
              <a:gd name="connsiteX54" fmla="*/ 7311 w 10000"/>
              <a:gd name="connsiteY54" fmla="*/ 9889 h 10000"/>
              <a:gd name="connsiteX55" fmla="*/ 7243 w 10000"/>
              <a:gd name="connsiteY55" fmla="*/ 9889 h 10000"/>
              <a:gd name="connsiteX56" fmla="*/ 7243 w 10000"/>
              <a:gd name="connsiteY56" fmla="*/ 9796 h 10000"/>
              <a:gd name="connsiteX57" fmla="*/ 7243 w 10000"/>
              <a:gd name="connsiteY57" fmla="*/ 9610 h 10000"/>
              <a:gd name="connsiteX58" fmla="*/ 7243 w 10000"/>
              <a:gd name="connsiteY58" fmla="*/ 9499 h 10000"/>
              <a:gd name="connsiteX59" fmla="*/ 7243 w 10000"/>
              <a:gd name="connsiteY59" fmla="*/ 9406 h 10000"/>
              <a:gd name="connsiteX60" fmla="*/ 7243 w 10000"/>
              <a:gd name="connsiteY60" fmla="*/ 9202 h 10000"/>
              <a:gd name="connsiteX61" fmla="*/ 7243 w 10000"/>
              <a:gd name="connsiteY61" fmla="*/ 9017 h 10000"/>
              <a:gd name="connsiteX62" fmla="*/ 7174 w 10000"/>
              <a:gd name="connsiteY62" fmla="*/ 8813 h 10000"/>
              <a:gd name="connsiteX63" fmla="*/ 7092 w 10000"/>
              <a:gd name="connsiteY63" fmla="*/ 8534 h 10000"/>
              <a:gd name="connsiteX64" fmla="*/ 6955 w 10000"/>
              <a:gd name="connsiteY64" fmla="*/ 8126 h 10000"/>
              <a:gd name="connsiteX65" fmla="*/ 6886 w 10000"/>
              <a:gd name="connsiteY65" fmla="*/ 7737 h 10000"/>
              <a:gd name="connsiteX66" fmla="*/ 6516 w 10000"/>
              <a:gd name="connsiteY66" fmla="*/ 6753 h 10000"/>
              <a:gd name="connsiteX67" fmla="*/ 6667 w 10000"/>
              <a:gd name="connsiteY67" fmla="*/ 6957 h 10000"/>
              <a:gd name="connsiteX68" fmla="*/ 6886 w 10000"/>
              <a:gd name="connsiteY68" fmla="*/ 7161 h 10000"/>
              <a:gd name="connsiteX69" fmla="*/ 7023 w 10000"/>
              <a:gd name="connsiteY69" fmla="*/ 7347 h 10000"/>
              <a:gd name="connsiteX70" fmla="*/ 7174 w 10000"/>
              <a:gd name="connsiteY70" fmla="*/ 7440 h 10000"/>
              <a:gd name="connsiteX71" fmla="*/ 7311 w 10000"/>
              <a:gd name="connsiteY71" fmla="*/ 7551 h 10000"/>
              <a:gd name="connsiteX72" fmla="*/ 7394 w 10000"/>
              <a:gd name="connsiteY72" fmla="*/ 7551 h 10000"/>
              <a:gd name="connsiteX73" fmla="*/ 7462 w 10000"/>
              <a:gd name="connsiteY73" fmla="*/ 7644 h 10000"/>
              <a:gd name="connsiteX74" fmla="*/ 7531 w 10000"/>
              <a:gd name="connsiteY74" fmla="*/ 7644 h 10000"/>
              <a:gd name="connsiteX75" fmla="*/ 7599 w 10000"/>
              <a:gd name="connsiteY75" fmla="*/ 7644 h 10000"/>
              <a:gd name="connsiteX76" fmla="*/ 7682 w 10000"/>
              <a:gd name="connsiteY76" fmla="*/ 7644 h 10000"/>
              <a:gd name="connsiteX77" fmla="*/ 7750 w 10000"/>
              <a:gd name="connsiteY77" fmla="*/ 7551 h 10000"/>
              <a:gd name="connsiteX78" fmla="*/ 7819 w 10000"/>
              <a:gd name="connsiteY78" fmla="*/ 7440 h 10000"/>
              <a:gd name="connsiteX79" fmla="*/ 7819 w 10000"/>
              <a:gd name="connsiteY79" fmla="*/ 7347 h 10000"/>
              <a:gd name="connsiteX80" fmla="*/ 7901 w 10000"/>
              <a:gd name="connsiteY80" fmla="*/ 7254 h 10000"/>
              <a:gd name="connsiteX81" fmla="*/ 7970 w 10000"/>
              <a:gd name="connsiteY81" fmla="*/ 7050 h 10000"/>
              <a:gd name="connsiteX82" fmla="*/ 7970 w 10000"/>
              <a:gd name="connsiteY82" fmla="*/ 6865 h 10000"/>
              <a:gd name="connsiteX83" fmla="*/ 8038 w 10000"/>
              <a:gd name="connsiteY83" fmla="*/ 6660 h 10000"/>
              <a:gd name="connsiteX84" fmla="*/ 8107 w 10000"/>
              <a:gd name="connsiteY84" fmla="*/ 6364 h 10000"/>
              <a:gd name="connsiteX85" fmla="*/ 8189 w 10000"/>
              <a:gd name="connsiteY85" fmla="*/ 6067 h 10000"/>
              <a:gd name="connsiteX86" fmla="*/ 8189 w 10000"/>
              <a:gd name="connsiteY86" fmla="*/ 5677 h 10000"/>
              <a:gd name="connsiteX87" fmla="*/ 8326 w 10000"/>
              <a:gd name="connsiteY87" fmla="*/ 4991 h 10000"/>
              <a:gd name="connsiteX88" fmla="*/ 8409 w 10000"/>
              <a:gd name="connsiteY88" fmla="*/ 4212 h 10000"/>
              <a:gd name="connsiteX89" fmla="*/ 8409 w 10000"/>
              <a:gd name="connsiteY89" fmla="*/ 3525 h 10000"/>
              <a:gd name="connsiteX90" fmla="*/ 8477 w 10000"/>
              <a:gd name="connsiteY90" fmla="*/ 2839 h 10000"/>
              <a:gd name="connsiteX91" fmla="*/ 8477 w 10000"/>
              <a:gd name="connsiteY91" fmla="*/ 2542 h 10000"/>
              <a:gd name="connsiteX92" fmla="*/ 8477 w 10000"/>
              <a:gd name="connsiteY92" fmla="*/ 2263 h 10000"/>
              <a:gd name="connsiteX93" fmla="*/ 8477 w 10000"/>
              <a:gd name="connsiteY93" fmla="*/ 2059 h 10000"/>
              <a:gd name="connsiteX94" fmla="*/ 8477 w 10000"/>
              <a:gd name="connsiteY94" fmla="*/ 1855 h 10000"/>
              <a:gd name="connsiteX95" fmla="*/ 8477 w 10000"/>
              <a:gd name="connsiteY95" fmla="*/ 1670 h 10000"/>
              <a:gd name="connsiteX96" fmla="*/ 8477 w 10000"/>
              <a:gd name="connsiteY96" fmla="*/ 1577 h 10000"/>
              <a:gd name="connsiteX97" fmla="*/ 8409 w 10000"/>
              <a:gd name="connsiteY97" fmla="*/ 1466 h 10000"/>
              <a:gd name="connsiteX98" fmla="*/ 8409 w 10000"/>
              <a:gd name="connsiteY98" fmla="*/ 1373 h 10000"/>
              <a:gd name="connsiteX99" fmla="*/ 8409 w 10000"/>
              <a:gd name="connsiteY99" fmla="*/ 1280 h 10000"/>
              <a:gd name="connsiteX100" fmla="*/ 8326 w 10000"/>
              <a:gd name="connsiteY100" fmla="*/ 1280 h 10000"/>
              <a:gd name="connsiteX101" fmla="*/ 8258 w 10000"/>
              <a:gd name="connsiteY101" fmla="*/ 1169 h 10000"/>
              <a:gd name="connsiteX102" fmla="*/ 8258 w 10000"/>
              <a:gd name="connsiteY102" fmla="*/ 1169 h 10000"/>
              <a:gd name="connsiteX103" fmla="*/ 8107 w 10000"/>
              <a:gd name="connsiteY103" fmla="*/ 1169 h 10000"/>
              <a:gd name="connsiteX104" fmla="*/ 8038 w 10000"/>
              <a:gd name="connsiteY104" fmla="*/ 1169 h 10000"/>
              <a:gd name="connsiteX105" fmla="*/ 7970 w 10000"/>
              <a:gd name="connsiteY105" fmla="*/ 1169 h 10000"/>
              <a:gd name="connsiteX106" fmla="*/ 7819 w 10000"/>
              <a:gd name="connsiteY106" fmla="*/ 1169 h 10000"/>
              <a:gd name="connsiteX107" fmla="*/ 7682 w 10000"/>
              <a:gd name="connsiteY107" fmla="*/ 1169 h 10000"/>
              <a:gd name="connsiteX108" fmla="*/ 7462 w 10000"/>
              <a:gd name="connsiteY108" fmla="*/ 1169 h 10000"/>
              <a:gd name="connsiteX109" fmla="*/ 7311 w 10000"/>
              <a:gd name="connsiteY109" fmla="*/ 1169 h 10000"/>
              <a:gd name="connsiteX110" fmla="*/ 7092 w 10000"/>
              <a:gd name="connsiteY110" fmla="*/ 1169 h 10000"/>
              <a:gd name="connsiteX111" fmla="*/ 6804 w 10000"/>
              <a:gd name="connsiteY111" fmla="*/ 1169 h 10000"/>
              <a:gd name="connsiteX112" fmla="*/ 6516 w 10000"/>
              <a:gd name="connsiteY112" fmla="*/ 1280 h 10000"/>
              <a:gd name="connsiteX113" fmla="*/ 6228 w 10000"/>
              <a:gd name="connsiteY113" fmla="*/ 1280 h 10000"/>
              <a:gd name="connsiteX114" fmla="*/ 5871 w 10000"/>
              <a:gd name="connsiteY114" fmla="*/ 1373 h 10000"/>
              <a:gd name="connsiteX115" fmla="*/ 5144 w 10000"/>
              <a:gd name="connsiteY115" fmla="*/ 1466 h 10000"/>
              <a:gd name="connsiteX116" fmla="*/ 4417 w 10000"/>
              <a:gd name="connsiteY116" fmla="*/ 1670 h 10000"/>
              <a:gd name="connsiteX117" fmla="*/ 3690 w 10000"/>
              <a:gd name="connsiteY117" fmla="*/ 1763 h 10000"/>
              <a:gd name="connsiteX118" fmla="*/ 2963 w 10000"/>
              <a:gd name="connsiteY118" fmla="*/ 1855 h 10000"/>
              <a:gd name="connsiteX119" fmla="*/ 2167 w 10000"/>
              <a:gd name="connsiteY119" fmla="*/ 1967 h 10000"/>
              <a:gd name="connsiteX120" fmla="*/ 1454 w 10000"/>
              <a:gd name="connsiteY120" fmla="*/ 2059 h 10000"/>
              <a:gd name="connsiteX121" fmla="*/ 727 w 10000"/>
              <a:gd name="connsiteY121" fmla="*/ 2152 h 10000"/>
              <a:gd name="connsiteX122" fmla="*/ 0 w 10000"/>
              <a:gd name="connsiteY122" fmla="*/ 2263 h 10000"/>
              <a:gd name="connsiteX123" fmla="*/ 0 w 10000"/>
              <a:gd name="connsiteY123" fmla="*/ 1670 h 10000"/>
              <a:gd name="connsiteX124" fmla="*/ 576 w 10000"/>
              <a:gd name="connsiteY124" fmla="*/ 1577 h 10000"/>
              <a:gd name="connsiteX125" fmla="*/ 1152 w 10000"/>
              <a:gd name="connsiteY125" fmla="*/ 1466 h 10000"/>
              <a:gd name="connsiteX126" fmla="*/ 1660 w 10000"/>
              <a:gd name="connsiteY126" fmla="*/ 1373 h 10000"/>
              <a:gd name="connsiteX127" fmla="*/ 2167 w 10000"/>
              <a:gd name="connsiteY127" fmla="*/ 1280 h 10000"/>
              <a:gd name="connsiteX128" fmla="*/ 2675 w 10000"/>
              <a:gd name="connsiteY128" fmla="*/ 1280 h 10000"/>
              <a:gd name="connsiteX129" fmla="*/ 3114 w 10000"/>
              <a:gd name="connsiteY129" fmla="*/ 1169 h 10000"/>
              <a:gd name="connsiteX130" fmla="*/ 3553 w 10000"/>
              <a:gd name="connsiteY130" fmla="*/ 1076 h 10000"/>
              <a:gd name="connsiteX131" fmla="*/ 3978 w 10000"/>
              <a:gd name="connsiteY131" fmla="*/ 1076 h 10000"/>
              <a:gd name="connsiteX132" fmla="*/ 4348 w 10000"/>
              <a:gd name="connsiteY132" fmla="*/ 983 h 10000"/>
              <a:gd name="connsiteX133" fmla="*/ 4705 w 10000"/>
              <a:gd name="connsiteY133" fmla="*/ 891 h 10000"/>
              <a:gd name="connsiteX134" fmla="*/ 5075 w 10000"/>
              <a:gd name="connsiteY134" fmla="*/ 891 h 10000"/>
              <a:gd name="connsiteX135" fmla="*/ 5364 w 10000"/>
              <a:gd name="connsiteY135" fmla="*/ 779 h 10000"/>
              <a:gd name="connsiteX136" fmla="*/ 5720 w 10000"/>
              <a:gd name="connsiteY136" fmla="*/ 779 h 10000"/>
              <a:gd name="connsiteX137" fmla="*/ 5940 w 10000"/>
              <a:gd name="connsiteY137" fmla="*/ 779 h 10000"/>
              <a:gd name="connsiteX138" fmla="*/ 6228 w 10000"/>
              <a:gd name="connsiteY138" fmla="*/ 686 h 10000"/>
              <a:gd name="connsiteX139" fmla="*/ 6447 w 10000"/>
              <a:gd name="connsiteY139" fmla="*/ 686 h 10000"/>
              <a:gd name="connsiteX140" fmla="*/ 6804 w 10000"/>
              <a:gd name="connsiteY140" fmla="*/ 594 h 10000"/>
              <a:gd name="connsiteX141" fmla="*/ 7174 w 10000"/>
              <a:gd name="connsiteY141" fmla="*/ 594 h 10000"/>
              <a:gd name="connsiteX142" fmla="*/ 7462 w 10000"/>
              <a:gd name="connsiteY142" fmla="*/ 482 h 10000"/>
              <a:gd name="connsiteX143" fmla="*/ 7750 w 10000"/>
              <a:gd name="connsiteY143" fmla="*/ 482 h 10000"/>
              <a:gd name="connsiteX144" fmla="*/ 7901 w 10000"/>
              <a:gd name="connsiteY144" fmla="*/ 390 h 10000"/>
              <a:gd name="connsiteX145" fmla="*/ 8038 w 10000"/>
              <a:gd name="connsiteY145" fmla="*/ 297 h 10000"/>
              <a:gd name="connsiteX146" fmla="*/ 8189 w 10000"/>
              <a:gd name="connsiteY146" fmla="*/ 297 h 10000"/>
              <a:gd name="connsiteX147" fmla="*/ 8189 w 10000"/>
              <a:gd name="connsiteY147" fmla="*/ 204 h 10000"/>
              <a:gd name="connsiteX148" fmla="*/ 8189 w 10000"/>
              <a:gd name="connsiteY148" fmla="*/ 204 h 10000"/>
              <a:gd name="connsiteX0-1" fmla="*/ 8189 w 10000"/>
              <a:gd name="connsiteY0-2" fmla="*/ 204 h 10000"/>
              <a:gd name="connsiteX1-3" fmla="*/ 8258 w 10000"/>
              <a:gd name="connsiteY1-4" fmla="*/ 93 h 10000"/>
              <a:gd name="connsiteX2-5" fmla="*/ 8409 w 10000"/>
              <a:gd name="connsiteY2-6" fmla="*/ 93 h 10000"/>
              <a:gd name="connsiteX3-7" fmla="*/ 8477 w 10000"/>
              <a:gd name="connsiteY3-8" fmla="*/ 0 h 10000"/>
              <a:gd name="connsiteX4-9" fmla="*/ 8546 w 10000"/>
              <a:gd name="connsiteY4-10" fmla="*/ 0 h 10000"/>
              <a:gd name="connsiteX5-11" fmla="*/ 8697 w 10000"/>
              <a:gd name="connsiteY5-12" fmla="*/ 93 h 10000"/>
              <a:gd name="connsiteX6-13" fmla="*/ 8916 w 10000"/>
              <a:gd name="connsiteY6-14" fmla="*/ 204 h 10000"/>
              <a:gd name="connsiteX7-15" fmla="*/ 8985 w 10000"/>
              <a:gd name="connsiteY7-16" fmla="*/ 297 h 10000"/>
              <a:gd name="connsiteX8-17" fmla="*/ 9122 w 10000"/>
              <a:gd name="connsiteY8-18" fmla="*/ 482 h 10000"/>
              <a:gd name="connsiteX9-19" fmla="*/ 9204 w 10000"/>
              <a:gd name="connsiteY9-20" fmla="*/ 594 h 10000"/>
              <a:gd name="connsiteX10-21" fmla="*/ 9342 w 10000"/>
              <a:gd name="connsiteY10-22" fmla="*/ 686 h 10000"/>
              <a:gd name="connsiteX11-23" fmla="*/ 9492 w 10000"/>
              <a:gd name="connsiteY11-24" fmla="*/ 891 h 10000"/>
              <a:gd name="connsiteX12-25" fmla="*/ 9630 w 10000"/>
              <a:gd name="connsiteY12-26" fmla="*/ 983 h 10000"/>
              <a:gd name="connsiteX13-27" fmla="*/ 9712 w 10000"/>
              <a:gd name="connsiteY13-28" fmla="*/ 1169 h 10000"/>
              <a:gd name="connsiteX14-29" fmla="*/ 9849 w 10000"/>
              <a:gd name="connsiteY14-30" fmla="*/ 1280 h 10000"/>
              <a:gd name="connsiteX15-31" fmla="*/ 9918 w 10000"/>
              <a:gd name="connsiteY15-32" fmla="*/ 1373 h 10000"/>
              <a:gd name="connsiteX16-33" fmla="*/ 9918 w 10000"/>
              <a:gd name="connsiteY16-34" fmla="*/ 1466 h 10000"/>
              <a:gd name="connsiteX17-35" fmla="*/ 10000 w 10000"/>
              <a:gd name="connsiteY17-36" fmla="*/ 1466 h 10000"/>
              <a:gd name="connsiteX18-37" fmla="*/ 10000 w 10000"/>
              <a:gd name="connsiteY18-38" fmla="*/ 1577 h 10000"/>
              <a:gd name="connsiteX19-39" fmla="*/ 10000 w 10000"/>
              <a:gd name="connsiteY19-40" fmla="*/ 1670 h 10000"/>
              <a:gd name="connsiteX20-41" fmla="*/ 9918 w 10000"/>
              <a:gd name="connsiteY20-42" fmla="*/ 1763 h 10000"/>
              <a:gd name="connsiteX21-43" fmla="*/ 9849 w 10000"/>
              <a:gd name="connsiteY21-44" fmla="*/ 1763 h 10000"/>
              <a:gd name="connsiteX22-45" fmla="*/ 9781 w 10000"/>
              <a:gd name="connsiteY22-46" fmla="*/ 1855 h 10000"/>
              <a:gd name="connsiteX23-47" fmla="*/ 9712 w 10000"/>
              <a:gd name="connsiteY23-48" fmla="*/ 1855 h 10000"/>
              <a:gd name="connsiteX24-49" fmla="*/ 9712 w 10000"/>
              <a:gd name="connsiteY24-50" fmla="*/ 1967 h 10000"/>
              <a:gd name="connsiteX25-51" fmla="*/ 9630 w 10000"/>
              <a:gd name="connsiteY25-52" fmla="*/ 2059 h 10000"/>
              <a:gd name="connsiteX26-53" fmla="*/ 9561 w 10000"/>
              <a:gd name="connsiteY26-54" fmla="*/ 2263 h 10000"/>
              <a:gd name="connsiteX27-55" fmla="*/ 9561 w 10000"/>
              <a:gd name="connsiteY27-56" fmla="*/ 2449 h 10000"/>
              <a:gd name="connsiteX28-57" fmla="*/ 9492 w 10000"/>
              <a:gd name="connsiteY28-58" fmla="*/ 2653 h 10000"/>
              <a:gd name="connsiteX29-59" fmla="*/ 9492 w 10000"/>
              <a:gd name="connsiteY29-60" fmla="*/ 2950 h 10000"/>
              <a:gd name="connsiteX30-61" fmla="*/ 9492 w 10000"/>
              <a:gd name="connsiteY30-62" fmla="*/ 3135 h 10000"/>
              <a:gd name="connsiteX31-63" fmla="*/ 9410 w 10000"/>
              <a:gd name="connsiteY31-64" fmla="*/ 3432 h 10000"/>
              <a:gd name="connsiteX32-65" fmla="*/ 9410 w 10000"/>
              <a:gd name="connsiteY32-66" fmla="*/ 3822 h 10000"/>
              <a:gd name="connsiteX33-67" fmla="*/ 9342 w 10000"/>
              <a:gd name="connsiteY33-68" fmla="*/ 4119 h 10000"/>
              <a:gd name="connsiteX34-69" fmla="*/ 9273 w 10000"/>
              <a:gd name="connsiteY34-70" fmla="*/ 4508 h 10000"/>
              <a:gd name="connsiteX35-71" fmla="*/ 9204 w 10000"/>
              <a:gd name="connsiteY35-72" fmla="*/ 4898 h 10000"/>
              <a:gd name="connsiteX36-73" fmla="*/ 9122 w 10000"/>
              <a:gd name="connsiteY36-74" fmla="*/ 5288 h 10000"/>
              <a:gd name="connsiteX37-75" fmla="*/ 8985 w 10000"/>
              <a:gd name="connsiteY37-76" fmla="*/ 6178 h 10000"/>
              <a:gd name="connsiteX38-77" fmla="*/ 8916 w 10000"/>
              <a:gd name="connsiteY38-78" fmla="*/ 6568 h 10000"/>
              <a:gd name="connsiteX39-79" fmla="*/ 8834 w 10000"/>
              <a:gd name="connsiteY39-80" fmla="*/ 6957 h 10000"/>
              <a:gd name="connsiteX40-81" fmla="*/ 8765 w 10000"/>
              <a:gd name="connsiteY40-82" fmla="*/ 7347 h 10000"/>
              <a:gd name="connsiteX41-83" fmla="*/ 8697 w 10000"/>
              <a:gd name="connsiteY41-84" fmla="*/ 7737 h 10000"/>
              <a:gd name="connsiteX42-85" fmla="*/ 8615 w 10000"/>
              <a:gd name="connsiteY42-86" fmla="*/ 8033 h 10000"/>
              <a:gd name="connsiteX43-87" fmla="*/ 8615 w 10000"/>
              <a:gd name="connsiteY43-88" fmla="*/ 8237 h 10000"/>
              <a:gd name="connsiteX44-89" fmla="*/ 8546 w 10000"/>
              <a:gd name="connsiteY44-90" fmla="*/ 8534 h 10000"/>
              <a:gd name="connsiteX45-91" fmla="*/ 8477 w 10000"/>
              <a:gd name="connsiteY45-92" fmla="*/ 8720 h 10000"/>
              <a:gd name="connsiteX46-93" fmla="*/ 8326 w 10000"/>
              <a:gd name="connsiteY46-94" fmla="*/ 9017 h 10000"/>
              <a:gd name="connsiteX47-95" fmla="*/ 8189 w 10000"/>
              <a:gd name="connsiteY47-96" fmla="*/ 9314 h 10000"/>
              <a:gd name="connsiteX48-97" fmla="*/ 8038 w 10000"/>
              <a:gd name="connsiteY48-98" fmla="*/ 9610 h 10000"/>
              <a:gd name="connsiteX49-99" fmla="*/ 7901 w 10000"/>
              <a:gd name="connsiteY49-100" fmla="*/ 9703 h 10000"/>
              <a:gd name="connsiteX50-101" fmla="*/ 7750 w 10000"/>
              <a:gd name="connsiteY50-102" fmla="*/ 9889 h 10000"/>
              <a:gd name="connsiteX51-103" fmla="*/ 7599 w 10000"/>
              <a:gd name="connsiteY51-104" fmla="*/ 10000 h 10000"/>
              <a:gd name="connsiteX52-105" fmla="*/ 7462 w 10000"/>
              <a:gd name="connsiteY52-106" fmla="*/ 10000 h 10000"/>
              <a:gd name="connsiteX53-107" fmla="*/ 7311 w 10000"/>
              <a:gd name="connsiteY53-108" fmla="*/ 10000 h 10000"/>
              <a:gd name="connsiteX54-109" fmla="*/ 7311 w 10000"/>
              <a:gd name="connsiteY54-110" fmla="*/ 9889 h 10000"/>
              <a:gd name="connsiteX55-111" fmla="*/ 7243 w 10000"/>
              <a:gd name="connsiteY55-112" fmla="*/ 9889 h 10000"/>
              <a:gd name="connsiteX56-113" fmla="*/ 7243 w 10000"/>
              <a:gd name="connsiteY56-114" fmla="*/ 9796 h 10000"/>
              <a:gd name="connsiteX57-115" fmla="*/ 7243 w 10000"/>
              <a:gd name="connsiteY57-116" fmla="*/ 9610 h 10000"/>
              <a:gd name="connsiteX58-117" fmla="*/ 7243 w 10000"/>
              <a:gd name="connsiteY58-118" fmla="*/ 9499 h 10000"/>
              <a:gd name="connsiteX59-119" fmla="*/ 7243 w 10000"/>
              <a:gd name="connsiteY59-120" fmla="*/ 9406 h 10000"/>
              <a:gd name="connsiteX60-121" fmla="*/ 7243 w 10000"/>
              <a:gd name="connsiteY60-122" fmla="*/ 9202 h 10000"/>
              <a:gd name="connsiteX61-123" fmla="*/ 7243 w 10000"/>
              <a:gd name="connsiteY61-124" fmla="*/ 9017 h 10000"/>
              <a:gd name="connsiteX62-125" fmla="*/ 7174 w 10000"/>
              <a:gd name="connsiteY62-126" fmla="*/ 8813 h 10000"/>
              <a:gd name="connsiteX63-127" fmla="*/ 7092 w 10000"/>
              <a:gd name="connsiteY63-128" fmla="*/ 8534 h 10000"/>
              <a:gd name="connsiteX64-129" fmla="*/ 6955 w 10000"/>
              <a:gd name="connsiteY64-130" fmla="*/ 8126 h 10000"/>
              <a:gd name="connsiteX65-131" fmla="*/ 6886 w 10000"/>
              <a:gd name="connsiteY65-132" fmla="*/ 7737 h 10000"/>
              <a:gd name="connsiteX66-133" fmla="*/ 6516 w 10000"/>
              <a:gd name="connsiteY66-134" fmla="*/ 6753 h 10000"/>
              <a:gd name="connsiteX67-135" fmla="*/ 6886 w 10000"/>
              <a:gd name="connsiteY67-136" fmla="*/ 7161 h 10000"/>
              <a:gd name="connsiteX68-137" fmla="*/ 7023 w 10000"/>
              <a:gd name="connsiteY68-138" fmla="*/ 7347 h 10000"/>
              <a:gd name="connsiteX69-139" fmla="*/ 7174 w 10000"/>
              <a:gd name="connsiteY69-140" fmla="*/ 7440 h 10000"/>
              <a:gd name="connsiteX70-141" fmla="*/ 7311 w 10000"/>
              <a:gd name="connsiteY70-142" fmla="*/ 7551 h 10000"/>
              <a:gd name="connsiteX71-143" fmla="*/ 7394 w 10000"/>
              <a:gd name="connsiteY71-144" fmla="*/ 7551 h 10000"/>
              <a:gd name="connsiteX72-145" fmla="*/ 7462 w 10000"/>
              <a:gd name="connsiteY72-146" fmla="*/ 7644 h 10000"/>
              <a:gd name="connsiteX73-147" fmla="*/ 7531 w 10000"/>
              <a:gd name="connsiteY73-148" fmla="*/ 7644 h 10000"/>
              <a:gd name="connsiteX74-149" fmla="*/ 7599 w 10000"/>
              <a:gd name="connsiteY74-150" fmla="*/ 7644 h 10000"/>
              <a:gd name="connsiteX75-151" fmla="*/ 7682 w 10000"/>
              <a:gd name="connsiteY75-152" fmla="*/ 7644 h 10000"/>
              <a:gd name="connsiteX76-153" fmla="*/ 7750 w 10000"/>
              <a:gd name="connsiteY76-154" fmla="*/ 7551 h 10000"/>
              <a:gd name="connsiteX77-155" fmla="*/ 7819 w 10000"/>
              <a:gd name="connsiteY77-156" fmla="*/ 7440 h 10000"/>
              <a:gd name="connsiteX78-157" fmla="*/ 7819 w 10000"/>
              <a:gd name="connsiteY78-158" fmla="*/ 7347 h 10000"/>
              <a:gd name="connsiteX79-159" fmla="*/ 7901 w 10000"/>
              <a:gd name="connsiteY79-160" fmla="*/ 7254 h 10000"/>
              <a:gd name="connsiteX80-161" fmla="*/ 7970 w 10000"/>
              <a:gd name="connsiteY80-162" fmla="*/ 7050 h 10000"/>
              <a:gd name="connsiteX81-163" fmla="*/ 7970 w 10000"/>
              <a:gd name="connsiteY81-164" fmla="*/ 6865 h 10000"/>
              <a:gd name="connsiteX82-165" fmla="*/ 8038 w 10000"/>
              <a:gd name="connsiteY82-166" fmla="*/ 6660 h 10000"/>
              <a:gd name="connsiteX83-167" fmla="*/ 8107 w 10000"/>
              <a:gd name="connsiteY83-168" fmla="*/ 6364 h 10000"/>
              <a:gd name="connsiteX84-169" fmla="*/ 8189 w 10000"/>
              <a:gd name="connsiteY84-170" fmla="*/ 6067 h 10000"/>
              <a:gd name="connsiteX85-171" fmla="*/ 8189 w 10000"/>
              <a:gd name="connsiteY85-172" fmla="*/ 5677 h 10000"/>
              <a:gd name="connsiteX86-173" fmla="*/ 8326 w 10000"/>
              <a:gd name="connsiteY86-174" fmla="*/ 4991 h 10000"/>
              <a:gd name="connsiteX87-175" fmla="*/ 8409 w 10000"/>
              <a:gd name="connsiteY87-176" fmla="*/ 4212 h 10000"/>
              <a:gd name="connsiteX88-177" fmla="*/ 8409 w 10000"/>
              <a:gd name="connsiteY88-178" fmla="*/ 3525 h 10000"/>
              <a:gd name="connsiteX89-179" fmla="*/ 8477 w 10000"/>
              <a:gd name="connsiteY89-180" fmla="*/ 2839 h 10000"/>
              <a:gd name="connsiteX90-181" fmla="*/ 8477 w 10000"/>
              <a:gd name="connsiteY90-182" fmla="*/ 2542 h 10000"/>
              <a:gd name="connsiteX91-183" fmla="*/ 8477 w 10000"/>
              <a:gd name="connsiteY91-184" fmla="*/ 2263 h 10000"/>
              <a:gd name="connsiteX92-185" fmla="*/ 8477 w 10000"/>
              <a:gd name="connsiteY92-186" fmla="*/ 2059 h 10000"/>
              <a:gd name="connsiteX93-187" fmla="*/ 8477 w 10000"/>
              <a:gd name="connsiteY93-188" fmla="*/ 1855 h 10000"/>
              <a:gd name="connsiteX94-189" fmla="*/ 8477 w 10000"/>
              <a:gd name="connsiteY94-190" fmla="*/ 1670 h 10000"/>
              <a:gd name="connsiteX95-191" fmla="*/ 8477 w 10000"/>
              <a:gd name="connsiteY95-192" fmla="*/ 1577 h 10000"/>
              <a:gd name="connsiteX96-193" fmla="*/ 8409 w 10000"/>
              <a:gd name="connsiteY96-194" fmla="*/ 1466 h 10000"/>
              <a:gd name="connsiteX97-195" fmla="*/ 8409 w 10000"/>
              <a:gd name="connsiteY97-196" fmla="*/ 1373 h 10000"/>
              <a:gd name="connsiteX98-197" fmla="*/ 8409 w 10000"/>
              <a:gd name="connsiteY98-198" fmla="*/ 1280 h 10000"/>
              <a:gd name="connsiteX99-199" fmla="*/ 8326 w 10000"/>
              <a:gd name="connsiteY99-200" fmla="*/ 1280 h 10000"/>
              <a:gd name="connsiteX100-201" fmla="*/ 8258 w 10000"/>
              <a:gd name="connsiteY100-202" fmla="*/ 1169 h 10000"/>
              <a:gd name="connsiteX101-203" fmla="*/ 8258 w 10000"/>
              <a:gd name="connsiteY101-204" fmla="*/ 1169 h 10000"/>
              <a:gd name="connsiteX102-205" fmla="*/ 8107 w 10000"/>
              <a:gd name="connsiteY102-206" fmla="*/ 1169 h 10000"/>
              <a:gd name="connsiteX103-207" fmla="*/ 8038 w 10000"/>
              <a:gd name="connsiteY103-208" fmla="*/ 1169 h 10000"/>
              <a:gd name="connsiteX104-209" fmla="*/ 7970 w 10000"/>
              <a:gd name="connsiteY104-210" fmla="*/ 1169 h 10000"/>
              <a:gd name="connsiteX105-211" fmla="*/ 7819 w 10000"/>
              <a:gd name="connsiteY105-212" fmla="*/ 1169 h 10000"/>
              <a:gd name="connsiteX106-213" fmla="*/ 7682 w 10000"/>
              <a:gd name="connsiteY106-214" fmla="*/ 1169 h 10000"/>
              <a:gd name="connsiteX107-215" fmla="*/ 7462 w 10000"/>
              <a:gd name="connsiteY107-216" fmla="*/ 1169 h 10000"/>
              <a:gd name="connsiteX108-217" fmla="*/ 7311 w 10000"/>
              <a:gd name="connsiteY108-218" fmla="*/ 1169 h 10000"/>
              <a:gd name="connsiteX109-219" fmla="*/ 7092 w 10000"/>
              <a:gd name="connsiteY109-220" fmla="*/ 1169 h 10000"/>
              <a:gd name="connsiteX110-221" fmla="*/ 6804 w 10000"/>
              <a:gd name="connsiteY110-222" fmla="*/ 1169 h 10000"/>
              <a:gd name="connsiteX111-223" fmla="*/ 6516 w 10000"/>
              <a:gd name="connsiteY111-224" fmla="*/ 1280 h 10000"/>
              <a:gd name="connsiteX112-225" fmla="*/ 6228 w 10000"/>
              <a:gd name="connsiteY112-226" fmla="*/ 1280 h 10000"/>
              <a:gd name="connsiteX113-227" fmla="*/ 5871 w 10000"/>
              <a:gd name="connsiteY113-228" fmla="*/ 1373 h 10000"/>
              <a:gd name="connsiteX114-229" fmla="*/ 5144 w 10000"/>
              <a:gd name="connsiteY114-230" fmla="*/ 1466 h 10000"/>
              <a:gd name="connsiteX115-231" fmla="*/ 4417 w 10000"/>
              <a:gd name="connsiteY115-232" fmla="*/ 1670 h 10000"/>
              <a:gd name="connsiteX116-233" fmla="*/ 3690 w 10000"/>
              <a:gd name="connsiteY116-234" fmla="*/ 1763 h 10000"/>
              <a:gd name="connsiteX117-235" fmla="*/ 2963 w 10000"/>
              <a:gd name="connsiteY117-236" fmla="*/ 1855 h 10000"/>
              <a:gd name="connsiteX118-237" fmla="*/ 2167 w 10000"/>
              <a:gd name="connsiteY118-238" fmla="*/ 1967 h 10000"/>
              <a:gd name="connsiteX119-239" fmla="*/ 1454 w 10000"/>
              <a:gd name="connsiteY119-240" fmla="*/ 2059 h 10000"/>
              <a:gd name="connsiteX120-241" fmla="*/ 727 w 10000"/>
              <a:gd name="connsiteY120-242" fmla="*/ 2152 h 10000"/>
              <a:gd name="connsiteX121-243" fmla="*/ 0 w 10000"/>
              <a:gd name="connsiteY121-244" fmla="*/ 2263 h 10000"/>
              <a:gd name="connsiteX122-245" fmla="*/ 0 w 10000"/>
              <a:gd name="connsiteY122-246" fmla="*/ 1670 h 10000"/>
              <a:gd name="connsiteX123-247" fmla="*/ 576 w 10000"/>
              <a:gd name="connsiteY123-248" fmla="*/ 1577 h 10000"/>
              <a:gd name="connsiteX124-249" fmla="*/ 1152 w 10000"/>
              <a:gd name="connsiteY124-250" fmla="*/ 1466 h 10000"/>
              <a:gd name="connsiteX125-251" fmla="*/ 1660 w 10000"/>
              <a:gd name="connsiteY125-252" fmla="*/ 1373 h 10000"/>
              <a:gd name="connsiteX126-253" fmla="*/ 2167 w 10000"/>
              <a:gd name="connsiteY126-254" fmla="*/ 1280 h 10000"/>
              <a:gd name="connsiteX127-255" fmla="*/ 2675 w 10000"/>
              <a:gd name="connsiteY127-256" fmla="*/ 1280 h 10000"/>
              <a:gd name="connsiteX128-257" fmla="*/ 3114 w 10000"/>
              <a:gd name="connsiteY128-258" fmla="*/ 1169 h 10000"/>
              <a:gd name="connsiteX129-259" fmla="*/ 3553 w 10000"/>
              <a:gd name="connsiteY129-260" fmla="*/ 1076 h 10000"/>
              <a:gd name="connsiteX130-261" fmla="*/ 3978 w 10000"/>
              <a:gd name="connsiteY130-262" fmla="*/ 1076 h 10000"/>
              <a:gd name="connsiteX131-263" fmla="*/ 4348 w 10000"/>
              <a:gd name="connsiteY131-264" fmla="*/ 983 h 10000"/>
              <a:gd name="connsiteX132-265" fmla="*/ 4705 w 10000"/>
              <a:gd name="connsiteY132-266" fmla="*/ 891 h 10000"/>
              <a:gd name="connsiteX133-267" fmla="*/ 5075 w 10000"/>
              <a:gd name="connsiteY133-268" fmla="*/ 891 h 10000"/>
              <a:gd name="connsiteX134-269" fmla="*/ 5364 w 10000"/>
              <a:gd name="connsiteY134-270" fmla="*/ 779 h 10000"/>
              <a:gd name="connsiteX135-271" fmla="*/ 5720 w 10000"/>
              <a:gd name="connsiteY135-272" fmla="*/ 779 h 10000"/>
              <a:gd name="connsiteX136-273" fmla="*/ 5940 w 10000"/>
              <a:gd name="connsiteY136-274" fmla="*/ 779 h 10000"/>
              <a:gd name="connsiteX137-275" fmla="*/ 6228 w 10000"/>
              <a:gd name="connsiteY137-276" fmla="*/ 686 h 10000"/>
              <a:gd name="connsiteX138-277" fmla="*/ 6447 w 10000"/>
              <a:gd name="connsiteY138-278" fmla="*/ 686 h 10000"/>
              <a:gd name="connsiteX139-279" fmla="*/ 6804 w 10000"/>
              <a:gd name="connsiteY139-280" fmla="*/ 594 h 10000"/>
              <a:gd name="connsiteX140-281" fmla="*/ 7174 w 10000"/>
              <a:gd name="connsiteY140-282" fmla="*/ 594 h 10000"/>
              <a:gd name="connsiteX141-283" fmla="*/ 7462 w 10000"/>
              <a:gd name="connsiteY141-284" fmla="*/ 482 h 10000"/>
              <a:gd name="connsiteX142-285" fmla="*/ 7750 w 10000"/>
              <a:gd name="connsiteY142-286" fmla="*/ 482 h 10000"/>
              <a:gd name="connsiteX143-287" fmla="*/ 7901 w 10000"/>
              <a:gd name="connsiteY143-288" fmla="*/ 390 h 10000"/>
              <a:gd name="connsiteX144-289" fmla="*/ 8038 w 10000"/>
              <a:gd name="connsiteY144-290" fmla="*/ 297 h 10000"/>
              <a:gd name="connsiteX145-291" fmla="*/ 8189 w 10000"/>
              <a:gd name="connsiteY145-292" fmla="*/ 297 h 10000"/>
              <a:gd name="connsiteX146-293" fmla="*/ 8189 w 10000"/>
              <a:gd name="connsiteY146-294" fmla="*/ 204 h 10000"/>
              <a:gd name="connsiteX147-295" fmla="*/ 8189 w 10000"/>
              <a:gd name="connsiteY147-296" fmla="*/ 204 h 10000"/>
              <a:gd name="connsiteX0-297" fmla="*/ 8189 w 10000"/>
              <a:gd name="connsiteY0-298" fmla="*/ 204 h 10000"/>
              <a:gd name="connsiteX1-299" fmla="*/ 8258 w 10000"/>
              <a:gd name="connsiteY1-300" fmla="*/ 93 h 10000"/>
              <a:gd name="connsiteX2-301" fmla="*/ 8409 w 10000"/>
              <a:gd name="connsiteY2-302" fmla="*/ 93 h 10000"/>
              <a:gd name="connsiteX3-303" fmla="*/ 8477 w 10000"/>
              <a:gd name="connsiteY3-304" fmla="*/ 0 h 10000"/>
              <a:gd name="connsiteX4-305" fmla="*/ 8546 w 10000"/>
              <a:gd name="connsiteY4-306" fmla="*/ 0 h 10000"/>
              <a:gd name="connsiteX5-307" fmla="*/ 8697 w 10000"/>
              <a:gd name="connsiteY5-308" fmla="*/ 93 h 10000"/>
              <a:gd name="connsiteX6-309" fmla="*/ 8916 w 10000"/>
              <a:gd name="connsiteY6-310" fmla="*/ 204 h 10000"/>
              <a:gd name="connsiteX7-311" fmla="*/ 8985 w 10000"/>
              <a:gd name="connsiteY7-312" fmla="*/ 297 h 10000"/>
              <a:gd name="connsiteX8-313" fmla="*/ 9122 w 10000"/>
              <a:gd name="connsiteY8-314" fmla="*/ 482 h 10000"/>
              <a:gd name="connsiteX9-315" fmla="*/ 9204 w 10000"/>
              <a:gd name="connsiteY9-316" fmla="*/ 594 h 10000"/>
              <a:gd name="connsiteX10-317" fmla="*/ 9342 w 10000"/>
              <a:gd name="connsiteY10-318" fmla="*/ 686 h 10000"/>
              <a:gd name="connsiteX11-319" fmla="*/ 9492 w 10000"/>
              <a:gd name="connsiteY11-320" fmla="*/ 891 h 10000"/>
              <a:gd name="connsiteX12-321" fmla="*/ 9630 w 10000"/>
              <a:gd name="connsiteY12-322" fmla="*/ 983 h 10000"/>
              <a:gd name="connsiteX13-323" fmla="*/ 9712 w 10000"/>
              <a:gd name="connsiteY13-324" fmla="*/ 1169 h 10000"/>
              <a:gd name="connsiteX14-325" fmla="*/ 9849 w 10000"/>
              <a:gd name="connsiteY14-326" fmla="*/ 1280 h 10000"/>
              <a:gd name="connsiteX15-327" fmla="*/ 9918 w 10000"/>
              <a:gd name="connsiteY15-328" fmla="*/ 1373 h 10000"/>
              <a:gd name="connsiteX16-329" fmla="*/ 9918 w 10000"/>
              <a:gd name="connsiteY16-330" fmla="*/ 1466 h 10000"/>
              <a:gd name="connsiteX17-331" fmla="*/ 10000 w 10000"/>
              <a:gd name="connsiteY17-332" fmla="*/ 1466 h 10000"/>
              <a:gd name="connsiteX18-333" fmla="*/ 10000 w 10000"/>
              <a:gd name="connsiteY18-334" fmla="*/ 1577 h 10000"/>
              <a:gd name="connsiteX19-335" fmla="*/ 10000 w 10000"/>
              <a:gd name="connsiteY19-336" fmla="*/ 1670 h 10000"/>
              <a:gd name="connsiteX20-337" fmla="*/ 9918 w 10000"/>
              <a:gd name="connsiteY20-338" fmla="*/ 1763 h 10000"/>
              <a:gd name="connsiteX21-339" fmla="*/ 9849 w 10000"/>
              <a:gd name="connsiteY21-340" fmla="*/ 1763 h 10000"/>
              <a:gd name="connsiteX22-341" fmla="*/ 9781 w 10000"/>
              <a:gd name="connsiteY22-342" fmla="*/ 1855 h 10000"/>
              <a:gd name="connsiteX23-343" fmla="*/ 9712 w 10000"/>
              <a:gd name="connsiteY23-344" fmla="*/ 1855 h 10000"/>
              <a:gd name="connsiteX24-345" fmla="*/ 9712 w 10000"/>
              <a:gd name="connsiteY24-346" fmla="*/ 1967 h 10000"/>
              <a:gd name="connsiteX25-347" fmla="*/ 9630 w 10000"/>
              <a:gd name="connsiteY25-348" fmla="*/ 2059 h 10000"/>
              <a:gd name="connsiteX26-349" fmla="*/ 9561 w 10000"/>
              <a:gd name="connsiteY26-350" fmla="*/ 2263 h 10000"/>
              <a:gd name="connsiteX27-351" fmla="*/ 9561 w 10000"/>
              <a:gd name="connsiteY27-352" fmla="*/ 2449 h 10000"/>
              <a:gd name="connsiteX28-353" fmla="*/ 9492 w 10000"/>
              <a:gd name="connsiteY28-354" fmla="*/ 2653 h 10000"/>
              <a:gd name="connsiteX29-355" fmla="*/ 9492 w 10000"/>
              <a:gd name="connsiteY29-356" fmla="*/ 2950 h 10000"/>
              <a:gd name="connsiteX30-357" fmla="*/ 9492 w 10000"/>
              <a:gd name="connsiteY30-358" fmla="*/ 3135 h 10000"/>
              <a:gd name="connsiteX31-359" fmla="*/ 9410 w 10000"/>
              <a:gd name="connsiteY31-360" fmla="*/ 3432 h 10000"/>
              <a:gd name="connsiteX32-361" fmla="*/ 9410 w 10000"/>
              <a:gd name="connsiteY32-362" fmla="*/ 3822 h 10000"/>
              <a:gd name="connsiteX33-363" fmla="*/ 9342 w 10000"/>
              <a:gd name="connsiteY33-364" fmla="*/ 4119 h 10000"/>
              <a:gd name="connsiteX34-365" fmla="*/ 9273 w 10000"/>
              <a:gd name="connsiteY34-366" fmla="*/ 4508 h 10000"/>
              <a:gd name="connsiteX35-367" fmla="*/ 9204 w 10000"/>
              <a:gd name="connsiteY35-368" fmla="*/ 4898 h 10000"/>
              <a:gd name="connsiteX36-369" fmla="*/ 9122 w 10000"/>
              <a:gd name="connsiteY36-370" fmla="*/ 5288 h 10000"/>
              <a:gd name="connsiteX37-371" fmla="*/ 8985 w 10000"/>
              <a:gd name="connsiteY37-372" fmla="*/ 6178 h 10000"/>
              <a:gd name="connsiteX38-373" fmla="*/ 8916 w 10000"/>
              <a:gd name="connsiteY38-374" fmla="*/ 6568 h 10000"/>
              <a:gd name="connsiteX39-375" fmla="*/ 8834 w 10000"/>
              <a:gd name="connsiteY39-376" fmla="*/ 6957 h 10000"/>
              <a:gd name="connsiteX40-377" fmla="*/ 8765 w 10000"/>
              <a:gd name="connsiteY40-378" fmla="*/ 7347 h 10000"/>
              <a:gd name="connsiteX41-379" fmla="*/ 8697 w 10000"/>
              <a:gd name="connsiteY41-380" fmla="*/ 7737 h 10000"/>
              <a:gd name="connsiteX42-381" fmla="*/ 8615 w 10000"/>
              <a:gd name="connsiteY42-382" fmla="*/ 8033 h 10000"/>
              <a:gd name="connsiteX43-383" fmla="*/ 8615 w 10000"/>
              <a:gd name="connsiteY43-384" fmla="*/ 8237 h 10000"/>
              <a:gd name="connsiteX44-385" fmla="*/ 8546 w 10000"/>
              <a:gd name="connsiteY44-386" fmla="*/ 8534 h 10000"/>
              <a:gd name="connsiteX45-387" fmla="*/ 8477 w 10000"/>
              <a:gd name="connsiteY45-388" fmla="*/ 8720 h 10000"/>
              <a:gd name="connsiteX46-389" fmla="*/ 8326 w 10000"/>
              <a:gd name="connsiteY46-390" fmla="*/ 9017 h 10000"/>
              <a:gd name="connsiteX47-391" fmla="*/ 8189 w 10000"/>
              <a:gd name="connsiteY47-392" fmla="*/ 9314 h 10000"/>
              <a:gd name="connsiteX48-393" fmla="*/ 8038 w 10000"/>
              <a:gd name="connsiteY48-394" fmla="*/ 9610 h 10000"/>
              <a:gd name="connsiteX49-395" fmla="*/ 7901 w 10000"/>
              <a:gd name="connsiteY49-396" fmla="*/ 9703 h 10000"/>
              <a:gd name="connsiteX50-397" fmla="*/ 7750 w 10000"/>
              <a:gd name="connsiteY50-398" fmla="*/ 9889 h 10000"/>
              <a:gd name="connsiteX51-399" fmla="*/ 7599 w 10000"/>
              <a:gd name="connsiteY51-400" fmla="*/ 10000 h 10000"/>
              <a:gd name="connsiteX52-401" fmla="*/ 7462 w 10000"/>
              <a:gd name="connsiteY52-402" fmla="*/ 10000 h 10000"/>
              <a:gd name="connsiteX53-403" fmla="*/ 7311 w 10000"/>
              <a:gd name="connsiteY53-404" fmla="*/ 10000 h 10000"/>
              <a:gd name="connsiteX54-405" fmla="*/ 7311 w 10000"/>
              <a:gd name="connsiteY54-406" fmla="*/ 9889 h 10000"/>
              <a:gd name="connsiteX55-407" fmla="*/ 7243 w 10000"/>
              <a:gd name="connsiteY55-408" fmla="*/ 9889 h 10000"/>
              <a:gd name="connsiteX56-409" fmla="*/ 7243 w 10000"/>
              <a:gd name="connsiteY56-410" fmla="*/ 9796 h 10000"/>
              <a:gd name="connsiteX57-411" fmla="*/ 7243 w 10000"/>
              <a:gd name="connsiteY57-412" fmla="*/ 9610 h 10000"/>
              <a:gd name="connsiteX58-413" fmla="*/ 7243 w 10000"/>
              <a:gd name="connsiteY58-414" fmla="*/ 9499 h 10000"/>
              <a:gd name="connsiteX59-415" fmla="*/ 7243 w 10000"/>
              <a:gd name="connsiteY59-416" fmla="*/ 9406 h 10000"/>
              <a:gd name="connsiteX60-417" fmla="*/ 7243 w 10000"/>
              <a:gd name="connsiteY60-418" fmla="*/ 9202 h 10000"/>
              <a:gd name="connsiteX61-419" fmla="*/ 7243 w 10000"/>
              <a:gd name="connsiteY61-420" fmla="*/ 9017 h 10000"/>
              <a:gd name="connsiteX62-421" fmla="*/ 7174 w 10000"/>
              <a:gd name="connsiteY62-422" fmla="*/ 8813 h 10000"/>
              <a:gd name="connsiteX63-423" fmla="*/ 7092 w 10000"/>
              <a:gd name="connsiteY63-424" fmla="*/ 8534 h 10000"/>
              <a:gd name="connsiteX64-425" fmla="*/ 6955 w 10000"/>
              <a:gd name="connsiteY64-426" fmla="*/ 8126 h 10000"/>
              <a:gd name="connsiteX65-427" fmla="*/ 6886 w 10000"/>
              <a:gd name="connsiteY65-428" fmla="*/ 7737 h 10000"/>
              <a:gd name="connsiteX66-429" fmla="*/ 6886 w 10000"/>
              <a:gd name="connsiteY66-430" fmla="*/ 7161 h 10000"/>
              <a:gd name="connsiteX67-431" fmla="*/ 7023 w 10000"/>
              <a:gd name="connsiteY67-432" fmla="*/ 7347 h 10000"/>
              <a:gd name="connsiteX68-433" fmla="*/ 7174 w 10000"/>
              <a:gd name="connsiteY68-434" fmla="*/ 7440 h 10000"/>
              <a:gd name="connsiteX69-435" fmla="*/ 7311 w 10000"/>
              <a:gd name="connsiteY69-436" fmla="*/ 7551 h 10000"/>
              <a:gd name="connsiteX70-437" fmla="*/ 7394 w 10000"/>
              <a:gd name="connsiteY70-438" fmla="*/ 7551 h 10000"/>
              <a:gd name="connsiteX71-439" fmla="*/ 7462 w 10000"/>
              <a:gd name="connsiteY71-440" fmla="*/ 7644 h 10000"/>
              <a:gd name="connsiteX72-441" fmla="*/ 7531 w 10000"/>
              <a:gd name="connsiteY72-442" fmla="*/ 7644 h 10000"/>
              <a:gd name="connsiteX73-443" fmla="*/ 7599 w 10000"/>
              <a:gd name="connsiteY73-444" fmla="*/ 7644 h 10000"/>
              <a:gd name="connsiteX74-445" fmla="*/ 7682 w 10000"/>
              <a:gd name="connsiteY74-446" fmla="*/ 7644 h 10000"/>
              <a:gd name="connsiteX75-447" fmla="*/ 7750 w 10000"/>
              <a:gd name="connsiteY75-448" fmla="*/ 7551 h 10000"/>
              <a:gd name="connsiteX76-449" fmla="*/ 7819 w 10000"/>
              <a:gd name="connsiteY76-450" fmla="*/ 7440 h 10000"/>
              <a:gd name="connsiteX77-451" fmla="*/ 7819 w 10000"/>
              <a:gd name="connsiteY77-452" fmla="*/ 7347 h 10000"/>
              <a:gd name="connsiteX78-453" fmla="*/ 7901 w 10000"/>
              <a:gd name="connsiteY78-454" fmla="*/ 7254 h 10000"/>
              <a:gd name="connsiteX79-455" fmla="*/ 7970 w 10000"/>
              <a:gd name="connsiteY79-456" fmla="*/ 7050 h 10000"/>
              <a:gd name="connsiteX80-457" fmla="*/ 7970 w 10000"/>
              <a:gd name="connsiteY80-458" fmla="*/ 6865 h 10000"/>
              <a:gd name="connsiteX81-459" fmla="*/ 8038 w 10000"/>
              <a:gd name="connsiteY81-460" fmla="*/ 6660 h 10000"/>
              <a:gd name="connsiteX82-461" fmla="*/ 8107 w 10000"/>
              <a:gd name="connsiteY82-462" fmla="*/ 6364 h 10000"/>
              <a:gd name="connsiteX83-463" fmla="*/ 8189 w 10000"/>
              <a:gd name="connsiteY83-464" fmla="*/ 6067 h 10000"/>
              <a:gd name="connsiteX84-465" fmla="*/ 8189 w 10000"/>
              <a:gd name="connsiteY84-466" fmla="*/ 5677 h 10000"/>
              <a:gd name="connsiteX85-467" fmla="*/ 8326 w 10000"/>
              <a:gd name="connsiteY85-468" fmla="*/ 4991 h 10000"/>
              <a:gd name="connsiteX86-469" fmla="*/ 8409 w 10000"/>
              <a:gd name="connsiteY86-470" fmla="*/ 4212 h 10000"/>
              <a:gd name="connsiteX87-471" fmla="*/ 8409 w 10000"/>
              <a:gd name="connsiteY87-472" fmla="*/ 3525 h 10000"/>
              <a:gd name="connsiteX88-473" fmla="*/ 8477 w 10000"/>
              <a:gd name="connsiteY88-474" fmla="*/ 2839 h 10000"/>
              <a:gd name="connsiteX89-475" fmla="*/ 8477 w 10000"/>
              <a:gd name="connsiteY89-476" fmla="*/ 2542 h 10000"/>
              <a:gd name="connsiteX90-477" fmla="*/ 8477 w 10000"/>
              <a:gd name="connsiteY90-478" fmla="*/ 2263 h 10000"/>
              <a:gd name="connsiteX91-479" fmla="*/ 8477 w 10000"/>
              <a:gd name="connsiteY91-480" fmla="*/ 2059 h 10000"/>
              <a:gd name="connsiteX92-481" fmla="*/ 8477 w 10000"/>
              <a:gd name="connsiteY92-482" fmla="*/ 1855 h 10000"/>
              <a:gd name="connsiteX93-483" fmla="*/ 8477 w 10000"/>
              <a:gd name="connsiteY93-484" fmla="*/ 1670 h 10000"/>
              <a:gd name="connsiteX94-485" fmla="*/ 8477 w 10000"/>
              <a:gd name="connsiteY94-486" fmla="*/ 1577 h 10000"/>
              <a:gd name="connsiteX95-487" fmla="*/ 8409 w 10000"/>
              <a:gd name="connsiteY95-488" fmla="*/ 1466 h 10000"/>
              <a:gd name="connsiteX96-489" fmla="*/ 8409 w 10000"/>
              <a:gd name="connsiteY96-490" fmla="*/ 1373 h 10000"/>
              <a:gd name="connsiteX97-491" fmla="*/ 8409 w 10000"/>
              <a:gd name="connsiteY97-492" fmla="*/ 1280 h 10000"/>
              <a:gd name="connsiteX98-493" fmla="*/ 8326 w 10000"/>
              <a:gd name="connsiteY98-494" fmla="*/ 1280 h 10000"/>
              <a:gd name="connsiteX99-495" fmla="*/ 8258 w 10000"/>
              <a:gd name="connsiteY99-496" fmla="*/ 1169 h 10000"/>
              <a:gd name="connsiteX100-497" fmla="*/ 8258 w 10000"/>
              <a:gd name="connsiteY100-498" fmla="*/ 1169 h 10000"/>
              <a:gd name="connsiteX101-499" fmla="*/ 8107 w 10000"/>
              <a:gd name="connsiteY101-500" fmla="*/ 1169 h 10000"/>
              <a:gd name="connsiteX102-501" fmla="*/ 8038 w 10000"/>
              <a:gd name="connsiteY102-502" fmla="*/ 1169 h 10000"/>
              <a:gd name="connsiteX103-503" fmla="*/ 7970 w 10000"/>
              <a:gd name="connsiteY103-504" fmla="*/ 1169 h 10000"/>
              <a:gd name="connsiteX104-505" fmla="*/ 7819 w 10000"/>
              <a:gd name="connsiteY104-506" fmla="*/ 1169 h 10000"/>
              <a:gd name="connsiteX105-507" fmla="*/ 7682 w 10000"/>
              <a:gd name="connsiteY105-508" fmla="*/ 1169 h 10000"/>
              <a:gd name="connsiteX106-509" fmla="*/ 7462 w 10000"/>
              <a:gd name="connsiteY106-510" fmla="*/ 1169 h 10000"/>
              <a:gd name="connsiteX107-511" fmla="*/ 7311 w 10000"/>
              <a:gd name="connsiteY107-512" fmla="*/ 1169 h 10000"/>
              <a:gd name="connsiteX108-513" fmla="*/ 7092 w 10000"/>
              <a:gd name="connsiteY108-514" fmla="*/ 1169 h 10000"/>
              <a:gd name="connsiteX109-515" fmla="*/ 6804 w 10000"/>
              <a:gd name="connsiteY109-516" fmla="*/ 1169 h 10000"/>
              <a:gd name="connsiteX110-517" fmla="*/ 6516 w 10000"/>
              <a:gd name="connsiteY110-518" fmla="*/ 1280 h 10000"/>
              <a:gd name="connsiteX111-519" fmla="*/ 6228 w 10000"/>
              <a:gd name="connsiteY111-520" fmla="*/ 1280 h 10000"/>
              <a:gd name="connsiteX112-521" fmla="*/ 5871 w 10000"/>
              <a:gd name="connsiteY112-522" fmla="*/ 1373 h 10000"/>
              <a:gd name="connsiteX113-523" fmla="*/ 5144 w 10000"/>
              <a:gd name="connsiteY113-524" fmla="*/ 1466 h 10000"/>
              <a:gd name="connsiteX114-525" fmla="*/ 4417 w 10000"/>
              <a:gd name="connsiteY114-526" fmla="*/ 1670 h 10000"/>
              <a:gd name="connsiteX115-527" fmla="*/ 3690 w 10000"/>
              <a:gd name="connsiteY115-528" fmla="*/ 1763 h 10000"/>
              <a:gd name="connsiteX116-529" fmla="*/ 2963 w 10000"/>
              <a:gd name="connsiteY116-530" fmla="*/ 1855 h 10000"/>
              <a:gd name="connsiteX117-531" fmla="*/ 2167 w 10000"/>
              <a:gd name="connsiteY117-532" fmla="*/ 1967 h 10000"/>
              <a:gd name="connsiteX118-533" fmla="*/ 1454 w 10000"/>
              <a:gd name="connsiteY118-534" fmla="*/ 2059 h 10000"/>
              <a:gd name="connsiteX119-535" fmla="*/ 727 w 10000"/>
              <a:gd name="connsiteY119-536" fmla="*/ 2152 h 10000"/>
              <a:gd name="connsiteX120-537" fmla="*/ 0 w 10000"/>
              <a:gd name="connsiteY120-538" fmla="*/ 2263 h 10000"/>
              <a:gd name="connsiteX121-539" fmla="*/ 0 w 10000"/>
              <a:gd name="connsiteY121-540" fmla="*/ 1670 h 10000"/>
              <a:gd name="connsiteX122-541" fmla="*/ 576 w 10000"/>
              <a:gd name="connsiteY122-542" fmla="*/ 1577 h 10000"/>
              <a:gd name="connsiteX123-543" fmla="*/ 1152 w 10000"/>
              <a:gd name="connsiteY123-544" fmla="*/ 1466 h 10000"/>
              <a:gd name="connsiteX124-545" fmla="*/ 1660 w 10000"/>
              <a:gd name="connsiteY124-546" fmla="*/ 1373 h 10000"/>
              <a:gd name="connsiteX125-547" fmla="*/ 2167 w 10000"/>
              <a:gd name="connsiteY125-548" fmla="*/ 1280 h 10000"/>
              <a:gd name="connsiteX126-549" fmla="*/ 2675 w 10000"/>
              <a:gd name="connsiteY126-550" fmla="*/ 1280 h 10000"/>
              <a:gd name="connsiteX127-551" fmla="*/ 3114 w 10000"/>
              <a:gd name="connsiteY127-552" fmla="*/ 1169 h 10000"/>
              <a:gd name="connsiteX128-553" fmla="*/ 3553 w 10000"/>
              <a:gd name="connsiteY128-554" fmla="*/ 1076 h 10000"/>
              <a:gd name="connsiteX129-555" fmla="*/ 3978 w 10000"/>
              <a:gd name="connsiteY129-556" fmla="*/ 1076 h 10000"/>
              <a:gd name="connsiteX130-557" fmla="*/ 4348 w 10000"/>
              <a:gd name="connsiteY130-558" fmla="*/ 983 h 10000"/>
              <a:gd name="connsiteX131-559" fmla="*/ 4705 w 10000"/>
              <a:gd name="connsiteY131-560" fmla="*/ 891 h 10000"/>
              <a:gd name="connsiteX132-561" fmla="*/ 5075 w 10000"/>
              <a:gd name="connsiteY132-562" fmla="*/ 891 h 10000"/>
              <a:gd name="connsiteX133-563" fmla="*/ 5364 w 10000"/>
              <a:gd name="connsiteY133-564" fmla="*/ 779 h 10000"/>
              <a:gd name="connsiteX134-565" fmla="*/ 5720 w 10000"/>
              <a:gd name="connsiteY134-566" fmla="*/ 779 h 10000"/>
              <a:gd name="connsiteX135-567" fmla="*/ 5940 w 10000"/>
              <a:gd name="connsiteY135-568" fmla="*/ 779 h 10000"/>
              <a:gd name="connsiteX136-569" fmla="*/ 6228 w 10000"/>
              <a:gd name="connsiteY136-570" fmla="*/ 686 h 10000"/>
              <a:gd name="connsiteX137-571" fmla="*/ 6447 w 10000"/>
              <a:gd name="connsiteY137-572" fmla="*/ 686 h 10000"/>
              <a:gd name="connsiteX138-573" fmla="*/ 6804 w 10000"/>
              <a:gd name="connsiteY138-574" fmla="*/ 594 h 10000"/>
              <a:gd name="connsiteX139-575" fmla="*/ 7174 w 10000"/>
              <a:gd name="connsiteY139-576" fmla="*/ 594 h 10000"/>
              <a:gd name="connsiteX140-577" fmla="*/ 7462 w 10000"/>
              <a:gd name="connsiteY140-578" fmla="*/ 482 h 10000"/>
              <a:gd name="connsiteX141-579" fmla="*/ 7750 w 10000"/>
              <a:gd name="connsiteY141-580" fmla="*/ 482 h 10000"/>
              <a:gd name="connsiteX142-581" fmla="*/ 7901 w 10000"/>
              <a:gd name="connsiteY142-582" fmla="*/ 390 h 10000"/>
              <a:gd name="connsiteX143-583" fmla="*/ 8038 w 10000"/>
              <a:gd name="connsiteY143-584" fmla="*/ 297 h 10000"/>
              <a:gd name="connsiteX144-585" fmla="*/ 8189 w 10000"/>
              <a:gd name="connsiteY144-586" fmla="*/ 297 h 10000"/>
              <a:gd name="connsiteX145-587" fmla="*/ 8189 w 10000"/>
              <a:gd name="connsiteY145-588" fmla="*/ 204 h 10000"/>
              <a:gd name="connsiteX146-589" fmla="*/ 8189 w 10000"/>
              <a:gd name="connsiteY146-590" fmla="*/ 204 h 10000"/>
              <a:gd name="connsiteX0-591" fmla="*/ 8189 w 10000"/>
              <a:gd name="connsiteY0-592" fmla="*/ 204 h 10000"/>
              <a:gd name="connsiteX1-593" fmla="*/ 8258 w 10000"/>
              <a:gd name="connsiteY1-594" fmla="*/ 93 h 10000"/>
              <a:gd name="connsiteX2-595" fmla="*/ 8409 w 10000"/>
              <a:gd name="connsiteY2-596" fmla="*/ 93 h 10000"/>
              <a:gd name="connsiteX3-597" fmla="*/ 8477 w 10000"/>
              <a:gd name="connsiteY3-598" fmla="*/ 0 h 10000"/>
              <a:gd name="connsiteX4-599" fmla="*/ 8546 w 10000"/>
              <a:gd name="connsiteY4-600" fmla="*/ 0 h 10000"/>
              <a:gd name="connsiteX5-601" fmla="*/ 8697 w 10000"/>
              <a:gd name="connsiteY5-602" fmla="*/ 93 h 10000"/>
              <a:gd name="connsiteX6-603" fmla="*/ 8916 w 10000"/>
              <a:gd name="connsiteY6-604" fmla="*/ 204 h 10000"/>
              <a:gd name="connsiteX7-605" fmla="*/ 8985 w 10000"/>
              <a:gd name="connsiteY7-606" fmla="*/ 297 h 10000"/>
              <a:gd name="connsiteX8-607" fmla="*/ 9122 w 10000"/>
              <a:gd name="connsiteY8-608" fmla="*/ 482 h 10000"/>
              <a:gd name="connsiteX9-609" fmla="*/ 9204 w 10000"/>
              <a:gd name="connsiteY9-610" fmla="*/ 594 h 10000"/>
              <a:gd name="connsiteX10-611" fmla="*/ 9342 w 10000"/>
              <a:gd name="connsiteY10-612" fmla="*/ 686 h 10000"/>
              <a:gd name="connsiteX11-613" fmla="*/ 9492 w 10000"/>
              <a:gd name="connsiteY11-614" fmla="*/ 891 h 10000"/>
              <a:gd name="connsiteX12-615" fmla="*/ 9630 w 10000"/>
              <a:gd name="connsiteY12-616" fmla="*/ 983 h 10000"/>
              <a:gd name="connsiteX13-617" fmla="*/ 9712 w 10000"/>
              <a:gd name="connsiteY13-618" fmla="*/ 1169 h 10000"/>
              <a:gd name="connsiteX14-619" fmla="*/ 9849 w 10000"/>
              <a:gd name="connsiteY14-620" fmla="*/ 1280 h 10000"/>
              <a:gd name="connsiteX15-621" fmla="*/ 9918 w 10000"/>
              <a:gd name="connsiteY15-622" fmla="*/ 1373 h 10000"/>
              <a:gd name="connsiteX16-623" fmla="*/ 9918 w 10000"/>
              <a:gd name="connsiteY16-624" fmla="*/ 1466 h 10000"/>
              <a:gd name="connsiteX17-625" fmla="*/ 10000 w 10000"/>
              <a:gd name="connsiteY17-626" fmla="*/ 1466 h 10000"/>
              <a:gd name="connsiteX18-627" fmla="*/ 10000 w 10000"/>
              <a:gd name="connsiteY18-628" fmla="*/ 1577 h 10000"/>
              <a:gd name="connsiteX19-629" fmla="*/ 10000 w 10000"/>
              <a:gd name="connsiteY19-630" fmla="*/ 1670 h 10000"/>
              <a:gd name="connsiteX20-631" fmla="*/ 9918 w 10000"/>
              <a:gd name="connsiteY20-632" fmla="*/ 1763 h 10000"/>
              <a:gd name="connsiteX21-633" fmla="*/ 9849 w 10000"/>
              <a:gd name="connsiteY21-634" fmla="*/ 1763 h 10000"/>
              <a:gd name="connsiteX22-635" fmla="*/ 9781 w 10000"/>
              <a:gd name="connsiteY22-636" fmla="*/ 1855 h 10000"/>
              <a:gd name="connsiteX23-637" fmla="*/ 9712 w 10000"/>
              <a:gd name="connsiteY23-638" fmla="*/ 1855 h 10000"/>
              <a:gd name="connsiteX24-639" fmla="*/ 9712 w 10000"/>
              <a:gd name="connsiteY24-640" fmla="*/ 1967 h 10000"/>
              <a:gd name="connsiteX25-641" fmla="*/ 9630 w 10000"/>
              <a:gd name="connsiteY25-642" fmla="*/ 2059 h 10000"/>
              <a:gd name="connsiteX26-643" fmla="*/ 9561 w 10000"/>
              <a:gd name="connsiteY26-644" fmla="*/ 2263 h 10000"/>
              <a:gd name="connsiteX27-645" fmla="*/ 9561 w 10000"/>
              <a:gd name="connsiteY27-646" fmla="*/ 2449 h 10000"/>
              <a:gd name="connsiteX28-647" fmla="*/ 9492 w 10000"/>
              <a:gd name="connsiteY28-648" fmla="*/ 2653 h 10000"/>
              <a:gd name="connsiteX29-649" fmla="*/ 9492 w 10000"/>
              <a:gd name="connsiteY29-650" fmla="*/ 2950 h 10000"/>
              <a:gd name="connsiteX30-651" fmla="*/ 9492 w 10000"/>
              <a:gd name="connsiteY30-652" fmla="*/ 3135 h 10000"/>
              <a:gd name="connsiteX31-653" fmla="*/ 9410 w 10000"/>
              <a:gd name="connsiteY31-654" fmla="*/ 3432 h 10000"/>
              <a:gd name="connsiteX32-655" fmla="*/ 9410 w 10000"/>
              <a:gd name="connsiteY32-656" fmla="*/ 3822 h 10000"/>
              <a:gd name="connsiteX33-657" fmla="*/ 9342 w 10000"/>
              <a:gd name="connsiteY33-658" fmla="*/ 4119 h 10000"/>
              <a:gd name="connsiteX34-659" fmla="*/ 9273 w 10000"/>
              <a:gd name="connsiteY34-660" fmla="*/ 4508 h 10000"/>
              <a:gd name="connsiteX35-661" fmla="*/ 9204 w 10000"/>
              <a:gd name="connsiteY35-662" fmla="*/ 4898 h 10000"/>
              <a:gd name="connsiteX36-663" fmla="*/ 9122 w 10000"/>
              <a:gd name="connsiteY36-664" fmla="*/ 5288 h 10000"/>
              <a:gd name="connsiteX37-665" fmla="*/ 8985 w 10000"/>
              <a:gd name="connsiteY37-666" fmla="*/ 6178 h 10000"/>
              <a:gd name="connsiteX38-667" fmla="*/ 8916 w 10000"/>
              <a:gd name="connsiteY38-668" fmla="*/ 6568 h 10000"/>
              <a:gd name="connsiteX39-669" fmla="*/ 8834 w 10000"/>
              <a:gd name="connsiteY39-670" fmla="*/ 6957 h 10000"/>
              <a:gd name="connsiteX40-671" fmla="*/ 8765 w 10000"/>
              <a:gd name="connsiteY40-672" fmla="*/ 7347 h 10000"/>
              <a:gd name="connsiteX41-673" fmla="*/ 8697 w 10000"/>
              <a:gd name="connsiteY41-674" fmla="*/ 7737 h 10000"/>
              <a:gd name="connsiteX42-675" fmla="*/ 8615 w 10000"/>
              <a:gd name="connsiteY42-676" fmla="*/ 8033 h 10000"/>
              <a:gd name="connsiteX43-677" fmla="*/ 8615 w 10000"/>
              <a:gd name="connsiteY43-678" fmla="*/ 8237 h 10000"/>
              <a:gd name="connsiteX44-679" fmla="*/ 8546 w 10000"/>
              <a:gd name="connsiteY44-680" fmla="*/ 8534 h 10000"/>
              <a:gd name="connsiteX45-681" fmla="*/ 8477 w 10000"/>
              <a:gd name="connsiteY45-682" fmla="*/ 8720 h 10000"/>
              <a:gd name="connsiteX46-683" fmla="*/ 8326 w 10000"/>
              <a:gd name="connsiteY46-684" fmla="*/ 9017 h 10000"/>
              <a:gd name="connsiteX47-685" fmla="*/ 8189 w 10000"/>
              <a:gd name="connsiteY47-686" fmla="*/ 9314 h 10000"/>
              <a:gd name="connsiteX48-687" fmla="*/ 8038 w 10000"/>
              <a:gd name="connsiteY48-688" fmla="*/ 9610 h 10000"/>
              <a:gd name="connsiteX49-689" fmla="*/ 7901 w 10000"/>
              <a:gd name="connsiteY49-690" fmla="*/ 9703 h 10000"/>
              <a:gd name="connsiteX50-691" fmla="*/ 7750 w 10000"/>
              <a:gd name="connsiteY50-692" fmla="*/ 9889 h 10000"/>
              <a:gd name="connsiteX51-693" fmla="*/ 7599 w 10000"/>
              <a:gd name="connsiteY51-694" fmla="*/ 10000 h 10000"/>
              <a:gd name="connsiteX52-695" fmla="*/ 7462 w 10000"/>
              <a:gd name="connsiteY52-696" fmla="*/ 10000 h 10000"/>
              <a:gd name="connsiteX53-697" fmla="*/ 7311 w 10000"/>
              <a:gd name="connsiteY53-698" fmla="*/ 10000 h 10000"/>
              <a:gd name="connsiteX54-699" fmla="*/ 7311 w 10000"/>
              <a:gd name="connsiteY54-700" fmla="*/ 9889 h 10000"/>
              <a:gd name="connsiteX55-701" fmla="*/ 7243 w 10000"/>
              <a:gd name="connsiteY55-702" fmla="*/ 9889 h 10000"/>
              <a:gd name="connsiteX56-703" fmla="*/ 7243 w 10000"/>
              <a:gd name="connsiteY56-704" fmla="*/ 9796 h 10000"/>
              <a:gd name="connsiteX57-705" fmla="*/ 7243 w 10000"/>
              <a:gd name="connsiteY57-706" fmla="*/ 9610 h 10000"/>
              <a:gd name="connsiteX58-707" fmla="*/ 7243 w 10000"/>
              <a:gd name="connsiteY58-708" fmla="*/ 9499 h 10000"/>
              <a:gd name="connsiteX59-709" fmla="*/ 7243 w 10000"/>
              <a:gd name="connsiteY59-710" fmla="*/ 9406 h 10000"/>
              <a:gd name="connsiteX60-711" fmla="*/ 7243 w 10000"/>
              <a:gd name="connsiteY60-712" fmla="*/ 9202 h 10000"/>
              <a:gd name="connsiteX61-713" fmla="*/ 7243 w 10000"/>
              <a:gd name="connsiteY61-714" fmla="*/ 9017 h 10000"/>
              <a:gd name="connsiteX62-715" fmla="*/ 7174 w 10000"/>
              <a:gd name="connsiteY62-716" fmla="*/ 8813 h 10000"/>
              <a:gd name="connsiteX63-717" fmla="*/ 7092 w 10000"/>
              <a:gd name="connsiteY63-718" fmla="*/ 8534 h 10000"/>
              <a:gd name="connsiteX64-719" fmla="*/ 6955 w 10000"/>
              <a:gd name="connsiteY64-720" fmla="*/ 8126 h 10000"/>
              <a:gd name="connsiteX65-721" fmla="*/ 6886 w 10000"/>
              <a:gd name="connsiteY65-722" fmla="*/ 7737 h 10000"/>
              <a:gd name="connsiteX66-723" fmla="*/ 7023 w 10000"/>
              <a:gd name="connsiteY66-724" fmla="*/ 7347 h 10000"/>
              <a:gd name="connsiteX67-725" fmla="*/ 7174 w 10000"/>
              <a:gd name="connsiteY67-726" fmla="*/ 7440 h 10000"/>
              <a:gd name="connsiteX68-727" fmla="*/ 7311 w 10000"/>
              <a:gd name="connsiteY68-728" fmla="*/ 7551 h 10000"/>
              <a:gd name="connsiteX69-729" fmla="*/ 7394 w 10000"/>
              <a:gd name="connsiteY69-730" fmla="*/ 7551 h 10000"/>
              <a:gd name="connsiteX70-731" fmla="*/ 7462 w 10000"/>
              <a:gd name="connsiteY70-732" fmla="*/ 7644 h 10000"/>
              <a:gd name="connsiteX71-733" fmla="*/ 7531 w 10000"/>
              <a:gd name="connsiteY71-734" fmla="*/ 7644 h 10000"/>
              <a:gd name="connsiteX72-735" fmla="*/ 7599 w 10000"/>
              <a:gd name="connsiteY72-736" fmla="*/ 7644 h 10000"/>
              <a:gd name="connsiteX73-737" fmla="*/ 7682 w 10000"/>
              <a:gd name="connsiteY73-738" fmla="*/ 7644 h 10000"/>
              <a:gd name="connsiteX74-739" fmla="*/ 7750 w 10000"/>
              <a:gd name="connsiteY74-740" fmla="*/ 7551 h 10000"/>
              <a:gd name="connsiteX75-741" fmla="*/ 7819 w 10000"/>
              <a:gd name="connsiteY75-742" fmla="*/ 7440 h 10000"/>
              <a:gd name="connsiteX76-743" fmla="*/ 7819 w 10000"/>
              <a:gd name="connsiteY76-744" fmla="*/ 7347 h 10000"/>
              <a:gd name="connsiteX77-745" fmla="*/ 7901 w 10000"/>
              <a:gd name="connsiteY77-746" fmla="*/ 7254 h 10000"/>
              <a:gd name="connsiteX78-747" fmla="*/ 7970 w 10000"/>
              <a:gd name="connsiteY78-748" fmla="*/ 7050 h 10000"/>
              <a:gd name="connsiteX79-749" fmla="*/ 7970 w 10000"/>
              <a:gd name="connsiteY79-750" fmla="*/ 6865 h 10000"/>
              <a:gd name="connsiteX80-751" fmla="*/ 8038 w 10000"/>
              <a:gd name="connsiteY80-752" fmla="*/ 6660 h 10000"/>
              <a:gd name="connsiteX81-753" fmla="*/ 8107 w 10000"/>
              <a:gd name="connsiteY81-754" fmla="*/ 6364 h 10000"/>
              <a:gd name="connsiteX82-755" fmla="*/ 8189 w 10000"/>
              <a:gd name="connsiteY82-756" fmla="*/ 6067 h 10000"/>
              <a:gd name="connsiteX83-757" fmla="*/ 8189 w 10000"/>
              <a:gd name="connsiteY83-758" fmla="*/ 5677 h 10000"/>
              <a:gd name="connsiteX84-759" fmla="*/ 8326 w 10000"/>
              <a:gd name="connsiteY84-760" fmla="*/ 4991 h 10000"/>
              <a:gd name="connsiteX85-761" fmla="*/ 8409 w 10000"/>
              <a:gd name="connsiteY85-762" fmla="*/ 4212 h 10000"/>
              <a:gd name="connsiteX86-763" fmla="*/ 8409 w 10000"/>
              <a:gd name="connsiteY86-764" fmla="*/ 3525 h 10000"/>
              <a:gd name="connsiteX87-765" fmla="*/ 8477 w 10000"/>
              <a:gd name="connsiteY87-766" fmla="*/ 2839 h 10000"/>
              <a:gd name="connsiteX88-767" fmla="*/ 8477 w 10000"/>
              <a:gd name="connsiteY88-768" fmla="*/ 2542 h 10000"/>
              <a:gd name="connsiteX89-769" fmla="*/ 8477 w 10000"/>
              <a:gd name="connsiteY89-770" fmla="*/ 2263 h 10000"/>
              <a:gd name="connsiteX90-771" fmla="*/ 8477 w 10000"/>
              <a:gd name="connsiteY90-772" fmla="*/ 2059 h 10000"/>
              <a:gd name="connsiteX91-773" fmla="*/ 8477 w 10000"/>
              <a:gd name="connsiteY91-774" fmla="*/ 1855 h 10000"/>
              <a:gd name="connsiteX92-775" fmla="*/ 8477 w 10000"/>
              <a:gd name="connsiteY92-776" fmla="*/ 1670 h 10000"/>
              <a:gd name="connsiteX93-777" fmla="*/ 8477 w 10000"/>
              <a:gd name="connsiteY93-778" fmla="*/ 1577 h 10000"/>
              <a:gd name="connsiteX94-779" fmla="*/ 8409 w 10000"/>
              <a:gd name="connsiteY94-780" fmla="*/ 1466 h 10000"/>
              <a:gd name="connsiteX95-781" fmla="*/ 8409 w 10000"/>
              <a:gd name="connsiteY95-782" fmla="*/ 1373 h 10000"/>
              <a:gd name="connsiteX96-783" fmla="*/ 8409 w 10000"/>
              <a:gd name="connsiteY96-784" fmla="*/ 1280 h 10000"/>
              <a:gd name="connsiteX97-785" fmla="*/ 8326 w 10000"/>
              <a:gd name="connsiteY97-786" fmla="*/ 1280 h 10000"/>
              <a:gd name="connsiteX98-787" fmla="*/ 8258 w 10000"/>
              <a:gd name="connsiteY98-788" fmla="*/ 1169 h 10000"/>
              <a:gd name="connsiteX99-789" fmla="*/ 8258 w 10000"/>
              <a:gd name="connsiteY99-790" fmla="*/ 1169 h 10000"/>
              <a:gd name="connsiteX100-791" fmla="*/ 8107 w 10000"/>
              <a:gd name="connsiteY100-792" fmla="*/ 1169 h 10000"/>
              <a:gd name="connsiteX101-793" fmla="*/ 8038 w 10000"/>
              <a:gd name="connsiteY101-794" fmla="*/ 1169 h 10000"/>
              <a:gd name="connsiteX102-795" fmla="*/ 7970 w 10000"/>
              <a:gd name="connsiteY102-796" fmla="*/ 1169 h 10000"/>
              <a:gd name="connsiteX103-797" fmla="*/ 7819 w 10000"/>
              <a:gd name="connsiteY103-798" fmla="*/ 1169 h 10000"/>
              <a:gd name="connsiteX104-799" fmla="*/ 7682 w 10000"/>
              <a:gd name="connsiteY104-800" fmla="*/ 1169 h 10000"/>
              <a:gd name="connsiteX105-801" fmla="*/ 7462 w 10000"/>
              <a:gd name="connsiteY105-802" fmla="*/ 1169 h 10000"/>
              <a:gd name="connsiteX106-803" fmla="*/ 7311 w 10000"/>
              <a:gd name="connsiteY106-804" fmla="*/ 1169 h 10000"/>
              <a:gd name="connsiteX107-805" fmla="*/ 7092 w 10000"/>
              <a:gd name="connsiteY107-806" fmla="*/ 1169 h 10000"/>
              <a:gd name="connsiteX108-807" fmla="*/ 6804 w 10000"/>
              <a:gd name="connsiteY108-808" fmla="*/ 1169 h 10000"/>
              <a:gd name="connsiteX109-809" fmla="*/ 6516 w 10000"/>
              <a:gd name="connsiteY109-810" fmla="*/ 1280 h 10000"/>
              <a:gd name="connsiteX110-811" fmla="*/ 6228 w 10000"/>
              <a:gd name="connsiteY110-812" fmla="*/ 1280 h 10000"/>
              <a:gd name="connsiteX111-813" fmla="*/ 5871 w 10000"/>
              <a:gd name="connsiteY111-814" fmla="*/ 1373 h 10000"/>
              <a:gd name="connsiteX112-815" fmla="*/ 5144 w 10000"/>
              <a:gd name="connsiteY112-816" fmla="*/ 1466 h 10000"/>
              <a:gd name="connsiteX113-817" fmla="*/ 4417 w 10000"/>
              <a:gd name="connsiteY113-818" fmla="*/ 1670 h 10000"/>
              <a:gd name="connsiteX114-819" fmla="*/ 3690 w 10000"/>
              <a:gd name="connsiteY114-820" fmla="*/ 1763 h 10000"/>
              <a:gd name="connsiteX115-821" fmla="*/ 2963 w 10000"/>
              <a:gd name="connsiteY115-822" fmla="*/ 1855 h 10000"/>
              <a:gd name="connsiteX116-823" fmla="*/ 2167 w 10000"/>
              <a:gd name="connsiteY116-824" fmla="*/ 1967 h 10000"/>
              <a:gd name="connsiteX117-825" fmla="*/ 1454 w 10000"/>
              <a:gd name="connsiteY117-826" fmla="*/ 2059 h 10000"/>
              <a:gd name="connsiteX118-827" fmla="*/ 727 w 10000"/>
              <a:gd name="connsiteY118-828" fmla="*/ 2152 h 10000"/>
              <a:gd name="connsiteX119-829" fmla="*/ 0 w 10000"/>
              <a:gd name="connsiteY119-830" fmla="*/ 2263 h 10000"/>
              <a:gd name="connsiteX120-831" fmla="*/ 0 w 10000"/>
              <a:gd name="connsiteY120-832" fmla="*/ 1670 h 10000"/>
              <a:gd name="connsiteX121-833" fmla="*/ 576 w 10000"/>
              <a:gd name="connsiteY121-834" fmla="*/ 1577 h 10000"/>
              <a:gd name="connsiteX122-835" fmla="*/ 1152 w 10000"/>
              <a:gd name="connsiteY122-836" fmla="*/ 1466 h 10000"/>
              <a:gd name="connsiteX123-837" fmla="*/ 1660 w 10000"/>
              <a:gd name="connsiteY123-838" fmla="*/ 1373 h 10000"/>
              <a:gd name="connsiteX124-839" fmla="*/ 2167 w 10000"/>
              <a:gd name="connsiteY124-840" fmla="*/ 1280 h 10000"/>
              <a:gd name="connsiteX125-841" fmla="*/ 2675 w 10000"/>
              <a:gd name="connsiteY125-842" fmla="*/ 1280 h 10000"/>
              <a:gd name="connsiteX126-843" fmla="*/ 3114 w 10000"/>
              <a:gd name="connsiteY126-844" fmla="*/ 1169 h 10000"/>
              <a:gd name="connsiteX127-845" fmla="*/ 3553 w 10000"/>
              <a:gd name="connsiteY127-846" fmla="*/ 1076 h 10000"/>
              <a:gd name="connsiteX128-847" fmla="*/ 3978 w 10000"/>
              <a:gd name="connsiteY128-848" fmla="*/ 1076 h 10000"/>
              <a:gd name="connsiteX129-849" fmla="*/ 4348 w 10000"/>
              <a:gd name="connsiteY129-850" fmla="*/ 983 h 10000"/>
              <a:gd name="connsiteX130-851" fmla="*/ 4705 w 10000"/>
              <a:gd name="connsiteY130-852" fmla="*/ 891 h 10000"/>
              <a:gd name="connsiteX131-853" fmla="*/ 5075 w 10000"/>
              <a:gd name="connsiteY131-854" fmla="*/ 891 h 10000"/>
              <a:gd name="connsiteX132-855" fmla="*/ 5364 w 10000"/>
              <a:gd name="connsiteY132-856" fmla="*/ 779 h 10000"/>
              <a:gd name="connsiteX133-857" fmla="*/ 5720 w 10000"/>
              <a:gd name="connsiteY133-858" fmla="*/ 779 h 10000"/>
              <a:gd name="connsiteX134-859" fmla="*/ 5940 w 10000"/>
              <a:gd name="connsiteY134-860" fmla="*/ 779 h 10000"/>
              <a:gd name="connsiteX135-861" fmla="*/ 6228 w 10000"/>
              <a:gd name="connsiteY135-862" fmla="*/ 686 h 10000"/>
              <a:gd name="connsiteX136-863" fmla="*/ 6447 w 10000"/>
              <a:gd name="connsiteY136-864" fmla="*/ 686 h 10000"/>
              <a:gd name="connsiteX137-865" fmla="*/ 6804 w 10000"/>
              <a:gd name="connsiteY137-866" fmla="*/ 594 h 10000"/>
              <a:gd name="connsiteX138-867" fmla="*/ 7174 w 10000"/>
              <a:gd name="connsiteY138-868" fmla="*/ 594 h 10000"/>
              <a:gd name="connsiteX139-869" fmla="*/ 7462 w 10000"/>
              <a:gd name="connsiteY139-870" fmla="*/ 482 h 10000"/>
              <a:gd name="connsiteX140-871" fmla="*/ 7750 w 10000"/>
              <a:gd name="connsiteY140-872" fmla="*/ 482 h 10000"/>
              <a:gd name="connsiteX141-873" fmla="*/ 7901 w 10000"/>
              <a:gd name="connsiteY141-874" fmla="*/ 390 h 10000"/>
              <a:gd name="connsiteX142-875" fmla="*/ 8038 w 10000"/>
              <a:gd name="connsiteY142-876" fmla="*/ 297 h 10000"/>
              <a:gd name="connsiteX143-877" fmla="*/ 8189 w 10000"/>
              <a:gd name="connsiteY143-878" fmla="*/ 297 h 10000"/>
              <a:gd name="connsiteX144-879" fmla="*/ 8189 w 10000"/>
              <a:gd name="connsiteY144-880" fmla="*/ 204 h 10000"/>
              <a:gd name="connsiteX145-881" fmla="*/ 8189 w 10000"/>
              <a:gd name="connsiteY145-882" fmla="*/ 204 h 10000"/>
              <a:gd name="connsiteX0-883" fmla="*/ 8189 w 10000"/>
              <a:gd name="connsiteY0-884" fmla="*/ 204 h 10000"/>
              <a:gd name="connsiteX1-885" fmla="*/ 8258 w 10000"/>
              <a:gd name="connsiteY1-886" fmla="*/ 93 h 10000"/>
              <a:gd name="connsiteX2-887" fmla="*/ 8409 w 10000"/>
              <a:gd name="connsiteY2-888" fmla="*/ 93 h 10000"/>
              <a:gd name="connsiteX3-889" fmla="*/ 8477 w 10000"/>
              <a:gd name="connsiteY3-890" fmla="*/ 0 h 10000"/>
              <a:gd name="connsiteX4-891" fmla="*/ 8546 w 10000"/>
              <a:gd name="connsiteY4-892" fmla="*/ 0 h 10000"/>
              <a:gd name="connsiteX5-893" fmla="*/ 8697 w 10000"/>
              <a:gd name="connsiteY5-894" fmla="*/ 93 h 10000"/>
              <a:gd name="connsiteX6-895" fmla="*/ 8916 w 10000"/>
              <a:gd name="connsiteY6-896" fmla="*/ 204 h 10000"/>
              <a:gd name="connsiteX7-897" fmla="*/ 8985 w 10000"/>
              <a:gd name="connsiteY7-898" fmla="*/ 297 h 10000"/>
              <a:gd name="connsiteX8-899" fmla="*/ 9122 w 10000"/>
              <a:gd name="connsiteY8-900" fmla="*/ 482 h 10000"/>
              <a:gd name="connsiteX9-901" fmla="*/ 9204 w 10000"/>
              <a:gd name="connsiteY9-902" fmla="*/ 594 h 10000"/>
              <a:gd name="connsiteX10-903" fmla="*/ 9342 w 10000"/>
              <a:gd name="connsiteY10-904" fmla="*/ 686 h 10000"/>
              <a:gd name="connsiteX11-905" fmla="*/ 9492 w 10000"/>
              <a:gd name="connsiteY11-906" fmla="*/ 891 h 10000"/>
              <a:gd name="connsiteX12-907" fmla="*/ 9630 w 10000"/>
              <a:gd name="connsiteY12-908" fmla="*/ 983 h 10000"/>
              <a:gd name="connsiteX13-909" fmla="*/ 9712 w 10000"/>
              <a:gd name="connsiteY13-910" fmla="*/ 1169 h 10000"/>
              <a:gd name="connsiteX14-911" fmla="*/ 9849 w 10000"/>
              <a:gd name="connsiteY14-912" fmla="*/ 1280 h 10000"/>
              <a:gd name="connsiteX15-913" fmla="*/ 9918 w 10000"/>
              <a:gd name="connsiteY15-914" fmla="*/ 1373 h 10000"/>
              <a:gd name="connsiteX16-915" fmla="*/ 9918 w 10000"/>
              <a:gd name="connsiteY16-916" fmla="*/ 1466 h 10000"/>
              <a:gd name="connsiteX17-917" fmla="*/ 10000 w 10000"/>
              <a:gd name="connsiteY17-918" fmla="*/ 1466 h 10000"/>
              <a:gd name="connsiteX18-919" fmla="*/ 10000 w 10000"/>
              <a:gd name="connsiteY18-920" fmla="*/ 1577 h 10000"/>
              <a:gd name="connsiteX19-921" fmla="*/ 10000 w 10000"/>
              <a:gd name="connsiteY19-922" fmla="*/ 1670 h 10000"/>
              <a:gd name="connsiteX20-923" fmla="*/ 9918 w 10000"/>
              <a:gd name="connsiteY20-924" fmla="*/ 1763 h 10000"/>
              <a:gd name="connsiteX21-925" fmla="*/ 9849 w 10000"/>
              <a:gd name="connsiteY21-926" fmla="*/ 1763 h 10000"/>
              <a:gd name="connsiteX22-927" fmla="*/ 9781 w 10000"/>
              <a:gd name="connsiteY22-928" fmla="*/ 1855 h 10000"/>
              <a:gd name="connsiteX23-929" fmla="*/ 9712 w 10000"/>
              <a:gd name="connsiteY23-930" fmla="*/ 1855 h 10000"/>
              <a:gd name="connsiteX24-931" fmla="*/ 9712 w 10000"/>
              <a:gd name="connsiteY24-932" fmla="*/ 1967 h 10000"/>
              <a:gd name="connsiteX25-933" fmla="*/ 9630 w 10000"/>
              <a:gd name="connsiteY25-934" fmla="*/ 2059 h 10000"/>
              <a:gd name="connsiteX26-935" fmla="*/ 9561 w 10000"/>
              <a:gd name="connsiteY26-936" fmla="*/ 2263 h 10000"/>
              <a:gd name="connsiteX27-937" fmla="*/ 9561 w 10000"/>
              <a:gd name="connsiteY27-938" fmla="*/ 2449 h 10000"/>
              <a:gd name="connsiteX28-939" fmla="*/ 9492 w 10000"/>
              <a:gd name="connsiteY28-940" fmla="*/ 2653 h 10000"/>
              <a:gd name="connsiteX29-941" fmla="*/ 9492 w 10000"/>
              <a:gd name="connsiteY29-942" fmla="*/ 2950 h 10000"/>
              <a:gd name="connsiteX30-943" fmla="*/ 9492 w 10000"/>
              <a:gd name="connsiteY30-944" fmla="*/ 3135 h 10000"/>
              <a:gd name="connsiteX31-945" fmla="*/ 9410 w 10000"/>
              <a:gd name="connsiteY31-946" fmla="*/ 3432 h 10000"/>
              <a:gd name="connsiteX32-947" fmla="*/ 9410 w 10000"/>
              <a:gd name="connsiteY32-948" fmla="*/ 3822 h 10000"/>
              <a:gd name="connsiteX33-949" fmla="*/ 9342 w 10000"/>
              <a:gd name="connsiteY33-950" fmla="*/ 4119 h 10000"/>
              <a:gd name="connsiteX34-951" fmla="*/ 9273 w 10000"/>
              <a:gd name="connsiteY34-952" fmla="*/ 4508 h 10000"/>
              <a:gd name="connsiteX35-953" fmla="*/ 9204 w 10000"/>
              <a:gd name="connsiteY35-954" fmla="*/ 4898 h 10000"/>
              <a:gd name="connsiteX36-955" fmla="*/ 9122 w 10000"/>
              <a:gd name="connsiteY36-956" fmla="*/ 5288 h 10000"/>
              <a:gd name="connsiteX37-957" fmla="*/ 8985 w 10000"/>
              <a:gd name="connsiteY37-958" fmla="*/ 6178 h 10000"/>
              <a:gd name="connsiteX38-959" fmla="*/ 8916 w 10000"/>
              <a:gd name="connsiteY38-960" fmla="*/ 6568 h 10000"/>
              <a:gd name="connsiteX39-961" fmla="*/ 8834 w 10000"/>
              <a:gd name="connsiteY39-962" fmla="*/ 6957 h 10000"/>
              <a:gd name="connsiteX40-963" fmla="*/ 8765 w 10000"/>
              <a:gd name="connsiteY40-964" fmla="*/ 7347 h 10000"/>
              <a:gd name="connsiteX41-965" fmla="*/ 8697 w 10000"/>
              <a:gd name="connsiteY41-966" fmla="*/ 7737 h 10000"/>
              <a:gd name="connsiteX42-967" fmla="*/ 8615 w 10000"/>
              <a:gd name="connsiteY42-968" fmla="*/ 8033 h 10000"/>
              <a:gd name="connsiteX43-969" fmla="*/ 8615 w 10000"/>
              <a:gd name="connsiteY43-970" fmla="*/ 8237 h 10000"/>
              <a:gd name="connsiteX44-971" fmla="*/ 8546 w 10000"/>
              <a:gd name="connsiteY44-972" fmla="*/ 8534 h 10000"/>
              <a:gd name="connsiteX45-973" fmla="*/ 8477 w 10000"/>
              <a:gd name="connsiteY45-974" fmla="*/ 8720 h 10000"/>
              <a:gd name="connsiteX46-975" fmla="*/ 8326 w 10000"/>
              <a:gd name="connsiteY46-976" fmla="*/ 9017 h 10000"/>
              <a:gd name="connsiteX47-977" fmla="*/ 8189 w 10000"/>
              <a:gd name="connsiteY47-978" fmla="*/ 9314 h 10000"/>
              <a:gd name="connsiteX48-979" fmla="*/ 8038 w 10000"/>
              <a:gd name="connsiteY48-980" fmla="*/ 9610 h 10000"/>
              <a:gd name="connsiteX49-981" fmla="*/ 7901 w 10000"/>
              <a:gd name="connsiteY49-982" fmla="*/ 9703 h 10000"/>
              <a:gd name="connsiteX50-983" fmla="*/ 7750 w 10000"/>
              <a:gd name="connsiteY50-984" fmla="*/ 9889 h 10000"/>
              <a:gd name="connsiteX51-985" fmla="*/ 7599 w 10000"/>
              <a:gd name="connsiteY51-986" fmla="*/ 10000 h 10000"/>
              <a:gd name="connsiteX52-987" fmla="*/ 7462 w 10000"/>
              <a:gd name="connsiteY52-988" fmla="*/ 10000 h 10000"/>
              <a:gd name="connsiteX53-989" fmla="*/ 7311 w 10000"/>
              <a:gd name="connsiteY53-990" fmla="*/ 10000 h 10000"/>
              <a:gd name="connsiteX54-991" fmla="*/ 7311 w 10000"/>
              <a:gd name="connsiteY54-992" fmla="*/ 9889 h 10000"/>
              <a:gd name="connsiteX55-993" fmla="*/ 7243 w 10000"/>
              <a:gd name="connsiteY55-994" fmla="*/ 9889 h 10000"/>
              <a:gd name="connsiteX56-995" fmla="*/ 7243 w 10000"/>
              <a:gd name="connsiteY56-996" fmla="*/ 9796 h 10000"/>
              <a:gd name="connsiteX57-997" fmla="*/ 7243 w 10000"/>
              <a:gd name="connsiteY57-998" fmla="*/ 9610 h 10000"/>
              <a:gd name="connsiteX58-999" fmla="*/ 7243 w 10000"/>
              <a:gd name="connsiteY58-1000" fmla="*/ 9499 h 10000"/>
              <a:gd name="connsiteX59-1001" fmla="*/ 7243 w 10000"/>
              <a:gd name="connsiteY59-1002" fmla="*/ 9406 h 10000"/>
              <a:gd name="connsiteX60-1003" fmla="*/ 7243 w 10000"/>
              <a:gd name="connsiteY60-1004" fmla="*/ 9202 h 10000"/>
              <a:gd name="connsiteX61-1005" fmla="*/ 7243 w 10000"/>
              <a:gd name="connsiteY61-1006" fmla="*/ 9017 h 10000"/>
              <a:gd name="connsiteX62-1007" fmla="*/ 7174 w 10000"/>
              <a:gd name="connsiteY62-1008" fmla="*/ 8813 h 10000"/>
              <a:gd name="connsiteX63-1009" fmla="*/ 7092 w 10000"/>
              <a:gd name="connsiteY63-1010" fmla="*/ 8534 h 10000"/>
              <a:gd name="connsiteX64-1011" fmla="*/ 6955 w 10000"/>
              <a:gd name="connsiteY64-1012" fmla="*/ 8126 h 10000"/>
              <a:gd name="connsiteX65-1013" fmla="*/ 6886 w 10000"/>
              <a:gd name="connsiteY65-1014" fmla="*/ 7737 h 10000"/>
              <a:gd name="connsiteX66-1015" fmla="*/ 7174 w 10000"/>
              <a:gd name="connsiteY66-1016" fmla="*/ 7440 h 10000"/>
              <a:gd name="connsiteX67-1017" fmla="*/ 7311 w 10000"/>
              <a:gd name="connsiteY67-1018" fmla="*/ 7551 h 10000"/>
              <a:gd name="connsiteX68-1019" fmla="*/ 7394 w 10000"/>
              <a:gd name="connsiteY68-1020" fmla="*/ 7551 h 10000"/>
              <a:gd name="connsiteX69-1021" fmla="*/ 7462 w 10000"/>
              <a:gd name="connsiteY69-1022" fmla="*/ 7644 h 10000"/>
              <a:gd name="connsiteX70-1023" fmla="*/ 7531 w 10000"/>
              <a:gd name="connsiteY70-1024" fmla="*/ 7644 h 10000"/>
              <a:gd name="connsiteX71-1025" fmla="*/ 7599 w 10000"/>
              <a:gd name="connsiteY71-1026" fmla="*/ 7644 h 10000"/>
              <a:gd name="connsiteX72-1027" fmla="*/ 7682 w 10000"/>
              <a:gd name="connsiteY72-1028" fmla="*/ 7644 h 10000"/>
              <a:gd name="connsiteX73-1029" fmla="*/ 7750 w 10000"/>
              <a:gd name="connsiteY73-1030" fmla="*/ 7551 h 10000"/>
              <a:gd name="connsiteX74-1031" fmla="*/ 7819 w 10000"/>
              <a:gd name="connsiteY74-1032" fmla="*/ 7440 h 10000"/>
              <a:gd name="connsiteX75-1033" fmla="*/ 7819 w 10000"/>
              <a:gd name="connsiteY75-1034" fmla="*/ 7347 h 10000"/>
              <a:gd name="connsiteX76-1035" fmla="*/ 7901 w 10000"/>
              <a:gd name="connsiteY76-1036" fmla="*/ 7254 h 10000"/>
              <a:gd name="connsiteX77-1037" fmla="*/ 7970 w 10000"/>
              <a:gd name="connsiteY77-1038" fmla="*/ 7050 h 10000"/>
              <a:gd name="connsiteX78-1039" fmla="*/ 7970 w 10000"/>
              <a:gd name="connsiteY78-1040" fmla="*/ 6865 h 10000"/>
              <a:gd name="connsiteX79-1041" fmla="*/ 8038 w 10000"/>
              <a:gd name="connsiteY79-1042" fmla="*/ 6660 h 10000"/>
              <a:gd name="connsiteX80-1043" fmla="*/ 8107 w 10000"/>
              <a:gd name="connsiteY80-1044" fmla="*/ 6364 h 10000"/>
              <a:gd name="connsiteX81-1045" fmla="*/ 8189 w 10000"/>
              <a:gd name="connsiteY81-1046" fmla="*/ 6067 h 10000"/>
              <a:gd name="connsiteX82-1047" fmla="*/ 8189 w 10000"/>
              <a:gd name="connsiteY82-1048" fmla="*/ 5677 h 10000"/>
              <a:gd name="connsiteX83-1049" fmla="*/ 8326 w 10000"/>
              <a:gd name="connsiteY83-1050" fmla="*/ 4991 h 10000"/>
              <a:gd name="connsiteX84-1051" fmla="*/ 8409 w 10000"/>
              <a:gd name="connsiteY84-1052" fmla="*/ 4212 h 10000"/>
              <a:gd name="connsiteX85-1053" fmla="*/ 8409 w 10000"/>
              <a:gd name="connsiteY85-1054" fmla="*/ 3525 h 10000"/>
              <a:gd name="connsiteX86-1055" fmla="*/ 8477 w 10000"/>
              <a:gd name="connsiteY86-1056" fmla="*/ 2839 h 10000"/>
              <a:gd name="connsiteX87-1057" fmla="*/ 8477 w 10000"/>
              <a:gd name="connsiteY87-1058" fmla="*/ 2542 h 10000"/>
              <a:gd name="connsiteX88-1059" fmla="*/ 8477 w 10000"/>
              <a:gd name="connsiteY88-1060" fmla="*/ 2263 h 10000"/>
              <a:gd name="connsiteX89-1061" fmla="*/ 8477 w 10000"/>
              <a:gd name="connsiteY89-1062" fmla="*/ 2059 h 10000"/>
              <a:gd name="connsiteX90-1063" fmla="*/ 8477 w 10000"/>
              <a:gd name="connsiteY90-1064" fmla="*/ 1855 h 10000"/>
              <a:gd name="connsiteX91-1065" fmla="*/ 8477 w 10000"/>
              <a:gd name="connsiteY91-1066" fmla="*/ 1670 h 10000"/>
              <a:gd name="connsiteX92-1067" fmla="*/ 8477 w 10000"/>
              <a:gd name="connsiteY92-1068" fmla="*/ 1577 h 10000"/>
              <a:gd name="connsiteX93-1069" fmla="*/ 8409 w 10000"/>
              <a:gd name="connsiteY93-1070" fmla="*/ 1466 h 10000"/>
              <a:gd name="connsiteX94-1071" fmla="*/ 8409 w 10000"/>
              <a:gd name="connsiteY94-1072" fmla="*/ 1373 h 10000"/>
              <a:gd name="connsiteX95-1073" fmla="*/ 8409 w 10000"/>
              <a:gd name="connsiteY95-1074" fmla="*/ 1280 h 10000"/>
              <a:gd name="connsiteX96-1075" fmla="*/ 8326 w 10000"/>
              <a:gd name="connsiteY96-1076" fmla="*/ 1280 h 10000"/>
              <a:gd name="connsiteX97-1077" fmla="*/ 8258 w 10000"/>
              <a:gd name="connsiteY97-1078" fmla="*/ 1169 h 10000"/>
              <a:gd name="connsiteX98-1079" fmla="*/ 8258 w 10000"/>
              <a:gd name="connsiteY98-1080" fmla="*/ 1169 h 10000"/>
              <a:gd name="connsiteX99-1081" fmla="*/ 8107 w 10000"/>
              <a:gd name="connsiteY99-1082" fmla="*/ 1169 h 10000"/>
              <a:gd name="connsiteX100-1083" fmla="*/ 8038 w 10000"/>
              <a:gd name="connsiteY100-1084" fmla="*/ 1169 h 10000"/>
              <a:gd name="connsiteX101-1085" fmla="*/ 7970 w 10000"/>
              <a:gd name="connsiteY101-1086" fmla="*/ 1169 h 10000"/>
              <a:gd name="connsiteX102-1087" fmla="*/ 7819 w 10000"/>
              <a:gd name="connsiteY102-1088" fmla="*/ 1169 h 10000"/>
              <a:gd name="connsiteX103-1089" fmla="*/ 7682 w 10000"/>
              <a:gd name="connsiteY103-1090" fmla="*/ 1169 h 10000"/>
              <a:gd name="connsiteX104-1091" fmla="*/ 7462 w 10000"/>
              <a:gd name="connsiteY104-1092" fmla="*/ 1169 h 10000"/>
              <a:gd name="connsiteX105-1093" fmla="*/ 7311 w 10000"/>
              <a:gd name="connsiteY105-1094" fmla="*/ 1169 h 10000"/>
              <a:gd name="connsiteX106-1095" fmla="*/ 7092 w 10000"/>
              <a:gd name="connsiteY106-1096" fmla="*/ 1169 h 10000"/>
              <a:gd name="connsiteX107-1097" fmla="*/ 6804 w 10000"/>
              <a:gd name="connsiteY107-1098" fmla="*/ 1169 h 10000"/>
              <a:gd name="connsiteX108-1099" fmla="*/ 6516 w 10000"/>
              <a:gd name="connsiteY108-1100" fmla="*/ 1280 h 10000"/>
              <a:gd name="connsiteX109-1101" fmla="*/ 6228 w 10000"/>
              <a:gd name="connsiteY109-1102" fmla="*/ 1280 h 10000"/>
              <a:gd name="connsiteX110-1103" fmla="*/ 5871 w 10000"/>
              <a:gd name="connsiteY110-1104" fmla="*/ 1373 h 10000"/>
              <a:gd name="connsiteX111-1105" fmla="*/ 5144 w 10000"/>
              <a:gd name="connsiteY111-1106" fmla="*/ 1466 h 10000"/>
              <a:gd name="connsiteX112-1107" fmla="*/ 4417 w 10000"/>
              <a:gd name="connsiteY112-1108" fmla="*/ 1670 h 10000"/>
              <a:gd name="connsiteX113-1109" fmla="*/ 3690 w 10000"/>
              <a:gd name="connsiteY113-1110" fmla="*/ 1763 h 10000"/>
              <a:gd name="connsiteX114-1111" fmla="*/ 2963 w 10000"/>
              <a:gd name="connsiteY114-1112" fmla="*/ 1855 h 10000"/>
              <a:gd name="connsiteX115-1113" fmla="*/ 2167 w 10000"/>
              <a:gd name="connsiteY115-1114" fmla="*/ 1967 h 10000"/>
              <a:gd name="connsiteX116-1115" fmla="*/ 1454 w 10000"/>
              <a:gd name="connsiteY116-1116" fmla="*/ 2059 h 10000"/>
              <a:gd name="connsiteX117-1117" fmla="*/ 727 w 10000"/>
              <a:gd name="connsiteY117-1118" fmla="*/ 2152 h 10000"/>
              <a:gd name="connsiteX118-1119" fmla="*/ 0 w 10000"/>
              <a:gd name="connsiteY118-1120" fmla="*/ 2263 h 10000"/>
              <a:gd name="connsiteX119-1121" fmla="*/ 0 w 10000"/>
              <a:gd name="connsiteY119-1122" fmla="*/ 1670 h 10000"/>
              <a:gd name="connsiteX120-1123" fmla="*/ 576 w 10000"/>
              <a:gd name="connsiteY120-1124" fmla="*/ 1577 h 10000"/>
              <a:gd name="connsiteX121-1125" fmla="*/ 1152 w 10000"/>
              <a:gd name="connsiteY121-1126" fmla="*/ 1466 h 10000"/>
              <a:gd name="connsiteX122-1127" fmla="*/ 1660 w 10000"/>
              <a:gd name="connsiteY122-1128" fmla="*/ 1373 h 10000"/>
              <a:gd name="connsiteX123-1129" fmla="*/ 2167 w 10000"/>
              <a:gd name="connsiteY123-1130" fmla="*/ 1280 h 10000"/>
              <a:gd name="connsiteX124-1131" fmla="*/ 2675 w 10000"/>
              <a:gd name="connsiteY124-1132" fmla="*/ 1280 h 10000"/>
              <a:gd name="connsiteX125-1133" fmla="*/ 3114 w 10000"/>
              <a:gd name="connsiteY125-1134" fmla="*/ 1169 h 10000"/>
              <a:gd name="connsiteX126-1135" fmla="*/ 3553 w 10000"/>
              <a:gd name="connsiteY126-1136" fmla="*/ 1076 h 10000"/>
              <a:gd name="connsiteX127-1137" fmla="*/ 3978 w 10000"/>
              <a:gd name="connsiteY127-1138" fmla="*/ 1076 h 10000"/>
              <a:gd name="connsiteX128-1139" fmla="*/ 4348 w 10000"/>
              <a:gd name="connsiteY128-1140" fmla="*/ 983 h 10000"/>
              <a:gd name="connsiteX129-1141" fmla="*/ 4705 w 10000"/>
              <a:gd name="connsiteY129-1142" fmla="*/ 891 h 10000"/>
              <a:gd name="connsiteX130-1143" fmla="*/ 5075 w 10000"/>
              <a:gd name="connsiteY130-1144" fmla="*/ 891 h 10000"/>
              <a:gd name="connsiteX131-1145" fmla="*/ 5364 w 10000"/>
              <a:gd name="connsiteY131-1146" fmla="*/ 779 h 10000"/>
              <a:gd name="connsiteX132-1147" fmla="*/ 5720 w 10000"/>
              <a:gd name="connsiteY132-1148" fmla="*/ 779 h 10000"/>
              <a:gd name="connsiteX133-1149" fmla="*/ 5940 w 10000"/>
              <a:gd name="connsiteY133-1150" fmla="*/ 779 h 10000"/>
              <a:gd name="connsiteX134-1151" fmla="*/ 6228 w 10000"/>
              <a:gd name="connsiteY134-1152" fmla="*/ 686 h 10000"/>
              <a:gd name="connsiteX135-1153" fmla="*/ 6447 w 10000"/>
              <a:gd name="connsiteY135-1154" fmla="*/ 686 h 10000"/>
              <a:gd name="connsiteX136-1155" fmla="*/ 6804 w 10000"/>
              <a:gd name="connsiteY136-1156" fmla="*/ 594 h 10000"/>
              <a:gd name="connsiteX137-1157" fmla="*/ 7174 w 10000"/>
              <a:gd name="connsiteY137-1158" fmla="*/ 594 h 10000"/>
              <a:gd name="connsiteX138-1159" fmla="*/ 7462 w 10000"/>
              <a:gd name="connsiteY138-1160" fmla="*/ 482 h 10000"/>
              <a:gd name="connsiteX139-1161" fmla="*/ 7750 w 10000"/>
              <a:gd name="connsiteY139-1162" fmla="*/ 482 h 10000"/>
              <a:gd name="connsiteX140-1163" fmla="*/ 7901 w 10000"/>
              <a:gd name="connsiteY140-1164" fmla="*/ 390 h 10000"/>
              <a:gd name="connsiteX141-1165" fmla="*/ 8038 w 10000"/>
              <a:gd name="connsiteY141-1166" fmla="*/ 297 h 10000"/>
              <a:gd name="connsiteX142-1167" fmla="*/ 8189 w 10000"/>
              <a:gd name="connsiteY142-1168" fmla="*/ 297 h 10000"/>
              <a:gd name="connsiteX143-1169" fmla="*/ 8189 w 10000"/>
              <a:gd name="connsiteY143-1170" fmla="*/ 204 h 10000"/>
              <a:gd name="connsiteX144-1171" fmla="*/ 8189 w 10000"/>
              <a:gd name="connsiteY144-1172" fmla="*/ 204 h 10000"/>
              <a:gd name="connsiteX0-1173" fmla="*/ 8189 w 10000"/>
              <a:gd name="connsiteY0-1174" fmla="*/ 204 h 10000"/>
              <a:gd name="connsiteX1-1175" fmla="*/ 8258 w 10000"/>
              <a:gd name="connsiteY1-1176" fmla="*/ 93 h 10000"/>
              <a:gd name="connsiteX2-1177" fmla="*/ 8409 w 10000"/>
              <a:gd name="connsiteY2-1178" fmla="*/ 93 h 10000"/>
              <a:gd name="connsiteX3-1179" fmla="*/ 8477 w 10000"/>
              <a:gd name="connsiteY3-1180" fmla="*/ 0 h 10000"/>
              <a:gd name="connsiteX4-1181" fmla="*/ 8546 w 10000"/>
              <a:gd name="connsiteY4-1182" fmla="*/ 0 h 10000"/>
              <a:gd name="connsiteX5-1183" fmla="*/ 8697 w 10000"/>
              <a:gd name="connsiteY5-1184" fmla="*/ 93 h 10000"/>
              <a:gd name="connsiteX6-1185" fmla="*/ 8916 w 10000"/>
              <a:gd name="connsiteY6-1186" fmla="*/ 204 h 10000"/>
              <a:gd name="connsiteX7-1187" fmla="*/ 8985 w 10000"/>
              <a:gd name="connsiteY7-1188" fmla="*/ 297 h 10000"/>
              <a:gd name="connsiteX8-1189" fmla="*/ 9122 w 10000"/>
              <a:gd name="connsiteY8-1190" fmla="*/ 482 h 10000"/>
              <a:gd name="connsiteX9-1191" fmla="*/ 9204 w 10000"/>
              <a:gd name="connsiteY9-1192" fmla="*/ 594 h 10000"/>
              <a:gd name="connsiteX10-1193" fmla="*/ 9342 w 10000"/>
              <a:gd name="connsiteY10-1194" fmla="*/ 686 h 10000"/>
              <a:gd name="connsiteX11-1195" fmla="*/ 9492 w 10000"/>
              <a:gd name="connsiteY11-1196" fmla="*/ 891 h 10000"/>
              <a:gd name="connsiteX12-1197" fmla="*/ 9630 w 10000"/>
              <a:gd name="connsiteY12-1198" fmla="*/ 983 h 10000"/>
              <a:gd name="connsiteX13-1199" fmla="*/ 9712 w 10000"/>
              <a:gd name="connsiteY13-1200" fmla="*/ 1169 h 10000"/>
              <a:gd name="connsiteX14-1201" fmla="*/ 9849 w 10000"/>
              <a:gd name="connsiteY14-1202" fmla="*/ 1280 h 10000"/>
              <a:gd name="connsiteX15-1203" fmla="*/ 9918 w 10000"/>
              <a:gd name="connsiteY15-1204" fmla="*/ 1373 h 10000"/>
              <a:gd name="connsiteX16-1205" fmla="*/ 9918 w 10000"/>
              <a:gd name="connsiteY16-1206" fmla="*/ 1466 h 10000"/>
              <a:gd name="connsiteX17-1207" fmla="*/ 10000 w 10000"/>
              <a:gd name="connsiteY17-1208" fmla="*/ 1466 h 10000"/>
              <a:gd name="connsiteX18-1209" fmla="*/ 10000 w 10000"/>
              <a:gd name="connsiteY18-1210" fmla="*/ 1577 h 10000"/>
              <a:gd name="connsiteX19-1211" fmla="*/ 10000 w 10000"/>
              <a:gd name="connsiteY19-1212" fmla="*/ 1670 h 10000"/>
              <a:gd name="connsiteX20-1213" fmla="*/ 9918 w 10000"/>
              <a:gd name="connsiteY20-1214" fmla="*/ 1763 h 10000"/>
              <a:gd name="connsiteX21-1215" fmla="*/ 9849 w 10000"/>
              <a:gd name="connsiteY21-1216" fmla="*/ 1763 h 10000"/>
              <a:gd name="connsiteX22-1217" fmla="*/ 9781 w 10000"/>
              <a:gd name="connsiteY22-1218" fmla="*/ 1855 h 10000"/>
              <a:gd name="connsiteX23-1219" fmla="*/ 9712 w 10000"/>
              <a:gd name="connsiteY23-1220" fmla="*/ 1855 h 10000"/>
              <a:gd name="connsiteX24-1221" fmla="*/ 9712 w 10000"/>
              <a:gd name="connsiteY24-1222" fmla="*/ 1967 h 10000"/>
              <a:gd name="connsiteX25-1223" fmla="*/ 9630 w 10000"/>
              <a:gd name="connsiteY25-1224" fmla="*/ 2059 h 10000"/>
              <a:gd name="connsiteX26-1225" fmla="*/ 9561 w 10000"/>
              <a:gd name="connsiteY26-1226" fmla="*/ 2263 h 10000"/>
              <a:gd name="connsiteX27-1227" fmla="*/ 9561 w 10000"/>
              <a:gd name="connsiteY27-1228" fmla="*/ 2449 h 10000"/>
              <a:gd name="connsiteX28-1229" fmla="*/ 9492 w 10000"/>
              <a:gd name="connsiteY28-1230" fmla="*/ 2653 h 10000"/>
              <a:gd name="connsiteX29-1231" fmla="*/ 9492 w 10000"/>
              <a:gd name="connsiteY29-1232" fmla="*/ 2950 h 10000"/>
              <a:gd name="connsiteX30-1233" fmla="*/ 9492 w 10000"/>
              <a:gd name="connsiteY30-1234" fmla="*/ 3135 h 10000"/>
              <a:gd name="connsiteX31-1235" fmla="*/ 9410 w 10000"/>
              <a:gd name="connsiteY31-1236" fmla="*/ 3432 h 10000"/>
              <a:gd name="connsiteX32-1237" fmla="*/ 9410 w 10000"/>
              <a:gd name="connsiteY32-1238" fmla="*/ 3822 h 10000"/>
              <a:gd name="connsiteX33-1239" fmla="*/ 9342 w 10000"/>
              <a:gd name="connsiteY33-1240" fmla="*/ 4119 h 10000"/>
              <a:gd name="connsiteX34-1241" fmla="*/ 9273 w 10000"/>
              <a:gd name="connsiteY34-1242" fmla="*/ 4508 h 10000"/>
              <a:gd name="connsiteX35-1243" fmla="*/ 9204 w 10000"/>
              <a:gd name="connsiteY35-1244" fmla="*/ 4898 h 10000"/>
              <a:gd name="connsiteX36-1245" fmla="*/ 9122 w 10000"/>
              <a:gd name="connsiteY36-1246" fmla="*/ 5288 h 10000"/>
              <a:gd name="connsiteX37-1247" fmla="*/ 8985 w 10000"/>
              <a:gd name="connsiteY37-1248" fmla="*/ 6178 h 10000"/>
              <a:gd name="connsiteX38-1249" fmla="*/ 8916 w 10000"/>
              <a:gd name="connsiteY38-1250" fmla="*/ 6568 h 10000"/>
              <a:gd name="connsiteX39-1251" fmla="*/ 8834 w 10000"/>
              <a:gd name="connsiteY39-1252" fmla="*/ 6957 h 10000"/>
              <a:gd name="connsiteX40-1253" fmla="*/ 8765 w 10000"/>
              <a:gd name="connsiteY40-1254" fmla="*/ 7347 h 10000"/>
              <a:gd name="connsiteX41-1255" fmla="*/ 8697 w 10000"/>
              <a:gd name="connsiteY41-1256" fmla="*/ 7737 h 10000"/>
              <a:gd name="connsiteX42-1257" fmla="*/ 8615 w 10000"/>
              <a:gd name="connsiteY42-1258" fmla="*/ 8033 h 10000"/>
              <a:gd name="connsiteX43-1259" fmla="*/ 8615 w 10000"/>
              <a:gd name="connsiteY43-1260" fmla="*/ 8237 h 10000"/>
              <a:gd name="connsiteX44-1261" fmla="*/ 8546 w 10000"/>
              <a:gd name="connsiteY44-1262" fmla="*/ 8534 h 10000"/>
              <a:gd name="connsiteX45-1263" fmla="*/ 8477 w 10000"/>
              <a:gd name="connsiteY45-1264" fmla="*/ 8720 h 10000"/>
              <a:gd name="connsiteX46-1265" fmla="*/ 8326 w 10000"/>
              <a:gd name="connsiteY46-1266" fmla="*/ 9017 h 10000"/>
              <a:gd name="connsiteX47-1267" fmla="*/ 8189 w 10000"/>
              <a:gd name="connsiteY47-1268" fmla="*/ 9314 h 10000"/>
              <a:gd name="connsiteX48-1269" fmla="*/ 8038 w 10000"/>
              <a:gd name="connsiteY48-1270" fmla="*/ 9610 h 10000"/>
              <a:gd name="connsiteX49-1271" fmla="*/ 7901 w 10000"/>
              <a:gd name="connsiteY49-1272" fmla="*/ 9703 h 10000"/>
              <a:gd name="connsiteX50-1273" fmla="*/ 7750 w 10000"/>
              <a:gd name="connsiteY50-1274" fmla="*/ 9889 h 10000"/>
              <a:gd name="connsiteX51-1275" fmla="*/ 7599 w 10000"/>
              <a:gd name="connsiteY51-1276" fmla="*/ 10000 h 10000"/>
              <a:gd name="connsiteX52-1277" fmla="*/ 7462 w 10000"/>
              <a:gd name="connsiteY52-1278" fmla="*/ 10000 h 10000"/>
              <a:gd name="connsiteX53-1279" fmla="*/ 7311 w 10000"/>
              <a:gd name="connsiteY53-1280" fmla="*/ 10000 h 10000"/>
              <a:gd name="connsiteX54-1281" fmla="*/ 7311 w 10000"/>
              <a:gd name="connsiteY54-1282" fmla="*/ 9889 h 10000"/>
              <a:gd name="connsiteX55-1283" fmla="*/ 7243 w 10000"/>
              <a:gd name="connsiteY55-1284" fmla="*/ 9889 h 10000"/>
              <a:gd name="connsiteX56-1285" fmla="*/ 7243 w 10000"/>
              <a:gd name="connsiteY56-1286" fmla="*/ 9796 h 10000"/>
              <a:gd name="connsiteX57-1287" fmla="*/ 7243 w 10000"/>
              <a:gd name="connsiteY57-1288" fmla="*/ 9610 h 10000"/>
              <a:gd name="connsiteX58-1289" fmla="*/ 7243 w 10000"/>
              <a:gd name="connsiteY58-1290" fmla="*/ 9499 h 10000"/>
              <a:gd name="connsiteX59-1291" fmla="*/ 7243 w 10000"/>
              <a:gd name="connsiteY59-1292" fmla="*/ 9406 h 10000"/>
              <a:gd name="connsiteX60-1293" fmla="*/ 7243 w 10000"/>
              <a:gd name="connsiteY60-1294" fmla="*/ 9202 h 10000"/>
              <a:gd name="connsiteX61-1295" fmla="*/ 7243 w 10000"/>
              <a:gd name="connsiteY61-1296" fmla="*/ 9017 h 10000"/>
              <a:gd name="connsiteX62-1297" fmla="*/ 7174 w 10000"/>
              <a:gd name="connsiteY62-1298" fmla="*/ 8813 h 10000"/>
              <a:gd name="connsiteX63-1299" fmla="*/ 7092 w 10000"/>
              <a:gd name="connsiteY63-1300" fmla="*/ 8534 h 10000"/>
              <a:gd name="connsiteX64-1301" fmla="*/ 6955 w 10000"/>
              <a:gd name="connsiteY64-1302" fmla="*/ 8126 h 10000"/>
              <a:gd name="connsiteX65-1303" fmla="*/ 6886 w 10000"/>
              <a:gd name="connsiteY65-1304" fmla="*/ 7737 h 10000"/>
              <a:gd name="connsiteX66-1305" fmla="*/ 7311 w 10000"/>
              <a:gd name="connsiteY66-1306" fmla="*/ 7551 h 10000"/>
              <a:gd name="connsiteX67-1307" fmla="*/ 7394 w 10000"/>
              <a:gd name="connsiteY67-1308" fmla="*/ 7551 h 10000"/>
              <a:gd name="connsiteX68-1309" fmla="*/ 7462 w 10000"/>
              <a:gd name="connsiteY68-1310" fmla="*/ 7644 h 10000"/>
              <a:gd name="connsiteX69-1311" fmla="*/ 7531 w 10000"/>
              <a:gd name="connsiteY69-1312" fmla="*/ 7644 h 10000"/>
              <a:gd name="connsiteX70-1313" fmla="*/ 7599 w 10000"/>
              <a:gd name="connsiteY70-1314" fmla="*/ 7644 h 10000"/>
              <a:gd name="connsiteX71-1315" fmla="*/ 7682 w 10000"/>
              <a:gd name="connsiteY71-1316" fmla="*/ 7644 h 10000"/>
              <a:gd name="connsiteX72-1317" fmla="*/ 7750 w 10000"/>
              <a:gd name="connsiteY72-1318" fmla="*/ 7551 h 10000"/>
              <a:gd name="connsiteX73-1319" fmla="*/ 7819 w 10000"/>
              <a:gd name="connsiteY73-1320" fmla="*/ 7440 h 10000"/>
              <a:gd name="connsiteX74-1321" fmla="*/ 7819 w 10000"/>
              <a:gd name="connsiteY74-1322" fmla="*/ 7347 h 10000"/>
              <a:gd name="connsiteX75-1323" fmla="*/ 7901 w 10000"/>
              <a:gd name="connsiteY75-1324" fmla="*/ 7254 h 10000"/>
              <a:gd name="connsiteX76-1325" fmla="*/ 7970 w 10000"/>
              <a:gd name="connsiteY76-1326" fmla="*/ 7050 h 10000"/>
              <a:gd name="connsiteX77-1327" fmla="*/ 7970 w 10000"/>
              <a:gd name="connsiteY77-1328" fmla="*/ 6865 h 10000"/>
              <a:gd name="connsiteX78-1329" fmla="*/ 8038 w 10000"/>
              <a:gd name="connsiteY78-1330" fmla="*/ 6660 h 10000"/>
              <a:gd name="connsiteX79-1331" fmla="*/ 8107 w 10000"/>
              <a:gd name="connsiteY79-1332" fmla="*/ 6364 h 10000"/>
              <a:gd name="connsiteX80-1333" fmla="*/ 8189 w 10000"/>
              <a:gd name="connsiteY80-1334" fmla="*/ 6067 h 10000"/>
              <a:gd name="connsiteX81-1335" fmla="*/ 8189 w 10000"/>
              <a:gd name="connsiteY81-1336" fmla="*/ 5677 h 10000"/>
              <a:gd name="connsiteX82-1337" fmla="*/ 8326 w 10000"/>
              <a:gd name="connsiteY82-1338" fmla="*/ 4991 h 10000"/>
              <a:gd name="connsiteX83-1339" fmla="*/ 8409 w 10000"/>
              <a:gd name="connsiteY83-1340" fmla="*/ 4212 h 10000"/>
              <a:gd name="connsiteX84-1341" fmla="*/ 8409 w 10000"/>
              <a:gd name="connsiteY84-1342" fmla="*/ 3525 h 10000"/>
              <a:gd name="connsiteX85-1343" fmla="*/ 8477 w 10000"/>
              <a:gd name="connsiteY85-1344" fmla="*/ 2839 h 10000"/>
              <a:gd name="connsiteX86-1345" fmla="*/ 8477 w 10000"/>
              <a:gd name="connsiteY86-1346" fmla="*/ 2542 h 10000"/>
              <a:gd name="connsiteX87-1347" fmla="*/ 8477 w 10000"/>
              <a:gd name="connsiteY87-1348" fmla="*/ 2263 h 10000"/>
              <a:gd name="connsiteX88-1349" fmla="*/ 8477 w 10000"/>
              <a:gd name="connsiteY88-1350" fmla="*/ 2059 h 10000"/>
              <a:gd name="connsiteX89-1351" fmla="*/ 8477 w 10000"/>
              <a:gd name="connsiteY89-1352" fmla="*/ 1855 h 10000"/>
              <a:gd name="connsiteX90-1353" fmla="*/ 8477 w 10000"/>
              <a:gd name="connsiteY90-1354" fmla="*/ 1670 h 10000"/>
              <a:gd name="connsiteX91-1355" fmla="*/ 8477 w 10000"/>
              <a:gd name="connsiteY91-1356" fmla="*/ 1577 h 10000"/>
              <a:gd name="connsiteX92-1357" fmla="*/ 8409 w 10000"/>
              <a:gd name="connsiteY92-1358" fmla="*/ 1466 h 10000"/>
              <a:gd name="connsiteX93-1359" fmla="*/ 8409 w 10000"/>
              <a:gd name="connsiteY93-1360" fmla="*/ 1373 h 10000"/>
              <a:gd name="connsiteX94-1361" fmla="*/ 8409 w 10000"/>
              <a:gd name="connsiteY94-1362" fmla="*/ 1280 h 10000"/>
              <a:gd name="connsiteX95-1363" fmla="*/ 8326 w 10000"/>
              <a:gd name="connsiteY95-1364" fmla="*/ 1280 h 10000"/>
              <a:gd name="connsiteX96-1365" fmla="*/ 8258 w 10000"/>
              <a:gd name="connsiteY96-1366" fmla="*/ 1169 h 10000"/>
              <a:gd name="connsiteX97-1367" fmla="*/ 8258 w 10000"/>
              <a:gd name="connsiteY97-1368" fmla="*/ 1169 h 10000"/>
              <a:gd name="connsiteX98-1369" fmla="*/ 8107 w 10000"/>
              <a:gd name="connsiteY98-1370" fmla="*/ 1169 h 10000"/>
              <a:gd name="connsiteX99-1371" fmla="*/ 8038 w 10000"/>
              <a:gd name="connsiteY99-1372" fmla="*/ 1169 h 10000"/>
              <a:gd name="connsiteX100-1373" fmla="*/ 7970 w 10000"/>
              <a:gd name="connsiteY100-1374" fmla="*/ 1169 h 10000"/>
              <a:gd name="connsiteX101-1375" fmla="*/ 7819 w 10000"/>
              <a:gd name="connsiteY101-1376" fmla="*/ 1169 h 10000"/>
              <a:gd name="connsiteX102-1377" fmla="*/ 7682 w 10000"/>
              <a:gd name="connsiteY102-1378" fmla="*/ 1169 h 10000"/>
              <a:gd name="connsiteX103-1379" fmla="*/ 7462 w 10000"/>
              <a:gd name="connsiteY103-1380" fmla="*/ 1169 h 10000"/>
              <a:gd name="connsiteX104-1381" fmla="*/ 7311 w 10000"/>
              <a:gd name="connsiteY104-1382" fmla="*/ 1169 h 10000"/>
              <a:gd name="connsiteX105-1383" fmla="*/ 7092 w 10000"/>
              <a:gd name="connsiteY105-1384" fmla="*/ 1169 h 10000"/>
              <a:gd name="connsiteX106-1385" fmla="*/ 6804 w 10000"/>
              <a:gd name="connsiteY106-1386" fmla="*/ 1169 h 10000"/>
              <a:gd name="connsiteX107-1387" fmla="*/ 6516 w 10000"/>
              <a:gd name="connsiteY107-1388" fmla="*/ 1280 h 10000"/>
              <a:gd name="connsiteX108-1389" fmla="*/ 6228 w 10000"/>
              <a:gd name="connsiteY108-1390" fmla="*/ 1280 h 10000"/>
              <a:gd name="connsiteX109-1391" fmla="*/ 5871 w 10000"/>
              <a:gd name="connsiteY109-1392" fmla="*/ 1373 h 10000"/>
              <a:gd name="connsiteX110-1393" fmla="*/ 5144 w 10000"/>
              <a:gd name="connsiteY110-1394" fmla="*/ 1466 h 10000"/>
              <a:gd name="connsiteX111-1395" fmla="*/ 4417 w 10000"/>
              <a:gd name="connsiteY111-1396" fmla="*/ 1670 h 10000"/>
              <a:gd name="connsiteX112-1397" fmla="*/ 3690 w 10000"/>
              <a:gd name="connsiteY112-1398" fmla="*/ 1763 h 10000"/>
              <a:gd name="connsiteX113-1399" fmla="*/ 2963 w 10000"/>
              <a:gd name="connsiteY113-1400" fmla="*/ 1855 h 10000"/>
              <a:gd name="connsiteX114-1401" fmla="*/ 2167 w 10000"/>
              <a:gd name="connsiteY114-1402" fmla="*/ 1967 h 10000"/>
              <a:gd name="connsiteX115-1403" fmla="*/ 1454 w 10000"/>
              <a:gd name="connsiteY115-1404" fmla="*/ 2059 h 10000"/>
              <a:gd name="connsiteX116-1405" fmla="*/ 727 w 10000"/>
              <a:gd name="connsiteY116-1406" fmla="*/ 2152 h 10000"/>
              <a:gd name="connsiteX117-1407" fmla="*/ 0 w 10000"/>
              <a:gd name="connsiteY117-1408" fmla="*/ 2263 h 10000"/>
              <a:gd name="connsiteX118-1409" fmla="*/ 0 w 10000"/>
              <a:gd name="connsiteY118-1410" fmla="*/ 1670 h 10000"/>
              <a:gd name="connsiteX119-1411" fmla="*/ 576 w 10000"/>
              <a:gd name="connsiteY119-1412" fmla="*/ 1577 h 10000"/>
              <a:gd name="connsiteX120-1413" fmla="*/ 1152 w 10000"/>
              <a:gd name="connsiteY120-1414" fmla="*/ 1466 h 10000"/>
              <a:gd name="connsiteX121-1415" fmla="*/ 1660 w 10000"/>
              <a:gd name="connsiteY121-1416" fmla="*/ 1373 h 10000"/>
              <a:gd name="connsiteX122-1417" fmla="*/ 2167 w 10000"/>
              <a:gd name="connsiteY122-1418" fmla="*/ 1280 h 10000"/>
              <a:gd name="connsiteX123-1419" fmla="*/ 2675 w 10000"/>
              <a:gd name="connsiteY123-1420" fmla="*/ 1280 h 10000"/>
              <a:gd name="connsiteX124-1421" fmla="*/ 3114 w 10000"/>
              <a:gd name="connsiteY124-1422" fmla="*/ 1169 h 10000"/>
              <a:gd name="connsiteX125-1423" fmla="*/ 3553 w 10000"/>
              <a:gd name="connsiteY125-1424" fmla="*/ 1076 h 10000"/>
              <a:gd name="connsiteX126-1425" fmla="*/ 3978 w 10000"/>
              <a:gd name="connsiteY126-1426" fmla="*/ 1076 h 10000"/>
              <a:gd name="connsiteX127-1427" fmla="*/ 4348 w 10000"/>
              <a:gd name="connsiteY127-1428" fmla="*/ 983 h 10000"/>
              <a:gd name="connsiteX128-1429" fmla="*/ 4705 w 10000"/>
              <a:gd name="connsiteY128-1430" fmla="*/ 891 h 10000"/>
              <a:gd name="connsiteX129-1431" fmla="*/ 5075 w 10000"/>
              <a:gd name="connsiteY129-1432" fmla="*/ 891 h 10000"/>
              <a:gd name="connsiteX130-1433" fmla="*/ 5364 w 10000"/>
              <a:gd name="connsiteY130-1434" fmla="*/ 779 h 10000"/>
              <a:gd name="connsiteX131-1435" fmla="*/ 5720 w 10000"/>
              <a:gd name="connsiteY131-1436" fmla="*/ 779 h 10000"/>
              <a:gd name="connsiteX132-1437" fmla="*/ 5940 w 10000"/>
              <a:gd name="connsiteY132-1438" fmla="*/ 779 h 10000"/>
              <a:gd name="connsiteX133-1439" fmla="*/ 6228 w 10000"/>
              <a:gd name="connsiteY133-1440" fmla="*/ 686 h 10000"/>
              <a:gd name="connsiteX134-1441" fmla="*/ 6447 w 10000"/>
              <a:gd name="connsiteY134-1442" fmla="*/ 686 h 10000"/>
              <a:gd name="connsiteX135-1443" fmla="*/ 6804 w 10000"/>
              <a:gd name="connsiteY135-1444" fmla="*/ 594 h 10000"/>
              <a:gd name="connsiteX136-1445" fmla="*/ 7174 w 10000"/>
              <a:gd name="connsiteY136-1446" fmla="*/ 594 h 10000"/>
              <a:gd name="connsiteX137-1447" fmla="*/ 7462 w 10000"/>
              <a:gd name="connsiteY137-1448" fmla="*/ 482 h 10000"/>
              <a:gd name="connsiteX138-1449" fmla="*/ 7750 w 10000"/>
              <a:gd name="connsiteY138-1450" fmla="*/ 482 h 10000"/>
              <a:gd name="connsiteX139-1451" fmla="*/ 7901 w 10000"/>
              <a:gd name="connsiteY139-1452" fmla="*/ 390 h 10000"/>
              <a:gd name="connsiteX140-1453" fmla="*/ 8038 w 10000"/>
              <a:gd name="connsiteY140-1454" fmla="*/ 297 h 10000"/>
              <a:gd name="connsiteX141-1455" fmla="*/ 8189 w 10000"/>
              <a:gd name="connsiteY141-1456" fmla="*/ 297 h 10000"/>
              <a:gd name="connsiteX142-1457" fmla="*/ 8189 w 10000"/>
              <a:gd name="connsiteY142-1458" fmla="*/ 204 h 10000"/>
              <a:gd name="connsiteX143-1459" fmla="*/ 8189 w 10000"/>
              <a:gd name="connsiteY143-1460" fmla="*/ 204 h 10000"/>
              <a:gd name="connsiteX0-1461" fmla="*/ 8189 w 10000"/>
              <a:gd name="connsiteY0-1462" fmla="*/ 204 h 10000"/>
              <a:gd name="connsiteX1-1463" fmla="*/ 8258 w 10000"/>
              <a:gd name="connsiteY1-1464" fmla="*/ 93 h 10000"/>
              <a:gd name="connsiteX2-1465" fmla="*/ 8409 w 10000"/>
              <a:gd name="connsiteY2-1466" fmla="*/ 93 h 10000"/>
              <a:gd name="connsiteX3-1467" fmla="*/ 8477 w 10000"/>
              <a:gd name="connsiteY3-1468" fmla="*/ 0 h 10000"/>
              <a:gd name="connsiteX4-1469" fmla="*/ 8546 w 10000"/>
              <a:gd name="connsiteY4-1470" fmla="*/ 0 h 10000"/>
              <a:gd name="connsiteX5-1471" fmla="*/ 8697 w 10000"/>
              <a:gd name="connsiteY5-1472" fmla="*/ 93 h 10000"/>
              <a:gd name="connsiteX6-1473" fmla="*/ 8916 w 10000"/>
              <a:gd name="connsiteY6-1474" fmla="*/ 204 h 10000"/>
              <a:gd name="connsiteX7-1475" fmla="*/ 8985 w 10000"/>
              <a:gd name="connsiteY7-1476" fmla="*/ 297 h 10000"/>
              <a:gd name="connsiteX8-1477" fmla="*/ 9122 w 10000"/>
              <a:gd name="connsiteY8-1478" fmla="*/ 482 h 10000"/>
              <a:gd name="connsiteX9-1479" fmla="*/ 9204 w 10000"/>
              <a:gd name="connsiteY9-1480" fmla="*/ 594 h 10000"/>
              <a:gd name="connsiteX10-1481" fmla="*/ 9342 w 10000"/>
              <a:gd name="connsiteY10-1482" fmla="*/ 686 h 10000"/>
              <a:gd name="connsiteX11-1483" fmla="*/ 9492 w 10000"/>
              <a:gd name="connsiteY11-1484" fmla="*/ 891 h 10000"/>
              <a:gd name="connsiteX12-1485" fmla="*/ 9630 w 10000"/>
              <a:gd name="connsiteY12-1486" fmla="*/ 983 h 10000"/>
              <a:gd name="connsiteX13-1487" fmla="*/ 9712 w 10000"/>
              <a:gd name="connsiteY13-1488" fmla="*/ 1169 h 10000"/>
              <a:gd name="connsiteX14-1489" fmla="*/ 9849 w 10000"/>
              <a:gd name="connsiteY14-1490" fmla="*/ 1280 h 10000"/>
              <a:gd name="connsiteX15-1491" fmla="*/ 9918 w 10000"/>
              <a:gd name="connsiteY15-1492" fmla="*/ 1373 h 10000"/>
              <a:gd name="connsiteX16-1493" fmla="*/ 9918 w 10000"/>
              <a:gd name="connsiteY16-1494" fmla="*/ 1466 h 10000"/>
              <a:gd name="connsiteX17-1495" fmla="*/ 10000 w 10000"/>
              <a:gd name="connsiteY17-1496" fmla="*/ 1466 h 10000"/>
              <a:gd name="connsiteX18-1497" fmla="*/ 10000 w 10000"/>
              <a:gd name="connsiteY18-1498" fmla="*/ 1577 h 10000"/>
              <a:gd name="connsiteX19-1499" fmla="*/ 10000 w 10000"/>
              <a:gd name="connsiteY19-1500" fmla="*/ 1670 h 10000"/>
              <a:gd name="connsiteX20-1501" fmla="*/ 9918 w 10000"/>
              <a:gd name="connsiteY20-1502" fmla="*/ 1763 h 10000"/>
              <a:gd name="connsiteX21-1503" fmla="*/ 9849 w 10000"/>
              <a:gd name="connsiteY21-1504" fmla="*/ 1763 h 10000"/>
              <a:gd name="connsiteX22-1505" fmla="*/ 9781 w 10000"/>
              <a:gd name="connsiteY22-1506" fmla="*/ 1855 h 10000"/>
              <a:gd name="connsiteX23-1507" fmla="*/ 9712 w 10000"/>
              <a:gd name="connsiteY23-1508" fmla="*/ 1855 h 10000"/>
              <a:gd name="connsiteX24-1509" fmla="*/ 9712 w 10000"/>
              <a:gd name="connsiteY24-1510" fmla="*/ 1967 h 10000"/>
              <a:gd name="connsiteX25-1511" fmla="*/ 9630 w 10000"/>
              <a:gd name="connsiteY25-1512" fmla="*/ 2059 h 10000"/>
              <a:gd name="connsiteX26-1513" fmla="*/ 9561 w 10000"/>
              <a:gd name="connsiteY26-1514" fmla="*/ 2263 h 10000"/>
              <a:gd name="connsiteX27-1515" fmla="*/ 9561 w 10000"/>
              <a:gd name="connsiteY27-1516" fmla="*/ 2449 h 10000"/>
              <a:gd name="connsiteX28-1517" fmla="*/ 9492 w 10000"/>
              <a:gd name="connsiteY28-1518" fmla="*/ 2653 h 10000"/>
              <a:gd name="connsiteX29-1519" fmla="*/ 9492 w 10000"/>
              <a:gd name="connsiteY29-1520" fmla="*/ 2950 h 10000"/>
              <a:gd name="connsiteX30-1521" fmla="*/ 9492 w 10000"/>
              <a:gd name="connsiteY30-1522" fmla="*/ 3135 h 10000"/>
              <a:gd name="connsiteX31-1523" fmla="*/ 9410 w 10000"/>
              <a:gd name="connsiteY31-1524" fmla="*/ 3432 h 10000"/>
              <a:gd name="connsiteX32-1525" fmla="*/ 9410 w 10000"/>
              <a:gd name="connsiteY32-1526" fmla="*/ 3822 h 10000"/>
              <a:gd name="connsiteX33-1527" fmla="*/ 9342 w 10000"/>
              <a:gd name="connsiteY33-1528" fmla="*/ 4119 h 10000"/>
              <a:gd name="connsiteX34-1529" fmla="*/ 9273 w 10000"/>
              <a:gd name="connsiteY34-1530" fmla="*/ 4508 h 10000"/>
              <a:gd name="connsiteX35-1531" fmla="*/ 9204 w 10000"/>
              <a:gd name="connsiteY35-1532" fmla="*/ 4898 h 10000"/>
              <a:gd name="connsiteX36-1533" fmla="*/ 9122 w 10000"/>
              <a:gd name="connsiteY36-1534" fmla="*/ 5288 h 10000"/>
              <a:gd name="connsiteX37-1535" fmla="*/ 8985 w 10000"/>
              <a:gd name="connsiteY37-1536" fmla="*/ 6178 h 10000"/>
              <a:gd name="connsiteX38-1537" fmla="*/ 8916 w 10000"/>
              <a:gd name="connsiteY38-1538" fmla="*/ 6568 h 10000"/>
              <a:gd name="connsiteX39-1539" fmla="*/ 8834 w 10000"/>
              <a:gd name="connsiteY39-1540" fmla="*/ 6957 h 10000"/>
              <a:gd name="connsiteX40-1541" fmla="*/ 8765 w 10000"/>
              <a:gd name="connsiteY40-1542" fmla="*/ 7347 h 10000"/>
              <a:gd name="connsiteX41-1543" fmla="*/ 8697 w 10000"/>
              <a:gd name="connsiteY41-1544" fmla="*/ 7737 h 10000"/>
              <a:gd name="connsiteX42-1545" fmla="*/ 8615 w 10000"/>
              <a:gd name="connsiteY42-1546" fmla="*/ 8033 h 10000"/>
              <a:gd name="connsiteX43-1547" fmla="*/ 8615 w 10000"/>
              <a:gd name="connsiteY43-1548" fmla="*/ 8237 h 10000"/>
              <a:gd name="connsiteX44-1549" fmla="*/ 8546 w 10000"/>
              <a:gd name="connsiteY44-1550" fmla="*/ 8534 h 10000"/>
              <a:gd name="connsiteX45-1551" fmla="*/ 8477 w 10000"/>
              <a:gd name="connsiteY45-1552" fmla="*/ 8720 h 10000"/>
              <a:gd name="connsiteX46-1553" fmla="*/ 8326 w 10000"/>
              <a:gd name="connsiteY46-1554" fmla="*/ 9017 h 10000"/>
              <a:gd name="connsiteX47-1555" fmla="*/ 8189 w 10000"/>
              <a:gd name="connsiteY47-1556" fmla="*/ 9314 h 10000"/>
              <a:gd name="connsiteX48-1557" fmla="*/ 8038 w 10000"/>
              <a:gd name="connsiteY48-1558" fmla="*/ 9610 h 10000"/>
              <a:gd name="connsiteX49-1559" fmla="*/ 7901 w 10000"/>
              <a:gd name="connsiteY49-1560" fmla="*/ 9703 h 10000"/>
              <a:gd name="connsiteX50-1561" fmla="*/ 7750 w 10000"/>
              <a:gd name="connsiteY50-1562" fmla="*/ 9889 h 10000"/>
              <a:gd name="connsiteX51-1563" fmla="*/ 7599 w 10000"/>
              <a:gd name="connsiteY51-1564" fmla="*/ 10000 h 10000"/>
              <a:gd name="connsiteX52-1565" fmla="*/ 7462 w 10000"/>
              <a:gd name="connsiteY52-1566" fmla="*/ 10000 h 10000"/>
              <a:gd name="connsiteX53-1567" fmla="*/ 7311 w 10000"/>
              <a:gd name="connsiteY53-1568" fmla="*/ 10000 h 10000"/>
              <a:gd name="connsiteX54-1569" fmla="*/ 7311 w 10000"/>
              <a:gd name="connsiteY54-1570" fmla="*/ 9889 h 10000"/>
              <a:gd name="connsiteX55-1571" fmla="*/ 7243 w 10000"/>
              <a:gd name="connsiteY55-1572" fmla="*/ 9889 h 10000"/>
              <a:gd name="connsiteX56-1573" fmla="*/ 7243 w 10000"/>
              <a:gd name="connsiteY56-1574" fmla="*/ 9796 h 10000"/>
              <a:gd name="connsiteX57-1575" fmla="*/ 7243 w 10000"/>
              <a:gd name="connsiteY57-1576" fmla="*/ 9610 h 10000"/>
              <a:gd name="connsiteX58-1577" fmla="*/ 7243 w 10000"/>
              <a:gd name="connsiteY58-1578" fmla="*/ 9499 h 10000"/>
              <a:gd name="connsiteX59-1579" fmla="*/ 7243 w 10000"/>
              <a:gd name="connsiteY59-1580" fmla="*/ 9406 h 10000"/>
              <a:gd name="connsiteX60-1581" fmla="*/ 7243 w 10000"/>
              <a:gd name="connsiteY60-1582" fmla="*/ 9202 h 10000"/>
              <a:gd name="connsiteX61-1583" fmla="*/ 7243 w 10000"/>
              <a:gd name="connsiteY61-1584" fmla="*/ 9017 h 10000"/>
              <a:gd name="connsiteX62-1585" fmla="*/ 7174 w 10000"/>
              <a:gd name="connsiteY62-1586" fmla="*/ 8813 h 10000"/>
              <a:gd name="connsiteX63-1587" fmla="*/ 7092 w 10000"/>
              <a:gd name="connsiteY63-1588" fmla="*/ 8534 h 10000"/>
              <a:gd name="connsiteX64-1589" fmla="*/ 6955 w 10000"/>
              <a:gd name="connsiteY64-1590" fmla="*/ 8126 h 10000"/>
              <a:gd name="connsiteX65-1591" fmla="*/ 7311 w 10000"/>
              <a:gd name="connsiteY65-1592" fmla="*/ 7551 h 10000"/>
              <a:gd name="connsiteX66-1593" fmla="*/ 7394 w 10000"/>
              <a:gd name="connsiteY66-1594" fmla="*/ 7551 h 10000"/>
              <a:gd name="connsiteX67-1595" fmla="*/ 7462 w 10000"/>
              <a:gd name="connsiteY67-1596" fmla="*/ 7644 h 10000"/>
              <a:gd name="connsiteX68-1597" fmla="*/ 7531 w 10000"/>
              <a:gd name="connsiteY68-1598" fmla="*/ 7644 h 10000"/>
              <a:gd name="connsiteX69-1599" fmla="*/ 7599 w 10000"/>
              <a:gd name="connsiteY69-1600" fmla="*/ 7644 h 10000"/>
              <a:gd name="connsiteX70-1601" fmla="*/ 7682 w 10000"/>
              <a:gd name="connsiteY70-1602" fmla="*/ 7644 h 10000"/>
              <a:gd name="connsiteX71-1603" fmla="*/ 7750 w 10000"/>
              <a:gd name="connsiteY71-1604" fmla="*/ 7551 h 10000"/>
              <a:gd name="connsiteX72-1605" fmla="*/ 7819 w 10000"/>
              <a:gd name="connsiteY72-1606" fmla="*/ 7440 h 10000"/>
              <a:gd name="connsiteX73-1607" fmla="*/ 7819 w 10000"/>
              <a:gd name="connsiteY73-1608" fmla="*/ 7347 h 10000"/>
              <a:gd name="connsiteX74-1609" fmla="*/ 7901 w 10000"/>
              <a:gd name="connsiteY74-1610" fmla="*/ 7254 h 10000"/>
              <a:gd name="connsiteX75-1611" fmla="*/ 7970 w 10000"/>
              <a:gd name="connsiteY75-1612" fmla="*/ 7050 h 10000"/>
              <a:gd name="connsiteX76-1613" fmla="*/ 7970 w 10000"/>
              <a:gd name="connsiteY76-1614" fmla="*/ 6865 h 10000"/>
              <a:gd name="connsiteX77-1615" fmla="*/ 8038 w 10000"/>
              <a:gd name="connsiteY77-1616" fmla="*/ 6660 h 10000"/>
              <a:gd name="connsiteX78-1617" fmla="*/ 8107 w 10000"/>
              <a:gd name="connsiteY78-1618" fmla="*/ 6364 h 10000"/>
              <a:gd name="connsiteX79-1619" fmla="*/ 8189 w 10000"/>
              <a:gd name="connsiteY79-1620" fmla="*/ 6067 h 10000"/>
              <a:gd name="connsiteX80-1621" fmla="*/ 8189 w 10000"/>
              <a:gd name="connsiteY80-1622" fmla="*/ 5677 h 10000"/>
              <a:gd name="connsiteX81-1623" fmla="*/ 8326 w 10000"/>
              <a:gd name="connsiteY81-1624" fmla="*/ 4991 h 10000"/>
              <a:gd name="connsiteX82-1625" fmla="*/ 8409 w 10000"/>
              <a:gd name="connsiteY82-1626" fmla="*/ 4212 h 10000"/>
              <a:gd name="connsiteX83-1627" fmla="*/ 8409 w 10000"/>
              <a:gd name="connsiteY83-1628" fmla="*/ 3525 h 10000"/>
              <a:gd name="connsiteX84-1629" fmla="*/ 8477 w 10000"/>
              <a:gd name="connsiteY84-1630" fmla="*/ 2839 h 10000"/>
              <a:gd name="connsiteX85-1631" fmla="*/ 8477 w 10000"/>
              <a:gd name="connsiteY85-1632" fmla="*/ 2542 h 10000"/>
              <a:gd name="connsiteX86-1633" fmla="*/ 8477 w 10000"/>
              <a:gd name="connsiteY86-1634" fmla="*/ 2263 h 10000"/>
              <a:gd name="connsiteX87-1635" fmla="*/ 8477 w 10000"/>
              <a:gd name="connsiteY87-1636" fmla="*/ 2059 h 10000"/>
              <a:gd name="connsiteX88-1637" fmla="*/ 8477 w 10000"/>
              <a:gd name="connsiteY88-1638" fmla="*/ 1855 h 10000"/>
              <a:gd name="connsiteX89-1639" fmla="*/ 8477 w 10000"/>
              <a:gd name="connsiteY89-1640" fmla="*/ 1670 h 10000"/>
              <a:gd name="connsiteX90-1641" fmla="*/ 8477 w 10000"/>
              <a:gd name="connsiteY90-1642" fmla="*/ 1577 h 10000"/>
              <a:gd name="connsiteX91-1643" fmla="*/ 8409 w 10000"/>
              <a:gd name="connsiteY91-1644" fmla="*/ 1466 h 10000"/>
              <a:gd name="connsiteX92-1645" fmla="*/ 8409 w 10000"/>
              <a:gd name="connsiteY92-1646" fmla="*/ 1373 h 10000"/>
              <a:gd name="connsiteX93-1647" fmla="*/ 8409 w 10000"/>
              <a:gd name="connsiteY93-1648" fmla="*/ 1280 h 10000"/>
              <a:gd name="connsiteX94-1649" fmla="*/ 8326 w 10000"/>
              <a:gd name="connsiteY94-1650" fmla="*/ 1280 h 10000"/>
              <a:gd name="connsiteX95-1651" fmla="*/ 8258 w 10000"/>
              <a:gd name="connsiteY95-1652" fmla="*/ 1169 h 10000"/>
              <a:gd name="connsiteX96-1653" fmla="*/ 8258 w 10000"/>
              <a:gd name="connsiteY96-1654" fmla="*/ 1169 h 10000"/>
              <a:gd name="connsiteX97-1655" fmla="*/ 8107 w 10000"/>
              <a:gd name="connsiteY97-1656" fmla="*/ 1169 h 10000"/>
              <a:gd name="connsiteX98-1657" fmla="*/ 8038 w 10000"/>
              <a:gd name="connsiteY98-1658" fmla="*/ 1169 h 10000"/>
              <a:gd name="connsiteX99-1659" fmla="*/ 7970 w 10000"/>
              <a:gd name="connsiteY99-1660" fmla="*/ 1169 h 10000"/>
              <a:gd name="connsiteX100-1661" fmla="*/ 7819 w 10000"/>
              <a:gd name="connsiteY100-1662" fmla="*/ 1169 h 10000"/>
              <a:gd name="connsiteX101-1663" fmla="*/ 7682 w 10000"/>
              <a:gd name="connsiteY101-1664" fmla="*/ 1169 h 10000"/>
              <a:gd name="connsiteX102-1665" fmla="*/ 7462 w 10000"/>
              <a:gd name="connsiteY102-1666" fmla="*/ 1169 h 10000"/>
              <a:gd name="connsiteX103-1667" fmla="*/ 7311 w 10000"/>
              <a:gd name="connsiteY103-1668" fmla="*/ 1169 h 10000"/>
              <a:gd name="connsiteX104-1669" fmla="*/ 7092 w 10000"/>
              <a:gd name="connsiteY104-1670" fmla="*/ 1169 h 10000"/>
              <a:gd name="connsiteX105-1671" fmla="*/ 6804 w 10000"/>
              <a:gd name="connsiteY105-1672" fmla="*/ 1169 h 10000"/>
              <a:gd name="connsiteX106-1673" fmla="*/ 6516 w 10000"/>
              <a:gd name="connsiteY106-1674" fmla="*/ 1280 h 10000"/>
              <a:gd name="connsiteX107-1675" fmla="*/ 6228 w 10000"/>
              <a:gd name="connsiteY107-1676" fmla="*/ 1280 h 10000"/>
              <a:gd name="connsiteX108-1677" fmla="*/ 5871 w 10000"/>
              <a:gd name="connsiteY108-1678" fmla="*/ 1373 h 10000"/>
              <a:gd name="connsiteX109-1679" fmla="*/ 5144 w 10000"/>
              <a:gd name="connsiteY109-1680" fmla="*/ 1466 h 10000"/>
              <a:gd name="connsiteX110-1681" fmla="*/ 4417 w 10000"/>
              <a:gd name="connsiteY110-1682" fmla="*/ 1670 h 10000"/>
              <a:gd name="connsiteX111-1683" fmla="*/ 3690 w 10000"/>
              <a:gd name="connsiteY111-1684" fmla="*/ 1763 h 10000"/>
              <a:gd name="connsiteX112-1685" fmla="*/ 2963 w 10000"/>
              <a:gd name="connsiteY112-1686" fmla="*/ 1855 h 10000"/>
              <a:gd name="connsiteX113-1687" fmla="*/ 2167 w 10000"/>
              <a:gd name="connsiteY113-1688" fmla="*/ 1967 h 10000"/>
              <a:gd name="connsiteX114-1689" fmla="*/ 1454 w 10000"/>
              <a:gd name="connsiteY114-1690" fmla="*/ 2059 h 10000"/>
              <a:gd name="connsiteX115-1691" fmla="*/ 727 w 10000"/>
              <a:gd name="connsiteY115-1692" fmla="*/ 2152 h 10000"/>
              <a:gd name="connsiteX116-1693" fmla="*/ 0 w 10000"/>
              <a:gd name="connsiteY116-1694" fmla="*/ 2263 h 10000"/>
              <a:gd name="connsiteX117-1695" fmla="*/ 0 w 10000"/>
              <a:gd name="connsiteY117-1696" fmla="*/ 1670 h 10000"/>
              <a:gd name="connsiteX118-1697" fmla="*/ 576 w 10000"/>
              <a:gd name="connsiteY118-1698" fmla="*/ 1577 h 10000"/>
              <a:gd name="connsiteX119-1699" fmla="*/ 1152 w 10000"/>
              <a:gd name="connsiteY119-1700" fmla="*/ 1466 h 10000"/>
              <a:gd name="connsiteX120-1701" fmla="*/ 1660 w 10000"/>
              <a:gd name="connsiteY120-1702" fmla="*/ 1373 h 10000"/>
              <a:gd name="connsiteX121-1703" fmla="*/ 2167 w 10000"/>
              <a:gd name="connsiteY121-1704" fmla="*/ 1280 h 10000"/>
              <a:gd name="connsiteX122-1705" fmla="*/ 2675 w 10000"/>
              <a:gd name="connsiteY122-1706" fmla="*/ 1280 h 10000"/>
              <a:gd name="connsiteX123-1707" fmla="*/ 3114 w 10000"/>
              <a:gd name="connsiteY123-1708" fmla="*/ 1169 h 10000"/>
              <a:gd name="connsiteX124-1709" fmla="*/ 3553 w 10000"/>
              <a:gd name="connsiteY124-1710" fmla="*/ 1076 h 10000"/>
              <a:gd name="connsiteX125-1711" fmla="*/ 3978 w 10000"/>
              <a:gd name="connsiteY125-1712" fmla="*/ 1076 h 10000"/>
              <a:gd name="connsiteX126-1713" fmla="*/ 4348 w 10000"/>
              <a:gd name="connsiteY126-1714" fmla="*/ 983 h 10000"/>
              <a:gd name="connsiteX127-1715" fmla="*/ 4705 w 10000"/>
              <a:gd name="connsiteY127-1716" fmla="*/ 891 h 10000"/>
              <a:gd name="connsiteX128-1717" fmla="*/ 5075 w 10000"/>
              <a:gd name="connsiteY128-1718" fmla="*/ 891 h 10000"/>
              <a:gd name="connsiteX129-1719" fmla="*/ 5364 w 10000"/>
              <a:gd name="connsiteY129-1720" fmla="*/ 779 h 10000"/>
              <a:gd name="connsiteX130-1721" fmla="*/ 5720 w 10000"/>
              <a:gd name="connsiteY130-1722" fmla="*/ 779 h 10000"/>
              <a:gd name="connsiteX131-1723" fmla="*/ 5940 w 10000"/>
              <a:gd name="connsiteY131-1724" fmla="*/ 779 h 10000"/>
              <a:gd name="connsiteX132-1725" fmla="*/ 6228 w 10000"/>
              <a:gd name="connsiteY132-1726" fmla="*/ 686 h 10000"/>
              <a:gd name="connsiteX133-1727" fmla="*/ 6447 w 10000"/>
              <a:gd name="connsiteY133-1728" fmla="*/ 686 h 10000"/>
              <a:gd name="connsiteX134-1729" fmla="*/ 6804 w 10000"/>
              <a:gd name="connsiteY134-1730" fmla="*/ 594 h 10000"/>
              <a:gd name="connsiteX135-1731" fmla="*/ 7174 w 10000"/>
              <a:gd name="connsiteY135-1732" fmla="*/ 594 h 10000"/>
              <a:gd name="connsiteX136-1733" fmla="*/ 7462 w 10000"/>
              <a:gd name="connsiteY136-1734" fmla="*/ 482 h 10000"/>
              <a:gd name="connsiteX137-1735" fmla="*/ 7750 w 10000"/>
              <a:gd name="connsiteY137-1736" fmla="*/ 482 h 10000"/>
              <a:gd name="connsiteX138-1737" fmla="*/ 7901 w 10000"/>
              <a:gd name="connsiteY138-1738" fmla="*/ 390 h 10000"/>
              <a:gd name="connsiteX139-1739" fmla="*/ 8038 w 10000"/>
              <a:gd name="connsiteY139-1740" fmla="*/ 297 h 10000"/>
              <a:gd name="connsiteX140-1741" fmla="*/ 8189 w 10000"/>
              <a:gd name="connsiteY140-1742" fmla="*/ 297 h 10000"/>
              <a:gd name="connsiteX141-1743" fmla="*/ 8189 w 10000"/>
              <a:gd name="connsiteY141-1744" fmla="*/ 204 h 10000"/>
              <a:gd name="connsiteX142-1745" fmla="*/ 8189 w 10000"/>
              <a:gd name="connsiteY142-1746" fmla="*/ 204 h 10000"/>
              <a:gd name="connsiteX0-1747" fmla="*/ 8189 w 10000"/>
              <a:gd name="connsiteY0-1748" fmla="*/ 204 h 10000"/>
              <a:gd name="connsiteX1-1749" fmla="*/ 8258 w 10000"/>
              <a:gd name="connsiteY1-1750" fmla="*/ 93 h 10000"/>
              <a:gd name="connsiteX2-1751" fmla="*/ 8409 w 10000"/>
              <a:gd name="connsiteY2-1752" fmla="*/ 93 h 10000"/>
              <a:gd name="connsiteX3-1753" fmla="*/ 8477 w 10000"/>
              <a:gd name="connsiteY3-1754" fmla="*/ 0 h 10000"/>
              <a:gd name="connsiteX4-1755" fmla="*/ 8546 w 10000"/>
              <a:gd name="connsiteY4-1756" fmla="*/ 0 h 10000"/>
              <a:gd name="connsiteX5-1757" fmla="*/ 8697 w 10000"/>
              <a:gd name="connsiteY5-1758" fmla="*/ 93 h 10000"/>
              <a:gd name="connsiteX6-1759" fmla="*/ 8916 w 10000"/>
              <a:gd name="connsiteY6-1760" fmla="*/ 204 h 10000"/>
              <a:gd name="connsiteX7-1761" fmla="*/ 8985 w 10000"/>
              <a:gd name="connsiteY7-1762" fmla="*/ 297 h 10000"/>
              <a:gd name="connsiteX8-1763" fmla="*/ 9122 w 10000"/>
              <a:gd name="connsiteY8-1764" fmla="*/ 482 h 10000"/>
              <a:gd name="connsiteX9-1765" fmla="*/ 9204 w 10000"/>
              <a:gd name="connsiteY9-1766" fmla="*/ 594 h 10000"/>
              <a:gd name="connsiteX10-1767" fmla="*/ 9342 w 10000"/>
              <a:gd name="connsiteY10-1768" fmla="*/ 686 h 10000"/>
              <a:gd name="connsiteX11-1769" fmla="*/ 9492 w 10000"/>
              <a:gd name="connsiteY11-1770" fmla="*/ 891 h 10000"/>
              <a:gd name="connsiteX12-1771" fmla="*/ 9630 w 10000"/>
              <a:gd name="connsiteY12-1772" fmla="*/ 983 h 10000"/>
              <a:gd name="connsiteX13-1773" fmla="*/ 9712 w 10000"/>
              <a:gd name="connsiteY13-1774" fmla="*/ 1169 h 10000"/>
              <a:gd name="connsiteX14-1775" fmla="*/ 9849 w 10000"/>
              <a:gd name="connsiteY14-1776" fmla="*/ 1280 h 10000"/>
              <a:gd name="connsiteX15-1777" fmla="*/ 9918 w 10000"/>
              <a:gd name="connsiteY15-1778" fmla="*/ 1373 h 10000"/>
              <a:gd name="connsiteX16-1779" fmla="*/ 9918 w 10000"/>
              <a:gd name="connsiteY16-1780" fmla="*/ 1466 h 10000"/>
              <a:gd name="connsiteX17-1781" fmla="*/ 10000 w 10000"/>
              <a:gd name="connsiteY17-1782" fmla="*/ 1466 h 10000"/>
              <a:gd name="connsiteX18-1783" fmla="*/ 10000 w 10000"/>
              <a:gd name="connsiteY18-1784" fmla="*/ 1577 h 10000"/>
              <a:gd name="connsiteX19-1785" fmla="*/ 10000 w 10000"/>
              <a:gd name="connsiteY19-1786" fmla="*/ 1670 h 10000"/>
              <a:gd name="connsiteX20-1787" fmla="*/ 9918 w 10000"/>
              <a:gd name="connsiteY20-1788" fmla="*/ 1763 h 10000"/>
              <a:gd name="connsiteX21-1789" fmla="*/ 9849 w 10000"/>
              <a:gd name="connsiteY21-1790" fmla="*/ 1763 h 10000"/>
              <a:gd name="connsiteX22-1791" fmla="*/ 9781 w 10000"/>
              <a:gd name="connsiteY22-1792" fmla="*/ 1855 h 10000"/>
              <a:gd name="connsiteX23-1793" fmla="*/ 9712 w 10000"/>
              <a:gd name="connsiteY23-1794" fmla="*/ 1855 h 10000"/>
              <a:gd name="connsiteX24-1795" fmla="*/ 9712 w 10000"/>
              <a:gd name="connsiteY24-1796" fmla="*/ 1967 h 10000"/>
              <a:gd name="connsiteX25-1797" fmla="*/ 9630 w 10000"/>
              <a:gd name="connsiteY25-1798" fmla="*/ 2059 h 10000"/>
              <a:gd name="connsiteX26-1799" fmla="*/ 9561 w 10000"/>
              <a:gd name="connsiteY26-1800" fmla="*/ 2263 h 10000"/>
              <a:gd name="connsiteX27-1801" fmla="*/ 9561 w 10000"/>
              <a:gd name="connsiteY27-1802" fmla="*/ 2449 h 10000"/>
              <a:gd name="connsiteX28-1803" fmla="*/ 9492 w 10000"/>
              <a:gd name="connsiteY28-1804" fmla="*/ 2653 h 10000"/>
              <a:gd name="connsiteX29-1805" fmla="*/ 9492 w 10000"/>
              <a:gd name="connsiteY29-1806" fmla="*/ 2950 h 10000"/>
              <a:gd name="connsiteX30-1807" fmla="*/ 9492 w 10000"/>
              <a:gd name="connsiteY30-1808" fmla="*/ 3135 h 10000"/>
              <a:gd name="connsiteX31-1809" fmla="*/ 9410 w 10000"/>
              <a:gd name="connsiteY31-1810" fmla="*/ 3432 h 10000"/>
              <a:gd name="connsiteX32-1811" fmla="*/ 9410 w 10000"/>
              <a:gd name="connsiteY32-1812" fmla="*/ 3822 h 10000"/>
              <a:gd name="connsiteX33-1813" fmla="*/ 9342 w 10000"/>
              <a:gd name="connsiteY33-1814" fmla="*/ 4119 h 10000"/>
              <a:gd name="connsiteX34-1815" fmla="*/ 9273 w 10000"/>
              <a:gd name="connsiteY34-1816" fmla="*/ 4508 h 10000"/>
              <a:gd name="connsiteX35-1817" fmla="*/ 9204 w 10000"/>
              <a:gd name="connsiteY35-1818" fmla="*/ 4898 h 10000"/>
              <a:gd name="connsiteX36-1819" fmla="*/ 9122 w 10000"/>
              <a:gd name="connsiteY36-1820" fmla="*/ 5288 h 10000"/>
              <a:gd name="connsiteX37-1821" fmla="*/ 8985 w 10000"/>
              <a:gd name="connsiteY37-1822" fmla="*/ 6178 h 10000"/>
              <a:gd name="connsiteX38-1823" fmla="*/ 8916 w 10000"/>
              <a:gd name="connsiteY38-1824" fmla="*/ 6568 h 10000"/>
              <a:gd name="connsiteX39-1825" fmla="*/ 8834 w 10000"/>
              <a:gd name="connsiteY39-1826" fmla="*/ 6957 h 10000"/>
              <a:gd name="connsiteX40-1827" fmla="*/ 8765 w 10000"/>
              <a:gd name="connsiteY40-1828" fmla="*/ 7347 h 10000"/>
              <a:gd name="connsiteX41-1829" fmla="*/ 8697 w 10000"/>
              <a:gd name="connsiteY41-1830" fmla="*/ 7737 h 10000"/>
              <a:gd name="connsiteX42-1831" fmla="*/ 8615 w 10000"/>
              <a:gd name="connsiteY42-1832" fmla="*/ 8033 h 10000"/>
              <a:gd name="connsiteX43-1833" fmla="*/ 8615 w 10000"/>
              <a:gd name="connsiteY43-1834" fmla="*/ 8237 h 10000"/>
              <a:gd name="connsiteX44-1835" fmla="*/ 8546 w 10000"/>
              <a:gd name="connsiteY44-1836" fmla="*/ 8534 h 10000"/>
              <a:gd name="connsiteX45-1837" fmla="*/ 8477 w 10000"/>
              <a:gd name="connsiteY45-1838" fmla="*/ 8720 h 10000"/>
              <a:gd name="connsiteX46-1839" fmla="*/ 8326 w 10000"/>
              <a:gd name="connsiteY46-1840" fmla="*/ 9017 h 10000"/>
              <a:gd name="connsiteX47-1841" fmla="*/ 8189 w 10000"/>
              <a:gd name="connsiteY47-1842" fmla="*/ 9314 h 10000"/>
              <a:gd name="connsiteX48-1843" fmla="*/ 8038 w 10000"/>
              <a:gd name="connsiteY48-1844" fmla="*/ 9610 h 10000"/>
              <a:gd name="connsiteX49-1845" fmla="*/ 7901 w 10000"/>
              <a:gd name="connsiteY49-1846" fmla="*/ 9703 h 10000"/>
              <a:gd name="connsiteX50-1847" fmla="*/ 7750 w 10000"/>
              <a:gd name="connsiteY50-1848" fmla="*/ 9889 h 10000"/>
              <a:gd name="connsiteX51-1849" fmla="*/ 7599 w 10000"/>
              <a:gd name="connsiteY51-1850" fmla="*/ 10000 h 10000"/>
              <a:gd name="connsiteX52-1851" fmla="*/ 7462 w 10000"/>
              <a:gd name="connsiteY52-1852" fmla="*/ 10000 h 10000"/>
              <a:gd name="connsiteX53-1853" fmla="*/ 7311 w 10000"/>
              <a:gd name="connsiteY53-1854" fmla="*/ 10000 h 10000"/>
              <a:gd name="connsiteX54-1855" fmla="*/ 7311 w 10000"/>
              <a:gd name="connsiteY54-1856" fmla="*/ 9889 h 10000"/>
              <a:gd name="connsiteX55-1857" fmla="*/ 7243 w 10000"/>
              <a:gd name="connsiteY55-1858" fmla="*/ 9889 h 10000"/>
              <a:gd name="connsiteX56-1859" fmla="*/ 7243 w 10000"/>
              <a:gd name="connsiteY56-1860" fmla="*/ 9796 h 10000"/>
              <a:gd name="connsiteX57-1861" fmla="*/ 7243 w 10000"/>
              <a:gd name="connsiteY57-1862" fmla="*/ 9610 h 10000"/>
              <a:gd name="connsiteX58-1863" fmla="*/ 7243 w 10000"/>
              <a:gd name="connsiteY58-1864" fmla="*/ 9499 h 10000"/>
              <a:gd name="connsiteX59-1865" fmla="*/ 7243 w 10000"/>
              <a:gd name="connsiteY59-1866" fmla="*/ 9406 h 10000"/>
              <a:gd name="connsiteX60-1867" fmla="*/ 7243 w 10000"/>
              <a:gd name="connsiteY60-1868" fmla="*/ 9202 h 10000"/>
              <a:gd name="connsiteX61-1869" fmla="*/ 7243 w 10000"/>
              <a:gd name="connsiteY61-1870" fmla="*/ 9017 h 10000"/>
              <a:gd name="connsiteX62-1871" fmla="*/ 7174 w 10000"/>
              <a:gd name="connsiteY62-1872" fmla="*/ 8813 h 10000"/>
              <a:gd name="connsiteX63-1873" fmla="*/ 7092 w 10000"/>
              <a:gd name="connsiteY63-1874" fmla="*/ 8534 h 10000"/>
              <a:gd name="connsiteX64-1875" fmla="*/ 7311 w 10000"/>
              <a:gd name="connsiteY64-1876" fmla="*/ 7551 h 10000"/>
              <a:gd name="connsiteX65-1877" fmla="*/ 7394 w 10000"/>
              <a:gd name="connsiteY65-1878" fmla="*/ 7551 h 10000"/>
              <a:gd name="connsiteX66-1879" fmla="*/ 7462 w 10000"/>
              <a:gd name="connsiteY66-1880" fmla="*/ 7644 h 10000"/>
              <a:gd name="connsiteX67-1881" fmla="*/ 7531 w 10000"/>
              <a:gd name="connsiteY67-1882" fmla="*/ 7644 h 10000"/>
              <a:gd name="connsiteX68-1883" fmla="*/ 7599 w 10000"/>
              <a:gd name="connsiteY68-1884" fmla="*/ 7644 h 10000"/>
              <a:gd name="connsiteX69-1885" fmla="*/ 7682 w 10000"/>
              <a:gd name="connsiteY69-1886" fmla="*/ 7644 h 10000"/>
              <a:gd name="connsiteX70-1887" fmla="*/ 7750 w 10000"/>
              <a:gd name="connsiteY70-1888" fmla="*/ 7551 h 10000"/>
              <a:gd name="connsiteX71-1889" fmla="*/ 7819 w 10000"/>
              <a:gd name="connsiteY71-1890" fmla="*/ 7440 h 10000"/>
              <a:gd name="connsiteX72-1891" fmla="*/ 7819 w 10000"/>
              <a:gd name="connsiteY72-1892" fmla="*/ 7347 h 10000"/>
              <a:gd name="connsiteX73-1893" fmla="*/ 7901 w 10000"/>
              <a:gd name="connsiteY73-1894" fmla="*/ 7254 h 10000"/>
              <a:gd name="connsiteX74-1895" fmla="*/ 7970 w 10000"/>
              <a:gd name="connsiteY74-1896" fmla="*/ 7050 h 10000"/>
              <a:gd name="connsiteX75-1897" fmla="*/ 7970 w 10000"/>
              <a:gd name="connsiteY75-1898" fmla="*/ 6865 h 10000"/>
              <a:gd name="connsiteX76-1899" fmla="*/ 8038 w 10000"/>
              <a:gd name="connsiteY76-1900" fmla="*/ 6660 h 10000"/>
              <a:gd name="connsiteX77-1901" fmla="*/ 8107 w 10000"/>
              <a:gd name="connsiteY77-1902" fmla="*/ 6364 h 10000"/>
              <a:gd name="connsiteX78-1903" fmla="*/ 8189 w 10000"/>
              <a:gd name="connsiteY78-1904" fmla="*/ 6067 h 10000"/>
              <a:gd name="connsiteX79-1905" fmla="*/ 8189 w 10000"/>
              <a:gd name="connsiteY79-1906" fmla="*/ 5677 h 10000"/>
              <a:gd name="connsiteX80-1907" fmla="*/ 8326 w 10000"/>
              <a:gd name="connsiteY80-1908" fmla="*/ 4991 h 10000"/>
              <a:gd name="connsiteX81-1909" fmla="*/ 8409 w 10000"/>
              <a:gd name="connsiteY81-1910" fmla="*/ 4212 h 10000"/>
              <a:gd name="connsiteX82-1911" fmla="*/ 8409 w 10000"/>
              <a:gd name="connsiteY82-1912" fmla="*/ 3525 h 10000"/>
              <a:gd name="connsiteX83-1913" fmla="*/ 8477 w 10000"/>
              <a:gd name="connsiteY83-1914" fmla="*/ 2839 h 10000"/>
              <a:gd name="connsiteX84-1915" fmla="*/ 8477 w 10000"/>
              <a:gd name="connsiteY84-1916" fmla="*/ 2542 h 10000"/>
              <a:gd name="connsiteX85-1917" fmla="*/ 8477 w 10000"/>
              <a:gd name="connsiteY85-1918" fmla="*/ 2263 h 10000"/>
              <a:gd name="connsiteX86-1919" fmla="*/ 8477 w 10000"/>
              <a:gd name="connsiteY86-1920" fmla="*/ 2059 h 10000"/>
              <a:gd name="connsiteX87-1921" fmla="*/ 8477 w 10000"/>
              <a:gd name="connsiteY87-1922" fmla="*/ 1855 h 10000"/>
              <a:gd name="connsiteX88-1923" fmla="*/ 8477 w 10000"/>
              <a:gd name="connsiteY88-1924" fmla="*/ 1670 h 10000"/>
              <a:gd name="connsiteX89-1925" fmla="*/ 8477 w 10000"/>
              <a:gd name="connsiteY89-1926" fmla="*/ 1577 h 10000"/>
              <a:gd name="connsiteX90-1927" fmla="*/ 8409 w 10000"/>
              <a:gd name="connsiteY90-1928" fmla="*/ 1466 h 10000"/>
              <a:gd name="connsiteX91-1929" fmla="*/ 8409 w 10000"/>
              <a:gd name="connsiteY91-1930" fmla="*/ 1373 h 10000"/>
              <a:gd name="connsiteX92-1931" fmla="*/ 8409 w 10000"/>
              <a:gd name="connsiteY92-1932" fmla="*/ 1280 h 10000"/>
              <a:gd name="connsiteX93-1933" fmla="*/ 8326 w 10000"/>
              <a:gd name="connsiteY93-1934" fmla="*/ 1280 h 10000"/>
              <a:gd name="connsiteX94-1935" fmla="*/ 8258 w 10000"/>
              <a:gd name="connsiteY94-1936" fmla="*/ 1169 h 10000"/>
              <a:gd name="connsiteX95-1937" fmla="*/ 8258 w 10000"/>
              <a:gd name="connsiteY95-1938" fmla="*/ 1169 h 10000"/>
              <a:gd name="connsiteX96-1939" fmla="*/ 8107 w 10000"/>
              <a:gd name="connsiteY96-1940" fmla="*/ 1169 h 10000"/>
              <a:gd name="connsiteX97-1941" fmla="*/ 8038 w 10000"/>
              <a:gd name="connsiteY97-1942" fmla="*/ 1169 h 10000"/>
              <a:gd name="connsiteX98-1943" fmla="*/ 7970 w 10000"/>
              <a:gd name="connsiteY98-1944" fmla="*/ 1169 h 10000"/>
              <a:gd name="connsiteX99-1945" fmla="*/ 7819 w 10000"/>
              <a:gd name="connsiteY99-1946" fmla="*/ 1169 h 10000"/>
              <a:gd name="connsiteX100-1947" fmla="*/ 7682 w 10000"/>
              <a:gd name="connsiteY100-1948" fmla="*/ 1169 h 10000"/>
              <a:gd name="connsiteX101-1949" fmla="*/ 7462 w 10000"/>
              <a:gd name="connsiteY101-1950" fmla="*/ 1169 h 10000"/>
              <a:gd name="connsiteX102-1951" fmla="*/ 7311 w 10000"/>
              <a:gd name="connsiteY102-1952" fmla="*/ 1169 h 10000"/>
              <a:gd name="connsiteX103-1953" fmla="*/ 7092 w 10000"/>
              <a:gd name="connsiteY103-1954" fmla="*/ 1169 h 10000"/>
              <a:gd name="connsiteX104-1955" fmla="*/ 6804 w 10000"/>
              <a:gd name="connsiteY104-1956" fmla="*/ 1169 h 10000"/>
              <a:gd name="connsiteX105-1957" fmla="*/ 6516 w 10000"/>
              <a:gd name="connsiteY105-1958" fmla="*/ 1280 h 10000"/>
              <a:gd name="connsiteX106-1959" fmla="*/ 6228 w 10000"/>
              <a:gd name="connsiteY106-1960" fmla="*/ 1280 h 10000"/>
              <a:gd name="connsiteX107-1961" fmla="*/ 5871 w 10000"/>
              <a:gd name="connsiteY107-1962" fmla="*/ 1373 h 10000"/>
              <a:gd name="connsiteX108-1963" fmla="*/ 5144 w 10000"/>
              <a:gd name="connsiteY108-1964" fmla="*/ 1466 h 10000"/>
              <a:gd name="connsiteX109-1965" fmla="*/ 4417 w 10000"/>
              <a:gd name="connsiteY109-1966" fmla="*/ 1670 h 10000"/>
              <a:gd name="connsiteX110-1967" fmla="*/ 3690 w 10000"/>
              <a:gd name="connsiteY110-1968" fmla="*/ 1763 h 10000"/>
              <a:gd name="connsiteX111-1969" fmla="*/ 2963 w 10000"/>
              <a:gd name="connsiteY111-1970" fmla="*/ 1855 h 10000"/>
              <a:gd name="connsiteX112-1971" fmla="*/ 2167 w 10000"/>
              <a:gd name="connsiteY112-1972" fmla="*/ 1967 h 10000"/>
              <a:gd name="connsiteX113-1973" fmla="*/ 1454 w 10000"/>
              <a:gd name="connsiteY113-1974" fmla="*/ 2059 h 10000"/>
              <a:gd name="connsiteX114-1975" fmla="*/ 727 w 10000"/>
              <a:gd name="connsiteY114-1976" fmla="*/ 2152 h 10000"/>
              <a:gd name="connsiteX115-1977" fmla="*/ 0 w 10000"/>
              <a:gd name="connsiteY115-1978" fmla="*/ 2263 h 10000"/>
              <a:gd name="connsiteX116-1979" fmla="*/ 0 w 10000"/>
              <a:gd name="connsiteY116-1980" fmla="*/ 1670 h 10000"/>
              <a:gd name="connsiteX117-1981" fmla="*/ 576 w 10000"/>
              <a:gd name="connsiteY117-1982" fmla="*/ 1577 h 10000"/>
              <a:gd name="connsiteX118-1983" fmla="*/ 1152 w 10000"/>
              <a:gd name="connsiteY118-1984" fmla="*/ 1466 h 10000"/>
              <a:gd name="connsiteX119-1985" fmla="*/ 1660 w 10000"/>
              <a:gd name="connsiteY119-1986" fmla="*/ 1373 h 10000"/>
              <a:gd name="connsiteX120-1987" fmla="*/ 2167 w 10000"/>
              <a:gd name="connsiteY120-1988" fmla="*/ 1280 h 10000"/>
              <a:gd name="connsiteX121-1989" fmla="*/ 2675 w 10000"/>
              <a:gd name="connsiteY121-1990" fmla="*/ 1280 h 10000"/>
              <a:gd name="connsiteX122-1991" fmla="*/ 3114 w 10000"/>
              <a:gd name="connsiteY122-1992" fmla="*/ 1169 h 10000"/>
              <a:gd name="connsiteX123-1993" fmla="*/ 3553 w 10000"/>
              <a:gd name="connsiteY123-1994" fmla="*/ 1076 h 10000"/>
              <a:gd name="connsiteX124-1995" fmla="*/ 3978 w 10000"/>
              <a:gd name="connsiteY124-1996" fmla="*/ 1076 h 10000"/>
              <a:gd name="connsiteX125-1997" fmla="*/ 4348 w 10000"/>
              <a:gd name="connsiteY125-1998" fmla="*/ 983 h 10000"/>
              <a:gd name="connsiteX126-1999" fmla="*/ 4705 w 10000"/>
              <a:gd name="connsiteY126-2000" fmla="*/ 891 h 10000"/>
              <a:gd name="connsiteX127-2001" fmla="*/ 5075 w 10000"/>
              <a:gd name="connsiteY127-2002" fmla="*/ 891 h 10000"/>
              <a:gd name="connsiteX128-2003" fmla="*/ 5364 w 10000"/>
              <a:gd name="connsiteY128-2004" fmla="*/ 779 h 10000"/>
              <a:gd name="connsiteX129-2005" fmla="*/ 5720 w 10000"/>
              <a:gd name="connsiteY129-2006" fmla="*/ 779 h 10000"/>
              <a:gd name="connsiteX130-2007" fmla="*/ 5940 w 10000"/>
              <a:gd name="connsiteY130-2008" fmla="*/ 779 h 10000"/>
              <a:gd name="connsiteX131-2009" fmla="*/ 6228 w 10000"/>
              <a:gd name="connsiteY131-2010" fmla="*/ 686 h 10000"/>
              <a:gd name="connsiteX132-2011" fmla="*/ 6447 w 10000"/>
              <a:gd name="connsiteY132-2012" fmla="*/ 686 h 10000"/>
              <a:gd name="connsiteX133-2013" fmla="*/ 6804 w 10000"/>
              <a:gd name="connsiteY133-2014" fmla="*/ 594 h 10000"/>
              <a:gd name="connsiteX134-2015" fmla="*/ 7174 w 10000"/>
              <a:gd name="connsiteY134-2016" fmla="*/ 594 h 10000"/>
              <a:gd name="connsiteX135-2017" fmla="*/ 7462 w 10000"/>
              <a:gd name="connsiteY135-2018" fmla="*/ 482 h 10000"/>
              <a:gd name="connsiteX136-2019" fmla="*/ 7750 w 10000"/>
              <a:gd name="connsiteY136-2020" fmla="*/ 482 h 10000"/>
              <a:gd name="connsiteX137-2021" fmla="*/ 7901 w 10000"/>
              <a:gd name="connsiteY137-2022" fmla="*/ 390 h 10000"/>
              <a:gd name="connsiteX138-2023" fmla="*/ 8038 w 10000"/>
              <a:gd name="connsiteY138-2024" fmla="*/ 297 h 10000"/>
              <a:gd name="connsiteX139-2025" fmla="*/ 8189 w 10000"/>
              <a:gd name="connsiteY139-2026" fmla="*/ 297 h 10000"/>
              <a:gd name="connsiteX140-2027" fmla="*/ 8189 w 10000"/>
              <a:gd name="connsiteY140-2028" fmla="*/ 204 h 10000"/>
              <a:gd name="connsiteX141-2029" fmla="*/ 8189 w 10000"/>
              <a:gd name="connsiteY141-2030" fmla="*/ 204 h 10000"/>
              <a:gd name="connsiteX0-2031" fmla="*/ 8189 w 10000"/>
              <a:gd name="connsiteY0-2032" fmla="*/ 204 h 10000"/>
              <a:gd name="connsiteX1-2033" fmla="*/ 8258 w 10000"/>
              <a:gd name="connsiteY1-2034" fmla="*/ 93 h 10000"/>
              <a:gd name="connsiteX2-2035" fmla="*/ 8409 w 10000"/>
              <a:gd name="connsiteY2-2036" fmla="*/ 93 h 10000"/>
              <a:gd name="connsiteX3-2037" fmla="*/ 8477 w 10000"/>
              <a:gd name="connsiteY3-2038" fmla="*/ 0 h 10000"/>
              <a:gd name="connsiteX4-2039" fmla="*/ 8546 w 10000"/>
              <a:gd name="connsiteY4-2040" fmla="*/ 0 h 10000"/>
              <a:gd name="connsiteX5-2041" fmla="*/ 8697 w 10000"/>
              <a:gd name="connsiteY5-2042" fmla="*/ 93 h 10000"/>
              <a:gd name="connsiteX6-2043" fmla="*/ 8916 w 10000"/>
              <a:gd name="connsiteY6-2044" fmla="*/ 204 h 10000"/>
              <a:gd name="connsiteX7-2045" fmla="*/ 8985 w 10000"/>
              <a:gd name="connsiteY7-2046" fmla="*/ 297 h 10000"/>
              <a:gd name="connsiteX8-2047" fmla="*/ 9122 w 10000"/>
              <a:gd name="connsiteY8-2048" fmla="*/ 482 h 10000"/>
              <a:gd name="connsiteX9-2049" fmla="*/ 9204 w 10000"/>
              <a:gd name="connsiteY9-2050" fmla="*/ 594 h 10000"/>
              <a:gd name="connsiteX10-2051" fmla="*/ 9342 w 10000"/>
              <a:gd name="connsiteY10-2052" fmla="*/ 686 h 10000"/>
              <a:gd name="connsiteX11-2053" fmla="*/ 9492 w 10000"/>
              <a:gd name="connsiteY11-2054" fmla="*/ 891 h 10000"/>
              <a:gd name="connsiteX12-2055" fmla="*/ 9630 w 10000"/>
              <a:gd name="connsiteY12-2056" fmla="*/ 983 h 10000"/>
              <a:gd name="connsiteX13-2057" fmla="*/ 9712 w 10000"/>
              <a:gd name="connsiteY13-2058" fmla="*/ 1169 h 10000"/>
              <a:gd name="connsiteX14-2059" fmla="*/ 9849 w 10000"/>
              <a:gd name="connsiteY14-2060" fmla="*/ 1280 h 10000"/>
              <a:gd name="connsiteX15-2061" fmla="*/ 9918 w 10000"/>
              <a:gd name="connsiteY15-2062" fmla="*/ 1373 h 10000"/>
              <a:gd name="connsiteX16-2063" fmla="*/ 9918 w 10000"/>
              <a:gd name="connsiteY16-2064" fmla="*/ 1466 h 10000"/>
              <a:gd name="connsiteX17-2065" fmla="*/ 10000 w 10000"/>
              <a:gd name="connsiteY17-2066" fmla="*/ 1466 h 10000"/>
              <a:gd name="connsiteX18-2067" fmla="*/ 10000 w 10000"/>
              <a:gd name="connsiteY18-2068" fmla="*/ 1577 h 10000"/>
              <a:gd name="connsiteX19-2069" fmla="*/ 10000 w 10000"/>
              <a:gd name="connsiteY19-2070" fmla="*/ 1670 h 10000"/>
              <a:gd name="connsiteX20-2071" fmla="*/ 9918 w 10000"/>
              <a:gd name="connsiteY20-2072" fmla="*/ 1763 h 10000"/>
              <a:gd name="connsiteX21-2073" fmla="*/ 9849 w 10000"/>
              <a:gd name="connsiteY21-2074" fmla="*/ 1763 h 10000"/>
              <a:gd name="connsiteX22-2075" fmla="*/ 9781 w 10000"/>
              <a:gd name="connsiteY22-2076" fmla="*/ 1855 h 10000"/>
              <a:gd name="connsiteX23-2077" fmla="*/ 9712 w 10000"/>
              <a:gd name="connsiteY23-2078" fmla="*/ 1855 h 10000"/>
              <a:gd name="connsiteX24-2079" fmla="*/ 9712 w 10000"/>
              <a:gd name="connsiteY24-2080" fmla="*/ 1967 h 10000"/>
              <a:gd name="connsiteX25-2081" fmla="*/ 9630 w 10000"/>
              <a:gd name="connsiteY25-2082" fmla="*/ 2059 h 10000"/>
              <a:gd name="connsiteX26-2083" fmla="*/ 9561 w 10000"/>
              <a:gd name="connsiteY26-2084" fmla="*/ 2263 h 10000"/>
              <a:gd name="connsiteX27-2085" fmla="*/ 9561 w 10000"/>
              <a:gd name="connsiteY27-2086" fmla="*/ 2449 h 10000"/>
              <a:gd name="connsiteX28-2087" fmla="*/ 9492 w 10000"/>
              <a:gd name="connsiteY28-2088" fmla="*/ 2653 h 10000"/>
              <a:gd name="connsiteX29-2089" fmla="*/ 9492 w 10000"/>
              <a:gd name="connsiteY29-2090" fmla="*/ 2950 h 10000"/>
              <a:gd name="connsiteX30-2091" fmla="*/ 9492 w 10000"/>
              <a:gd name="connsiteY30-2092" fmla="*/ 3135 h 10000"/>
              <a:gd name="connsiteX31-2093" fmla="*/ 9410 w 10000"/>
              <a:gd name="connsiteY31-2094" fmla="*/ 3432 h 10000"/>
              <a:gd name="connsiteX32-2095" fmla="*/ 9410 w 10000"/>
              <a:gd name="connsiteY32-2096" fmla="*/ 3822 h 10000"/>
              <a:gd name="connsiteX33-2097" fmla="*/ 9342 w 10000"/>
              <a:gd name="connsiteY33-2098" fmla="*/ 4119 h 10000"/>
              <a:gd name="connsiteX34-2099" fmla="*/ 9273 w 10000"/>
              <a:gd name="connsiteY34-2100" fmla="*/ 4508 h 10000"/>
              <a:gd name="connsiteX35-2101" fmla="*/ 9204 w 10000"/>
              <a:gd name="connsiteY35-2102" fmla="*/ 4898 h 10000"/>
              <a:gd name="connsiteX36-2103" fmla="*/ 9122 w 10000"/>
              <a:gd name="connsiteY36-2104" fmla="*/ 5288 h 10000"/>
              <a:gd name="connsiteX37-2105" fmla="*/ 8985 w 10000"/>
              <a:gd name="connsiteY37-2106" fmla="*/ 6178 h 10000"/>
              <a:gd name="connsiteX38-2107" fmla="*/ 8916 w 10000"/>
              <a:gd name="connsiteY38-2108" fmla="*/ 6568 h 10000"/>
              <a:gd name="connsiteX39-2109" fmla="*/ 8834 w 10000"/>
              <a:gd name="connsiteY39-2110" fmla="*/ 6957 h 10000"/>
              <a:gd name="connsiteX40-2111" fmla="*/ 8765 w 10000"/>
              <a:gd name="connsiteY40-2112" fmla="*/ 7347 h 10000"/>
              <a:gd name="connsiteX41-2113" fmla="*/ 8697 w 10000"/>
              <a:gd name="connsiteY41-2114" fmla="*/ 7737 h 10000"/>
              <a:gd name="connsiteX42-2115" fmla="*/ 8615 w 10000"/>
              <a:gd name="connsiteY42-2116" fmla="*/ 8033 h 10000"/>
              <a:gd name="connsiteX43-2117" fmla="*/ 8615 w 10000"/>
              <a:gd name="connsiteY43-2118" fmla="*/ 8237 h 10000"/>
              <a:gd name="connsiteX44-2119" fmla="*/ 8546 w 10000"/>
              <a:gd name="connsiteY44-2120" fmla="*/ 8534 h 10000"/>
              <a:gd name="connsiteX45-2121" fmla="*/ 8477 w 10000"/>
              <a:gd name="connsiteY45-2122" fmla="*/ 8720 h 10000"/>
              <a:gd name="connsiteX46-2123" fmla="*/ 8326 w 10000"/>
              <a:gd name="connsiteY46-2124" fmla="*/ 9017 h 10000"/>
              <a:gd name="connsiteX47-2125" fmla="*/ 8189 w 10000"/>
              <a:gd name="connsiteY47-2126" fmla="*/ 9314 h 10000"/>
              <a:gd name="connsiteX48-2127" fmla="*/ 8038 w 10000"/>
              <a:gd name="connsiteY48-2128" fmla="*/ 9610 h 10000"/>
              <a:gd name="connsiteX49-2129" fmla="*/ 7901 w 10000"/>
              <a:gd name="connsiteY49-2130" fmla="*/ 9703 h 10000"/>
              <a:gd name="connsiteX50-2131" fmla="*/ 7750 w 10000"/>
              <a:gd name="connsiteY50-2132" fmla="*/ 9889 h 10000"/>
              <a:gd name="connsiteX51-2133" fmla="*/ 7599 w 10000"/>
              <a:gd name="connsiteY51-2134" fmla="*/ 10000 h 10000"/>
              <a:gd name="connsiteX52-2135" fmla="*/ 7462 w 10000"/>
              <a:gd name="connsiteY52-2136" fmla="*/ 10000 h 10000"/>
              <a:gd name="connsiteX53-2137" fmla="*/ 7311 w 10000"/>
              <a:gd name="connsiteY53-2138" fmla="*/ 10000 h 10000"/>
              <a:gd name="connsiteX54-2139" fmla="*/ 7311 w 10000"/>
              <a:gd name="connsiteY54-2140" fmla="*/ 9889 h 10000"/>
              <a:gd name="connsiteX55-2141" fmla="*/ 7243 w 10000"/>
              <a:gd name="connsiteY55-2142" fmla="*/ 9889 h 10000"/>
              <a:gd name="connsiteX56-2143" fmla="*/ 7243 w 10000"/>
              <a:gd name="connsiteY56-2144" fmla="*/ 9796 h 10000"/>
              <a:gd name="connsiteX57-2145" fmla="*/ 7243 w 10000"/>
              <a:gd name="connsiteY57-2146" fmla="*/ 9610 h 10000"/>
              <a:gd name="connsiteX58-2147" fmla="*/ 7243 w 10000"/>
              <a:gd name="connsiteY58-2148" fmla="*/ 9499 h 10000"/>
              <a:gd name="connsiteX59-2149" fmla="*/ 7243 w 10000"/>
              <a:gd name="connsiteY59-2150" fmla="*/ 9406 h 10000"/>
              <a:gd name="connsiteX60-2151" fmla="*/ 7243 w 10000"/>
              <a:gd name="connsiteY60-2152" fmla="*/ 9202 h 10000"/>
              <a:gd name="connsiteX61-2153" fmla="*/ 7243 w 10000"/>
              <a:gd name="connsiteY61-2154" fmla="*/ 9017 h 10000"/>
              <a:gd name="connsiteX62-2155" fmla="*/ 7174 w 10000"/>
              <a:gd name="connsiteY62-2156" fmla="*/ 8813 h 10000"/>
              <a:gd name="connsiteX63-2157" fmla="*/ 7311 w 10000"/>
              <a:gd name="connsiteY63-2158" fmla="*/ 7551 h 10000"/>
              <a:gd name="connsiteX64-2159" fmla="*/ 7394 w 10000"/>
              <a:gd name="connsiteY64-2160" fmla="*/ 7551 h 10000"/>
              <a:gd name="connsiteX65-2161" fmla="*/ 7462 w 10000"/>
              <a:gd name="connsiteY65-2162" fmla="*/ 7644 h 10000"/>
              <a:gd name="connsiteX66-2163" fmla="*/ 7531 w 10000"/>
              <a:gd name="connsiteY66-2164" fmla="*/ 7644 h 10000"/>
              <a:gd name="connsiteX67-2165" fmla="*/ 7599 w 10000"/>
              <a:gd name="connsiteY67-2166" fmla="*/ 7644 h 10000"/>
              <a:gd name="connsiteX68-2167" fmla="*/ 7682 w 10000"/>
              <a:gd name="connsiteY68-2168" fmla="*/ 7644 h 10000"/>
              <a:gd name="connsiteX69-2169" fmla="*/ 7750 w 10000"/>
              <a:gd name="connsiteY69-2170" fmla="*/ 7551 h 10000"/>
              <a:gd name="connsiteX70-2171" fmla="*/ 7819 w 10000"/>
              <a:gd name="connsiteY70-2172" fmla="*/ 7440 h 10000"/>
              <a:gd name="connsiteX71-2173" fmla="*/ 7819 w 10000"/>
              <a:gd name="connsiteY71-2174" fmla="*/ 7347 h 10000"/>
              <a:gd name="connsiteX72-2175" fmla="*/ 7901 w 10000"/>
              <a:gd name="connsiteY72-2176" fmla="*/ 7254 h 10000"/>
              <a:gd name="connsiteX73-2177" fmla="*/ 7970 w 10000"/>
              <a:gd name="connsiteY73-2178" fmla="*/ 7050 h 10000"/>
              <a:gd name="connsiteX74-2179" fmla="*/ 7970 w 10000"/>
              <a:gd name="connsiteY74-2180" fmla="*/ 6865 h 10000"/>
              <a:gd name="connsiteX75-2181" fmla="*/ 8038 w 10000"/>
              <a:gd name="connsiteY75-2182" fmla="*/ 6660 h 10000"/>
              <a:gd name="connsiteX76-2183" fmla="*/ 8107 w 10000"/>
              <a:gd name="connsiteY76-2184" fmla="*/ 6364 h 10000"/>
              <a:gd name="connsiteX77-2185" fmla="*/ 8189 w 10000"/>
              <a:gd name="connsiteY77-2186" fmla="*/ 6067 h 10000"/>
              <a:gd name="connsiteX78-2187" fmla="*/ 8189 w 10000"/>
              <a:gd name="connsiteY78-2188" fmla="*/ 5677 h 10000"/>
              <a:gd name="connsiteX79-2189" fmla="*/ 8326 w 10000"/>
              <a:gd name="connsiteY79-2190" fmla="*/ 4991 h 10000"/>
              <a:gd name="connsiteX80-2191" fmla="*/ 8409 w 10000"/>
              <a:gd name="connsiteY80-2192" fmla="*/ 4212 h 10000"/>
              <a:gd name="connsiteX81-2193" fmla="*/ 8409 w 10000"/>
              <a:gd name="connsiteY81-2194" fmla="*/ 3525 h 10000"/>
              <a:gd name="connsiteX82-2195" fmla="*/ 8477 w 10000"/>
              <a:gd name="connsiteY82-2196" fmla="*/ 2839 h 10000"/>
              <a:gd name="connsiteX83-2197" fmla="*/ 8477 w 10000"/>
              <a:gd name="connsiteY83-2198" fmla="*/ 2542 h 10000"/>
              <a:gd name="connsiteX84-2199" fmla="*/ 8477 w 10000"/>
              <a:gd name="connsiteY84-2200" fmla="*/ 2263 h 10000"/>
              <a:gd name="connsiteX85-2201" fmla="*/ 8477 w 10000"/>
              <a:gd name="connsiteY85-2202" fmla="*/ 2059 h 10000"/>
              <a:gd name="connsiteX86-2203" fmla="*/ 8477 w 10000"/>
              <a:gd name="connsiteY86-2204" fmla="*/ 1855 h 10000"/>
              <a:gd name="connsiteX87-2205" fmla="*/ 8477 w 10000"/>
              <a:gd name="connsiteY87-2206" fmla="*/ 1670 h 10000"/>
              <a:gd name="connsiteX88-2207" fmla="*/ 8477 w 10000"/>
              <a:gd name="connsiteY88-2208" fmla="*/ 1577 h 10000"/>
              <a:gd name="connsiteX89-2209" fmla="*/ 8409 w 10000"/>
              <a:gd name="connsiteY89-2210" fmla="*/ 1466 h 10000"/>
              <a:gd name="connsiteX90-2211" fmla="*/ 8409 w 10000"/>
              <a:gd name="connsiteY90-2212" fmla="*/ 1373 h 10000"/>
              <a:gd name="connsiteX91-2213" fmla="*/ 8409 w 10000"/>
              <a:gd name="connsiteY91-2214" fmla="*/ 1280 h 10000"/>
              <a:gd name="connsiteX92-2215" fmla="*/ 8326 w 10000"/>
              <a:gd name="connsiteY92-2216" fmla="*/ 1280 h 10000"/>
              <a:gd name="connsiteX93-2217" fmla="*/ 8258 w 10000"/>
              <a:gd name="connsiteY93-2218" fmla="*/ 1169 h 10000"/>
              <a:gd name="connsiteX94-2219" fmla="*/ 8258 w 10000"/>
              <a:gd name="connsiteY94-2220" fmla="*/ 1169 h 10000"/>
              <a:gd name="connsiteX95-2221" fmla="*/ 8107 w 10000"/>
              <a:gd name="connsiteY95-2222" fmla="*/ 1169 h 10000"/>
              <a:gd name="connsiteX96-2223" fmla="*/ 8038 w 10000"/>
              <a:gd name="connsiteY96-2224" fmla="*/ 1169 h 10000"/>
              <a:gd name="connsiteX97-2225" fmla="*/ 7970 w 10000"/>
              <a:gd name="connsiteY97-2226" fmla="*/ 1169 h 10000"/>
              <a:gd name="connsiteX98-2227" fmla="*/ 7819 w 10000"/>
              <a:gd name="connsiteY98-2228" fmla="*/ 1169 h 10000"/>
              <a:gd name="connsiteX99-2229" fmla="*/ 7682 w 10000"/>
              <a:gd name="connsiteY99-2230" fmla="*/ 1169 h 10000"/>
              <a:gd name="connsiteX100-2231" fmla="*/ 7462 w 10000"/>
              <a:gd name="connsiteY100-2232" fmla="*/ 1169 h 10000"/>
              <a:gd name="connsiteX101-2233" fmla="*/ 7311 w 10000"/>
              <a:gd name="connsiteY101-2234" fmla="*/ 1169 h 10000"/>
              <a:gd name="connsiteX102-2235" fmla="*/ 7092 w 10000"/>
              <a:gd name="connsiteY102-2236" fmla="*/ 1169 h 10000"/>
              <a:gd name="connsiteX103-2237" fmla="*/ 6804 w 10000"/>
              <a:gd name="connsiteY103-2238" fmla="*/ 1169 h 10000"/>
              <a:gd name="connsiteX104-2239" fmla="*/ 6516 w 10000"/>
              <a:gd name="connsiteY104-2240" fmla="*/ 1280 h 10000"/>
              <a:gd name="connsiteX105-2241" fmla="*/ 6228 w 10000"/>
              <a:gd name="connsiteY105-2242" fmla="*/ 1280 h 10000"/>
              <a:gd name="connsiteX106-2243" fmla="*/ 5871 w 10000"/>
              <a:gd name="connsiteY106-2244" fmla="*/ 1373 h 10000"/>
              <a:gd name="connsiteX107-2245" fmla="*/ 5144 w 10000"/>
              <a:gd name="connsiteY107-2246" fmla="*/ 1466 h 10000"/>
              <a:gd name="connsiteX108-2247" fmla="*/ 4417 w 10000"/>
              <a:gd name="connsiteY108-2248" fmla="*/ 1670 h 10000"/>
              <a:gd name="connsiteX109-2249" fmla="*/ 3690 w 10000"/>
              <a:gd name="connsiteY109-2250" fmla="*/ 1763 h 10000"/>
              <a:gd name="connsiteX110-2251" fmla="*/ 2963 w 10000"/>
              <a:gd name="connsiteY110-2252" fmla="*/ 1855 h 10000"/>
              <a:gd name="connsiteX111-2253" fmla="*/ 2167 w 10000"/>
              <a:gd name="connsiteY111-2254" fmla="*/ 1967 h 10000"/>
              <a:gd name="connsiteX112-2255" fmla="*/ 1454 w 10000"/>
              <a:gd name="connsiteY112-2256" fmla="*/ 2059 h 10000"/>
              <a:gd name="connsiteX113-2257" fmla="*/ 727 w 10000"/>
              <a:gd name="connsiteY113-2258" fmla="*/ 2152 h 10000"/>
              <a:gd name="connsiteX114-2259" fmla="*/ 0 w 10000"/>
              <a:gd name="connsiteY114-2260" fmla="*/ 2263 h 10000"/>
              <a:gd name="connsiteX115-2261" fmla="*/ 0 w 10000"/>
              <a:gd name="connsiteY115-2262" fmla="*/ 1670 h 10000"/>
              <a:gd name="connsiteX116-2263" fmla="*/ 576 w 10000"/>
              <a:gd name="connsiteY116-2264" fmla="*/ 1577 h 10000"/>
              <a:gd name="connsiteX117-2265" fmla="*/ 1152 w 10000"/>
              <a:gd name="connsiteY117-2266" fmla="*/ 1466 h 10000"/>
              <a:gd name="connsiteX118-2267" fmla="*/ 1660 w 10000"/>
              <a:gd name="connsiteY118-2268" fmla="*/ 1373 h 10000"/>
              <a:gd name="connsiteX119-2269" fmla="*/ 2167 w 10000"/>
              <a:gd name="connsiteY119-2270" fmla="*/ 1280 h 10000"/>
              <a:gd name="connsiteX120-2271" fmla="*/ 2675 w 10000"/>
              <a:gd name="connsiteY120-2272" fmla="*/ 1280 h 10000"/>
              <a:gd name="connsiteX121-2273" fmla="*/ 3114 w 10000"/>
              <a:gd name="connsiteY121-2274" fmla="*/ 1169 h 10000"/>
              <a:gd name="connsiteX122-2275" fmla="*/ 3553 w 10000"/>
              <a:gd name="connsiteY122-2276" fmla="*/ 1076 h 10000"/>
              <a:gd name="connsiteX123-2277" fmla="*/ 3978 w 10000"/>
              <a:gd name="connsiteY123-2278" fmla="*/ 1076 h 10000"/>
              <a:gd name="connsiteX124-2279" fmla="*/ 4348 w 10000"/>
              <a:gd name="connsiteY124-2280" fmla="*/ 983 h 10000"/>
              <a:gd name="connsiteX125-2281" fmla="*/ 4705 w 10000"/>
              <a:gd name="connsiteY125-2282" fmla="*/ 891 h 10000"/>
              <a:gd name="connsiteX126-2283" fmla="*/ 5075 w 10000"/>
              <a:gd name="connsiteY126-2284" fmla="*/ 891 h 10000"/>
              <a:gd name="connsiteX127-2285" fmla="*/ 5364 w 10000"/>
              <a:gd name="connsiteY127-2286" fmla="*/ 779 h 10000"/>
              <a:gd name="connsiteX128-2287" fmla="*/ 5720 w 10000"/>
              <a:gd name="connsiteY128-2288" fmla="*/ 779 h 10000"/>
              <a:gd name="connsiteX129-2289" fmla="*/ 5940 w 10000"/>
              <a:gd name="connsiteY129-2290" fmla="*/ 779 h 10000"/>
              <a:gd name="connsiteX130-2291" fmla="*/ 6228 w 10000"/>
              <a:gd name="connsiteY130-2292" fmla="*/ 686 h 10000"/>
              <a:gd name="connsiteX131-2293" fmla="*/ 6447 w 10000"/>
              <a:gd name="connsiteY131-2294" fmla="*/ 686 h 10000"/>
              <a:gd name="connsiteX132-2295" fmla="*/ 6804 w 10000"/>
              <a:gd name="connsiteY132-2296" fmla="*/ 594 h 10000"/>
              <a:gd name="connsiteX133-2297" fmla="*/ 7174 w 10000"/>
              <a:gd name="connsiteY133-2298" fmla="*/ 594 h 10000"/>
              <a:gd name="connsiteX134-2299" fmla="*/ 7462 w 10000"/>
              <a:gd name="connsiteY134-2300" fmla="*/ 482 h 10000"/>
              <a:gd name="connsiteX135-2301" fmla="*/ 7750 w 10000"/>
              <a:gd name="connsiteY135-2302" fmla="*/ 482 h 10000"/>
              <a:gd name="connsiteX136-2303" fmla="*/ 7901 w 10000"/>
              <a:gd name="connsiteY136-2304" fmla="*/ 390 h 10000"/>
              <a:gd name="connsiteX137-2305" fmla="*/ 8038 w 10000"/>
              <a:gd name="connsiteY137-2306" fmla="*/ 297 h 10000"/>
              <a:gd name="connsiteX138-2307" fmla="*/ 8189 w 10000"/>
              <a:gd name="connsiteY138-2308" fmla="*/ 297 h 10000"/>
              <a:gd name="connsiteX139-2309" fmla="*/ 8189 w 10000"/>
              <a:gd name="connsiteY139-2310" fmla="*/ 204 h 10000"/>
              <a:gd name="connsiteX140-2311" fmla="*/ 8189 w 10000"/>
              <a:gd name="connsiteY140-2312" fmla="*/ 204 h 10000"/>
              <a:gd name="connsiteX0-2313" fmla="*/ 8189 w 10000"/>
              <a:gd name="connsiteY0-2314" fmla="*/ 204 h 10000"/>
              <a:gd name="connsiteX1-2315" fmla="*/ 8258 w 10000"/>
              <a:gd name="connsiteY1-2316" fmla="*/ 93 h 10000"/>
              <a:gd name="connsiteX2-2317" fmla="*/ 8409 w 10000"/>
              <a:gd name="connsiteY2-2318" fmla="*/ 93 h 10000"/>
              <a:gd name="connsiteX3-2319" fmla="*/ 8477 w 10000"/>
              <a:gd name="connsiteY3-2320" fmla="*/ 0 h 10000"/>
              <a:gd name="connsiteX4-2321" fmla="*/ 8546 w 10000"/>
              <a:gd name="connsiteY4-2322" fmla="*/ 0 h 10000"/>
              <a:gd name="connsiteX5-2323" fmla="*/ 8697 w 10000"/>
              <a:gd name="connsiteY5-2324" fmla="*/ 93 h 10000"/>
              <a:gd name="connsiteX6-2325" fmla="*/ 8916 w 10000"/>
              <a:gd name="connsiteY6-2326" fmla="*/ 204 h 10000"/>
              <a:gd name="connsiteX7-2327" fmla="*/ 8985 w 10000"/>
              <a:gd name="connsiteY7-2328" fmla="*/ 297 h 10000"/>
              <a:gd name="connsiteX8-2329" fmla="*/ 9122 w 10000"/>
              <a:gd name="connsiteY8-2330" fmla="*/ 482 h 10000"/>
              <a:gd name="connsiteX9-2331" fmla="*/ 9204 w 10000"/>
              <a:gd name="connsiteY9-2332" fmla="*/ 594 h 10000"/>
              <a:gd name="connsiteX10-2333" fmla="*/ 9342 w 10000"/>
              <a:gd name="connsiteY10-2334" fmla="*/ 686 h 10000"/>
              <a:gd name="connsiteX11-2335" fmla="*/ 9492 w 10000"/>
              <a:gd name="connsiteY11-2336" fmla="*/ 891 h 10000"/>
              <a:gd name="connsiteX12-2337" fmla="*/ 9630 w 10000"/>
              <a:gd name="connsiteY12-2338" fmla="*/ 983 h 10000"/>
              <a:gd name="connsiteX13-2339" fmla="*/ 9712 w 10000"/>
              <a:gd name="connsiteY13-2340" fmla="*/ 1169 h 10000"/>
              <a:gd name="connsiteX14-2341" fmla="*/ 9849 w 10000"/>
              <a:gd name="connsiteY14-2342" fmla="*/ 1280 h 10000"/>
              <a:gd name="connsiteX15-2343" fmla="*/ 9918 w 10000"/>
              <a:gd name="connsiteY15-2344" fmla="*/ 1373 h 10000"/>
              <a:gd name="connsiteX16-2345" fmla="*/ 9918 w 10000"/>
              <a:gd name="connsiteY16-2346" fmla="*/ 1466 h 10000"/>
              <a:gd name="connsiteX17-2347" fmla="*/ 10000 w 10000"/>
              <a:gd name="connsiteY17-2348" fmla="*/ 1466 h 10000"/>
              <a:gd name="connsiteX18-2349" fmla="*/ 10000 w 10000"/>
              <a:gd name="connsiteY18-2350" fmla="*/ 1577 h 10000"/>
              <a:gd name="connsiteX19-2351" fmla="*/ 10000 w 10000"/>
              <a:gd name="connsiteY19-2352" fmla="*/ 1670 h 10000"/>
              <a:gd name="connsiteX20-2353" fmla="*/ 9918 w 10000"/>
              <a:gd name="connsiteY20-2354" fmla="*/ 1763 h 10000"/>
              <a:gd name="connsiteX21-2355" fmla="*/ 9849 w 10000"/>
              <a:gd name="connsiteY21-2356" fmla="*/ 1763 h 10000"/>
              <a:gd name="connsiteX22-2357" fmla="*/ 9781 w 10000"/>
              <a:gd name="connsiteY22-2358" fmla="*/ 1855 h 10000"/>
              <a:gd name="connsiteX23-2359" fmla="*/ 9712 w 10000"/>
              <a:gd name="connsiteY23-2360" fmla="*/ 1855 h 10000"/>
              <a:gd name="connsiteX24-2361" fmla="*/ 9712 w 10000"/>
              <a:gd name="connsiteY24-2362" fmla="*/ 1967 h 10000"/>
              <a:gd name="connsiteX25-2363" fmla="*/ 9630 w 10000"/>
              <a:gd name="connsiteY25-2364" fmla="*/ 2059 h 10000"/>
              <a:gd name="connsiteX26-2365" fmla="*/ 9561 w 10000"/>
              <a:gd name="connsiteY26-2366" fmla="*/ 2263 h 10000"/>
              <a:gd name="connsiteX27-2367" fmla="*/ 9561 w 10000"/>
              <a:gd name="connsiteY27-2368" fmla="*/ 2449 h 10000"/>
              <a:gd name="connsiteX28-2369" fmla="*/ 9492 w 10000"/>
              <a:gd name="connsiteY28-2370" fmla="*/ 2653 h 10000"/>
              <a:gd name="connsiteX29-2371" fmla="*/ 9492 w 10000"/>
              <a:gd name="connsiteY29-2372" fmla="*/ 2950 h 10000"/>
              <a:gd name="connsiteX30-2373" fmla="*/ 9492 w 10000"/>
              <a:gd name="connsiteY30-2374" fmla="*/ 3135 h 10000"/>
              <a:gd name="connsiteX31-2375" fmla="*/ 9410 w 10000"/>
              <a:gd name="connsiteY31-2376" fmla="*/ 3432 h 10000"/>
              <a:gd name="connsiteX32-2377" fmla="*/ 9410 w 10000"/>
              <a:gd name="connsiteY32-2378" fmla="*/ 3822 h 10000"/>
              <a:gd name="connsiteX33-2379" fmla="*/ 9342 w 10000"/>
              <a:gd name="connsiteY33-2380" fmla="*/ 4119 h 10000"/>
              <a:gd name="connsiteX34-2381" fmla="*/ 9273 w 10000"/>
              <a:gd name="connsiteY34-2382" fmla="*/ 4508 h 10000"/>
              <a:gd name="connsiteX35-2383" fmla="*/ 9204 w 10000"/>
              <a:gd name="connsiteY35-2384" fmla="*/ 4898 h 10000"/>
              <a:gd name="connsiteX36-2385" fmla="*/ 9122 w 10000"/>
              <a:gd name="connsiteY36-2386" fmla="*/ 5288 h 10000"/>
              <a:gd name="connsiteX37-2387" fmla="*/ 8985 w 10000"/>
              <a:gd name="connsiteY37-2388" fmla="*/ 6178 h 10000"/>
              <a:gd name="connsiteX38-2389" fmla="*/ 8916 w 10000"/>
              <a:gd name="connsiteY38-2390" fmla="*/ 6568 h 10000"/>
              <a:gd name="connsiteX39-2391" fmla="*/ 8834 w 10000"/>
              <a:gd name="connsiteY39-2392" fmla="*/ 6957 h 10000"/>
              <a:gd name="connsiteX40-2393" fmla="*/ 8765 w 10000"/>
              <a:gd name="connsiteY40-2394" fmla="*/ 7347 h 10000"/>
              <a:gd name="connsiteX41-2395" fmla="*/ 8697 w 10000"/>
              <a:gd name="connsiteY41-2396" fmla="*/ 7737 h 10000"/>
              <a:gd name="connsiteX42-2397" fmla="*/ 8615 w 10000"/>
              <a:gd name="connsiteY42-2398" fmla="*/ 8033 h 10000"/>
              <a:gd name="connsiteX43-2399" fmla="*/ 8615 w 10000"/>
              <a:gd name="connsiteY43-2400" fmla="*/ 8237 h 10000"/>
              <a:gd name="connsiteX44-2401" fmla="*/ 8546 w 10000"/>
              <a:gd name="connsiteY44-2402" fmla="*/ 8534 h 10000"/>
              <a:gd name="connsiteX45-2403" fmla="*/ 8477 w 10000"/>
              <a:gd name="connsiteY45-2404" fmla="*/ 8720 h 10000"/>
              <a:gd name="connsiteX46-2405" fmla="*/ 8326 w 10000"/>
              <a:gd name="connsiteY46-2406" fmla="*/ 9017 h 10000"/>
              <a:gd name="connsiteX47-2407" fmla="*/ 8189 w 10000"/>
              <a:gd name="connsiteY47-2408" fmla="*/ 9314 h 10000"/>
              <a:gd name="connsiteX48-2409" fmla="*/ 8038 w 10000"/>
              <a:gd name="connsiteY48-2410" fmla="*/ 9610 h 10000"/>
              <a:gd name="connsiteX49-2411" fmla="*/ 7901 w 10000"/>
              <a:gd name="connsiteY49-2412" fmla="*/ 9703 h 10000"/>
              <a:gd name="connsiteX50-2413" fmla="*/ 7750 w 10000"/>
              <a:gd name="connsiteY50-2414" fmla="*/ 9889 h 10000"/>
              <a:gd name="connsiteX51-2415" fmla="*/ 7599 w 10000"/>
              <a:gd name="connsiteY51-2416" fmla="*/ 10000 h 10000"/>
              <a:gd name="connsiteX52-2417" fmla="*/ 7462 w 10000"/>
              <a:gd name="connsiteY52-2418" fmla="*/ 10000 h 10000"/>
              <a:gd name="connsiteX53-2419" fmla="*/ 7311 w 10000"/>
              <a:gd name="connsiteY53-2420" fmla="*/ 10000 h 10000"/>
              <a:gd name="connsiteX54-2421" fmla="*/ 7311 w 10000"/>
              <a:gd name="connsiteY54-2422" fmla="*/ 9889 h 10000"/>
              <a:gd name="connsiteX55-2423" fmla="*/ 7243 w 10000"/>
              <a:gd name="connsiteY55-2424" fmla="*/ 9889 h 10000"/>
              <a:gd name="connsiteX56-2425" fmla="*/ 7243 w 10000"/>
              <a:gd name="connsiteY56-2426" fmla="*/ 9796 h 10000"/>
              <a:gd name="connsiteX57-2427" fmla="*/ 7243 w 10000"/>
              <a:gd name="connsiteY57-2428" fmla="*/ 9610 h 10000"/>
              <a:gd name="connsiteX58-2429" fmla="*/ 7243 w 10000"/>
              <a:gd name="connsiteY58-2430" fmla="*/ 9499 h 10000"/>
              <a:gd name="connsiteX59-2431" fmla="*/ 7243 w 10000"/>
              <a:gd name="connsiteY59-2432" fmla="*/ 9406 h 10000"/>
              <a:gd name="connsiteX60-2433" fmla="*/ 7243 w 10000"/>
              <a:gd name="connsiteY60-2434" fmla="*/ 9202 h 10000"/>
              <a:gd name="connsiteX61-2435" fmla="*/ 7243 w 10000"/>
              <a:gd name="connsiteY61-2436" fmla="*/ 9017 h 10000"/>
              <a:gd name="connsiteX62-2437" fmla="*/ 7174 w 10000"/>
              <a:gd name="connsiteY62-2438" fmla="*/ 8813 h 10000"/>
              <a:gd name="connsiteX63-2439" fmla="*/ 7311 w 10000"/>
              <a:gd name="connsiteY63-2440" fmla="*/ 7551 h 10000"/>
              <a:gd name="connsiteX64-2441" fmla="*/ 7462 w 10000"/>
              <a:gd name="connsiteY64-2442" fmla="*/ 7644 h 10000"/>
              <a:gd name="connsiteX65-2443" fmla="*/ 7531 w 10000"/>
              <a:gd name="connsiteY65-2444" fmla="*/ 7644 h 10000"/>
              <a:gd name="connsiteX66-2445" fmla="*/ 7599 w 10000"/>
              <a:gd name="connsiteY66-2446" fmla="*/ 7644 h 10000"/>
              <a:gd name="connsiteX67-2447" fmla="*/ 7682 w 10000"/>
              <a:gd name="connsiteY67-2448" fmla="*/ 7644 h 10000"/>
              <a:gd name="connsiteX68-2449" fmla="*/ 7750 w 10000"/>
              <a:gd name="connsiteY68-2450" fmla="*/ 7551 h 10000"/>
              <a:gd name="connsiteX69-2451" fmla="*/ 7819 w 10000"/>
              <a:gd name="connsiteY69-2452" fmla="*/ 7440 h 10000"/>
              <a:gd name="connsiteX70-2453" fmla="*/ 7819 w 10000"/>
              <a:gd name="connsiteY70-2454" fmla="*/ 7347 h 10000"/>
              <a:gd name="connsiteX71-2455" fmla="*/ 7901 w 10000"/>
              <a:gd name="connsiteY71-2456" fmla="*/ 7254 h 10000"/>
              <a:gd name="connsiteX72-2457" fmla="*/ 7970 w 10000"/>
              <a:gd name="connsiteY72-2458" fmla="*/ 7050 h 10000"/>
              <a:gd name="connsiteX73-2459" fmla="*/ 7970 w 10000"/>
              <a:gd name="connsiteY73-2460" fmla="*/ 6865 h 10000"/>
              <a:gd name="connsiteX74-2461" fmla="*/ 8038 w 10000"/>
              <a:gd name="connsiteY74-2462" fmla="*/ 6660 h 10000"/>
              <a:gd name="connsiteX75-2463" fmla="*/ 8107 w 10000"/>
              <a:gd name="connsiteY75-2464" fmla="*/ 6364 h 10000"/>
              <a:gd name="connsiteX76-2465" fmla="*/ 8189 w 10000"/>
              <a:gd name="connsiteY76-2466" fmla="*/ 6067 h 10000"/>
              <a:gd name="connsiteX77-2467" fmla="*/ 8189 w 10000"/>
              <a:gd name="connsiteY77-2468" fmla="*/ 5677 h 10000"/>
              <a:gd name="connsiteX78-2469" fmla="*/ 8326 w 10000"/>
              <a:gd name="connsiteY78-2470" fmla="*/ 4991 h 10000"/>
              <a:gd name="connsiteX79-2471" fmla="*/ 8409 w 10000"/>
              <a:gd name="connsiteY79-2472" fmla="*/ 4212 h 10000"/>
              <a:gd name="connsiteX80-2473" fmla="*/ 8409 w 10000"/>
              <a:gd name="connsiteY80-2474" fmla="*/ 3525 h 10000"/>
              <a:gd name="connsiteX81-2475" fmla="*/ 8477 w 10000"/>
              <a:gd name="connsiteY81-2476" fmla="*/ 2839 h 10000"/>
              <a:gd name="connsiteX82-2477" fmla="*/ 8477 w 10000"/>
              <a:gd name="connsiteY82-2478" fmla="*/ 2542 h 10000"/>
              <a:gd name="connsiteX83-2479" fmla="*/ 8477 w 10000"/>
              <a:gd name="connsiteY83-2480" fmla="*/ 2263 h 10000"/>
              <a:gd name="connsiteX84-2481" fmla="*/ 8477 w 10000"/>
              <a:gd name="connsiteY84-2482" fmla="*/ 2059 h 10000"/>
              <a:gd name="connsiteX85-2483" fmla="*/ 8477 w 10000"/>
              <a:gd name="connsiteY85-2484" fmla="*/ 1855 h 10000"/>
              <a:gd name="connsiteX86-2485" fmla="*/ 8477 w 10000"/>
              <a:gd name="connsiteY86-2486" fmla="*/ 1670 h 10000"/>
              <a:gd name="connsiteX87-2487" fmla="*/ 8477 w 10000"/>
              <a:gd name="connsiteY87-2488" fmla="*/ 1577 h 10000"/>
              <a:gd name="connsiteX88-2489" fmla="*/ 8409 w 10000"/>
              <a:gd name="connsiteY88-2490" fmla="*/ 1466 h 10000"/>
              <a:gd name="connsiteX89-2491" fmla="*/ 8409 w 10000"/>
              <a:gd name="connsiteY89-2492" fmla="*/ 1373 h 10000"/>
              <a:gd name="connsiteX90-2493" fmla="*/ 8409 w 10000"/>
              <a:gd name="connsiteY90-2494" fmla="*/ 1280 h 10000"/>
              <a:gd name="connsiteX91-2495" fmla="*/ 8326 w 10000"/>
              <a:gd name="connsiteY91-2496" fmla="*/ 1280 h 10000"/>
              <a:gd name="connsiteX92-2497" fmla="*/ 8258 w 10000"/>
              <a:gd name="connsiteY92-2498" fmla="*/ 1169 h 10000"/>
              <a:gd name="connsiteX93-2499" fmla="*/ 8258 w 10000"/>
              <a:gd name="connsiteY93-2500" fmla="*/ 1169 h 10000"/>
              <a:gd name="connsiteX94-2501" fmla="*/ 8107 w 10000"/>
              <a:gd name="connsiteY94-2502" fmla="*/ 1169 h 10000"/>
              <a:gd name="connsiteX95-2503" fmla="*/ 8038 w 10000"/>
              <a:gd name="connsiteY95-2504" fmla="*/ 1169 h 10000"/>
              <a:gd name="connsiteX96-2505" fmla="*/ 7970 w 10000"/>
              <a:gd name="connsiteY96-2506" fmla="*/ 1169 h 10000"/>
              <a:gd name="connsiteX97-2507" fmla="*/ 7819 w 10000"/>
              <a:gd name="connsiteY97-2508" fmla="*/ 1169 h 10000"/>
              <a:gd name="connsiteX98-2509" fmla="*/ 7682 w 10000"/>
              <a:gd name="connsiteY98-2510" fmla="*/ 1169 h 10000"/>
              <a:gd name="connsiteX99-2511" fmla="*/ 7462 w 10000"/>
              <a:gd name="connsiteY99-2512" fmla="*/ 1169 h 10000"/>
              <a:gd name="connsiteX100-2513" fmla="*/ 7311 w 10000"/>
              <a:gd name="connsiteY100-2514" fmla="*/ 1169 h 10000"/>
              <a:gd name="connsiteX101-2515" fmla="*/ 7092 w 10000"/>
              <a:gd name="connsiteY101-2516" fmla="*/ 1169 h 10000"/>
              <a:gd name="connsiteX102-2517" fmla="*/ 6804 w 10000"/>
              <a:gd name="connsiteY102-2518" fmla="*/ 1169 h 10000"/>
              <a:gd name="connsiteX103-2519" fmla="*/ 6516 w 10000"/>
              <a:gd name="connsiteY103-2520" fmla="*/ 1280 h 10000"/>
              <a:gd name="connsiteX104-2521" fmla="*/ 6228 w 10000"/>
              <a:gd name="connsiteY104-2522" fmla="*/ 1280 h 10000"/>
              <a:gd name="connsiteX105-2523" fmla="*/ 5871 w 10000"/>
              <a:gd name="connsiteY105-2524" fmla="*/ 1373 h 10000"/>
              <a:gd name="connsiteX106-2525" fmla="*/ 5144 w 10000"/>
              <a:gd name="connsiteY106-2526" fmla="*/ 1466 h 10000"/>
              <a:gd name="connsiteX107-2527" fmla="*/ 4417 w 10000"/>
              <a:gd name="connsiteY107-2528" fmla="*/ 1670 h 10000"/>
              <a:gd name="connsiteX108-2529" fmla="*/ 3690 w 10000"/>
              <a:gd name="connsiteY108-2530" fmla="*/ 1763 h 10000"/>
              <a:gd name="connsiteX109-2531" fmla="*/ 2963 w 10000"/>
              <a:gd name="connsiteY109-2532" fmla="*/ 1855 h 10000"/>
              <a:gd name="connsiteX110-2533" fmla="*/ 2167 w 10000"/>
              <a:gd name="connsiteY110-2534" fmla="*/ 1967 h 10000"/>
              <a:gd name="connsiteX111-2535" fmla="*/ 1454 w 10000"/>
              <a:gd name="connsiteY111-2536" fmla="*/ 2059 h 10000"/>
              <a:gd name="connsiteX112-2537" fmla="*/ 727 w 10000"/>
              <a:gd name="connsiteY112-2538" fmla="*/ 2152 h 10000"/>
              <a:gd name="connsiteX113-2539" fmla="*/ 0 w 10000"/>
              <a:gd name="connsiteY113-2540" fmla="*/ 2263 h 10000"/>
              <a:gd name="connsiteX114-2541" fmla="*/ 0 w 10000"/>
              <a:gd name="connsiteY114-2542" fmla="*/ 1670 h 10000"/>
              <a:gd name="connsiteX115-2543" fmla="*/ 576 w 10000"/>
              <a:gd name="connsiteY115-2544" fmla="*/ 1577 h 10000"/>
              <a:gd name="connsiteX116-2545" fmla="*/ 1152 w 10000"/>
              <a:gd name="connsiteY116-2546" fmla="*/ 1466 h 10000"/>
              <a:gd name="connsiteX117-2547" fmla="*/ 1660 w 10000"/>
              <a:gd name="connsiteY117-2548" fmla="*/ 1373 h 10000"/>
              <a:gd name="connsiteX118-2549" fmla="*/ 2167 w 10000"/>
              <a:gd name="connsiteY118-2550" fmla="*/ 1280 h 10000"/>
              <a:gd name="connsiteX119-2551" fmla="*/ 2675 w 10000"/>
              <a:gd name="connsiteY119-2552" fmla="*/ 1280 h 10000"/>
              <a:gd name="connsiteX120-2553" fmla="*/ 3114 w 10000"/>
              <a:gd name="connsiteY120-2554" fmla="*/ 1169 h 10000"/>
              <a:gd name="connsiteX121-2555" fmla="*/ 3553 w 10000"/>
              <a:gd name="connsiteY121-2556" fmla="*/ 1076 h 10000"/>
              <a:gd name="connsiteX122-2557" fmla="*/ 3978 w 10000"/>
              <a:gd name="connsiteY122-2558" fmla="*/ 1076 h 10000"/>
              <a:gd name="connsiteX123-2559" fmla="*/ 4348 w 10000"/>
              <a:gd name="connsiteY123-2560" fmla="*/ 983 h 10000"/>
              <a:gd name="connsiteX124-2561" fmla="*/ 4705 w 10000"/>
              <a:gd name="connsiteY124-2562" fmla="*/ 891 h 10000"/>
              <a:gd name="connsiteX125-2563" fmla="*/ 5075 w 10000"/>
              <a:gd name="connsiteY125-2564" fmla="*/ 891 h 10000"/>
              <a:gd name="connsiteX126-2565" fmla="*/ 5364 w 10000"/>
              <a:gd name="connsiteY126-2566" fmla="*/ 779 h 10000"/>
              <a:gd name="connsiteX127-2567" fmla="*/ 5720 w 10000"/>
              <a:gd name="connsiteY127-2568" fmla="*/ 779 h 10000"/>
              <a:gd name="connsiteX128-2569" fmla="*/ 5940 w 10000"/>
              <a:gd name="connsiteY128-2570" fmla="*/ 779 h 10000"/>
              <a:gd name="connsiteX129-2571" fmla="*/ 6228 w 10000"/>
              <a:gd name="connsiteY129-2572" fmla="*/ 686 h 10000"/>
              <a:gd name="connsiteX130-2573" fmla="*/ 6447 w 10000"/>
              <a:gd name="connsiteY130-2574" fmla="*/ 686 h 10000"/>
              <a:gd name="connsiteX131-2575" fmla="*/ 6804 w 10000"/>
              <a:gd name="connsiteY131-2576" fmla="*/ 594 h 10000"/>
              <a:gd name="connsiteX132-2577" fmla="*/ 7174 w 10000"/>
              <a:gd name="connsiteY132-2578" fmla="*/ 594 h 10000"/>
              <a:gd name="connsiteX133-2579" fmla="*/ 7462 w 10000"/>
              <a:gd name="connsiteY133-2580" fmla="*/ 482 h 10000"/>
              <a:gd name="connsiteX134-2581" fmla="*/ 7750 w 10000"/>
              <a:gd name="connsiteY134-2582" fmla="*/ 482 h 10000"/>
              <a:gd name="connsiteX135-2583" fmla="*/ 7901 w 10000"/>
              <a:gd name="connsiteY135-2584" fmla="*/ 390 h 10000"/>
              <a:gd name="connsiteX136-2585" fmla="*/ 8038 w 10000"/>
              <a:gd name="connsiteY136-2586" fmla="*/ 297 h 10000"/>
              <a:gd name="connsiteX137-2587" fmla="*/ 8189 w 10000"/>
              <a:gd name="connsiteY137-2588" fmla="*/ 297 h 10000"/>
              <a:gd name="connsiteX138-2589" fmla="*/ 8189 w 10000"/>
              <a:gd name="connsiteY138-2590" fmla="*/ 204 h 10000"/>
              <a:gd name="connsiteX139-2591" fmla="*/ 8189 w 10000"/>
              <a:gd name="connsiteY139-2592" fmla="*/ 204 h 10000"/>
              <a:gd name="connsiteX0-2593" fmla="*/ 8189 w 10000"/>
              <a:gd name="connsiteY0-2594" fmla="*/ 204 h 10000"/>
              <a:gd name="connsiteX1-2595" fmla="*/ 8258 w 10000"/>
              <a:gd name="connsiteY1-2596" fmla="*/ 93 h 10000"/>
              <a:gd name="connsiteX2-2597" fmla="*/ 8409 w 10000"/>
              <a:gd name="connsiteY2-2598" fmla="*/ 93 h 10000"/>
              <a:gd name="connsiteX3-2599" fmla="*/ 8477 w 10000"/>
              <a:gd name="connsiteY3-2600" fmla="*/ 0 h 10000"/>
              <a:gd name="connsiteX4-2601" fmla="*/ 8546 w 10000"/>
              <a:gd name="connsiteY4-2602" fmla="*/ 0 h 10000"/>
              <a:gd name="connsiteX5-2603" fmla="*/ 8697 w 10000"/>
              <a:gd name="connsiteY5-2604" fmla="*/ 93 h 10000"/>
              <a:gd name="connsiteX6-2605" fmla="*/ 8916 w 10000"/>
              <a:gd name="connsiteY6-2606" fmla="*/ 204 h 10000"/>
              <a:gd name="connsiteX7-2607" fmla="*/ 8985 w 10000"/>
              <a:gd name="connsiteY7-2608" fmla="*/ 297 h 10000"/>
              <a:gd name="connsiteX8-2609" fmla="*/ 9122 w 10000"/>
              <a:gd name="connsiteY8-2610" fmla="*/ 482 h 10000"/>
              <a:gd name="connsiteX9-2611" fmla="*/ 9204 w 10000"/>
              <a:gd name="connsiteY9-2612" fmla="*/ 594 h 10000"/>
              <a:gd name="connsiteX10-2613" fmla="*/ 9342 w 10000"/>
              <a:gd name="connsiteY10-2614" fmla="*/ 686 h 10000"/>
              <a:gd name="connsiteX11-2615" fmla="*/ 9492 w 10000"/>
              <a:gd name="connsiteY11-2616" fmla="*/ 891 h 10000"/>
              <a:gd name="connsiteX12-2617" fmla="*/ 9630 w 10000"/>
              <a:gd name="connsiteY12-2618" fmla="*/ 983 h 10000"/>
              <a:gd name="connsiteX13-2619" fmla="*/ 9712 w 10000"/>
              <a:gd name="connsiteY13-2620" fmla="*/ 1169 h 10000"/>
              <a:gd name="connsiteX14-2621" fmla="*/ 9849 w 10000"/>
              <a:gd name="connsiteY14-2622" fmla="*/ 1280 h 10000"/>
              <a:gd name="connsiteX15-2623" fmla="*/ 9918 w 10000"/>
              <a:gd name="connsiteY15-2624" fmla="*/ 1373 h 10000"/>
              <a:gd name="connsiteX16-2625" fmla="*/ 9918 w 10000"/>
              <a:gd name="connsiteY16-2626" fmla="*/ 1466 h 10000"/>
              <a:gd name="connsiteX17-2627" fmla="*/ 10000 w 10000"/>
              <a:gd name="connsiteY17-2628" fmla="*/ 1466 h 10000"/>
              <a:gd name="connsiteX18-2629" fmla="*/ 10000 w 10000"/>
              <a:gd name="connsiteY18-2630" fmla="*/ 1577 h 10000"/>
              <a:gd name="connsiteX19-2631" fmla="*/ 10000 w 10000"/>
              <a:gd name="connsiteY19-2632" fmla="*/ 1670 h 10000"/>
              <a:gd name="connsiteX20-2633" fmla="*/ 9918 w 10000"/>
              <a:gd name="connsiteY20-2634" fmla="*/ 1763 h 10000"/>
              <a:gd name="connsiteX21-2635" fmla="*/ 9849 w 10000"/>
              <a:gd name="connsiteY21-2636" fmla="*/ 1763 h 10000"/>
              <a:gd name="connsiteX22-2637" fmla="*/ 9781 w 10000"/>
              <a:gd name="connsiteY22-2638" fmla="*/ 1855 h 10000"/>
              <a:gd name="connsiteX23-2639" fmla="*/ 9712 w 10000"/>
              <a:gd name="connsiteY23-2640" fmla="*/ 1855 h 10000"/>
              <a:gd name="connsiteX24-2641" fmla="*/ 9712 w 10000"/>
              <a:gd name="connsiteY24-2642" fmla="*/ 1967 h 10000"/>
              <a:gd name="connsiteX25-2643" fmla="*/ 9630 w 10000"/>
              <a:gd name="connsiteY25-2644" fmla="*/ 2059 h 10000"/>
              <a:gd name="connsiteX26-2645" fmla="*/ 9561 w 10000"/>
              <a:gd name="connsiteY26-2646" fmla="*/ 2263 h 10000"/>
              <a:gd name="connsiteX27-2647" fmla="*/ 9561 w 10000"/>
              <a:gd name="connsiteY27-2648" fmla="*/ 2449 h 10000"/>
              <a:gd name="connsiteX28-2649" fmla="*/ 9492 w 10000"/>
              <a:gd name="connsiteY28-2650" fmla="*/ 2653 h 10000"/>
              <a:gd name="connsiteX29-2651" fmla="*/ 9492 w 10000"/>
              <a:gd name="connsiteY29-2652" fmla="*/ 2950 h 10000"/>
              <a:gd name="connsiteX30-2653" fmla="*/ 9492 w 10000"/>
              <a:gd name="connsiteY30-2654" fmla="*/ 3135 h 10000"/>
              <a:gd name="connsiteX31-2655" fmla="*/ 9410 w 10000"/>
              <a:gd name="connsiteY31-2656" fmla="*/ 3432 h 10000"/>
              <a:gd name="connsiteX32-2657" fmla="*/ 9410 w 10000"/>
              <a:gd name="connsiteY32-2658" fmla="*/ 3822 h 10000"/>
              <a:gd name="connsiteX33-2659" fmla="*/ 9342 w 10000"/>
              <a:gd name="connsiteY33-2660" fmla="*/ 4119 h 10000"/>
              <a:gd name="connsiteX34-2661" fmla="*/ 9273 w 10000"/>
              <a:gd name="connsiteY34-2662" fmla="*/ 4508 h 10000"/>
              <a:gd name="connsiteX35-2663" fmla="*/ 9204 w 10000"/>
              <a:gd name="connsiteY35-2664" fmla="*/ 4898 h 10000"/>
              <a:gd name="connsiteX36-2665" fmla="*/ 9122 w 10000"/>
              <a:gd name="connsiteY36-2666" fmla="*/ 5288 h 10000"/>
              <a:gd name="connsiteX37-2667" fmla="*/ 8985 w 10000"/>
              <a:gd name="connsiteY37-2668" fmla="*/ 6178 h 10000"/>
              <a:gd name="connsiteX38-2669" fmla="*/ 8916 w 10000"/>
              <a:gd name="connsiteY38-2670" fmla="*/ 6568 h 10000"/>
              <a:gd name="connsiteX39-2671" fmla="*/ 8834 w 10000"/>
              <a:gd name="connsiteY39-2672" fmla="*/ 6957 h 10000"/>
              <a:gd name="connsiteX40-2673" fmla="*/ 8765 w 10000"/>
              <a:gd name="connsiteY40-2674" fmla="*/ 7347 h 10000"/>
              <a:gd name="connsiteX41-2675" fmla="*/ 8697 w 10000"/>
              <a:gd name="connsiteY41-2676" fmla="*/ 7737 h 10000"/>
              <a:gd name="connsiteX42-2677" fmla="*/ 8615 w 10000"/>
              <a:gd name="connsiteY42-2678" fmla="*/ 8033 h 10000"/>
              <a:gd name="connsiteX43-2679" fmla="*/ 8615 w 10000"/>
              <a:gd name="connsiteY43-2680" fmla="*/ 8237 h 10000"/>
              <a:gd name="connsiteX44-2681" fmla="*/ 8546 w 10000"/>
              <a:gd name="connsiteY44-2682" fmla="*/ 8534 h 10000"/>
              <a:gd name="connsiteX45-2683" fmla="*/ 8477 w 10000"/>
              <a:gd name="connsiteY45-2684" fmla="*/ 8720 h 10000"/>
              <a:gd name="connsiteX46-2685" fmla="*/ 8326 w 10000"/>
              <a:gd name="connsiteY46-2686" fmla="*/ 9017 h 10000"/>
              <a:gd name="connsiteX47-2687" fmla="*/ 8189 w 10000"/>
              <a:gd name="connsiteY47-2688" fmla="*/ 9314 h 10000"/>
              <a:gd name="connsiteX48-2689" fmla="*/ 8038 w 10000"/>
              <a:gd name="connsiteY48-2690" fmla="*/ 9610 h 10000"/>
              <a:gd name="connsiteX49-2691" fmla="*/ 7901 w 10000"/>
              <a:gd name="connsiteY49-2692" fmla="*/ 9703 h 10000"/>
              <a:gd name="connsiteX50-2693" fmla="*/ 7750 w 10000"/>
              <a:gd name="connsiteY50-2694" fmla="*/ 9889 h 10000"/>
              <a:gd name="connsiteX51-2695" fmla="*/ 7599 w 10000"/>
              <a:gd name="connsiteY51-2696" fmla="*/ 10000 h 10000"/>
              <a:gd name="connsiteX52-2697" fmla="*/ 7462 w 10000"/>
              <a:gd name="connsiteY52-2698" fmla="*/ 10000 h 10000"/>
              <a:gd name="connsiteX53-2699" fmla="*/ 7311 w 10000"/>
              <a:gd name="connsiteY53-2700" fmla="*/ 10000 h 10000"/>
              <a:gd name="connsiteX54-2701" fmla="*/ 7311 w 10000"/>
              <a:gd name="connsiteY54-2702" fmla="*/ 9889 h 10000"/>
              <a:gd name="connsiteX55-2703" fmla="*/ 7243 w 10000"/>
              <a:gd name="connsiteY55-2704" fmla="*/ 9889 h 10000"/>
              <a:gd name="connsiteX56-2705" fmla="*/ 7243 w 10000"/>
              <a:gd name="connsiteY56-2706" fmla="*/ 9796 h 10000"/>
              <a:gd name="connsiteX57-2707" fmla="*/ 7243 w 10000"/>
              <a:gd name="connsiteY57-2708" fmla="*/ 9610 h 10000"/>
              <a:gd name="connsiteX58-2709" fmla="*/ 7243 w 10000"/>
              <a:gd name="connsiteY58-2710" fmla="*/ 9499 h 10000"/>
              <a:gd name="connsiteX59-2711" fmla="*/ 7243 w 10000"/>
              <a:gd name="connsiteY59-2712" fmla="*/ 9406 h 10000"/>
              <a:gd name="connsiteX60-2713" fmla="*/ 7243 w 10000"/>
              <a:gd name="connsiteY60-2714" fmla="*/ 9202 h 10000"/>
              <a:gd name="connsiteX61-2715" fmla="*/ 7243 w 10000"/>
              <a:gd name="connsiteY61-2716" fmla="*/ 9017 h 10000"/>
              <a:gd name="connsiteX62-2717" fmla="*/ 7174 w 10000"/>
              <a:gd name="connsiteY62-2718" fmla="*/ 8813 h 10000"/>
              <a:gd name="connsiteX63-2719" fmla="*/ 7462 w 10000"/>
              <a:gd name="connsiteY63-2720" fmla="*/ 7644 h 10000"/>
              <a:gd name="connsiteX64-2721" fmla="*/ 7531 w 10000"/>
              <a:gd name="connsiteY64-2722" fmla="*/ 7644 h 10000"/>
              <a:gd name="connsiteX65-2723" fmla="*/ 7599 w 10000"/>
              <a:gd name="connsiteY65-2724" fmla="*/ 7644 h 10000"/>
              <a:gd name="connsiteX66-2725" fmla="*/ 7682 w 10000"/>
              <a:gd name="connsiteY66-2726" fmla="*/ 7644 h 10000"/>
              <a:gd name="connsiteX67-2727" fmla="*/ 7750 w 10000"/>
              <a:gd name="connsiteY67-2728" fmla="*/ 7551 h 10000"/>
              <a:gd name="connsiteX68-2729" fmla="*/ 7819 w 10000"/>
              <a:gd name="connsiteY68-2730" fmla="*/ 7440 h 10000"/>
              <a:gd name="connsiteX69-2731" fmla="*/ 7819 w 10000"/>
              <a:gd name="connsiteY69-2732" fmla="*/ 7347 h 10000"/>
              <a:gd name="connsiteX70-2733" fmla="*/ 7901 w 10000"/>
              <a:gd name="connsiteY70-2734" fmla="*/ 7254 h 10000"/>
              <a:gd name="connsiteX71-2735" fmla="*/ 7970 w 10000"/>
              <a:gd name="connsiteY71-2736" fmla="*/ 7050 h 10000"/>
              <a:gd name="connsiteX72-2737" fmla="*/ 7970 w 10000"/>
              <a:gd name="connsiteY72-2738" fmla="*/ 6865 h 10000"/>
              <a:gd name="connsiteX73-2739" fmla="*/ 8038 w 10000"/>
              <a:gd name="connsiteY73-2740" fmla="*/ 6660 h 10000"/>
              <a:gd name="connsiteX74-2741" fmla="*/ 8107 w 10000"/>
              <a:gd name="connsiteY74-2742" fmla="*/ 6364 h 10000"/>
              <a:gd name="connsiteX75-2743" fmla="*/ 8189 w 10000"/>
              <a:gd name="connsiteY75-2744" fmla="*/ 6067 h 10000"/>
              <a:gd name="connsiteX76-2745" fmla="*/ 8189 w 10000"/>
              <a:gd name="connsiteY76-2746" fmla="*/ 5677 h 10000"/>
              <a:gd name="connsiteX77-2747" fmla="*/ 8326 w 10000"/>
              <a:gd name="connsiteY77-2748" fmla="*/ 4991 h 10000"/>
              <a:gd name="connsiteX78-2749" fmla="*/ 8409 w 10000"/>
              <a:gd name="connsiteY78-2750" fmla="*/ 4212 h 10000"/>
              <a:gd name="connsiteX79-2751" fmla="*/ 8409 w 10000"/>
              <a:gd name="connsiteY79-2752" fmla="*/ 3525 h 10000"/>
              <a:gd name="connsiteX80-2753" fmla="*/ 8477 w 10000"/>
              <a:gd name="connsiteY80-2754" fmla="*/ 2839 h 10000"/>
              <a:gd name="connsiteX81-2755" fmla="*/ 8477 w 10000"/>
              <a:gd name="connsiteY81-2756" fmla="*/ 2542 h 10000"/>
              <a:gd name="connsiteX82-2757" fmla="*/ 8477 w 10000"/>
              <a:gd name="connsiteY82-2758" fmla="*/ 2263 h 10000"/>
              <a:gd name="connsiteX83-2759" fmla="*/ 8477 w 10000"/>
              <a:gd name="connsiteY83-2760" fmla="*/ 2059 h 10000"/>
              <a:gd name="connsiteX84-2761" fmla="*/ 8477 w 10000"/>
              <a:gd name="connsiteY84-2762" fmla="*/ 1855 h 10000"/>
              <a:gd name="connsiteX85-2763" fmla="*/ 8477 w 10000"/>
              <a:gd name="connsiteY85-2764" fmla="*/ 1670 h 10000"/>
              <a:gd name="connsiteX86-2765" fmla="*/ 8477 w 10000"/>
              <a:gd name="connsiteY86-2766" fmla="*/ 1577 h 10000"/>
              <a:gd name="connsiteX87-2767" fmla="*/ 8409 w 10000"/>
              <a:gd name="connsiteY87-2768" fmla="*/ 1466 h 10000"/>
              <a:gd name="connsiteX88-2769" fmla="*/ 8409 w 10000"/>
              <a:gd name="connsiteY88-2770" fmla="*/ 1373 h 10000"/>
              <a:gd name="connsiteX89-2771" fmla="*/ 8409 w 10000"/>
              <a:gd name="connsiteY89-2772" fmla="*/ 1280 h 10000"/>
              <a:gd name="connsiteX90-2773" fmla="*/ 8326 w 10000"/>
              <a:gd name="connsiteY90-2774" fmla="*/ 1280 h 10000"/>
              <a:gd name="connsiteX91-2775" fmla="*/ 8258 w 10000"/>
              <a:gd name="connsiteY91-2776" fmla="*/ 1169 h 10000"/>
              <a:gd name="connsiteX92-2777" fmla="*/ 8258 w 10000"/>
              <a:gd name="connsiteY92-2778" fmla="*/ 1169 h 10000"/>
              <a:gd name="connsiteX93-2779" fmla="*/ 8107 w 10000"/>
              <a:gd name="connsiteY93-2780" fmla="*/ 1169 h 10000"/>
              <a:gd name="connsiteX94-2781" fmla="*/ 8038 w 10000"/>
              <a:gd name="connsiteY94-2782" fmla="*/ 1169 h 10000"/>
              <a:gd name="connsiteX95-2783" fmla="*/ 7970 w 10000"/>
              <a:gd name="connsiteY95-2784" fmla="*/ 1169 h 10000"/>
              <a:gd name="connsiteX96-2785" fmla="*/ 7819 w 10000"/>
              <a:gd name="connsiteY96-2786" fmla="*/ 1169 h 10000"/>
              <a:gd name="connsiteX97-2787" fmla="*/ 7682 w 10000"/>
              <a:gd name="connsiteY97-2788" fmla="*/ 1169 h 10000"/>
              <a:gd name="connsiteX98-2789" fmla="*/ 7462 w 10000"/>
              <a:gd name="connsiteY98-2790" fmla="*/ 1169 h 10000"/>
              <a:gd name="connsiteX99-2791" fmla="*/ 7311 w 10000"/>
              <a:gd name="connsiteY99-2792" fmla="*/ 1169 h 10000"/>
              <a:gd name="connsiteX100-2793" fmla="*/ 7092 w 10000"/>
              <a:gd name="connsiteY100-2794" fmla="*/ 1169 h 10000"/>
              <a:gd name="connsiteX101-2795" fmla="*/ 6804 w 10000"/>
              <a:gd name="connsiteY101-2796" fmla="*/ 1169 h 10000"/>
              <a:gd name="connsiteX102-2797" fmla="*/ 6516 w 10000"/>
              <a:gd name="connsiteY102-2798" fmla="*/ 1280 h 10000"/>
              <a:gd name="connsiteX103-2799" fmla="*/ 6228 w 10000"/>
              <a:gd name="connsiteY103-2800" fmla="*/ 1280 h 10000"/>
              <a:gd name="connsiteX104-2801" fmla="*/ 5871 w 10000"/>
              <a:gd name="connsiteY104-2802" fmla="*/ 1373 h 10000"/>
              <a:gd name="connsiteX105-2803" fmla="*/ 5144 w 10000"/>
              <a:gd name="connsiteY105-2804" fmla="*/ 1466 h 10000"/>
              <a:gd name="connsiteX106-2805" fmla="*/ 4417 w 10000"/>
              <a:gd name="connsiteY106-2806" fmla="*/ 1670 h 10000"/>
              <a:gd name="connsiteX107-2807" fmla="*/ 3690 w 10000"/>
              <a:gd name="connsiteY107-2808" fmla="*/ 1763 h 10000"/>
              <a:gd name="connsiteX108-2809" fmla="*/ 2963 w 10000"/>
              <a:gd name="connsiteY108-2810" fmla="*/ 1855 h 10000"/>
              <a:gd name="connsiteX109-2811" fmla="*/ 2167 w 10000"/>
              <a:gd name="connsiteY109-2812" fmla="*/ 1967 h 10000"/>
              <a:gd name="connsiteX110-2813" fmla="*/ 1454 w 10000"/>
              <a:gd name="connsiteY110-2814" fmla="*/ 2059 h 10000"/>
              <a:gd name="connsiteX111-2815" fmla="*/ 727 w 10000"/>
              <a:gd name="connsiteY111-2816" fmla="*/ 2152 h 10000"/>
              <a:gd name="connsiteX112-2817" fmla="*/ 0 w 10000"/>
              <a:gd name="connsiteY112-2818" fmla="*/ 2263 h 10000"/>
              <a:gd name="connsiteX113-2819" fmla="*/ 0 w 10000"/>
              <a:gd name="connsiteY113-2820" fmla="*/ 1670 h 10000"/>
              <a:gd name="connsiteX114-2821" fmla="*/ 576 w 10000"/>
              <a:gd name="connsiteY114-2822" fmla="*/ 1577 h 10000"/>
              <a:gd name="connsiteX115-2823" fmla="*/ 1152 w 10000"/>
              <a:gd name="connsiteY115-2824" fmla="*/ 1466 h 10000"/>
              <a:gd name="connsiteX116-2825" fmla="*/ 1660 w 10000"/>
              <a:gd name="connsiteY116-2826" fmla="*/ 1373 h 10000"/>
              <a:gd name="connsiteX117-2827" fmla="*/ 2167 w 10000"/>
              <a:gd name="connsiteY117-2828" fmla="*/ 1280 h 10000"/>
              <a:gd name="connsiteX118-2829" fmla="*/ 2675 w 10000"/>
              <a:gd name="connsiteY118-2830" fmla="*/ 1280 h 10000"/>
              <a:gd name="connsiteX119-2831" fmla="*/ 3114 w 10000"/>
              <a:gd name="connsiteY119-2832" fmla="*/ 1169 h 10000"/>
              <a:gd name="connsiteX120-2833" fmla="*/ 3553 w 10000"/>
              <a:gd name="connsiteY120-2834" fmla="*/ 1076 h 10000"/>
              <a:gd name="connsiteX121-2835" fmla="*/ 3978 w 10000"/>
              <a:gd name="connsiteY121-2836" fmla="*/ 1076 h 10000"/>
              <a:gd name="connsiteX122-2837" fmla="*/ 4348 w 10000"/>
              <a:gd name="connsiteY122-2838" fmla="*/ 983 h 10000"/>
              <a:gd name="connsiteX123-2839" fmla="*/ 4705 w 10000"/>
              <a:gd name="connsiteY123-2840" fmla="*/ 891 h 10000"/>
              <a:gd name="connsiteX124-2841" fmla="*/ 5075 w 10000"/>
              <a:gd name="connsiteY124-2842" fmla="*/ 891 h 10000"/>
              <a:gd name="connsiteX125-2843" fmla="*/ 5364 w 10000"/>
              <a:gd name="connsiteY125-2844" fmla="*/ 779 h 10000"/>
              <a:gd name="connsiteX126-2845" fmla="*/ 5720 w 10000"/>
              <a:gd name="connsiteY126-2846" fmla="*/ 779 h 10000"/>
              <a:gd name="connsiteX127-2847" fmla="*/ 5940 w 10000"/>
              <a:gd name="connsiteY127-2848" fmla="*/ 779 h 10000"/>
              <a:gd name="connsiteX128-2849" fmla="*/ 6228 w 10000"/>
              <a:gd name="connsiteY128-2850" fmla="*/ 686 h 10000"/>
              <a:gd name="connsiteX129-2851" fmla="*/ 6447 w 10000"/>
              <a:gd name="connsiteY129-2852" fmla="*/ 686 h 10000"/>
              <a:gd name="connsiteX130-2853" fmla="*/ 6804 w 10000"/>
              <a:gd name="connsiteY130-2854" fmla="*/ 594 h 10000"/>
              <a:gd name="connsiteX131-2855" fmla="*/ 7174 w 10000"/>
              <a:gd name="connsiteY131-2856" fmla="*/ 594 h 10000"/>
              <a:gd name="connsiteX132-2857" fmla="*/ 7462 w 10000"/>
              <a:gd name="connsiteY132-2858" fmla="*/ 482 h 10000"/>
              <a:gd name="connsiteX133-2859" fmla="*/ 7750 w 10000"/>
              <a:gd name="connsiteY133-2860" fmla="*/ 482 h 10000"/>
              <a:gd name="connsiteX134-2861" fmla="*/ 7901 w 10000"/>
              <a:gd name="connsiteY134-2862" fmla="*/ 390 h 10000"/>
              <a:gd name="connsiteX135-2863" fmla="*/ 8038 w 10000"/>
              <a:gd name="connsiteY135-2864" fmla="*/ 297 h 10000"/>
              <a:gd name="connsiteX136-2865" fmla="*/ 8189 w 10000"/>
              <a:gd name="connsiteY136-2866" fmla="*/ 297 h 10000"/>
              <a:gd name="connsiteX137-2867" fmla="*/ 8189 w 10000"/>
              <a:gd name="connsiteY137-2868" fmla="*/ 204 h 10000"/>
              <a:gd name="connsiteX138-2869" fmla="*/ 8189 w 10000"/>
              <a:gd name="connsiteY138-2870" fmla="*/ 204 h 10000"/>
              <a:gd name="connsiteX0-2871" fmla="*/ 8189 w 10000"/>
              <a:gd name="connsiteY0-2872" fmla="*/ 204 h 10000"/>
              <a:gd name="connsiteX1-2873" fmla="*/ 8258 w 10000"/>
              <a:gd name="connsiteY1-2874" fmla="*/ 93 h 10000"/>
              <a:gd name="connsiteX2-2875" fmla="*/ 8409 w 10000"/>
              <a:gd name="connsiteY2-2876" fmla="*/ 93 h 10000"/>
              <a:gd name="connsiteX3-2877" fmla="*/ 8477 w 10000"/>
              <a:gd name="connsiteY3-2878" fmla="*/ 0 h 10000"/>
              <a:gd name="connsiteX4-2879" fmla="*/ 8546 w 10000"/>
              <a:gd name="connsiteY4-2880" fmla="*/ 0 h 10000"/>
              <a:gd name="connsiteX5-2881" fmla="*/ 8697 w 10000"/>
              <a:gd name="connsiteY5-2882" fmla="*/ 93 h 10000"/>
              <a:gd name="connsiteX6-2883" fmla="*/ 8916 w 10000"/>
              <a:gd name="connsiteY6-2884" fmla="*/ 204 h 10000"/>
              <a:gd name="connsiteX7-2885" fmla="*/ 8985 w 10000"/>
              <a:gd name="connsiteY7-2886" fmla="*/ 297 h 10000"/>
              <a:gd name="connsiteX8-2887" fmla="*/ 9122 w 10000"/>
              <a:gd name="connsiteY8-2888" fmla="*/ 482 h 10000"/>
              <a:gd name="connsiteX9-2889" fmla="*/ 9204 w 10000"/>
              <a:gd name="connsiteY9-2890" fmla="*/ 594 h 10000"/>
              <a:gd name="connsiteX10-2891" fmla="*/ 9342 w 10000"/>
              <a:gd name="connsiteY10-2892" fmla="*/ 686 h 10000"/>
              <a:gd name="connsiteX11-2893" fmla="*/ 9492 w 10000"/>
              <a:gd name="connsiteY11-2894" fmla="*/ 891 h 10000"/>
              <a:gd name="connsiteX12-2895" fmla="*/ 9630 w 10000"/>
              <a:gd name="connsiteY12-2896" fmla="*/ 983 h 10000"/>
              <a:gd name="connsiteX13-2897" fmla="*/ 9712 w 10000"/>
              <a:gd name="connsiteY13-2898" fmla="*/ 1169 h 10000"/>
              <a:gd name="connsiteX14-2899" fmla="*/ 9849 w 10000"/>
              <a:gd name="connsiteY14-2900" fmla="*/ 1280 h 10000"/>
              <a:gd name="connsiteX15-2901" fmla="*/ 9918 w 10000"/>
              <a:gd name="connsiteY15-2902" fmla="*/ 1373 h 10000"/>
              <a:gd name="connsiteX16-2903" fmla="*/ 9918 w 10000"/>
              <a:gd name="connsiteY16-2904" fmla="*/ 1466 h 10000"/>
              <a:gd name="connsiteX17-2905" fmla="*/ 10000 w 10000"/>
              <a:gd name="connsiteY17-2906" fmla="*/ 1466 h 10000"/>
              <a:gd name="connsiteX18-2907" fmla="*/ 10000 w 10000"/>
              <a:gd name="connsiteY18-2908" fmla="*/ 1577 h 10000"/>
              <a:gd name="connsiteX19-2909" fmla="*/ 10000 w 10000"/>
              <a:gd name="connsiteY19-2910" fmla="*/ 1670 h 10000"/>
              <a:gd name="connsiteX20-2911" fmla="*/ 9918 w 10000"/>
              <a:gd name="connsiteY20-2912" fmla="*/ 1763 h 10000"/>
              <a:gd name="connsiteX21-2913" fmla="*/ 9849 w 10000"/>
              <a:gd name="connsiteY21-2914" fmla="*/ 1763 h 10000"/>
              <a:gd name="connsiteX22-2915" fmla="*/ 9781 w 10000"/>
              <a:gd name="connsiteY22-2916" fmla="*/ 1855 h 10000"/>
              <a:gd name="connsiteX23-2917" fmla="*/ 9712 w 10000"/>
              <a:gd name="connsiteY23-2918" fmla="*/ 1855 h 10000"/>
              <a:gd name="connsiteX24-2919" fmla="*/ 9712 w 10000"/>
              <a:gd name="connsiteY24-2920" fmla="*/ 1967 h 10000"/>
              <a:gd name="connsiteX25-2921" fmla="*/ 9630 w 10000"/>
              <a:gd name="connsiteY25-2922" fmla="*/ 2059 h 10000"/>
              <a:gd name="connsiteX26-2923" fmla="*/ 9561 w 10000"/>
              <a:gd name="connsiteY26-2924" fmla="*/ 2263 h 10000"/>
              <a:gd name="connsiteX27-2925" fmla="*/ 9561 w 10000"/>
              <a:gd name="connsiteY27-2926" fmla="*/ 2449 h 10000"/>
              <a:gd name="connsiteX28-2927" fmla="*/ 9492 w 10000"/>
              <a:gd name="connsiteY28-2928" fmla="*/ 2653 h 10000"/>
              <a:gd name="connsiteX29-2929" fmla="*/ 9492 w 10000"/>
              <a:gd name="connsiteY29-2930" fmla="*/ 2950 h 10000"/>
              <a:gd name="connsiteX30-2931" fmla="*/ 9492 w 10000"/>
              <a:gd name="connsiteY30-2932" fmla="*/ 3135 h 10000"/>
              <a:gd name="connsiteX31-2933" fmla="*/ 9410 w 10000"/>
              <a:gd name="connsiteY31-2934" fmla="*/ 3432 h 10000"/>
              <a:gd name="connsiteX32-2935" fmla="*/ 9410 w 10000"/>
              <a:gd name="connsiteY32-2936" fmla="*/ 3822 h 10000"/>
              <a:gd name="connsiteX33-2937" fmla="*/ 9342 w 10000"/>
              <a:gd name="connsiteY33-2938" fmla="*/ 4119 h 10000"/>
              <a:gd name="connsiteX34-2939" fmla="*/ 9273 w 10000"/>
              <a:gd name="connsiteY34-2940" fmla="*/ 4508 h 10000"/>
              <a:gd name="connsiteX35-2941" fmla="*/ 9204 w 10000"/>
              <a:gd name="connsiteY35-2942" fmla="*/ 4898 h 10000"/>
              <a:gd name="connsiteX36-2943" fmla="*/ 9122 w 10000"/>
              <a:gd name="connsiteY36-2944" fmla="*/ 5288 h 10000"/>
              <a:gd name="connsiteX37-2945" fmla="*/ 8985 w 10000"/>
              <a:gd name="connsiteY37-2946" fmla="*/ 6178 h 10000"/>
              <a:gd name="connsiteX38-2947" fmla="*/ 8916 w 10000"/>
              <a:gd name="connsiteY38-2948" fmla="*/ 6568 h 10000"/>
              <a:gd name="connsiteX39-2949" fmla="*/ 8834 w 10000"/>
              <a:gd name="connsiteY39-2950" fmla="*/ 6957 h 10000"/>
              <a:gd name="connsiteX40-2951" fmla="*/ 8765 w 10000"/>
              <a:gd name="connsiteY40-2952" fmla="*/ 7347 h 10000"/>
              <a:gd name="connsiteX41-2953" fmla="*/ 8697 w 10000"/>
              <a:gd name="connsiteY41-2954" fmla="*/ 7737 h 10000"/>
              <a:gd name="connsiteX42-2955" fmla="*/ 8615 w 10000"/>
              <a:gd name="connsiteY42-2956" fmla="*/ 8033 h 10000"/>
              <a:gd name="connsiteX43-2957" fmla="*/ 8615 w 10000"/>
              <a:gd name="connsiteY43-2958" fmla="*/ 8237 h 10000"/>
              <a:gd name="connsiteX44-2959" fmla="*/ 8546 w 10000"/>
              <a:gd name="connsiteY44-2960" fmla="*/ 8534 h 10000"/>
              <a:gd name="connsiteX45-2961" fmla="*/ 8477 w 10000"/>
              <a:gd name="connsiteY45-2962" fmla="*/ 8720 h 10000"/>
              <a:gd name="connsiteX46-2963" fmla="*/ 8326 w 10000"/>
              <a:gd name="connsiteY46-2964" fmla="*/ 9017 h 10000"/>
              <a:gd name="connsiteX47-2965" fmla="*/ 8189 w 10000"/>
              <a:gd name="connsiteY47-2966" fmla="*/ 9314 h 10000"/>
              <a:gd name="connsiteX48-2967" fmla="*/ 8038 w 10000"/>
              <a:gd name="connsiteY48-2968" fmla="*/ 9610 h 10000"/>
              <a:gd name="connsiteX49-2969" fmla="*/ 7901 w 10000"/>
              <a:gd name="connsiteY49-2970" fmla="*/ 9703 h 10000"/>
              <a:gd name="connsiteX50-2971" fmla="*/ 7750 w 10000"/>
              <a:gd name="connsiteY50-2972" fmla="*/ 9889 h 10000"/>
              <a:gd name="connsiteX51-2973" fmla="*/ 7599 w 10000"/>
              <a:gd name="connsiteY51-2974" fmla="*/ 10000 h 10000"/>
              <a:gd name="connsiteX52-2975" fmla="*/ 7462 w 10000"/>
              <a:gd name="connsiteY52-2976" fmla="*/ 10000 h 10000"/>
              <a:gd name="connsiteX53-2977" fmla="*/ 7311 w 10000"/>
              <a:gd name="connsiteY53-2978" fmla="*/ 10000 h 10000"/>
              <a:gd name="connsiteX54-2979" fmla="*/ 7311 w 10000"/>
              <a:gd name="connsiteY54-2980" fmla="*/ 9889 h 10000"/>
              <a:gd name="connsiteX55-2981" fmla="*/ 7243 w 10000"/>
              <a:gd name="connsiteY55-2982" fmla="*/ 9889 h 10000"/>
              <a:gd name="connsiteX56-2983" fmla="*/ 7243 w 10000"/>
              <a:gd name="connsiteY56-2984" fmla="*/ 9796 h 10000"/>
              <a:gd name="connsiteX57-2985" fmla="*/ 7243 w 10000"/>
              <a:gd name="connsiteY57-2986" fmla="*/ 9610 h 10000"/>
              <a:gd name="connsiteX58-2987" fmla="*/ 7243 w 10000"/>
              <a:gd name="connsiteY58-2988" fmla="*/ 9499 h 10000"/>
              <a:gd name="connsiteX59-2989" fmla="*/ 7243 w 10000"/>
              <a:gd name="connsiteY59-2990" fmla="*/ 9406 h 10000"/>
              <a:gd name="connsiteX60-2991" fmla="*/ 7243 w 10000"/>
              <a:gd name="connsiteY60-2992" fmla="*/ 9202 h 10000"/>
              <a:gd name="connsiteX61-2993" fmla="*/ 7243 w 10000"/>
              <a:gd name="connsiteY61-2994" fmla="*/ 9017 h 10000"/>
              <a:gd name="connsiteX62-2995" fmla="*/ 7174 w 10000"/>
              <a:gd name="connsiteY62-2996" fmla="*/ 8813 h 10000"/>
              <a:gd name="connsiteX63-2997" fmla="*/ 7462 w 10000"/>
              <a:gd name="connsiteY63-2998" fmla="*/ 7644 h 10000"/>
              <a:gd name="connsiteX64-2999" fmla="*/ 7531 w 10000"/>
              <a:gd name="connsiteY64-3000" fmla="*/ 7644 h 10000"/>
              <a:gd name="connsiteX65-3001" fmla="*/ 7682 w 10000"/>
              <a:gd name="connsiteY65-3002" fmla="*/ 7644 h 10000"/>
              <a:gd name="connsiteX66-3003" fmla="*/ 7750 w 10000"/>
              <a:gd name="connsiteY66-3004" fmla="*/ 7551 h 10000"/>
              <a:gd name="connsiteX67-3005" fmla="*/ 7819 w 10000"/>
              <a:gd name="connsiteY67-3006" fmla="*/ 7440 h 10000"/>
              <a:gd name="connsiteX68-3007" fmla="*/ 7819 w 10000"/>
              <a:gd name="connsiteY68-3008" fmla="*/ 7347 h 10000"/>
              <a:gd name="connsiteX69-3009" fmla="*/ 7901 w 10000"/>
              <a:gd name="connsiteY69-3010" fmla="*/ 7254 h 10000"/>
              <a:gd name="connsiteX70-3011" fmla="*/ 7970 w 10000"/>
              <a:gd name="connsiteY70-3012" fmla="*/ 7050 h 10000"/>
              <a:gd name="connsiteX71-3013" fmla="*/ 7970 w 10000"/>
              <a:gd name="connsiteY71-3014" fmla="*/ 6865 h 10000"/>
              <a:gd name="connsiteX72-3015" fmla="*/ 8038 w 10000"/>
              <a:gd name="connsiteY72-3016" fmla="*/ 6660 h 10000"/>
              <a:gd name="connsiteX73-3017" fmla="*/ 8107 w 10000"/>
              <a:gd name="connsiteY73-3018" fmla="*/ 6364 h 10000"/>
              <a:gd name="connsiteX74-3019" fmla="*/ 8189 w 10000"/>
              <a:gd name="connsiteY74-3020" fmla="*/ 6067 h 10000"/>
              <a:gd name="connsiteX75-3021" fmla="*/ 8189 w 10000"/>
              <a:gd name="connsiteY75-3022" fmla="*/ 5677 h 10000"/>
              <a:gd name="connsiteX76-3023" fmla="*/ 8326 w 10000"/>
              <a:gd name="connsiteY76-3024" fmla="*/ 4991 h 10000"/>
              <a:gd name="connsiteX77-3025" fmla="*/ 8409 w 10000"/>
              <a:gd name="connsiteY77-3026" fmla="*/ 4212 h 10000"/>
              <a:gd name="connsiteX78-3027" fmla="*/ 8409 w 10000"/>
              <a:gd name="connsiteY78-3028" fmla="*/ 3525 h 10000"/>
              <a:gd name="connsiteX79-3029" fmla="*/ 8477 w 10000"/>
              <a:gd name="connsiteY79-3030" fmla="*/ 2839 h 10000"/>
              <a:gd name="connsiteX80-3031" fmla="*/ 8477 w 10000"/>
              <a:gd name="connsiteY80-3032" fmla="*/ 2542 h 10000"/>
              <a:gd name="connsiteX81-3033" fmla="*/ 8477 w 10000"/>
              <a:gd name="connsiteY81-3034" fmla="*/ 2263 h 10000"/>
              <a:gd name="connsiteX82-3035" fmla="*/ 8477 w 10000"/>
              <a:gd name="connsiteY82-3036" fmla="*/ 2059 h 10000"/>
              <a:gd name="connsiteX83-3037" fmla="*/ 8477 w 10000"/>
              <a:gd name="connsiteY83-3038" fmla="*/ 1855 h 10000"/>
              <a:gd name="connsiteX84-3039" fmla="*/ 8477 w 10000"/>
              <a:gd name="connsiteY84-3040" fmla="*/ 1670 h 10000"/>
              <a:gd name="connsiteX85-3041" fmla="*/ 8477 w 10000"/>
              <a:gd name="connsiteY85-3042" fmla="*/ 1577 h 10000"/>
              <a:gd name="connsiteX86-3043" fmla="*/ 8409 w 10000"/>
              <a:gd name="connsiteY86-3044" fmla="*/ 1466 h 10000"/>
              <a:gd name="connsiteX87-3045" fmla="*/ 8409 w 10000"/>
              <a:gd name="connsiteY87-3046" fmla="*/ 1373 h 10000"/>
              <a:gd name="connsiteX88-3047" fmla="*/ 8409 w 10000"/>
              <a:gd name="connsiteY88-3048" fmla="*/ 1280 h 10000"/>
              <a:gd name="connsiteX89-3049" fmla="*/ 8326 w 10000"/>
              <a:gd name="connsiteY89-3050" fmla="*/ 1280 h 10000"/>
              <a:gd name="connsiteX90-3051" fmla="*/ 8258 w 10000"/>
              <a:gd name="connsiteY90-3052" fmla="*/ 1169 h 10000"/>
              <a:gd name="connsiteX91-3053" fmla="*/ 8258 w 10000"/>
              <a:gd name="connsiteY91-3054" fmla="*/ 1169 h 10000"/>
              <a:gd name="connsiteX92-3055" fmla="*/ 8107 w 10000"/>
              <a:gd name="connsiteY92-3056" fmla="*/ 1169 h 10000"/>
              <a:gd name="connsiteX93-3057" fmla="*/ 8038 w 10000"/>
              <a:gd name="connsiteY93-3058" fmla="*/ 1169 h 10000"/>
              <a:gd name="connsiteX94-3059" fmla="*/ 7970 w 10000"/>
              <a:gd name="connsiteY94-3060" fmla="*/ 1169 h 10000"/>
              <a:gd name="connsiteX95-3061" fmla="*/ 7819 w 10000"/>
              <a:gd name="connsiteY95-3062" fmla="*/ 1169 h 10000"/>
              <a:gd name="connsiteX96-3063" fmla="*/ 7682 w 10000"/>
              <a:gd name="connsiteY96-3064" fmla="*/ 1169 h 10000"/>
              <a:gd name="connsiteX97-3065" fmla="*/ 7462 w 10000"/>
              <a:gd name="connsiteY97-3066" fmla="*/ 1169 h 10000"/>
              <a:gd name="connsiteX98-3067" fmla="*/ 7311 w 10000"/>
              <a:gd name="connsiteY98-3068" fmla="*/ 1169 h 10000"/>
              <a:gd name="connsiteX99-3069" fmla="*/ 7092 w 10000"/>
              <a:gd name="connsiteY99-3070" fmla="*/ 1169 h 10000"/>
              <a:gd name="connsiteX100-3071" fmla="*/ 6804 w 10000"/>
              <a:gd name="connsiteY100-3072" fmla="*/ 1169 h 10000"/>
              <a:gd name="connsiteX101-3073" fmla="*/ 6516 w 10000"/>
              <a:gd name="connsiteY101-3074" fmla="*/ 1280 h 10000"/>
              <a:gd name="connsiteX102-3075" fmla="*/ 6228 w 10000"/>
              <a:gd name="connsiteY102-3076" fmla="*/ 1280 h 10000"/>
              <a:gd name="connsiteX103-3077" fmla="*/ 5871 w 10000"/>
              <a:gd name="connsiteY103-3078" fmla="*/ 1373 h 10000"/>
              <a:gd name="connsiteX104-3079" fmla="*/ 5144 w 10000"/>
              <a:gd name="connsiteY104-3080" fmla="*/ 1466 h 10000"/>
              <a:gd name="connsiteX105-3081" fmla="*/ 4417 w 10000"/>
              <a:gd name="connsiteY105-3082" fmla="*/ 1670 h 10000"/>
              <a:gd name="connsiteX106-3083" fmla="*/ 3690 w 10000"/>
              <a:gd name="connsiteY106-3084" fmla="*/ 1763 h 10000"/>
              <a:gd name="connsiteX107-3085" fmla="*/ 2963 w 10000"/>
              <a:gd name="connsiteY107-3086" fmla="*/ 1855 h 10000"/>
              <a:gd name="connsiteX108-3087" fmla="*/ 2167 w 10000"/>
              <a:gd name="connsiteY108-3088" fmla="*/ 1967 h 10000"/>
              <a:gd name="connsiteX109-3089" fmla="*/ 1454 w 10000"/>
              <a:gd name="connsiteY109-3090" fmla="*/ 2059 h 10000"/>
              <a:gd name="connsiteX110-3091" fmla="*/ 727 w 10000"/>
              <a:gd name="connsiteY110-3092" fmla="*/ 2152 h 10000"/>
              <a:gd name="connsiteX111-3093" fmla="*/ 0 w 10000"/>
              <a:gd name="connsiteY111-3094" fmla="*/ 2263 h 10000"/>
              <a:gd name="connsiteX112-3095" fmla="*/ 0 w 10000"/>
              <a:gd name="connsiteY112-3096" fmla="*/ 1670 h 10000"/>
              <a:gd name="connsiteX113-3097" fmla="*/ 576 w 10000"/>
              <a:gd name="connsiteY113-3098" fmla="*/ 1577 h 10000"/>
              <a:gd name="connsiteX114-3099" fmla="*/ 1152 w 10000"/>
              <a:gd name="connsiteY114-3100" fmla="*/ 1466 h 10000"/>
              <a:gd name="connsiteX115-3101" fmla="*/ 1660 w 10000"/>
              <a:gd name="connsiteY115-3102" fmla="*/ 1373 h 10000"/>
              <a:gd name="connsiteX116-3103" fmla="*/ 2167 w 10000"/>
              <a:gd name="connsiteY116-3104" fmla="*/ 1280 h 10000"/>
              <a:gd name="connsiteX117-3105" fmla="*/ 2675 w 10000"/>
              <a:gd name="connsiteY117-3106" fmla="*/ 1280 h 10000"/>
              <a:gd name="connsiteX118-3107" fmla="*/ 3114 w 10000"/>
              <a:gd name="connsiteY118-3108" fmla="*/ 1169 h 10000"/>
              <a:gd name="connsiteX119-3109" fmla="*/ 3553 w 10000"/>
              <a:gd name="connsiteY119-3110" fmla="*/ 1076 h 10000"/>
              <a:gd name="connsiteX120-3111" fmla="*/ 3978 w 10000"/>
              <a:gd name="connsiteY120-3112" fmla="*/ 1076 h 10000"/>
              <a:gd name="connsiteX121-3113" fmla="*/ 4348 w 10000"/>
              <a:gd name="connsiteY121-3114" fmla="*/ 983 h 10000"/>
              <a:gd name="connsiteX122-3115" fmla="*/ 4705 w 10000"/>
              <a:gd name="connsiteY122-3116" fmla="*/ 891 h 10000"/>
              <a:gd name="connsiteX123-3117" fmla="*/ 5075 w 10000"/>
              <a:gd name="connsiteY123-3118" fmla="*/ 891 h 10000"/>
              <a:gd name="connsiteX124-3119" fmla="*/ 5364 w 10000"/>
              <a:gd name="connsiteY124-3120" fmla="*/ 779 h 10000"/>
              <a:gd name="connsiteX125-3121" fmla="*/ 5720 w 10000"/>
              <a:gd name="connsiteY125-3122" fmla="*/ 779 h 10000"/>
              <a:gd name="connsiteX126-3123" fmla="*/ 5940 w 10000"/>
              <a:gd name="connsiteY126-3124" fmla="*/ 779 h 10000"/>
              <a:gd name="connsiteX127-3125" fmla="*/ 6228 w 10000"/>
              <a:gd name="connsiteY127-3126" fmla="*/ 686 h 10000"/>
              <a:gd name="connsiteX128-3127" fmla="*/ 6447 w 10000"/>
              <a:gd name="connsiteY128-3128" fmla="*/ 686 h 10000"/>
              <a:gd name="connsiteX129-3129" fmla="*/ 6804 w 10000"/>
              <a:gd name="connsiteY129-3130" fmla="*/ 594 h 10000"/>
              <a:gd name="connsiteX130-3131" fmla="*/ 7174 w 10000"/>
              <a:gd name="connsiteY130-3132" fmla="*/ 594 h 10000"/>
              <a:gd name="connsiteX131-3133" fmla="*/ 7462 w 10000"/>
              <a:gd name="connsiteY131-3134" fmla="*/ 482 h 10000"/>
              <a:gd name="connsiteX132-3135" fmla="*/ 7750 w 10000"/>
              <a:gd name="connsiteY132-3136" fmla="*/ 482 h 10000"/>
              <a:gd name="connsiteX133-3137" fmla="*/ 7901 w 10000"/>
              <a:gd name="connsiteY133-3138" fmla="*/ 390 h 10000"/>
              <a:gd name="connsiteX134-3139" fmla="*/ 8038 w 10000"/>
              <a:gd name="connsiteY134-3140" fmla="*/ 297 h 10000"/>
              <a:gd name="connsiteX135-3141" fmla="*/ 8189 w 10000"/>
              <a:gd name="connsiteY135-3142" fmla="*/ 297 h 10000"/>
              <a:gd name="connsiteX136-3143" fmla="*/ 8189 w 10000"/>
              <a:gd name="connsiteY136-3144" fmla="*/ 204 h 10000"/>
              <a:gd name="connsiteX137-3145" fmla="*/ 8189 w 10000"/>
              <a:gd name="connsiteY137-3146" fmla="*/ 204 h 10000"/>
              <a:gd name="connsiteX0-3147" fmla="*/ 8189 w 10000"/>
              <a:gd name="connsiteY0-3148" fmla="*/ 204 h 10000"/>
              <a:gd name="connsiteX1-3149" fmla="*/ 8258 w 10000"/>
              <a:gd name="connsiteY1-3150" fmla="*/ 93 h 10000"/>
              <a:gd name="connsiteX2-3151" fmla="*/ 8409 w 10000"/>
              <a:gd name="connsiteY2-3152" fmla="*/ 93 h 10000"/>
              <a:gd name="connsiteX3-3153" fmla="*/ 8477 w 10000"/>
              <a:gd name="connsiteY3-3154" fmla="*/ 0 h 10000"/>
              <a:gd name="connsiteX4-3155" fmla="*/ 8546 w 10000"/>
              <a:gd name="connsiteY4-3156" fmla="*/ 0 h 10000"/>
              <a:gd name="connsiteX5-3157" fmla="*/ 8697 w 10000"/>
              <a:gd name="connsiteY5-3158" fmla="*/ 93 h 10000"/>
              <a:gd name="connsiteX6-3159" fmla="*/ 8916 w 10000"/>
              <a:gd name="connsiteY6-3160" fmla="*/ 204 h 10000"/>
              <a:gd name="connsiteX7-3161" fmla="*/ 8985 w 10000"/>
              <a:gd name="connsiteY7-3162" fmla="*/ 297 h 10000"/>
              <a:gd name="connsiteX8-3163" fmla="*/ 9122 w 10000"/>
              <a:gd name="connsiteY8-3164" fmla="*/ 482 h 10000"/>
              <a:gd name="connsiteX9-3165" fmla="*/ 9204 w 10000"/>
              <a:gd name="connsiteY9-3166" fmla="*/ 594 h 10000"/>
              <a:gd name="connsiteX10-3167" fmla="*/ 9342 w 10000"/>
              <a:gd name="connsiteY10-3168" fmla="*/ 686 h 10000"/>
              <a:gd name="connsiteX11-3169" fmla="*/ 9492 w 10000"/>
              <a:gd name="connsiteY11-3170" fmla="*/ 891 h 10000"/>
              <a:gd name="connsiteX12-3171" fmla="*/ 9630 w 10000"/>
              <a:gd name="connsiteY12-3172" fmla="*/ 983 h 10000"/>
              <a:gd name="connsiteX13-3173" fmla="*/ 9712 w 10000"/>
              <a:gd name="connsiteY13-3174" fmla="*/ 1169 h 10000"/>
              <a:gd name="connsiteX14-3175" fmla="*/ 9849 w 10000"/>
              <a:gd name="connsiteY14-3176" fmla="*/ 1280 h 10000"/>
              <a:gd name="connsiteX15-3177" fmla="*/ 9918 w 10000"/>
              <a:gd name="connsiteY15-3178" fmla="*/ 1373 h 10000"/>
              <a:gd name="connsiteX16-3179" fmla="*/ 9918 w 10000"/>
              <a:gd name="connsiteY16-3180" fmla="*/ 1466 h 10000"/>
              <a:gd name="connsiteX17-3181" fmla="*/ 10000 w 10000"/>
              <a:gd name="connsiteY17-3182" fmla="*/ 1466 h 10000"/>
              <a:gd name="connsiteX18-3183" fmla="*/ 10000 w 10000"/>
              <a:gd name="connsiteY18-3184" fmla="*/ 1577 h 10000"/>
              <a:gd name="connsiteX19-3185" fmla="*/ 10000 w 10000"/>
              <a:gd name="connsiteY19-3186" fmla="*/ 1670 h 10000"/>
              <a:gd name="connsiteX20-3187" fmla="*/ 9918 w 10000"/>
              <a:gd name="connsiteY20-3188" fmla="*/ 1763 h 10000"/>
              <a:gd name="connsiteX21-3189" fmla="*/ 9849 w 10000"/>
              <a:gd name="connsiteY21-3190" fmla="*/ 1763 h 10000"/>
              <a:gd name="connsiteX22-3191" fmla="*/ 9781 w 10000"/>
              <a:gd name="connsiteY22-3192" fmla="*/ 1855 h 10000"/>
              <a:gd name="connsiteX23-3193" fmla="*/ 9712 w 10000"/>
              <a:gd name="connsiteY23-3194" fmla="*/ 1855 h 10000"/>
              <a:gd name="connsiteX24-3195" fmla="*/ 9712 w 10000"/>
              <a:gd name="connsiteY24-3196" fmla="*/ 1967 h 10000"/>
              <a:gd name="connsiteX25-3197" fmla="*/ 9630 w 10000"/>
              <a:gd name="connsiteY25-3198" fmla="*/ 2059 h 10000"/>
              <a:gd name="connsiteX26-3199" fmla="*/ 9561 w 10000"/>
              <a:gd name="connsiteY26-3200" fmla="*/ 2263 h 10000"/>
              <a:gd name="connsiteX27-3201" fmla="*/ 9561 w 10000"/>
              <a:gd name="connsiteY27-3202" fmla="*/ 2449 h 10000"/>
              <a:gd name="connsiteX28-3203" fmla="*/ 9492 w 10000"/>
              <a:gd name="connsiteY28-3204" fmla="*/ 2653 h 10000"/>
              <a:gd name="connsiteX29-3205" fmla="*/ 9492 w 10000"/>
              <a:gd name="connsiteY29-3206" fmla="*/ 2950 h 10000"/>
              <a:gd name="connsiteX30-3207" fmla="*/ 9492 w 10000"/>
              <a:gd name="connsiteY30-3208" fmla="*/ 3135 h 10000"/>
              <a:gd name="connsiteX31-3209" fmla="*/ 9410 w 10000"/>
              <a:gd name="connsiteY31-3210" fmla="*/ 3432 h 10000"/>
              <a:gd name="connsiteX32-3211" fmla="*/ 9410 w 10000"/>
              <a:gd name="connsiteY32-3212" fmla="*/ 3822 h 10000"/>
              <a:gd name="connsiteX33-3213" fmla="*/ 9342 w 10000"/>
              <a:gd name="connsiteY33-3214" fmla="*/ 4119 h 10000"/>
              <a:gd name="connsiteX34-3215" fmla="*/ 9273 w 10000"/>
              <a:gd name="connsiteY34-3216" fmla="*/ 4508 h 10000"/>
              <a:gd name="connsiteX35-3217" fmla="*/ 9204 w 10000"/>
              <a:gd name="connsiteY35-3218" fmla="*/ 4898 h 10000"/>
              <a:gd name="connsiteX36-3219" fmla="*/ 9122 w 10000"/>
              <a:gd name="connsiteY36-3220" fmla="*/ 5288 h 10000"/>
              <a:gd name="connsiteX37-3221" fmla="*/ 8985 w 10000"/>
              <a:gd name="connsiteY37-3222" fmla="*/ 6178 h 10000"/>
              <a:gd name="connsiteX38-3223" fmla="*/ 8916 w 10000"/>
              <a:gd name="connsiteY38-3224" fmla="*/ 6568 h 10000"/>
              <a:gd name="connsiteX39-3225" fmla="*/ 8834 w 10000"/>
              <a:gd name="connsiteY39-3226" fmla="*/ 6957 h 10000"/>
              <a:gd name="connsiteX40-3227" fmla="*/ 8765 w 10000"/>
              <a:gd name="connsiteY40-3228" fmla="*/ 7347 h 10000"/>
              <a:gd name="connsiteX41-3229" fmla="*/ 8697 w 10000"/>
              <a:gd name="connsiteY41-3230" fmla="*/ 7737 h 10000"/>
              <a:gd name="connsiteX42-3231" fmla="*/ 8615 w 10000"/>
              <a:gd name="connsiteY42-3232" fmla="*/ 8033 h 10000"/>
              <a:gd name="connsiteX43-3233" fmla="*/ 8615 w 10000"/>
              <a:gd name="connsiteY43-3234" fmla="*/ 8237 h 10000"/>
              <a:gd name="connsiteX44-3235" fmla="*/ 8546 w 10000"/>
              <a:gd name="connsiteY44-3236" fmla="*/ 8534 h 10000"/>
              <a:gd name="connsiteX45-3237" fmla="*/ 8477 w 10000"/>
              <a:gd name="connsiteY45-3238" fmla="*/ 8720 h 10000"/>
              <a:gd name="connsiteX46-3239" fmla="*/ 8326 w 10000"/>
              <a:gd name="connsiteY46-3240" fmla="*/ 9017 h 10000"/>
              <a:gd name="connsiteX47-3241" fmla="*/ 8189 w 10000"/>
              <a:gd name="connsiteY47-3242" fmla="*/ 9314 h 10000"/>
              <a:gd name="connsiteX48-3243" fmla="*/ 8038 w 10000"/>
              <a:gd name="connsiteY48-3244" fmla="*/ 9610 h 10000"/>
              <a:gd name="connsiteX49-3245" fmla="*/ 7901 w 10000"/>
              <a:gd name="connsiteY49-3246" fmla="*/ 9703 h 10000"/>
              <a:gd name="connsiteX50-3247" fmla="*/ 7750 w 10000"/>
              <a:gd name="connsiteY50-3248" fmla="*/ 9889 h 10000"/>
              <a:gd name="connsiteX51-3249" fmla="*/ 7599 w 10000"/>
              <a:gd name="connsiteY51-3250" fmla="*/ 10000 h 10000"/>
              <a:gd name="connsiteX52-3251" fmla="*/ 7462 w 10000"/>
              <a:gd name="connsiteY52-3252" fmla="*/ 10000 h 10000"/>
              <a:gd name="connsiteX53-3253" fmla="*/ 7311 w 10000"/>
              <a:gd name="connsiteY53-3254" fmla="*/ 10000 h 10000"/>
              <a:gd name="connsiteX54-3255" fmla="*/ 7311 w 10000"/>
              <a:gd name="connsiteY54-3256" fmla="*/ 9889 h 10000"/>
              <a:gd name="connsiteX55-3257" fmla="*/ 7243 w 10000"/>
              <a:gd name="connsiteY55-3258" fmla="*/ 9889 h 10000"/>
              <a:gd name="connsiteX56-3259" fmla="*/ 7243 w 10000"/>
              <a:gd name="connsiteY56-3260" fmla="*/ 9796 h 10000"/>
              <a:gd name="connsiteX57-3261" fmla="*/ 7243 w 10000"/>
              <a:gd name="connsiteY57-3262" fmla="*/ 9610 h 10000"/>
              <a:gd name="connsiteX58-3263" fmla="*/ 7243 w 10000"/>
              <a:gd name="connsiteY58-3264" fmla="*/ 9499 h 10000"/>
              <a:gd name="connsiteX59-3265" fmla="*/ 7243 w 10000"/>
              <a:gd name="connsiteY59-3266" fmla="*/ 9406 h 10000"/>
              <a:gd name="connsiteX60-3267" fmla="*/ 7243 w 10000"/>
              <a:gd name="connsiteY60-3268" fmla="*/ 9202 h 10000"/>
              <a:gd name="connsiteX61-3269" fmla="*/ 7243 w 10000"/>
              <a:gd name="connsiteY61-3270" fmla="*/ 9017 h 10000"/>
              <a:gd name="connsiteX62-3271" fmla="*/ 7174 w 10000"/>
              <a:gd name="connsiteY62-3272" fmla="*/ 8813 h 10000"/>
              <a:gd name="connsiteX63-3273" fmla="*/ 7462 w 10000"/>
              <a:gd name="connsiteY63-3274" fmla="*/ 7644 h 10000"/>
              <a:gd name="connsiteX64-3275" fmla="*/ 7682 w 10000"/>
              <a:gd name="connsiteY64-3276" fmla="*/ 7644 h 10000"/>
              <a:gd name="connsiteX65-3277" fmla="*/ 7750 w 10000"/>
              <a:gd name="connsiteY65-3278" fmla="*/ 7551 h 10000"/>
              <a:gd name="connsiteX66-3279" fmla="*/ 7819 w 10000"/>
              <a:gd name="connsiteY66-3280" fmla="*/ 7440 h 10000"/>
              <a:gd name="connsiteX67-3281" fmla="*/ 7819 w 10000"/>
              <a:gd name="connsiteY67-3282" fmla="*/ 7347 h 10000"/>
              <a:gd name="connsiteX68-3283" fmla="*/ 7901 w 10000"/>
              <a:gd name="connsiteY68-3284" fmla="*/ 7254 h 10000"/>
              <a:gd name="connsiteX69-3285" fmla="*/ 7970 w 10000"/>
              <a:gd name="connsiteY69-3286" fmla="*/ 7050 h 10000"/>
              <a:gd name="connsiteX70-3287" fmla="*/ 7970 w 10000"/>
              <a:gd name="connsiteY70-3288" fmla="*/ 6865 h 10000"/>
              <a:gd name="connsiteX71-3289" fmla="*/ 8038 w 10000"/>
              <a:gd name="connsiteY71-3290" fmla="*/ 6660 h 10000"/>
              <a:gd name="connsiteX72-3291" fmla="*/ 8107 w 10000"/>
              <a:gd name="connsiteY72-3292" fmla="*/ 6364 h 10000"/>
              <a:gd name="connsiteX73-3293" fmla="*/ 8189 w 10000"/>
              <a:gd name="connsiteY73-3294" fmla="*/ 6067 h 10000"/>
              <a:gd name="connsiteX74-3295" fmla="*/ 8189 w 10000"/>
              <a:gd name="connsiteY74-3296" fmla="*/ 5677 h 10000"/>
              <a:gd name="connsiteX75-3297" fmla="*/ 8326 w 10000"/>
              <a:gd name="connsiteY75-3298" fmla="*/ 4991 h 10000"/>
              <a:gd name="connsiteX76-3299" fmla="*/ 8409 w 10000"/>
              <a:gd name="connsiteY76-3300" fmla="*/ 4212 h 10000"/>
              <a:gd name="connsiteX77-3301" fmla="*/ 8409 w 10000"/>
              <a:gd name="connsiteY77-3302" fmla="*/ 3525 h 10000"/>
              <a:gd name="connsiteX78-3303" fmla="*/ 8477 w 10000"/>
              <a:gd name="connsiteY78-3304" fmla="*/ 2839 h 10000"/>
              <a:gd name="connsiteX79-3305" fmla="*/ 8477 w 10000"/>
              <a:gd name="connsiteY79-3306" fmla="*/ 2542 h 10000"/>
              <a:gd name="connsiteX80-3307" fmla="*/ 8477 w 10000"/>
              <a:gd name="connsiteY80-3308" fmla="*/ 2263 h 10000"/>
              <a:gd name="connsiteX81-3309" fmla="*/ 8477 w 10000"/>
              <a:gd name="connsiteY81-3310" fmla="*/ 2059 h 10000"/>
              <a:gd name="connsiteX82-3311" fmla="*/ 8477 w 10000"/>
              <a:gd name="connsiteY82-3312" fmla="*/ 1855 h 10000"/>
              <a:gd name="connsiteX83-3313" fmla="*/ 8477 w 10000"/>
              <a:gd name="connsiteY83-3314" fmla="*/ 1670 h 10000"/>
              <a:gd name="connsiteX84-3315" fmla="*/ 8477 w 10000"/>
              <a:gd name="connsiteY84-3316" fmla="*/ 1577 h 10000"/>
              <a:gd name="connsiteX85-3317" fmla="*/ 8409 w 10000"/>
              <a:gd name="connsiteY85-3318" fmla="*/ 1466 h 10000"/>
              <a:gd name="connsiteX86-3319" fmla="*/ 8409 w 10000"/>
              <a:gd name="connsiteY86-3320" fmla="*/ 1373 h 10000"/>
              <a:gd name="connsiteX87-3321" fmla="*/ 8409 w 10000"/>
              <a:gd name="connsiteY87-3322" fmla="*/ 1280 h 10000"/>
              <a:gd name="connsiteX88-3323" fmla="*/ 8326 w 10000"/>
              <a:gd name="connsiteY88-3324" fmla="*/ 1280 h 10000"/>
              <a:gd name="connsiteX89-3325" fmla="*/ 8258 w 10000"/>
              <a:gd name="connsiteY89-3326" fmla="*/ 1169 h 10000"/>
              <a:gd name="connsiteX90-3327" fmla="*/ 8258 w 10000"/>
              <a:gd name="connsiteY90-3328" fmla="*/ 1169 h 10000"/>
              <a:gd name="connsiteX91-3329" fmla="*/ 8107 w 10000"/>
              <a:gd name="connsiteY91-3330" fmla="*/ 1169 h 10000"/>
              <a:gd name="connsiteX92-3331" fmla="*/ 8038 w 10000"/>
              <a:gd name="connsiteY92-3332" fmla="*/ 1169 h 10000"/>
              <a:gd name="connsiteX93-3333" fmla="*/ 7970 w 10000"/>
              <a:gd name="connsiteY93-3334" fmla="*/ 1169 h 10000"/>
              <a:gd name="connsiteX94-3335" fmla="*/ 7819 w 10000"/>
              <a:gd name="connsiteY94-3336" fmla="*/ 1169 h 10000"/>
              <a:gd name="connsiteX95-3337" fmla="*/ 7682 w 10000"/>
              <a:gd name="connsiteY95-3338" fmla="*/ 1169 h 10000"/>
              <a:gd name="connsiteX96-3339" fmla="*/ 7462 w 10000"/>
              <a:gd name="connsiteY96-3340" fmla="*/ 1169 h 10000"/>
              <a:gd name="connsiteX97-3341" fmla="*/ 7311 w 10000"/>
              <a:gd name="connsiteY97-3342" fmla="*/ 1169 h 10000"/>
              <a:gd name="connsiteX98-3343" fmla="*/ 7092 w 10000"/>
              <a:gd name="connsiteY98-3344" fmla="*/ 1169 h 10000"/>
              <a:gd name="connsiteX99-3345" fmla="*/ 6804 w 10000"/>
              <a:gd name="connsiteY99-3346" fmla="*/ 1169 h 10000"/>
              <a:gd name="connsiteX100-3347" fmla="*/ 6516 w 10000"/>
              <a:gd name="connsiteY100-3348" fmla="*/ 1280 h 10000"/>
              <a:gd name="connsiteX101-3349" fmla="*/ 6228 w 10000"/>
              <a:gd name="connsiteY101-3350" fmla="*/ 1280 h 10000"/>
              <a:gd name="connsiteX102-3351" fmla="*/ 5871 w 10000"/>
              <a:gd name="connsiteY102-3352" fmla="*/ 1373 h 10000"/>
              <a:gd name="connsiteX103-3353" fmla="*/ 5144 w 10000"/>
              <a:gd name="connsiteY103-3354" fmla="*/ 1466 h 10000"/>
              <a:gd name="connsiteX104-3355" fmla="*/ 4417 w 10000"/>
              <a:gd name="connsiteY104-3356" fmla="*/ 1670 h 10000"/>
              <a:gd name="connsiteX105-3357" fmla="*/ 3690 w 10000"/>
              <a:gd name="connsiteY105-3358" fmla="*/ 1763 h 10000"/>
              <a:gd name="connsiteX106-3359" fmla="*/ 2963 w 10000"/>
              <a:gd name="connsiteY106-3360" fmla="*/ 1855 h 10000"/>
              <a:gd name="connsiteX107-3361" fmla="*/ 2167 w 10000"/>
              <a:gd name="connsiteY107-3362" fmla="*/ 1967 h 10000"/>
              <a:gd name="connsiteX108-3363" fmla="*/ 1454 w 10000"/>
              <a:gd name="connsiteY108-3364" fmla="*/ 2059 h 10000"/>
              <a:gd name="connsiteX109-3365" fmla="*/ 727 w 10000"/>
              <a:gd name="connsiteY109-3366" fmla="*/ 2152 h 10000"/>
              <a:gd name="connsiteX110-3367" fmla="*/ 0 w 10000"/>
              <a:gd name="connsiteY110-3368" fmla="*/ 2263 h 10000"/>
              <a:gd name="connsiteX111-3369" fmla="*/ 0 w 10000"/>
              <a:gd name="connsiteY111-3370" fmla="*/ 1670 h 10000"/>
              <a:gd name="connsiteX112-3371" fmla="*/ 576 w 10000"/>
              <a:gd name="connsiteY112-3372" fmla="*/ 1577 h 10000"/>
              <a:gd name="connsiteX113-3373" fmla="*/ 1152 w 10000"/>
              <a:gd name="connsiteY113-3374" fmla="*/ 1466 h 10000"/>
              <a:gd name="connsiteX114-3375" fmla="*/ 1660 w 10000"/>
              <a:gd name="connsiteY114-3376" fmla="*/ 1373 h 10000"/>
              <a:gd name="connsiteX115-3377" fmla="*/ 2167 w 10000"/>
              <a:gd name="connsiteY115-3378" fmla="*/ 1280 h 10000"/>
              <a:gd name="connsiteX116-3379" fmla="*/ 2675 w 10000"/>
              <a:gd name="connsiteY116-3380" fmla="*/ 1280 h 10000"/>
              <a:gd name="connsiteX117-3381" fmla="*/ 3114 w 10000"/>
              <a:gd name="connsiteY117-3382" fmla="*/ 1169 h 10000"/>
              <a:gd name="connsiteX118-3383" fmla="*/ 3553 w 10000"/>
              <a:gd name="connsiteY118-3384" fmla="*/ 1076 h 10000"/>
              <a:gd name="connsiteX119-3385" fmla="*/ 3978 w 10000"/>
              <a:gd name="connsiteY119-3386" fmla="*/ 1076 h 10000"/>
              <a:gd name="connsiteX120-3387" fmla="*/ 4348 w 10000"/>
              <a:gd name="connsiteY120-3388" fmla="*/ 983 h 10000"/>
              <a:gd name="connsiteX121-3389" fmla="*/ 4705 w 10000"/>
              <a:gd name="connsiteY121-3390" fmla="*/ 891 h 10000"/>
              <a:gd name="connsiteX122-3391" fmla="*/ 5075 w 10000"/>
              <a:gd name="connsiteY122-3392" fmla="*/ 891 h 10000"/>
              <a:gd name="connsiteX123-3393" fmla="*/ 5364 w 10000"/>
              <a:gd name="connsiteY123-3394" fmla="*/ 779 h 10000"/>
              <a:gd name="connsiteX124-3395" fmla="*/ 5720 w 10000"/>
              <a:gd name="connsiteY124-3396" fmla="*/ 779 h 10000"/>
              <a:gd name="connsiteX125-3397" fmla="*/ 5940 w 10000"/>
              <a:gd name="connsiteY125-3398" fmla="*/ 779 h 10000"/>
              <a:gd name="connsiteX126-3399" fmla="*/ 6228 w 10000"/>
              <a:gd name="connsiteY126-3400" fmla="*/ 686 h 10000"/>
              <a:gd name="connsiteX127-3401" fmla="*/ 6447 w 10000"/>
              <a:gd name="connsiteY127-3402" fmla="*/ 686 h 10000"/>
              <a:gd name="connsiteX128-3403" fmla="*/ 6804 w 10000"/>
              <a:gd name="connsiteY128-3404" fmla="*/ 594 h 10000"/>
              <a:gd name="connsiteX129-3405" fmla="*/ 7174 w 10000"/>
              <a:gd name="connsiteY129-3406" fmla="*/ 594 h 10000"/>
              <a:gd name="connsiteX130-3407" fmla="*/ 7462 w 10000"/>
              <a:gd name="connsiteY130-3408" fmla="*/ 482 h 10000"/>
              <a:gd name="connsiteX131-3409" fmla="*/ 7750 w 10000"/>
              <a:gd name="connsiteY131-3410" fmla="*/ 482 h 10000"/>
              <a:gd name="connsiteX132-3411" fmla="*/ 7901 w 10000"/>
              <a:gd name="connsiteY132-3412" fmla="*/ 390 h 10000"/>
              <a:gd name="connsiteX133-3413" fmla="*/ 8038 w 10000"/>
              <a:gd name="connsiteY133-3414" fmla="*/ 297 h 10000"/>
              <a:gd name="connsiteX134-3415" fmla="*/ 8189 w 10000"/>
              <a:gd name="connsiteY134-3416" fmla="*/ 297 h 10000"/>
              <a:gd name="connsiteX135-3417" fmla="*/ 8189 w 10000"/>
              <a:gd name="connsiteY135-3418" fmla="*/ 204 h 10000"/>
              <a:gd name="connsiteX136-3419" fmla="*/ 8189 w 10000"/>
              <a:gd name="connsiteY136-3420" fmla="*/ 204 h 10000"/>
              <a:gd name="connsiteX0-3421" fmla="*/ 8189 w 10000"/>
              <a:gd name="connsiteY0-3422" fmla="*/ 204 h 10000"/>
              <a:gd name="connsiteX1-3423" fmla="*/ 8258 w 10000"/>
              <a:gd name="connsiteY1-3424" fmla="*/ 93 h 10000"/>
              <a:gd name="connsiteX2-3425" fmla="*/ 8409 w 10000"/>
              <a:gd name="connsiteY2-3426" fmla="*/ 93 h 10000"/>
              <a:gd name="connsiteX3-3427" fmla="*/ 8477 w 10000"/>
              <a:gd name="connsiteY3-3428" fmla="*/ 0 h 10000"/>
              <a:gd name="connsiteX4-3429" fmla="*/ 8546 w 10000"/>
              <a:gd name="connsiteY4-3430" fmla="*/ 0 h 10000"/>
              <a:gd name="connsiteX5-3431" fmla="*/ 8697 w 10000"/>
              <a:gd name="connsiteY5-3432" fmla="*/ 93 h 10000"/>
              <a:gd name="connsiteX6-3433" fmla="*/ 8916 w 10000"/>
              <a:gd name="connsiteY6-3434" fmla="*/ 204 h 10000"/>
              <a:gd name="connsiteX7-3435" fmla="*/ 8985 w 10000"/>
              <a:gd name="connsiteY7-3436" fmla="*/ 297 h 10000"/>
              <a:gd name="connsiteX8-3437" fmla="*/ 9122 w 10000"/>
              <a:gd name="connsiteY8-3438" fmla="*/ 482 h 10000"/>
              <a:gd name="connsiteX9-3439" fmla="*/ 9204 w 10000"/>
              <a:gd name="connsiteY9-3440" fmla="*/ 594 h 10000"/>
              <a:gd name="connsiteX10-3441" fmla="*/ 9342 w 10000"/>
              <a:gd name="connsiteY10-3442" fmla="*/ 686 h 10000"/>
              <a:gd name="connsiteX11-3443" fmla="*/ 9492 w 10000"/>
              <a:gd name="connsiteY11-3444" fmla="*/ 891 h 10000"/>
              <a:gd name="connsiteX12-3445" fmla="*/ 9630 w 10000"/>
              <a:gd name="connsiteY12-3446" fmla="*/ 983 h 10000"/>
              <a:gd name="connsiteX13-3447" fmla="*/ 9712 w 10000"/>
              <a:gd name="connsiteY13-3448" fmla="*/ 1169 h 10000"/>
              <a:gd name="connsiteX14-3449" fmla="*/ 9849 w 10000"/>
              <a:gd name="connsiteY14-3450" fmla="*/ 1280 h 10000"/>
              <a:gd name="connsiteX15-3451" fmla="*/ 9918 w 10000"/>
              <a:gd name="connsiteY15-3452" fmla="*/ 1373 h 10000"/>
              <a:gd name="connsiteX16-3453" fmla="*/ 9918 w 10000"/>
              <a:gd name="connsiteY16-3454" fmla="*/ 1466 h 10000"/>
              <a:gd name="connsiteX17-3455" fmla="*/ 10000 w 10000"/>
              <a:gd name="connsiteY17-3456" fmla="*/ 1466 h 10000"/>
              <a:gd name="connsiteX18-3457" fmla="*/ 10000 w 10000"/>
              <a:gd name="connsiteY18-3458" fmla="*/ 1577 h 10000"/>
              <a:gd name="connsiteX19-3459" fmla="*/ 10000 w 10000"/>
              <a:gd name="connsiteY19-3460" fmla="*/ 1670 h 10000"/>
              <a:gd name="connsiteX20-3461" fmla="*/ 9918 w 10000"/>
              <a:gd name="connsiteY20-3462" fmla="*/ 1763 h 10000"/>
              <a:gd name="connsiteX21-3463" fmla="*/ 9849 w 10000"/>
              <a:gd name="connsiteY21-3464" fmla="*/ 1763 h 10000"/>
              <a:gd name="connsiteX22-3465" fmla="*/ 9781 w 10000"/>
              <a:gd name="connsiteY22-3466" fmla="*/ 1855 h 10000"/>
              <a:gd name="connsiteX23-3467" fmla="*/ 9712 w 10000"/>
              <a:gd name="connsiteY23-3468" fmla="*/ 1855 h 10000"/>
              <a:gd name="connsiteX24-3469" fmla="*/ 9712 w 10000"/>
              <a:gd name="connsiteY24-3470" fmla="*/ 1967 h 10000"/>
              <a:gd name="connsiteX25-3471" fmla="*/ 9630 w 10000"/>
              <a:gd name="connsiteY25-3472" fmla="*/ 2059 h 10000"/>
              <a:gd name="connsiteX26-3473" fmla="*/ 9561 w 10000"/>
              <a:gd name="connsiteY26-3474" fmla="*/ 2263 h 10000"/>
              <a:gd name="connsiteX27-3475" fmla="*/ 9561 w 10000"/>
              <a:gd name="connsiteY27-3476" fmla="*/ 2449 h 10000"/>
              <a:gd name="connsiteX28-3477" fmla="*/ 9492 w 10000"/>
              <a:gd name="connsiteY28-3478" fmla="*/ 2653 h 10000"/>
              <a:gd name="connsiteX29-3479" fmla="*/ 9492 w 10000"/>
              <a:gd name="connsiteY29-3480" fmla="*/ 2950 h 10000"/>
              <a:gd name="connsiteX30-3481" fmla="*/ 9492 w 10000"/>
              <a:gd name="connsiteY30-3482" fmla="*/ 3135 h 10000"/>
              <a:gd name="connsiteX31-3483" fmla="*/ 9410 w 10000"/>
              <a:gd name="connsiteY31-3484" fmla="*/ 3432 h 10000"/>
              <a:gd name="connsiteX32-3485" fmla="*/ 9410 w 10000"/>
              <a:gd name="connsiteY32-3486" fmla="*/ 3822 h 10000"/>
              <a:gd name="connsiteX33-3487" fmla="*/ 9342 w 10000"/>
              <a:gd name="connsiteY33-3488" fmla="*/ 4119 h 10000"/>
              <a:gd name="connsiteX34-3489" fmla="*/ 9273 w 10000"/>
              <a:gd name="connsiteY34-3490" fmla="*/ 4508 h 10000"/>
              <a:gd name="connsiteX35-3491" fmla="*/ 9204 w 10000"/>
              <a:gd name="connsiteY35-3492" fmla="*/ 4898 h 10000"/>
              <a:gd name="connsiteX36-3493" fmla="*/ 9122 w 10000"/>
              <a:gd name="connsiteY36-3494" fmla="*/ 5288 h 10000"/>
              <a:gd name="connsiteX37-3495" fmla="*/ 8985 w 10000"/>
              <a:gd name="connsiteY37-3496" fmla="*/ 6178 h 10000"/>
              <a:gd name="connsiteX38-3497" fmla="*/ 8916 w 10000"/>
              <a:gd name="connsiteY38-3498" fmla="*/ 6568 h 10000"/>
              <a:gd name="connsiteX39-3499" fmla="*/ 8834 w 10000"/>
              <a:gd name="connsiteY39-3500" fmla="*/ 6957 h 10000"/>
              <a:gd name="connsiteX40-3501" fmla="*/ 8765 w 10000"/>
              <a:gd name="connsiteY40-3502" fmla="*/ 7347 h 10000"/>
              <a:gd name="connsiteX41-3503" fmla="*/ 8697 w 10000"/>
              <a:gd name="connsiteY41-3504" fmla="*/ 7737 h 10000"/>
              <a:gd name="connsiteX42-3505" fmla="*/ 8615 w 10000"/>
              <a:gd name="connsiteY42-3506" fmla="*/ 8033 h 10000"/>
              <a:gd name="connsiteX43-3507" fmla="*/ 8615 w 10000"/>
              <a:gd name="connsiteY43-3508" fmla="*/ 8237 h 10000"/>
              <a:gd name="connsiteX44-3509" fmla="*/ 8546 w 10000"/>
              <a:gd name="connsiteY44-3510" fmla="*/ 8534 h 10000"/>
              <a:gd name="connsiteX45-3511" fmla="*/ 8477 w 10000"/>
              <a:gd name="connsiteY45-3512" fmla="*/ 8720 h 10000"/>
              <a:gd name="connsiteX46-3513" fmla="*/ 8326 w 10000"/>
              <a:gd name="connsiteY46-3514" fmla="*/ 9017 h 10000"/>
              <a:gd name="connsiteX47-3515" fmla="*/ 8189 w 10000"/>
              <a:gd name="connsiteY47-3516" fmla="*/ 9314 h 10000"/>
              <a:gd name="connsiteX48-3517" fmla="*/ 8038 w 10000"/>
              <a:gd name="connsiteY48-3518" fmla="*/ 9610 h 10000"/>
              <a:gd name="connsiteX49-3519" fmla="*/ 7901 w 10000"/>
              <a:gd name="connsiteY49-3520" fmla="*/ 9703 h 10000"/>
              <a:gd name="connsiteX50-3521" fmla="*/ 7750 w 10000"/>
              <a:gd name="connsiteY50-3522" fmla="*/ 9889 h 10000"/>
              <a:gd name="connsiteX51-3523" fmla="*/ 7599 w 10000"/>
              <a:gd name="connsiteY51-3524" fmla="*/ 10000 h 10000"/>
              <a:gd name="connsiteX52-3525" fmla="*/ 7462 w 10000"/>
              <a:gd name="connsiteY52-3526" fmla="*/ 10000 h 10000"/>
              <a:gd name="connsiteX53-3527" fmla="*/ 7311 w 10000"/>
              <a:gd name="connsiteY53-3528" fmla="*/ 10000 h 10000"/>
              <a:gd name="connsiteX54-3529" fmla="*/ 7311 w 10000"/>
              <a:gd name="connsiteY54-3530" fmla="*/ 9889 h 10000"/>
              <a:gd name="connsiteX55-3531" fmla="*/ 7243 w 10000"/>
              <a:gd name="connsiteY55-3532" fmla="*/ 9889 h 10000"/>
              <a:gd name="connsiteX56-3533" fmla="*/ 7243 w 10000"/>
              <a:gd name="connsiteY56-3534" fmla="*/ 9796 h 10000"/>
              <a:gd name="connsiteX57-3535" fmla="*/ 7243 w 10000"/>
              <a:gd name="connsiteY57-3536" fmla="*/ 9610 h 10000"/>
              <a:gd name="connsiteX58-3537" fmla="*/ 7243 w 10000"/>
              <a:gd name="connsiteY58-3538" fmla="*/ 9499 h 10000"/>
              <a:gd name="connsiteX59-3539" fmla="*/ 7243 w 10000"/>
              <a:gd name="connsiteY59-3540" fmla="*/ 9406 h 10000"/>
              <a:gd name="connsiteX60-3541" fmla="*/ 7243 w 10000"/>
              <a:gd name="connsiteY60-3542" fmla="*/ 9202 h 10000"/>
              <a:gd name="connsiteX61-3543" fmla="*/ 7243 w 10000"/>
              <a:gd name="connsiteY61-3544" fmla="*/ 9017 h 10000"/>
              <a:gd name="connsiteX62-3545" fmla="*/ 7174 w 10000"/>
              <a:gd name="connsiteY62-3546" fmla="*/ 8813 h 10000"/>
              <a:gd name="connsiteX63-3547" fmla="*/ 7682 w 10000"/>
              <a:gd name="connsiteY63-3548" fmla="*/ 7644 h 10000"/>
              <a:gd name="connsiteX64-3549" fmla="*/ 7750 w 10000"/>
              <a:gd name="connsiteY64-3550" fmla="*/ 7551 h 10000"/>
              <a:gd name="connsiteX65-3551" fmla="*/ 7819 w 10000"/>
              <a:gd name="connsiteY65-3552" fmla="*/ 7440 h 10000"/>
              <a:gd name="connsiteX66-3553" fmla="*/ 7819 w 10000"/>
              <a:gd name="connsiteY66-3554" fmla="*/ 7347 h 10000"/>
              <a:gd name="connsiteX67-3555" fmla="*/ 7901 w 10000"/>
              <a:gd name="connsiteY67-3556" fmla="*/ 7254 h 10000"/>
              <a:gd name="connsiteX68-3557" fmla="*/ 7970 w 10000"/>
              <a:gd name="connsiteY68-3558" fmla="*/ 7050 h 10000"/>
              <a:gd name="connsiteX69-3559" fmla="*/ 7970 w 10000"/>
              <a:gd name="connsiteY69-3560" fmla="*/ 6865 h 10000"/>
              <a:gd name="connsiteX70-3561" fmla="*/ 8038 w 10000"/>
              <a:gd name="connsiteY70-3562" fmla="*/ 6660 h 10000"/>
              <a:gd name="connsiteX71-3563" fmla="*/ 8107 w 10000"/>
              <a:gd name="connsiteY71-3564" fmla="*/ 6364 h 10000"/>
              <a:gd name="connsiteX72-3565" fmla="*/ 8189 w 10000"/>
              <a:gd name="connsiteY72-3566" fmla="*/ 6067 h 10000"/>
              <a:gd name="connsiteX73-3567" fmla="*/ 8189 w 10000"/>
              <a:gd name="connsiteY73-3568" fmla="*/ 5677 h 10000"/>
              <a:gd name="connsiteX74-3569" fmla="*/ 8326 w 10000"/>
              <a:gd name="connsiteY74-3570" fmla="*/ 4991 h 10000"/>
              <a:gd name="connsiteX75-3571" fmla="*/ 8409 w 10000"/>
              <a:gd name="connsiteY75-3572" fmla="*/ 4212 h 10000"/>
              <a:gd name="connsiteX76-3573" fmla="*/ 8409 w 10000"/>
              <a:gd name="connsiteY76-3574" fmla="*/ 3525 h 10000"/>
              <a:gd name="connsiteX77-3575" fmla="*/ 8477 w 10000"/>
              <a:gd name="connsiteY77-3576" fmla="*/ 2839 h 10000"/>
              <a:gd name="connsiteX78-3577" fmla="*/ 8477 w 10000"/>
              <a:gd name="connsiteY78-3578" fmla="*/ 2542 h 10000"/>
              <a:gd name="connsiteX79-3579" fmla="*/ 8477 w 10000"/>
              <a:gd name="connsiteY79-3580" fmla="*/ 2263 h 10000"/>
              <a:gd name="connsiteX80-3581" fmla="*/ 8477 w 10000"/>
              <a:gd name="connsiteY80-3582" fmla="*/ 2059 h 10000"/>
              <a:gd name="connsiteX81-3583" fmla="*/ 8477 w 10000"/>
              <a:gd name="connsiteY81-3584" fmla="*/ 1855 h 10000"/>
              <a:gd name="connsiteX82-3585" fmla="*/ 8477 w 10000"/>
              <a:gd name="connsiteY82-3586" fmla="*/ 1670 h 10000"/>
              <a:gd name="connsiteX83-3587" fmla="*/ 8477 w 10000"/>
              <a:gd name="connsiteY83-3588" fmla="*/ 1577 h 10000"/>
              <a:gd name="connsiteX84-3589" fmla="*/ 8409 w 10000"/>
              <a:gd name="connsiteY84-3590" fmla="*/ 1466 h 10000"/>
              <a:gd name="connsiteX85-3591" fmla="*/ 8409 w 10000"/>
              <a:gd name="connsiteY85-3592" fmla="*/ 1373 h 10000"/>
              <a:gd name="connsiteX86-3593" fmla="*/ 8409 w 10000"/>
              <a:gd name="connsiteY86-3594" fmla="*/ 1280 h 10000"/>
              <a:gd name="connsiteX87-3595" fmla="*/ 8326 w 10000"/>
              <a:gd name="connsiteY87-3596" fmla="*/ 1280 h 10000"/>
              <a:gd name="connsiteX88-3597" fmla="*/ 8258 w 10000"/>
              <a:gd name="connsiteY88-3598" fmla="*/ 1169 h 10000"/>
              <a:gd name="connsiteX89-3599" fmla="*/ 8258 w 10000"/>
              <a:gd name="connsiteY89-3600" fmla="*/ 1169 h 10000"/>
              <a:gd name="connsiteX90-3601" fmla="*/ 8107 w 10000"/>
              <a:gd name="connsiteY90-3602" fmla="*/ 1169 h 10000"/>
              <a:gd name="connsiteX91-3603" fmla="*/ 8038 w 10000"/>
              <a:gd name="connsiteY91-3604" fmla="*/ 1169 h 10000"/>
              <a:gd name="connsiteX92-3605" fmla="*/ 7970 w 10000"/>
              <a:gd name="connsiteY92-3606" fmla="*/ 1169 h 10000"/>
              <a:gd name="connsiteX93-3607" fmla="*/ 7819 w 10000"/>
              <a:gd name="connsiteY93-3608" fmla="*/ 1169 h 10000"/>
              <a:gd name="connsiteX94-3609" fmla="*/ 7682 w 10000"/>
              <a:gd name="connsiteY94-3610" fmla="*/ 1169 h 10000"/>
              <a:gd name="connsiteX95-3611" fmla="*/ 7462 w 10000"/>
              <a:gd name="connsiteY95-3612" fmla="*/ 1169 h 10000"/>
              <a:gd name="connsiteX96-3613" fmla="*/ 7311 w 10000"/>
              <a:gd name="connsiteY96-3614" fmla="*/ 1169 h 10000"/>
              <a:gd name="connsiteX97-3615" fmla="*/ 7092 w 10000"/>
              <a:gd name="connsiteY97-3616" fmla="*/ 1169 h 10000"/>
              <a:gd name="connsiteX98-3617" fmla="*/ 6804 w 10000"/>
              <a:gd name="connsiteY98-3618" fmla="*/ 1169 h 10000"/>
              <a:gd name="connsiteX99-3619" fmla="*/ 6516 w 10000"/>
              <a:gd name="connsiteY99-3620" fmla="*/ 1280 h 10000"/>
              <a:gd name="connsiteX100-3621" fmla="*/ 6228 w 10000"/>
              <a:gd name="connsiteY100-3622" fmla="*/ 1280 h 10000"/>
              <a:gd name="connsiteX101-3623" fmla="*/ 5871 w 10000"/>
              <a:gd name="connsiteY101-3624" fmla="*/ 1373 h 10000"/>
              <a:gd name="connsiteX102-3625" fmla="*/ 5144 w 10000"/>
              <a:gd name="connsiteY102-3626" fmla="*/ 1466 h 10000"/>
              <a:gd name="connsiteX103-3627" fmla="*/ 4417 w 10000"/>
              <a:gd name="connsiteY103-3628" fmla="*/ 1670 h 10000"/>
              <a:gd name="connsiteX104-3629" fmla="*/ 3690 w 10000"/>
              <a:gd name="connsiteY104-3630" fmla="*/ 1763 h 10000"/>
              <a:gd name="connsiteX105-3631" fmla="*/ 2963 w 10000"/>
              <a:gd name="connsiteY105-3632" fmla="*/ 1855 h 10000"/>
              <a:gd name="connsiteX106-3633" fmla="*/ 2167 w 10000"/>
              <a:gd name="connsiteY106-3634" fmla="*/ 1967 h 10000"/>
              <a:gd name="connsiteX107-3635" fmla="*/ 1454 w 10000"/>
              <a:gd name="connsiteY107-3636" fmla="*/ 2059 h 10000"/>
              <a:gd name="connsiteX108-3637" fmla="*/ 727 w 10000"/>
              <a:gd name="connsiteY108-3638" fmla="*/ 2152 h 10000"/>
              <a:gd name="connsiteX109-3639" fmla="*/ 0 w 10000"/>
              <a:gd name="connsiteY109-3640" fmla="*/ 2263 h 10000"/>
              <a:gd name="connsiteX110-3641" fmla="*/ 0 w 10000"/>
              <a:gd name="connsiteY110-3642" fmla="*/ 1670 h 10000"/>
              <a:gd name="connsiteX111-3643" fmla="*/ 576 w 10000"/>
              <a:gd name="connsiteY111-3644" fmla="*/ 1577 h 10000"/>
              <a:gd name="connsiteX112-3645" fmla="*/ 1152 w 10000"/>
              <a:gd name="connsiteY112-3646" fmla="*/ 1466 h 10000"/>
              <a:gd name="connsiteX113-3647" fmla="*/ 1660 w 10000"/>
              <a:gd name="connsiteY113-3648" fmla="*/ 1373 h 10000"/>
              <a:gd name="connsiteX114-3649" fmla="*/ 2167 w 10000"/>
              <a:gd name="connsiteY114-3650" fmla="*/ 1280 h 10000"/>
              <a:gd name="connsiteX115-3651" fmla="*/ 2675 w 10000"/>
              <a:gd name="connsiteY115-3652" fmla="*/ 1280 h 10000"/>
              <a:gd name="connsiteX116-3653" fmla="*/ 3114 w 10000"/>
              <a:gd name="connsiteY116-3654" fmla="*/ 1169 h 10000"/>
              <a:gd name="connsiteX117-3655" fmla="*/ 3553 w 10000"/>
              <a:gd name="connsiteY117-3656" fmla="*/ 1076 h 10000"/>
              <a:gd name="connsiteX118-3657" fmla="*/ 3978 w 10000"/>
              <a:gd name="connsiteY118-3658" fmla="*/ 1076 h 10000"/>
              <a:gd name="connsiteX119-3659" fmla="*/ 4348 w 10000"/>
              <a:gd name="connsiteY119-3660" fmla="*/ 983 h 10000"/>
              <a:gd name="connsiteX120-3661" fmla="*/ 4705 w 10000"/>
              <a:gd name="connsiteY120-3662" fmla="*/ 891 h 10000"/>
              <a:gd name="connsiteX121-3663" fmla="*/ 5075 w 10000"/>
              <a:gd name="connsiteY121-3664" fmla="*/ 891 h 10000"/>
              <a:gd name="connsiteX122-3665" fmla="*/ 5364 w 10000"/>
              <a:gd name="connsiteY122-3666" fmla="*/ 779 h 10000"/>
              <a:gd name="connsiteX123-3667" fmla="*/ 5720 w 10000"/>
              <a:gd name="connsiteY123-3668" fmla="*/ 779 h 10000"/>
              <a:gd name="connsiteX124-3669" fmla="*/ 5940 w 10000"/>
              <a:gd name="connsiteY124-3670" fmla="*/ 779 h 10000"/>
              <a:gd name="connsiteX125-3671" fmla="*/ 6228 w 10000"/>
              <a:gd name="connsiteY125-3672" fmla="*/ 686 h 10000"/>
              <a:gd name="connsiteX126-3673" fmla="*/ 6447 w 10000"/>
              <a:gd name="connsiteY126-3674" fmla="*/ 686 h 10000"/>
              <a:gd name="connsiteX127-3675" fmla="*/ 6804 w 10000"/>
              <a:gd name="connsiteY127-3676" fmla="*/ 594 h 10000"/>
              <a:gd name="connsiteX128-3677" fmla="*/ 7174 w 10000"/>
              <a:gd name="connsiteY128-3678" fmla="*/ 594 h 10000"/>
              <a:gd name="connsiteX129-3679" fmla="*/ 7462 w 10000"/>
              <a:gd name="connsiteY129-3680" fmla="*/ 482 h 10000"/>
              <a:gd name="connsiteX130-3681" fmla="*/ 7750 w 10000"/>
              <a:gd name="connsiteY130-3682" fmla="*/ 482 h 10000"/>
              <a:gd name="connsiteX131-3683" fmla="*/ 7901 w 10000"/>
              <a:gd name="connsiteY131-3684" fmla="*/ 390 h 10000"/>
              <a:gd name="connsiteX132-3685" fmla="*/ 8038 w 10000"/>
              <a:gd name="connsiteY132-3686" fmla="*/ 297 h 10000"/>
              <a:gd name="connsiteX133-3687" fmla="*/ 8189 w 10000"/>
              <a:gd name="connsiteY133-3688" fmla="*/ 297 h 10000"/>
              <a:gd name="connsiteX134-3689" fmla="*/ 8189 w 10000"/>
              <a:gd name="connsiteY134-3690" fmla="*/ 204 h 10000"/>
              <a:gd name="connsiteX135-3691" fmla="*/ 8189 w 10000"/>
              <a:gd name="connsiteY135-3692" fmla="*/ 204 h 10000"/>
              <a:gd name="connsiteX0-3693" fmla="*/ 8189 w 10000"/>
              <a:gd name="connsiteY0-3694" fmla="*/ 204 h 10000"/>
              <a:gd name="connsiteX1-3695" fmla="*/ 8258 w 10000"/>
              <a:gd name="connsiteY1-3696" fmla="*/ 93 h 10000"/>
              <a:gd name="connsiteX2-3697" fmla="*/ 8409 w 10000"/>
              <a:gd name="connsiteY2-3698" fmla="*/ 93 h 10000"/>
              <a:gd name="connsiteX3-3699" fmla="*/ 8477 w 10000"/>
              <a:gd name="connsiteY3-3700" fmla="*/ 0 h 10000"/>
              <a:gd name="connsiteX4-3701" fmla="*/ 8546 w 10000"/>
              <a:gd name="connsiteY4-3702" fmla="*/ 0 h 10000"/>
              <a:gd name="connsiteX5-3703" fmla="*/ 8697 w 10000"/>
              <a:gd name="connsiteY5-3704" fmla="*/ 93 h 10000"/>
              <a:gd name="connsiteX6-3705" fmla="*/ 8916 w 10000"/>
              <a:gd name="connsiteY6-3706" fmla="*/ 204 h 10000"/>
              <a:gd name="connsiteX7-3707" fmla="*/ 8985 w 10000"/>
              <a:gd name="connsiteY7-3708" fmla="*/ 297 h 10000"/>
              <a:gd name="connsiteX8-3709" fmla="*/ 9122 w 10000"/>
              <a:gd name="connsiteY8-3710" fmla="*/ 482 h 10000"/>
              <a:gd name="connsiteX9-3711" fmla="*/ 9204 w 10000"/>
              <a:gd name="connsiteY9-3712" fmla="*/ 594 h 10000"/>
              <a:gd name="connsiteX10-3713" fmla="*/ 9342 w 10000"/>
              <a:gd name="connsiteY10-3714" fmla="*/ 686 h 10000"/>
              <a:gd name="connsiteX11-3715" fmla="*/ 9492 w 10000"/>
              <a:gd name="connsiteY11-3716" fmla="*/ 891 h 10000"/>
              <a:gd name="connsiteX12-3717" fmla="*/ 9630 w 10000"/>
              <a:gd name="connsiteY12-3718" fmla="*/ 983 h 10000"/>
              <a:gd name="connsiteX13-3719" fmla="*/ 9712 w 10000"/>
              <a:gd name="connsiteY13-3720" fmla="*/ 1169 h 10000"/>
              <a:gd name="connsiteX14-3721" fmla="*/ 9849 w 10000"/>
              <a:gd name="connsiteY14-3722" fmla="*/ 1280 h 10000"/>
              <a:gd name="connsiteX15-3723" fmla="*/ 9918 w 10000"/>
              <a:gd name="connsiteY15-3724" fmla="*/ 1373 h 10000"/>
              <a:gd name="connsiteX16-3725" fmla="*/ 9918 w 10000"/>
              <a:gd name="connsiteY16-3726" fmla="*/ 1466 h 10000"/>
              <a:gd name="connsiteX17-3727" fmla="*/ 10000 w 10000"/>
              <a:gd name="connsiteY17-3728" fmla="*/ 1466 h 10000"/>
              <a:gd name="connsiteX18-3729" fmla="*/ 10000 w 10000"/>
              <a:gd name="connsiteY18-3730" fmla="*/ 1577 h 10000"/>
              <a:gd name="connsiteX19-3731" fmla="*/ 10000 w 10000"/>
              <a:gd name="connsiteY19-3732" fmla="*/ 1670 h 10000"/>
              <a:gd name="connsiteX20-3733" fmla="*/ 9918 w 10000"/>
              <a:gd name="connsiteY20-3734" fmla="*/ 1763 h 10000"/>
              <a:gd name="connsiteX21-3735" fmla="*/ 9849 w 10000"/>
              <a:gd name="connsiteY21-3736" fmla="*/ 1763 h 10000"/>
              <a:gd name="connsiteX22-3737" fmla="*/ 9781 w 10000"/>
              <a:gd name="connsiteY22-3738" fmla="*/ 1855 h 10000"/>
              <a:gd name="connsiteX23-3739" fmla="*/ 9712 w 10000"/>
              <a:gd name="connsiteY23-3740" fmla="*/ 1855 h 10000"/>
              <a:gd name="connsiteX24-3741" fmla="*/ 9712 w 10000"/>
              <a:gd name="connsiteY24-3742" fmla="*/ 1967 h 10000"/>
              <a:gd name="connsiteX25-3743" fmla="*/ 9630 w 10000"/>
              <a:gd name="connsiteY25-3744" fmla="*/ 2059 h 10000"/>
              <a:gd name="connsiteX26-3745" fmla="*/ 9561 w 10000"/>
              <a:gd name="connsiteY26-3746" fmla="*/ 2263 h 10000"/>
              <a:gd name="connsiteX27-3747" fmla="*/ 9561 w 10000"/>
              <a:gd name="connsiteY27-3748" fmla="*/ 2449 h 10000"/>
              <a:gd name="connsiteX28-3749" fmla="*/ 9492 w 10000"/>
              <a:gd name="connsiteY28-3750" fmla="*/ 2653 h 10000"/>
              <a:gd name="connsiteX29-3751" fmla="*/ 9492 w 10000"/>
              <a:gd name="connsiteY29-3752" fmla="*/ 2950 h 10000"/>
              <a:gd name="connsiteX30-3753" fmla="*/ 9492 w 10000"/>
              <a:gd name="connsiteY30-3754" fmla="*/ 3135 h 10000"/>
              <a:gd name="connsiteX31-3755" fmla="*/ 9410 w 10000"/>
              <a:gd name="connsiteY31-3756" fmla="*/ 3432 h 10000"/>
              <a:gd name="connsiteX32-3757" fmla="*/ 9410 w 10000"/>
              <a:gd name="connsiteY32-3758" fmla="*/ 3822 h 10000"/>
              <a:gd name="connsiteX33-3759" fmla="*/ 9342 w 10000"/>
              <a:gd name="connsiteY33-3760" fmla="*/ 4119 h 10000"/>
              <a:gd name="connsiteX34-3761" fmla="*/ 9273 w 10000"/>
              <a:gd name="connsiteY34-3762" fmla="*/ 4508 h 10000"/>
              <a:gd name="connsiteX35-3763" fmla="*/ 9204 w 10000"/>
              <a:gd name="connsiteY35-3764" fmla="*/ 4898 h 10000"/>
              <a:gd name="connsiteX36-3765" fmla="*/ 9122 w 10000"/>
              <a:gd name="connsiteY36-3766" fmla="*/ 5288 h 10000"/>
              <a:gd name="connsiteX37-3767" fmla="*/ 8985 w 10000"/>
              <a:gd name="connsiteY37-3768" fmla="*/ 6178 h 10000"/>
              <a:gd name="connsiteX38-3769" fmla="*/ 8916 w 10000"/>
              <a:gd name="connsiteY38-3770" fmla="*/ 6568 h 10000"/>
              <a:gd name="connsiteX39-3771" fmla="*/ 8834 w 10000"/>
              <a:gd name="connsiteY39-3772" fmla="*/ 6957 h 10000"/>
              <a:gd name="connsiteX40-3773" fmla="*/ 8765 w 10000"/>
              <a:gd name="connsiteY40-3774" fmla="*/ 7347 h 10000"/>
              <a:gd name="connsiteX41-3775" fmla="*/ 8697 w 10000"/>
              <a:gd name="connsiteY41-3776" fmla="*/ 7737 h 10000"/>
              <a:gd name="connsiteX42-3777" fmla="*/ 8615 w 10000"/>
              <a:gd name="connsiteY42-3778" fmla="*/ 8033 h 10000"/>
              <a:gd name="connsiteX43-3779" fmla="*/ 8615 w 10000"/>
              <a:gd name="connsiteY43-3780" fmla="*/ 8237 h 10000"/>
              <a:gd name="connsiteX44-3781" fmla="*/ 8546 w 10000"/>
              <a:gd name="connsiteY44-3782" fmla="*/ 8534 h 10000"/>
              <a:gd name="connsiteX45-3783" fmla="*/ 8477 w 10000"/>
              <a:gd name="connsiteY45-3784" fmla="*/ 8720 h 10000"/>
              <a:gd name="connsiteX46-3785" fmla="*/ 8326 w 10000"/>
              <a:gd name="connsiteY46-3786" fmla="*/ 9017 h 10000"/>
              <a:gd name="connsiteX47-3787" fmla="*/ 8189 w 10000"/>
              <a:gd name="connsiteY47-3788" fmla="*/ 9314 h 10000"/>
              <a:gd name="connsiteX48-3789" fmla="*/ 8038 w 10000"/>
              <a:gd name="connsiteY48-3790" fmla="*/ 9610 h 10000"/>
              <a:gd name="connsiteX49-3791" fmla="*/ 7901 w 10000"/>
              <a:gd name="connsiteY49-3792" fmla="*/ 9703 h 10000"/>
              <a:gd name="connsiteX50-3793" fmla="*/ 7750 w 10000"/>
              <a:gd name="connsiteY50-3794" fmla="*/ 9889 h 10000"/>
              <a:gd name="connsiteX51-3795" fmla="*/ 7599 w 10000"/>
              <a:gd name="connsiteY51-3796" fmla="*/ 10000 h 10000"/>
              <a:gd name="connsiteX52-3797" fmla="*/ 7462 w 10000"/>
              <a:gd name="connsiteY52-3798" fmla="*/ 10000 h 10000"/>
              <a:gd name="connsiteX53-3799" fmla="*/ 7311 w 10000"/>
              <a:gd name="connsiteY53-3800" fmla="*/ 10000 h 10000"/>
              <a:gd name="connsiteX54-3801" fmla="*/ 7311 w 10000"/>
              <a:gd name="connsiteY54-3802" fmla="*/ 9889 h 10000"/>
              <a:gd name="connsiteX55-3803" fmla="*/ 7243 w 10000"/>
              <a:gd name="connsiteY55-3804" fmla="*/ 9889 h 10000"/>
              <a:gd name="connsiteX56-3805" fmla="*/ 7243 w 10000"/>
              <a:gd name="connsiteY56-3806" fmla="*/ 9796 h 10000"/>
              <a:gd name="connsiteX57-3807" fmla="*/ 7243 w 10000"/>
              <a:gd name="connsiteY57-3808" fmla="*/ 9610 h 10000"/>
              <a:gd name="connsiteX58-3809" fmla="*/ 7243 w 10000"/>
              <a:gd name="connsiteY58-3810" fmla="*/ 9499 h 10000"/>
              <a:gd name="connsiteX59-3811" fmla="*/ 7243 w 10000"/>
              <a:gd name="connsiteY59-3812" fmla="*/ 9406 h 10000"/>
              <a:gd name="connsiteX60-3813" fmla="*/ 7243 w 10000"/>
              <a:gd name="connsiteY60-3814" fmla="*/ 9202 h 10000"/>
              <a:gd name="connsiteX61-3815" fmla="*/ 7243 w 10000"/>
              <a:gd name="connsiteY61-3816" fmla="*/ 9017 h 10000"/>
              <a:gd name="connsiteX62-3817" fmla="*/ 7682 w 10000"/>
              <a:gd name="connsiteY62-3818" fmla="*/ 7644 h 10000"/>
              <a:gd name="connsiteX63-3819" fmla="*/ 7750 w 10000"/>
              <a:gd name="connsiteY63-3820" fmla="*/ 7551 h 10000"/>
              <a:gd name="connsiteX64-3821" fmla="*/ 7819 w 10000"/>
              <a:gd name="connsiteY64-3822" fmla="*/ 7440 h 10000"/>
              <a:gd name="connsiteX65-3823" fmla="*/ 7819 w 10000"/>
              <a:gd name="connsiteY65-3824" fmla="*/ 7347 h 10000"/>
              <a:gd name="connsiteX66-3825" fmla="*/ 7901 w 10000"/>
              <a:gd name="connsiteY66-3826" fmla="*/ 7254 h 10000"/>
              <a:gd name="connsiteX67-3827" fmla="*/ 7970 w 10000"/>
              <a:gd name="connsiteY67-3828" fmla="*/ 7050 h 10000"/>
              <a:gd name="connsiteX68-3829" fmla="*/ 7970 w 10000"/>
              <a:gd name="connsiteY68-3830" fmla="*/ 6865 h 10000"/>
              <a:gd name="connsiteX69-3831" fmla="*/ 8038 w 10000"/>
              <a:gd name="connsiteY69-3832" fmla="*/ 6660 h 10000"/>
              <a:gd name="connsiteX70-3833" fmla="*/ 8107 w 10000"/>
              <a:gd name="connsiteY70-3834" fmla="*/ 6364 h 10000"/>
              <a:gd name="connsiteX71-3835" fmla="*/ 8189 w 10000"/>
              <a:gd name="connsiteY71-3836" fmla="*/ 6067 h 10000"/>
              <a:gd name="connsiteX72-3837" fmla="*/ 8189 w 10000"/>
              <a:gd name="connsiteY72-3838" fmla="*/ 5677 h 10000"/>
              <a:gd name="connsiteX73-3839" fmla="*/ 8326 w 10000"/>
              <a:gd name="connsiteY73-3840" fmla="*/ 4991 h 10000"/>
              <a:gd name="connsiteX74-3841" fmla="*/ 8409 w 10000"/>
              <a:gd name="connsiteY74-3842" fmla="*/ 4212 h 10000"/>
              <a:gd name="connsiteX75-3843" fmla="*/ 8409 w 10000"/>
              <a:gd name="connsiteY75-3844" fmla="*/ 3525 h 10000"/>
              <a:gd name="connsiteX76-3845" fmla="*/ 8477 w 10000"/>
              <a:gd name="connsiteY76-3846" fmla="*/ 2839 h 10000"/>
              <a:gd name="connsiteX77-3847" fmla="*/ 8477 w 10000"/>
              <a:gd name="connsiteY77-3848" fmla="*/ 2542 h 10000"/>
              <a:gd name="connsiteX78-3849" fmla="*/ 8477 w 10000"/>
              <a:gd name="connsiteY78-3850" fmla="*/ 2263 h 10000"/>
              <a:gd name="connsiteX79-3851" fmla="*/ 8477 w 10000"/>
              <a:gd name="connsiteY79-3852" fmla="*/ 2059 h 10000"/>
              <a:gd name="connsiteX80-3853" fmla="*/ 8477 w 10000"/>
              <a:gd name="connsiteY80-3854" fmla="*/ 1855 h 10000"/>
              <a:gd name="connsiteX81-3855" fmla="*/ 8477 w 10000"/>
              <a:gd name="connsiteY81-3856" fmla="*/ 1670 h 10000"/>
              <a:gd name="connsiteX82-3857" fmla="*/ 8477 w 10000"/>
              <a:gd name="connsiteY82-3858" fmla="*/ 1577 h 10000"/>
              <a:gd name="connsiteX83-3859" fmla="*/ 8409 w 10000"/>
              <a:gd name="connsiteY83-3860" fmla="*/ 1466 h 10000"/>
              <a:gd name="connsiteX84-3861" fmla="*/ 8409 w 10000"/>
              <a:gd name="connsiteY84-3862" fmla="*/ 1373 h 10000"/>
              <a:gd name="connsiteX85-3863" fmla="*/ 8409 w 10000"/>
              <a:gd name="connsiteY85-3864" fmla="*/ 1280 h 10000"/>
              <a:gd name="connsiteX86-3865" fmla="*/ 8326 w 10000"/>
              <a:gd name="connsiteY86-3866" fmla="*/ 1280 h 10000"/>
              <a:gd name="connsiteX87-3867" fmla="*/ 8258 w 10000"/>
              <a:gd name="connsiteY87-3868" fmla="*/ 1169 h 10000"/>
              <a:gd name="connsiteX88-3869" fmla="*/ 8258 w 10000"/>
              <a:gd name="connsiteY88-3870" fmla="*/ 1169 h 10000"/>
              <a:gd name="connsiteX89-3871" fmla="*/ 8107 w 10000"/>
              <a:gd name="connsiteY89-3872" fmla="*/ 1169 h 10000"/>
              <a:gd name="connsiteX90-3873" fmla="*/ 8038 w 10000"/>
              <a:gd name="connsiteY90-3874" fmla="*/ 1169 h 10000"/>
              <a:gd name="connsiteX91-3875" fmla="*/ 7970 w 10000"/>
              <a:gd name="connsiteY91-3876" fmla="*/ 1169 h 10000"/>
              <a:gd name="connsiteX92-3877" fmla="*/ 7819 w 10000"/>
              <a:gd name="connsiteY92-3878" fmla="*/ 1169 h 10000"/>
              <a:gd name="connsiteX93-3879" fmla="*/ 7682 w 10000"/>
              <a:gd name="connsiteY93-3880" fmla="*/ 1169 h 10000"/>
              <a:gd name="connsiteX94-3881" fmla="*/ 7462 w 10000"/>
              <a:gd name="connsiteY94-3882" fmla="*/ 1169 h 10000"/>
              <a:gd name="connsiteX95-3883" fmla="*/ 7311 w 10000"/>
              <a:gd name="connsiteY95-3884" fmla="*/ 1169 h 10000"/>
              <a:gd name="connsiteX96-3885" fmla="*/ 7092 w 10000"/>
              <a:gd name="connsiteY96-3886" fmla="*/ 1169 h 10000"/>
              <a:gd name="connsiteX97-3887" fmla="*/ 6804 w 10000"/>
              <a:gd name="connsiteY97-3888" fmla="*/ 1169 h 10000"/>
              <a:gd name="connsiteX98-3889" fmla="*/ 6516 w 10000"/>
              <a:gd name="connsiteY98-3890" fmla="*/ 1280 h 10000"/>
              <a:gd name="connsiteX99-3891" fmla="*/ 6228 w 10000"/>
              <a:gd name="connsiteY99-3892" fmla="*/ 1280 h 10000"/>
              <a:gd name="connsiteX100-3893" fmla="*/ 5871 w 10000"/>
              <a:gd name="connsiteY100-3894" fmla="*/ 1373 h 10000"/>
              <a:gd name="connsiteX101-3895" fmla="*/ 5144 w 10000"/>
              <a:gd name="connsiteY101-3896" fmla="*/ 1466 h 10000"/>
              <a:gd name="connsiteX102-3897" fmla="*/ 4417 w 10000"/>
              <a:gd name="connsiteY102-3898" fmla="*/ 1670 h 10000"/>
              <a:gd name="connsiteX103-3899" fmla="*/ 3690 w 10000"/>
              <a:gd name="connsiteY103-3900" fmla="*/ 1763 h 10000"/>
              <a:gd name="connsiteX104-3901" fmla="*/ 2963 w 10000"/>
              <a:gd name="connsiteY104-3902" fmla="*/ 1855 h 10000"/>
              <a:gd name="connsiteX105-3903" fmla="*/ 2167 w 10000"/>
              <a:gd name="connsiteY105-3904" fmla="*/ 1967 h 10000"/>
              <a:gd name="connsiteX106-3905" fmla="*/ 1454 w 10000"/>
              <a:gd name="connsiteY106-3906" fmla="*/ 2059 h 10000"/>
              <a:gd name="connsiteX107-3907" fmla="*/ 727 w 10000"/>
              <a:gd name="connsiteY107-3908" fmla="*/ 2152 h 10000"/>
              <a:gd name="connsiteX108-3909" fmla="*/ 0 w 10000"/>
              <a:gd name="connsiteY108-3910" fmla="*/ 2263 h 10000"/>
              <a:gd name="connsiteX109-3911" fmla="*/ 0 w 10000"/>
              <a:gd name="connsiteY109-3912" fmla="*/ 1670 h 10000"/>
              <a:gd name="connsiteX110-3913" fmla="*/ 576 w 10000"/>
              <a:gd name="connsiteY110-3914" fmla="*/ 1577 h 10000"/>
              <a:gd name="connsiteX111-3915" fmla="*/ 1152 w 10000"/>
              <a:gd name="connsiteY111-3916" fmla="*/ 1466 h 10000"/>
              <a:gd name="connsiteX112-3917" fmla="*/ 1660 w 10000"/>
              <a:gd name="connsiteY112-3918" fmla="*/ 1373 h 10000"/>
              <a:gd name="connsiteX113-3919" fmla="*/ 2167 w 10000"/>
              <a:gd name="connsiteY113-3920" fmla="*/ 1280 h 10000"/>
              <a:gd name="connsiteX114-3921" fmla="*/ 2675 w 10000"/>
              <a:gd name="connsiteY114-3922" fmla="*/ 1280 h 10000"/>
              <a:gd name="connsiteX115-3923" fmla="*/ 3114 w 10000"/>
              <a:gd name="connsiteY115-3924" fmla="*/ 1169 h 10000"/>
              <a:gd name="connsiteX116-3925" fmla="*/ 3553 w 10000"/>
              <a:gd name="connsiteY116-3926" fmla="*/ 1076 h 10000"/>
              <a:gd name="connsiteX117-3927" fmla="*/ 3978 w 10000"/>
              <a:gd name="connsiteY117-3928" fmla="*/ 1076 h 10000"/>
              <a:gd name="connsiteX118-3929" fmla="*/ 4348 w 10000"/>
              <a:gd name="connsiteY118-3930" fmla="*/ 983 h 10000"/>
              <a:gd name="connsiteX119-3931" fmla="*/ 4705 w 10000"/>
              <a:gd name="connsiteY119-3932" fmla="*/ 891 h 10000"/>
              <a:gd name="connsiteX120-3933" fmla="*/ 5075 w 10000"/>
              <a:gd name="connsiteY120-3934" fmla="*/ 891 h 10000"/>
              <a:gd name="connsiteX121-3935" fmla="*/ 5364 w 10000"/>
              <a:gd name="connsiteY121-3936" fmla="*/ 779 h 10000"/>
              <a:gd name="connsiteX122-3937" fmla="*/ 5720 w 10000"/>
              <a:gd name="connsiteY122-3938" fmla="*/ 779 h 10000"/>
              <a:gd name="connsiteX123-3939" fmla="*/ 5940 w 10000"/>
              <a:gd name="connsiteY123-3940" fmla="*/ 779 h 10000"/>
              <a:gd name="connsiteX124-3941" fmla="*/ 6228 w 10000"/>
              <a:gd name="connsiteY124-3942" fmla="*/ 686 h 10000"/>
              <a:gd name="connsiteX125-3943" fmla="*/ 6447 w 10000"/>
              <a:gd name="connsiteY125-3944" fmla="*/ 686 h 10000"/>
              <a:gd name="connsiteX126-3945" fmla="*/ 6804 w 10000"/>
              <a:gd name="connsiteY126-3946" fmla="*/ 594 h 10000"/>
              <a:gd name="connsiteX127-3947" fmla="*/ 7174 w 10000"/>
              <a:gd name="connsiteY127-3948" fmla="*/ 594 h 10000"/>
              <a:gd name="connsiteX128-3949" fmla="*/ 7462 w 10000"/>
              <a:gd name="connsiteY128-3950" fmla="*/ 482 h 10000"/>
              <a:gd name="connsiteX129-3951" fmla="*/ 7750 w 10000"/>
              <a:gd name="connsiteY129-3952" fmla="*/ 482 h 10000"/>
              <a:gd name="connsiteX130-3953" fmla="*/ 7901 w 10000"/>
              <a:gd name="connsiteY130-3954" fmla="*/ 390 h 10000"/>
              <a:gd name="connsiteX131-3955" fmla="*/ 8038 w 10000"/>
              <a:gd name="connsiteY131-3956" fmla="*/ 297 h 10000"/>
              <a:gd name="connsiteX132-3957" fmla="*/ 8189 w 10000"/>
              <a:gd name="connsiteY132-3958" fmla="*/ 297 h 10000"/>
              <a:gd name="connsiteX133-3959" fmla="*/ 8189 w 10000"/>
              <a:gd name="connsiteY133-3960" fmla="*/ 204 h 10000"/>
              <a:gd name="connsiteX134-3961" fmla="*/ 8189 w 10000"/>
              <a:gd name="connsiteY134-3962" fmla="*/ 204 h 10000"/>
              <a:gd name="connsiteX0-3963" fmla="*/ 8189 w 10000"/>
              <a:gd name="connsiteY0-3964" fmla="*/ 204 h 10000"/>
              <a:gd name="connsiteX1-3965" fmla="*/ 8258 w 10000"/>
              <a:gd name="connsiteY1-3966" fmla="*/ 93 h 10000"/>
              <a:gd name="connsiteX2-3967" fmla="*/ 8409 w 10000"/>
              <a:gd name="connsiteY2-3968" fmla="*/ 93 h 10000"/>
              <a:gd name="connsiteX3-3969" fmla="*/ 8477 w 10000"/>
              <a:gd name="connsiteY3-3970" fmla="*/ 0 h 10000"/>
              <a:gd name="connsiteX4-3971" fmla="*/ 8546 w 10000"/>
              <a:gd name="connsiteY4-3972" fmla="*/ 0 h 10000"/>
              <a:gd name="connsiteX5-3973" fmla="*/ 8697 w 10000"/>
              <a:gd name="connsiteY5-3974" fmla="*/ 93 h 10000"/>
              <a:gd name="connsiteX6-3975" fmla="*/ 8916 w 10000"/>
              <a:gd name="connsiteY6-3976" fmla="*/ 204 h 10000"/>
              <a:gd name="connsiteX7-3977" fmla="*/ 8985 w 10000"/>
              <a:gd name="connsiteY7-3978" fmla="*/ 297 h 10000"/>
              <a:gd name="connsiteX8-3979" fmla="*/ 9122 w 10000"/>
              <a:gd name="connsiteY8-3980" fmla="*/ 482 h 10000"/>
              <a:gd name="connsiteX9-3981" fmla="*/ 9204 w 10000"/>
              <a:gd name="connsiteY9-3982" fmla="*/ 594 h 10000"/>
              <a:gd name="connsiteX10-3983" fmla="*/ 9342 w 10000"/>
              <a:gd name="connsiteY10-3984" fmla="*/ 686 h 10000"/>
              <a:gd name="connsiteX11-3985" fmla="*/ 9492 w 10000"/>
              <a:gd name="connsiteY11-3986" fmla="*/ 891 h 10000"/>
              <a:gd name="connsiteX12-3987" fmla="*/ 9630 w 10000"/>
              <a:gd name="connsiteY12-3988" fmla="*/ 983 h 10000"/>
              <a:gd name="connsiteX13-3989" fmla="*/ 9712 w 10000"/>
              <a:gd name="connsiteY13-3990" fmla="*/ 1169 h 10000"/>
              <a:gd name="connsiteX14-3991" fmla="*/ 9849 w 10000"/>
              <a:gd name="connsiteY14-3992" fmla="*/ 1280 h 10000"/>
              <a:gd name="connsiteX15-3993" fmla="*/ 9918 w 10000"/>
              <a:gd name="connsiteY15-3994" fmla="*/ 1373 h 10000"/>
              <a:gd name="connsiteX16-3995" fmla="*/ 9918 w 10000"/>
              <a:gd name="connsiteY16-3996" fmla="*/ 1466 h 10000"/>
              <a:gd name="connsiteX17-3997" fmla="*/ 10000 w 10000"/>
              <a:gd name="connsiteY17-3998" fmla="*/ 1466 h 10000"/>
              <a:gd name="connsiteX18-3999" fmla="*/ 10000 w 10000"/>
              <a:gd name="connsiteY18-4000" fmla="*/ 1577 h 10000"/>
              <a:gd name="connsiteX19-4001" fmla="*/ 10000 w 10000"/>
              <a:gd name="connsiteY19-4002" fmla="*/ 1670 h 10000"/>
              <a:gd name="connsiteX20-4003" fmla="*/ 9918 w 10000"/>
              <a:gd name="connsiteY20-4004" fmla="*/ 1763 h 10000"/>
              <a:gd name="connsiteX21-4005" fmla="*/ 9849 w 10000"/>
              <a:gd name="connsiteY21-4006" fmla="*/ 1763 h 10000"/>
              <a:gd name="connsiteX22-4007" fmla="*/ 9781 w 10000"/>
              <a:gd name="connsiteY22-4008" fmla="*/ 1855 h 10000"/>
              <a:gd name="connsiteX23-4009" fmla="*/ 9712 w 10000"/>
              <a:gd name="connsiteY23-4010" fmla="*/ 1855 h 10000"/>
              <a:gd name="connsiteX24-4011" fmla="*/ 9712 w 10000"/>
              <a:gd name="connsiteY24-4012" fmla="*/ 1967 h 10000"/>
              <a:gd name="connsiteX25-4013" fmla="*/ 9630 w 10000"/>
              <a:gd name="connsiteY25-4014" fmla="*/ 2059 h 10000"/>
              <a:gd name="connsiteX26-4015" fmla="*/ 9561 w 10000"/>
              <a:gd name="connsiteY26-4016" fmla="*/ 2263 h 10000"/>
              <a:gd name="connsiteX27-4017" fmla="*/ 9561 w 10000"/>
              <a:gd name="connsiteY27-4018" fmla="*/ 2449 h 10000"/>
              <a:gd name="connsiteX28-4019" fmla="*/ 9492 w 10000"/>
              <a:gd name="connsiteY28-4020" fmla="*/ 2653 h 10000"/>
              <a:gd name="connsiteX29-4021" fmla="*/ 9492 w 10000"/>
              <a:gd name="connsiteY29-4022" fmla="*/ 2950 h 10000"/>
              <a:gd name="connsiteX30-4023" fmla="*/ 9492 w 10000"/>
              <a:gd name="connsiteY30-4024" fmla="*/ 3135 h 10000"/>
              <a:gd name="connsiteX31-4025" fmla="*/ 9410 w 10000"/>
              <a:gd name="connsiteY31-4026" fmla="*/ 3432 h 10000"/>
              <a:gd name="connsiteX32-4027" fmla="*/ 9410 w 10000"/>
              <a:gd name="connsiteY32-4028" fmla="*/ 3822 h 10000"/>
              <a:gd name="connsiteX33-4029" fmla="*/ 9342 w 10000"/>
              <a:gd name="connsiteY33-4030" fmla="*/ 4119 h 10000"/>
              <a:gd name="connsiteX34-4031" fmla="*/ 9273 w 10000"/>
              <a:gd name="connsiteY34-4032" fmla="*/ 4508 h 10000"/>
              <a:gd name="connsiteX35-4033" fmla="*/ 9204 w 10000"/>
              <a:gd name="connsiteY35-4034" fmla="*/ 4898 h 10000"/>
              <a:gd name="connsiteX36-4035" fmla="*/ 9122 w 10000"/>
              <a:gd name="connsiteY36-4036" fmla="*/ 5288 h 10000"/>
              <a:gd name="connsiteX37-4037" fmla="*/ 8985 w 10000"/>
              <a:gd name="connsiteY37-4038" fmla="*/ 6178 h 10000"/>
              <a:gd name="connsiteX38-4039" fmla="*/ 8916 w 10000"/>
              <a:gd name="connsiteY38-4040" fmla="*/ 6568 h 10000"/>
              <a:gd name="connsiteX39-4041" fmla="*/ 8834 w 10000"/>
              <a:gd name="connsiteY39-4042" fmla="*/ 6957 h 10000"/>
              <a:gd name="connsiteX40-4043" fmla="*/ 8765 w 10000"/>
              <a:gd name="connsiteY40-4044" fmla="*/ 7347 h 10000"/>
              <a:gd name="connsiteX41-4045" fmla="*/ 8697 w 10000"/>
              <a:gd name="connsiteY41-4046" fmla="*/ 7737 h 10000"/>
              <a:gd name="connsiteX42-4047" fmla="*/ 8615 w 10000"/>
              <a:gd name="connsiteY42-4048" fmla="*/ 8033 h 10000"/>
              <a:gd name="connsiteX43-4049" fmla="*/ 8615 w 10000"/>
              <a:gd name="connsiteY43-4050" fmla="*/ 8237 h 10000"/>
              <a:gd name="connsiteX44-4051" fmla="*/ 8546 w 10000"/>
              <a:gd name="connsiteY44-4052" fmla="*/ 8534 h 10000"/>
              <a:gd name="connsiteX45-4053" fmla="*/ 8477 w 10000"/>
              <a:gd name="connsiteY45-4054" fmla="*/ 8720 h 10000"/>
              <a:gd name="connsiteX46-4055" fmla="*/ 8326 w 10000"/>
              <a:gd name="connsiteY46-4056" fmla="*/ 9017 h 10000"/>
              <a:gd name="connsiteX47-4057" fmla="*/ 8189 w 10000"/>
              <a:gd name="connsiteY47-4058" fmla="*/ 9314 h 10000"/>
              <a:gd name="connsiteX48-4059" fmla="*/ 8038 w 10000"/>
              <a:gd name="connsiteY48-4060" fmla="*/ 9610 h 10000"/>
              <a:gd name="connsiteX49-4061" fmla="*/ 7901 w 10000"/>
              <a:gd name="connsiteY49-4062" fmla="*/ 9703 h 10000"/>
              <a:gd name="connsiteX50-4063" fmla="*/ 7750 w 10000"/>
              <a:gd name="connsiteY50-4064" fmla="*/ 9889 h 10000"/>
              <a:gd name="connsiteX51-4065" fmla="*/ 7599 w 10000"/>
              <a:gd name="connsiteY51-4066" fmla="*/ 10000 h 10000"/>
              <a:gd name="connsiteX52-4067" fmla="*/ 7462 w 10000"/>
              <a:gd name="connsiteY52-4068" fmla="*/ 10000 h 10000"/>
              <a:gd name="connsiteX53-4069" fmla="*/ 7311 w 10000"/>
              <a:gd name="connsiteY53-4070" fmla="*/ 10000 h 10000"/>
              <a:gd name="connsiteX54-4071" fmla="*/ 7311 w 10000"/>
              <a:gd name="connsiteY54-4072" fmla="*/ 9889 h 10000"/>
              <a:gd name="connsiteX55-4073" fmla="*/ 7243 w 10000"/>
              <a:gd name="connsiteY55-4074" fmla="*/ 9889 h 10000"/>
              <a:gd name="connsiteX56-4075" fmla="*/ 7243 w 10000"/>
              <a:gd name="connsiteY56-4076" fmla="*/ 9796 h 10000"/>
              <a:gd name="connsiteX57-4077" fmla="*/ 7243 w 10000"/>
              <a:gd name="connsiteY57-4078" fmla="*/ 9610 h 10000"/>
              <a:gd name="connsiteX58-4079" fmla="*/ 7243 w 10000"/>
              <a:gd name="connsiteY58-4080" fmla="*/ 9499 h 10000"/>
              <a:gd name="connsiteX59-4081" fmla="*/ 7243 w 10000"/>
              <a:gd name="connsiteY59-4082" fmla="*/ 9406 h 10000"/>
              <a:gd name="connsiteX60-4083" fmla="*/ 7243 w 10000"/>
              <a:gd name="connsiteY60-4084" fmla="*/ 9202 h 10000"/>
              <a:gd name="connsiteX61-4085" fmla="*/ 7682 w 10000"/>
              <a:gd name="connsiteY61-4086" fmla="*/ 7644 h 10000"/>
              <a:gd name="connsiteX62-4087" fmla="*/ 7750 w 10000"/>
              <a:gd name="connsiteY62-4088" fmla="*/ 7551 h 10000"/>
              <a:gd name="connsiteX63-4089" fmla="*/ 7819 w 10000"/>
              <a:gd name="connsiteY63-4090" fmla="*/ 7440 h 10000"/>
              <a:gd name="connsiteX64-4091" fmla="*/ 7819 w 10000"/>
              <a:gd name="connsiteY64-4092" fmla="*/ 7347 h 10000"/>
              <a:gd name="connsiteX65-4093" fmla="*/ 7901 w 10000"/>
              <a:gd name="connsiteY65-4094" fmla="*/ 7254 h 10000"/>
              <a:gd name="connsiteX66-4095" fmla="*/ 7970 w 10000"/>
              <a:gd name="connsiteY66-4096" fmla="*/ 7050 h 10000"/>
              <a:gd name="connsiteX67-4097" fmla="*/ 7970 w 10000"/>
              <a:gd name="connsiteY67-4098" fmla="*/ 6865 h 10000"/>
              <a:gd name="connsiteX68-4099" fmla="*/ 8038 w 10000"/>
              <a:gd name="connsiteY68-4100" fmla="*/ 6660 h 10000"/>
              <a:gd name="connsiteX69-4101" fmla="*/ 8107 w 10000"/>
              <a:gd name="connsiteY69-4102" fmla="*/ 6364 h 10000"/>
              <a:gd name="connsiteX70-4103" fmla="*/ 8189 w 10000"/>
              <a:gd name="connsiteY70-4104" fmla="*/ 6067 h 10000"/>
              <a:gd name="connsiteX71-4105" fmla="*/ 8189 w 10000"/>
              <a:gd name="connsiteY71-4106" fmla="*/ 5677 h 10000"/>
              <a:gd name="connsiteX72-4107" fmla="*/ 8326 w 10000"/>
              <a:gd name="connsiteY72-4108" fmla="*/ 4991 h 10000"/>
              <a:gd name="connsiteX73-4109" fmla="*/ 8409 w 10000"/>
              <a:gd name="connsiteY73-4110" fmla="*/ 4212 h 10000"/>
              <a:gd name="connsiteX74-4111" fmla="*/ 8409 w 10000"/>
              <a:gd name="connsiteY74-4112" fmla="*/ 3525 h 10000"/>
              <a:gd name="connsiteX75-4113" fmla="*/ 8477 w 10000"/>
              <a:gd name="connsiteY75-4114" fmla="*/ 2839 h 10000"/>
              <a:gd name="connsiteX76-4115" fmla="*/ 8477 w 10000"/>
              <a:gd name="connsiteY76-4116" fmla="*/ 2542 h 10000"/>
              <a:gd name="connsiteX77-4117" fmla="*/ 8477 w 10000"/>
              <a:gd name="connsiteY77-4118" fmla="*/ 2263 h 10000"/>
              <a:gd name="connsiteX78-4119" fmla="*/ 8477 w 10000"/>
              <a:gd name="connsiteY78-4120" fmla="*/ 2059 h 10000"/>
              <a:gd name="connsiteX79-4121" fmla="*/ 8477 w 10000"/>
              <a:gd name="connsiteY79-4122" fmla="*/ 1855 h 10000"/>
              <a:gd name="connsiteX80-4123" fmla="*/ 8477 w 10000"/>
              <a:gd name="connsiteY80-4124" fmla="*/ 1670 h 10000"/>
              <a:gd name="connsiteX81-4125" fmla="*/ 8477 w 10000"/>
              <a:gd name="connsiteY81-4126" fmla="*/ 1577 h 10000"/>
              <a:gd name="connsiteX82-4127" fmla="*/ 8409 w 10000"/>
              <a:gd name="connsiteY82-4128" fmla="*/ 1466 h 10000"/>
              <a:gd name="connsiteX83-4129" fmla="*/ 8409 w 10000"/>
              <a:gd name="connsiteY83-4130" fmla="*/ 1373 h 10000"/>
              <a:gd name="connsiteX84-4131" fmla="*/ 8409 w 10000"/>
              <a:gd name="connsiteY84-4132" fmla="*/ 1280 h 10000"/>
              <a:gd name="connsiteX85-4133" fmla="*/ 8326 w 10000"/>
              <a:gd name="connsiteY85-4134" fmla="*/ 1280 h 10000"/>
              <a:gd name="connsiteX86-4135" fmla="*/ 8258 w 10000"/>
              <a:gd name="connsiteY86-4136" fmla="*/ 1169 h 10000"/>
              <a:gd name="connsiteX87-4137" fmla="*/ 8258 w 10000"/>
              <a:gd name="connsiteY87-4138" fmla="*/ 1169 h 10000"/>
              <a:gd name="connsiteX88-4139" fmla="*/ 8107 w 10000"/>
              <a:gd name="connsiteY88-4140" fmla="*/ 1169 h 10000"/>
              <a:gd name="connsiteX89-4141" fmla="*/ 8038 w 10000"/>
              <a:gd name="connsiteY89-4142" fmla="*/ 1169 h 10000"/>
              <a:gd name="connsiteX90-4143" fmla="*/ 7970 w 10000"/>
              <a:gd name="connsiteY90-4144" fmla="*/ 1169 h 10000"/>
              <a:gd name="connsiteX91-4145" fmla="*/ 7819 w 10000"/>
              <a:gd name="connsiteY91-4146" fmla="*/ 1169 h 10000"/>
              <a:gd name="connsiteX92-4147" fmla="*/ 7682 w 10000"/>
              <a:gd name="connsiteY92-4148" fmla="*/ 1169 h 10000"/>
              <a:gd name="connsiteX93-4149" fmla="*/ 7462 w 10000"/>
              <a:gd name="connsiteY93-4150" fmla="*/ 1169 h 10000"/>
              <a:gd name="connsiteX94-4151" fmla="*/ 7311 w 10000"/>
              <a:gd name="connsiteY94-4152" fmla="*/ 1169 h 10000"/>
              <a:gd name="connsiteX95-4153" fmla="*/ 7092 w 10000"/>
              <a:gd name="connsiteY95-4154" fmla="*/ 1169 h 10000"/>
              <a:gd name="connsiteX96-4155" fmla="*/ 6804 w 10000"/>
              <a:gd name="connsiteY96-4156" fmla="*/ 1169 h 10000"/>
              <a:gd name="connsiteX97-4157" fmla="*/ 6516 w 10000"/>
              <a:gd name="connsiteY97-4158" fmla="*/ 1280 h 10000"/>
              <a:gd name="connsiteX98-4159" fmla="*/ 6228 w 10000"/>
              <a:gd name="connsiteY98-4160" fmla="*/ 1280 h 10000"/>
              <a:gd name="connsiteX99-4161" fmla="*/ 5871 w 10000"/>
              <a:gd name="connsiteY99-4162" fmla="*/ 1373 h 10000"/>
              <a:gd name="connsiteX100-4163" fmla="*/ 5144 w 10000"/>
              <a:gd name="connsiteY100-4164" fmla="*/ 1466 h 10000"/>
              <a:gd name="connsiteX101-4165" fmla="*/ 4417 w 10000"/>
              <a:gd name="connsiteY101-4166" fmla="*/ 1670 h 10000"/>
              <a:gd name="connsiteX102-4167" fmla="*/ 3690 w 10000"/>
              <a:gd name="connsiteY102-4168" fmla="*/ 1763 h 10000"/>
              <a:gd name="connsiteX103-4169" fmla="*/ 2963 w 10000"/>
              <a:gd name="connsiteY103-4170" fmla="*/ 1855 h 10000"/>
              <a:gd name="connsiteX104-4171" fmla="*/ 2167 w 10000"/>
              <a:gd name="connsiteY104-4172" fmla="*/ 1967 h 10000"/>
              <a:gd name="connsiteX105-4173" fmla="*/ 1454 w 10000"/>
              <a:gd name="connsiteY105-4174" fmla="*/ 2059 h 10000"/>
              <a:gd name="connsiteX106-4175" fmla="*/ 727 w 10000"/>
              <a:gd name="connsiteY106-4176" fmla="*/ 2152 h 10000"/>
              <a:gd name="connsiteX107-4177" fmla="*/ 0 w 10000"/>
              <a:gd name="connsiteY107-4178" fmla="*/ 2263 h 10000"/>
              <a:gd name="connsiteX108-4179" fmla="*/ 0 w 10000"/>
              <a:gd name="connsiteY108-4180" fmla="*/ 1670 h 10000"/>
              <a:gd name="connsiteX109-4181" fmla="*/ 576 w 10000"/>
              <a:gd name="connsiteY109-4182" fmla="*/ 1577 h 10000"/>
              <a:gd name="connsiteX110-4183" fmla="*/ 1152 w 10000"/>
              <a:gd name="connsiteY110-4184" fmla="*/ 1466 h 10000"/>
              <a:gd name="connsiteX111-4185" fmla="*/ 1660 w 10000"/>
              <a:gd name="connsiteY111-4186" fmla="*/ 1373 h 10000"/>
              <a:gd name="connsiteX112-4187" fmla="*/ 2167 w 10000"/>
              <a:gd name="connsiteY112-4188" fmla="*/ 1280 h 10000"/>
              <a:gd name="connsiteX113-4189" fmla="*/ 2675 w 10000"/>
              <a:gd name="connsiteY113-4190" fmla="*/ 1280 h 10000"/>
              <a:gd name="connsiteX114-4191" fmla="*/ 3114 w 10000"/>
              <a:gd name="connsiteY114-4192" fmla="*/ 1169 h 10000"/>
              <a:gd name="connsiteX115-4193" fmla="*/ 3553 w 10000"/>
              <a:gd name="connsiteY115-4194" fmla="*/ 1076 h 10000"/>
              <a:gd name="connsiteX116-4195" fmla="*/ 3978 w 10000"/>
              <a:gd name="connsiteY116-4196" fmla="*/ 1076 h 10000"/>
              <a:gd name="connsiteX117-4197" fmla="*/ 4348 w 10000"/>
              <a:gd name="connsiteY117-4198" fmla="*/ 983 h 10000"/>
              <a:gd name="connsiteX118-4199" fmla="*/ 4705 w 10000"/>
              <a:gd name="connsiteY118-4200" fmla="*/ 891 h 10000"/>
              <a:gd name="connsiteX119-4201" fmla="*/ 5075 w 10000"/>
              <a:gd name="connsiteY119-4202" fmla="*/ 891 h 10000"/>
              <a:gd name="connsiteX120-4203" fmla="*/ 5364 w 10000"/>
              <a:gd name="connsiteY120-4204" fmla="*/ 779 h 10000"/>
              <a:gd name="connsiteX121-4205" fmla="*/ 5720 w 10000"/>
              <a:gd name="connsiteY121-4206" fmla="*/ 779 h 10000"/>
              <a:gd name="connsiteX122-4207" fmla="*/ 5940 w 10000"/>
              <a:gd name="connsiteY122-4208" fmla="*/ 779 h 10000"/>
              <a:gd name="connsiteX123-4209" fmla="*/ 6228 w 10000"/>
              <a:gd name="connsiteY123-4210" fmla="*/ 686 h 10000"/>
              <a:gd name="connsiteX124-4211" fmla="*/ 6447 w 10000"/>
              <a:gd name="connsiteY124-4212" fmla="*/ 686 h 10000"/>
              <a:gd name="connsiteX125-4213" fmla="*/ 6804 w 10000"/>
              <a:gd name="connsiteY125-4214" fmla="*/ 594 h 10000"/>
              <a:gd name="connsiteX126-4215" fmla="*/ 7174 w 10000"/>
              <a:gd name="connsiteY126-4216" fmla="*/ 594 h 10000"/>
              <a:gd name="connsiteX127-4217" fmla="*/ 7462 w 10000"/>
              <a:gd name="connsiteY127-4218" fmla="*/ 482 h 10000"/>
              <a:gd name="connsiteX128-4219" fmla="*/ 7750 w 10000"/>
              <a:gd name="connsiteY128-4220" fmla="*/ 482 h 10000"/>
              <a:gd name="connsiteX129-4221" fmla="*/ 7901 w 10000"/>
              <a:gd name="connsiteY129-4222" fmla="*/ 390 h 10000"/>
              <a:gd name="connsiteX130-4223" fmla="*/ 8038 w 10000"/>
              <a:gd name="connsiteY130-4224" fmla="*/ 297 h 10000"/>
              <a:gd name="connsiteX131-4225" fmla="*/ 8189 w 10000"/>
              <a:gd name="connsiteY131-4226" fmla="*/ 297 h 10000"/>
              <a:gd name="connsiteX132-4227" fmla="*/ 8189 w 10000"/>
              <a:gd name="connsiteY132-4228" fmla="*/ 204 h 10000"/>
              <a:gd name="connsiteX133-4229" fmla="*/ 8189 w 10000"/>
              <a:gd name="connsiteY133-4230" fmla="*/ 204 h 10000"/>
              <a:gd name="connsiteX0-4231" fmla="*/ 8189 w 10000"/>
              <a:gd name="connsiteY0-4232" fmla="*/ 204 h 10000"/>
              <a:gd name="connsiteX1-4233" fmla="*/ 8258 w 10000"/>
              <a:gd name="connsiteY1-4234" fmla="*/ 93 h 10000"/>
              <a:gd name="connsiteX2-4235" fmla="*/ 8409 w 10000"/>
              <a:gd name="connsiteY2-4236" fmla="*/ 93 h 10000"/>
              <a:gd name="connsiteX3-4237" fmla="*/ 8477 w 10000"/>
              <a:gd name="connsiteY3-4238" fmla="*/ 0 h 10000"/>
              <a:gd name="connsiteX4-4239" fmla="*/ 8546 w 10000"/>
              <a:gd name="connsiteY4-4240" fmla="*/ 0 h 10000"/>
              <a:gd name="connsiteX5-4241" fmla="*/ 8697 w 10000"/>
              <a:gd name="connsiteY5-4242" fmla="*/ 93 h 10000"/>
              <a:gd name="connsiteX6-4243" fmla="*/ 8916 w 10000"/>
              <a:gd name="connsiteY6-4244" fmla="*/ 204 h 10000"/>
              <a:gd name="connsiteX7-4245" fmla="*/ 8985 w 10000"/>
              <a:gd name="connsiteY7-4246" fmla="*/ 297 h 10000"/>
              <a:gd name="connsiteX8-4247" fmla="*/ 9122 w 10000"/>
              <a:gd name="connsiteY8-4248" fmla="*/ 482 h 10000"/>
              <a:gd name="connsiteX9-4249" fmla="*/ 9204 w 10000"/>
              <a:gd name="connsiteY9-4250" fmla="*/ 594 h 10000"/>
              <a:gd name="connsiteX10-4251" fmla="*/ 9342 w 10000"/>
              <a:gd name="connsiteY10-4252" fmla="*/ 686 h 10000"/>
              <a:gd name="connsiteX11-4253" fmla="*/ 9492 w 10000"/>
              <a:gd name="connsiteY11-4254" fmla="*/ 891 h 10000"/>
              <a:gd name="connsiteX12-4255" fmla="*/ 9630 w 10000"/>
              <a:gd name="connsiteY12-4256" fmla="*/ 983 h 10000"/>
              <a:gd name="connsiteX13-4257" fmla="*/ 9712 w 10000"/>
              <a:gd name="connsiteY13-4258" fmla="*/ 1169 h 10000"/>
              <a:gd name="connsiteX14-4259" fmla="*/ 9849 w 10000"/>
              <a:gd name="connsiteY14-4260" fmla="*/ 1280 h 10000"/>
              <a:gd name="connsiteX15-4261" fmla="*/ 9918 w 10000"/>
              <a:gd name="connsiteY15-4262" fmla="*/ 1373 h 10000"/>
              <a:gd name="connsiteX16-4263" fmla="*/ 9918 w 10000"/>
              <a:gd name="connsiteY16-4264" fmla="*/ 1466 h 10000"/>
              <a:gd name="connsiteX17-4265" fmla="*/ 10000 w 10000"/>
              <a:gd name="connsiteY17-4266" fmla="*/ 1466 h 10000"/>
              <a:gd name="connsiteX18-4267" fmla="*/ 10000 w 10000"/>
              <a:gd name="connsiteY18-4268" fmla="*/ 1577 h 10000"/>
              <a:gd name="connsiteX19-4269" fmla="*/ 10000 w 10000"/>
              <a:gd name="connsiteY19-4270" fmla="*/ 1670 h 10000"/>
              <a:gd name="connsiteX20-4271" fmla="*/ 9918 w 10000"/>
              <a:gd name="connsiteY20-4272" fmla="*/ 1763 h 10000"/>
              <a:gd name="connsiteX21-4273" fmla="*/ 9849 w 10000"/>
              <a:gd name="connsiteY21-4274" fmla="*/ 1763 h 10000"/>
              <a:gd name="connsiteX22-4275" fmla="*/ 9781 w 10000"/>
              <a:gd name="connsiteY22-4276" fmla="*/ 1855 h 10000"/>
              <a:gd name="connsiteX23-4277" fmla="*/ 9712 w 10000"/>
              <a:gd name="connsiteY23-4278" fmla="*/ 1855 h 10000"/>
              <a:gd name="connsiteX24-4279" fmla="*/ 9712 w 10000"/>
              <a:gd name="connsiteY24-4280" fmla="*/ 1967 h 10000"/>
              <a:gd name="connsiteX25-4281" fmla="*/ 9630 w 10000"/>
              <a:gd name="connsiteY25-4282" fmla="*/ 2059 h 10000"/>
              <a:gd name="connsiteX26-4283" fmla="*/ 9561 w 10000"/>
              <a:gd name="connsiteY26-4284" fmla="*/ 2263 h 10000"/>
              <a:gd name="connsiteX27-4285" fmla="*/ 9561 w 10000"/>
              <a:gd name="connsiteY27-4286" fmla="*/ 2449 h 10000"/>
              <a:gd name="connsiteX28-4287" fmla="*/ 9492 w 10000"/>
              <a:gd name="connsiteY28-4288" fmla="*/ 2653 h 10000"/>
              <a:gd name="connsiteX29-4289" fmla="*/ 9492 w 10000"/>
              <a:gd name="connsiteY29-4290" fmla="*/ 2950 h 10000"/>
              <a:gd name="connsiteX30-4291" fmla="*/ 9492 w 10000"/>
              <a:gd name="connsiteY30-4292" fmla="*/ 3135 h 10000"/>
              <a:gd name="connsiteX31-4293" fmla="*/ 9410 w 10000"/>
              <a:gd name="connsiteY31-4294" fmla="*/ 3432 h 10000"/>
              <a:gd name="connsiteX32-4295" fmla="*/ 9410 w 10000"/>
              <a:gd name="connsiteY32-4296" fmla="*/ 3822 h 10000"/>
              <a:gd name="connsiteX33-4297" fmla="*/ 9342 w 10000"/>
              <a:gd name="connsiteY33-4298" fmla="*/ 4119 h 10000"/>
              <a:gd name="connsiteX34-4299" fmla="*/ 9273 w 10000"/>
              <a:gd name="connsiteY34-4300" fmla="*/ 4508 h 10000"/>
              <a:gd name="connsiteX35-4301" fmla="*/ 9204 w 10000"/>
              <a:gd name="connsiteY35-4302" fmla="*/ 4898 h 10000"/>
              <a:gd name="connsiteX36-4303" fmla="*/ 9122 w 10000"/>
              <a:gd name="connsiteY36-4304" fmla="*/ 5288 h 10000"/>
              <a:gd name="connsiteX37-4305" fmla="*/ 8985 w 10000"/>
              <a:gd name="connsiteY37-4306" fmla="*/ 6178 h 10000"/>
              <a:gd name="connsiteX38-4307" fmla="*/ 8916 w 10000"/>
              <a:gd name="connsiteY38-4308" fmla="*/ 6568 h 10000"/>
              <a:gd name="connsiteX39-4309" fmla="*/ 8834 w 10000"/>
              <a:gd name="connsiteY39-4310" fmla="*/ 6957 h 10000"/>
              <a:gd name="connsiteX40-4311" fmla="*/ 8765 w 10000"/>
              <a:gd name="connsiteY40-4312" fmla="*/ 7347 h 10000"/>
              <a:gd name="connsiteX41-4313" fmla="*/ 8697 w 10000"/>
              <a:gd name="connsiteY41-4314" fmla="*/ 7737 h 10000"/>
              <a:gd name="connsiteX42-4315" fmla="*/ 8615 w 10000"/>
              <a:gd name="connsiteY42-4316" fmla="*/ 8033 h 10000"/>
              <a:gd name="connsiteX43-4317" fmla="*/ 8615 w 10000"/>
              <a:gd name="connsiteY43-4318" fmla="*/ 8237 h 10000"/>
              <a:gd name="connsiteX44-4319" fmla="*/ 8546 w 10000"/>
              <a:gd name="connsiteY44-4320" fmla="*/ 8534 h 10000"/>
              <a:gd name="connsiteX45-4321" fmla="*/ 8477 w 10000"/>
              <a:gd name="connsiteY45-4322" fmla="*/ 8720 h 10000"/>
              <a:gd name="connsiteX46-4323" fmla="*/ 8326 w 10000"/>
              <a:gd name="connsiteY46-4324" fmla="*/ 9017 h 10000"/>
              <a:gd name="connsiteX47-4325" fmla="*/ 8189 w 10000"/>
              <a:gd name="connsiteY47-4326" fmla="*/ 9314 h 10000"/>
              <a:gd name="connsiteX48-4327" fmla="*/ 8038 w 10000"/>
              <a:gd name="connsiteY48-4328" fmla="*/ 9610 h 10000"/>
              <a:gd name="connsiteX49-4329" fmla="*/ 7901 w 10000"/>
              <a:gd name="connsiteY49-4330" fmla="*/ 9703 h 10000"/>
              <a:gd name="connsiteX50-4331" fmla="*/ 7750 w 10000"/>
              <a:gd name="connsiteY50-4332" fmla="*/ 9889 h 10000"/>
              <a:gd name="connsiteX51-4333" fmla="*/ 7599 w 10000"/>
              <a:gd name="connsiteY51-4334" fmla="*/ 10000 h 10000"/>
              <a:gd name="connsiteX52-4335" fmla="*/ 7462 w 10000"/>
              <a:gd name="connsiteY52-4336" fmla="*/ 10000 h 10000"/>
              <a:gd name="connsiteX53-4337" fmla="*/ 7311 w 10000"/>
              <a:gd name="connsiteY53-4338" fmla="*/ 10000 h 10000"/>
              <a:gd name="connsiteX54-4339" fmla="*/ 7311 w 10000"/>
              <a:gd name="connsiteY54-4340" fmla="*/ 9889 h 10000"/>
              <a:gd name="connsiteX55-4341" fmla="*/ 7243 w 10000"/>
              <a:gd name="connsiteY55-4342" fmla="*/ 9889 h 10000"/>
              <a:gd name="connsiteX56-4343" fmla="*/ 7243 w 10000"/>
              <a:gd name="connsiteY56-4344" fmla="*/ 9796 h 10000"/>
              <a:gd name="connsiteX57-4345" fmla="*/ 7243 w 10000"/>
              <a:gd name="connsiteY57-4346" fmla="*/ 9610 h 10000"/>
              <a:gd name="connsiteX58-4347" fmla="*/ 7243 w 10000"/>
              <a:gd name="connsiteY58-4348" fmla="*/ 9499 h 10000"/>
              <a:gd name="connsiteX59-4349" fmla="*/ 7243 w 10000"/>
              <a:gd name="connsiteY59-4350" fmla="*/ 9406 h 10000"/>
              <a:gd name="connsiteX60-4351" fmla="*/ 7682 w 10000"/>
              <a:gd name="connsiteY60-4352" fmla="*/ 7644 h 10000"/>
              <a:gd name="connsiteX61-4353" fmla="*/ 7750 w 10000"/>
              <a:gd name="connsiteY61-4354" fmla="*/ 7551 h 10000"/>
              <a:gd name="connsiteX62-4355" fmla="*/ 7819 w 10000"/>
              <a:gd name="connsiteY62-4356" fmla="*/ 7440 h 10000"/>
              <a:gd name="connsiteX63-4357" fmla="*/ 7819 w 10000"/>
              <a:gd name="connsiteY63-4358" fmla="*/ 7347 h 10000"/>
              <a:gd name="connsiteX64-4359" fmla="*/ 7901 w 10000"/>
              <a:gd name="connsiteY64-4360" fmla="*/ 7254 h 10000"/>
              <a:gd name="connsiteX65-4361" fmla="*/ 7970 w 10000"/>
              <a:gd name="connsiteY65-4362" fmla="*/ 7050 h 10000"/>
              <a:gd name="connsiteX66-4363" fmla="*/ 7970 w 10000"/>
              <a:gd name="connsiteY66-4364" fmla="*/ 6865 h 10000"/>
              <a:gd name="connsiteX67-4365" fmla="*/ 8038 w 10000"/>
              <a:gd name="connsiteY67-4366" fmla="*/ 6660 h 10000"/>
              <a:gd name="connsiteX68-4367" fmla="*/ 8107 w 10000"/>
              <a:gd name="connsiteY68-4368" fmla="*/ 6364 h 10000"/>
              <a:gd name="connsiteX69-4369" fmla="*/ 8189 w 10000"/>
              <a:gd name="connsiteY69-4370" fmla="*/ 6067 h 10000"/>
              <a:gd name="connsiteX70-4371" fmla="*/ 8189 w 10000"/>
              <a:gd name="connsiteY70-4372" fmla="*/ 5677 h 10000"/>
              <a:gd name="connsiteX71-4373" fmla="*/ 8326 w 10000"/>
              <a:gd name="connsiteY71-4374" fmla="*/ 4991 h 10000"/>
              <a:gd name="connsiteX72-4375" fmla="*/ 8409 w 10000"/>
              <a:gd name="connsiteY72-4376" fmla="*/ 4212 h 10000"/>
              <a:gd name="connsiteX73-4377" fmla="*/ 8409 w 10000"/>
              <a:gd name="connsiteY73-4378" fmla="*/ 3525 h 10000"/>
              <a:gd name="connsiteX74-4379" fmla="*/ 8477 w 10000"/>
              <a:gd name="connsiteY74-4380" fmla="*/ 2839 h 10000"/>
              <a:gd name="connsiteX75-4381" fmla="*/ 8477 w 10000"/>
              <a:gd name="connsiteY75-4382" fmla="*/ 2542 h 10000"/>
              <a:gd name="connsiteX76-4383" fmla="*/ 8477 w 10000"/>
              <a:gd name="connsiteY76-4384" fmla="*/ 2263 h 10000"/>
              <a:gd name="connsiteX77-4385" fmla="*/ 8477 w 10000"/>
              <a:gd name="connsiteY77-4386" fmla="*/ 2059 h 10000"/>
              <a:gd name="connsiteX78-4387" fmla="*/ 8477 w 10000"/>
              <a:gd name="connsiteY78-4388" fmla="*/ 1855 h 10000"/>
              <a:gd name="connsiteX79-4389" fmla="*/ 8477 w 10000"/>
              <a:gd name="connsiteY79-4390" fmla="*/ 1670 h 10000"/>
              <a:gd name="connsiteX80-4391" fmla="*/ 8477 w 10000"/>
              <a:gd name="connsiteY80-4392" fmla="*/ 1577 h 10000"/>
              <a:gd name="connsiteX81-4393" fmla="*/ 8409 w 10000"/>
              <a:gd name="connsiteY81-4394" fmla="*/ 1466 h 10000"/>
              <a:gd name="connsiteX82-4395" fmla="*/ 8409 w 10000"/>
              <a:gd name="connsiteY82-4396" fmla="*/ 1373 h 10000"/>
              <a:gd name="connsiteX83-4397" fmla="*/ 8409 w 10000"/>
              <a:gd name="connsiteY83-4398" fmla="*/ 1280 h 10000"/>
              <a:gd name="connsiteX84-4399" fmla="*/ 8326 w 10000"/>
              <a:gd name="connsiteY84-4400" fmla="*/ 1280 h 10000"/>
              <a:gd name="connsiteX85-4401" fmla="*/ 8258 w 10000"/>
              <a:gd name="connsiteY85-4402" fmla="*/ 1169 h 10000"/>
              <a:gd name="connsiteX86-4403" fmla="*/ 8258 w 10000"/>
              <a:gd name="connsiteY86-4404" fmla="*/ 1169 h 10000"/>
              <a:gd name="connsiteX87-4405" fmla="*/ 8107 w 10000"/>
              <a:gd name="connsiteY87-4406" fmla="*/ 1169 h 10000"/>
              <a:gd name="connsiteX88-4407" fmla="*/ 8038 w 10000"/>
              <a:gd name="connsiteY88-4408" fmla="*/ 1169 h 10000"/>
              <a:gd name="connsiteX89-4409" fmla="*/ 7970 w 10000"/>
              <a:gd name="connsiteY89-4410" fmla="*/ 1169 h 10000"/>
              <a:gd name="connsiteX90-4411" fmla="*/ 7819 w 10000"/>
              <a:gd name="connsiteY90-4412" fmla="*/ 1169 h 10000"/>
              <a:gd name="connsiteX91-4413" fmla="*/ 7682 w 10000"/>
              <a:gd name="connsiteY91-4414" fmla="*/ 1169 h 10000"/>
              <a:gd name="connsiteX92-4415" fmla="*/ 7462 w 10000"/>
              <a:gd name="connsiteY92-4416" fmla="*/ 1169 h 10000"/>
              <a:gd name="connsiteX93-4417" fmla="*/ 7311 w 10000"/>
              <a:gd name="connsiteY93-4418" fmla="*/ 1169 h 10000"/>
              <a:gd name="connsiteX94-4419" fmla="*/ 7092 w 10000"/>
              <a:gd name="connsiteY94-4420" fmla="*/ 1169 h 10000"/>
              <a:gd name="connsiteX95-4421" fmla="*/ 6804 w 10000"/>
              <a:gd name="connsiteY95-4422" fmla="*/ 1169 h 10000"/>
              <a:gd name="connsiteX96-4423" fmla="*/ 6516 w 10000"/>
              <a:gd name="connsiteY96-4424" fmla="*/ 1280 h 10000"/>
              <a:gd name="connsiteX97-4425" fmla="*/ 6228 w 10000"/>
              <a:gd name="connsiteY97-4426" fmla="*/ 1280 h 10000"/>
              <a:gd name="connsiteX98-4427" fmla="*/ 5871 w 10000"/>
              <a:gd name="connsiteY98-4428" fmla="*/ 1373 h 10000"/>
              <a:gd name="connsiteX99-4429" fmla="*/ 5144 w 10000"/>
              <a:gd name="connsiteY99-4430" fmla="*/ 1466 h 10000"/>
              <a:gd name="connsiteX100-4431" fmla="*/ 4417 w 10000"/>
              <a:gd name="connsiteY100-4432" fmla="*/ 1670 h 10000"/>
              <a:gd name="connsiteX101-4433" fmla="*/ 3690 w 10000"/>
              <a:gd name="connsiteY101-4434" fmla="*/ 1763 h 10000"/>
              <a:gd name="connsiteX102-4435" fmla="*/ 2963 w 10000"/>
              <a:gd name="connsiteY102-4436" fmla="*/ 1855 h 10000"/>
              <a:gd name="connsiteX103-4437" fmla="*/ 2167 w 10000"/>
              <a:gd name="connsiteY103-4438" fmla="*/ 1967 h 10000"/>
              <a:gd name="connsiteX104-4439" fmla="*/ 1454 w 10000"/>
              <a:gd name="connsiteY104-4440" fmla="*/ 2059 h 10000"/>
              <a:gd name="connsiteX105-4441" fmla="*/ 727 w 10000"/>
              <a:gd name="connsiteY105-4442" fmla="*/ 2152 h 10000"/>
              <a:gd name="connsiteX106-4443" fmla="*/ 0 w 10000"/>
              <a:gd name="connsiteY106-4444" fmla="*/ 2263 h 10000"/>
              <a:gd name="connsiteX107-4445" fmla="*/ 0 w 10000"/>
              <a:gd name="connsiteY107-4446" fmla="*/ 1670 h 10000"/>
              <a:gd name="connsiteX108-4447" fmla="*/ 576 w 10000"/>
              <a:gd name="connsiteY108-4448" fmla="*/ 1577 h 10000"/>
              <a:gd name="connsiteX109-4449" fmla="*/ 1152 w 10000"/>
              <a:gd name="connsiteY109-4450" fmla="*/ 1466 h 10000"/>
              <a:gd name="connsiteX110-4451" fmla="*/ 1660 w 10000"/>
              <a:gd name="connsiteY110-4452" fmla="*/ 1373 h 10000"/>
              <a:gd name="connsiteX111-4453" fmla="*/ 2167 w 10000"/>
              <a:gd name="connsiteY111-4454" fmla="*/ 1280 h 10000"/>
              <a:gd name="connsiteX112-4455" fmla="*/ 2675 w 10000"/>
              <a:gd name="connsiteY112-4456" fmla="*/ 1280 h 10000"/>
              <a:gd name="connsiteX113-4457" fmla="*/ 3114 w 10000"/>
              <a:gd name="connsiteY113-4458" fmla="*/ 1169 h 10000"/>
              <a:gd name="connsiteX114-4459" fmla="*/ 3553 w 10000"/>
              <a:gd name="connsiteY114-4460" fmla="*/ 1076 h 10000"/>
              <a:gd name="connsiteX115-4461" fmla="*/ 3978 w 10000"/>
              <a:gd name="connsiteY115-4462" fmla="*/ 1076 h 10000"/>
              <a:gd name="connsiteX116-4463" fmla="*/ 4348 w 10000"/>
              <a:gd name="connsiteY116-4464" fmla="*/ 983 h 10000"/>
              <a:gd name="connsiteX117-4465" fmla="*/ 4705 w 10000"/>
              <a:gd name="connsiteY117-4466" fmla="*/ 891 h 10000"/>
              <a:gd name="connsiteX118-4467" fmla="*/ 5075 w 10000"/>
              <a:gd name="connsiteY118-4468" fmla="*/ 891 h 10000"/>
              <a:gd name="connsiteX119-4469" fmla="*/ 5364 w 10000"/>
              <a:gd name="connsiteY119-4470" fmla="*/ 779 h 10000"/>
              <a:gd name="connsiteX120-4471" fmla="*/ 5720 w 10000"/>
              <a:gd name="connsiteY120-4472" fmla="*/ 779 h 10000"/>
              <a:gd name="connsiteX121-4473" fmla="*/ 5940 w 10000"/>
              <a:gd name="connsiteY121-4474" fmla="*/ 779 h 10000"/>
              <a:gd name="connsiteX122-4475" fmla="*/ 6228 w 10000"/>
              <a:gd name="connsiteY122-4476" fmla="*/ 686 h 10000"/>
              <a:gd name="connsiteX123-4477" fmla="*/ 6447 w 10000"/>
              <a:gd name="connsiteY123-4478" fmla="*/ 686 h 10000"/>
              <a:gd name="connsiteX124-4479" fmla="*/ 6804 w 10000"/>
              <a:gd name="connsiteY124-4480" fmla="*/ 594 h 10000"/>
              <a:gd name="connsiteX125-4481" fmla="*/ 7174 w 10000"/>
              <a:gd name="connsiteY125-4482" fmla="*/ 594 h 10000"/>
              <a:gd name="connsiteX126-4483" fmla="*/ 7462 w 10000"/>
              <a:gd name="connsiteY126-4484" fmla="*/ 482 h 10000"/>
              <a:gd name="connsiteX127-4485" fmla="*/ 7750 w 10000"/>
              <a:gd name="connsiteY127-4486" fmla="*/ 482 h 10000"/>
              <a:gd name="connsiteX128-4487" fmla="*/ 7901 w 10000"/>
              <a:gd name="connsiteY128-4488" fmla="*/ 390 h 10000"/>
              <a:gd name="connsiteX129-4489" fmla="*/ 8038 w 10000"/>
              <a:gd name="connsiteY129-4490" fmla="*/ 297 h 10000"/>
              <a:gd name="connsiteX130-4491" fmla="*/ 8189 w 10000"/>
              <a:gd name="connsiteY130-4492" fmla="*/ 297 h 10000"/>
              <a:gd name="connsiteX131-4493" fmla="*/ 8189 w 10000"/>
              <a:gd name="connsiteY131-4494" fmla="*/ 204 h 10000"/>
              <a:gd name="connsiteX132-4495" fmla="*/ 8189 w 10000"/>
              <a:gd name="connsiteY132-4496" fmla="*/ 204 h 10000"/>
              <a:gd name="connsiteX0-4497" fmla="*/ 8189 w 10000"/>
              <a:gd name="connsiteY0-4498" fmla="*/ 204 h 10000"/>
              <a:gd name="connsiteX1-4499" fmla="*/ 8258 w 10000"/>
              <a:gd name="connsiteY1-4500" fmla="*/ 93 h 10000"/>
              <a:gd name="connsiteX2-4501" fmla="*/ 8409 w 10000"/>
              <a:gd name="connsiteY2-4502" fmla="*/ 93 h 10000"/>
              <a:gd name="connsiteX3-4503" fmla="*/ 8477 w 10000"/>
              <a:gd name="connsiteY3-4504" fmla="*/ 0 h 10000"/>
              <a:gd name="connsiteX4-4505" fmla="*/ 8546 w 10000"/>
              <a:gd name="connsiteY4-4506" fmla="*/ 0 h 10000"/>
              <a:gd name="connsiteX5-4507" fmla="*/ 8697 w 10000"/>
              <a:gd name="connsiteY5-4508" fmla="*/ 93 h 10000"/>
              <a:gd name="connsiteX6-4509" fmla="*/ 8916 w 10000"/>
              <a:gd name="connsiteY6-4510" fmla="*/ 204 h 10000"/>
              <a:gd name="connsiteX7-4511" fmla="*/ 8985 w 10000"/>
              <a:gd name="connsiteY7-4512" fmla="*/ 297 h 10000"/>
              <a:gd name="connsiteX8-4513" fmla="*/ 9122 w 10000"/>
              <a:gd name="connsiteY8-4514" fmla="*/ 482 h 10000"/>
              <a:gd name="connsiteX9-4515" fmla="*/ 9204 w 10000"/>
              <a:gd name="connsiteY9-4516" fmla="*/ 594 h 10000"/>
              <a:gd name="connsiteX10-4517" fmla="*/ 9342 w 10000"/>
              <a:gd name="connsiteY10-4518" fmla="*/ 686 h 10000"/>
              <a:gd name="connsiteX11-4519" fmla="*/ 9492 w 10000"/>
              <a:gd name="connsiteY11-4520" fmla="*/ 891 h 10000"/>
              <a:gd name="connsiteX12-4521" fmla="*/ 9630 w 10000"/>
              <a:gd name="connsiteY12-4522" fmla="*/ 983 h 10000"/>
              <a:gd name="connsiteX13-4523" fmla="*/ 9712 w 10000"/>
              <a:gd name="connsiteY13-4524" fmla="*/ 1169 h 10000"/>
              <a:gd name="connsiteX14-4525" fmla="*/ 9849 w 10000"/>
              <a:gd name="connsiteY14-4526" fmla="*/ 1280 h 10000"/>
              <a:gd name="connsiteX15-4527" fmla="*/ 9918 w 10000"/>
              <a:gd name="connsiteY15-4528" fmla="*/ 1373 h 10000"/>
              <a:gd name="connsiteX16-4529" fmla="*/ 9918 w 10000"/>
              <a:gd name="connsiteY16-4530" fmla="*/ 1466 h 10000"/>
              <a:gd name="connsiteX17-4531" fmla="*/ 10000 w 10000"/>
              <a:gd name="connsiteY17-4532" fmla="*/ 1466 h 10000"/>
              <a:gd name="connsiteX18-4533" fmla="*/ 10000 w 10000"/>
              <a:gd name="connsiteY18-4534" fmla="*/ 1577 h 10000"/>
              <a:gd name="connsiteX19-4535" fmla="*/ 10000 w 10000"/>
              <a:gd name="connsiteY19-4536" fmla="*/ 1670 h 10000"/>
              <a:gd name="connsiteX20-4537" fmla="*/ 9918 w 10000"/>
              <a:gd name="connsiteY20-4538" fmla="*/ 1763 h 10000"/>
              <a:gd name="connsiteX21-4539" fmla="*/ 9849 w 10000"/>
              <a:gd name="connsiteY21-4540" fmla="*/ 1763 h 10000"/>
              <a:gd name="connsiteX22-4541" fmla="*/ 9781 w 10000"/>
              <a:gd name="connsiteY22-4542" fmla="*/ 1855 h 10000"/>
              <a:gd name="connsiteX23-4543" fmla="*/ 9712 w 10000"/>
              <a:gd name="connsiteY23-4544" fmla="*/ 1855 h 10000"/>
              <a:gd name="connsiteX24-4545" fmla="*/ 9712 w 10000"/>
              <a:gd name="connsiteY24-4546" fmla="*/ 1967 h 10000"/>
              <a:gd name="connsiteX25-4547" fmla="*/ 9630 w 10000"/>
              <a:gd name="connsiteY25-4548" fmla="*/ 2059 h 10000"/>
              <a:gd name="connsiteX26-4549" fmla="*/ 9561 w 10000"/>
              <a:gd name="connsiteY26-4550" fmla="*/ 2263 h 10000"/>
              <a:gd name="connsiteX27-4551" fmla="*/ 9561 w 10000"/>
              <a:gd name="connsiteY27-4552" fmla="*/ 2449 h 10000"/>
              <a:gd name="connsiteX28-4553" fmla="*/ 9492 w 10000"/>
              <a:gd name="connsiteY28-4554" fmla="*/ 2653 h 10000"/>
              <a:gd name="connsiteX29-4555" fmla="*/ 9492 w 10000"/>
              <a:gd name="connsiteY29-4556" fmla="*/ 2950 h 10000"/>
              <a:gd name="connsiteX30-4557" fmla="*/ 9492 w 10000"/>
              <a:gd name="connsiteY30-4558" fmla="*/ 3135 h 10000"/>
              <a:gd name="connsiteX31-4559" fmla="*/ 9410 w 10000"/>
              <a:gd name="connsiteY31-4560" fmla="*/ 3432 h 10000"/>
              <a:gd name="connsiteX32-4561" fmla="*/ 9410 w 10000"/>
              <a:gd name="connsiteY32-4562" fmla="*/ 3822 h 10000"/>
              <a:gd name="connsiteX33-4563" fmla="*/ 9342 w 10000"/>
              <a:gd name="connsiteY33-4564" fmla="*/ 4119 h 10000"/>
              <a:gd name="connsiteX34-4565" fmla="*/ 9273 w 10000"/>
              <a:gd name="connsiteY34-4566" fmla="*/ 4508 h 10000"/>
              <a:gd name="connsiteX35-4567" fmla="*/ 9204 w 10000"/>
              <a:gd name="connsiteY35-4568" fmla="*/ 4898 h 10000"/>
              <a:gd name="connsiteX36-4569" fmla="*/ 9122 w 10000"/>
              <a:gd name="connsiteY36-4570" fmla="*/ 5288 h 10000"/>
              <a:gd name="connsiteX37-4571" fmla="*/ 8985 w 10000"/>
              <a:gd name="connsiteY37-4572" fmla="*/ 6178 h 10000"/>
              <a:gd name="connsiteX38-4573" fmla="*/ 8916 w 10000"/>
              <a:gd name="connsiteY38-4574" fmla="*/ 6568 h 10000"/>
              <a:gd name="connsiteX39-4575" fmla="*/ 8834 w 10000"/>
              <a:gd name="connsiteY39-4576" fmla="*/ 6957 h 10000"/>
              <a:gd name="connsiteX40-4577" fmla="*/ 8765 w 10000"/>
              <a:gd name="connsiteY40-4578" fmla="*/ 7347 h 10000"/>
              <a:gd name="connsiteX41-4579" fmla="*/ 8697 w 10000"/>
              <a:gd name="connsiteY41-4580" fmla="*/ 7737 h 10000"/>
              <a:gd name="connsiteX42-4581" fmla="*/ 8615 w 10000"/>
              <a:gd name="connsiteY42-4582" fmla="*/ 8033 h 10000"/>
              <a:gd name="connsiteX43-4583" fmla="*/ 8615 w 10000"/>
              <a:gd name="connsiteY43-4584" fmla="*/ 8237 h 10000"/>
              <a:gd name="connsiteX44-4585" fmla="*/ 8546 w 10000"/>
              <a:gd name="connsiteY44-4586" fmla="*/ 8534 h 10000"/>
              <a:gd name="connsiteX45-4587" fmla="*/ 8477 w 10000"/>
              <a:gd name="connsiteY45-4588" fmla="*/ 8720 h 10000"/>
              <a:gd name="connsiteX46-4589" fmla="*/ 8326 w 10000"/>
              <a:gd name="connsiteY46-4590" fmla="*/ 9017 h 10000"/>
              <a:gd name="connsiteX47-4591" fmla="*/ 8189 w 10000"/>
              <a:gd name="connsiteY47-4592" fmla="*/ 9314 h 10000"/>
              <a:gd name="connsiteX48-4593" fmla="*/ 8038 w 10000"/>
              <a:gd name="connsiteY48-4594" fmla="*/ 9610 h 10000"/>
              <a:gd name="connsiteX49-4595" fmla="*/ 7901 w 10000"/>
              <a:gd name="connsiteY49-4596" fmla="*/ 9703 h 10000"/>
              <a:gd name="connsiteX50-4597" fmla="*/ 7750 w 10000"/>
              <a:gd name="connsiteY50-4598" fmla="*/ 9889 h 10000"/>
              <a:gd name="connsiteX51-4599" fmla="*/ 7599 w 10000"/>
              <a:gd name="connsiteY51-4600" fmla="*/ 10000 h 10000"/>
              <a:gd name="connsiteX52-4601" fmla="*/ 7462 w 10000"/>
              <a:gd name="connsiteY52-4602" fmla="*/ 10000 h 10000"/>
              <a:gd name="connsiteX53-4603" fmla="*/ 7311 w 10000"/>
              <a:gd name="connsiteY53-4604" fmla="*/ 10000 h 10000"/>
              <a:gd name="connsiteX54-4605" fmla="*/ 7311 w 10000"/>
              <a:gd name="connsiteY54-4606" fmla="*/ 9889 h 10000"/>
              <a:gd name="connsiteX55-4607" fmla="*/ 7243 w 10000"/>
              <a:gd name="connsiteY55-4608" fmla="*/ 9889 h 10000"/>
              <a:gd name="connsiteX56-4609" fmla="*/ 7243 w 10000"/>
              <a:gd name="connsiteY56-4610" fmla="*/ 9796 h 10000"/>
              <a:gd name="connsiteX57-4611" fmla="*/ 7243 w 10000"/>
              <a:gd name="connsiteY57-4612" fmla="*/ 9610 h 10000"/>
              <a:gd name="connsiteX58-4613" fmla="*/ 7243 w 10000"/>
              <a:gd name="connsiteY58-4614" fmla="*/ 9499 h 10000"/>
              <a:gd name="connsiteX59-4615" fmla="*/ 7682 w 10000"/>
              <a:gd name="connsiteY59-4616" fmla="*/ 7644 h 10000"/>
              <a:gd name="connsiteX60-4617" fmla="*/ 7750 w 10000"/>
              <a:gd name="connsiteY60-4618" fmla="*/ 7551 h 10000"/>
              <a:gd name="connsiteX61-4619" fmla="*/ 7819 w 10000"/>
              <a:gd name="connsiteY61-4620" fmla="*/ 7440 h 10000"/>
              <a:gd name="connsiteX62-4621" fmla="*/ 7819 w 10000"/>
              <a:gd name="connsiteY62-4622" fmla="*/ 7347 h 10000"/>
              <a:gd name="connsiteX63-4623" fmla="*/ 7901 w 10000"/>
              <a:gd name="connsiteY63-4624" fmla="*/ 7254 h 10000"/>
              <a:gd name="connsiteX64-4625" fmla="*/ 7970 w 10000"/>
              <a:gd name="connsiteY64-4626" fmla="*/ 7050 h 10000"/>
              <a:gd name="connsiteX65-4627" fmla="*/ 7970 w 10000"/>
              <a:gd name="connsiteY65-4628" fmla="*/ 6865 h 10000"/>
              <a:gd name="connsiteX66-4629" fmla="*/ 8038 w 10000"/>
              <a:gd name="connsiteY66-4630" fmla="*/ 6660 h 10000"/>
              <a:gd name="connsiteX67-4631" fmla="*/ 8107 w 10000"/>
              <a:gd name="connsiteY67-4632" fmla="*/ 6364 h 10000"/>
              <a:gd name="connsiteX68-4633" fmla="*/ 8189 w 10000"/>
              <a:gd name="connsiteY68-4634" fmla="*/ 6067 h 10000"/>
              <a:gd name="connsiteX69-4635" fmla="*/ 8189 w 10000"/>
              <a:gd name="connsiteY69-4636" fmla="*/ 5677 h 10000"/>
              <a:gd name="connsiteX70-4637" fmla="*/ 8326 w 10000"/>
              <a:gd name="connsiteY70-4638" fmla="*/ 4991 h 10000"/>
              <a:gd name="connsiteX71-4639" fmla="*/ 8409 w 10000"/>
              <a:gd name="connsiteY71-4640" fmla="*/ 4212 h 10000"/>
              <a:gd name="connsiteX72-4641" fmla="*/ 8409 w 10000"/>
              <a:gd name="connsiteY72-4642" fmla="*/ 3525 h 10000"/>
              <a:gd name="connsiteX73-4643" fmla="*/ 8477 w 10000"/>
              <a:gd name="connsiteY73-4644" fmla="*/ 2839 h 10000"/>
              <a:gd name="connsiteX74-4645" fmla="*/ 8477 w 10000"/>
              <a:gd name="connsiteY74-4646" fmla="*/ 2542 h 10000"/>
              <a:gd name="connsiteX75-4647" fmla="*/ 8477 w 10000"/>
              <a:gd name="connsiteY75-4648" fmla="*/ 2263 h 10000"/>
              <a:gd name="connsiteX76-4649" fmla="*/ 8477 w 10000"/>
              <a:gd name="connsiteY76-4650" fmla="*/ 2059 h 10000"/>
              <a:gd name="connsiteX77-4651" fmla="*/ 8477 w 10000"/>
              <a:gd name="connsiteY77-4652" fmla="*/ 1855 h 10000"/>
              <a:gd name="connsiteX78-4653" fmla="*/ 8477 w 10000"/>
              <a:gd name="connsiteY78-4654" fmla="*/ 1670 h 10000"/>
              <a:gd name="connsiteX79-4655" fmla="*/ 8477 w 10000"/>
              <a:gd name="connsiteY79-4656" fmla="*/ 1577 h 10000"/>
              <a:gd name="connsiteX80-4657" fmla="*/ 8409 w 10000"/>
              <a:gd name="connsiteY80-4658" fmla="*/ 1466 h 10000"/>
              <a:gd name="connsiteX81-4659" fmla="*/ 8409 w 10000"/>
              <a:gd name="connsiteY81-4660" fmla="*/ 1373 h 10000"/>
              <a:gd name="connsiteX82-4661" fmla="*/ 8409 w 10000"/>
              <a:gd name="connsiteY82-4662" fmla="*/ 1280 h 10000"/>
              <a:gd name="connsiteX83-4663" fmla="*/ 8326 w 10000"/>
              <a:gd name="connsiteY83-4664" fmla="*/ 1280 h 10000"/>
              <a:gd name="connsiteX84-4665" fmla="*/ 8258 w 10000"/>
              <a:gd name="connsiteY84-4666" fmla="*/ 1169 h 10000"/>
              <a:gd name="connsiteX85-4667" fmla="*/ 8258 w 10000"/>
              <a:gd name="connsiteY85-4668" fmla="*/ 1169 h 10000"/>
              <a:gd name="connsiteX86-4669" fmla="*/ 8107 w 10000"/>
              <a:gd name="connsiteY86-4670" fmla="*/ 1169 h 10000"/>
              <a:gd name="connsiteX87-4671" fmla="*/ 8038 w 10000"/>
              <a:gd name="connsiteY87-4672" fmla="*/ 1169 h 10000"/>
              <a:gd name="connsiteX88-4673" fmla="*/ 7970 w 10000"/>
              <a:gd name="connsiteY88-4674" fmla="*/ 1169 h 10000"/>
              <a:gd name="connsiteX89-4675" fmla="*/ 7819 w 10000"/>
              <a:gd name="connsiteY89-4676" fmla="*/ 1169 h 10000"/>
              <a:gd name="connsiteX90-4677" fmla="*/ 7682 w 10000"/>
              <a:gd name="connsiteY90-4678" fmla="*/ 1169 h 10000"/>
              <a:gd name="connsiteX91-4679" fmla="*/ 7462 w 10000"/>
              <a:gd name="connsiteY91-4680" fmla="*/ 1169 h 10000"/>
              <a:gd name="connsiteX92-4681" fmla="*/ 7311 w 10000"/>
              <a:gd name="connsiteY92-4682" fmla="*/ 1169 h 10000"/>
              <a:gd name="connsiteX93-4683" fmla="*/ 7092 w 10000"/>
              <a:gd name="connsiteY93-4684" fmla="*/ 1169 h 10000"/>
              <a:gd name="connsiteX94-4685" fmla="*/ 6804 w 10000"/>
              <a:gd name="connsiteY94-4686" fmla="*/ 1169 h 10000"/>
              <a:gd name="connsiteX95-4687" fmla="*/ 6516 w 10000"/>
              <a:gd name="connsiteY95-4688" fmla="*/ 1280 h 10000"/>
              <a:gd name="connsiteX96-4689" fmla="*/ 6228 w 10000"/>
              <a:gd name="connsiteY96-4690" fmla="*/ 1280 h 10000"/>
              <a:gd name="connsiteX97-4691" fmla="*/ 5871 w 10000"/>
              <a:gd name="connsiteY97-4692" fmla="*/ 1373 h 10000"/>
              <a:gd name="connsiteX98-4693" fmla="*/ 5144 w 10000"/>
              <a:gd name="connsiteY98-4694" fmla="*/ 1466 h 10000"/>
              <a:gd name="connsiteX99-4695" fmla="*/ 4417 w 10000"/>
              <a:gd name="connsiteY99-4696" fmla="*/ 1670 h 10000"/>
              <a:gd name="connsiteX100-4697" fmla="*/ 3690 w 10000"/>
              <a:gd name="connsiteY100-4698" fmla="*/ 1763 h 10000"/>
              <a:gd name="connsiteX101-4699" fmla="*/ 2963 w 10000"/>
              <a:gd name="connsiteY101-4700" fmla="*/ 1855 h 10000"/>
              <a:gd name="connsiteX102-4701" fmla="*/ 2167 w 10000"/>
              <a:gd name="connsiteY102-4702" fmla="*/ 1967 h 10000"/>
              <a:gd name="connsiteX103-4703" fmla="*/ 1454 w 10000"/>
              <a:gd name="connsiteY103-4704" fmla="*/ 2059 h 10000"/>
              <a:gd name="connsiteX104-4705" fmla="*/ 727 w 10000"/>
              <a:gd name="connsiteY104-4706" fmla="*/ 2152 h 10000"/>
              <a:gd name="connsiteX105-4707" fmla="*/ 0 w 10000"/>
              <a:gd name="connsiteY105-4708" fmla="*/ 2263 h 10000"/>
              <a:gd name="connsiteX106-4709" fmla="*/ 0 w 10000"/>
              <a:gd name="connsiteY106-4710" fmla="*/ 1670 h 10000"/>
              <a:gd name="connsiteX107-4711" fmla="*/ 576 w 10000"/>
              <a:gd name="connsiteY107-4712" fmla="*/ 1577 h 10000"/>
              <a:gd name="connsiteX108-4713" fmla="*/ 1152 w 10000"/>
              <a:gd name="connsiteY108-4714" fmla="*/ 1466 h 10000"/>
              <a:gd name="connsiteX109-4715" fmla="*/ 1660 w 10000"/>
              <a:gd name="connsiteY109-4716" fmla="*/ 1373 h 10000"/>
              <a:gd name="connsiteX110-4717" fmla="*/ 2167 w 10000"/>
              <a:gd name="connsiteY110-4718" fmla="*/ 1280 h 10000"/>
              <a:gd name="connsiteX111-4719" fmla="*/ 2675 w 10000"/>
              <a:gd name="connsiteY111-4720" fmla="*/ 1280 h 10000"/>
              <a:gd name="connsiteX112-4721" fmla="*/ 3114 w 10000"/>
              <a:gd name="connsiteY112-4722" fmla="*/ 1169 h 10000"/>
              <a:gd name="connsiteX113-4723" fmla="*/ 3553 w 10000"/>
              <a:gd name="connsiteY113-4724" fmla="*/ 1076 h 10000"/>
              <a:gd name="connsiteX114-4725" fmla="*/ 3978 w 10000"/>
              <a:gd name="connsiteY114-4726" fmla="*/ 1076 h 10000"/>
              <a:gd name="connsiteX115-4727" fmla="*/ 4348 w 10000"/>
              <a:gd name="connsiteY115-4728" fmla="*/ 983 h 10000"/>
              <a:gd name="connsiteX116-4729" fmla="*/ 4705 w 10000"/>
              <a:gd name="connsiteY116-4730" fmla="*/ 891 h 10000"/>
              <a:gd name="connsiteX117-4731" fmla="*/ 5075 w 10000"/>
              <a:gd name="connsiteY117-4732" fmla="*/ 891 h 10000"/>
              <a:gd name="connsiteX118-4733" fmla="*/ 5364 w 10000"/>
              <a:gd name="connsiteY118-4734" fmla="*/ 779 h 10000"/>
              <a:gd name="connsiteX119-4735" fmla="*/ 5720 w 10000"/>
              <a:gd name="connsiteY119-4736" fmla="*/ 779 h 10000"/>
              <a:gd name="connsiteX120-4737" fmla="*/ 5940 w 10000"/>
              <a:gd name="connsiteY120-4738" fmla="*/ 779 h 10000"/>
              <a:gd name="connsiteX121-4739" fmla="*/ 6228 w 10000"/>
              <a:gd name="connsiteY121-4740" fmla="*/ 686 h 10000"/>
              <a:gd name="connsiteX122-4741" fmla="*/ 6447 w 10000"/>
              <a:gd name="connsiteY122-4742" fmla="*/ 686 h 10000"/>
              <a:gd name="connsiteX123-4743" fmla="*/ 6804 w 10000"/>
              <a:gd name="connsiteY123-4744" fmla="*/ 594 h 10000"/>
              <a:gd name="connsiteX124-4745" fmla="*/ 7174 w 10000"/>
              <a:gd name="connsiteY124-4746" fmla="*/ 594 h 10000"/>
              <a:gd name="connsiteX125-4747" fmla="*/ 7462 w 10000"/>
              <a:gd name="connsiteY125-4748" fmla="*/ 482 h 10000"/>
              <a:gd name="connsiteX126-4749" fmla="*/ 7750 w 10000"/>
              <a:gd name="connsiteY126-4750" fmla="*/ 482 h 10000"/>
              <a:gd name="connsiteX127-4751" fmla="*/ 7901 w 10000"/>
              <a:gd name="connsiteY127-4752" fmla="*/ 390 h 10000"/>
              <a:gd name="connsiteX128-4753" fmla="*/ 8038 w 10000"/>
              <a:gd name="connsiteY128-4754" fmla="*/ 297 h 10000"/>
              <a:gd name="connsiteX129-4755" fmla="*/ 8189 w 10000"/>
              <a:gd name="connsiteY129-4756" fmla="*/ 297 h 10000"/>
              <a:gd name="connsiteX130-4757" fmla="*/ 8189 w 10000"/>
              <a:gd name="connsiteY130-4758" fmla="*/ 204 h 10000"/>
              <a:gd name="connsiteX131-4759" fmla="*/ 8189 w 10000"/>
              <a:gd name="connsiteY131-4760" fmla="*/ 204 h 10000"/>
              <a:gd name="connsiteX0-4761" fmla="*/ 8189 w 10000"/>
              <a:gd name="connsiteY0-4762" fmla="*/ 204 h 10000"/>
              <a:gd name="connsiteX1-4763" fmla="*/ 8258 w 10000"/>
              <a:gd name="connsiteY1-4764" fmla="*/ 93 h 10000"/>
              <a:gd name="connsiteX2-4765" fmla="*/ 8409 w 10000"/>
              <a:gd name="connsiteY2-4766" fmla="*/ 93 h 10000"/>
              <a:gd name="connsiteX3-4767" fmla="*/ 8477 w 10000"/>
              <a:gd name="connsiteY3-4768" fmla="*/ 0 h 10000"/>
              <a:gd name="connsiteX4-4769" fmla="*/ 8546 w 10000"/>
              <a:gd name="connsiteY4-4770" fmla="*/ 0 h 10000"/>
              <a:gd name="connsiteX5-4771" fmla="*/ 8697 w 10000"/>
              <a:gd name="connsiteY5-4772" fmla="*/ 93 h 10000"/>
              <a:gd name="connsiteX6-4773" fmla="*/ 8916 w 10000"/>
              <a:gd name="connsiteY6-4774" fmla="*/ 204 h 10000"/>
              <a:gd name="connsiteX7-4775" fmla="*/ 8985 w 10000"/>
              <a:gd name="connsiteY7-4776" fmla="*/ 297 h 10000"/>
              <a:gd name="connsiteX8-4777" fmla="*/ 9122 w 10000"/>
              <a:gd name="connsiteY8-4778" fmla="*/ 482 h 10000"/>
              <a:gd name="connsiteX9-4779" fmla="*/ 9204 w 10000"/>
              <a:gd name="connsiteY9-4780" fmla="*/ 594 h 10000"/>
              <a:gd name="connsiteX10-4781" fmla="*/ 9342 w 10000"/>
              <a:gd name="connsiteY10-4782" fmla="*/ 686 h 10000"/>
              <a:gd name="connsiteX11-4783" fmla="*/ 9492 w 10000"/>
              <a:gd name="connsiteY11-4784" fmla="*/ 891 h 10000"/>
              <a:gd name="connsiteX12-4785" fmla="*/ 9630 w 10000"/>
              <a:gd name="connsiteY12-4786" fmla="*/ 983 h 10000"/>
              <a:gd name="connsiteX13-4787" fmla="*/ 9712 w 10000"/>
              <a:gd name="connsiteY13-4788" fmla="*/ 1169 h 10000"/>
              <a:gd name="connsiteX14-4789" fmla="*/ 9849 w 10000"/>
              <a:gd name="connsiteY14-4790" fmla="*/ 1280 h 10000"/>
              <a:gd name="connsiteX15-4791" fmla="*/ 9918 w 10000"/>
              <a:gd name="connsiteY15-4792" fmla="*/ 1373 h 10000"/>
              <a:gd name="connsiteX16-4793" fmla="*/ 9918 w 10000"/>
              <a:gd name="connsiteY16-4794" fmla="*/ 1466 h 10000"/>
              <a:gd name="connsiteX17-4795" fmla="*/ 10000 w 10000"/>
              <a:gd name="connsiteY17-4796" fmla="*/ 1466 h 10000"/>
              <a:gd name="connsiteX18-4797" fmla="*/ 10000 w 10000"/>
              <a:gd name="connsiteY18-4798" fmla="*/ 1577 h 10000"/>
              <a:gd name="connsiteX19-4799" fmla="*/ 10000 w 10000"/>
              <a:gd name="connsiteY19-4800" fmla="*/ 1670 h 10000"/>
              <a:gd name="connsiteX20-4801" fmla="*/ 9918 w 10000"/>
              <a:gd name="connsiteY20-4802" fmla="*/ 1763 h 10000"/>
              <a:gd name="connsiteX21-4803" fmla="*/ 9849 w 10000"/>
              <a:gd name="connsiteY21-4804" fmla="*/ 1763 h 10000"/>
              <a:gd name="connsiteX22-4805" fmla="*/ 9781 w 10000"/>
              <a:gd name="connsiteY22-4806" fmla="*/ 1855 h 10000"/>
              <a:gd name="connsiteX23-4807" fmla="*/ 9712 w 10000"/>
              <a:gd name="connsiteY23-4808" fmla="*/ 1855 h 10000"/>
              <a:gd name="connsiteX24-4809" fmla="*/ 9712 w 10000"/>
              <a:gd name="connsiteY24-4810" fmla="*/ 1967 h 10000"/>
              <a:gd name="connsiteX25-4811" fmla="*/ 9630 w 10000"/>
              <a:gd name="connsiteY25-4812" fmla="*/ 2059 h 10000"/>
              <a:gd name="connsiteX26-4813" fmla="*/ 9561 w 10000"/>
              <a:gd name="connsiteY26-4814" fmla="*/ 2263 h 10000"/>
              <a:gd name="connsiteX27-4815" fmla="*/ 9561 w 10000"/>
              <a:gd name="connsiteY27-4816" fmla="*/ 2449 h 10000"/>
              <a:gd name="connsiteX28-4817" fmla="*/ 9492 w 10000"/>
              <a:gd name="connsiteY28-4818" fmla="*/ 2653 h 10000"/>
              <a:gd name="connsiteX29-4819" fmla="*/ 9492 w 10000"/>
              <a:gd name="connsiteY29-4820" fmla="*/ 2950 h 10000"/>
              <a:gd name="connsiteX30-4821" fmla="*/ 9492 w 10000"/>
              <a:gd name="connsiteY30-4822" fmla="*/ 3135 h 10000"/>
              <a:gd name="connsiteX31-4823" fmla="*/ 9410 w 10000"/>
              <a:gd name="connsiteY31-4824" fmla="*/ 3432 h 10000"/>
              <a:gd name="connsiteX32-4825" fmla="*/ 9410 w 10000"/>
              <a:gd name="connsiteY32-4826" fmla="*/ 3822 h 10000"/>
              <a:gd name="connsiteX33-4827" fmla="*/ 9342 w 10000"/>
              <a:gd name="connsiteY33-4828" fmla="*/ 4119 h 10000"/>
              <a:gd name="connsiteX34-4829" fmla="*/ 9273 w 10000"/>
              <a:gd name="connsiteY34-4830" fmla="*/ 4508 h 10000"/>
              <a:gd name="connsiteX35-4831" fmla="*/ 9204 w 10000"/>
              <a:gd name="connsiteY35-4832" fmla="*/ 4898 h 10000"/>
              <a:gd name="connsiteX36-4833" fmla="*/ 9122 w 10000"/>
              <a:gd name="connsiteY36-4834" fmla="*/ 5288 h 10000"/>
              <a:gd name="connsiteX37-4835" fmla="*/ 8985 w 10000"/>
              <a:gd name="connsiteY37-4836" fmla="*/ 6178 h 10000"/>
              <a:gd name="connsiteX38-4837" fmla="*/ 8916 w 10000"/>
              <a:gd name="connsiteY38-4838" fmla="*/ 6568 h 10000"/>
              <a:gd name="connsiteX39-4839" fmla="*/ 8834 w 10000"/>
              <a:gd name="connsiteY39-4840" fmla="*/ 6957 h 10000"/>
              <a:gd name="connsiteX40-4841" fmla="*/ 8765 w 10000"/>
              <a:gd name="connsiteY40-4842" fmla="*/ 7347 h 10000"/>
              <a:gd name="connsiteX41-4843" fmla="*/ 8697 w 10000"/>
              <a:gd name="connsiteY41-4844" fmla="*/ 7737 h 10000"/>
              <a:gd name="connsiteX42-4845" fmla="*/ 8615 w 10000"/>
              <a:gd name="connsiteY42-4846" fmla="*/ 8033 h 10000"/>
              <a:gd name="connsiteX43-4847" fmla="*/ 8615 w 10000"/>
              <a:gd name="connsiteY43-4848" fmla="*/ 8237 h 10000"/>
              <a:gd name="connsiteX44-4849" fmla="*/ 8546 w 10000"/>
              <a:gd name="connsiteY44-4850" fmla="*/ 8534 h 10000"/>
              <a:gd name="connsiteX45-4851" fmla="*/ 8477 w 10000"/>
              <a:gd name="connsiteY45-4852" fmla="*/ 8720 h 10000"/>
              <a:gd name="connsiteX46-4853" fmla="*/ 8326 w 10000"/>
              <a:gd name="connsiteY46-4854" fmla="*/ 9017 h 10000"/>
              <a:gd name="connsiteX47-4855" fmla="*/ 8189 w 10000"/>
              <a:gd name="connsiteY47-4856" fmla="*/ 9314 h 10000"/>
              <a:gd name="connsiteX48-4857" fmla="*/ 8038 w 10000"/>
              <a:gd name="connsiteY48-4858" fmla="*/ 9610 h 10000"/>
              <a:gd name="connsiteX49-4859" fmla="*/ 7901 w 10000"/>
              <a:gd name="connsiteY49-4860" fmla="*/ 9703 h 10000"/>
              <a:gd name="connsiteX50-4861" fmla="*/ 7750 w 10000"/>
              <a:gd name="connsiteY50-4862" fmla="*/ 9889 h 10000"/>
              <a:gd name="connsiteX51-4863" fmla="*/ 7599 w 10000"/>
              <a:gd name="connsiteY51-4864" fmla="*/ 10000 h 10000"/>
              <a:gd name="connsiteX52-4865" fmla="*/ 7462 w 10000"/>
              <a:gd name="connsiteY52-4866" fmla="*/ 10000 h 10000"/>
              <a:gd name="connsiteX53-4867" fmla="*/ 7311 w 10000"/>
              <a:gd name="connsiteY53-4868" fmla="*/ 10000 h 10000"/>
              <a:gd name="connsiteX54-4869" fmla="*/ 7311 w 10000"/>
              <a:gd name="connsiteY54-4870" fmla="*/ 9889 h 10000"/>
              <a:gd name="connsiteX55-4871" fmla="*/ 7243 w 10000"/>
              <a:gd name="connsiteY55-4872" fmla="*/ 9889 h 10000"/>
              <a:gd name="connsiteX56-4873" fmla="*/ 7243 w 10000"/>
              <a:gd name="connsiteY56-4874" fmla="*/ 9796 h 10000"/>
              <a:gd name="connsiteX57-4875" fmla="*/ 7243 w 10000"/>
              <a:gd name="connsiteY57-4876" fmla="*/ 9610 h 10000"/>
              <a:gd name="connsiteX58-4877" fmla="*/ 7682 w 10000"/>
              <a:gd name="connsiteY58-4878" fmla="*/ 7644 h 10000"/>
              <a:gd name="connsiteX59-4879" fmla="*/ 7750 w 10000"/>
              <a:gd name="connsiteY59-4880" fmla="*/ 7551 h 10000"/>
              <a:gd name="connsiteX60-4881" fmla="*/ 7819 w 10000"/>
              <a:gd name="connsiteY60-4882" fmla="*/ 7440 h 10000"/>
              <a:gd name="connsiteX61-4883" fmla="*/ 7819 w 10000"/>
              <a:gd name="connsiteY61-4884" fmla="*/ 7347 h 10000"/>
              <a:gd name="connsiteX62-4885" fmla="*/ 7901 w 10000"/>
              <a:gd name="connsiteY62-4886" fmla="*/ 7254 h 10000"/>
              <a:gd name="connsiteX63-4887" fmla="*/ 7970 w 10000"/>
              <a:gd name="connsiteY63-4888" fmla="*/ 7050 h 10000"/>
              <a:gd name="connsiteX64-4889" fmla="*/ 7970 w 10000"/>
              <a:gd name="connsiteY64-4890" fmla="*/ 6865 h 10000"/>
              <a:gd name="connsiteX65-4891" fmla="*/ 8038 w 10000"/>
              <a:gd name="connsiteY65-4892" fmla="*/ 6660 h 10000"/>
              <a:gd name="connsiteX66-4893" fmla="*/ 8107 w 10000"/>
              <a:gd name="connsiteY66-4894" fmla="*/ 6364 h 10000"/>
              <a:gd name="connsiteX67-4895" fmla="*/ 8189 w 10000"/>
              <a:gd name="connsiteY67-4896" fmla="*/ 6067 h 10000"/>
              <a:gd name="connsiteX68-4897" fmla="*/ 8189 w 10000"/>
              <a:gd name="connsiteY68-4898" fmla="*/ 5677 h 10000"/>
              <a:gd name="connsiteX69-4899" fmla="*/ 8326 w 10000"/>
              <a:gd name="connsiteY69-4900" fmla="*/ 4991 h 10000"/>
              <a:gd name="connsiteX70-4901" fmla="*/ 8409 w 10000"/>
              <a:gd name="connsiteY70-4902" fmla="*/ 4212 h 10000"/>
              <a:gd name="connsiteX71-4903" fmla="*/ 8409 w 10000"/>
              <a:gd name="connsiteY71-4904" fmla="*/ 3525 h 10000"/>
              <a:gd name="connsiteX72-4905" fmla="*/ 8477 w 10000"/>
              <a:gd name="connsiteY72-4906" fmla="*/ 2839 h 10000"/>
              <a:gd name="connsiteX73-4907" fmla="*/ 8477 w 10000"/>
              <a:gd name="connsiteY73-4908" fmla="*/ 2542 h 10000"/>
              <a:gd name="connsiteX74-4909" fmla="*/ 8477 w 10000"/>
              <a:gd name="connsiteY74-4910" fmla="*/ 2263 h 10000"/>
              <a:gd name="connsiteX75-4911" fmla="*/ 8477 w 10000"/>
              <a:gd name="connsiteY75-4912" fmla="*/ 2059 h 10000"/>
              <a:gd name="connsiteX76-4913" fmla="*/ 8477 w 10000"/>
              <a:gd name="connsiteY76-4914" fmla="*/ 1855 h 10000"/>
              <a:gd name="connsiteX77-4915" fmla="*/ 8477 w 10000"/>
              <a:gd name="connsiteY77-4916" fmla="*/ 1670 h 10000"/>
              <a:gd name="connsiteX78-4917" fmla="*/ 8477 w 10000"/>
              <a:gd name="connsiteY78-4918" fmla="*/ 1577 h 10000"/>
              <a:gd name="connsiteX79-4919" fmla="*/ 8409 w 10000"/>
              <a:gd name="connsiteY79-4920" fmla="*/ 1466 h 10000"/>
              <a:gd name="connsiteX80-4921" fmla="*/ 8409 w 10000"/>
              <a:gd name="connsiteY80-4922" fmla="*/ 1373 h 10000"/>
              <a:gd name="connsiteX81-4923" fmla="*/ 8409 w 10000"/>
              <a:gd name="connsiteY81-4924" fmla="*/ 1280 h 10000"/>
              <a:gd name="connsiteX82-4925" fmla="*/ 8326 w 10000"/>
              <a:gd name="connsiteY82-4926" fmla="*/ 1280 h 10000"/>
              <a:gd name="connsiteX83-4927" fmla="*/ 8258 w 10000"/>
              <a:gd name="connsiteY83-4928" fmla="*/ 1169 h 10000"/>
              <a:gd name="connsiteX84-4929" fmla="*/ 8258 w 10000"/>
              <a:gd name="connsiteY84-4930" fmla="*/ 1169 h 10000"/>
              <a:gd name="connsiteX85-4931" fmla="*/ 8107 w 10000"/>
              <a:gd name="connsiteY85-4932" fmla="*/ 1169 h 10000"/>
              <a:gd name="connsiteX86-4933" fmla="*/ 8038 w 10000"/>
              <a:gd name="connsiteY86-4934" fmla="*/ 1169 h 10000"/>
              <a:gd name="connsiteX87-4935" fmla="*/ 7970 w 10000"/>
              <a:gd name="connsiteY87-4936" fmla="*/ 1169 h 10000"/>
              <a:gd name="connsiteX88-4937" fmla="*/ 7819 w 10000"/>
              <a:gd name="connsiteY88-4938" fmla="*/ 1169 h 10000"/>
              <a:gd name="connsiteX89-4939" fmla="*/ 7682 w 10000"/>
              <a:gd name="connsiteY89-4940" fmla="*/ 1169 h 10000"/>
              <a:gd name="connsiteX90-4941" fmla="*/ 7462 w 10000"/>
              <a:gd name="connsiteY90-4942" fmla="*/ 1169 h 10000"/>
              <a:gd name="connsiteX91-4943" fmla="*/ 7311 w 10000"/>
              <a:gd name="connsiteY91-4944" fmla="*/ 1169 h 10000"/>
              <a:gd name="connsiteX92-4945" fmla="*/ 7092 w 10000"/>
              <a:gd name="connsiteY92-4946" fmla="*/ 1169 h 10000"/>
              <a:gd name="connsiteX93-4947" fmla="*/ 6804 w 10000"/>
              <a:gd name="connsiteY93-4948" fmla="*/ 1169 h 10000"/>
              <a:gd name="connsiteX94-4949" fmla="*/ 6516 w 10000"/>
              <a:gd name="connsiteY94-4950" fmla="*/ 1280 h 10000"/>
              <a:gd name="connsiteX95-4951" fmla="*/ 6228 w 10000"/>
              <a:gd name="connsiteY95-4952" fmla="*/ 1280 h 10000"/>
              <a:gd name="connsiteX96-4953" fmla="*/ 5871 w 10000"/>
              <a:gd name="connsiteY96-4954" fmla="*/ 1373 h 10000"/>
              <a:gd name="connsiteX97-4955" fmla="*/ 5144 w 10000"/>
              <a:gd name="connsiteY97-4956" fmla="*/ 1466 h 10000"/>
              <a:gd name="connsiteX98-4957" fmla="*/ 4417 w 10000"/>
              <a:gd name="connsiteY98-4958" fmla="*/ 1670 h 10000"/>
              <a:gd name="connsiteX99-4959" fmla="*/ 3690 w 10000"/>
              <a:gd name="connsiteY99-4960" fmla="*/ 1763 h 10000"/>
              <a:gd name="connsiteX100-4961" fmla="*/ 2963 w 10000"/>
              <a:gd name="connsiteY100-4962" fmla="*/ 1855 h 10000"/>
              <a:gd name="connsiteX101-4963" fmla="*/ 2167 w 10000"/>
              <a:gd name="connsiteY101-4964" fmla="*/ 1967 h 10000"/>
              <a:gd name="connsiteX102-4965" fmla="*/ 1454 w 10000"/>
              <a:gd name="connsiteY102-4966" fmla="*/ 2059 h 10000"/>
              <a:gd name="connsiteX103-4967" fmla="*/ 727 w 10000"/>
              <a:gd name="connsiteY103-4968" fmla="*/ 2152 h 10000"/>
              <a:gd name="connsiteX104-4969" fmla="*/ 0 w 10000"/>
              <a:gd name="connsiteY104-4970" fmla="*/ 2263 h 10000"/>
              <a:gd name="connsiteX105-4971" fmla="*/ 0 w 10000"/>
              <a:gd name="connsiteY105-4972" fmla="*/ 1670 h 10000"/>
              <a:gd name="connsiteX106-4973" fmla="*/ 576 w 10000"/>
              <a:gd name="connsiteY106-4974" fmla="*/ 1577 h 10000"/>
              <a:gd name="connsiteX107-4975" fmla="*/ 1152 w 10000"/>
              <a:gd name="connsiteY107-4976" fmla="*/ 1466 h 10000"/>
              <a:gd name="connsiteX108-4977" fmla="*/ 1660 w 10000"/>
              <a:gd name="connsiteY108-4978" fmla="*/ 1373 h 10000"/>
              <a:gd name="connsiteX109-4979" fmla="*/ 2167 w 10000"/>
              <a:gd name="connsiteY109-4980" fmla="*/ 1280 h 10000"/>
              <a:gd name="connsiteX110-4981" fmla="*/ 2675 w 10000"/>
              <a:gd name="connsiteY110-4982" fmla="*/ 1280 h 10000"/>
              <a:gd name="connsiteX111-4983" fmla="*/ 3114 w 10000"/>
              <a:gd name="connsiteY111-4984" fmla="*/ 1169 h 10000"/>
              <a:gd name="connsiteX112-4985" fmla="*/ 3553 w 10000"/>
              <a:gd name="connsiteY112-4986" fmla="*/ 1076 h 10000"/>
              <a:gd name="connsiteX113-4987" fmla="*/ 3978 w 10000"/>
              <a:gd name="connsiteY113-4988" fmla="*/ 1076 h 10000"/>
              <a:gd name="connsiteX114-4989" fmla="*/ 4348 w 10000"/>
              <a:gd name="connsiteY114-4990" fmla="*/ 983 h 10000"/>
              <a:gd name="connsiteX115-4991" fmla="*/ 4705 w 10000"/>
              <a:gd name="connsiteY115-4992" fmla="*/ 891 h 10000"/>
              <a:gd name="connsiteX116-4993" fmla="*/ 5075 w 10000"/>
              <a:gd name="connsiteY116-4994" fmla="*/ 891 h 10000"/>
              <a:gd name="connsiteX117-4995" fmla="*/ 5364 w 10000"/>
              <a:gd name="connsiteY117-4996" fmla="*/ 779 h 10000"/>
              <a:gd name="connsiteX118-4997" fmla="*/ 5720 w 10000"/>
              <a:gd name="connsiteY118-4998" fmla="*/ 779 h 10000"/>
              <a:gd name="connsiteX119-4999" fmla="*/ 5940 w 10000"/>
              <a:gd name="connsiteY119-5000" fmla="*/ 779 h 10000"/>
              <a:gd name="connsiteX120-5001" fmla="*/ 6228 w 10000"/>
              <a:gd name="connsiteY120-5002" fmla="*/ 686 h 10000"/>
              <a:gd name="connsiteX121-5003" fmla="*/ 6447 w 10000"/>
              <a:gd name="connsiteY121-5004" fmla="*/ 686 h 10000"/>
              <a:gd name="connsiteX122-5005" fmla="*/ 6804 w 10000"/>
              <a:gd name="connsiteY122-5006" fmla="*/ 594 h 10000"/>
              <a:gd name="connsiteX123-5007" fmla="*/ 7174 w 10000"/>
              <a:gd name="connsiteY123-5008" fmla="*/ 594 h 10000"/>
              <a:gd name="connsiteX124-5009" fmla="*/ 7462 w 10000"/>
              <a:gd name="connsiteY124-5010" fmla="*/ 482 h 10000"/>
              <a:gd name="connsiteX125-5011" fmla="*/ 7750 w 10000"/>
              <a:gd name="connsiteY125-5012" fmla="*/ 482 h 10000"/>
              <a:gd name="connsiteX126-5013" fmla="*/ 7901 w 10000"/>
              <a:gd name="connsiteY126-5014" fmla="*/ 390 h 10000"/>
              <a:gd name="connsiteX127-5015" fmla="*/ 8038 w 10000"/>
              <a:gd name="connsiteY127-5016" fmla="*/ 297 h 10000"/>
              <a:gd name="connsiteX128-5017" fmla="*/ 8189 w 10000"/>
              <a:gd name="connsiteY128-5018" fmla="*/ 297 h 10000"/>
              <a:gd name="connsiteX129-5019" fmla="*/ 8189 w 10000"/>
              <a:gd name="connsiteY129-5020" fmla="*/ 204 h 10000"/>
              <a:gd name="connsiteX130-5021" fmla="*/ 8189 w 10000"/>
              <a:gd name="connsiteY130-5022" fmla="*/ 204 h 10000"/>
              <a:gd name="connsiteX0-5023" fmla="*/ 8189 w 10000"/>
              <a:gd name="connsiteY0-5024" fmla="*/ 204 h 10000"/>
              <a:gd name="connsiteX1-5025" fmla="*/ 8258 w 10000"/>
              <a:gd name="connsiteY1-5026" fmla="*/ 93 h 10000"/>
              <a:gd name="connsiteX2-5027" fmla="*/ 8409 w 10000"/>
              <a:gd name="connsiteY2-5028" fmla="*/ 93 h 10000"/>
              <a:gd name="connsiteX3-5029" fmla="*/ 8477 w 10000"/>
              <a:gd name="connsiteY3-5030" fmla="*/ 0 h 10000"/>
              <a:gd name="connsiteX4-5031" fmla="*/ 8546 w 10000"/>
              <a:gd name="connsiteY4-5032" fmla="*/ 0 h 10000"/>
              <a:gd name="connsiteX5-5033" fmla="*/ 8697 w 10000"/>
              <a:gd name="connsiteY5-5034" fmla="*/ 93 h 10000"/>
              <a:gd name="connsiteX6-5035" fmla="*/ 8916 w 10000"/>
              <a:gd name="connsiteY6-5036" fmla="*/ 204 h 10000"/>
              <a:gd name="connsiteX7-5037" fmla="*/ 8985 w 10000"/>
              <a:gd name="connsiteY7-5038" fmla="*/ 297 h 10000"/>
              <a:gd name="connsiteX8-5039" fmla="*/ 9122 w 10000"/>
              <a:gd name="connsiteY8-5040" fmla="*/ 482 h 10000"/>
              <a:gd name="connsiteX9-5041" fmla="*/ 9204 w 10000"/>
              <a:gd name="connsiteY9-5042" fmla="*/ 594 h 10000"/>
              <a:gd name="connsiteX10-5043" fmla="*/ 9342 w 10000"/>
              <a:gd name="connsiteY10-5044" fmla="*/ 686 h 10000"/>
              <a:gd name="connsiteX11-5045" fmla="*/ 9492 w 10000"/>
              <a:gd name="connsiteY11-5046" fmla="*/ 891 h 10000"/>
              <a:gd name="connsiteX12-5047" fmla="*/ 9630 w 10000"/>
              <a:gd name="connsiteY12-5048" fmla="*/ 983 h 10000"/>
              <a:gd name="connsiteX13-5049" fmla="*/ 9712 w 10000"/>
              <a:gd name="connsiteY13-5050" fmla="*/ 1169 h 10000"/>
              <a:gd name="connsiteX14-5051" fmla="*/ 9849 w 10000"/>
              <a:gd name="connsiteY14-5052" fmla="*/ 1280 h 10000"/>
              <a:gd name="connsiteX15-5053" fmla="*/ 9918 w 10000"/>
              <a:gd name="connsiteY15-5054" fmla="*/ 1373 h 10000"/>
              <a:gd name="connsiteX16-5055" fmla="*/ 9918 w 10000"/>
              <a:gd name="connsiteY16-5056" fmla="*/ 1466 h 10000"/>
              <a:gd name="connsiteX17-5057" fmla="*/ 10000 w 10000"/>
              <a:gd name="connsiteY17-5058" fmla="*/ 1466 h 10000"/>
              <a:gd name="connsiteX18-5059" fmla="*/ 10000 w 10000"/>
              <a:gd name="connsiteY18-5060" fmla="*/ 1577 h 10000"/>
              <a:gd name="connsiteX19-5061" fmla="*/ 10000 w 10000"/>
              <a:gd name="connsiteY19-5062" fmla="*/ 1670 h 10000"/>
              <a:gd name="connsiteX20-5063" fmla="*/ 9918 w 10000"/>
              <a:gd name="connsiteY20-5064" fmla="*/ 1763 h 10000"/>
              <a:gd name="connsiteX21-5065" fmla="*/ 9849 w 10000"/>
              <a:gd name="connsiteY21-5066" fmla="*/ 1763 h 10000"/>
              <a:gd name="connsiteX22-5067" fmla="*/ 9781 w 10000"/>
              <a:gd name="connsiteY22-5068" fmla="*/ 1855 h 10000"/>
              <a:gd name="connsiteX23-5069" fmla="*/ 9712 w 10000"/>
              <a:gd name="connsiteY23-5070" fmla="*/ 1855 h 10000"/>
              <a:gd name="connsiteX24-5071" fmla="*/ 9712 w 10000"/>
              <a:gd name="connsiteY24-5072" fmla="*/ 1967 h 10000"/>
              <a:gd name="connsiteX25-5073" fmla="*/ 9630 w 10000"/>
              <a:gd name="connsiteY25-5074" fmla="*/ 2059 h 10000"/>
              <a:gd name="connsiteX26-5075" fmla="*/ 9561 w 10000"/>
              <a:gd name="connsiteY26-5076" fmla="*/ 2263 h 10000"/>
              <a:gd name="connsiteX27-5077" fmla="*/ 9561 w 10000"/>
              <a:gd name="connsiteY27-5078" fmla="*/ 2449 h 10000"/>
              <a:gd name="connsiteX28-5079" fmla="*/ 9492 w 10000"/>
              <a:gd name="connsiteY28-5080" fmla="*/ 2653 h 10000"/>
              <a:gd name="connsiteX29-5081" fmla="*/ 9492 w 10000"/>
              <a:gd name="connsiteY29-5082" fmla="*/ 2950 h 10000"/>
              <a:gd name="connsiteX30-5083" fmla="*/ 9492 w 10000"/>
              <a:gd name="connsiteY30-5084" fmla="*/ 3135 h 10000"/>
              <a:gd name="connsiteX31-5085" fmla="*/ 9410 w 10000"/>
              <a:gd name="connsiteY31-5086" fmla="*/ 3432 h 10000"/>
              <a:gd name="connsiteX32-5087" fmla="*/ 9410 w 10000"/>
              <a:gd name="connsiteY32-5088" fmla="*/ 3822 h 10000"/>
              <a:gd name="connsiteX33-5089" fmla="*/ 9342 w 10000"/>
              <a:gd name="connsiteY33-5090" fmla="*/ 4119 h 10000"/>
              <a:gd name="connsiteX34-5091" fmla="*/ 9273 w 10000"/>
              <a:gd name="connsiteY34-5092" fmla="*/ 4508 h 10000"/>
              <a:gd name="connsiteX35-5093" fmla="*/ 9204 w 10000"/>
              <a:gd name="connsiteY35-5094" fmla="*/ 4898 h 10000"/>
              <a:gd name="connsiteX36-5095" fmla="*/ 9122 w 10000"/>
              <a:gd name="connsiteY36-5096" fmla="*/ 5288 h 10000"/>
              <a:gd name="connsiteX37-5097" fmla="*/ 8985 w 10000"/>
              <a:gd name="connsiteY37-5098" fmla="*/ 6178 h 10000"/>
              <a:gd name="connsiteX38-5099" fmla="*/ 8916 w 10000"/>
              <a:gd name="connsiteY38-5100" fmla="*/ 6568 h 10000"/>
              <a:gd name="connsiteX39-5101" fmla="*/ 8834 w 10000"/>
              <a:gd name="connsiteY39-5102" fmla="*/ 6957 h 10000"/>
              <a:gd name="connsiteX40-5103" fmla="*/ 8765 w 10000"/>
              <a:gd name="connsiteY40-5104" fmla="*/ 7347 h 10000"/>
              <a:gd name="connsiteX41-5105" fmla="*/ 8697 w 10000"/>
              <a:gd name="connsiteY41-5106" fmla="*/ 7737 h 10000"/>
              <a:gd name="connsiteX42-5107" fmla="*/ 8615 w 10000"/>
              <a:gd name="connsiteY42-5108" fmla="*/ 8033 h 10000"/>
              <a:gd name="connsiteX43-5109" fmla="*/ 8615 w 10000"/>
              <a:gd name="connsiteY43-5110" fmla="*/ 8237 h 10000"/>
              <a:gd name="connsiteX44-5111" fmla="*/ 8546 w 10000"/>
              <a:gd name="connsiteY44-5112" fmla="*/ 8534 h 10000"/>
              <a:gd name="connsiteX45-5113" fmla="*/ 8477 w 10000"/>
              <a:gd name="connsiteY45-5114" fmla="*/ 8720 h 10000"/>
              <a:gd name="connsiteX46-5115" fmla="*/ 8326 w 10000"/>
              <a:gd name="connsiteY46-5116" fmla="*/ 9017 h 10000"/>
              <a:gd name="connsiteX47-5117" fmla="*/ 8189 w 10000"/>
              <a:gd name="connsiteY47-5118" fmla="*/ 9314 h 10000"/>
              <a:gd name="connsiteX48-5119" fmla="*/ 8038 w 10000"/>
              <a:gd name="connsiteY48-5120" fmla="*/ 9610 h 10000"/>
              <a:gd name="connsiteX49-5121" fmla="*/ 7901 w 10000"/>
              <a:gd name="connsiteY49-5122" fmla="*/ 9703 h 10000"/>
              <a:gd name="connsiteX50-5123" fmla="*/ 7750 w 10000"/>
              <a:gd name="connsiteY50-5124" fmla="*/ 9889 h 10000"/>
              <a:gd name="connsiteX51-5125" fmla="*/ 7599 w 10000"/>
              <a:gd name="connsiteY51-5126" fmla="*/ 10000 h 10000"/>
              <a:gd name="connsiteX52-5127" fmla="*/ 7462 w 10000"/>
              <a:gd name="connsiteY52-5128" fmla="*/ 10000 h 10000"/>
              <a:gd name="connsiteX53-5129" fmla="*/ 7311 w 10000"/>
              <a:gd name="connsiteY53-5130" fmla="*/ 10000 h 10000"/>
              <a:gd name="connsiteX54-5131" fmla="*/ 7311 w 10000"/>
              <a:gd name="connsiteY54-5132" fmla="*/ 9889 h 10000"/>
              <a:gd name="connsiteX55-5133" fmla="*/ 7243 w 10000"/>
              <a:gd name="connsiteY55-5134" fmla="*/ 9889 h 10000"/>
              <a:gd name="connsiteX56-5135" fmla="*/ 7243 w 10000"/>
              <a:gd name="connsiteY56-5136" fmla="*/ 9796 h 10000"/>
              <a:gd name="connsiteX57-5137" fmla="*/ 7682 w 10000"/>
              <a:gd name="connsiteY57-5138" fmla="*/ 7644 h 10000"/>
              <a:gd name="connsiteX58-5139" fmla="*/ 7750 w 10000"/>
              <a:gd name="connsiteY58-5140" fmla="*/ 7551 h 10000"/>
              <a:gd name="connsiteX59-5141" fmla="*/ 7819 w 10000"/>
              <a:gd name="connsiteY59-5142" fmla="*/ 7440 h 10000"/>
              <a:gd name="connsiteX60-5143" fmla="*/ 7819 w 10000"/>
              <a:gd name="connsiteY60-5144" fmla="*/ 7347 h 10000"/>
              <a:gd name="connsiteX61-5145" fmla="*/ 7901 w 10000"/>
              <a:gd name="connsiteY61-5146" fmla="*/ 7254 h 10000"/>
              <a:gd name="connsiteX62-5147" fmla="*/ 7970 w 10000"/>
              <a:gd name="connsiteY62-5148" fmla="*/ 7050 h 10000"/>
              <a:gd name="connsiteX63-5149" fmla="*/ 7970 w 10000"/>
              <a:gd name="connsiteY63-5150" fmla="*/ 6865 h 10000"/>
              <a:gd name="connsiteX64-5151" fmla="*/ 8038 w 10000"/>
              <a:gd name="connsiteY64-5152" fmla="*/ 6660 h 10000"/>
              <a:gd name="connsiteX65-5153" fmla="*/ 8107 w 10000"/>
              <a:gd name="connsiteY65-5154" fmla="*/ 6364 h 10000"/>
              <a:gd name="connsiteX66-5155" fmla="*/ 8189 w 10000"/>
              <a:gd name="connsiteY66-5156" fmla="*/ 6067 h 10000"/>
              <a:gd name="connsiteX67-5157" fmla="*/ 8189 w 10000"/>
              <a:gd name="connsiteY67-5158" fmla="*/ 5677 h 10000"/>
              <a:gd name="connsiteX68-5159" fmla="*/ 8326 w 10000"/>
              <a:gd name="connsiteY68-5160" fmla="*/ 4991 h 10000"/>
              <a:gd name="connsiteX69-5161" fmla="*/ 8409 w 10000"/>
              <a:gd name="connsiteY69-5162" fmla="*/ 4212 h 10000"/>
              <a:gd name="connsiteX70-5163" fmla="*/ 8409 w 10000"/>
              <a:gd name="connsiteY70-5164" fmla="*/ 3525 h 10000"/>
              <a:gd name="connsiteX71-5165" fmla="*/ 8477 w 10000"/>
              <a:gd name="connsiteY71-5166" fmla="*/ 2839 h 10000"/>
              <a:gd name="connsiteX72-5167" fmla="*/ 8477 w 10000"/>
              <a:gd name="connsiteY72-5168" fmla="*/ 2542 h 10000"/>
              <a:gd name="connsiteX73-5169" fmla="*/ 8477 w 10000"/>
              <a:gd name="connsiteY73-5170" fmla="*/ 2263 h 10000"/>
              <a:gd name="connsiteX74-5171" fmla="*/ 8477 w 10000"/>
              <a:gd name="connsiteY74-5172" fmla="*/ 2059 h 10000"/>
              <a:gd name="connsiteX75-5173" fmla="*/ 8477 w 10000"/>
              <a:gd name="connsiteY75-5174" fmla="*/ 1855 h 10000"/>
              <a:gd name="connsiteX76-5175" fmla="*/ 8477 w 10000"/>
              <a:gd name="connsiteY76-5176" fmla="*/ 1670 h 10000"/>
              <a:gd name="connsiteX77-5177" fmla="*/ 8477 w 10000"/>
              <a:gd name="connsiteY77-5178" fmla="*/ 1577 h 10000"/>
              <a:gd name="connsiteX78-5179" fmla="*/ 8409 w 10000"/>
              <a:gd name="connsiteY78-5180" fmla="*/ 1466 h 10000"/>
              <a:gd name="connsiteX79-5181" fmla="*/ 8409 w 10000"/>
              <a:gd name="connsiteY79-5182" fmla="*/ 1373 h 10000"/>
              <a:gd name="connsiteX80-5183" fmla="*/ 8409 w 10000"/>
              <a:gd name="connsiteY80-5184" fmla="*/ 1280 h 10000"/>
              <a:gd name="connsiteX81-5185" fmla="*/ 8326 w 10000"/>
              <a:gd name="connsiteY81-5186" fmla="*/ 1280 h 10000"/>
              <a:gd name="connsiteX82-5187" fmla="*/ 8258 w 10000"/>
              <a:gd name="connsiteY82-5188" fmla="*/ 1169 h 10000"/>
              <a:gd name="connsiteX83-5189" fmla="*/ 8258 w 10000"/>
              <a:gd name="connsiteY83-5190" fmla="*/ 1169 h 10000"/>
              <a:gd name="connsiteX84-5191" fmla="*/ 8107 w 10000"/>
              <a:gd name="connsiteY84-5192" fmla="*/ 1169 h 10000"/>
              <a:gd name="connsiteX85-5193" fmla="*/ 8038 w 10000"/>
              <a:gd name="connsiteY85-5194" fmla="*/ 1169 h 10000"/>
              <a:gd name="connsiteX86-5195" fmla="*/ 7970 w 10000"/>
              <a:gd name="connsiteY86-5196" fmla="*/ 1169 h 10000"/>
              <a:gd name="connsiteX87-5197" fmla="*/ 7819 w 10000"/>
              <a:gd name="connsiteY87-5198" fmla="*/ 1169 h 10000"/>
              <a:gd name="connsiteX88-5199" fmla="*/ 7682 w 10000"/>
              <a:gd name="connsiteY88-5200" fmla="*/ 1169 h 10000"/>
              <a:gd name="connsiteX89-5201" fmla="*/ 7462 w 10000"/>
              <a:gd name="connsiteY89-5202" fmla="*/ 1169 h 10000"/>
              <a:gd name="connsiteX90-5203" fmla="*/ 7311 w 10000"/>
              <a:gd name="connsiteY90-5204" fmla="*/ 1169 h 10000"/>
              <a:gd name="connsiteX91-5205" fmla="*/ 7092 w 10000"/>
              <a:gd name="connsiteY91-5206" fmla="*/ 1169 h 10000"/>
              <a:gd name="connsiteX92-5207" fmla="*/ 6804 w 10000"/>
              <a:gd name="connsiteY92-5208" fmla="*/ 1169 h 10000"/>
              <a:gd name="connsiteX93-5209" fmla="*/ 6516 w 10000"/>
              <a:gd name="connsiteY93-5210" fmla="*/ 1280 h 10000"/>
              <a:gd name="connsiteX94-5211" fmla="*/ 6228 w 10000"/>
              <a:gd name="connsiteY94-5212" fmla="*/ 1280 h 10000"/>
              <a:gd name="connsiteX95-5213" fmla="*/ 5871 w 10000"/>
              <a:gd name="connsiteY95-5214" fmla="*/ 1373 h 10000"/>
              <a:gd name="connsiteX96-5215" fmla="*/ 5144 w 10000"/>
              <a:gd name="connsiteY96-5216" fmla="*/ 1466 h 10000"/>
              <a:gd name="connsiteX97-5217" fmla="*/ 4417 w 10000"/>
              <a:gd name="connsiteY97-5218" fmla="*/ 1670 h 10000"/>
              <a:gd name="connsiteX98-5219" fmla="*/ 3690 w 10000"/>
              <a:gd name="connsiteY98-5220" fmla="*/ 1763 h 10000"/>
              <a:gd name="connsiteX99-5221" fmla="*/ 2963 w 10000"/>
              <a:gd name="connsiteY99-5222" fmla="*/ 1855 h 10000"/>
              <a:gd name="connsiteX100-5223" fmla="*/ 2167 w 10000"/>
              <a:gd name="connsiteY100-5224" fmla="*/ 1967 h 10000"/>
              <a:gd name="connsiteX101-5225" fmla="*/ 1454 w 10000"/>
              <a:gd name="connsiteY101-5226" fmla="*/ 2059 h 10000"/>
              <a:gd name="connsiteX102-5227" fmla="*/ 727 w 10000"/>
              <a:gd name="connsiteY102-5228" fmla="*/ 2152 h 10000"/>
              <a:gd name="connsiteX103-5229" fmla="*/ 0 w 10000"/>
              <a:gd name="connsiteY103-5230" fmla="*/ 2263 h 10000"/>
              <a:gd name="connsiteX104-5231" fmla="*/ 0 w 10000"/>
              <a:gd name="connsiteY104-5232" fmla="*/ 1670 h 10000"/>
              <a:gd name="connsiteX105-5233" fmla="*/ 576 w 10000"/>
              <a:gd name="connsiteY105-5234" fmla="*/ 1577 h 10000"/>
              <a:gd name="connsiteX106-5235" fmla="*/ 1152 w 10000"/>
              <a:gd name="connsiteY106-5236" fmla="*/ 1466 h 10000"/>
              <a:gd name="connsiteX107-5237" fmla="*/ 1660 w 10000"/>
              <a:gd name="connsiteY107-5238" fmla="*/ 1373 h 10000"/>
              <a:gd name="connsiteX108-5239" fmla="*/ 2167 w 10000"/>
              <a:gd name="connsiteY108-5240" fmla="*/ 1280 h 10000"/>
              <a:gd name="connsiteX109-5241" fmla="*/ 2675 w 10000"/>
              <a:gd name="connsiteY109-5242" fmla="*/ 1280 h 10000"/>
              <a:gd name="connsiteX110-5243" fmla="*/ 3114 w 10000"/>
              <a:gd name="connsiteY110-5244" fmla="*/ 1169 h 10000"/>
              <a:gd name="connsiteX111-5245" fmla="*/ 3553 w 10000"/>
              <a:gd name="connsiteY111-5246" fmla="*/ 1076 h 10000"/>
              <a:gd name="connsiteX112-5247" fmla="*/ 3978 w 10000"/>
              <a:gd name="connsiteY112-5248" fmla="*/ 1076 h 10000"/>
              <a:gd name="connsiteX113-5249" fmla="*/ 4348 w 10000"/>
              <a:gd name="connsiteY113-5250" fmla="*/ 983 h 10000"/>
              <a:gd name="connsiteX114-5251" fmla="*/ 4705 w 10000"/>
              <a:gd name="connsiteY114-5252" fmla="*/ 891 h 10000"/>
              <a:gd name="connsiteX115-5253" fmla="*/ 5075 w 10000"/>
              <a:gd name="connsiteY115-5254" fmla="*/ 891 h 10000"/>
              <a:gd name="connsiteX116-5255" fmla="*/ 5364 w 10000"/>
              <a:gd name="connsiteY116-5256" fmla="*/ 779 h 10000"/>
              <a:gd name="connsiteX117-5257" fmla="*/ 5720 w 10000"/>
              <a:gd name="connsiteY117-5258" fmla="*/ 779 h 10000"/>
              <a:gd name="connsiteX118-5259" fmla="*/ 5940 w 10000"/>
              <a:gd name="connsiteY118-5260" fmla="*/ 779 h 10000"/>
              <a:gd name="connsiteX119-5261" fmla="*/ 6228 w 10000"/>
              <a:gd name="connsiteY119-5262" fmla="*/ 686 h 10000"/>
              <a:gd name="connsiteX120-5263" fmla="*/ 6447 w 10000"/>
              <a:gd name="connsiteY120-5264" fmla="*/ 686 h 10000"/>
              <a:gd name="connsiteX121-5265" fmla="*/ 6804 w 10000"/>
              <a:gd name="connsiteY121-5266" fmla="*/ 594 h 10000"/>
              <a:gd name="connsiteX122-5267" fmla="*/ 7174 w 10000"/>
              <a:gd name="connsiteY122-5268" fmla="*/ 594 h 10000"/>
              <a:gd name="connsiteX123-5269" fmla="*/ 7462 w 10000"/>
              <a:gd name="connsiteY123-5270" fmla="*/ 482 h 10000"/>
              <a:gd name="connsiteX124-5271" fmla="*/ 7750 w 10000"/>
              <a:gd name="connsiteY124-5272" fmla="*/ 482 h 10000"/>
              <a:gd name="connsiteX125-5273" fmla="*/ 7901 w 10000"/>
              <a:gd name="connsiteY125-5274" fmla="*/ 390 h 10000"/>
              <a:gd name="connsiteX126-5275" fmla="*/ 8038 w 10000"/>
              <a:gd name="connsiteY126-5276" fmla="*/ 297 h 10000"/>
              <a:gd name="connsiteX127-5277" fmla="*/ 8189 w 10000"/>
              <a:gd name="connsiteY127-5278" fmla="*/ 297 h 10000"/>
              <a:gd name="connsiteX128-5279" fmla="*/ 8189 w 10000"/>
              <a:gd name="connsiteY128-5280" fmla="*/ 204 h 10000"/>
              <a:gd name="connsiteX129-5281" fmla="*/ 8189 w 10000"/>
              <a:gd name="connsiteY129-5282" fmla="*/ 204 h 10000"/>
              <a:gd name="connsiteX0-5283" fmla="*/ 8189 w 10000"/>
              <a:gd name="connsiteY0-5284" fmla="*/ 204 h 10000"/>
              <a:gd name="connsiteX1-5285" fmla="*/ 8258 w 10000"/>
              <a:gd name="connsiteY1-5286" fmla="*/ 93 h 10000"/>
              <a:gd name="connsiteX2-5287" fmla="*/ 8409 w 10000"/>
              <a:gd name="connsiteY2-5288" fmla="*/ 93 h 10000"/>
              <a:gd name="connsiteX3-5289" fmla="*/ 8477 w 10000"/>
              <a:gd name="connsiteY3-5290" fmla="*/ 0 h 10000"/>
              <a:gd name="connsiteX4-5291" fmla="*/ 8546 w 10000"/>
              <a:gd name="connsiteY4-5292" fmla="*/ 0 h 10000"/>
              <a:gd name="connsiteX5-5293" fmla="*/ 8697 w 10000"/>
              <a:gd name="connsiteY5-5294" fmla="*/ 93 h 10000"/>
              <a:gd name="connsiteX6-5295" fmla="*/ 8916 w 10000"/>
              <a:gd name="connsiteY6-5296" fmla="*/ 204 h 10000"/>
              <a:gd name="connsiteX7-5297" fmla="*/ 8985 w 10000"/>
              <a:gd name="connsiteY7-5298" fmla="*/ 297 h 10000"/>
              <a:gd name="connsiteX8-5299" fmla="*/ 9122 w 10000"/>
              <a:gd name="connsiteY8-5300" fmla="*/ 482 h 10000"/>
              <a:gd name="connsiteX9-5301" fmla="*/ 9204 w 10000"/>
              <a:gd name="connsiteY9-5302" fmla="*/ 594 h 10000"/>
              <a:gd name="connsiteX10-5303" fmla="*/ 9342 w 10000"/>
              <a:gd name="connsiteY10-5304" fmla="*/ 686 h 10000"/>
              <a:gd name="connsiteX11-5305" fmla="*/ 9492 w 10000"/>
              <a:gd name="connsiteY11-5306" fmla="*/ 891 h 10000"/>
              <a:gd name="connsiteX12-5307" fmla="*/ 9630 w 10000"/>
              <a:gd name="connsiteY12-5308" fmla="*/ 983 h 10000"/>
              <a:gd name="connsiteX13-5309" fmla="*/ 9712 w 10000"/>
              <a:gd name="connsiteY13-5310" fmla="*/ 1169 h 10000"/>
              <a:gd name="connsiteX14-5311" fmla="*/ 9849 w 10000"/>
              <a:gd name="connsiteY14-5312" fmla="*/ 1280 h 10000"/>
              <a:gd name="connsiteX15-5313" fmla="*/ 9918 w 10000"/>
              <a:gd name="connsiteY15-5314" fmla="*/ 1373 h 10000"/>
              <a:gd name="connsiteX16-5315" fmla="*/ 9918 w 10000"/>
              <a:gd name="connsiteY16-5316" fmla="*/ 1466 h 10000"/>
              <a:gd name="connsiteX17-5317" fmla="*/ 10000 w 10000"/>
              <a:gd name="connsiteY17-5318" fmla="*/ 1466 h 10000"/>
              <a:gd name="connsiteX18-5319" fmla="*/ 10000 w 10000"/>
              <a:gd name="connsiteY18-5320" fmla="*/ 1577 h 10000"/>
              <a:gd name="connsiteX19-5321" fmla="*/ 10000 w 10000"/>
              <a:gd name="connsiteY19-5322" fmla="*/ 1670 h 10000"/>
              <a:gd name="connsiteX20-5323" fmla="*/ 9918 w 10000"/>
              <a:gd name="connsiteY20-5324" fmla="*/ 1763 h 10000"/>
              <a:gd name="connsiteX21-5325" fmla="*/ 9849 w 10000"/>
              <a:gd name="connsiteY21-5326" fmla="*/ 1763 h 10000"/>
              <a:gd name="connsiteX22-5327" fmla="*/ 9781 w 10000"/>
              <a:gd name="connsiteY22-5328" fmla="*/ 1855 h 10000"/>
              <a:gd name="connsiteX23-5329" fmla="*/ 9712 w 10000"/>
              <a:gd name="connsiteY23-5330" fmla="*/ 1855 h 10000"/>
              <a:gd name="connsiteX24-5331" fmla="*/ 9712 w 10000"/>
              <a:gd name="connsiteY24-5332" fmla="*/ 1967 h 10000"/>
              <a:gd name="connsiteX25-5333" fmla="*/ 9630 w 10000"/>
              <a:gd name="connsiteY25-5334" fmla="*/ 2059 h 10000"/>
              <a:gd name="connsiteX26-5335" fmla="*/ 9561 w 10000"/>
              <a:gd name="connsiteY26-5336" fmla="*/ 2263 h 10000"/>
              <a:gd name="connsiteX27-5337" fmla="*/ 9561 w 10000"/>
              <a:gd name="connsiteY27-5338" fmla="*/ 2449 h 10000"/>
              <a:gd name="connsiteX28-5339" fmla="*/ 9492 w 10000"/>
              <a:gd name="connsiteY28-5340" fmla="*/ 2653 h 10000"/>
              <a:gd name="connsiteX29-5341" fmla="*/ 9492 w 10000"/>
              <a:gd name="connsiteY29-5342" fmla="*/ 2950 h 10000"/>
              <a:gd name="connsiteX30-5343" fmla="*/ 9492 w 10000"/>
              <a:gd name="connsiteY30-5344" fmla="*/ 3135 h 10000"/>
              <a:gd name="connsiteX31-5345" fmla="*/ 9410 w 10000"/>
              <a:gd name="connsiteY31-5346" fmla="*/ 3432 h 10000"/>
              <a:gd name="connsiteX32-5347" fmla="*/ 9410 w 10000"/>
              <a:gd name="connsiteY32-5348" fmla="*/ 3822 h 10000"/>
              <a:gd name="connsiteX33-5349" fmla="*/ 9342 w 10000"/>
              <a:gd name="connsiteY33-5350" fmla="*/ 4119 h 10000"/>
              <a:gd name="connsiteX34-5351" fmla="*/ 9273 w 10000"/>
              <a:gd name="connsiteY34-5352" fmla="*/ 4508 h 10000"/>
              <a:gd name="connsiteX35-5353" fmla="*/ 9204 w 10000"/>
              <a:gd name="connsiteY35-5354" fmla="*/ 4898 h 10000"/>
              <a:gd name="connsiteX36-5355" fmla="*/ 9122 w 10000"/>
              <a:gd name="connsiteY36-5356" fmla="*/ 5288 h 10000"/>
              <a:gd name="connsiteX37-5357" fmla="*/ 8985 w 10000"/>
              <a:gd name="connsiteY37-5358" fmla="*/ 6178 h 10000"/>
              <a:gd name="connsiteX38-5359" fmla="*/ 8916 w 10000"/>
              <a:gd name="connsiteY38-5360" fmla="*/ 6568 h 10000"/>
              <a:gd name="connsiteX39-5361" fmla="*/ 8834 w 10000"/>
              <a:gd name="connsiteY39-5362" fmla="*/ 6957 h 10000"/>
              <a:gd name="connsiteX40-5363" fmla="*/ 8765 w 10000"/>
              <a:gd name="connsiteY40-5364" fmla="*/ 7347 h 10000"/>
              <a:gd name="connsiteX41-5365" fmla="*/ 8697 w 10000"/>
              <a:gd name="connsiteY41-5366" fmla="*/ 7737 h 10000"/>
              <a:gd name="connsiteX42-5367" fmla="*/ 8615 w 10000"/>
              <a:gd name="connsiteY42-5368" fmla="*/ 8033 h 10000"/>
              <a:gd name="connsiteX43-5369" fmla="*/ 8615 w 10000"/>
              <a:gd name="connsiteY43-5370" fmla="*/ 8237 h 10000"/>
              <a:gd name="connsiteX44-5371" fmla="*/ 8546 w 10000"/>
              <a:gd name="connsiteY44-5372" fmla="*/ 8534 h 10000"/>
              <a:gd name="connsiteX45-5373" fmla="*/ 8477 w 10000"/>
              <a:gd name="connsiteY45-5374" fmla="*/ 8720 h 10000"/>
              <a:gd name="connsiteX46-5375" fmla="*/ 8326 w 10000"/>
              <a:gd name="connsiteY46-5376" fmla="*/ 9017 h 10000"/>
              <a:gd name="connsiteX47-5377" fmla="*/ 8189 w 10000"/>
              <a:gd name="connsiteY47-5378" fmla="*/ 9314 h 10000"/>
              <a:gd name="connsiteX48-5379" fmla="*/ 8038 w 10000"/>
              <a:gd name="connsiteY48-5380" fmla="*/ 9610 h 10000"/>
              <a:gd name="connsiteX49-5381" fmla="*/ 7901 w 10000"/>
              <a:gd name="connsiteY49-5382" fmla="*/ 9703 h 10000"/>
              <a:gd name="connsiteX50-5383" fmla="*/ 7750 w 10000"/>
              <a:gd name="connsiteY50-5384" fmla="*/ 9889 h 10000"/>
              <a:gd name="connsiteX51-5385" fmla="*/ 7599 w 10000"/>
              <a:gd name="connsiteY51-5386" fmla="*/ 10000 h 10000"/>
              <a:gd name="connsiteX52-5387" fmla="*/ 7462 w 10000"/>
              <a:gd name="connsiteY52-5388" fmla="*/ 10000 h 10000"/>
              <a:gd name="connsiteX53-5389" fmla="*/ 7311 w 10000"/>
              <a:gd name="connsiteY53-5390" fmla="*/ 10000 h 10000"/>
              <a:gd name="connsiteX54-5391" fmla="*/ 7311 w 10000"/>
              <a:gd name="connsiteY54-5392" fmla="*/ 9889 h 10000"/>
              <a:gd name="connsiteX55-5393" fmla="*/ 7243 w 10000"/>
              <a:gd name="connsiteY55-5394" fmla="*/ 9889 h 10000"/>
              <a:gd name="connsiteX56-5395" fmla="*/ 7682 w 10000"/>
              <a:gd name="connsiteY56-5396" fmla="*/ 7644 h 10000"/>
              <a:gd name="connsiteX57-5397" fmla="*/ 7750 w 10000"/>
              <a:gd name="connsiteY57-5398" fmla="*/ 7551 h 10000"/>
              <a:gd name="connsiteX58-5399" fmla="*/ 7819 w 10000"/>
              <a:gd name="connsiteY58-5400" fmla="*/ 7440 h 10000"/>
              <a:gd name="connsiteX59-5401" fmla="*/ 7819 w 10000"/>
              <a:gd name="connsiteY59-5402" fmla="*/ 7347 h 10000"/>
              <a:gd name="connsiteX60-5403" fmla="*/ 7901 w 10000"/>
              <a:gd name="connsiteY60-5404" fmla="*/ 7254 h 10000"/>
              <a:gd name="connsiteX61-5405" fmla="*/ 7970 w 10000"/>
              <a:gd name="connsiteY61-5406" fmla="*/ 7050 h 10000"/>
              <a:gd name="connsiteX62-5407" fmla="*/ 7970 w 10000"/>
              <a:gd name="connsiteY62-5408" fmla="*/ 6865 h 10000"/>
              <a:gd name="connsiteX63-5409" fmla="*/ 8038 w 10000"/>
              <a:gd name="connsiteY63-5410" fmla="*/ 6660 h 10000"/>
              <a:gd name="connsiteX64-5411" fmla="*/ 8107 w 10000"/>
              <a:gd name="connsiteY64-5412" fmla="*/ 6364 h 10000"/>
              <a:gd name="connsiteX65-5413" fmla="*/ 8189 w 10000"/>
              <a:gd name="connsiteY65-5414" fmla="*/ 6067 h 10000"/>
              <a:gd name="connsiteX66-5415" fmla="*/ 8189 w 10000"/>
              <a:gd name="connsiteY66-5416" fmla="*/ 5677 h 10000"/>
              <a:gd name="connsiteX67-5417" fmla="*/ 8326 w 10000"/>
              <a:gd name="connsiteY67-5418" fmla="*/ 4991 h 10000"/>
              <a:gd name="connsiteX68-5419" fmla="*/ 8409 w 10000"/>
              <a:gd name="connsiteY68-5420" fmla="*/ 4212 h 10000"/>
              <a:gd name="connsiteX69-5421" fmla="*/ 8409 w 10000"/>
              <a:gd name="connsiteY69-5422" fmla="*/ 3525 h 10000"/>
              <a:gd name="connsiteX70-5423" fmla="*/ 8477 w 10000"/>
              <a:gd name="connsiteY70-5424" fmla="*/ 2839 h 10000"/>
              <a:gd name="connsiteX71-5425" fmla="*/ 8477 w 10000"/>
              <a:gd name="connsiteY71-5426" fmla="*/ 2542 h 10000"/>
              <a:gd name="connsiteX72-5427" fmla="*/ 8477 w 10000"/>
              <a:gd name="connsiteY72-5428" fmla="*/ 2263 h 10000"/>
              <a:gd name="connsiteX73-5429" fmla="*/ 8477 w 10000"/>
              <a:gd name="connsiteY73-5430" fmla="*/ 2059 h 10000"/>
              <a:gd name="connsiteX74-5431" fmla="*/ 8477 w 10000"/>
              <a:gd name="connsiteY74-5432" fmla="*/ 1855 h 10000"/>
              <a:gd name="connsiteX75-5433" fmla="*/ 8477 w 10000"/>
              <a:gd name="connsiteY75-5434" fmla="*/ 1670 h 10000"/>
              <a:gd name="connsiteX76-5435" fmla="*/ 8477 w 10000"/>
              <a:gd name="connsiteY76-5436" fmla="*/ 1577 h 10000"/>
              <a:gd name="connsiteX77-5437" fmla="*/ 8409 w 10000"/>
              <a:gd name="connsiteY77-5438" fmla="*/ 1466 h 10000"/>
              <a:gd name="connsiteX78-5439" fmla="*/ 8409 w 10000"/>
              <a:gd name="connsiteY78-5440" fmla="*/ 1373 h 10000"/>
              <a:gd name="connsiteX79-5441" fmla="*/ 8409 w 10000"/>
              <a:gd name="connsiteY79-5442" fmla="*/ 1280 h 10000"/>
              <a:gd name="connsiteX80-5443" fmla="*/ 8326 w 10000"/>
              <a:gd name="connsiteY80-5444" fmla="*/ 1280 h 10000"/>
              <a:gd name="connsiteX81-5445" fmla="*/ 8258 w 10000"/>
              <a:gd name="connsiteY81-5446" fmla="*/ 1169 h 10000"/>
              <a:gd name="connsiteX82-5447" fmla="*/ 8258 w 10000"/>
              <a:gd name="connsiteY82-5448" fmla="*/ 1169 h 10000"/>
              <a:gd name="connsiteX83-5449" fmla="*/ 8107 w 10000"/>
              <a:gd name="connsiteY83-5450" fmla="*/ 1169 h 10000"/>
              <a:gd name="connsiteX84-5451" fmla="*/ 8038 w 10000"/>
              <a:gd name="connsiteY84-5452" fmla="*/ 1169 h 10000"/>
              <a:gd name="connsiteX85-5453" fmla="*/ 7970 w 10000"/>
              <a:gd name="connsiteY85-5454" fmla="*/ 1169 h 10000"/>
              <a:gd name="connsiteX86-5455" fmla="*/ 7819 w 10000"/>
              <a:gd name="connsiteY86-5456" fmla="*/ 1169 h 10000"/>
              <a:gd name="connsiteX87-5457" fmla="*/ 7682 w 10000"/>
              <a:gd name="connsiteY87-5458" fmla="*/ 1169 h 10000"/>
              <a:gd name="connsiteX88-5459" fmla="*/ 7462 w 10000"/>
              <a:gd name="connsiteY88-5460" fmla="*/ 1169 h 10000"/>
              <a:gd name="connsiteX89-5461" fmla="*/ 7311 w 10000"/>
              <a:gd name="connsiteY89-5462" fmla="*/ 1169 h 10000"/>
              <a:gd name="connsiteX90-5463" fmla="*/ 7092 w 10000"/>
              <a:gd name="connsiteY90-5464" fmla="*/ 1169 h 10000"/>
              <a:gd name="connsiteX91-5465" fmla="*/ 6804 w 10000"/>
              <a:gd name="connsiteY91-5466" fmla="*/ 1169 h 10000"/>
              <a:gd name="connsiteX92-5467" fmla="*/ 6516 w 10000"/>
              <a:gd name="connsiteY92-5468" fmla="*/ 1280 h 10000"/>
              <a:gd name="connsiteX93-5469" fmla="*/ 6228 w 10000"/>
              <a:gd name="connsiteY93-5470" fmla="*/ 1280 h 10000"/>
              <a:gd name="connsiteX94-5471" fmla="*/ 5871 w 10000"/>
              <a:gd name="connsiteY94-5472" fmla="*/ 1373 h 10000"/>
              <a:gd name="connsiteX95-5473" fmla="*/ 5144 w 10000"/>
              <a:gd name="connsiteY95-5474" fmla="*/ 1466 h 10000"/>
              <a:gd name="connsiteX96-5475" fmla="*/ 4417 w 10000"/>
              <a:gd name="connsiteY96-5476" fmla="*/ 1670 h 10000"/>
              <a:gd name="connsiteX97-5477" fmla="*/ 3690 w 10000"/>
              <a:gd name="connsiteY97-5478" fmla="*/ 1763 h 10000"/>
              <a:gd name="connsiteX98-5479" fmla="*/ 2963 w 10000"/>
              <a:gd name="connsiteY98-5480" fmla="*/ 1855 h 10000"/>
              <a:gd name="connsiteX99-5481" fmla="*/ 2167 w 10000"/>
              <a:gd name="connsiteY99-5482" fmla="*/ 1967 h 10000"/>
              <a:gd name="connsiteX100-5483" fmla="*/ 1454 w 10000"/>
              <a:gd name="connsiteY100-5484" fmla="*/ 2059 h 10000"/>
              <a:gd name="connsiteX101-5485" fmla="*/ 727 w 10000"/>
              <a:gd name="connsiteY101-5486" fmla="*/ 2152 h 10000"/>
              <a:gd name="connsiteX102-5487" fmla="*/ 0 w 10000"/>
              <a:gd name="connsiteY102-5488" fmla="*/ 2263 h 10000"/>
              <a:gd name="connsiteX103-5489" fmla="*/ 0 w 10000"/>
              <a:gd name="connsiteY103-5490" fmla="*/ 1670 h 10000"/>
              <a:gd name="connsiteX104-5491" fmla="*/ 576 w 10000"/>
              <a:gd name="connsiteY104-5492" fmla="*/ 1577 h 10000"/>
              <a:gd name="connsiteX105-5493" fmla="*/ 1152 w 10000"/>
              <a:gd name="connsiteY105-5494" fmla="*/ 1466 h 10000"/>
              <a:gd name="connsiteX106-5495" fmla="*/ 1660 w 10000"/>
              <a:gd name="connsiteY106-5496" fmla="*/ 1373 h 10000"/>
              <a:gd name="connsiteX107-5497" fmla="*/ 2167 w 10000"/>
              <a:gd name="connsiteY107-5498" fmla="*/ 1280 h 10000"/>
              <a:gd name="connsiteX108-5499" fmla="*/ 2675 w 10000"/>
              <a:gd name="connsiteY108-5500" fmla="*/ 1280 h 10000"/>
              <a:gd name="connsiteX109-5501" fmla="*/ 3114 w 10000"/>
              <a:gd name="connsiteY109-5502" fmla="*/ 1169 h 10000"/>
              <a:gd name="connsiteX110-5503" fmla="*/ 3553 w 10000"/>
              <a:gd name="connsiteY110-5504" fmla="*/ 1076 h 10000"/>
              <a:gd name="connsiteX111-5505" fmla="*/ 3978 w 10000"/>
              <a:gd name="connsiteY111-5506" fmla="*/ 1076 h 10000"/>
              <a:gd name="connsiteX112-5507" fmla="*/ 4348 w 10000"/>
              <a:gd name="connsiteY112-5508" fmla="*/ 983 h 10000"/>
              <a:gd name="connsiteX113-5509" fmla="*/ 4705 w 10000"/>
              <a:gd name="connsiteY113-5510" fmla="*/ 891 h 10000"/>
              <a:gd name="connsiteX114-5511" fmla="*/ 5075 w 10000"/>
              <a:gd name="connsiteY114-5512" fmla="*/ 891 h 10000"/>
              <a:gd name="connsiteX115-5513" fmla="*/ 5364 w 10000"/>
              <a:gd name="connsiteY115-5514" fmla="*/ 779 h 10000"/>
              <a:gd name="connsiteX116-5515" fmla="*/ 5720 w 10000"/>
              <a:gd name="connsiteY116-5516" fmla="*/ 779 h 10000"/>
              <a:gd name="connsiteX117-5517" fmla="*/ 5940 w 10000"/>
              <a:gd name="connsiteY117-5518" fmla="*/ 779 h 10000"/>
              <a:gd name="connsiteX118-5519" fmla="*/ 6228 w 10000"/>
              <a:gd name="connsiteY118-5520" fmla="*/ 686 h 10000"/>
              <a:gd name="connsiteX119-5521" fmla="*/ 6447 w 10000"/>
              <a:gd name="connsiteY119-5522" fmla="*/ 686 h 10000"/>
              <a:gd name="connsiteX120-5523" fmla="*/ 6804 w 10000"/>
              <a:gd name="connsiteY120-5524" fmla="*/ 594 h 10000"/>
              <a:gd name="connsiteX121-5525" fmla="*/ 7174 w 10000"/>
              <a:gd name="connsiteY121-5526" fmla="*/ 594 h 10000"/>
              <a:gd name="connsiteX122-5527" fmla="*/ 7462 w 10000"/>
              <a:gd name="connsiteY122-5528" fmla="*/ 482 h 10000"/>
              <a:gd name="connsiteX123-5529" fmla="*/ 7750 w 10000"/>
              <a:gd name="connsiteY123-5530" fmla="*/ 482 h 10000"/>
              <a:gd name="connsiteX124-5531" fmla="*/ 7901 w 10000"/>
              <a:gd name="connsiteY124-5532" fmla="*/ 390 h 10000"/>
              <a:gd name="connsiteX125-5533" fmla="*/ 8038 w 10000"/>
              <a:gd name="connsiteY125-5534" fmla="*/ 297 h 10000"/>
              <a:gd name="connsiteX126-5535" fmla="*/ 8189 w 10000"/>
              <a:gd name="connsiteY126-5536" fmla="*/ 297 h 10000"/>
              <a:gd name="connsiteX127-5537" fmla="*/ 8189 w 10000"/>
              <a:gd name="connsiteY127-5538" fmla="*/ 204 h 10000"/>
              <a:gd name="connsiteX128-5539" fmla="*/ 8189 w 10000"/>
              <a:gd name="connsiteY128-5540" fmla="*/ 204 h 10000"/>
              <a:gd name="connsiteX0-5541" fmla="*/ 8189 w 10000"/>
              <a:gd name="connsiteY0-5542" fmla="*/ 204 h 10000"/>
              <a:gd name="connsiteX1-5543" fmla="*/ 8258 w 10000"/>
              <a:gd name="connsiteY1-5544" fmla="*/ 93 h 10000"/>
              <a:gd name="connsiteX2-5545" fmla="*/ 8409 w 10000"/>
              <a:gd name="connsiteY2-5546" fmla="*/ 93 h 10000"/>
              <a:gd name="connsiteX3-5547" fmla="*/ 8477 w 10000"/>
              <a:gd name="connsiteY3-5548" fmla="*/ 0 h 10000"/>
              <a:gd name="connsiteX4-5549" fmla="*/ 8546 w 10000"/>
              <a:gd name="connsiteY4-5550" fmla="*/ 0 h 10000"/>
              <a:gd name="connsiteX5-5551" fmla="*/ 8697 w 10000"/>
              <a:gd name="connsiteY5-5552" fmla="*/ 93 h 10000"/>
              <a:gd name="connsiteX6-5553" fmla="*/ 8916 w 10000"/>
              <a:gd name="connsiteY6-5554" fmla="*/ 204 h 10000"/>
              <a:gd name="connsiteX7-5555" fmla="*/ 8985 w 10000"/>
              <a:gd name="connsiteY7-5556" fmla="*/ 297 h 10000"/>
              <a:gd name="connsiteX8-5557" fmla="*/ 9122 w 10000"/>
              <a:gd name="connsiteY8-5558" fmla="*/ 482 h 10000"/>
              <a:gd name="connsiteX9-5559" fmla="*/ 9204 w 10000"/>
              <a:gd name="connsiteY9-5560" fmla="*/ 594 h 10000"/>
              <a:gd name="connsiteX10-5561" fmla="*/ 9342 w 10000"/>
              <a:gd name="connsiteY10-5562" fmla="*/ 686 h 10000"/>
              <a:gd name="connsiteX11-5563" fmla="*/ 9492 w 10000"/>
              <a:gd name="connsiteY11-5564" fmla="*/ 891 h 10000"/>
              <a:gd name="connsiteX12-5565" fmla="*/ 9630 w 10000"/>
              <a:gd name="connsiteY12-5566" fmla="*/ 983 h 10000"/>
              <a:gd name="connsiteX13-5567" fmla="*/ 9712 w 10000"/>
              <a:gd name="connsiteY13-5568" fmla="*/ 1169 h 10000"/>
              <a:gd name="connsiteX14-5569" fmla="*/ 9849 w 10000"/>
              <a:gd name="connsiteY14-5570" fmla="*/ 1280 h 10000"/>
              <a:gd name="connsiteX15-5571" fmla="*/ 9918 w 10000"/>
              <a:gd name="connsiteY15-5572" fmla="*/ 1373 h 10000"/>
              <a:gd name="connsiteX16-5573" fmla="*/ 9918 w 10000"/>
              <a:gd name="connsiteY16-5574" fmla="*/ 1466 h 10000"/>
              <a:gd name="connsiteX17-5575" fmla="*/ 10000 w 10000"/>
              <a:gd name="connsiteY17-5576" fmla="*/ 1466 h 10000"/>
              <a:gd name="connsiteX18-5577" fmla="*/ 10000 w 10000"/>
              <a:gd name="connsiteY18-5578" fmla="*/ 1577 h 10000"/>
              <a:gd name="connsiteX19-5579" fmla="*/ 10000 w 10000"/>
              <a:gd name="connsiteY19-5580" fmla="*/ 1670 h 10000"/>
              <a:gd name="connsiteX20-5581" fmla="*/ 9918 w 10000"/>
              <a:gd name="connsiteY20-5582" fmla="*/ 1763 h 10000"/>
              <a:gd name="connsiteX21-5583" fmla="*/ 9849 w 10000"/>
              <a:gd name="connsiteY21-5584" fmla="*/ 1763 h 10000"/>
              <a:gd name="connsiteX22-5585" fmla="*/ 9781 w 10000"/>
              <a:gd name="connsiteY22-5586" fmla="*/ 1855 h 10000"/>
              <a:gd name="connsiteX23-5587" fmla="*/ 9712 w 10000"/>
              <a:gd name="connsiteY23-5588" fmla="*/ 1855 h 10000"/>
              <a:gd name="connsiteX24-5589" fmla="*/ 9712 w 10000"/>
              <a:gd name="connsiteY24-5590" fmla="*/ 1967 h 10000"/>
              <a:gd name="connsiteX25-5591" fmla="*/ 9630 w 10000"/>
              <a:gd name="connsiteY25-5592" fmla="*/ 2059 h 10000"/>
              <a:gd name="connsiteX26-5593" fmla="*/ 9561 w 10000"/>
              <a:gd name="connsiteY26-5594" fmla="*/ 2263 h 10000"/>
              <a:gd name="connsiteX27-5595" fmla="*/ 9561 w 10000"/>
              <a:gd name="connsiteY27-5596" fmla="*/ 2449 h 10000"/>
              <a:gd name="connsiteX28-5597" fmla="*/ 9492 w 10000"/>
              <a:gd name="connsiteY28-5598" fmla="*/ 2653 h 10000"/>
              <a:gd name="connsiteX29-5599" fmla="*/ 9492 w 10000"/>
              <a:gd name="connsiteY29-5600" fmla="*/ 2950 h 10000"/>
              <a:gd name="connsiteX30-5601" fmla="*/ 9492 w 10000"/>
              <a:gd name="connsiteY30-5602" fmla="*/ 3135 h 10000"/>
              <a:gd name="connsiteX31-5603" fmla="*/ 9410 w 10000"/>
              <a:gd name="connsiteY31-5604" fmla="*/ 3432 h 10000"/>
              <a:gd name="connsiteX32-5605" fmla="*/ 9410 w 10000"/>
              <a:gd name="connsiteY32-5606" fmla="*/ 3822 h 10000"/>
              <a:gd name="connsiteX33-5607" fmla="*/ 9342 w 10000"/>
              <a:gd name="connsiteY33-5608" fmla="*/ 4119 h 10000"/>
              <a:gd name="connsiteX34-5609" fmla="*/ 9273 w 10000"/>
              <a:gd name="connsiteY34-5610" fmla="*/ 4508 h 10000"/>
              <a:gd name="connsiteX35-5611" fmla="*/ 9204 w 10000"/>
              <a:gd name="connsiteY35-5612" fmla="*/ 4898 h 10000"/>
              <a:gd name="connsiteX36-5613" fmla="*/ 9122 w 10000"/>
              <a:gd name="connsiteY36-5614" fmla="*/ 5288 h 10000"/>
              <a:gd name="connsiteX37-5615" fmla="*/ 8985 w 10000"/>
              <a:gd name="connsiteY37-5616" fmla="*/ 6178 h 10000"/>
              <a:gd name="connsiteX38-5617" fmla="*/ 8916 w 10000"/>
              <a:gd name="connsiteY38-5618" fmla="*/ 6568 h 10000"/>
              <a:gd name="connsiteX39-5619" fmla="*/ 8834 w 10000"/>
              <a:gd name="connsiteY39-5620" fmla="*/ 6957 h 10000"/>
              <a:gd name="connsiteX40-5621" fmla="*/ 8765 w 10000"/>
              <a:gd name="connsiteY40-5622" fmla="*/ 7347 h 10000"/>
              <a:gd name="connsiteX41-5623" fmla="*/ 8697 w 10000"/>
              <a:gd name="connsiteY41-5624" fmla="*/ 7737 h 10000"/>
              <a:gd name="connsiteX42-5625" fmla="*/ 8615 w 10000"/>
              <a:gd name="connsiteY42-5626" fmla="*/ 8033 h 10000"/>
              <a:gd name="connsiteX43-5627" fmla="*/ 8615 w 10000"/>
              <a:gd name="connsiteY43-5628" fmla="*/ 8237 h 10000"/>
              <a:gd name="connsiteX44-5629" fmla="*/ 8546 w 10000"/>
              <a:gd name="connsiteY44-5630" fmla="*/ 8534 h 10000"/>
              <a:gd name="connsiteX45-5631" fmla="*/ 8477 w 10000"/>
              <a:gd name="connsiteY45-5632" fmla="*/ 8720 h 10000"/>
              <a:gd name="connsiteX46-5633" fmla="*/ 8326 w 10000"/>
              <a:gd name="connsiteY46-5634" fmla="*/ 9017 h 10000"/>
              <a:gd name="connsiteX47-5635" fmla="*/ 8189 w 10000"/>
              <a:gd name="connsiteY47-5636" fmla="*/ 9314 h 10000"/>
              <a:gd name="connsiteX48-5637" fmla="*/ 8038 w 10000"/>
              <a:gd name="connsiteY48-5638" fmla="*/ 9610 h 10000"/>
              <a:gd name="connsiteX49-5639" fmla="*/ 7901 w 10000"/>
              <a:gd name="connsiteY49-5640" fmla="*/ 9703 h 10000"/>
              <a:gd name="connsiteX50-5641" fmla="*/ 7750 w 10000"/>
              <a:gd name="connsiteY50-5642" fmla="*/ 9889 h 10000"/>
              <a:gd name="connsiteX51-5643" fmla="*/ 7599 w 10000"/>
              <a:gd name="connsiteY51-5644" fmla="*/ 10000 h 10000"/>
              <a:gd name="connsiteX52-5645" fmla="*/ 7462 w 10000"/>
              <a:gd name="connsiteY52-5646" fmla="*/ 10000 h 10000"/>
              <a:gd name="connsiteX53-5647" fmla="*/ 7311 w 10000"/>
              <a:gd name="connsiteY53-5648" fmla="*/ 9889 h 10000"/>
              <a:gd name="connsiteX54-5649" fmla="*/ 7243 w 10000"/>
              <a:gd name="connsiteY54-5650" fmla="*/ 9889 h 10000"/>
              <a:gd name="connsiteX55-5651" fmla="*/ 7682 w 10000"/>
              <a:gd name="connsiteY55-5652" fmla="*/ 7644 h 10000"/>
              <a:gd name="connsiteX56-5653" fmla="*/ 7750 w 10000"/>
              <a:gd name="connsiteY56-5654" fmla="*/ 7551 h 10000"/>
              <a:gd name="connsiteX57-5655" fmla="*/ 7819 w 10000"/>
              <a:gd name="connsiteY57-5656" fmla="*/ 7440 h 10000"/>
              <a:gd name="connsiteX58-5657" fmla="*/ 7819 w 10000"/>
              <a:gd name="connsiteY58-5658" fmla="*/ 7347 h 10000"/>
              <a:gd name="connsiteX59-5659" fmla="*/ 7901 w 10000"/>
              <a:gd name="connsiteY59-5660" fmla="*/ 7254 h 10000"/>
              <a:gd name="connsiteX60-5661" fmla="*/ 7970 w 10000"/>
              <a:gd name="connsiteY60-5662" fmla="*/ 7050 h 10000"/>
              <a:gd name="connsiteX61-5663" fmla="*/ 7970 w 10000"/>
              <a:gd name="connsiteY61-5664" fmla="*/ 6865 h 10000"/>
              <a:gd name="connsiteX62-5665" fmla="*/ 8038 w 10000"/>
              <a:gd name="connsiteY62-5666" fmla="*/ 6660 h 10000"/>
              <a:gd name="connsiteX63-5667" fmla="*/ 8107 w 10000"/>
              <a:gd name="connsiteY63-5668" fmla="*/ 6364 h 10000"/>
              <a:gd name="connsiteX64-5669" fmla="*/ 8189 w 10000"/>
              <a:gd name="connsiteY64-5670" fmla="*/ 6067 h 10000"/>
              <a:gd name="connsiteX65-5671" fmla="*/ 8189 w 10000"/>
              <a:gd name="connsiteY65-5672" fmla="*/ 5677 h 10000"/>
              <a:gd name="connsiteX66-5673" fmla="*/ 8326 w 10000"/>
              <a:gd name="connsiteY66-5674" fmla="*/ 4991 h 10000"/>
              <a:gd name="connsiteX67-5675" fmla="*/ 8409 w 10000"/>
              <a:gd name="connsiteY67-5676" fmla="*/ 4212 h 10000"/>
              <a:gd name="connsiteX68-5677" fmla="*/ 8409 w 10000"/>
              <a:gd name="connsiteY68-5678" fmla="*/ 3525 h 10000"/>
              <a:gd name="connsiteX69-5679" fmla="*/ 8477 w 10000"/>
              <a:gd name="connsiteY69-5680" fmla="*/ 2839 h 10000"/>
              <a:gd name="connsiteX70-5681" fmla="*/ 8477 w 10000"/>
              <a:gd name="connsiteY70-5682" fmla="*/ 2542 h 10000"/>
              <a:gd name="connsiteX71-5683" fmla="*/ 8477 w 10000"/>
              <a:gd name="connsiteY71-5684" fmla="*/ 2263 h 10000"/>
              <a:gd name="connsiteX72-5685" fmla="*/ 8477 w 10000"/>
              <a:gd name="connsiteY72-5686" fmla="*/ 2059 h 10000"/>
              <a:gd name="connsiteX73-5687" fmla="*/ 8477 w 10000"/>
              <a:gd name="connsiteY73-5688" fmla="*/ 1855 h 10000"/>
              <a:gd name="connsiteX74-5689" fmla="*/ 8477 w 10000"/>
              <a:gd name="connsiteY74-5690" fmla="*/ 1670 h 10000"/>
              <a:gd name="connsiteX75-5691" fmla="*/ 8477 w 10000"/>
              <a:gd name="connsiteY75-5692" fmla="*/ 1577 h 10000"/>
              <a:gd name="connsiteX76-5693" fmla="*/ 8409 w 10000"/>
              <a:gd name="connsiteY76-5694" fmla="*/ 1466 h 10000"/>
              <a:gd name="connsiteX77-5695" fmla="*/ 8409 w 10000"/>
              <a:gd name="connsiteY77-5696" fmla="*/ 1373 h 10000"/>
              <a:gd name="connsiteX78-5697" fmla="*/ 8409 w 10000"/>
              <a:gd name="connsiteY78-5698" fmla="*/ 1280 h 10000"/>
              <a:gd name="connsiteX79-5699" fmla="*/ 8326 w 10000"/>
              <a:gd name="connsiteY79-5700" fmla="*/ 1280 h 10000"/>
              <a:gd name="connsiteX80-5701" fmla="*/ 8258 w 10000"/>
              <a:gd name="connsiteY80-5702" fmla="*/ 1169 h 10000"/>
              <a:gd name="connsiteX81-5703" fmla="*/ 8258 w 10000"/>
              <a:gd name="connsiteY81-5704" fmla="*/ 1169 h 10000"/>
              <a:gd name="connsiteX82-5705" fmla="*/ 8107 w 10000"/>
              <a:gd name="connsiteY82-5706" fmla="*/ 1169 h 10000"/>
              <a:gd name="connsiteX83-5707" fmla="*/ 8038 w 10000"/>
              <a:gd name="connsiteY83-5708" fmla="*/ 1169 h 10000"/>
              <a:gd name="connsiteX84-5709" fmla="*/ 7970 w 10000"/>
              <a:gd name="connsiteY84-5710" fmla="*/ 1169 h 10000"/>
              <a:gd name="connsiteX85-5711" fmla="*/ 7819 w 10000"/>
              <a:gd name="connsiteY85-5712" fmla="*/ 1169 h 10000"/>
              <a:gd name="connsiteX86-5713" fmla="*/ 7682 w 10000"/>
              <a:gd name="connsiteY86-5714" fmla="*/ 1169 h 10000"/>
              <a:gd name="connsiteX87-5715" fmla="*/ 7462 w 10000"/>
              <a:gd name="connsiteY87-5716" fmla="*/ 1169 h 10000"/>
              <a:gd name="connsiteX88-5717" fmla="*/ 7311 w 10000"/>
              <a:gd name="connsiteY88-5718" fmla="*/ 1169 h 10000"/>
              <a:gd name="connsiteX89-5719" fmla="*/ 7092 w 10000"/>
              <a:gd name="connsiteY89-5720" fmla="*/ 1169 h 10000"/>
              <a:gd name="connsiteX90-5721" fmla="*/ 6804 w 10000"/>
              <a:gd name="connsiteY90-5722" fmla="*/ 1169 h 10000"/>
              <a:gd name="connsiteX91-5723" fmla="*/ 6516 w 10000"/>
              <a:gd name="connsiteY91-5724" fmla="*/ 1280 h 10000"/>
              <a:gd name="connsiteX92-5725" fmla="*/ 6228 w 10000"/>
              <a:gd name="connsiteY92-5726" fmla="*/ 1280 h 10000"/>
              <a:gd name="connsiteX93-5727" fmla="*/ 5871 w 10000"/>
              <a:gd name="connsiteY93-5728" fmla="*/ 1373 h 10000"/>
              <a:gd name="connsiteX94-5729" fmla="*/ 5144 w 10000"/>
              <a:gd name="connsiteY94-5730" fmla="*/ 1466 h 10000"/>
              <a:gd name="connsiteX95-5731" fmla="*/ 4417 w 10000"/>
              <a:gd name="connsiteY95-5732" fmla="*/ 1670 h 10000"/>
              <a:gd name="connsiteX96-5733" fmla="*/ 3690 w 10000"/>
              <a:gd name="connsiteY96-5734" fmla="*/ 1763 h 10000"/>
              <a:gd name="connsiteX97-5735" fmla="*/ 2963 w 10000"/>
              <a:gd name="connsiteY97-5736" fmla="*/ 1855 h 10000"/>
              <a:gd name="connsiteX98-5737" fmla="*/ 2167 w 10000"/>
              <a:gd name="connsiteY98-5738" fmla="*/ 1967 h 10000"/>
              <a:gd name="connsiteX99-5739" fmla="*/ 1454 w 10000"/>
              <a:gd name="connsiteY99-5740" fmla="*/ 2059 h 10000"/>
              <a:gd name="connsiteX100-5741" fmla="*/ 727 w 10000"/>
              <a:gd name="connsiteY100-5742" fmla="*/ 2152 h 10000"/>
              <a:gd name="connsiteX101-5743" fmla="*/ 0 w 10000"/>
              <a:gd name="connsiteY101-5744" fmla="*/ 2263 h 10000"/>
              <a:gd name="connsiteX102-5745" fmla="*/ 0 w 10000"/>
              <a:gd name="connsiteY102-5746" fmla="*/ 1670 h 10000"/>
              <a:gd name="connsiteX103-5747" fmla="*/ 576 w 10000"/>
              <a:gd name="connsiteY103-5748" fmla="*/ 1577 h 10000"/>
              <a:gd name="connsiteX104-5749" fmla="*/ 1152 w 10000"/>
              <a:gd name="connsiteY104-5750" fmla="*/ 1466 h 10000"/>
              <a:gd name="connsiteX105-5751" fmla="*/ 1660 w 10000"/>
              <a:gd name="connsiteY105-5752" fmla="*/ 1373 h 10000"/>
              <a:gd name="connsiteX106-5753" fmla="*/ 2167 w 10000"/>
              <a:gd name="connsiteY106-5754" fmla="*/ 1280 h 10000"/>
              <a:gd name="connsiteX107-5755" fmla="*/ 2675 w 10000"/>
              <a:gd name="connsiteY107-5756" fmla="*/ 1280 h 10000"/>
              <a:gd name="connsiteX108-5757" fmla="*/ 3114 w 10000"/>
              <a:gd name="connsiteY108-5758" fmla="*/ 1169 h 10000"/>
              <a:gd name="connsiteX109-5759" fmla="*/ 3553 w 10000"/>
              <a:gd name="connsiteY109-5760" fmla="*/ 1076 h 10000"/>
              <a:gd name="connsiteX110-5761" fmla="*/ 3978 w 10000"/>
              <a:gd name="connsiteY110-5762" fmla="*/ 1076 h 10000"/>
              <a:gd name="connsiteX111-5763" fmla="*/ 4348 w 10000"/>
              <a:gd name="connsiteY111-5764" fmla="*/ 983 h 10000"/>
              <a:gd name="connsiteX112-5765" fmla="*/ 4705 w 10000"/>
              <a:gd name="connsiteY112-5766" fmla="*/ 891 h 10000"/>
              <a:gd name="connsiteX113-5767" fmla="*/ 5075 w 10000"/>
              <a:gd name="connsiteY113-5768" fmla="*/ 891 h 10000"/>
              <a:gd name="connsiteX114-5769" fmla="*/ 5364 w 10000"/>
              <a:gd name="connsiteY114-5770" fmla="*/ 779 h 10000"/>
              <a:gd name="connsiteX115-5771" fmla="*/ 5720 w 10000"/>
              <a:gd name="connsiteY115-5772" fmla="*/ 779 h 10000"/>
              <a:gd name="connsiteX116-5773" fmla="*/ 5940 w 10000"/>
              <a:gd name="connsiteY116-5774" fmla="*/ 779 h 10000"/>
              <a:gd name="connsiteX117-5775" fmla="*/ 6228 w 10000"/>
              <a:gd name="connsiteY117-5776" fmla="*/ 686 h 10000"/>
              <a:gd name="connsiteX118-5777" fmla="*/ 6447 w 10000"/>
              <a:gd name="connsiteY118-5778" fmla="*/ 686 h 10000"/>
              <a:gd name="connsiteX119-5779" fmla="*/ 6804 w 10000"/>
              <a:gd name="connsiteY119-5780" fmla="*/ 594 h 10000"/>
              <a:gd name="connsiteX120-5781" fmla="*/ 7174 w 10000"/>
              <a:gd name="connsiteY120-5782" fmla="*/ 594 h 10000"/>
              <a:gd name="connsiteX121-5783" fmla="*/ 7462 w 10000"/>
              <a:gd name="connsiteY121-5784" fmla="*/ 482 h 10000"/>
              <a:gd name="connsiteX122-5785" fmla="*/ 7750 w 10000"/>
              <a:gd name="connsiteY122-5786" fmla="*/ 482 h 10000"/>
              <a:gd name="connsiteX123-5787" fmla="*/ 7901 w 10000"/>
              <a:gd name="connsiteY123-5788" fmla="*/ 390 h 10000"/>
              <a:gd name="connsiteX124-5789" fmla="*/ 8038 w 10000"/>
              <a:gd name="connsiteY124-5790" fmla="*/ 297 h 10000"/>
              <a:gd name="connsiteX125-5791" fmla="*/ 8189 w 10000"/>
              <a:gd name="connsiteY125-5792" fmla="*/ 297 h 10000"/>
              <a:gd name="connsiteX126-5793" fmla="*/ 8189 w 10000"/>
              <a:gd name="connsiteY126-5794" fmla="*/ 204 h 10000"/>
              <a:gd name="connsiteX127-5795" fmla="*/ 8189 w 10000"/>
              <a:gd name="connsiteY127-5796" fmla="*/ 204 h 10000"/>
              <a:gd name="connsiteX0-5797" fmla="*/ 8189 w 10000"/>
              <a:gd name="connsiteY0-5798" fmla="*/ 204 h 10000"/>
              <a:gd name="connsiteX1-5799" fmla="*/ 8258 w 10000"/>
              <a:gd name="connsiteY1-5800" fmla="*/ 93 h 10000"/>
              <a:gd name="connsiteX2-5801" fmla="*/ 8409 w 10000"/>
              <a:gd name="connsiteY2-5802" fmla="*/ 93 h 10000"/>
              <a:gd name="connsiteX3-5803" fmla="*/ 8477 w 10000"/>
              <a:gd name="connsiteY3-5804" fmla="*/ 0 h 10000"/>
              <a:gd name="connsiteX4-5805" fmla="*/ 8546 w 10000"/>
              <a:gd name="connsiteY4-5806" fmla="*/ 0 h 10000"/>
              <a:gd name="connsiteX5-5807" fmla="*/ 8697 w 10000"/>
              <a:gd name="connsiteY5-5808" fmla="*/ 93 h 10000"/>
              <a:gd name="connsiteX6-5809" fmla="*/ 8916 w 10000"/>
              <a:gd name="connsiteY6-5810" fmla="*/ 204 h 10000"/>
              <a:gd name="connsiteX7-5811" fmla="*/ 8985 w 10000"/>
              <a:gd name="connsiteY7-5812" fmla="*/ 297 h 10000"/>
              <a:gd name="connsiteX8-5813" fmla="*/ 9122 w 10000"/>
              <a:gd name="connsiteY8-5814" fmla="*/ 482 h 10000"/>
              <a:gd name="connsiteX9-5815" fmla="*/ 9204 w 10000"/>
              <a:gd name="connsiteY9-5816" fmla="*/ 594 h 10000"/>
              <a:gd name="connsiteX10-5817" fmla="*/ 9342 w 10000"/>
              <a:gd name="connsiteY10-5818" fmla="*/ 686 h 10000"/>
              <a:gd name="connsiteX11-5819" fmla="*/ 9492 w 10000"/>
              <a:gd name="connsiteY11-5820" fmla="*/ 891 h 10000"/>
              <a:gd name="connsiteX12-5821" fmla="*/ 9630 w 10000"/>
              <a:gd name="connsiteY12-5822" fmla="*/ 983 h 10000"/>
              <a:gd name="connsiteX13-5823" fmla="*/ 9712 w 10000"/>
              <a:gd name="connsiteY13-5824" fmla="*/ 1169 h 10000"/>
              <a:gd name="connsiteX14-5825" fmla="*/ 9849 w 10000"/>
              <a:gd name="connsiteY14-5826" fmla="*/ 1280 h 10000"/>
              <a:gd name="connsiteX15-5827" fmla="*/ 9918 w 10000"/>
              <a:gd name="connsiteY15-5828" fmla="*/ 1373 h 10000"/>
              <a:gd name="connsiteX16-5829" fmla="*/ 9918 w 10000"/>
              <a:gd name="connsiteY16-5830" fmla="*/ 1466 h 10000"/>
              <a:gd name="connsiteX17-5831" fmla="*/ 10000 w 10000"/>
              <a:gd name="connsiteY17-5832" fmla="*/ 1466 h 10000"/>
              <a:gd name="connsiteX18-5833" fmla="*/ 10000 w 10000"/>
              <a:gd name="connsiteY18-5834" fmla="*/ 1577 h 10000"/>
              <a:gd name="connsiteX19-5835" fmla="*/ 10000 w 10000"/>
              <a:gd name="connsiteY19-5836" fmla="*/ 1670 h 10000"/>
              <a:gd name="connsiteX20-5837" fmla="*/ 9918 w 10000"/>
              <a:gd name="connsiteY20-5838" fmla="*/ 1763 h 10000"/>
              <a:gd name="connsiteX21-5839" fmla="*/ 9849 w 10000"/>
              <a:gd name="connsiteY21-5840" fmla="*/ 1763 h 10000"/>
              <a:gd name="connsiteX22-5841" fmla="*/ 9781 w 10000"/>
              <a:gd name="connsiteY22-5842" fmla="*/ 1855 h 10000"/>
              <a:gd name="connsiteX23-5843" fmla="*/ 9712 w 10000"/>
              <a:gd name="connsiteY23-5844" fmla="*/ 1855 h 10000"/>
              <a:gd name="connsiteX24-5845" fmla="*/ 9712 w 10000"/>
              <a:gd name="connsiteY24-5846" fmla="*/ 1967 h 10000"/>
              <a:gd name="connsiteX25-5847" fmla="*/ 9630 w 10000"/>
              <a:gd name="connsiteY25-5848" fmla="*/ 2059 h 10000"/>
              <a:gd name="connsiteX26-5849" fmla="*/ 9561 w 10000"/>
              <a:gd name="connsiteY26-5850" fmla="*/ 2263 h 10000"/>
              <a:gd name="connsiteX27-5851" fmla="*/ 9561 w 10000"/>
              <a:gd name="connsiteY27-5852" fmla="*/ 2449 h 10000"/>
              <a:gd name="connsiteX28-5853" fmla="*/ 9492 w 10000"/>
              <a:gd name="connsiteY28-5854" fmla="*/ 2653 h 10000"/>
              <a:gd name="connsiteX29-5855" fmla="*/ 9492 w 10000"/>
              <a:gd name="connsiteY29-5856" fmla="*/ 2950 h 10000"/>
              <a:gd name="connsiteX30-5857" fmla="*/ 9492 w 10000"/>
              <a:gd name="connsiteY30-5858" fmla="*/ 3135 h 10000"/>
              <a:gd name="connsiteX31-5859" fmla="*/ 9410 w 10000"/>
              <a:gd name="connsiteY31-5860" fmla="*/ 3432 h 10000"/>
              <a:gd name="connsiteX32-5861" fmla="*/ 9410 w 10000"/>
              <a:gd name="connsiteY32-5862" fmla="*/ 3822 h 10000"/>
              <a:gd name="connsiteX33-5863" fmla="*/ 9342 w 10000"/>
              <a:gd name="connsiteY33-5864" fmla="*/ 4119 h 10000"/>
              <a:gd name="connsiteX34-5865" fmla="*/ 9273 w 10000"/>
              <a:gd name="connsiteY34-5866" fmla="*/ 4508 h 10000"/>
              <a:gd name="connsiteX35-5867" fmla="*/ 9204 w 10000"/>
              <a:gd name="connsiteY35-5868" fmla="*/ 4898 h 10000"/>
              <a:gd name="connsiteX36-5869" fmla="*/ 9122 w 10000"/>
              <a:gd name="connsiteY36-5870" fmla="*/ 5288 h 10000"/>
              <a:gd name="connsiteX37-5871" fmla="*/ 8985 w 10000"/>
              <a:gd name="connsiteY37-5872" fmla="*/ 6178 h 10000"/>
              <a:gd name="connsiteX38-5873" fmla="*/ 8916 w 10000"/>
              <a:gd name="connsiteY38-5874" fmla="*/ 6568 h 10000"/>
              <a:gd name="connsiteX39-5875" fmla="*/ 8834 w 10000"/>
              <a:gd name="connsiteY39-5876" fmla="*/ 6957 h 10000"/>
              <a:gd name="connsiteX40-5877" fmla="*/ 8765 w 10000"/>
              <a:gd name="connsiteY40-5878" fmla="*/ 7347 h 10000"/>
              <a:gd name="connsiteX41-5879" fmla="*/ 8697 w 10000"/>
              <a:gd name="connsiteY41-5880" fmla="*/ 7737 h 10000"/>
              <a:gd name="connsiteX42-5881" fmla="*/ 8615 w 10000"/>
              <a:gd name="connsiteY42-5882" fmla="*/ 8033 h 10000"/>
              <a:gd name="connsiteX43-5883" fmla="*/ 8615 w 10000"/>
              <a:gd name="connsiteY43-5884" fmla="*/ 8237 h 10000"/>
              <a:gd name="connsiteX44-5885" fmla="*/ 8546 w 10000"/>
              <a:gd name="connsiteY44-5886" fmla="*/ 8534 h 10000"/>
              <a:gd name="connsiteX45-5887" fmla="*/ 8477 w 10000"/>
              <a:gd name="connsiteY45-5888" fmla="*/ 8720 h 10000"/>
              <a:gd name="connsiteX46-5889" fmla="*/ 8326 w 10000"/>
              <a:gd name="connsiteY46-5890" fmla="*/ 9017 h 10000"/>
              <a:gd name="connsiteX47-5891" fmla="*/ 8189 w 10000"/>
              <a:gd name="connsiteY47-5892" fmla="*/ 9314 h 10000"/>
              <a:gd name="connsiteX48-5893" fmla="*/ 8038 w 10000"/>
              <a:gd name="connsiteY48-5894" fmla="*/ 9610 h 10000"/>
              <a:gd name="connsiteX49-5895" fmla="*/ 7901 w 10000"/>
              <a:gd name="connsiteY49-5896" fmla="*/ 9703 h 10000"/>
              <a:gd name="connsiteX50-5897" fmla="*/ 7750 w 10000"/>
              <a:gd name="connsiteY50-5898" fmla="*/ 9889 h 10000"/>
              <a:gd name="connsiteX51-5899" fmla="*/ 7599 w 10000"/>
              <a:gd name="connsiteY51-5900" fmla="*/ 10000 h 10000"/>
              <a:gd name="connsiteX52-5901" fmla="*/ 7462 w 10000"/>
              <a:gd name="connsiteY52-5902" fmla="*/ 10000 h 10000"/>
              <a:gd name="connsiteX53-5903" fmla="*/ 7311 w 10000"/>
              <a:gd name="connsiteY53-5904" fmla="*/ 9889 h 10000"/>
              <a:gd name="connsiteX54-5905" fmla="*/ 7682 w 10000"/>
              <a:gd name="connsiteY54-5906" fmla="*/ 7644 h 10000"/>
              <a:gd name="connsiteX55-5907" fmla="*/ 7750 w 10000"/>
              <a:gd name="connsiteY55-5908" fmla="*/ 7551 h 10000"/>
              <a:gd name="connsiteX56-5909" fmla="*/ 7819 w 10000"/>
              <a:gd name="connsiteY56-5910" fmla="*/ 7440 h 10000"/>
              <a:gd name="connsiteX57-5911" fmla="*/ 7819 w 10000"/>
              <a:gd name="connsiteY57-5912" fmla="*/ 7347 h 10000"/>
              <a:gd name="connsiteX58-5913" fmla="*/ 7901 w 10000"/>
              <a:gd name="connsiteY58-5914" fmla="*/ 7254 h 10000"/>
              <a:gd name="connsiteX59-5915" fmla="*/ 7970 w 10000"/>
              <a:gd name="connsiteY59-5916" fmla="*/ 7050 h 10000"/>
              <a:gd name="connsiteX60-5917" fmla="*/ 7970 w 10000"/>
              <a:gd name="connsiteY60-5918" fmla="*/ 6865 h 10000"/>
              <a:gd name="connsiteX61-5919" fmla="*/ 8038 w 10000"/>
              <a:gd name="connsiteY61-5920" fmla="*/ 6660 h 10000"/>
              <a:gd name="connsiteX62-5921" fmla="*/ 8107 w 10000"/>
              <a:gd name="connsiteY62-5922" fmla="*/ 6364 h 10000"/>
              <a:gd name="connsiteX63-5923" fmla="*/ 8189 w 10000"/>
              <a:gd name="connsiteY63-5924" fmla="*/ 6067 h 10000"/>
              <a:gd name="connsiteX64-5925" fmla="*/ 8189 w 10000"/>
              <a:gd name="connsiteY64-5926" fmla="*/ 5677 h 10000"/>
              <a:gd name="connsiteX65-5927" fmla="*/ 8326 w 10000"/>
              <a:gd name="connsiteY65-5928" fmla="*/ 4991 h 10000"/>
              <a:gd name="connsiteX66-5929" fmla="*/ 8409 w 10000"/>
              <a:gd name="connsiteY66-5930" fmla="*/ 4212 h 10000"/>
              <a:gd name="connsiteX67-5931" fmla="*/ 8409 w 10000"/>
              <a:gd name="connsiteY67-5932" fmla="*/ 3525 h 10000"/>
              <a:gd name="connsiteX68-5933" fmla="*/ 8477 w 10000"/>
              <a:gd name="connsiteY68-5934" fmla="*/ 2839 h 10000"/>
              <a:gd name="connsiteX69-5935" fmla="*/ 8477 w 10000"/>
              <a:gd name="connsiteY69-5936" fmla="*/ 2542 h 10000"/>
              <a:gd name="connsiteX70-5937" fmla="*/ 8477 w 10000"/>
              <a:gd name="connsiteY70-5938" fmla="*/ 2263 h 10000"/>
              <a:gd name="connsiteX71-5939" fmla="*/ 8477 w 10000"/>
              <a:gd name="connsiteY71-5940" fmla="*/ 2059 h 10000"/>
              <a:gd name="connsiteX72-5941" fmla="*/ 8477 w 10000"/>
              <a:gd name="connsiteY72-5942" fmla="*/ 1855 h 10000"/>
              <a:gd name="connsiteX73-5943" fmla="*/ 8477 w 10000"/>
              <a:gd name="connsiteY73-5944" fmla="*/ 1670 h 10000"/>
              <a:gd name="connsiteX74-5945" fmla="*/ 8477 w 10000"/>
              <a:gd name="connsiteY74-5946" fmla="*/ 1577 h 10000"/>
              <a:gd name="connsiteX75-5947" fmla="*/ 8409 w 10000"/>
              <a:gd name="connsiteY75-5948" fmla="*/ 1466 h 10000"/>
              <a:gd name="connsiteX76-5949" fmla="*/ 8409 w 10000"/>
              <a:gd name="connsiteY76-5950" fmla="*/ 1373 h 10000"/>
              <a:gd name="connsiteX77-5951" fmla="*/ 8409 w 10000"/>
              <a:gd name="connsiteY77-5952" fmla="*/ 1280 h 10000"/>
              <a:gd name="connsiteX78-5953" fmla="*/ 8326 w 10000"/>
              <a:gd name="connsiteY78-5954" fmla="*/ 1280 h 10000"/>
              <a:gd name="connsiteX79-5955" fmla="*/ 8258 w 10000"/>
              <a:gd name="connsiteY79-5956" fmla="*/ 1169 h 10000"/>
              <a:gd name="connsiteX80-5957" fmla="*/ 8258 w 10000"/>
              <a:gd name="connsiteY80-5958" fmla="*/ 1169 h 10000"/>
              <a:gd name="connsiteX81-5959" fmla="*/ 8107 w 10000"/>
              <a:gd name="connsiteY81-5960" fmla="*/ 1169 h 10000"/>
              <a:gd name="connsiteX82-5961" fmla="*/ 8038 w 10000"/>
              <a:gd name="connsiteY82-5962" fmla="*/ 1169 h 10000"/>
              <a:gd name="connsiteX83-5963" fmla="*/ 7970 w 10000"/>
              <a:gd name="connsiteY83-5964" fmla="*/ 1169 h 10000"/>
              <a:gd name="connsiteX84-5965" fmla="*/ 7819 w 10000"/>
              <a:gd name="connsiteY84-5966" fmla="*/ 1169 h 10000"/>
              <a:gd name="connsiteX85-5967" fmla="*/ 7682 w 10000"/>
              <a:gd name="connsiteY85-5968" fmla="*/ 1169 h 10000"/>
              <a:gd name="connsiteX86-5969" fmla="*/ 7462 w 10000"/>
              <a:gd name="connsiteY86-5970" fmla="*/ 1169 h 10000"/>
              <a:gd name="connsiteX87-5971" fmla="*/ 7311 w 10000"/>
              <a:gd name="connsiteY87-5972" fmla="*/ 1169 h 10000"/>
              <a:gd name="connsiteX88-5973" fmla="*/ 7092 w 10000"/>
              <a:gd name="connsiteY88-5974" fmla="*/ 1169 h 10000"/>
              <a:gd name="connsiteX89-5975" fmla="*/ 6804 w 10000"/>
              <a:gd name="connsiteY89-5976" fmla="*/ 1169 h 10000"/>
              <a:gd name="connsiteX90-5977" fmla="*/ 6516 w 10000"/>
              <a:gd name="connsiteY90-5978" fmla="*/ 1280 h 10000"/>
              <a:gd name="connsiteX91-5979" fmla="*/ 6228 w 10000"/>
              <a:gd name="connsiteY91-5980" fmla="*/ 1280 h 10000"/>
              <a:gd name="connsiteX92-5981" fmla="*/ 5871 w 10000"/>
              <a:gd name="connsiteY92-5982" fmla="*/ 1373 h 10000"/>
              <a:gd name="connsiteX93-5983" fmla="*/ 5144 w 10000"/>
              <a:gd name="connsiteY93-5984" fmla="*/ 1466 h 10000"/>
              <a:gd name="connsiteX94-5985" fmla="*/ 4417 w 10000"/>
              <a:gd name="connsiteY94-5986" fmla="*/ 1670 h 10000"/>
              <a:gd name="connsiteX95-5987" fmla="*/ 3690 w 10000"/>
              <a:gd name="connsiteY95-5988" fmla="*/ 1763 h 10000"/>
              <a:gd name="connsiteX96-5989" fmla="*/ 2963 w 10000"/>
              <a:gd name="connsiteY96-5990" fmla="*/ 1855 h 10000"/>
              <a:gd name="connsiteX97-5991" fmla="*/ 2167 w 10000"/>
              <a:gd name="connsiteY97-5992" fmla="*/ 1967 h 10000"/>
              <a:gd name="connsiteX98-5993" fmla="*/ 1454 w 10000"/>
              <a:gd name="connsiteY98-5994" fmla="*/ 2059 h 10000"/>
              <a:gd name="connsiteX99-5995" fmla="*/ 727 w 10000"/>
              <a:gd name="connsiteY99-5996" fmla="*/ 2152 h 10000"/>
              <a:gd name="connsiteX100-5997" fmla="*/ 0 w 10000"/>
              <a:gd name="connsiteY100-5998" fmla="*/ 2263 h 10000"/>
              <a:gd name="connsiteX101-5999" fmla="*/ 0 w 10000"/>
              <a:gd name="connsiteY101-6000" fmla="*/ 1670 h 10000"/>
              <a:gd name="connsiteX102-6001" fmla="*/ 576 w 10000"/>
              <a:gd name="connsiteY102-6002" fmla="*/ 1577 h 10000"/>
              <a:gd name="connsiteX103-6003" fmla="*/ 1152 w 10000"/>
              <a:gd name="connsiteY103-6004" fmla="*/ 1466 h 10000"/>
              <a:gd name="connsiteX104-6005" fmla="*/ 1660 w 10000"/>
              <a:gd name="connsiteY104-6006" fmla="*/ 1373 h 10000"/>
              <a:gd name="connsiteX105-6007" fmla="*/ 2167 w 10000"/>
              <a:gd name="connsiteY105-6008" fmla="*/ 1280 h 10000"/>
              <a:gd name="connsiteX106-6009" fmla="*/ 2675 w 10000"/>
              <a:gd name="connsiteY106-6010" fmla="*/ 1280 h 10000"/>
              <a:gd name="connsiteX107-6011" fmla="*/ 3114 w 10000"/>
              <a:gd name="connsiteY107-6012" fmla="*/ 1169 h 10000"/>
              <a:gd name="connsiteX108-6013" fmla="*/ 3553 w 10000"/>
              <a:gd name="connsiteY108-6014" fmla="*/ 1076 h 10000"/>
              <a:gd name="connsiteX109-6015" fmla="*/ 3978 w 10000"/>
              <a:gd name="connsiteY109-6016" fmla="*/ 1076 h 10000"/>
              <a:gd name="connsiteX110-6017" fmla="*/ 4348 w 10000"/>
              <a:gd name="connsiteY110-6018" fmla="*/ 983 h 10000"/>
              <a:gd name="connsiteX111-6019" fmla="*/ 4705 w 10000"/>
              <a:gd name="connsiteY111-6020" fmla="*/ 891 h 10000"/>
              <a:gd name="connsiteX112-6021" fmla="*/ 5075 w 10000"/>
              <a:gd name="connsiteY112-6022" fmla="*/ 891 h 10000"/>
              <a:gd name="connsiteX113-6023" fmla="*/ 5364 w 10000"/>
              <a:gd name="connsiteY113-6024" fmla="*/ 779 h 10000"/>
              <a:gd name="connsiteX114-6025" fmla="*/ 5720 w 10000"/>
              <a:gd name="connsiteY114-6026" fmla="*/ 779 h 10000"/>
              <a:gd name="connsiteX115-6027" fmla="*/ 5940 w 10000"/>
              <a:gd name="connsiteY115-6028" fmla="*/ 779 h 10000"/>
              <a:gd name="connsiteX116-6029" fmla="*/ 6228 w 10000"/>
              <a:gd name="connsiteY116-6030" fmla="*/ 686 h 10000"/>
              <a:gd name="connsiteX117-6031" fmla="*/ 6447 w 10000"/>
              <a:gd name="connsiteY117-6032" fmla="*/ 686 h 10000"/>
              <a:gd name="connsiteX118-6033" fmla="*/ 6804 w 10000"/>
              <a:gd name="connsiteY118-6034" fmla="*/ 594 h 10000"/>
              <a:gd name="connsiteX119-6035" fmla="*/ 7174 w 10000"/>
              <a:gd name="connsiteY119-6036" fmla="*/ 594 h 10000"/>
              <a:gd name="connsiteX120-6037" fmla="*/ 7462 w 10000"/>
              <a:gd name="connsiteY120-6038" fmla="*/ 482 h 10000"/>
              <a:gd name="connsiteX121-6039" fmla="*/ 7750 w 10000"/>
              <a:gd name="connsiteY121-6040" fmla="*/ 482 h 10000"/>
              <a:gd name="connsiteX122-6041" fmla="*/ 7901 w 10000"/>
              <a:gd name="connsiteY122-6042" fmla="*/ 390 h 10000"/>
              <a:gd name="connsiteX123-6043" fmla="*/ 8038 w 10000"/>
              <a:gd name="connsiteY123-6044" fmla="*/ 297 h 10000"/>
              <a:gd name="connsiteX124-6045" fmla="*/ 8189 w 10000"/>
              <a:gd name="connsiteY124-6046" fmla="*/ 297 h 10000"/>
              <a:gd name="connsiteX125-6047" fmla="*/ 8189 w 10000"/>
              <a:gd name="connsiteY125-6048" fmla="*/ 204 h 10000"/>
              <a:gd name="connsiteX126-6049" fmla="*/ 8189 w 10000"/>
              <a:gd name="connsiteY126-6050" fmla="*/ 204 h 10000"/>
              <a:gd name="connsiteX0-6051" fmla="*/ 8189 w 10000"/>
              <a:gd name="connsiteY0-6052" fmla="*/ 204 h 10000"/>
              <a:gd name="connsiteX1-6053" fmla="*/ 8258 w 10000"/>
              <a:gd name="connsiteY1-6054" fmla="*/ 93 h 10000"/>
              <a:gd name="connsiteX2-6055" fmla="*/ 8409 w 10000"/>
              <a:gd name="connsiteY2-6056" fmla="*/ 93 h 10000"/>
              <a:gd name="connsiteX3-6057" fmla="*/ 8477 w 10000"/>
              <a:gd name="connsiteY3-6058" fmla="*/ 0 h 10000"/>
              <a:gd name="connsiteX4-6059" fmla="*/ 8546 w 10000"/>
              <a:gd name="connsiteY4-6060" fmla="*/ 0 h 10000"/>
              <a:gd name="connsiteX5-6061" fmla="*/ 8697 w 10000"/>
              <a:gd name="connsiteY5-6062" fmla="*/ 93 h 10000"/>
              <a:gd name="connsiteX6-6063" fmla="*/ 8916 w 10000"/>
              <a:gd name="connsiteY6-6064" fmla="*/ 204 h 10000"/>
              <a:gd name="connsiteX7-6065" fmla="*/ 8985 w 10000"/>
              <a:gd name="connsiteY7-6066" fmla="*/ 297 h 10000"/>
              <a:gd name="connsiteX8-6067" fmla="*/ 9122 w 10000"/>
              <a:gd name="connsiteY8-6068" fmla="*/ 482 h 10000"/>
              <a:gd name="connsiteX9-6069" fmla="*/ 9204 w 10000"/>
              <a:gd name="connsiteY9-6070" fmla="*/ 594 h 10000"/>
              <a:gd name="connsiteX10-6071" fmla="*/ 9342 w 10000"/>
              <a:gd name="connsiteY10-6072" fmla="*/ 686 h 10000"/>
              <a:gd name="connsiteX11-6073" fmla="*/ 9492 w 10000"/>
              <a:gd name="connsiteY11-6074" fmla="*/ 891 h 10000"/>
              <a:gd name="connsiteX12-6075" fmla="*/ 9630 w 10000"/>
              <a:gd name="connsiteY12-6076" fmla="*/ 983 h 10000"/>
              <a:gd name="connsiteX13-6077" fmla="*/ 9712 w 10000"/>
              <a:gd name="connsiteY13-6078" fmla="*/ 1169 h 10000"/>
              <a:gd name="connsiteX14-6079" fmla="*/ 9849 w 10000"/>
              <a:gd name="connsiteY14-6080" fmla="*/ 1280 h 10000"/>
              <a:gd name="connsiteX15-6081" fmla="*/ 9918 w 10000"/>
              <a:gd name="connsiteY15-6082" fmla="*/ 1373 h 10000"/>
              <a:gd name="connsiteX16-6083" fmla="*/ 9918 w 10000"/>
              <a:gd name="connsiteY16-6084" fmla="*/ 1466 h 10000"/>
              <a:gd name="connsiteX17-6085" fmla="*/ 10000 w 10000"/>
              <a:gd name="connsiteY17-6086" fmla="*/ 1466 h 10000"/>
              <a:gd name="connsiteX18-6087" fmla="*/ 10000 w 10000"/>
              <a:gd name="connsiteY18-6088" fmla="*/ 1577 h 10000"/>
              <a:gd name="connsiteX19-6089" fmla="*/ 10000 w 10000"/>
              <a:gd name="connsiteY19-6090" fmla="*/ 1670 h 10000"/>
              <a:gd name="connsiteX20-6091" fmla="*/ 9918 w 10000"/>
              <a:gd name="connsiteY20-6092" fmla="*/ 1763 h 10000"/>
              <a:gd name="connsiteX21-6093" fmla="*/ 9849 w 10000"/>
              <a:gd name="connsiteY21-6094" fmla="*/ 1763 h 10000"/>
              <a:gd name="connsiteX22-6095" fmla="*/ 9781 w 10000"/>
              <a:gd name="connsiteY22-6096" fmla="*/ 1855 h 10000"/>
              <a:gd name="connsiteX23-6097" fmla="*/ 9712 w 10000"/>
              <a:gd name="connsiteY23-6098" fmla="*/ 1855 h 10000"/>
              <a:gd name="connsiteX24-6099" fmla="*/ 9712 w 10000"/>
              <a:gd name="connsiteY24-6100" fmla="*/ 1967 h 10000"/>
              <a:gd name="connsiteX25-6101" fmla="*/ 9630 w 10000"/>
              <a:gd name="connsiteY25-6102" fmla="*/ 2059 h 10000"/>
              <a:gd name="connsiteX26-6103" fmla="*/ 9561 w 10000"/>
              <a:gd name="connsiteY26-6104" fmla="*/ 2263 h 10000"/>
              <a:gd name="connsiteX27-6105" fmla="*/ 9561 w 10000"/>
              <a:gd name="connsiteY27-6106" fmla="*/ 2449 h 10000"/>
              <a:gd name="connsiteX28-6107" fmla="*/ 9492 w 10000"/>
              <a:gd name="connsiteY28-6108" fmla="*/ 2653 h 10000"/>
              <a:gd name="connsiteX29-6109" fmla="*/ 9492 w 10000"/>
              <a:gd name="connsiteY29-6110" fmla="*/ 2950 h 10000"/>
              <a:gd name="connsiteX30-6111" fmla="*/ 9492 w 10000"/>
              <a:gd name="connsiteY30-6112" fmla="*/ 3135 h 10000"/>
              <a:gd name="connsiteX31-6113" fmla="*/ 9410 w 10000"/>
              <a:gd name="connsiteY31-6114" fmla="*/ 3432 h 10000"/>
              <a:gd name="connsiteX32-6115" fmla="*/ 9410 w 10000"/>
              <a:gd name="connsiteY32-6116" fmla="*/ 3822 h 10000"/>
              <a:gd name="connsiteX33-6117" fmla="*/ 9342 w 10000"/>
              <a:gd name="connsiteY33-6118" fmla="*/ 4119 h 10000"/>
              <a:gd name="connsiteX34-6119" fmla="*/ 9273 w 10000"/>
              <a:gd name="connsiteY34-6120" fmla="*/ 4508 h 10000"/>
              <a:gd name="connsiteX35-6121" fmla="*/ 9204 w 10000"/>
              <a:gd name="connsiteY35-6122" fmla="*/ 4898 h 10000"/>
              <a:gd name="connsiteX36-6123" fmla="*/ 9122 w 10000"/>
              <a:gd name="connsiteY36-6124" fmla="*/ 5288 h 10000"/>
              <a:gd name="connsiteX37-6125" fmla="*/ 8985 w 10000"/>
              <a:gd name="connsiteY37-6126" fmla="*/ 6178 h 10000"/>
              <a:gd name="connsiteX38-6127" fmla="*/ 8916 w 10000"/>
              <a:gd name="connsiteY38-6128" fmla="*/ 6568 h 10000"/>
              <a:gd name="connsiteX39-6129" fmla="*/ 8834 w 10000"/>
              <a:gd name="connsiteY39-6130" fmla="*/ 6957 h 10000"/>
              <a:gd name="connsiteX40-6131" fmla="*/ 8765 w 10000"/>
              <a:gd name="connsiteY40-6132" fmla="*/ 7347 h 10000"/>
              <a:gd name="connsiteX41-6133" fmla="*/ 8697 w 10000"/>
              <a:gd name="connsiteY41-6134" fmla="*/ 7737 h 10000"/>
              <a:gd name="connsiteX42-6135" fmla="*/ 8615 w 10000"/>
              <a:gd name="connsiteY42-6136" fmla="*/ 8033 h 10000"/>
              <a:gd name="connsiteX43-6137" fmla="*/ 8615 w 10000"/>
              <a:gd name="connsiteY43-6138" fmla="*/ 8237 h 10000"/>
              <a:gd name="connsiteX44-6139" fmla="*/ 8546 w 10000"/>
              <a:gd name="connsiteY44-6140" fmla="*/ 8534 h 10000"/>
              <a:gd name="connsiteX45-6141" fmla="*/ 8477 w 10000"/>
              <a:gd name="connsiteY45-6142" fmla="*/ 8720 h 10000"/>
              <a:gd name="connsiteX46-6143" fmla="*/ 8326 w 10000"/>
              <a:gd name="connsiteY46-6144" fmla="*/ 9017 h 10000"/>
              <a:gd name="connsiteX47-6145" fmla="*/ 8189 w 10000"/>
              <a:gd name="connsiteY47-6146" fmla="*/ 9314 h 10000"/>
              <a:gd name="connsiteX48-6147" fmla="*/ 8038 w 10000"/>
              <a:gd name="connsiteY48-6148" fmla="*/ 9610 h 10000"/>
              <a:gd name="connsiteX49-6149" fmla="*/ 7901 w 10000"/>
              <a:gd name="connsiteY49-6150" fmla="*/ 9703 h 10000"/>
              <a:gd name="connsiteX50-6151" fmla="*/ 7750 w 10000"/>
              <a:gd name="connsiteY50-6152" fmla="*/ 9889 h 10000"/>
              <a:gd name="connsiteX51-6153" fmla="*/ 7599 w 10000"/>
              <a:gd name="connsiteY51-6154" fmla="*/ 10000 h 10000"/>
              <a:gd name="connsiteX52-6155" fmla="*/ 7462 w 10000"/>
              <a:gd name="connsiteY52-6156" fmla="*/ 10000 h 10000"/>
              <a:gd name="connsiteX53-6157" fmla="*/ 7682 w 10000"/>
              <a:gd name="connsiteY53-6158" fmla="*/ 7644 h 10000"/>
              <a:gd name="connsiteX54-6159" fmla="*/ 7750 w 10000"/>
              <a:gd name="connsiteY54-6160" fmla="*/ 7551 h 10000"/>
              <a:gd name="connsiteX55-6161" fmla="*/ 7819 w 10000"/>
              <a:gd name="connsiteY55-6162" fmla="*/ 7440 h 10000"/>
              <a:gd name="connsiteX56-6163" fmla="*/ 7819 w 10000"/>
              <a:gd name="connsiteY56-6164" fmla="*/ 7347 h 10000"/>
              <a:gd name="connsiteX57-6165" fmla="*/ 7901 w 10000"/>
              <a:gd name="connsiteY57-6166" fmla="*/ 7254 h 10000"/>
              <a:gd name="connsiteX58-6167" fmla="*/ 7970 w 10000"/>
              <a:gd name="connsiteY58-6168" fmla="*/ 7050 h 10000"/>
              <a:gd name="connsiteX59-6169" fmla="*/ 7970 w 10000"/>
              <a:gd name="connsiteY59-6170" fmla="*/ 6865 h 10000"/>
              <a:gd name="connsiteX60-6171" fmla="*/ 8038 w 10000"/>
              <a:gd name="connsiteY60-6172" fmla="*/ 6660 h 10000"/>
              <a:gd name="connsiteX61-6173" fmla="*/ 8107 w 10000"/>
              <a:gd name="connsiteY61-6174" fmla="*/ 6364 h 10000"/>
              <a:gd name="connsiteX62-6175" fmla="*/ 8189 w 10000"/>
              <a:gd name="connsiteY62-6176" fmla="*/ 6067 h 10000"/>
              <a:gd name="connsiteX63-6177" fmla="*/ 8189 w 10000"/>
              <a:gd name="connsiteY63-6178" fmla="*/ 5677 h 10000"/>
              <a:gd name="connsiteX64-6179" fmla="*/ 8326 w 10000"/>
              <a:gd name="connsiteY64-6180" fmla="*/ 4991 h 10000"/>
              <a:gd name="connsiteX65-6181" fmla="*/ 8409 w 10000"/>
              <a:gd name="connsiteY65-6182" fmla="*/ 4212 h 10000"/>
              <a:gd name="connsiteX66-6183" fmla="*/ 8409 w 10000"/>
              <a:gd name="connsiteY66-6184" fmla="*/ 3525 h 10000"/>
              <a:gd name="connsiteX67-6185" fmla="*/ 8477 w 10000"/>
              <a:gd name="connsiteY67-6186" fmla="*/ 2839 h 10000"/>
              <a:gd name="connsiteX68-6187" fmla="*/ 8477 w 10000"/>
              <a:gd name="connsiteY68-6188" fmla="*/ 2542 h 10000"/>
              <a:gd name="connsiteX69-6189" fmla="*/ 8477 w 10000"/>
              <a:gd name="connsiteY69-6190" fmla="*/ 2263 h 10000"/>
              <a:gd name="connsiteX70-6191" fmla="*/ 8477 w 10000"/>
              <a:gd name="connsiteY70-6192" fmla="*/ 2059 h 10000"/>
              <a:gd name="connsiteX71-6193" fmla="*/ 8477 w 10000"/>
              <a:gd name="connsiteY71-6194" fmla="*/ 1855 h 10000"/>
              <a:gd name="connsiteX72-6195" fmla="*/ 8477 w 10000"/>
              <a:gd name="connsiteY72-6196" fmla="*/ 1670 h 10000"/>
              <a:gd name="connsiteX73-6197" fmla="*/ 8477 w 10000"/>
              <a:gd name="connsiteY73-6198" fmla="*/ 1577 h 10000"/>
              <a:gd name="connsiteX74-6199" fmla="*/ 8409 w 10000"/>
              <a:gd name="connsiteY74-6200" fmla="*/ 1466 h 10000"/>
              <a:gd name="connsiteX75-6201" fmla="*/ 8409 w 10000"/>
              <a:gd name="connsiteY75-6202" fmla="*/ 1373 h 10000"/>
              <a:gd name="connsiteX76-6203" fmla="*/ 8409 w 10000"/>
              <a:gd name="connsiteY76-6204" fmla="*/ 1280 h 10000"/>
              <a:gd name="connsiteX77-6205" fmla="*/ 8326 w 10000"/>
              <a:gd name="connsiteY77-6206" fmla="*/ 1280 h 10000"/>
              <a:gd name="connsiteX78-6207" fmla="*/ 8258 w 10000"/>
              <a:gd name="connsiteY78-6208" fmla="*/ 1169 h 10000"/>
              <a:gd name="connsiteX79-6209" fmla="*/ 8258 w 10000"/>
              <a:gd name="connsiteY79-6210" fmla="*/ 1169 h 10000"/>
              <a:gd name="connsiteX80-6211" fmla="*/ 8107 w 10000"/>
              <a:gd name="connsiteY80-6212" fmla="*/ 1169 h 10000"/>
              <a:gd name="connsiteX81-6213" fmla="*/ 8038 w 10000"/>
              <a:gd name="connsiteY81-6214" fmla="*/ 1169 h 10000"/>
              <a:gd name="connsiteX82-6215" fmla="*/ 7970 w 10000"/>
              <a:gd name="connsiteY82-6216" fmla="*/ 1169 h 10000"/>
              <a:gd name="connsiteX83-6217" fmla="*/ 7819 w 10000"/>
              <a:gd name="connsiteY83-6218" fmla="*/ 1169 h 10000"/>
              <a:gd name="connsiteX84-6219" fmla="*/ 7682 w 10000"/>
              <a:gd name="connsiteY84-6220" fmla="*/ 1169 h 10000"/>
              <a:gd name="connsiteX85-6221" fmla="*/ 7462 w 10000"/>
              <a:gd name="connsiteY85-6222" fmla="*/ 1169 h 10000"/>
              <a:gd name="connsiteX86-6223" fmla="*/ 7311 w 10000"/>
              <a:gd name="connsiteY86-6224" fmla="*/ 1169 h 10000"/>
              <a:gd name="connsiteX87-6225" fmla="*/ 7092 w 10000"/>
              <a:gd name="connsiteY87-6226" fmla="*/ 1169 h 10000"/>
              <a:gd name="connsiteX88-6227" fmla="*/ 6804 w 10000"/>
              <a:gd name="connsiteY88-6228" fmla="*/ 1169 h 10000"/>
              <a:gd name="connsiteX89-6229" fmla="*/ 6516 w 10000"/>
              <a:gd name="connsiteY89-6230" fmla="*/ 1280 h 10000"/>
              <a:gd name="connsiteX90-6231" fmla="*/ 6228 w 10000"/>
              <a:gd name="connsiteY90-6232" fmla="*/ 1280 h 10000"/>
              <a:gd name="connsiteX91-6233" fmla="*/ 5871 w 10000"/>
              <a:gd name="connsiteY91-6234" fmla="*/ 1373 h 10000"/>
              <a:gd name="connsiteX92-6235" fmla="*/ 5144 w 10000"/>
              <a:gd name="connsiteY92-6236" fmla="*/ 1466 h 10000"/>
              <a:gd name="connsiteX93-6237" fmla="*/ 4417 w 10000"/>
              <a:gd name="connsiteY93-6238" fmla="*/ 1670 h 10000"/>
              <a:gd name="connsiteX94-6239" fmla="*/ 3690 w 10000"/>
              <a:gd name="connsiteY94-6240" fmla="*/ 1763 h 10000"/>
              <a:gd name="connsiteX95-6241" fmla="*/ 2963 w 10000"/>
              <a:gd name="connsiteY95-6242" fmla="*/ 1855 h 10000"/>
              <a:gd name="connsiteX96-6243" fmla="*/ 2167 w 10000"/>
              <a:gd name="connsiteY96-6244" fmla="*/ 1967 h 10000"/>
              <a:gd name="connsiteX97-6245" fmla="*/ 1454 w 10000"/>
              <a:gd name="connsiteY97-6246" fmla="*/ 2059 h 10000"/>
              <a:gd name="connsiteX98-6247" fmla="*/ 727 w 10000"/>
              <a:gd name="connsiteY98-6248" fmla="*/ 2152 h 10000"/>
              <a:gd name="connsiteX99-6249" fmla="*/ 0 w 10000"/>
              <a:gd name="connsiteY99-6250" fmla="*/ 2263 h 10000"/>
              <a:gd name="connsiteX100-6251" fmla="*/ 0 w 10000"/>
              <a:gd name="connsiteY100-6252" fmla="*/ 1670 h 10000"/>
              <a:gd name="connsiteX101-6253" fmla="*/ 576 w 10000"/>
              <a:gd name="connsiteY101-6254" fmla="*/ 1577 h 10000"/>
              <a:gd name="connsiteX102-6255" fmla="*/ 1152 w 10000"/>
              <a:gd name="connsiteY102-6256" fmla="*/ 1466 h 10000"/>
              <a:gd name="connsiteX103-6257" fmla="*/ 1660 w 10000"/>
              <a:gd name="connsiteY103-6258" fmla="*/ 1373 h 10000"/>
              <a:gd name="connsiteX104-6259" fmla="*/ 2167 w 10000"/>
              <a:gd name="connsiteY104-6260" fmla="*/ 1280 h 10000"/>
              <a:gd name="connsiteX105-6261" fmla="*/ 2675 w 10000"/>
              <a:gd name="connsiteY105-6262" fmla="*/ 1280 h 10000"/>
              <a:gd name="connsiteX106-6263" fmla="*/ 3114 w 10000"/>
              <a:gd name="connsiteY106-6264" fmla="*/ 1169 h 10000"/>
              <a:gd name="connsiteX107-6265" fmla="*/ 3553 w 10000"/>
              <a:gd name="connsiteY107-6266" fmla="*/ 1076 h 10000"/>
              <a:gd name="connsiteX108-6267" fmla="*/ 3978 w 10000"/>
              <a:gd name="connsiteY108-6268" fmla="*/ 1076 h 10000"/>
              <a:gd name="connsiteX109-6269" fmla="*/ 4348 w 10000"/>
              <a:gd name="connsiteY109-6270" fmla="*/ 983 h 10000"/>
              <a:gd name="connsiteX110-6271" fmla="*/ 4705 w 10000"/>
              <a:gd name="connsiteY110-6272" fmla="*/ 891 h 10000"/>
              <a:gd name="connsiteX111-6273" fmla="*/ 5075 w 10000"/>
              <a:gd name="connsiteY111-6274" fmla="*/ 891 h 10000"/>
              <a:gd name="connsiteX112-6275" fmla="*/ 5364 w 10000"/>
              <a:gd name="connsiteY112-6276" fmla="*/ 779 h 10000"/>
              <a:gd name="connsiteX113-6277" fmla="*/ 5720 w 10000"/>
              <a:gd name="connsiteY113-6278" fmla="*/ 779 h 10000"/>
              <a:gd name="connsiteX114-6279" fmla="*/ 5940 w 10000"/>
              <a:gd name="connsiteY114-6280" fmla="*/ 779 h 10000"/>
              <a:gd name="connsiteX115-6281" fmla="*/ 6228 w 10000"/>
              <a:gd name="connsiteY115-6282" fmla="*/ 686 h 10000"/>
              <a:gd name="connsiteX116-6283" fmla="*/ 6447 w 10000"/>
              <a:gd name="connsiteY116-6284" fmla="*/ 686 h 10000"/>
              <a:gd name="connsiteX117-6285" fmla="*/ 6804 w 10000"/>
              <a:gd name="connsiteY117-6286" fmla="*/ 594 h 10000"/>
              <a:gd name="connsiteX118-6287" fmla="*/ 7174 w 10000"/>
              <a:gd name="connsiteY118-6288" fmla="*/ 594 h 10000"/>
              <a:gd name="connsiteX119-6289" fmla="*/ 7462 w 10000"/>
              <a:gd name="connsiteY119-6290" fmla="*/ 482 h 10000"/>
              <a:gd name="connsiteX120-6291" fmla="*/ 7750 w 10000"/>
              <a:gd name="connsiteY120-6292" fmla="*/ 482 h 10000"/>
              <a:gd name="connsiteX121-6293" fmla="*/ 7901 w 10000"/>
              <a:gd name="connsiteY121-6294" fmla="*/ 390 h 10000"/>
              <a:gd name="connsiteX122-6295" fmla="*/ 8038 w 10000"/>
              <a:gd name="connsiteY122-6296" fmla="*/ 297 h 10000"/>
              <a:gd name="connsiteX123-6297" fmla="*/ 8189 w 10000"/>
              <a:gd name="connsiteY123-6298" fmla="*/ 297 h 10000"/>
              <a:gd name="connsiteX124-6299" fmla="*/ 8189 w 10000"/>
              <a:gd name="connsiteY124-6300" fmla="*/ 204 h 10000"/>
              <a:gd name="connsiteX125-6301" fmla="*/ 8189 w 10000"/>
              <a:gd name="connsiteY125-6302" fmla="*/ 204 h 10000"/>
              <a:gd name="connsiteX0-6303" fmla="*/ 8189 w 10000"/>
              <a:gd name="connsiteY0-6304" fmla="*/ 204 h 10000"/>
              <a:gd name="connsiteX1-6305" fmla="*/ 8258 w 10000"/>
              <a:gd name="connsiteY1-6306" fmla="*/ 93 h 10000"/>
              <a:gd name="connsiteX2-6307" fmla="*/ 8409 w 10000"/>
              <a:gd name="connsiteY2-6308" fmla="*/ 93 h 10000"/>
              <a:gd name="connsiteX3-6309" fmla="*/ 8477 w 10000"/>
              <a:gd name="connsiteY3-6310" fmla="*/ 0 h 10000"/>
              <a:gd name="connsiteX4-6311" fmla="*/ 8546 w 10000"/>
              <a:gd name="connsiteY4-6312" fmla="*/ 0 h 10000"/>
              <a:gd name="connsiteX5-6313" fmla="*/ 8697 w 10000"/>
              <a:gd name="connsiteY5-6314" fmla="*/ 93 h 10000"/>
              <a:gd name="connsiteX6-6315" fmla="*/ 8916 w 10000"/>
              <a:gd name="connsiteY6-6316" fmla="*/ 204 h 10000"/>
              <a:gd name="connsiteX7-6317" fmla="*/ 8985 w 10000"/>
              <a:gd name="connsiteY7-6318" fmla="*/ 297 h 10000"/>
              <a:gd name="connsiteX8-6319" fmla="*/ 9122 w 10000"/>
              <a:gd name="connsiteY8-6320" fmla="*/ 482 h 10000"/>
              <a:gd name="connsiteX9-6321" fmla="*/ 9204 w 10000"/>
              <a:gd name="connsiteY9-6322" fmla="*/ 594 h 10000"/>
              <a:gd name="connsiteX10-6323" fmla="*/ 9342 w 10000"/>
              <a:gd name="connsiteY10-6324" fmla="*/ 686 h 10000"/>
              <a:gd name="connsiteX11-6325" fmla="*/ 9492 w 10000"/>
              <a:gd name="connsiteY11-6326" fmla="*/ 891 h 10000"/>
              <a:gd name="connsiteX12-6327" fmla="*/ 9630 w 10000"/>
              <a:gd name="connsiteY12-6328" fmla="*/ 983 h 10000"/>
              <a:gd name="connsiteX13-6329" fmla="*/ 9712 w 10000"/>
              <a:gd name="connsiteY13-6330" fmla="*/ 1169 h 10000"/>
              <a:gd name="connsiteX14-6331" fmla="*/ 9849 w 10000"/>
              <a:gd name="connsiteY14-6332" fmla="*/ 1280 h 10000"/>
              <a:gd name="connsiteX15-6333" fmla="*/ 9918 w 10000"/>
              <a:gd name="connsiteY15-6334" fmla="*/ 1373 h 10000"/>
              <a:gd name="connsiteX16-6335" fmla="*/ 9918 w 10000"/>
              <a:gd name="connsiteY16-6336" fmla="*/ 1466 h 10000"/>
              <a:gd name="connsiteX17-6337" fmla="*/ 10000 w 10000"/>
              <a:gd name="connsiteY17-6338" fmla="*/ 1466 h 10000"/>
              <a:gd name="connsiteX18-6339" fmla="*/ 10000 w 10000"/>
              <a:gd name="connsiteY18-6340" fmla="*/ 1577 h 10000"/>
              <a:gd name="connsiteX19-6341" fmla="*/ 10000 w 10000"/>
              <a:gd name="connsiteY19-6342" fmla="*/ 1670 h 10000"/>
              <a:gd name="connsiteX20-6343" fmla="*/ 9918 w 10000"/>
              <a:gd name="connsiteY20-6344" fmla="*/ 1763 h 10000"/>
              <a:gd name="connsiteX21-6345" fmla="*/ 9849 w 10000"/>
              <a:gd name="connsiteY21-6346" fmla="*/ 1763 h 10000"/>
              <a:gd name="connsiteX22-6347" fmla="*/ 9781 w 10000"/>
              <a:gd name="connsiteY22-6348" fmla="*/ 1855 h 10000"/>
              <a:gd name="connsiteX23-6349" fmla="*/ 9712 w 10000"/>
              <a:gd name="connsiteY23-6350" fmla="*/ 1855 h 10000"/>
              <a:gd name="connsiteX24-6351" fmla="*/ 9712 w 10000"/>
              <a:gd name="connsiteY24-6352" fmla="*/ 1967 h 10000"/>
              <a:gd name="connsiteX25-6353" fmla="*/ 9630 w 10000"/>
              <a:gd name="connsiteY25-6354" fmla="*/ 2059 h 10000"/>
              <a:gd name="connsiteX26-6355" fmla="*/ 9561 w 10000"/>
              <a:gd name="connsiteY26-6356" fmla="*/ 2263 h 10000"/>
              <a:gd name="connsiteX27-6357" fmla="*/ 9561 w 10000"/>
              <a:gd name="connsiteY27-6358" fmla="*/ 2449 h 10000"/>
              <a:gd name="connsiteX28-6359" fmla="*/ 9492 w 10000"/>
              <a:gd name="connsiteY28-6360" fmla="*/ 2653 h 10000"/>
              <a:gd name="connsiteX29-6361" fmla="*/ 9492 w 10000"/>
              <a:gd name="connsiteY29-6362" fmla="*/ 2950 h 10000"/>
              <a:gd name="connsiteX30-6363" fmla="*/ 9492 w 10000"/>
              <a:gd name="connsiteY30-6364" fmla="*/ 3135 h 10000"/>
              <a:gd name="connsiteX31-6365" fmla="*/ 9410 w 10000"/>
              <a:gd name="connsiteY31-6366" fmla="*/ 3432 h 10000"/>
              <a:gd name="connsiteX32-6367" fmla="*/ 9410 w 10000"/>
              <a:gd name="connsiteY32-6368" fmla="*/ 3822 h 10000"/>
              <a:gd name="connsiteX33-6369" fmla="*/ 9342 w 10000"/>
              <a:gd name="connsiteY33-6370" fmla="*/ 4119 h 10000"/>
              <a:gd name="connsiteX34-6371" fmla="*/ 9273 w 10000"/>
              <a:gd name="connsiteY34-6372" fmla="*/ 4508 h 10000"/>
              <a:gd name="connsiteX35-6373" fmla="*/ 9204 w 10000"/>
              <a:gd name="connsiteY35-6374" fmla="*/ 4898 h 10000"/>
              <a:gd name="connsiteX36-6375" fmla="*/ 9122 w 10000"/>
              <a:gd name="connsiteY36-6376" fmla="*/ 5288 h 10000"/>
              <a:gd name="connsiteX37-6377" fmla="*/ 8985 w 10000"/>
              <a:gd name="connsiteY37-6378" fmla="*/ 6178 h 10000"/>
              <a:gd name="connsiteX38-6379" fmla="*/ 8916 w 10000"/>
              <a:gd name="connsiteY38-6380" fmla="*/ 6568 h 10000"/>
              <a:gd name="connsiteX39-6381" fmla="*/ 8834 w 10000"/>
              <a:gd name="connsiteY39-6382" fmla="*/ 6957 h 10000"/>
              <a:gd name="connsiteX40-6383" fmla="*/ 8765 w 10000"/>
              <a:gd name="connsiteY40-6384" fmla="*/ 7347 h 10000"/>
              <a:gd name="connsiteX41-6385" fmla="*/ 8697 w 10000"/>
              <a:gd name="connsiteY41-6386" fmla="*/ 7737 h 10000"/>
              <a:gd name="connsiteX42-6387" fmla="*/ 8615 w 10000"/>
              <a:gd name="connsiteY42-6388" fmla="*/ 8033 h 10000"/>
              <a:gd name="connsiteX43-6389" fmla="*/ 8615 w 10000"/>
              <a:gd name="connsiteY43-6390" fmla="*/ 8237 h 10000"/>
              <a:gd name="connsiteX44-6391" fmla="*/ 8546 w 10000"/>
              <a:gd name="connsiteY44-6392" fmla="*/ 8534 h 10000"/>
              <a:gd name="connsiteX45-6393" fmla="*/ 8477 w 10000"/>
              <a:gd name="connsiteY45-6394" fmla="*/ 8720 h 10000"/>
              <a:gd name="connsiteX46-6395" fmla="*/ 8326 w 10000"/>
              <a:gd name="connsiteY46-6396" fmla="*/ 9017 h 10000"/>
              <a:gd name="connsiteX47-6397" fmla="*/ 8189 w 10000"/>
              <a:gd name="connsiteY47-6398" fmla="*/ 9314 h 10000"/>
              <a:gd name="connsiteX48-6399" fmla="*/ 8038 w 10000"/>
              <a:gd name="connsiteY48-6400" fmla="*/ 9610 h 10000"/>
              <a:gd name="connsiteX49-6401" fmla="*/ 7901 w 10000"/>
              <a:gd name="connsiteY49-6402" fmla="*/ 9703 h 10000"/>
              <a:gd name="connsiteX50-6403" fmla="*/ 7750 w 10000"/>
              <a:gd name="connsiteY50-6404" fmla="*/ 9889 h 10000"/>
              <a:gd name="connsiteX51-6405" fmla="*/ 7599 w 10000"/>
              <a:gd name="connsiteY51-6406" fmla="*/ 10000 h 10000"/>
              <a:gd name="connsiteX52-6407" fmla="*/ 7682 w 10000"/>
              <a:gd name="connsiteY52-6408" fmla="*/ 7644 h 10000"/>
              <a:gd name="connsiteX53-6409" fmla="*/ 7750 w 10000"/>
              <a:gd name="connsiteY53-6410" fmla="*/ 7551 h 10000"/>
              <a:gd name="connsiteX54-6411" fmla="*/ 7819 w 10000"/>
              <a:gd name="connsiteY54-6412" fmla="*/ 7440 h 10000"/>
              <a:gd name="connsiteX55-6413" fmla="*/ 7819 w 10000"/>
              <a:gd name="connsiteY55-6414" fmla="*/ 7347 h 10000"/>
              <a:gd name="connsiteX56-6415" fmla="*/ 7901 w 10000"/>
              <a:gd name="connsiteY56-6416" fmla="*/ 7254 h 10000"/>
              <a:gd name="connsiteX57-6417" fmla="*/ 7970 w 10000"/>
              <a:gd name="connsiteY57-6418" fmla="*/ 7050 h 10000"/>
              <a:gd name="connsiteX58-6419" fmla="*/ 7970 w 10000"/>
              <a:gd name="connsiteY58-6420" fmla="*/ 6865 h 10000"/>
              <a:gd name="connsiteX59-6421" fmla="*/ 8038 w 10000"/>
              <a:gd name="connsiteY59-6422" fmla="*/ 6660 h 10000"/>
              <a:gd name="connsiteX60-6423" fmla="*/ 8107 w 10000"/>
              <a:gd name="connsiteY60-6424" fmla="*/ 6364 h 10000"/>
              <a:gd name="connsiteX61-6425" fmla="*/ 8189 w 10000"/>
              <a:gd name="connsiteY61-6426" fmla="*/ 6067 h 10000"/>
              <a:gd name="connsiteX62-6427" fmla="*/ 8189 w 10000"/>
              <a:gd name="connsiteY62-6428" fmla="*/ 5677 h 10000"/>
              <a:gd name="connsiteX63-6429" fmla="*/ 8326 w 10000"/>
              <a:gd name="connsiteY63-6430" fmla="*/ 4991 h 10000"/>
              <a:gd name="connsiteX64-6431" fmla="*/ 8409 w 10000"/>
              <a:gd name="connsiteY64-6432" fmla="*/ 4212 h 10000"/>
              <a:gd name="connsiteX65-6433" fmla="*/ 8409 w 10000"/>
              <a:gd name="connsiteY65-6434" fmla="*/ 3525 h 10000"/>
              <a:gd name="connsiteX66-6435" fmla="*/ 8477 w 10000"/>
              <a:gd name="connsiteY66-6436" fmla="*/ 2839 h 10000"/>
              <a:gd name="connsiteX67-6437" fmla="*/ 8477 w 10000"/>
              <a:gd name="connsiteY67-6438" fmla="*/ 2542 h 10000"/>
              <a:gd name="connsiteX68-6439" fmla="*/ 8477 w 10000"/>
              <a:gd name="connsiteY68-6440" fmla="*/ 2263 h 10000"/>
              <a:gd name="connsiteX69-6441" fmla="*/ 8477 w 10000"/>
              <a:gd name="connsiteY69-6442" fmla="*/ 2059 h 10000"/>
              <a:gd name="connsiteX70-6443" fmla="*/ 8477 w 10000"/>
              <a:gd name="connsiteY70-6444" fmla="*/ 1855 h 10000"/>
              <a:gd name="connsiteX71-6445" fmla="*/ 8477 w 10000"/>
              <a:gd name="connsiteY71-6446" fmla="*/ 1670 h 10000"/>
              <a:gd name="connsiteX72-6447" fmla="*/ 8477 w 10000"/>
              <a:gd name="connsiteY72-6448" fmla="*/ 1577 h 10000"/>
              <a:gd name="connsiteX73-6449" fmla="*/ 8409 w 10000"/>
              <a:gd name="connsiteY73-6450" fmla="*/ 1466 h 10000"/>
              <a:gd name="connsiteX74-6451" fmla="*/ 8409 w 10000"/>
              <a:gd name="connsiteY74-6452" fmla="*/ 1373 h 10000"/>
              <a:gd name="connsiteX75-6453" fmla="*/ 8409 w 10000"/>
              <a:gd name="connsiteY75-6454" fmla="*/ 1280 h 10000"/>
              <a:gd name="connsiteX76-6455" fmla="*/ 8326 w 10000"/>
              <a:gd name="connsiteY76-6456" fmla="*/ 1280 h 10000"/>
              <a:gd name="connsiteX77-6457" fmla="*/ 8258 w 10000"/>
              <a:gd name="connsiteY77-6458" fmla="*/ 1169 h 10000"/>
              <a:gd name="connsiteX78-6459" fmla="*/ 8258 w 10000"/>
              <a:gd name="connsiteY78-6460" fmla="*/ 1169 h 10000"/>
              <a:gd name="connsiteX79-6461" fmla="*/ 8107 w 10000"/>
              <a:gd name="connsiteY79-6462" fmla="*/ 1169 h 10000"/>
              <a:gd name="connsiteX80-6463" fmla="*/ 8038 w 10000"/>
              <a:gd name="connsiteY80-6464" fmla="*/ 1169 h 10000"/>
              <a:gd name="connsiteX81-6465" fmla="*/ 7970 w 10000"/>
              <a:gd name="connsiteY81-6466" fmla="*/ 1169 h 10000"/>
              <a:gd name="connsiteX82-6467" fmla="*/ 7819 w 10000"/>
              <a:gd name="connsiteY82-6468" fmla="*/ 1169 h 10000"/>
              <a:gd name="connsiteX83-6469" fmla="*/ 7682 w 10000"/>
              <a:gd name="connsiteY83-6470" fmla="*/ 1169 h 10000"/>
              <a:gd name="connsiteX84-6471" fmla="*/ 7462 w 10000"/>
              <a:gd name="connsiteY84-6472" fmla="*/ 1169 h 10000"/>
              <a:gd name="connsiteX85-6473" fmla="*/ 7311 w 10000"/>
              <a:gd name="connsiteY85-6474" fmla="*/ 1169 h 10000"/>
              <a:gd name="connsiteX86-6475" fmla="*/ 7092 w 10000"/>
              <a:gd name="connsiteY86-6476" fmla="*/ 1169 h 10000"/>
              <a:gd name="connsiteX87-6477" fmla="*/ 6804 w 10000"/>
              <a:gd name="connsiteY87-6478" fmla="*/ 1169 h 10000"/>
              <a:gd name="connsiteX88-6479" fmla="*/ 6516 w 10000"/>
              <a:gd name="connsiteY88-6480" fmla="*/ 1280 h 10000"/>
              <a:gd name="connsiteX89-6481" fmla="*/ 6228 w 10000"/>
              <a:gd name="connsiteY89-6482" fmla="*/ 1280 h 10000"/>
              <a:gd name="connsiteX90-6483" fmla="*/ 5871 w 10000"/>
              <a:gd name="connsiteY90-6484" fmla="*/ 1373 h 10000"/>
              <a:gd name="connsiteX91-6485" fmla="*/ 5144 w 10000"/>
              <a:gd name="connsiteY91-6486" fmla="*/ 1466 h 10000"/>
              <a:gd name="connsiteX92-6487" fmla="*/ 4417 w 10000"/>
              <a:gd name="connsiteY92-6488" fmla="*/ 1670 h 10000"/>
              <a:gd name="connsiteX93-6489" fmla="*/ 3690 w 10000"/>
              <a:gd name="connsiteY93-6490" fmla="*/ 1763 h 10000"/>
              <a:gd name="connsiteX94-6491" fmla="*/ 2963 w 10000"/>
              <a:gd name="connsiteY94-6492" fmla="*/ 1855 h 10000"/>
              <a:gd name="connsiteX95-6493" fmla="*/ 2167 w 10000"/>
              <a:gd name="connsiteY95-6494" fmla="*/ 1967 h 10000"/>
              <a:gd name="connsiteX96-6495" fmla="*/ 1454 w 10000"/>
              <a:gd name="connsiteY96-6496" fmla="*/ 2059 h 10000"/>
              <a:gd name="connsiteX97-6497" fmla="*/ 727 w 10000"/>
              <a:gd name="connsiteY97-6498" fmla="*/ 2152 h 10000"/>
              <a:gd name="connsiteX98-6499" fmla="*/ 0 w 10000"/>
              <a:gd name="connsiteY98-6500" fmla="*/ 2263 h 10000"/>
              <a:gd name="connsiteX99-6501" fmla="*/ 0 w 10000"/>
              <a:gd name="connsiteY99-6502" fmla="*/ 1670 h 10000"/>
              <a:gd name="connsiteX100-6503" fmla="*/ 576 w 10000"/>
              <a:gd name="connsiteY100-6504" fmla="*/ 1577 h 10000"/>
              <a:gd name="connsiteX101-6505" fmla="*/ 1152 w 10000"/>
              <a:gd name="connsiteY101-6506" fmla="*/ 1466 h 10000"/>
              <a:gd name="connsiteX102-6507" fmla="*/ 1660 w 10000"/>
              <a:gd name="connsiteY102-6508" fmla="*/ 1373 h 10000"/>
              <a:gd name="connsiteX103-6509" fmla="*/ 2167 w 10000"/>
              <a:gd name="connsiteY103-6510" fmla="*/ 1280 h 10000"/>
              <a:gd name="connsiteX104-6511" fmla="*/ 2675 w 10000"/>
              <a:gd name="connsiteY104-6512" fmla="*/ 1280 h 10000"/>
              <a:gd name="connsiteX105-6513" fmla="*/ 3114 w 10000"/>
              <a:gd name="connsiteY105-6514" fmla="*/ 1169 h 10000"/>
              <a:gd name="connsiteX106-6515" fmla="*/ 3553 w 10000"/>
              <a:gd name="connsiteY106-6516" fmla="*/ 1076 h 10000"/>
              <a:gd name="connsiteX107-6517" fmla="*/ 3978 w 10000"/>
              <a:gd name="connsiteY107-6518" fmla="*/ 1076 h 10000"/>
              <a:gd name="connsiteX108-6519" fmla="*/ 4348 w 10000"/>
              <a:gd name="connsiteY108-6520" fmla="*/ 983 h 10000"/>
              <a:gd name="connsiteX109-6521" fmla="*/ 4705 w 10000"/>
              <a:gd name="connsiteY109-6522" fmla="*/ 891 h 10000"/>
              <a:gd name="connsiteX110-6523" fmla="*/ 5075 w 10000"/>
              <a:gd name="connsiteY110-6524" fmla="*/ 891 h 10000"/>
              <a:gd name="connsiteX111-6525" fmla="*/ 5364 w 10000"/>
              <a:gd name="connsiteY111-6526" fmla="*/ 779 h 10000"/>
              <a:gd name="connsiteX112-6527" fmla="*/ 5720 w 10000"/>
              <a:gd name="connsiteY112-6528" fmla="*/ 779 h 10000"/>
              <a:gd name="connsiteX113-6529" fmla="*/ 5940 w 10000"/>
              <a:gd name="connsiteY113-6530" fmla="*/ 779 h 10000"/>
              <a:gd name="connsiteX114-6531" fmla="*/ 6228 w 10000"/>
              <a:gd name="connsiteY114-6532" fmla="*/ 686 h 10000"/>
              <a:gd name="connsiteX115-6533" fmla="*/ 6447 w 10000"/>
              <a:gd name="connsiteY115-6534" fmla="*/ 686 h 10000"/>
              <a:gd name="connsiteX116-6535" fmla="*/ 6804 w 10000"/>
              <a:gd name="connsiteY116-6536" fmla="*/ 594 h 10000"/>
              <a:gd name="connsiteX117-6537" fmla="*/ 7174 w 10000"/>
              <a:gd name="connsiteY117-6538" fmla="*/ 594 h 10000"/>
              <a:gd name="connsiteX118-6539" fmla="*/ 7462 w 10000"/>
              <a:gd name="connsiteY118-6540" fmla="*/ 482 h 10000"/>
              <a:gd name="connsiteX119-6541" fmla="*/ 7750 w 10000"/>
              <a:gd name="connsiteY119-6542" fmla="*/ 482 h 10000"/>
              <a:gd name="connsiteX120-6543" fmla="*/ 7901 w 10000"/>
              <a:gd name="connsiteY120-6544" fmla="*/ 390 h 10000"/>
              <a:gd name="connsiteX121-6545" fmla="*/ 8038 w 10000"/>
              <a:gd name="connsiteY121-6546" fmla="*/ 297 h 10000"/>
              <a:gd name="connsiteX122-6547" fmla="*/ 8189 w 10000"/>
              <a:gd name="connsiteY122-6548" fmla="*/ 297 h 10000"/>
              <a:gd name="connsiteX123-6549" fmla="*/ 8189 w 10000"/>
              <a:gd name="connsiteY123-6550" fmla="*/ 204 h 10000"/>
              <a:gd name="connsiteX124-6551" fmla="*/ 8189 w 10000"/>
              <a:gd name="connsiteY124-6552" fmla="*/ 204 h 10000"/>
              <a:gd name="connsiteX0-6553" fmla="*/ 8189 w 10000"/>
              <a:gd name="connsiteY0-6554" fmla="*/ 204 h 9889"/>
              <a:gd name="connsiteX1-6555" fmla="*/ 8258 w 10000"/>
              <a:gd name="connsiteY1-6556" fmla="*/ 93 h 9889"/>
              <a:gd name="connsiteX2-6557" fmla="*/ 8409 w 10000"/>
              <a:gd name="connsiteY2-6558" fmla="*/ 93 h 9889"/>
              <a:gd name="connsiteX3-6559" fmla="*/ 8477 w 10000"/>
              <a:gd name="connsiteY3-6560" fmla="*/ 0 h 9889"/>
              <a:gd name="connsiteX4-6561" fmla="*/ 8546 w 10000"/>
              <a:gd name="connsiteY4-6562" fmla="*/ 0 h 9889"/>
              <a:gd name="connsiteX5-6563" fmla="*/ 8697 w 10000"/>
              <a:gd name="connsiteY5-6564" fmla="*/ 93 h 9889"/>
              <a:gd name="connsiteX6-6565" fmla="*/ 8916 w 10000"/>
              <a:gd name="connsiteY6-6566" fmla="*/ 204 h 9889"/>
              <a:gd name="connsiteX7-6567" fmla="*/ 8985 w 10000"/>
              <a:gd name="connsiteY7-6568" fmla="*/ 297 h 9889"/>
              <a:gd name="connsiteX8-6569" fmla="*/ 9122 w 10000"/>
              <a:gd name="connsiteY8-6570" fmla="*/ 482 h 9889"/>
              <a:gd name="connsiteX9-6571" fmla="*/ 9204 w 10000"/>
              <a:gd name="connsiteY9-6572" fmla="*/ 594 h 9889"/>
              <a:gd name="connsiteX10-6573" fmla="*/ 9342 w 10000"/>
              <a:gd name="connsiteY10-6574" fmla="*/ 686 h 9889"/>
              <a:gd name="connsiteX11-6575" fmla="*/ 9492 w 10000"/>
              <a:gd name="connsiteY11-6576" fmla="*/ 891 h 9889"/>
              <a:gd name="connsiteX12-6577" fmla="*/ 9630 w 10000"/>
              <a:gd name="connsiteY12-6578" fmla="*/ 983 h 9889"/>
              <a:gd name="connsiteX13-6579" fmla="*/ 9712 w 10000"/>
              <a:gd name="connsiteY13-6580" fmla="*/ 1169 h 9889"/>
              <a:gd name="connsiteX14-6581" fmla="*/ 9849 w 10000"/>
              <a:gd name="connsiteY14-6582" fmla="*/ 1280 h 9889"/>
              <a:gd name="connsiteX15-6583" fmla="*/ 9918 w 10000"/>
              <a:gd name="connsiteY15-6584" fmla="*/ 1373 h 9889"/>
              <a:gd name="connsiteX16-6585" fmla="*/ 9918 w 10000"/>
              <a:gd name="connsiteY16-6586" fmla="*/ 1466 h 9889"/>
              <a:gd name="connsiteX17-6587" fmla="*/ 10000 w 10000"/>
              <a:gd name="connsiteY17-6588" fmla="*/ 1466 h 9889"/>
              <a:gd name="connsiteX18-6589" fmla="*/ 10000 w 10000"/>
              <a:gd name="connsiteY18-6590" fmla="*/ 1577 h 9889"/>
              <a:gd name="connsiteX19-6591" fmla="*/ 10000 w 10000"/>
              <a:gd name="connsiteY19-6592" fmla="*/ 1670 h 9889"/>
              <a:gd name="connsiteX20-6593" fmla="*/ 9918 w 10000"/>
              <a:gd name="connsiteY20-6594" fmla="*/ 1763 h 9889"/>
              <a:gd name="connsiteX21-6595" fmla="*/ 9849 w 10000"/>
              <a:gd name="connsiteY21-6596" fmla="*/ 1763 h 9889"/>
              <a:gd name="connsiteX22-6597" fmla="*/ 9781 w 10000"/>
              <a:gd name="connsiteY22-6598" fmla="*/ 1855 h 9889"/>
              <a:gd name="connsiteX23-6599" fmla="*/ 9712 w 10000"/>
              <a:gd name="connsiteY23-6600" fmla="*/ 1855 h 9889"/>
              <a:gd name="connsiteX24-6601" fmla="*/ 9712 w 10000"/>
              <a:gd name="connsiteY24-6602" fmla="*/ 1967 h 9889"/>
              <a:gd name="connsiteX25-6603" fmla="*/ 9630 w 10000"/>
              <a:gd name="connsiteY25-6604" fmla="*/ 2059 h 9889"/>
              <a:gd name="connsiteX26-6605" fmla="*/ 9561 w 10000"/>
              <a:gd name="connsiteY26-6606" fmla="*/ 2263 h 9889"/>
              <a:gd name="connsiteX27-6607" fmla="*/ 9561 w 10000"/>
              <a:gd name="connsiteY27-6608" fmla="*/ 2449 h 9889"/>
              <a:gd name="connsiteX28-6609" fmla="*/ 9492 w 10000"/>
              <a:gd name="connsiteY28-6610" fmla="*/ 2653 h 9889"/>
              <a:gd name="connsiteX29-6611" fmla="*/ 9492 w 10000"/>
              <a:gd name="connsiteY29-6612" fmla="*/ 2950 h 9889"/>
              <a:gd name="connsiteX30-6613" fmla="*/ 9492 w 10000"/>
              <a:gd name="connsiteY30-6614" fmla="*/ 3135 h 9889"/>
              <a:gd name="connsiteX31-6615" fmla="*/ 9410 w 10000"/>
              <a:gd name="connsiteY31-6616" fmla="*/ 3432 h 9889"/>
              <a:gd name="connsiteX32-6617" fmla="*/ 9410 w 10000"/>
              <a:gd name="connsiteY32-6618" fmla="*/ 3822 h 9889"/>
              <a:gd name="connsiteX33-6619" fmla="*/ 9342 w 10000"/>
              <a:gd name="connsiteY33-6620" fmla="*/ 4119 h 9889"/>
              <a:gd name="connsiteX34-6621" fmla="*/ 9273 w 10000"/>
              <a:gd name="connsiteY34-6622" fmla="*/ 4508 h 9889"/>
              <a:gd name="connsiteX35-6623" fmla="*/ 9204 w 10000"/>
              <a:gd name="connsiteY35-6624" fmla="*/ 4898 h 9889"/>
              <a:gd name="connsiteX36-6625" fmla="*/ 9122 w 10000"/>
              <a:gd name="connsiteY36-6626" fmla="*/ 5288 h 9889"/>
              <a:gd name="connsiteX37-6627" fmla="*/ 8985 w 10000"/>
              <a:gd name="connsiteY37-6628" fmla="*/ 6178 h 9889"/>
              <a:gd name="connsiteX38-6629" fmla="*/ 8916 w 10000"/>
              <a:gd name="connsiteY38-6630" fmla="*/ 6568 h 9889"/>
              <a:gd name="connsiteX39-6631" fmla="*/ 8834 w 10000"/>
              <a:gd name="connsiteY39-6632" fmla="*/ 6957 h 9889"/>
              <a:gd name="connsiteX40-6633" fmla="*/ 8765 w 10000"/>
              <a:gd name="connsiteY40-6634" fmla="*/ 7347 h 9889"/>
              <a:gd name="connsiteX41-6635" fmla="*/ 8697 w 10000"/>
              <a:gd name="connsiteY41-6636" fmla="*/ 7737 h 9889"/>
              <a:gd name="connsiteX42-6637" fmla="*/ 8615 w 10000"/>
              <a:gd name="connsiteY42-6638" fmla="*/ 8033 h 9889"/>
              <a:gd name="connsiteX43-6639" fmla="*/ 8615 w 10000"/>
              <a:gd name="connsiteY43-6640" fmla="*/ 8237 h 9889"/>
              <a:gd name="connsiteX44-6641" fmla="*/ 8546 w 10000"/>
              <a:gd name="connsiteY44-6642" fmla="*/ 8534 h 9889"/>
              <a:gd name="connsiteX45-6643" fmla="*/ 8477 w 10000"/>
              <a:gd name="connsiteY45-6644" fmla="*/ 8720 h 9889"/>
              <a:gd name="connsiteX46-6645" fmla="*/ 8326 w 10000"/>
              <a:gd name="connsiteY46-6646" fmla="*/ 9017 h 9889"/>
              <a:gd name="connsiteX47-6647" fmla="*/ 8189 w 10000"/>
              <a:gd name="connsiteY47-6648" fmla="*/ 9314 h 9889"/>
              <a:gd name="connsiteX48-6649" fmla="*/ 8038 w 10000"/>
              <a:gd name="connsiteY48-6650" fmla="*/ 9610 h 9889"/>
              <a:gd name="connsiteX49-6651" fmla="*/ 7901 w 10000"/>
              <a:gd name="connsiteY49-6652" fmla="*/ 9703 h 9889"/>
              <a:gd name="connsiteX50-6653" fmla="*/ 7750 w 10000"/>
              <a:gd name="connsiteY50-6654" fmla="*/ 9889 h 9889"/>
              <a:gd name="connsiteX51-6655" fmla="*/ 7682 w 10000"/>
              <a:gd name="connsiteY51-6656" fmla="*/ 7644 h 9889"/>
              <a:gd name="connsiteX52-6657" fmla="*/ 7750 w 10000"/>
              <a:gd name="connsiteY52-6658" fmla="*/ 7551 h 9889"/>
              <a:gd name="connsiteX53-6659" fmla="*/ 7819 w 10000"/>
              <a:gd name="connsiteY53-6660" fmla="*/ 7440 h 9889"/>
              <a:gd name="connsiteX54-6661" fmla="*/ 7819 w 10000"/>
              <a:gd name="connsiteY54-6662" fmla="*/ 7347 h 9889"/>
              <a:gd name="connsiteX55-6663" fmla="*/ 7901 w 10000"/>
              <a:gd name="connsiteY55-6664" fmla="*/ 7254 h 9889"/>
              <a:gd name="connsiteX56-6665" fmla="*/ 7970 w 10000"/>
              <a:gd name="connsiteY56-6666" fmla="*/ 7050 h 9889"/>
              <a:gd name="connsiteX57-6667" fmla="*/ 7970 w 10000"/>
              <a:gd name="connsiteY57-6668" fmla="*/ 6865 h 9889"/>
              <a:gd name="connsiteX58-6669" fmla="*/ 8038 w 10000"/>
              <a:gd name="connsiteY58-6670" fmla="*/ 6660 h 9889"/>
              <a:gd name="connsiteX59-6671" fmla="*/ 8107 w 10000"/>
              <a:gd name="connsiteY59-6672" fmla="*/ 6364 h 9889"/>
              <a:gd name="connsiteX60-6673" fmla="*/ 8189 w 10000"/>
              <a:gd name="connsiteY60-6674" fmla="*/ 6067 h 9889"/>
              <a:gd name="connsiteX61-6675" fmla="*/ 8189 w 10000"/>
              <a:gd name="connsiteY61-6676" fmla="*/ 5677 h 9889"/>
              <a:gd name="connsiteX62-6677" fmla="*/ 8326 w 10000"/>
              <a:gd name="connsiteY62-6678" fmla="*/ 4991 h 9889"/>
              <a:gd name="connsiteX63-6679" fmla="*/ 8409 w 10000"/>
              <a:gd name="connsiteY63-6680" fmla="*/ 4212 h 9889"/>
              <a:gd name="connsiteX64-6681" fmla="*/ 8409 w 10000"/>
              <a:gd name="connsiteY64-6682" fmla="*/ 3525 h 9889"/>
              <a:gd name="connsiteX65-6683" fmla="*/ 8477 w 10000"/>
              <a:gd name="connsiteY65-6684" fmla="*/ 2839 h 9889"/>
              <a:gd name="connsiteX66-6685" fmla="*/ 8477 w 10000"/>
              <a:gd name="connsiteY66-6686" fmla="*/ 2542 h 9889"/>
              <a:gd name="connsiteX67-6687" fmla="*/ 8477 w 10000"/>
              <a:gd name="connsiteY67-6688" fmla="*/ 2263 h 9889"/>
              <a:gd name="connsiteX68-6689" fmla="*/ 8477 w 10000"/>
              <a:gd name="connsiteY68-6690" fmla="*/ 2059 h 9889"/>
              <a:gd name="connsiteX69-6691" fmla="*/ 8477 w 10000"/>
              <a:gd name="connsiteY69-6692" fmla="*/ 1855 h 9889"/>
              <a:gd name="connsiteX70-6693" fmla="*/ 8477 w 10000"/>
              <a:gd name="connsiteY70-6694" fmla="*/ 1670 h 9889"/>
              <a:gd name="connsiteX71-6695" fmla="*/ 8477 w 10000"/>
              <a:gd name="connsiteY71-6696" fmla="*/ 1577 h 9889"/>
              <a:gd name="connsiteX72-6697" fmla="*/ 8409 w 10000"/>
              <a:gd name="connsiteY72-6698" fmla="*/ 1466 h 9889"/>
              <a:gd name="connsiteX73-6699" fmla="*/ 8409 w 10000"/>
              <a:gd name="connsiteY73-6700" fmla="*/ 1373 h 9889"/>
              <a:gd name="connsiteX74-6701" fmla="*/ 8409 w 10000"/>
              <a:gd name="connsiteY74-6702" fmla="*/ 1280 h 9889"/>
              <a:gd name="connsiteX75-6703" fmla="*/ 8326 w 10000"/>
              <a:gd name="connsiteY75-6704" fmla="*/ 1280 h 9889"/>
              <a:gd name="connsiteX76-6705" fmla="*/ 8258 w 10000"/>
              <a:gd name="connsiteY76-6706" fmla="*/ 1169 h 9889"/>
              <a:gd name="connsiteX77-6707" fmla="*/ 8258 w 10000"/>
              <a:gd name="connsiteY77-6708" fmla="*/ 1169 h 9889"/>
              <a:gd name="connsiteX78-6709" fmla="*/ 8107 w 10000"/>
              <a:gd name="connsiteY78-6710" fmla="*/ 1169 h 9889"/>
              <a:gd name="connsiteX79-6711" fmla="*/ 8038 w 10000"/>
              <a:gd name="connsiteY79-6712" fmla="*/ 1169 h 9889"/>
              <a:gd name="connsiteX80-6713" fmla="*/ 7970 w 10000"/>
              <a:gd name="connsiteY80-6714" fmla="*/ 1169 h 9889"/>
              <a:gd name="connsiteX81-6715" fmla="*/ 7819 w 10000"/>
              <a:gd name="connsiteY81-6716" fmla="*/ 1169 h 9889"/>
              <a:gd name="connsiteX82-6717" fmla="*/ 7682 w 10000"/>
              <a:gd name="connsiteY82-6718" fmla="*/ 1169 h 9889"/>
              <a:gd name="connsiteX83-6719" fmla="*/ 7462 w 10000"/>
              <a:gd name="connsiteY83-6720" fmla="*/ 1169 h 9889"/>
              <a:gd name="connsiteX84-6721" fmla="*/ 7311 w 10000"/>
              <a:gd name="connsiteY84-6722" fmla="*/ 1169 h 9889"/>
              <a:gd name="connsiteX85-6723" fmla="*/ 7092 w 10000"/>
              <a:gd name="connsiteY85-6724" fmla="*/ 1169 h 9889"/>
              <a:gd name="connsiteX86-6725" fmla="*/ 6804 w 10000"/>
              <a:gd name="connsiteY86-6726" fmla="*/ 1169 h 9889"/>
              <a:gd name="connsiteX87-6727" fmla="*/ 6516 w 10000"/>
              <a:gd name="connsiteY87-6728" fmla="*/ 1280 h 9889"/>
              <a:gd name="connsiteX88-6729" fmla="*/ 6228 w 10000"/>
              <a:gd name="connsiteY88-6730" fmla="*/ 1280 h 9889"/>
              <a:gd name="connsiteX89-6731" fmla="*/ 5871 w 10000"/>
              <a:gd name="connsiteY89-6732" fmla="*/ 1373 h 9889"/>
              <a:gd name="connsiteX90-6733" fmla="*/ 5144 w 10000"/>
              <a:gd name="connsiteY90-6734" fmla="*/ 1466 h 9889"/>
              <a:gd name="connsiteX91-6735" fmla="*/ 4417 w 10000"/>
              <a:gd name="connsiteY91-6736" fmla="*/ 1670 h 9889"/>
              <a:gd name="connsiteX92-6737" fmla="*/ 3690 w 10000"/>
              <a:gd name="connsiteY92-6738" fmla="*/ 1763 h 9889"/>
              <a:gd name="connsiteX93-6739" fmla="*/ 2963 w 10000"/>
              <a:gd name="connsiteY93-6740" fmla="*/ 1855 h 9889"/>
              <a:gd name="connsiteX94-6741" fmla="*/ 2167 w 10000"/>
              <a:gd name="connsiteY94-6742" fmla="*/ 1967 h 9889"/>
              <a:gd name="connsiteX95-6743" fmla="*/ 1454 w 10000"/>
              <a:gd name="connsiteY95-6744" fmla="*/ 2059 h 9889"/>
              <a:gd name="connsiteX96-6745" fmla="*/ 727 w 10000"/>
              <a:gd name="connsiteY96-6746" fmla="*/ 2152 h 9889"/>
              <a:gd name="connsiteX97-6747" fmla="*/ 0 w 10000"/>
              <a:gd name="connsiteY97-6748" fmla="*/ 2263 h 9889"/>
              <a:gd name="connsiteX98-6749" fmla="*/ 0 w 10000"/>
              <a:gd name="connsiteY98-6750" fmla="*/ 1670 h 9889"/>
              <a:gd name="connsiteX99-6751" fmla="*/ 576 w 10000"/>
              <a:gd name="connsiteY99-6752" fmla="*/ 1577 h 9889"/>
              <a:gd name="connsiteX100-6753" fmla="*/ 1152 w 10000"/>
              <a:gd name="connsiteY100-6754" fmla="*/ 1466 h 9889"/>
              <a:gd name="connsiteX101-6755" fmla="*/ 1660 w 10000"/>
              <a:gd name="connsiteY101-6756" fmla="*/ 1373 h 9889"/>
              <a:gd name="connsiteX102-6757" fmla="*/ 2167 w 10000"/>
              <a:gd name="connsiteY102-6758" fmla="*/ 1280 h 9889"/>
              <a:gd name="connsiteX103-6759" fmla="*/ 2675 w 10000"/>
              <a:gd name="connsiteY103-6760" fmla="*/ 1280 h 9889"/>
              <a:gd name="connsiteX104-6761" fmla="*/ 3114 w 10000"/>
              <a:gd name="connsiteY104-6762" fmla="*/ 1169 h 9889"/>
              <a:gd name="connsiteX105-6763" fmla="*/ 3553 w 10000"/>
              <a:gd name="connsiteY105-6764" fmla="*/ 1076 h 9889"/>
              <a:gd name="connsiteX106-6765" fmla="*/ 3978 w 10000"/>
              <a:gd name="connsiteY106-6766" fmla="*/ 1076 h 9889"/>
              <a:gd name="connsiteX107-6767" fmla="*/ 4348 w 10000"/>
              <a:gd name="connsiteY107-6768" fmla="*/ 983 h 9889"/>
              <a:gd name="connsiteX108-6769" fmla="*/ 4705 w 10000"/>
              <a:gd name="connsiteY108-6770" fmla="*/ 891 h 9889"/>
              <a:gd name="connsiteX109-6771" fmla="*/ 5075 w 10000"/>
              <a:gd name="connsiteY109-6772" fmla="*/ 891 h 9889"/>
              <a:gd name="connsiteX110-6773" fmla="*/ 5364 w 10000"/>
              <a:gd name="connsiteY110-6774" fmla="*/ 779 h 9889"/>
              <a:gd name="connsiteX111-6775" fmla="*/ 5720 w 10000"/>
              <a:gd name="connsiteY111-6776" fmla="*/ 779 h 9889"/>
              <a:gd name="connsiteX112-6777" fmla="*/ 5940 w 10000"/>
              <a:gd name="connsiteY112-6778" fmla="*/ 779 h 9889"/>
              <a:gd name="connsiteX113-6779" fmla="*/ 6228 w 10000"/>
              <a:gd name="connsiteY113-6780" fmla="*/ 686 h 9889"/>
              <a:gd name="connsiteX114-6781" fmla="*/ 6447 w 10000"/>
              <a:gd name="connsiteY114-6782" fmla="*/ 686 h 9889"/>
              <a:gd name="connsiteX115-6783" fmla="*/ 6804 w 10000"/>
              <a:gd name="connsiteY115-6784" fmla="*/ 594 h 9889"/>
              <a:gd name="connsiteX116-6785" fmla="*/ 7174 w 10000"/>
              <a:gd name="connsiteY116-6786" fmla="*/ 594 h 9889"/>
              <a:gd name="connsiteX117-6787" fmla="*/ 7462 w 10000"/>
              <a:gd name="connsiteY117-6788" fmla="*/ 482 h 9889"/>
              <a:gd name="connsiteX118-6789" fmla="*/ 7750 w 10000"/>
              <a:gd name="connsiteY118-6790" fmla="*/ 482 h 9889"/>
              <a:gd name="connsiteX119-6791" fmla="*/ 7901 w 10000"/>
              <a:gd name="connsiteY119-6792" fmla="*/ 390 h 9889"/>
              <a:gd name="connsiteX120-6793" fmla="*/ 8038 w 10000"/>
              <a:gd name="connsiteY120-6794" fmla="*/ 297 h 9889"/>
              <a:gd name="connsiteX121-6795" fmla="*/ 8189 w 10000"/>
              <a:gd name="connsiteY121-6796" fmla="*/ 297 h 9889"/>
              <a:gd name="connsiteX122-6797" fmla="*/ 8189 w 10000"/>
              <a:gd name="connsiteY122-6798" fmla="*/ 204 h 9889"/>
              <a:gd name="connsiteX123-6799" fmla="*/ 8189 w 10000"/>
              <a:gd name="connsiteY123-6800" fmla="*/ 204 h 9889"/>
              <a:gd name="connsiteX0-6801" fmla="*/ 8189 w 10000"/>
              <a:gd name="connsiteY0-6802" fmla="*/ 206 h 9812"/>
              <a:gd name="connsiteX1-6803" fmla="*/ 8258 w 10000"/>
              <a:gd name="connsiteY1-6804" fmla="*/ 94 h 9812"/>
              <a:gd name="connsiteX2-6805" fmla="*/ 8409 w 10000"/>
              <a:gd name="connsiteY2-6806" fmla="*/ 94 h 9812"/>
              <a:gd name="connsiteX3-6807" fmla="*/ 8477 w 10000"/>
              <a:gd name="connsiteY3-6808" fmla="*/ 0 h 9812"/>
              <a:gd name="connsiteX4-6809" fmla="*/ 8546 w 10000"/>
              <a:gd name="connsiteY4-6810" fmla="*/ 0 h 9812"/>
              <a:gd name="connsiteX5-6811" fmla="*/ 8697 w 10000"/>
              <a:gd name="connsiteY5-6812" fmla="*/ 94 h 9812"/>
              <a:gd name="connsiteX6-6813" fmla="*/ 8916 w 10000"/>
              <a:gd name="connsiteY6-6814" fmla="*/ 206 h 9812"/>
              <a:gd name="connsiteX7-6815" fmla="*/ 8985 w 10000"/>
              <a:gd name="connsiteY7-6816" fmla="*/ 300 h 9812"/>
              <a:gd name="connsiteX8-6817" fmla="*/ 9122 w 10000"/>
              <a:gd name="connsiteY8-6818" fmla="*/ 487 h 9812"/>
              <a:gd name="connsiteX9-6819" fmla="*/ 9204 w 10000"/>
              <a:gd name="connsiteY9-6820" fmla="*/ 601 h 9812"/>
              <a:gd name="connsiteX10-6821" fmla="*/ 9342 w 10000"/>
              <a:gd name="connsiteY10-6822" fmla="*/ 694 h 9812"/>
              <a:gd name="connsiteX11-6823" fmla="*/ 9492 w 10000"/>
              <a:gd name="connsiteY11-6824" fmla="*/ 901 h 9812"/>
              <a:gd name="connsiteX12-6825" fmla="*/ 9630 w 10000"/>
              <a:gd name="connsiteY12-6826" fmla="*/ 994 h 9812"/>
              <a:gd name="connsiteX13-6827" fmla="*/ 9712 w 10000"/>
              <a:gd name="connsiteY13-6828" fmla="*/ 1182 h 9812"/>
              <a:gd name="connsiteX14-6829" fmla="*/ 9849 w 10000"/>
              <a:gd name="connsiteY14-6830" fmla="*/ 1294 h 9812"/>
              <a:gd name="connsiteX15-6831" fmla="*/ 9918 w 10000"/>
              <a:gd name="connsiteY15-6832" fmla="*/ 1388 h 9812"/>
              <a:gd name="connsiteX16-6833" fmla="*/ 9918 w 10000"/>
              <a:gd name="connsiteY16-6834" fmla="*/ 1482 h 9812"/>
              <a:gd name="connsiteX17-6835" fmla="*/ 10000 w 10000"/>
              <a:gd name="connsiteY17-6836" fmla="*/ 1482 h 9812"/>
              <a:gd name="connsiteX18-6837" fmla="*/ 10000 w 10000"/>
              <a:gd name="connsiteY18-6838" fmla="*/ 1595 h 9812"/>
              <a:gd name="connsiteX19-6839" fmla="*/ 10000 w 10000"/>
              <a:gd name="connsiteY19-6840" fmla="*/ 1689 h 9812"/>
              <a:gd name="connsiteX20-6841" fmla="*/ 9918 w 10000"/>
              <a:gd name="connsiteY20-6842" fmla="*/ 1783 h 9812"/>
              <a:gd name="connsiteX21-6843" fmla="*/ 9849 w 10000"/>
              <a:gd name="connsiteY21-6844" fmla="*/ 1783 h 9812"/>
              <a:gd name="connsiteX22-6845" fmla="*/ 9781 w 10000"/>
              <a:gd name="connsiteY22-6846" fmla="*/ 1876 h 9812"/>
              <a:gd name="connsiteX23-6847" fmla="*/ 9712 w 10000"/>
              <a:gd name="connsiteY23-6848" fmla="*/ 1876 h 9812"/>
              <a:gd name="connsiteX24-6849" fmla="*/ 9712 w 10000"/>
              <a:gd name="connsiteY24-6850" fmla="*/ 1989 h 9812"/>
              <a:gd name="connsiteX25-6851" fmla="*/ 9630 w 10000"/>
              <a:gd name="connsiteY25-6852" fmla="*/ 2082 h 9812"/>
              <a:gd name="connsiteX26-6853" fmla="*/ 9561 w 10000"/>
              <a:gd name="connsiteY26-6854" fmla="*/ 2288 h 9812"/>
              <a:gd name="connsiteX27-6855" fmla="*/ 9561 w 10000"/>
              <a:gd name="connsiteY27-6856" fmla="*/ 2476 h 9812"/>
              <a:gd name="connsiteX28-6857" fmla="*/ 9492 w 10000"/>
              <a:gd name="connsiteY28-6858" fmla="*/ 2683 h 9812"/>
              <a:gd name="connsiteX29-6859" fmla="*/ 9492 w 10000"/>
              <a:gd name="connsiteY29-6860" fmla="*/ 2983 h 9812"/>
              <a:gd name="connsiteX30-6861" fmla="*/ 9492 w 10000"/>
              <a:gd name="connsiteY30-6862" fmla="*/ 3170 h 9812"/>
              <a:gd name="connsiteX31-6863" fmla="*/ 9410 w 10000"/>
              <a:gd name="connsiteY31-6864" fmla="*/ 3471 h 9812"/>
              <a:gd name="connsiteX32-6865" fmla="*/ 9410 w 10000"/>
              <a:gd name="connsiteY32-6866" fmla="*/ 3865 h 9812"/>
              <a:gd name="connsiteX33-6867" fmla="*/ 9342 w 10000"/>
              <a:gd name="connsiteY33-6868" fmla="*/ 4165 h 9812"/>
              <a:gd name="connsiteX34-6869" fmla="*/ 9273 w 10000"/>
              <a:gd name="connsiteY34-6870" fmla="*/ 4559 h 9812"/>
              <a:gd name="connsiteX35-6871" fmla="*/ 9204 w 10000"/>
              <a:gd name="connsiteY35-6872" fmla="*/ 4953 h 9812"/>
              <a:gd name="connsiteX36-6873" fmla="*/ 9122 w 10000"/>
              <a:gd name="connsiteY36-6874" fmla="*/ 5347 h 9812"/>
              <a:gd name="connsiteX37-6875" fmla="*/ 8985 w 10000"/>
              <a:gd name="connsiteY37-6876" fmla="*/ 6247 h 9812"/>
              <a:gd name="connsiteX38-6877" fmla="*/ 8916 w 10000"/>
              <a:gd name="connsiteY38-6878" fmla="*/ 6642 h 9812"/>
              <a:gd name="connsiteX39-6879" fmla="*/ 8834 w 10000"/>
              <a:gd name="connsiteY39-6880" fmla="*/ 7035 h 9812"/>
              <a:gd name="connsiteX40-6881" fmla="*/ 8765 w 10000"/>
              <a:gd name="connsiteY40-6882" fmla="*/ 7429 h 9812"/>
              <a:gd name="connsiteX41-6883" fmla="*/ 8697 w 10000"/>
              <a:gd name="connsiteY41-6884" fmla="*/ 7824 h 9812"/>
              <a:gd name="connsiteX42-6885" fmla="*/ 8615 w 10000"/>
              <a:gd name="connsiteY42-6886" fmla="*/ 8123 h 9812"/>
              <a:gd name="connsiteX43-6887" fmla="*/ 8615 w 10000"/>
              <a:gd name="connsiteY43-6888" fmla="*/ 8329 h 9812"/>
              <a:gd name="connsiteX44-6889" fmla="*/ 8546 w 10000"/>
              <a:gd name="connsiteY44-6890" fmla="*/ 8630 h 9812"/>
              <a:gd name="connsiteX45-6891" fmla="*/ 8477 w 10000"/>
              <a:gd name="connsiteY45-6892" fmla="*/ 8818 h 9812"/>
              <a:gd name="connsiteX46-6893" fmla="*/ 8326 w 10000"/>
              <a:gd name="connsiteY46-6894" fmla="*/ 9118 h 9812"/>
              <a:gd name="connsiteX47-6895" fmla="*/ 8189 w 10000"/>
              <a:gd name="connsiteY47-6896" fmla="*/ 9419 h 9812"/>
              <a:gd name="connsiteX48-6897" fmla="*/ 8038 w 10000"/>
              <a:gd name="connsiteY48-6898" fmla="*/ 9718 h 9812"/>
              <a:gd name="connsiteX49-6899" fmla="*/ 7901 w 10000"/>
              <a:gd name="connsiteY49-6900" fmla="*/ 9812 h 9812"/>
              <a:gd name="connsiteX50-6901" fmla="*/ 7682 w 10000"/>
              <a:gd name="connsiteY50-6902" fmla="*/ 7730 h 9812"/>
              <a:gd name="connsiteX51-6903" fmla="*/ 7750 w 10000"/>
              <a:gd name="connsiteY51-6904" fmla="*/ 7636 h 9812"/>
              <a:gd name="connsiteX52-6905" fmla="*/ 7819 w 10000"/>
              <a:gd name="connsiteY52-6906" fmla="*/ 7524 h 9812"/>
              <a:gd name="connsiteX53-6907" fmla="*/ 7819 w 10000"/>
              <a:gd name="connsiteY53-6908" fmla="*/ 7429 h 9812"/>
              <a:gd name="connsiteX54-6909" fmla="*/ 7901 w 10000"/>
              <a:gd name="connsiteY54-6910" fmla="*/ 7335 h 9812"/>
              <a:gd name="connsiteX55-6911" fmla="*/ 7970 w 10000"/>
              <a:gd name="connsiteY55-6912" fmla="*/ 7129 h 9812"/>
              <a:gd name="connsiteX56-6913" fmla="*/ 7970 w 10000"/>
              <a:gd name="connsiteY56-6914" fmla="*/ 6942 h 9812"/>
              <a:gd name="connsiteX57-6915" fmla="*/ 8038 w 10000"/>
              <a:gd name="connsiteY57-6916" fmla="*/ 6735 h 9812"/>
              <a:gd name="connsiteX58-6917" fmla="*/ 8107 w 10000"/>
              <a:gd name="connsiteY58-6918" fmla="*/ 6435 h 9812"/>
              <a:gd name="connsiteX59-6919" fmla="*/ 8189 w 10000"/>
              <a:gd name="connsiteY59-6920" fmla="*/ 6135 h 9812"/>
              <a:gd name="connsiteX60-6921" fmla="*/ 8189 w 10000"/>
              <a:gd name="connsiteY60-6922" fmla="*/ 5741 h 9812"/>
              <a:gd name="connsiteX61-6923" fmla="*/ 8326 w 10000"/>
              <a:gd name="connsiteY61-6924" fmla="*/ 5047 h 9812"/>
              <a:gd name="connsiteX62-6925" fmla="*/ 8409 w 10000"/>
              <a:gd name="connsiteY62-6926" fmla="*/ 4259 h 9812"/>
              <a:gd name="connsiteX63-6927" fmla="*/ 8409 w 10000"/>
              <a:gd name="connsiteY63-6928" fmla="*/ 3565 h 9812"/>
              <a:gd name="connsiteX64-6929" fmla="*/ 8477 w 10000"/>
              <a:gd name="connsiteY64-6930" fmla="*/ 2871 h 9812"/>
              <a:gd name="connsiteX65-6931" fmla="*/ 8477 w 10000"/>
              <a:gd name="connsiteY65-6932" fmla="*/ 2571 h 9812"/>
              <a:gd name="connsiteX66-6933" fmla="*/ 8477 w 10000"/>
              <a:gd name="connsiteY66-6934" fmla="*/ 2288 h 9812"/>
              <a:gd name="connsiteX67-6935" fmla="*/ 8477 w 10000"/>
              <a:gd name="connsiteY67-6936" fmla="*/ 2082 h 9812"/>
              <a:gd name="connsiteX68-6937" fmla="*/ 8477 w 10000"/>
              <a:gd name="connsiteY68-6938" fmla="*/ 1876 h 9812"/>
              <a:gd name="connsiteX69-6939" fmla="*/ 8477 w 10000"/>
              <a:gd name="connsiteY69-6940" fmla="*/ 1689 h 9812"/>
              <a:gd name="connsiteX70-6941" fmla="*/ 8477 w 10000"/>
              <a:gd name="connsiteY70-6942" fmla="*/ 1595 h 9812"/>
              <a:gd name="connsiteX71-6943" fmla="*/ 8409 w 10000"/>
              <a:gd name="connsiteY71-6944" fmla="*/ 1482 h 9812"/>
              <a:gd name="connsiteX72-6945" fmla="*/ 8409 w 10000"/>
              <a:gd name="connsiteY72-6946" fmla="*/ 1388 h 9812"/>
              <a:gd name="connsiteX73-6947" fmla="*/ 8409 w 10000"/>
              <a:gd name="connsiteY73-6948" fmla="*/ 1294 h 9812"/>
              <a:gd name="connsiteX74-6949" fmla="*/ 8326 w 10000"/>
              <a:gd name="connsiteY74-6950" fmla="*/ 1294 h 9812"/>
              <a:gd name="connsiteX75-6951" fmla="*/ 8258 w 10000"/>
              <a:gd name="connsiteY75-6952" fmla="*/ 1182 h 9812"/>
              <a:gd name="connsiteX76-6953" fmla="*/ 8258 w 10000"/>
              <a:gd name="connsiteY76-6954" fmla="*/ 1182 h 9812"/>
              <a:gd name="connsiteX77-6955" fmla="*/ 8107 w 10000"/>
              <a:gd name="connsiteY77-6956" fmla="*/ 1182 h 9812"/>
              <a:gd name="connsiteX78-6957" fmla="*/ 8038 w 10000"/>
              <a:gd name="connsiteY78-6958" fmla="*/ 1182 h 9812"/>
              <a:gd name="connsiteX79-6959" fmla="*/ 7970 w 10000"/>
              <a:gd name="connsiteY79-6960" fmla="*/ 1182 h 9812"/>
              <a:gd name="connsiteX80-6961" fmla="*/ 7819 w 10000"/>
              <a:gd name="connsiteY80-6962" fmla="*/ 1182 h 9812"/>
              <a:gd name="connsiteX81-6963" fmla="*/ 7682 w 10000"/>
              <a:gd name="connsiteY81-6964" fmla="*/ 1182 h 9812"/>
              <a:gd name="connsiteX82-6965" fmla="*/ 7462 w 10000"/>
              <a:gd name="connsiteY82-6966" fmla="*/ 1182 h 9812"/>
              <a:gd name="connsiteX83-6967" fmla="*/ 7311 w 10000"/>
              <a:gd name="connsiteY83-6968" fmla="*/ 1182 h 9812"/>
              <a:gd name="connsiteX84-6969" fmla="*/ 7092 w 10000"/>
              <a:gd name="connsiteY84-6970" fmla="*/ 1182 h 9812"/>
              <a:gd name="connsiteX85-6971" fmla="*/ 6804 w 10000"/>
              <a:gd name="connsiteY85-6972" fmla="*/ 1182 h 9812"/>
              <a:gd name="connsiteX86-6973" fmla="*/ 6516 w 10000"/>
              <a:gd name="connsiteY86-6974" fmla="*/ 1294 h 9812"/>
              <a:gd name="connsiteX87-6975" fmla="*/ 6228 w 10000"/>
              <a:gd name="connsiteY87-6976" fmla="*/ 1294 h 9812"/>
              <a:gd name="connsiteX88-6977" fmla="*/ 5871 w 10000"/>
              <a:gd name="connsiteY88-6978" fmla="*/ 1388 h 9812"/>
              <a:gd name="connsiteX89-6979" fmla="*/ 5144 w 10000"/>
              <a:gd name="connsiteY89-6980" fmla="*/ 1482 h 9812"/>
              <a:gd name="connsiteX90-6981" fmla="*/ 4417 w 10000"/>
              <a:gd name="connsiteY90-6982" fmla="*/ 1689 h 9812"/>
              <a:gd name="connsiteX91-6983" fmla="*/ 3690 w 10000"/>
              <a:gd name="connsiteY91-6984" fmla="*/ 1783 h 9812"/>
              <a:gd name="connsiteX92-6985" fmla="*/ 2963 w 10000"/>
              <a:gd name="connsiteY92-6986" fmla="*/ 1876 h 9812"/>
              <a:gd name="connsiteX93-6987" fmla="*/ 2167 w 10000"/>
              <a:gd name="connsiteY93-6988" fmla="*/ 1989 h 9812"/>
              <a:gd name="connsiteX94-6989" fmla="*/ 1454 w 10000"/>
              <a:gd name="connsiteY94-6990" fmla="*/ 2082 h 9812"/>
              <a:gd name="connsiteX95-6991" fmla="*/ 727 w 10000"/>
              <a:gd name="connsiteY95-6992" fmla="*/ 2176 h 9812"/>
              <a:gd name="connsiteX96-6993" fmla="*/ 0 w 10000"/>
              <a:gd name="connsiteY96-6994" fmla="*/ 2288 h 9812"/>
              <a:gd name="connsiteX97-6995" fmla="*/ 0 w 10000"/>
              <a:gd name="connsiteY97-6996" fmla="*/ 1689 h 9812"/>
              <a:gd name="connsiteX98-6997" fmla="*/ 576 w 10000"/>
              <a:gd name="connsiteY98-6998" fmla="*/ 1595 h 9812"/>
              <a:gd name="connsiteX99-6999" fmla="*/ 1152 w 10000"/>
              <a:gd name="connsiteY99-7000" fmla="*/ 1482 h 9812"/>
              <a:gd name="connsiteX100-7001" fmla="*/ 1660 w 10000"/>
              <a:gd name="connsiteY100-7002" fmla="*/ 1388 h 9812"/>
              <a:gd name="connsiteX101-7003" fmla="*/ 2167 w 10000"/>
              <a:gd name="connsiteY101-7004" fmla="*/ 1294 h 9812"/>
              <a:gd name="connsiteX102-7005" fmla="*/ 2675 w 10000"/>
              <a:gd name="connsiteY102-7006" fmla="*/ 1294 h 9812"/>
              <a:gd name="connsiteX103-7007" fmla="*/ 3114 w 10000"/>
              <a:gd name="connsiteY103-7008" fmla="*/ 1182 h 9812"/>
              <a:gd name="connsiteX104-7009" fmla="*/ 3553 w 10000"/>
              <a:gd name="connsiteY104-7010" fmla="*/ 1088 h 9812"/>
              <a:gd name="connsiteX105-7011" fmla="*/ 3978 w 10000"/>
              <a:gd name="connsiteY105-7012" fmla="*/ 1088 h 9812"/>
              <a:gd name="connsiteX106-7013" fmla="*/ 4348 w 10000"/>
              <a:gd name="connsiteY106-7014" fmla="*/ 994 h 9812"/>
              <a:gd name="connsiteX107-7015" fmla="*/ 4705 w 10000"/>
              <a:gd name="connsiteY107-7016" fmla="*/ 901 h 9812"/>
              <a:gd name="connsiteX108-7017" fmla="*/ 5075 w 10000"/>
              <a:gd name="connsiteY108-7018" fmla="*/ 901 h 9812"/>
              <a:gd name="connsiteX109-7019" fmla="*/ 5364 w 10000"/>
              <a:gd name="connsiteY109-7020" fmla="*/ 788 h 9812"/>
              <a:gd name="connsiteX110-7021" fmla="*/ 5720 w 10000"/>
              <a:gd name="connsiteY110-7022" fmla="*/ 788 h 9812"/>
              <a:gd name="connsiteX111-7023" fmla="*/ 5940 w 10000"/>
              <a:gd name="connsiteY111-7024" fmla="*/ 788 h 9812"/>
              <a:gd name="connsiteX112-7025" fmla="*/ 6228 w 10000"/>
              <a:gd name="connsiteY112-7026" fmla="*/ 694 h 9812"/>
              <a:gd name="connsiteX113-7027" fmla="*/ 6447 w 10000"/>
              <a:gd name="connsiteY113-7028" fmla="*/ 694 h 9812"/>
              <a:gd name="connsiteX114-7029" fmla="*/ 6804 w 10000"/>
              <a:gd name="connsiteY114-7030" fmla="*/ 601 h 9812"/>
              <a:gd name="connsiteX115-7031" fmla="*/ 7174 w 10000"/>
              <a:gd name="connsiteY115-7032" fmla="*/ 601 h 9812"/>
              <a:gd name="connsiteX116-7033" fmla="*/ 7462 w 10000"/>
              <a:gd name="connsiteY116-7034" fmla="*/ 487 h 9812"/>
              <a:gd name="connsiteX117-7035" fmla="*/ 7750 w 10000"/>
              <a:gd name="connsiteY117-7036" fmla="*/ 487 h 9812"/>
              <a:gd name="connsiteX118-7037" fmla="*/ 7901 w 10000"/>
              <a:gd name="connsiteY118-7038" fmla="*/ 394 h 9812"/>
              <a:gd name="connsiteX119-7039" fmla="*/ 8038 w 10000"/>
              <a:gd name="connsiteY119-7040" fmla="*/ 300 h 9812"/>
              <a:gd name="connsiteX120-7041" fmla="*/ 8189 w 10000"/>
              <a:gd name="connsiteY120-7042" fmla="*/ 300 h 9812"/>
              <a:gd name="connsiteX121-7043" fmla="*/ 8189 w 10000"/>
              <a:gd name="connsiteY121-7044" fmla="*/ 206 h 9812"/>
              <a:gd name="connsiteX122-7045" fmla="*/ 8189 w 10000"/>
              <a:gd name="connsiteY122-7046" fmla="*/ 206 h 9812"/>
              <a:gd name="connsiteX0-7047" fmla="*/ 8189 w 10000"/>
              <a:gd name="connsiteY0-7048" fmla="*/ 210 h 9904"/>
              <a:gd name="connsiteX1-7049" fmla="*/ 8258 w 10000"/>
              <a:gd name="connsiteY1-7050" fmla="*/ 96 h 9904"/>
              <a:gd name="connsiteX2-7051" fmla="*/ 8409 w 10000"/>
              <a:gd name="connsiteY2-7052" fmla="*/ 96 h 9904"/>
              <a:gd name="connsiteX3-7053" fmla="*/ 8477 w 10000"/>
              <a:gd name="connsiteY3-7054" fmla="*/ 0 h 9904"/>
              <a:gd name="connsiteX4-7055" fmla="*/ 8546 w 10000"/>
              <a:gd name="connsiteY4-7056" fmla="*/ 0 h 9904"/>
              <a:gd name="connsiteX5-7057" fmla="*/ 8697 w 10000"/>
              <a:gd name="connsiteY5-7058" fmla="*/ 96 h 9904"/>
              <a:gd name="connsiteX6-7059" fmla="*/ 8916 w 10000"/>
              <a:gd name="connsiteY6-7060" fmla="*/ 210 h 9904"/>
              <a:gd name="connsiteX7-7061" fmla="*/ 8985 w 10000"/>
              <a:gd name="connsiteY7-7062" fmla="*/ 306 h 9904"/>
              <a:gd name="connsiteX8-7063" fmla="*/ 9122 w 10000"/>
              <a:gd name="connsiteY8-7064" fmla="*/ 496 h 9904"/>
              <a:gd name="connsiteX9-7065" fmla="*/ 9204 w 10000"/>
              <a:gd name="connsiteY9-7066" fmla="*/ 613 h 9904"/>
              <a:gd name="connsiteX10-7067" fmla="*/ 9342 w 10000"/>
              <a:gd name="connsiteY10-7068" fmla="*/ 707 h 9904"/>
              <a:gd name="connsiteX11-7069" fmla="*/ 9492 w 10000"/>
              <a:gd name="connsiteY11-7070" fmla="*/ 918 h 9904"/>
              <a:gd name="connsiteX12-7071" fmla="*/ 9630 w 10000"/>
              <a:gd name="connsiteY12-7072" fmla="*/ 1013 h 9904"/>
              <a:gd name="connsiteX13-7073" fmla="*/ 9712 w 10000"/>
              <a:gd name="connsiteY13-7074" fmla="*/ 1205 h 9904"/>
              <a:gd name="connsiteX14-7075" fmla="*/ 9849 w 10000"/>
              <a:gd name="connsiteY14-7076" fmla="*/ 1319 h 9904"/>
              <a:gd name="connsiteX15-7077" fmla="*/ 9918 w 10000"/>
              <a:gd name="connsiteY15-7078" fmla="*/ 1415 h 9904"/>
              <a:gd name="connsiteX16-7079" fmla="*/ 9918 w 10000"/>
              <a:gd name="connsiteY16-7080" fmla="*/ 1510 h 9904"/>
              <a:gd name="connsiteX17-7081" fmla="*/ 10000 w 10000"/>
              <a:gd name="connsiteY17-7082" fmla="*/ 1510 h 9904"/>
              <a:gd name="connsiteX18-7083" fmla="*/ 10000 w 10000"/>
              <a:gd name="connsiteY18-7084" fmla="*/ 1626 h 9904"/>
              <a:gd name="connsiteX19-7085" fmla="*/ 10000 w 10000"/>
              <a:gd name="connsiteY19-7086" fmla="*/ 1721 h 9904"/>
              <a:gd name="connsiteX20-7087" fmla="*/ 9918 w 10000"/>
              <a:gd name="connsiteY20-7088" fmla="*/ 1817 h 9904"/>
              <a:gd name="connsiteX21-7089" fmla="*/ 9849 w 10000"/>
              <a:gd name="connsiteY21-7090" fmla="*/ 1817 h 9904"/>
              <a:gd name="connsiteX22-7091" fmla="*/ 9781 w 10000"/>
              <a:gd name="connsiteY22-7092" fmla="*/ 1912 h 9904"/>
              <a:gd name="connsiteX23-7093" fmla="*/ 9712 w 10000"/>
              <a:gd name="connsiteY23-7094" fmla="*/ 1912 h 9904"/>
              <a:gd name="connsiteX24-7095" fmla="*/ 9712 w 10000"/>
              <a:gd name="connsiteY24-7096" fmla="*/ 2027 h 9904"/>
              <a:gd name="connsiteX25-7097" fmla="*/ 9630 w 10000"/>
              <a:gd name="connsiteY25-7098" fmla="*/ 2122 h 9904"/>
              <a:gd name="connsiteX26-7099" fmla="*/ 9561 w 10000"/>
              <a:gd name="connsiteY26-7100" fmla="*/ 2332 h 9904"/>
              <a:gd name="connsiteX27-7101" fmla="*/ 9561 w 10000"/>
              <a:gd name="connsiteY27-7102" fmla="*/ 2523 h 9904"/>
              <a:gd name="connsiteX28-7103" fmla="*/ 9492 w 10000"/>
              <a:gd name="connsiteY28-7104" fmla="*/ 2734 h 9904"/>
              <a:gd name="connsiteX29-7105" fmla="*/ 9492 w 10000"/>
              <a:gd name="connsiteY29-7106" fmla="*/ 3040 h 9904"/>
              <a:gd name="connsiteX30-7107" fmla="*/ 9492 w 10000"/>
              <a:gd name="connsiteY30-7108" fmla="*/ 3231 h 9904"/>
              <a:gd name="connsiteX31-7109" fmla="*/ 9410 w 10000"/>
              <a:gd name="connsiteY31-7110" fmla="*/ 3538 h 9904"/>
              <a:gd name="connsiteX32-7111" fmla="*/ 9410 w 10000"/>
              <a:gd name="connsiteY32-7112" fmla="*/ 3939 h 9904"/>
              <a:gd name="connsiteX33-7113" fmla="*/ 9342 w 10000"/>
              <a:gd name="connsiteY33-7114" fmla="*/ 4245 h 9904"/>
              <a:gd name="connsiteX34-7115" fmla="*/ 9273 w 10000"/>
              <a:gd name="connsiteY34-7116" fmla="*/ 4646 h 9904"/>
              <a:gd name="connsiteX35-7117" fmla="*/ 9204 w 10000"/>
              <a:gd name="connsiteY35-7118" fmla="*/ 5048 h 9904"/>
              <a:gd name="connsiteX36-7119" fmla="*/ 9122 w 10000"/>
              <a:gd name="connsiteY36-7120" fmla="*/ 5449 h 9904"/>
              <a:gd name="connsiteX37-7121" fmla="*/ 8985 w 10000"/>
              <a:gd name="connsiteY37-7122" fmla="*/ 6367 h 9904"/>
              <a:gd name="connsiteX38-7123" fmla="*/ 8916 w 10000"/>
              <a:gd name="connsiteY38-7124" fmla="*/ 6769 h 9904"/>
              <a:gd name="connsiteX39-7125" fmla="*/ 8834 w 10000"/>
              <a:gd name="connsiteY39-7126" fmla="*/ 7170 h 9904"/>
              <a:gd name="connsiteX40-7127" fmla="*/ 8765 w 10000"/>
              <a:gd name="connsiteY40-7128" fmla="*/ 7571 h 9904"/>
              <a:gd name="connsiteX41-7129" fmla="*/ 8697 w 10000"/>
              <a:gd name="connsiteY41-7130" fmla="*/ 7974 h 9904"/>
              <a:gd name="connsiteX42-7131" fmla="*/ 8615 w 10000"/>
              <a:gd name="connsiteY42-7132" fmla="*/ 8279 h 9904"/>
              <a:gd name="connsiteX43-7133" fmla="*/ 8615 w 10000"/>
              <a:gd name="connsiteY43-7134" fmla="*/ 8489 h 9904"/>
              <a:gd name="connsiteX44-7135" fmla="*/ 8546 w 10000"/>
              <a:gd name="connsiteY44-7136" fmla="*/ 8795 h 9904"/>
              <a:gd name="connsiteX45-7137" fmla="*/ 8477 w 10000"/>
              <a:gd name="connsiteY45-7138" fmla="*/ 8987 h 9904"/>
              <a:gd name="connsiteX46-7139" fmla="*/ 8326 w 10000"/>
              <a:gd name="connsiteY46-7140" fmla="*/ 9293 h 9904"/>
              <a:gd name="connsiteX47-7141" fmla="*/ 8189 w 10000"/>
              <a:gd name="connsiteY47-7142" fmla="*/ 9599 h 9904"/>
              <a:gd name="connsiteX48-7143" fmla="*/ 8038 w 10000"/>
              <a:gd name="connsiteY48-7144" fmla="*/ 9904 h 9904"/>
              <a:gd name="connsiteX49-7145" fmla="*/ 7682 w 10000"/>
              <a:gd name="connsiteY49-7146" fmla="*/ 7878 h 9904"/>
              <a:gd name="connsiteX50-7147" fmla="*/ 7750 w 10000"/>
              <a:gd name="connsiteY50-7148" fmla="*/ 7782 h 9904"/>
              <a:gd name="connsiteX51-7149" fmla="*/ 7819 w 10000"/>
              <a:gd name="connsiteY51-7150" fmla="*/ 7668 h 9904"/>
              <a:gd name="connsiteX52-7151" fmla="*/ 7819 w 10000"/>
              <a:gd name="connsiteY52-7152" fmla="*/ 7571 h 9904"/>
              <a:gd name="connsiteX53-7153" fmla="*/ 7901 w 10000"/>
              <a:gd name="connsiteY53-7154" fmla="*/ 7476 h 9904"/>
              <a:gd name="connsiteX54-7155" fmla="*/ 7970 w 10000"/>
              <a:gd name="connsiteY54-7156" fmla="*/ 7266 h 9904"/>
              <a:gd name="connsiteX55-7157" fmla="*/ 7970 w 10000"/>
              <a:gd name="connsiteY55-7158" fmla="*/ 7075 h 9904"/>
              <a:gd name="connsiteX56-7159" fmla="*/ 8038 w 10000"/>
              <a:gd name="connsiteY56-7160" fmla="*/ 6864 h 9904"/>
              <a:gd name="connsiteX57-7161" fmla="*/ 8107 w 10000"/>
              <a:gd name="connsiteY57-7162" fmla="*/ 6558 h 9904"/>
              <a:gd name="connsiteX58-7163" fmla="*/ 8189 w 10000"/>
              <a:gd name="connsiteY58-7164" fmla="*/ 6253 h 9904"/>
              <a:gd name="connsiteX59-7165" fmla="*/ 8189 w 10000"/>
              <a:gd name="connsiteY59-7166" fmla="*/ 5851 h 9904"/>
              <a:gd name="connsiteX60-7167" fmla="*/ 8326 w 10000"/>
              <a:gd name="connsiteY60-7168" fmla="*/ 5144 h 9904"/>
              <a:gd name="connsiteX61-7169" fmla="*/ 8409 w 10000"/>
              <a:gd name="connsiteY61-7170" fmla="*/ 4341 h 9904"/>
              <a:gd name="connsiteX62-7171" fmla="*/ 8409 w 10000"/>
              <a:gd name="connsiteY62-7172" fmla="*/ 3633 h 9904"/>
              <a:gd name="connsiteX63-7173" fmla="*/ 8477 w 10000"/>
              <a:gd name="connsiteY63-7174" fmla="*/ 2926 h 9904"/>
              <a:gd name="connsiteX64-7175" fmla="*/ 8477 w 10000"/>
              <a:gd name="connsiteY64-7176" fmla="*/ 2620 h 9904"/>
              <a:gd name="connsiteX65-7177" fmla="*/ 8477 w 10000"/>
              <a:gd name="connsiteY65-7178" fmla="*/ 2332 h 9904"/>
              <a:gd name="connsiteX66-7179" fmla="*/ 8477 w 10000"/>
              <a:gd name="connsiteY66-7180" fmla="*/ 2122 h 9904"/>
              <a:gd name="connsiteX67-7181" fmla="*/ 8477 w 10000"/>
              <a:gd name="connsiteY67-7182" fmla="*/ 1912 h 9904"/>
              <a:gd name="connsiteX68-7183" fmla="*/ 8477 w 10000"/>
              <a:gd name="connsiteY68-7184" fmla="*/ 1721 h 9904"/>
              <a:gd name="connsiteX69-7185" fmla="*/ 8477 w 10000"/>
              <a:gd name="connsiteY69-7186" fmla="*/ 1626 h 9904"/>
              <a:gd name="connsiteX70-7187" fmla="*/ 8409 w 10000"/>
              <a:gd name="connsiteY70-7188" fmla="*/ 1510 h 9904"/>
              <a:gd name="connsiteX71-7189" fmla="*/ 8409 w 10000"/>
              <a:gd name="connsiteY71-7190" fmla="*/ 1415 h 9904"/>
              <a:gd name="connsiteX72-7191" fmla="*/ 8409 w 10000"/>
              <a:gd name="connsiteY72-7192" fmla="*/ 1319 h 9904"/>
              <a:gd name="connsiteX73-7193" fmla="*/ 8326 w 10000"/>
              <a:gd name="connsiteY73-7194" fmla="*/ 1319 h 9904"/>
              <a:gd name="connsiteX74-7195" fmla="*/ 8258 w 10000"/>
              <a:gd name="connsiteY74-7196" fmla="*/ 1205 h 9904"/>
              <a:gd name="connsiteX75-7197" fmla="*/ 8258 w 10000"/>
              <a:gd name="connsiteY75-7198" fmla="*/ 1205 h 9904"/>
              <a:gd name="connsiteX76-7199" fmla="*/ 8107 w 10000"/>
              <a:gd name="connsiteY76-7200" fmla="*/ 1205 h 9904"/>
              <a:gd name="connsiteX77-7201" fmla="*/ 8038 w 10000"/>
              <a:gd name="connsiteY77-7202" fmla="*/ 1205 h 9904"/>
              <a:gd name="connsiteX78-7203" fmla="*/ 7970 w 10000"/>
              <a:gd name="connsiteY78-7204" fmla="*/ 1205 h 9904"/>
              <a:gd name="connsiteX79-7205" fmla="*/ 7819 w 10000"/>
              <a:gd name="connsiteY79-7206" fmla="*/ 1205 h 9904"/>
              <a:gd name="connsiteX80-7207" fmla="*/ 7682 w 10000"/>
              <a:gd name="connsiteY80-7208" fmla="*/ 1205 h 9904"/>
              <a:gd name="connsiteX81-7209" fmla="*/ 7462 w 10000"/>
              <a:gd name="connsiteY81-7210" fmla="*/ 1205 h 9904"/>
              <a:gd name="connsiteX82-7211" fmla="*/ 7311 w 10000"/>
              <a:gd name="connsiteY82-7212" fmla="*/ 1205 h 9904"/>
              <a:gd name="connsiteX83-7213" fmla="*/ 7092 w 10000"/>
              <a:gd name="connsiteY83-7214" fmla="*/ 1205 h 9904"/>
              <a:gd name="connsiteX84-7215" fmla="*/ 6804 w 10000"/>
              <a:gd name="connsiteY84-7216" fmla="*/ 1205 h 9904"/>
              <a:gd name="connsiteX85-7217" fmla="*/ 6516 w 10000"/>
              <a:gd name="connsiteY85-7218" fmla="*/ 1319 h 9904"/>
              <a:gd name="connsiteX86-7219" fmla="*/ 6228 w 10000"/>
              <a:gd name="connsiteY86-7220" fmla="*/ 1319 h 9904"/>
              <a:gd name="connsiteX87-7221" fmla="*/ 5871 w 10000"/>
              <a:gd name="connsiteY87-7222" fmla="*/ 1415 h 9904"/>
              <a:gd name="connsiteX88-7223" fmla="*/ 5144 w 10000"/>
              <a:gd name="connsiteY88-7224" fmla="*/ 1510 h 9904"/>
              <a:gd name="connsiteX89-7225" fmla="*/ 4417 w 10000"/>
              <a:gd name="connsiteY89-7226" fmla="*/ 1721 h 9904"/>
              <a:gd name="connsiteX90-7227" fmla="*/ 3690 w 10000"/>
              <a:gd name="connsiteY90-7228" fmla="*/ 1817 h 9904"/>
              <a:gd name="connsiteX91-7229" fmla="*/ 2963 w 10000"/>
              <a:gd name="connsiteY91-7230" fmla="*/ 1912 h 9904"/>
              <a:gd name="connsiteX92-7231" fmla="*/ 2167 w 10000"/>
              <a:gd name="connsiteY92-7232" fmla="*/ 2027 h 9904"/>
              <a:gd name="connsiteX93-7233" fmla="*/ 1454 w 10000"/>
              <a:gd name="connsiteY93-7234" fmla="*/ 2122 h 9904"/>
              <a:gd name="connsiteX94-7235" fmla="*/ 727 w 10000"/>
              <a:gd name="connsiteY94-7236" fmla="*/ 2218 h 9904"/>
              <a:gd name="connsiteX95-7237" fmla="*/ 0 w 10000"/>
              <a:gd name="connsiteY95-7238" fmla="*/ 2332 h 9904"/>
              <a:gd name="connsiteX96-7239" fmla="*/ 0 w 10000"/>
              <a:gd name="connsiteY96-7240" fmla="*/ 1721 h 9904"/>
              <a:gd name="connsiteX97-7241" fmla="*/ 576 w 10000"/>
              <a:gd name="connsiteY97-7242" fmla="*/ 1626 h 9904"/>
              <a:gd name="connsiteX98-7243" fmla="*/ 1152 w 10000"/>
              <a:gd name="connsiteY98-7244" fmla="*/ 1510 h 9904"/>
              <a:gd name="connsiteX99-7245" fmla="*/ 1660 w 10000"/>
              <a:gd name="connsiteY99-7246" fmla="*/ 1415 h 9904"/>
              <a:gd name="connsiteX100-7247" fmla="*/ 2167 w 10000"/>
              <a:gd name="connsiteY100-7248" fmla="*/ 1319 h 9904"/>
              <a:gd name="connsiteX101-7249" fmla="*/ 2675 w 10000"/>
              <a:gd name="connsiteY101-7250" fmla="*/ 1319 h 9904"/>
              <a:gd name="connsiteX102-7251" fmla="*/ 3114 w 10000"/>
              <a:gd name="connsiteY102-7252" fmla="*/ 1205 h 9904"/>
              <a:gd name="connsiteX103-7253" fmla="*/ 3553 w 10000"/>
              <a:gd name="connsiteY103-7254" fmla="*/ 1109 h 9904"/>
              <a:gd name="connsiteX104-7255" fmla="*/ 3978 w 10000"/>
              <a:gd name="connsiteY104-7256" fmla="*/ 1109 h 9904"/>
              <a:gd name="connsiteX105-7257" fmla="*/ 4348 w 10000"/>
              <a:gd name="connsiteY105-7258" fmla="*/ 1013 h 9904"/>
              <a:gd name="connsiteX106-7259" fmla="*/ 4705 w 10000"/>
              <a:gd name="connsiteY106-7260" fmla="*/ 918 h 9904"/>
              <a:gd name="connsiteX107-7261" fmla="*/ 5075 w 10000"/>
              <a:gd name="connsiteY107-7262" fmla="*/ 918 h 9904"/>
              <a:gd name="connsiteX108-7263" fmla="*/ 5364 w 10000"/>
              <a:gd name="connsiteY108-7264" fmla="*/ 803 h 9904"/>
              <a:gd name="connsiteX109-7265" fmla="*/ 5720 w 10000"/>
              <a:gd name="connsiteY109-7266" fmla="*/ 803 h 9904"/>
              <a:gd name="connsiteX110-7267" fmla="*/ 5940 w 10000"/>
              <a:gd name="connsiteY110-7268" fmla="*/ 803 h 9904"/>
              <a:gd name="connsiteX111-7269" fmla="*/ 6228 w 10000"/>
              <a:gd name="connsiteY111-7270" fmla="*/ 707 h 9904"/>
              <a:gd name="connsiteX112-7271" fmla="*/ 6447 w 10000"/>
              <a:gd name="connsiteY112-7272" fmla="*/ 707 h 9904"/>
              <a:gd name="connsiteX113-7273" fmla="*/ 6804 w 10000"/>
              <a:gd name="connsiteY113-7274" fmla="*/ 613 h 9904"/>
              <a:gd name="connsiteX114-7275" fmla="*/ 7174 w 10000"/>
              <a:gd name="connsiteY114-7276" fmla="*/ 613 h 9904"/>
              <a:gd name="connsiteX115-7277" fmla="*/ 7462 w 10000"/>
              <a:gd name="connsiteY115-7278" fmla="*/ 496 h 9904"/>
              <a:gd name="connsiteX116-7279" fmla="*/ 7750 w 10000"/>
              <a:gd name="connsiteY116-7280" fmla="*/ 496 h 9904"/>
              <a:gd name="connsiteX117-7281" fmla="*/ 7901 w 10000"/>
              <a:gd name="connsiteY117-7282" fmla="*/ 402 h 9904"/>
              <a:gd name="connsiteX118-7283" fmla="*/ 8038 w 10000"/>
              <a:gd name="connsiteY118-7284" fmla="*/ 306 h 9904"/>
              <a:gd name="connsiteX119-7285" fmla="*/ 8189 w 10000"/>
              <a:gd name="connsiteY119-7286" fmla="*/ 306 h 9904"/>
              <a:gd name="connsiteX120-7287" fmla="*/ 8189 w 10000"/>
              <a:gd name="connsiteY120-7288" fmla="*/ 210 h 9904"/>
              <a:gd name="connsiteX121-7289" fmla="*/ 8189 w 10000"/>
              <a:gd name="connsiteY121-7290" fmla="*/ 210 h 9904"/>
              <a:gd name="connsiteX0-7291" fmla="*/ 8189 w 10000"/>
              <a:gd name="connsiteY0-7292" fmla="*/ 212 h 9692"/>
              <a:gd name="connsiteX1-7293" fmla="*/ 8258 w 10000"/>
              <a:gd name="connsiteY1-7294" fmla="*/ 97 h 9692"/>
              <a:gd name="connsiteX2-7295" fmla="*/ 8409 w 10000"/>
              <a:gd name="connsiteY2-7296" fmla="*/ 97 h 9692"/>
              <a:gd name="connsiteX3-7297" fmla="*/ 8477 w 10000"/>
              <a:gd name="connsiteY3-7298" fmla="*/ 0 h 9692"/>
              <a:gd name="connsiteX4-7299" fmla="*/ 8546 w 10000"/>
              <a:gd name="connsiteY4-7300" fmla="*/ 0 h 9692"/>
              <a:gd name="connsiteX5-7301" fmla="*/ 8697 w 10000"/>
              <a:gd name="connsiteY5-7302" fmla="*/ 97 h 9692"/>
              <a:gd name="connsiteX6-7303" fmla="*/ 8916 w 10000"/>
              <a:gd name="connsiteY6-7304" fmla="*/ 212 h 9692"/>
              <a:gd name="connsiteX7-7305" fmla="*/ 8985 w 10000"/>
              <a:gd name="connsiteY7-7306" fmla="*/ 309 h 9692"/>
              <a:gd name="connsiteX8-7307" fmla="*/ 9122 w 10000"/>
              <a:gd name="connsiteY8-7308" fmla="*/ 501 h 9692"/>
              <a:gd name="connsiteX9-7309" fmla="*/ 9204 w 10000"/>
              <a:gd name="connsiteY9-7310" fmla="*/ 619 h 9692"/>
              <a:gd name="connsiteX10-7311" fmla="*/ 9342 w 10000"/>
              <a:gd name="connsiteY10-7312" fmla="*/ 714 h 9692"/>
              <a:gd name="connsiteX11-7313" fmla="*/ 9492 w 10000"/>
              <a:gd name="connsiteY11-7314" fmla="*/ 927 h 9692"/>
              <a:gd name="connsiteX12-7315" fmla="*/ 9630 w 10000"/>
              <a:gd name="connsiteY12-7316" fmla="*/ 1023 h 9692"/>
              <a:gd name="connsiteX13-7317" fmla="*/ 9712 w 10000"/>
              <a:gd name="connsiteY13-7318" fmla="*/ 1217 h 9692"/>
              <a:gd name="connsiteX14-7319" fmla="*/ 9849 w 10000"/>
              <a:gd name="connsiteY14-7320" fmla="*/ 1332 h 9692"/>
              <a:gd name="connsiteX15-7321" fmla="*/ 9918 w 10000"/>
              <a:gd name="connsiteY15-7322" fmla="*/ 1429 h 9692"/>
              <a:gd name="connsiteX16-7323" fmla="*/ 9918 w 10000"/>
              <a:gd name="connsiteY16-7324" fmla="*/ 1525 h 9692"/>
              <a:gd name="connsiteX17-7325" fmla="*/ 10000 w 10000"/>
              <a:gd name="connsiteY17-7326" fmla="*/ 1525 h 9692"/>
              <a:gd name="connsiteX18-7327" fmla="*/ 10000 w 10000"/>
              <a:gd name="connsiteY18-7328" fmla="*/ 1642 h 9692"/>
              <a:gd name="connsiteX19-7329" fmla="*/ 10000 w 10000"/>
              <a:gd name="connsiteY19-7330" fmla="*/ 1738 h 9692"/>
              <a:gd name="connsiteX20-7331" fmla="*/ 9918 w 10000"/>
              <a:gd name="connsiteY20-7332" fmla="*/ 1835 h 9692"/>
              <a:gd name="connsiteX21-7333" fmla="*/ 9849 w 10000"/>
              <a:gd name="connsiteY21-7334" fmla="*/ 1835 h 9692"/>
              <a:gd name="connsiteX22-7335" fmla="*/ 9781 w 10000"/>
              <a:gd name="connsiteY22-7336" fmla="*/ 1931 h 9692"/>
              <a:gd name="connsiteX23-7337" fmla="*/ 9712 w 10000"/>
              <a:gd name="connsiteY23-7338" fmla="*/ 1931 h 9692"/>
              <a:gd name="connsiteX24-7339" fmla="*/ 9712 w 10000"/>
              <a:gd name="connsiteY24-7340" fmla="*/ 2047 h 9692"/>
              <a:gd name="connsiteX25-7341" fmla="*/ 9630 w 10000"/>
              <a:gd name="connsiteY25-7342" fmla="*/ 2143 h 9692"/>
              <a:gd name="connsiteX26-7343" fmla="*/ 9561 w 10000"/>
              <a:gd name="connsiteY26-7344" fmla="*/ 2355 h 9692"/>
              <a:gd name="connsiteX27-7345" fmla="*/ 9561 w 10000"/>
              <a:gd name="connsiteY27-7346" fmla="*/ 2547 h 9692"/>
              <a:gd name="connsiteX28-7347" fmla="*/ 9492 w 10000"/>
              <a:gd name="connsiteY28-7348" fmla="*/ 2761 h 9692"/>
              <a:gd name="connsiteX29-7349" fmla="*/ 9492 w 10000"/>
              <a:gd name="connsiteY29-7350" fmla="*/ 3069 h 9692"/>
              <a:gd name="connsiteX30-7351" fmla="*/ 9492 w 10000"/>
              <a:gd name="connsiteY30-7352" fmla="*/ 3262 h 9692"/>
              <a:gd name="connsiteX31-7353" fmla="*/ 9410 w 10000"/>
              <a:gd name="connsiteY31-7354" fmla="*/ 3572 h 9692"/>
              <a:gd name="connsiteX32-7355" fmla="*/ 9410 w 10000"/>
              <a:gd name="connsiteY32-7356" fmla="*/ 3977 h 9692"/>
              <a:gd name="connsiteX33-7357" fmla="*/ 9342 w 10000"/>
              <a:gd name="connsiteY33-7358" fmla="*/ 4286 h 9692"/>
              <a:gd name="connsiteX34-7359" fmla="*/ 9273 w 10000"/>
              <a:gd name="connsiteY34-7360" fmla="*/ 4691 h 9692"/>
              <a:gd name="connsiteX35-7361" fmla="*/ 9204 w 10000"/>
              <a:gd name="connsiteY35-7362" fmla="*/ 5097 h 9692"/>
              <a:gd name="connsiteX36-7363" fmla="*/ 9122 w 10000"/>
              <a:gd name="connsiteY36-7364" fmla="*/ 5502 h 9692"/>
              <a:gd name="connsiteX37-7365" fmla="*/ 8985 w 10000"/>
              <a:gd name="connsiteY37-7366" fmla="*/ 6429 h 9692"/>
              <a:gd name="connsiteX38-7367" fmla="*/ 8916 w 10000"/>
              <a:gd name="connsiteY38-7368" fmla="*/ 6835 h 9692"/>
              <a:gd name="connsiteX39-7369" fmla="*/ 8834 w 10000"/>
              <a:gd name="connsiteY39-7370" fmla="*/ 7239 h 9692"/>
              <a:gd name="connsiteX40-7371" fmla="*/ 8765 w 10000"/>
              <a:gd name="connsiteY40-7372" fmla="*/ 7644 h 9692"/>
              <a:gd name="connsiteX41-7373" fmla="*/ 8697 w 10000"/>
              <a:gd name="connsiteY41-7374" fmla="*/ 8051 h 9692"/>
              <a:gd name="connsiteX42-7375" fmla="*/ 8615 w 10000"/>
              <a:gd name="connsiteY42-7376" fmla="*/ 8359 h 9692"/>
              <a:gd name="connsiteX43-7377" fmla="*/ 8615 w 10000"/>
              <a:gd name="connsiteY43-7378" fmla="*/ 8571 h 9692"/>
              <a:gd name="connsiteX44-7379" fmla="*/ 8546 w 10000"/>
              <a:gd name="connsiteY44-7380" fmla="*/ 8880 h 9692"/>
              <a:gd name="connsiteX45-7381" fmla="*/ 8477 w 10000"/>
              <a:gd name="connsiteY45-7382" fmla="*/ 9074 h 9692"/>
              <a:gd name="connsiteX46-7383" fmla="*/ 8326 w 10000"/>
              <a:gd name="connsiteY46-7384" fmla="*/ 9383 h 9692"/>
              <a:gd name="connsiteX47-7385" fmla="*/ 8189 w 10000"/>
              <a:gd name="connsiteY47-7386" fmla="*/ 9692 h 9692"/>
              <a:gd name="connsiteX48-7387" fmla="*/ 7682 w 10000"/>
              <a:gd name="connsiteY48-7388" fmla="*/ 7954 h 9692"/>
              <a:gd name="connsiteX49-7389" fmla="*/ 7750 w 10000"/>
              <a:gd name="connsiteY49-7390" fmla="*/ 7857 h 9692"/>
              <a:gd name="connsiteX50-7391" fmla="*/ 7819 w 10000"/>
              <a:gd name="connsiteY50-7392" fmla="*/ 7742 h 9692"/>
              <a:gd name="connsiteX51-7393" fmla="*/ 7819 w 10000"/>
              <a:gd name="connsiteY51-7394" fmla="*/ 7644 h 9692"/>
              <a:gd name="connsiteX52-7395" fmla="*/ 7901 w 10000"/>
              <a:gd name="connsiteY52-7396" fmla="*/ 7548 h 9692"/>
              <a:gd name="connsiteX53-7397" fmla="*/ 7970 w 10000"/>
              <a:gd name="connsiteY53-7398" fmla="*/ 7336 h 9692"/>
              <a:gd name="connsiteX54-7399" fmla="*/ 7970 w 10000"/>
              <a:gd name="connsiteY54-7400" fmla="*/ 7144 h 9692"/>
              <a:gd name="connsiteX55-7401" fmla="*/ 8038 w 10000"/>
              <a:gd name="connsiteY55-7402" fmla="*/ 6931 h 9692"/>
              <a:gd name="connsiteX56-7403" fmla="*/ 8107 w 10000"/>
              <a:gd name="connsiteY56-7404" fmla="*/ 6622 h 9692"/>
              <a:gd name="connsiteX57-7405" fmla="*/ 8189 w 10000"/>
              <a:gd name="connsiteY57-7406" fmla="*/ 6314 h 9692"/>
              <a:gd name="connsiteX58-7407" fmla="*/ 8189 w 10000"/>
              <a:gd name="connsiteY58-7408" fmla="*/ 5908 h 9692"/>
              <a:gd name="connsiteX59-7409" fmla="*/ 8326 w 10000"/>
              <a:gd name="connsiteY59-7410" fmla="*/ 5194 h 9692"/>
              <a:gd name="connsiteX60-7411" fmla="*/ 8409 w 10000"/>
              <a:gd name="connsiteY60-7412" fmla="*/ 4383 h 9692"/>
              <a:gd name="connsiteX61-7413" fmla="*/ 8409 w 10000"/>
              <a:gd name="connsiteY61-7414" fmla="*/ 3668 h 9692"/>
              <a:gd name="connsiteX62-7415" fmla="*/ 8477 w 10000"/>
              <a:gd name="connsiteY62-7416" fmla="*/ 2954 h 9692"/>
              <a:gd name="connsiteX63-7417" fmla="*/ 8477 w 10000"/>
              <a:gd name="connsiteY63-7418" fmla="*/ 2645 h 9692"/>
              <a:gd name="connsiteX64-7419" fmla="*/ 8477 w 10000"/>
              <a:gd name="connsiteY64-7420" fmla="*/ 2355 h 9692"/>
              <a:gd name="connsiteX65-7421" fmla="*/ 8477 w 10000"/>
              <a:gd name="connsiteY65-7422" fmla="*/ 2143 h 9692"/>
              <a:gd name="connsiteX66-7423" fmla="*/ 8477 w 10000"/>
              <a:gd name="connsiteY66-7424" fmla="*/ 1931 h 9692"/>
              <a:gd name="connsiteX67-7425" fmla="*/ 8477 w 10000"/>
              <a:gd name="connsiteY67-7426" fmla="*/ 1738 h 9692"/>
              <a:gd name="connsiteX68-7427" fmla="*/ 8477 w 10000"/>
              <a:gd name="connsiteY68-7428" fmla="*/ 1642 h 9692"/>
              <a:gd name="connsiteX69-7429" fmla="*/ 8409 w 10000"/>
              <a:gd name="connsiteY69-7430" fmla="*/ 1525 h 9692"/>
              <a:gd name="connsiteX70-7431" fmla="*/ 8409 w 10000"/>
              <a:gd name="connsiteY70-7432" fmla="*/ 1429 h 9692"/>
              <a:gd name="connsiteX71-7433" fmla="*/ 8409 w 10000"/>
              <a:gd name="connsiteY71-7434" fmla="*/ 1332 h 9692"/>
              <a:gd name="connsiteX72-7435" fmla="*/ 8326 w 10000"/>
              <a:gd name="connsiteY72-7436" fmla="*/ 1332 h 9692"/>
              <a:gd name="connsiteX73-7437" fmla="*/ 8258 w 10000"/>
              <a:gd name="connsiteY73-7438" fmla="*/ 1217 h 9692"/>
              <a:gd name="connsiteX74-7439" fmla="*/ 8258 w 10000"/>
              <a:gd name="connsiteY74-7440" fmla="*/ 1217 h 9692"/>
              <a:gd name="connsiteX75-7441" fmla="*/ 8107 w 10000"/>
              <a:gd name="connsiteY75-7442" fmla="*/ 1217 h 9692"/>
              <a:gd name="connsiteX76-7443" fmla="*/ 8038 w 10000"/>
              <a:gd name="connsiteY76-7444" fmla="*/ 1217 h 9692"/>
              <a:gd name="connsiteX77-7445" fmla="*/ 7970 w 10000"/>
              <a:gd name="connsiteY77-7446" fmla="*/ 1217 h 9692"/>
              <a:gd name="connsiteX78-7447" fmla="*/ 7819 w 10000"/>
              <a:gd name="connsiteY78-7448" fmla="*/ 1217 h 9692"/>
              <a:gd name="connsiteX79-7449" fmla="*/ 7682 w 10000"/>
              <a:gd name="connsiteY79-7450" fmla="*/ 1217 h 9692"/>
              <a:gd name="connsiteX80-7451" fmla="*/ 7462 w 10000"/>
              <a:gd name="connsiteY80-7452" fmla="*/ 1217 h 9692"/>
              <a:gd name="connsiteX81-7453" fmla="*/ 7311 w 10000"/>
              <a:gd name="connsiteY81-7454" fmla="*/ 1217 h 9692"/>
              <a:gd name="connsiteX82-7455" fmla="*/ 7092 w 10000"/>
              <a:gd name="connsiteY82-7456" fmla="*/ 1217 h 9692"/>
              <a:gd name="connsiteX83-7457" fmla="*/ 6804 w 10000"/>
              <a:gd name="connsiteY83-7458" fmla="*/ 1217 h 9692"/>
              <a:gd name="connsiteX84-7459" fmla="*/ 6516 w 10000"/>
              <a:gd name="connsiteY84-7460" fmla="*/ 1332 h 9692"/>
              <a:gd name="connsiteX85-7461" fmla="*/ 6228 w 10000"/>
              <a:gd name="connsiteY85-7462" fmla="*/ 1332 h 9692"/>
              <a:gd name="connsiteX86-7463" fmla="*/ 5871 w 10000"/>
              <a:gd name="connsiteY86-7464" fmla="*/ 1429 h 9692"/>
              <a:gd name="connsiteX87-7465" fmla="*/ 5144 w 10000"/>
              <a:gd name="connsiteY87-7466" fmla="*/ 1525 h 9692"/>
              <a:gd name="connsiteX88-7467" fmla="*/ 4417 w 10000"/>
              <a:gd name="connsiteY88-7468" fmla="*/ 1738 h 9692"/>
              <a:gd name="connsiteX89-7469" fmla="*/ 3690 w 10000"/>
              <a:gd name="connsiteY89-7470" fmla="*/ 1835 h 9692"/>
              <a:gd name="connsiteX90-7471" fmla="*/ 2963 w 10000"/>
              <a:gd name="connsiteY90-7472" fmla="*/ 1931 h 9692"/>
              <a:gd name="connsiteX91-7473" fmla="*/ 2167 w 10000"/>
              <a:gd name="connsiteY91-7474" fmla="*/ 2047 h 9692"/>
              <a:gd name="connsiteX92-7475" fmla="*/ 1454 w 10000"/>
              <a:gd name="connsiteY92-7476" fmla="*/ 2143 h 9692"/>
              <a:gd name="connsiteX93-7477" fmla="*/ 727 w 10000"/>
              <a:gd name="connsiteY93-7478" fmla="*/ 2239 h 9692"/>
              <a:gd name="connsiteX94-7479" fmla="*/ 0 w 10000"/>
              <a:gd name="connsiteY94-7480" fmla="*/ 2355 h 9692"/>
              <a:gd name="connsiteX95-7481" fmla="*/ 0 w 10000"/>
              <a:gd name="connsiteY95-7482" fmla="*/ 1738 h 9692"/>
              <a:gd name="connsiteX96-7483" fmla="*/ 576 w 10000"/>
              <a:gd name="connsiteY96-7484" fmla="*/ 1642 h 9692"/>
              <a:gd name="connsiteX97-7485" fmla="*/ 1152 w 10000"/>
              <a:gd name="connsiteY97-7486" fmla="*/ 1525 h 9692"/>
              <a:gd name="connsiteX98-7487" fmla="*/ 1660 w 10000"/>
              <a:gd name="connsiteY98-7488" fmla="*/ 1429 h 9692"/>
              <a:gd name="connsiteX99-7489" fmla="*/ 2167 w 10000"/>
              <a:gd name="connsiteY99-7490" fmla="*/ 1332 h 9692"/>
              <a:gd name="connsiteX100-7491" fmla="*/ 2675 w 10000"/>
              <a:gd name="connsiteY100-7492" fmla="*/ 1332 h 9692"/>
              <a:gd name="connsiteX101-7493" fmla="*/ 3114 w 10000"/>
              <a:gd name="connsiteY101-7494" fmla="*/ 1217 h 9692"/>
              <a:gd name="connsiteX102-7495" fmla="*/ 3553 w 10000"/>
              <a:gd name="connsiteY102-7496" fmla="*/ 1120 h 9692"/>
              <a:gd name="connsiteX103-7497" fmla="*/ 3978 w 10000"/>
              <a:gd name="connsiteY103-7498" fmla="*/ 1120 h 9692"/>
              <a:gd name="connsiteX104-7499" fmla="*/ 4348 w 10000"/>
              <a:gd name="connsiteY104-7500" fmla="*/ 1023 h 9692"/>
              <a:gd name="connsiteX105-7501" fmla="*/ 4705 w 10000"/>
              <a:gd name="connsiteY105-7502" fmla="*/ 927 h 9692"/>
              <a:gd name="connsiteX106-7503" fmla="*/ 5075 w 10000"/>
              <a:gd name="connsiteY106-7504" fmla="*/ 927 h 9692"/>
              <a:gd name="connsiteX107-7505" fmla="*/ 5364 w 10000"/>
              <a:gd name="connsiteY107-7506" fmla="*/ 811 h 9692"/>
              <a:gd name="connsiteX108-7507" fmla="*/ 5720 w 10000"/>
              <a:gd name="connsiteY108-7508" fmla="*/ 811 h 9692"/>
              <a:gd name="connsiteX109-7509" fmla="*/ 5940 w 10000"/>
              <a:gd name="connsiteY109-7510" fmla="*/ 811 h 9692"/>
              <a:gd name="connsiteX110-7511" fmla="*/ 6228 w 10000"/>
              <a:gd name="connsiteY110-7512" fmla="*/ 714 h 9692"/>
              <a:gd name="connsiteX111-7513" fmla="*/ 6447 w 10000"/>
              <a:gd name="connsiteY111-7514" fmla="*/ 714 h 9692"/>
              <a:gd name="connsiteX112-7515" fmla="*/ 6804 w 10000"/>
              <a:gd name="connsiteY112-7516" fmla="*/ 619 h 9692"/>
              <a:gd name="connsiteX113-7517" fmla="*/ 7174 w 10000"/>
              <a:gd name="connsiteY113-7518" fmla="*/ 619 h 9692"/>
              <a:gd name="connsiteX114-7519" fmla="*/ 7462 w 10000"/>
              <a:gd name="connsiteY114-7520" fmla="*/ 501 h 9692"/>
              <a:gd name="connsiteX115-7521" fmla="*/ 7750 w 10000"/>
              <a:gd name="connsiteY115-7522" fmla="*/ 501 h 9692"/>
              <a:gd name="connsiteX116-7523" fmla="*/ 7901 w 10000"/>
              <a:gd name="connsiteY116-7524" fmla="*/ 406 h 9692"/>
              <a:gd name="connsiteX117-7525" fmla="*/ 8038 w 10000"/>
              <a:gd name="connsiteY117-7526" fmla="*/ 309 h 9692"/>
              <a:gd name="connsiteX118-7527" fmla="*/ 8189 w 10000"/>
              <a:gd name="connsiteY118-7528" fmla="*/ 309 h 9692"/>
              <a:gd name="connsiteX119-7529" fmla="*/ 8189 w 10000"/>
              <a:gd name="connsiteY119-7530" fmla="*/ 212 h 9692"/>
              <a:gd name="connsiteX120-7531" fmla="*/ 8189 w 10000"/>
              <a:gd name="connsiteY120-7532" fmla="*/ 212 h 9692"/>
              <a:gd name="connsiteX0-7533" fmla="*/ 8189 w 10000"/>
              <a:gd name="connsiteY0-7534" fmla="*/ 219 h 9681"/>
              <a:gd name="connsiteX1-7535" fmla="*/ 8258 w 10000"/>
              <a:gd name="connsiteY1-7536" fmla="*/ 100 h 9681"/>
              <a:gd name="connsiteX2-7537" fmla="*/ 8409 w 10000"/>
              <a:gd name="connsiteY2-7538" fmla="*/ 100 h 9681"/>
              <a:gd name="connsiteX3-7539" fmla="*/ 8477 w 10000"/>
              <a:gd name="connsiteY3-7540" fmla="*/ 0 h 9681"/>
              <a:gd name="connsiteX4-7541" fmla="*/ 8546 w 10000"/>
              <a:gd name="connsiteY4-7542" fmla="*/ 0 h 9681"/>
              <a:gd name="connsiteX5-7543" fmla="*/ 8697 w 10000"/>
              <a:gd name="connsiteY5-7544" fmla="*/ 100 h 9681"/>
              <a:gd name="connsiteX6-7545" fmla="*/ 8916 w 10000"/>
              <a:gd name="connsiteY6-7546" fmla="*/ 219 h 9681"/>
              <a:gd name="connsiteX7-7547" fmla="*/ 8985 w 10000"/>
              <a:gd name="connsiteY7-7548" fmla="*/ 319 h 9681"/>
              <a:gd name="connsiteX8-7549" fmla="*/ 9122 w 10000"/>
              <a:gd name="connsiteY8-7550" fmla="*/ 517 h 9681"/>
              <a:gd name="connsiteX9-7551" fmla="*/ 9204 w 10000"/>
              <a:gd name="connsiteY9-7552" fmla="*/ 639 h 9681"/>
              <a:gd name="connsiteX10-7553" fmla="*/ 9342 w 10000"/>
              <a:gd name="connsiteY10-7554" fmla="*/ 737 h 9681"/>
              <a:gd name="connsiteX11-7555" fmla="*/ 9492 w 10000"/>
              <a:gd name="connsiteY11-7556" fmla="*/ 956 h 9681"/>
              <a:gd name="connsiteX12-7557" fmla="*/ 9630 w 10000"/>
              <a:gd name="connsiteY12-7558" fmla="*/ 1056 h 9681"/>
              <a:gd name="connsiteX13-7559" fmla="*/ 9712 w 10000"/>
              <a:gd name="connsiteY13-7560" fmla="*/ 1256 h 9681"/>
              <a:gd name="connsiteX14-7561" fmla="*/ 9849 w 10000"/>
              <a:gd name="connsiteY14-7562" fmla="*/ 1374 h 9681"/>
              <a:gd name="connsiteX15-7563" fmla="*/ 9918 w 10000"/>
              <a:gd name="connsiteY15-7564" fmla="*/ 1474 h 9681"/>
              <a:gd name="connsiteX16-7565" fmla="*/ 9918 w 10000"/>
              <a:gd name="connsiteY16-7566" fmla="*/ 1573 h 9681"/>
              <a:gd name="connsiteX17-7567" fmla="*/ 10000 w 10000"/>
              <a:gd name="connsiteY17-7568" fmla="*/ 1573 h 9681"/>
              <a:gd name="connsiteX18-7569" fmla="*/ 10000 w 10000"/>
              <a:gd name="connsiteY18-7570" fmla="*/ 1694 h 9681"/>
              <a:gd name="connsiteX19-7571" fmla="*/ 10000 w 10000"/>
              <a:gd name="connsiteY19-7572" fmla="*/ 1793 h 9681"/>
              <a:gd name="connsiteX20-7573" fmla="*/ 9918 w 10000"/>
              <a:gd name="connsiteY20-7574" fmla="*/ 1893 h 9681"/>
              <a:gd name="connsiteX21-7575" fmla="*/ 9849 w 10000"/>
              <a:gd name="connsiteY21-7576" fmla="*/ 1893 h 9681"/>
              <a:gd name="connsiteX22-7577" fmla="*/ 9781 w 10000"/>
              <a:gd name="connsiteY22-7578" fmla="*/ 1992 h 9681"/>
              <a:gd name="connsiteX23-7579" fmla="*/ 9712 w 10000"/>
              <a:gd name="connsiteY23-7580" fmla="*/ 1992 h 9681"/>
              <a:gd name="connsiteX24-7581" fmla="*/ 9712 w 10000"/>
              <a:gd name="connsiteY24-7582" fmla="*/ 2112 h 9681"/>
              <a:gd name="connsiteX25-7583" fmla="*/ 9630 w 10000"/>
              <a:gd name="connsiteY25-7584" fmla="*/ 2211 h 9681"/>
              <a:gd name="connsiteX26-7585" fmla="*/ 9561 w 10000"/>
              <a:gd name="connsiteY26-7586" fmla="*/ 2430 h 9681"/>
              <a:gd name="connsiteX27-7587" fmla="*/ 9561 w 10000"/>
              <a:gd name="connsiteY27-7588" fmla="*/ 2628 h 9681"/>
              <a:gd name="connsiteX28-7589" fmla="*/ 9492 w 10000"/>
              <a:gd name="connsiteY28-7590" fmla="*/ 2849 h 9681"/>
              <a:gd name="connsiteX29-7591" fmla="*/ 9492 w 10000"/>
              <a:gd name="connsiteY29-7592" fmla="*/ 3167 h 9681"/>
              <a:gd name="connsiteX30-7593" fmla="*/ 9492 w 10000"/>
              <a:gd name="connsiteY30-7594" fmla="*/ 3366 h 9681"/>
              <a:gd name="connsiteX31-7595" fmla="*/ 9410 w 10000"/>
              <a:gd name="connsiteY31-7596" fmla="*/ 3686 h 9681"/>
              <a:gd name="connsiteX32-7597" fmla="*/ 9410 w 10000"/>
              <a:gd name="connsiteY32-7598" fmla="*/ 4103 h 9681"/>
              <a:gd name="connsiteX33-7599" fmla="*/ 9342 w 10000"/>
              <a:gd name="connsiteY33-7600" fmla="*/ 4422 h 9681"/>
              <a:gd name="connsiteX34-7601" fmla="*/ 9273 w 10000"/>
              <a:gd name="connsiteY34-7602" fmla="*/ 4840 h 9681"/>
              <a:gd name="connsiteX35-7603" fmla="*/ 9204 w 10000"/>
              <a:gd name="connsiteY35-7604" fmla="*/ 5259 h 9681"/>
              <a:gd name="connsiteX36-7605" fmla="*/ 9122 w 10000"/>
              <a:gd name="connsiteY36-7606" fmla="*/ 5677 h 9681"/>
              <a:gd name="connsiteX37-7607" fmla="*/ 8985 w 10000"/>
              <a:gd name="connsiteY37-7608" fmla="*/ 6633 h 9681"/>
              <a:gd name="connsiteX38-7609" fmla="*/ 8916 w 10000"/>
              <a:gd name="connsiteY38-7610" fmla="*/ 7052 h 9681"/>
              <a:gd name="connsiteX39-7611" fmla="*/ 8834 w 10000"/>
              <a:gd name="connsiteY39-7612" fmla="*/ 7469 h 9681"/>
              <a:gd name="connsiteX40-7613" fmla="*/ 8765 w 10000"/>
              <a:gd name="connsiteY40-7614" fmla="*/ 7887 h 9681"/>
              <a:gd name="connsiteX41-7615" fmla="*/ 8697 w 10000"/>
              <a:gd name="connsiteY41-7616" fmla="*/ 8307 h 9681"/>
              <a:gd name="connsiteX42-7617" fmla="*/ 8615 w 10000"/>
              <a:gd name="connsiteY42-7618" fmla="*/ 8625 h 9681"/>
              <a:gd name="connsiteX43-7619" fmla="*/ 8615 w 10000"/>
              <a:gd name="connsiteY43-7620" fmla="*/ 8843 h 9681"/>
              <a:gd name="connsiteX44-7621" fmla="*/ 8546 w 10000"/>
              <a:gd name="connsiteY44-7622" fmla="*/ 9162 h 9681"/>
              <a:gd name="connsiteX45-7623" fmla="*/ 8477 w 10000"/>
              <a:gd name="connsiteY45-7624" fmla="*/ 9362 h 9681"/>
              <a:gd name="connsiteX46-7625" fmla="*/ 8326 w 10000"/>
              <a:gd name="connsiteY46-7626" fmla="*/ 9681 h 9681"/>
              <a:gd name="connsiteX47-7627" fmla="*/ 7682 w 10000"/>
              <a:gd name="connsiteY47-7628" fmla="*/ 8207 h 9681"/>
              <a:gd name="connsiteX48-7629" fmla="*/ 7750 w 10000"/>
              <a:gd name="connsiteY48-7630" fmla="*/ 8107 h 9681"/>
              <a:gd name="connsiteX49-7631" fmla="*/ 7819 w 10000"/>
              <a:gd name="connsiteY49-7632" fmla="*/ 7988 h 9681"/>
              <a:gd name="connsiteX50-7633" fmla="*/ 7819 w 10000"/>
              <a:gd name="connsiteY50-7634" fmla="*/ 7887 h 9681"/>
              <a:gd name="connsiteX51-7635" fmla="*/ 7901 w 10000"/>
              <a:gd name="connsiteY51-7636" fmla="*/ 7788 h 9681"/>
              <a:gd name="connsiteX52-7637" fmla="*/ 7970 w 10000"/>
              <a:gd name="connsiteY52-7638" fmla="*/ 7569 h 9681"/>
              <a:gd name="connsiteX53-7639" fmla="*/ 7970 w 10000"/>
              <a:gd name="connsiteY53-7640" fmla="*/ 7371 h 9681"/>
              <a:gd name="connsiteX54-7641" fmla="*/ 8038 w 10000"/>
              <a:gd name="connsiteY54-7642" fmla="*/ 7151 h 9681"/>
              <a:gd name="connsiteX55-7643" fmla="*/ 8107 w 10000"/>
              <a:gd name="connsiteY55-7644" fmla="*/ 6832 h 9681"/>
              <a:gd name="connsiteX56-7645" fmla="*/ 8189 w 10000"/>
              <a:gd name="connsiteY56-7646" fmla="*/ 6515 h 9681"/>
              <a:gd name="connsiteX57-7647" fmla="*/ 8189 w 10000"/>
              <a:gd name="connsiteY57-7648" fmla="*/ 6096 h 9681"/>
              <a:gd name="connsiteX58-7649" fmla="*/ 8326 w 10000"/>
              <a:gd name="connsiteY58-7650" fmla="*/ 5359 h 9681"/>
              <a:gd name="connsiteX59-7651" fmla="*/ 8409 w 10000"/>
              <a:gd name="connsiteY59-7652" fmla="*/ 4522 h 9681"/>
              <a:gd name="connsiteX60-7653" fmla="*/ 8409 w 10000"/>
              <a:gd name="connsiteY60-7654" fmla="*/ 3785 h 9681"/>
              <a:gd name="connsiteX61-7655" fmla="*/ 8477 w 10000"/>
              <a:gd name="connsiteY61-7656" fmla="*/ 3048 h 9681"/>
              <a:gd name="connsiteX62-7657" fmla="*/ 8477 w 10000"/>
              <a:gd name="connsiteY62-7658" fmla="*/ 2729 h 9681"/>
              <a:gd name="connsiteX63-7659" fmla="*/ 8477 w 10000"/>
              <a:gd name="connsiteY63-7660" fmla="*/ 2430 h 9681"/>
              <a:gd name="connsiteX64-7661" fmla="*/ 8477 w 10000"/>
              <a:gd name="connsiteY64-7662" fmla="*/ 2211 h 9681"/>
              <a:gd name="connsiteX65-7663" fmla="*/ 8477 w 10000"/>
              <a:gd name="connsiteY65-7664" fmla="*/ 1992 h 9681"/>
              <a:gd name="connsiteX66-7665" fmla="*/ 8477 w 10000"/>
              <a:gd name="connsiteY66-7666" fmla="*/ 1793 h 9681"/>
              <a:gd name="connsiteX67-7667" fmla="*/ 8477 w 10000"/>
              <a:gd name="connsiteY67-7668" fmla="*/ 1694 h 9681"/>
              <a:gd name="connsiteX68-7669" fmla="*/ 8409 w 10000"/>
              <a:gd name="connsiteY68-7670" fmla="*/ 1573 h 9681"/>
              <a:gd name="connsiteX69-7671" fmla="*/ 8409 w 10000"/>
              <a:gd name="connsiteY69-7672" fmla="*/ 1474 h 9681"/>
              <a:gd name="connsiteX70-7673" fmla="*/ 8409 w 10000"/>
              <a:gd name="connsiteY70-7674" fmla="*/ 1374 h 9681"/>
              <a:gd name="connsiteX71-7675" fmla="*/ 8326 w 10000"/>
              <a:gd name="connsiteY71-7676" fmla="*/ 1374 h 9681"/>
              <a:gd name="connsiteX72-7677" fmla="*/ 8258 w 10000"/>
              <a:gd name="connsiteY72-7678" fmla="*/ 1256 h 9681"/>
              <a:gd name="connsiteX73-7679" fmla="*/ 8258 w 10000"/>
              <a:gd name="connsiteY73-7680" fmla="*/ 1256 h 9681"/>
              <a:gd name="connsiteX74-7681" fmla="*/ 8107 w 10000"/>
              <a:gd name="connsiteY74-7682" fmla="*/ 1256 h 9681"/>
              <a:gd name="connsiteX75-7683" fmla="*/ 8038 w 10000"/>
              <a:gd name="connsiteY75-7684" fmla="*/ 1256 h 9681"/>
              <a:gd name="connsiteX76-7685" fmla="*/ 7970 w 10000"/>
              <a:gd name="connsiteY76-7686" fmla="*/ 1256 h 9681"/>
              <a:gd name="connsiteX77-7687" fmla="*/ 7819 w 10000"/>
              <a:gd name="connsiteY77-7688" fmla="*/ 1256 h 9681"/>
              <a:gd name="connsiteX78-7689" fmla="*/ 7682 w 10000"/>
              <a:gd name="connsiteY78-7690" fmla="*/ 1256 h 9681"/>
              <a:gd name="connsiteX79-7691" fmla="*/ 7462 w 10000"/>
              <a:gd name="connsiteY79-7692" fmla="*/ 1256 h 9681"/>
              <a:gd name="connsiteX80-7693" fmla="*/ 7311 w 10000"/>
              <a:gd name="connsiteY80-7694" fmla="*/ 1256 h 9681"/>
              <a:gd name="connsiteX81-7695" fmla="*/ 7092 w 10000"/>
              <a:gd name="connsiteY81-7696" fmla="*/ 1256 h 9681"/>
              <a:gd name="connsiteX82-7697" fmla="*/ 6804 w 10000"/>
              <a:gd name="connsiteY82-7698" fmla="*/ 1256 h 9681"/>
              <a:gd name="connsiteX83-7699" fmla="*/ 6516 w 10000"/>
              <a:gd name="connsiteY83-7700" fmla="*/ 1374 h 9681"/>
              <a:gd name="connsiteX84-7701" fmla="*/ 6228 w 10000"/>
              <a:gd name="connsiteY84-7702" fmla="*/ 1374 h 9681"/>
              <a:gd name="connsiteX85-7703" fmla="*/ 5871 w 10000"/>
              <a:gd name="connsiteY85-7704" fmla="*/ 1474 h 9681"/>
              <a:gd name="connsiteX86-7705" fmla="*/ 5144 w 10000"/>
              <a:gd name="connsiteY86-7706" fmla="*/ 1573 h 9681"/>
              <a:gd name="connsiteX87-7707" fmla="*/ 4417 w 10000"/>
              <a:gd name="connsiteY87-7708" fmla="*/ 1793 h 9681"/>
              <a:gd name="connsiteX88-7709" fmla="*/ 3690 w 10000"/>
              <a:gd name="connsiteY88-7710" fmla="*/ 1893 h 9681"/>
              <a:gd name="connsiteX89-7711" fmla="*/ 2963 w 10000"/>
              <a:gd name="connsiteY89-7712" fmla="*/ 1992 h 9681"/>
              <a:gd name="connsiteX90-7713" fmla="*/ 2167 w 10000"/>
              <a:gd name="connsiteY90-7714" fmla="*/ 2112 h 9681"/>
              <a:gd name="connsiteX91-7715" fmla="*/ 1454 w 10000"/>
              <a:gd name="connsiteY91-7716" fmla="*/ 2211 h 9681"/>
              <a:gd name="connsiteX92-7717" fmla="*/ 727 w 10000"/>
              <a:gd name="connsiteY92-7718" fmla="*/ 2310 h 9681"/>
              <a:gd name="connsiteX93-7719" fmla="*/ 0 w 10000"/>
              <a:gd name="connsiteY93-7720" fmla="*/ 2430 h 9681"/>
              <a:gd name="connsiteX94-7721" fmla="*/ 0 w 10000"/>
              <a:gd name="connsiteY94-7722" fmla="*/ 1793 h 9681"/>
              <a:gd name="connsiteX95-7723" fmla="*/ 576 w 10000"/>
              <a:gd name="connsiteY95-7724" fmla="*/ 1694 h 9681"/>
              <a:gd name="connsiteX96-7725" fmla="*/ 1152 w 10000"/>
              <a:gd name="connsiteY96-7726" fmla="*/ 1573 h 9681"/>
              <a:gd name="connsiteX97-7727" fmla="*/ 1660 w 10000"/>
              <a:gd name="connsiteY97-7728" fmla="*/ 1474 h 9681"/>
              <a:gd name="connsiteX98-7729" fmla="*/ 2167 w 10000"/>
              <a:gd name="connsiteY98-7730" fmla="*/ 1374 h 9681"/>
              <a:gd name="connsiteX99-7731" fmla="*/ 2675 w 10000"/>
              <a:gd name="connsiteY99-7732" fmla="*/ 1374 h 9681"/>
              <a:gd name="connsiteX100-7733" fmla="*/ 3114 w 10000"/>
              <a:gd name="connsiteY100-7734" fmla="*/ 1256 h 9681"/>
              <a:gd name="connsiteX101-7735" fmla="*/ 3553 w 10000"/>
              <a:gd name="connsiteY101-7736" fmla="*/ 1156 h 9681"/>
              <a:gd name="connsiteX102-7737" fmla="*/ 3978 w 10000"/>
              <a:gd name="connsiteY102-7738" fmla="*/ 1156 h 9681"/>
              <a:gd name="connsiteX103-7739" fmla="*/ 4348 w 10000"/>
              <a:gd name="connsiteY103-7740" fmla="*/ 1056 h 9681"/>
              <a:gd name="connsiteX104-7741" fmla="*/ 4705 w 10000"/>
              <a:gd name="connsiteY104-7742" fmla="*/ 956 h 9681"/>
              <a:gd name="connsiteX105-7743" fmla="*/ 5075 w 10000"/>
              <a:gd name="connsiteY105-7744" fmla="*/ 956 h 9681"/>
              <a:gd name="connsiteX106-7745" fmla="*/ 5364 w 10000"/>
              <a:gd name="connsiteY106-7746" fmla="*/ 837 h 9681"/>
              <a:gd name="connsiteX107-7747" fmla="*/ 5720 w 10000"/>
              <a:gd name="connsiteY107-7748" fmla="*/ 837 h 9681"/>
              <a:gd name="connsiteX108-7749" fmla="*/ 5940 w 10000"/>
              <a:gd name="connsiteY108-7750" fmla="*/ 837 h 9681"/>
              <a:gd name="connsiteX109-7751" fmla="*/ 6228 w 10000"/>
              <a:gd name="connsiteY109-7752" fmla="*/ 737 h 9681"/>
              <a:gd name="connsiteX110-7753" fmla="*/ 6447 w 10000"/>
              <a:gd name="connsiteY110-7754" fmla="*/ 737 h 9681"/>
              <a:gd name="connsiteX111-7755" fmla="*/ 6804 w 10000"/>
              <a:gd name="connsiteY111-7756" fmla="*/ 639 h 9681"/>
              <a:gd name="connsiteX112-7757" fmla="*/ 7174 w 10000"/>
              <a:gd name="connsiteY112-7758" fmla="*/ 639 h 9681"/>
              <a:gd name="connsiteX113-7759" fmla="*/ 7462 w 10000"/>
              <a:gd name="connsiteY113-7760" fmla="*/ 517 h 9681"/>
              <a:gd name="connsiteX114-7761" fmla="*/ 7750 w 10000"/>
              <a:gd name="connsiteY114-7762" fmla="*/ 517 h 9681"/>
              <a:gd name="connsiteX115-7763" fmla="*/ 7901 w 10000"/>
              <a:gd name="connsiteY115-7764" fmla="*/ 419 h 9681"/>
              <a:gd name="connsiteX116-7765" fmla="*/ 8038 w 10000"/>
              <a:gd name="connsiteY116-7766" fmla="*/ 319 h 9681"/>
              <a:gd name="connsiteX117-7767" fmla="*/ 8189 w 10000"/>
              <a:gd name="connsiteY117-7768" fmla="*/ 319 h 9681"/>
              <a:gd name="connsiteX118-7769" fmla="*/ 8189 w 10000"/>
              <a:gd name="connsiteY118-7770" fmla="*/ 219 h 9681"/>
              <a:gd name="connsiteX119-7771" fmla="*/ 8189 w 10000"/>
              <a:gd name="connsiteY119-7772" fmla="*/ 219 h 9681"/>
              <a:gd name="connsiteX0-7773" fmla="*/ 8189 w 10000"/>
              <a:gd name="connsiteY0-7774" fmla="*/ 226 h 10000"/>
              <a:gd name="connsiteX1-7775" fmla="*/ 8258 w 10000"/>
              <a:gd name="connsiteY1-7776" fmla="*/ 103 h 10000"/>
              <a:gd name="connsiteX2-7777" fmla="*/ 8409 w 10000"/>
              <a:gd name="connsiteY2-7778" fmla="*/ 103 h 10000"/>
              <a:gd name="connsiteX3-7779" fmla="*/ 8477 w 10000"/>
              <a:gd name="connsiteY3-7780" fmla="*/ 0 h 10000"/>
              <a:gd name="connsiteX4-7781" fmla="*/ 8546 w 10000"/>
              <a:gd name="connsiteY4-7782" fmla="*/ 0 h 10000"/>
              <a:gd name="connsiteX5-7783" fmla="*/ 8697 w 10000"/>
              <a:gd name="connsiteY5-7784" fmla="*/ 103 h 10000"/>
              <a:gd name="connsiteX6-7785" fmla="*/ 8916 w 10000"/>
              <a:gd name="connsiteY6-7786" fmla="*/ 226 h 10000"/>
              <a:gd name="connsiteX7-7787" fmla="*/ 8985 w 10000"/>
              <a:gd name="connsiteY7-7788" fmla="*/ 330 h 10000"/>
              <a:gd name="connsiteX8-7789" fmla="*/ 9122 w 10000"/>
              <a:gd name="connsiteY8-7790" fmla="*/ 534 h 10000"/>
              <a:gd name="connsiteX9-7791" fmla="*/ 9204 w 10000"/>
              <a:gd name="connsiteY9-7792" fmla="*/ 660 h 10000"/>
              <a:gd name="connsiteX10-7793" fmla="*/ 9342 w 10000"/>
              <a:gd name="connsiteY10-7794" fmla="*/ 761 h 10000"/>
              <a:gd name="connsiteX11-7795" fmla="*/ 9492 w 10000"/>
              <a:gd name="connsiteY11-7796" fmla="*/ 988 h 10000"/>
              <a:gd name="connsiteX12-7797" fmla="*/ 9630 w 10000"/>
              <a:gd name="connsiteY12-7798" fmla="*/ 1091 h 10000"/>
              <a:gd name="connsiteX13-7799" fmla="*/ 9712 w 10000"/>
              <a:gd name="connsiteY13-7800" fmla="*/ 1297 h 10000"/>
              <a:gd name="connsiteX14-7801" fmla="*/ 9849 w 10000"/>
              <a:gd name="connsiteY14-7802" fmla="*/ 1419 h 10000"/>
              <a:gd name="connsiteX15-7803" fmla="*/ 9918 w 10000"/>
              <a:gd name="connsiteY15-7804" fmla="*/ 1523 h 10000"/>
              <a:gd name="connsiteX16-7805" fmla="*/ 9918 w 10000"/>
              <a:gd name="connsiteY16-7806" fmla="*/ 1625 h 10000"/>
              <a:gd name="connsiteX17-7807" fmla="*/ 10000 w 10000"/>
              <a:gd name="connsiteY17-7808" fmla="*/ 1625 h 10000"/>
              <a:gd name="connsiteX18-7809" fmla="*/ 10000 w 10000"/>
              <a:gd name="connsiteY18-7810" fmla="*/ 1750 h 10000"/>
              <a:gd name="connsiteX19-7811" fmla="*/ 10000 w 10000"/>
              <a:gd name="connsiteY19-7812" fmla="*/ 1852 h 10000"/>
              <a:gd name="connsiteX20-7813" fmla="*/ 9918 w 10000"/>
              <a:gd name="connsiteY20-7814" fmla="*/ 1955 h 10000"/>
              <a:gd name="connsiteX21-7815" fmla="*/ 9849 w 10000"/>
              <a:gd name="connsiteY21-7816" fmla="*/ 1955 h 10000"/>
              <a:gd name="connsiteX22-7817" fmla="*/ 9781 w 10000"/>
              <a:gd name="connsiteY22-7818" fmla="*/ 2058 h 10000"/>
              <a:gd name="connsiteX23-7819" fmla="*/ 9712 w 10000"/>
              <a:gd name="connsiteY23-7820" fmla="*/ 2058 h 10000"/>
              <a:gd name="connsiteX24-7821" fmla="*/ 9712 w 10000"/>
              <a:gd name="connsiteY24-7822" fmla="*/ 2182 h 10000"/>
              <a:gd name="connsiteX25-7823" fmla="*/ 9630 w 10000"/>
              <a:gd name="connsiteY25-7824" fmla="*/ 2284 h 10000"/>
              <a:gd name="connsiteX26-7825" fmla="*/ 9561 w 10000"/>
              <a:gd name="connsiteY26-7826" fmla="*/ 2510 h 10000"/>
              <a:gd name="connsiteX27-7827" fmla="*/ 9561 w 10000"/>
              <a:gd name="connsiteY27-7828" fmla="*/ 2715 h 10000"/>
              <a:gd name="connsiteX28-7829" fmla="*/ 9492 w 10000"/>
              <a:gd name="connsiteY28-7830" fmla="*/ 2943 h 10000"/>
              <a:gd name="connsiteX29-7831" fmla="*/ 9492 w 10000"/>
              <a:gd name="connsiteY29-7832" fmla="*/ 3271 h 10000"/>
              <a:gd name="connsiteX30-7833" fmla="*/ 9492 w 10000"/>
              <a:gd name="connsiteY30-7834" fmla="*/ 3477 h 10000"/>
              <a:gd name="connsiteX31-7835" fmla="*/ 9410 w 10000"/>
              <a:gd name="connsiteY31-7836" fmla="*/ 3807 h 10000"/>
              <a:gd name="connsiteX32-7837" fmla="*/ 9410 w 10000"/>
              <a:gd name="connsiteY32-7838" fmla="*/ 4238 h 10000"/>
              <a:gd name="connsiteX33-7839" fmla="*/ 9342 w 10000"/>
              <a:gd name="connsiteY33-7840" fmla="*/ 4568 h 10000"/>
              <a:gd name="connsiteX34-7841" fmla="*/ 9273 w 10000"/>
              <a:gd name="connsiteY34-7842" fmla="*/ 4999 h 10000"/>
              <a:gd name="connsiteX35-7843" fmla="*/ 9204 w 10000"/>
              <a:gd name="connsiteY35-7844" fmla="*/ 5432 h 10000"/>
              <a:gd name="connsiteX36-7845" fmla="*/ 9122 w 10000"/>
              <a:gd name="connsiteY36-7846" fmla="*/ 5864 h 10000"/>
              <a:gd name="connsiteX37-7847" fmla="*/ 8985 w 10000"/>
              <a:gd name="connsiteY37-7848" fmla="*/ 6852 h 10000"/>
              <a:gd name="connsiteX38-7849" fmla="*/ 8916 w 10000"/>
              <a:gd name="connsiteY38-7850" fmla="*/ 7284 h 10000"/>
              <a:gd name="connsiteX39-7851" fmla="*/ 8834 w 10000"/>
              <a:gd name="connsiteY39-7852" fmla="*/ 7715 h 10000"/>
              <a:gd name="connsiteX40-7853" fmla="*/ 8765 w 10000"/>
              <a:gd name="connsiteY40-7854" fmla="*/ 8147 h 10000"/>
              <a:gd name="connsiteX41-7855" fmla="*/ 8697 w 10000"/>
              <a:gd name="connsiteY41-7856" fmla="*/ 8581 h 10000"/>
              <a:gd name="connsiteX42-7857" fmla="*/ 8615 w 10000"/>
              <a:gd name="connsiteY42-7858" fmla="*/ 8909 h 10000"/>
              <a:gd name="connsiteX43-7859" fmla="*/ 8615 w 10000"/>
              <a:gd name="connsiteY43-7860" fmla="*/ 9134 h 10000"/>
              <a:gd name="connsiteX44-7861" fmla="*/ 8546 w 10000"/>
              <a:gd name="connsiteY44-7862" fmla="*/ 9464 h 10000"/>
              <a:gd name="connsiteX45-7863" fmla="*/ 8477 w 10000"/>
              <a:gd name="connsiteY45-7864" fmla="*/ 9670 h 10000"/>
              <a:gd name="connsiteX46-7865" fmla="*/ 8326 w 10000"/>
              <a:gd name="connsiteY46-7866" fmla="*/ 10000 h 10000"/>
              <a:gd name="connsiteX47-7867" fmla="*/ 7682 w 10000"/>
              <a:gd name="connsiteY47-7868" fmla="*/ 8477 h 10000"/>
              <a:gd name="connsiteX48-7869" fmla="*/ 7750 w 10000"/>
              <a:gd name="connsiteY48-7870" fmla="*/ 8374 h 10000"/>
              <a:gd name="connsiteX49-7871" fmla="*/ 7819 w 10000"/>
              <a:gd name="connsiteY49-7872" fmla="*/ 8147 h 10000"/>
              <a:gd name="connsiteX50-7873" fmla="*/ 7901 w 10000"/>
              <a:gd name="connsiteY50-7874" fmla="*/ 8045 h 10000"/>
              <a:gd name="connsiteX51-7875" fmla="*/ 7970 w 10000"/>
              <a:gd name="connsiteY51-7876" fmla="*/ 7818 h 10000"/>
              <a:gd name="connsiteX52-7877" fmla="*/ 7970 w 10000"/>
              <a:gd name="connsiteY52-7878" fmla="*/ 7614 h 10000"/>
              <a:gd name="connsiteX53-7879" fmla="*/ 8038 w 10000"/>
              <a:gd name="connsiteY53-7880" fmla="*/ 7387 h 10000"/>
              <a:gd name="connsiteX54-7881" fmla="*/ 8107 w 10000"/>
              <a:gd name="connsiteY54-7882" fmla="*/ 7057 h 10000"/>
              <a:gd name="connsiteX55-7883" fmla="*/ 8189 w 10000"/>
              <a:gd name="connsiteY55-7884" fmla="*/ 6730 h 10000"/>
              <a:gd name="connsiteX56-7885" fmla="*/ 8189 w 10000"/>
              <a:gd name="connsiteY56-7886" fmla="*/ 6297 h 10000"/>
              <a:gd name="connsiteX57-7887" fmla="*/ 8326 w 10000"/>
              <a:gd name="connsiteY57-7888" fmla="*/ 5536 h 10000"/>
              <a:gd name="connsiteX58-7889" fmla="*/ 8409 w 10000"/>
              <a:gd name="connsiteY58-7890" fmla="*/ 4671 h 10000"/>
              <a:gd name="connsiteX59-7891" fmla="*/ 8409 w 10000"/>
              <a:gd name="connsiteY59-7892" fmla="*/ 3910 h 10000"/>
              <a:gd name="connsiteX60-7893" fmla="*/ 8477 w 10000"/>
              <a:gd name="connsiteY60-7894" fmla="*/ 3148 h 10000"/>
              <a:gd name="connsiteX61-7895" fmla="*/ 8477 w 10000"/>
              <a:gd name="connsiteY61-7896" fmla="*/ 2819 h 10000"/>
              <a:gd name="connsiteX62-7897" fmla="*/ 8477 w 10000"/>
              <a:gd name="connsiteY62-7898" fmla="*/ 2510 h 10000"/>
              <a:gd name="connsiteX63-7899" fmla="*/ 8477 w 10000"/>
              <a:gd name="connsiteY63-7900" fmla="*/ 2284 h 10000"/>
              <a:gd name="connsiteX64-7901" fmla="*/ 8477 w 10000"/>
              <a:gd name="connsiteY64-7902" fmla="*/ 2058 h 10000"/>
              <a:gd name="connsiteX65-7903" fmla="*/ 8477 w 10000"/>
              <a:gd name="connsiteY65-7904" fmla="*/ 1852 h 10000"/>
              <a:gd name="connsiteX66-7905" fmla="*/ 8477 w 10000"/>
              <a:gd name="connsiteY66-7906" fmla="*/ 1750 h 10000"/>
              <a:gd name="connsiteX67-7907" fmla="*/ 8409 w 10000"/>
              <a:gd name="connsiteY67-7908" fmla="*/ 1625 h 10000"/>
              <a:gd name="connsiteX68-7909" fmla="*/ 8409 w 10000"/>
              <a:gd name="connsiteY68-7910" fmla="*/ 1523 h 10000"/>
              <a:gd name="connsiteX69-7911" fmla="*/ 8409 w 10000"/>
              <a:gd name="connsiteY69-7912" fmla="*/ 1419 h 10000"/>
              <a:gd name="connsiteX70-7913" fmla="*/ 8326 w 10000"/>
              <a:gd name="connsiteY70-7914" fmla="*/ 1419 h 10000"/>
              <a:gd name="connsiteX71-7915" fmla="*/ 8258 w 10000"/>
              <a:gd name="connsiteY71-7916" fmla="*/ 1297 h 10000"/>
              <a:gd name="connsiteX72-7917" fmla="*/ 8258 w 10000"/>
              <a:gd name="connsiteY72-7918" fmla="*/ 1297 h 10000"/>
              <a:gd name="connsiteX73-7919" fmla="*/ 8107 w 10000"/>
              <a:gd name="connsiteY73-7920" fmla="*/ 1297 h 10000"/>
              <a:gd name="connsiteX74-7921" fmla="*/ 8038 w 10000"/>
              <a:gd name="connsiteY74-7922" fmla="*/ 1297 h 10000"/>
              <a:gd name="connsiteX75-7923" fmla="*/ 7970 w 10000"/>
              <a:gd name="connsiteY75-7924" fmla="*/ 1297 h 10000"/>
              <a:gd name="connsiteX76-7925" fmla="*/ 7819 w 10000"/>
              <a:gd name="connsiteY76-7926" fmla="*/ 1297 h 10000"/>
              <a:gd name="connsiteX77-7927" fmla="*/ 7682 w 10000"/>
              <a:gd name="connsiteY77-7928" fmla="*/ 1297 h 10000"/>
              <a:gd name="connsiteX78-7929" fmla="*/ 7462 w 10000"/>
              <a:gd name="connsiteY78-7930" fmla="*/ 1297 h 10000"/>
              <a:gd name="connsiteX79-7931" fmla="*/ 7311 w 10000"/>
              <a:gd name="connsiteY79-7932" fmla="*/ 1297 h 10000"/>
              <a:gd name="connsiteX80-7933" fmla="*/ 7092 w 10000"/>
              <a:gd name="connsiteY80-7934" fmla="*/ 1297 h 10000"/>
              <a:gd name="connsiteX81-7935" fmla="*/ 6804 w 10000"/>
              <a:gd name="connsiteY81-7936" fmla="*/ 1297 h 10000"/>
              <a:gd name="connsiteX82-7937" fmla="*/ 6516 w 10000"/>
              <a:gd name="connsiteY82-7938" fmla="*/ 1419 h 10000"/>
              <a:gd name="connsiteX83-7939" fmla="*/ 6228 w 10000"/>
              <a:gd name="connsiteY83-7940" fmla="*/ 1419 h 10000"/>
              <a:gd name="connsiteX84-7941" fmla="*/ 5871 w 10000"/>
              <a:gd name="connsiteY84-7942" fmla="*/ 1523 h 10000"/>
              <a:gd name="connsiteX85-7943" fmla="*/ 5144 w 10000"/>
              <a:gd name="connsiteY85-7944" fmla="*/ 1625 h 10000"/>
              <a:gd name="connsiteX86-7945" fmla="*/ 4417 w 10000"/>
              <a:gd name="connsiteY86-7946" fmla="*/ 1852 h 10000"/>
              <a:gd name="connsiteX87-7947" fmla="*/ 3690 w 10000"/>
              <a:gd name="connsiteY87-7948" fmla="*/ 1955 h 10000"/>
              <a:gd name="connsiteX88-7949" fmla="*/ 2963 w 10000"/>
              <a:gd name="connsiteY88-7950" fmla="*/ 2058 h 10000"/>
              <a:gd name="connsiteX89-7951" fmla="*/ 2167 w 10000"/>
              <a:gd name="connsiteY89-7952" fmla="*/ 2182 h 10000"/>
              <a:gd name="connsiteX90-7953" fmla="*/ 1454 w 10000"/>
              <a:gd name="connsiteY90-7954" fmla="*/ 2284 h 10000"/>
              <a:gd name="connsiteX91-7955" fmla="*/ 727 w 10000"/>
              <a:gd name="connsiteY91-7956" fmla="*/ 2386 h 10000"/>
              <a:gd name="connsiteX92-7957" fmla="*/ 0 w 10000"/>
              <a:gd name="connsiteY92-7958" fmla="*/ 2510 h 10000"/>
              <a:gd name="connsiteX93-7959" fmla="*/ 0 w 10000"/>
              <a:gd name="connsiteY93-7960" fmla="*/ 1852 h 10000"/>
              <a:gd name="connsiteX94-7961" fmla="*/ 576 w 10000"/>
              <a:gd name="connsiteY94-7962" fmla="*/ 1750 h 10000"/>
              <a:gd name="connsiteX95-7963" fmla="*/ 1152 w 10000"/>
              <a:gd name="connsiteY95-7964" fmla="*/ 1625 h 10000"/>
              <a:gd name="connsiteX96-7965" fmla="*/ 1660 w 10000"/>
              <a:gd name="connsiteY96-7966" fmla="*/ 1523 h 10000"/>
              <a:gd name="connsiteX97-7967" fmla="*/ 2167 w 10000"/>
              <a:gd name="connsiteY97-7968" fmla="*/ 1419 h 10000"/>
              <a:gd name="connsiteX98-7969" fmla="*/ 2675 w 10000"/>
              <a:gd name="connsiteY98-7970" fmla="*/ 1419 h 10000"/>
              <a:gd name="connsiteX99-7971" fmla="*/ 3114 w 10000"/>
              <a:gd name="connsiteY99-7972" fmla="*/ 1297 h 10000"/>
              <a:gd name="connsiteX100-7973" fmla="*/ 3553 w 10000"/>
              <a:gd name="connsiteY100-7974" fmla="*/ 1194 h 10000"/>
              <a:gd name="connsiteX101-7975" fmla="*/ 3978 w 10000"/>
              <a:gd name="connsiteY101-7976" fmla="*/ 1194 h 10000"/>
              <a:gd name="connsiteX102-7977" fmla="*/ 4348 w 10000"/>
              <a:gd name="connsiteY102-7978" fmla="*/ 1091 h 10000"/>
              <a:gd name="connsiteX103-7979" fmla="*/ 4705 w 10000"/>
              <a:gd name="connsiteY103-7980" fmla="*/ 988 h 10000"/>
              <a:gd name="connsiteX104-7981" fmla="*/ 5075 w 10000"/>
              <a:gd name="connsiteY104-7982" fmla="*/ 988 h 10000"/>
              <a:gd name="connsiteX105-7983" fmla="*/ 5364 w 10000"/>
              <a:gd name="connsiteY105-7984" fmla="*/ 865 h 10000"/>
              <a:gd name="connsiteX106-7985" fmla="*/ 5720 w 10000"/>
              <a:gd name="connsiteY106-7986" fmla="*/ 865 h 10000"/>
              <a:gd name="connsiteX107-7987" fmla="*/ 5940 w 10000"/>
              <a:gd name="connsiteY107-7988" fmla="*/ 865 h 10000"/>
              <a:gd name="connsiteX108-7989" fmla="*/ 6228 w 10000"/>
              <a:gd name="connsiteY108-7990" fmla="*/ 761 h 10000"/>
              <a:gd name="connsiteX109-7991" fmla="*/ 6447 w 10000"/>
              <a:gd name="connsiteY109-7992" fmla="*/ 761 h 10000"/>
              <a:gd name="connsiteX110-7993" fmla="*/ 6804 w 10000"/>
              <a:gd name="connsiteY110-7994" fmla="*/ 660 h 10000"/>
              <a:gd name="connsiteX111-7995" fmla="*/ 7174 w 10000"/>
              <a:gd name="connsiteY111-7996" fmla="*/ 660 h 10000"/>
              <a:gd name="connsiteX112-7997" fmla="*/ 7462 w 10000"/>
              <a:gd name="connsiteY112-7998" fmla="*/ 534 h 10000"/>
              <a:gd name="connsiteX113-7999" fmla="*/ 7750 w 10000"/>
              <a:gd name="connsiteY113-8000" fmla="*/ 534 h 10000"/>
              <a:gd name="connsiteX114-8001" fmla="*/ 7901 w 10000"/>
              <a:gd name="connsiteY114-8002" fmla="*/ 433 h 10000"/>
              <a:gd name="connsiteX115-8003" fmla="*/ 8038 w 10000"/>
              <a:gd name="connsiteY115-8004" fmla="*/ 330 h 10000"/>
              <a:gd name="connsiteX116-8005" fmla="*/ 8189 w 10000"/>
              <a:gd name="connsiteY116-8006" fmla="*/ 330 h 10000"/>
              <a:gd name="connsiteX117-8007" fmla="*/ 8189 w 10000"/>
              <a:gd name="connsiteY117-8008" fmla="*/ 226 h 10000"/>
              <a:gd name="connsiteX118-8009" fmla="*/ 8189 w 10000"/>
              <a:gd name="connsiteY118-8010" fmla="*/ 226 h 10000"/>
              <a:gd name="connsiteX0-8011" fmla="*/ 8189 w 10000"/>
              <a:gd name="connsiteY0-8012" fmla="*/ 226 h 10000"/>
              <a:gd name="connsiteX1-8013" fmla="*/ 8258 w 10000"/>
              <a:gd name="connsiteY1-8014" fmla="*/ 103 h 10000"/>
              <a:gd name="connsiteX2-8015" fmla="*/ 8409 w 10000"/>
              <a:gd name="connsiteY2-8016" fmla="*/ 103 h 10000"/>
              <a:gd name="connsiteX3-8017" fmla="*/ 8477 w 10000"/>
              <a:gd name="connsiteY3-8018" fmla="*/ 0 h 10000"/>
              <a:gd name="connsiteX4-8019" fmla="*/ 8546 w 10000"/>
              <a:gd name="connsiteY4-8020" fmla="*/ 0 h 10000"/>
              <a:gd name="connsiteX5-8021" fmla="*/ 8697 w 10000"/>
              <a:gd name="connsiteY5-8022" fmla="*/ 103 h 10000"/>
              <a:gd name="connsiteX6-8023" fmla="*/ 8916 w 10000"/>
              <a:gd name="connsiteY6-8024" fmla="*/ 226 h 10000"/>
              <a:gd name="connsiteX7-8025" fmla="*/ 8985 w 10000"/>
              <a:gd name="connsiteY7-8026" fmla="*/ 330 h 10000"/>
              <a:gd name="connsiteX8-8027" fmla="*/ 9122 w 10000"/>
              <a:gd name="connsiteY8-8028" fmla="*/ 534 h 10000"/>
              <a:gd name="connsiteX9-8029" fmla="*/ 9204 w 10000"/>
              <a:gd name="connsiteY9-8030" fmla="*/ 660 h 10000"/>
              <a:gd name="connsiteX10-8031" fmla="*/ 9342 w 10000"/>
              <a:gd name="connsiteY10-8032" fmla="*/ 761 h 10000"/>
              <a:gd name="connsiteX11-8033" fmla="*/ 9492 w 10000"/>
              <a:gd name="connsiteY11-8034" fmla="*/ 988 h 10000"/>
              <a:gd name="connsiteX12-8035" fmla="*/ 9630 w 10000"/>
              <a:gd name="connsiteY12-8036" fmla="*/ 1091 h 10000"/>
              <a:gd name="connsiteX13-8037" fmla="*/ 9712 w 10000"/>
              <a:gd name="connsiteY13-8038" fmla="*/ 1297 h 10000"/>
              <a:gd name="connsiteX14-8039" fmla="*/ 9849 w 10000"/>
              <a:gd name="connsiteY14-8040" fmla="*/ 1419 h 10000"/>
              <a:gd name="connsiteX15-8041" fmla="*/ 9918 w 10000"/>
              <a:gd name="connsiteY15-8042" fmla="*/ 1523 h 10000"/>
              <a:gd name="connsiteX16-8043" fmla="*/ 9918 w 10000"/>
              <a:gd name="connsiteY16-8044" fmla="*/ 1625 h 10000"/>
              <a:gd name="connsiteX17-8045" fmla="*/ 10000 w 10000"/>
              <a:gd name="connsiteY17-8046" fmla="*/ 1625 h 10000"/>
              <a:gd name="connsiteX18-8047" fmla="*/ 10000 w 10000"/>
              <a:gd name="connsiteY18-8048" fmla="*/ 1750 h 10000"/>
              <a:gd name="connsiteX19-8049" fmla="*/ 10000 w 10000"/>
              <a:gd name="connsiteY19-8050" fmla="*/ 1852 h 10000"/>
              <a:gd name="connsiteX20-8051" fmla="*/ 9918 w 10000"/>
              <a:gd name="connsiteY20-8052" fmla="*/ 1955 h 10000"/>
              <a:gd name="connsiteX21-8053" fmla="*/ 9849 w 10000"/>
              <a:gd name="connsiteY21-8054" fmla="*/ 1955 h 10000"/>
              <a:gd name="connsiteX22-8055" fmla="*/ 9781 w 10000"/>
              <a:gd name="connsiteY22-8056" fmla="*/ 2058 h 10000"/>
              <a:gd name="connsiteX23-8057" fmla="*/ 9712 w 10000"/>
              <a:gd name="connsiteY23-8058" fmla="*/ 2058 h 10000"/>
              <a:gd name="connsiteX24-8059" fmla="*/ 9712 w 10000"/>
              <a:gd name="connsiteY24-8060" fmla="*/ 2182 h 10000"/>
              <a:gd name="connsiteX25-8061" fmla="*/ 9630 w 10000"/>
              <a:gd name="connsiteY25-8062" fmla="*/ 2284 h 10000"/>
              <a:gd name="connsiteX26-8063" fmla="*/ 9561 w 10000"/>
              <a:gd name="connsiteY26-8064" fmla="*/ 2510 h 10000"/>
              <a:gd name="connsiteX27-8065" fmla="*/ 9561 w 10000"/>
              <a:gd name="connsiteY27-8066" fmla="*/ 2715 h 10000"/>
              <a:gd name="connsiteX28-8067" fmla="*/ 9492 w 10000"/>
              <a:gd name="connsiteY28-8068" fmla="*/ 2943 h 10000"/>
              <a:gd name="connsiteX29-8069" fmla="*/ 9492 w 10000"/>
              <a:gd name="connsiteY29-8070" fmla="*/ 3271 h 10000"/>
              <a:gd name="connsiteX30-8071" fmla="*/ 9492 w 10000"/>
              <a:gd name="connsiteY30-8072" fmla="*/ 3477 h 10000"/>
              <a:gd name="connsiteX31-8073" fmla="*/ 9410 w 10000"/>
              <a:gd name="connsiteY31-8074" fmla="*/ 3807 h 10000"/>
              <a:gd name="connsiteX32-8075" fmla="*/ 9410 w 10000"/>
              <a:gd name="connsiteY32-8076" fmla="*/ 4238 h 10000"/>
              <a:gd name="connsiteX33-8077" fmla="*/ 9342 w 10000"/>
              <a:gd name="connsiteY33-8078" fmla="*/ 4568 h 10000"/>
              <a:gd name="connsiteX34-8079" fmla="*/ 9273 w 10000"/>
              <a:gd name="connsiteY34-8080" fmla="*/ 4999 h 10000"/>
              <a:gd name="connsiteX35-8081" fmla="*/ 9204 w 10000"/>
              <a:gd name="connsiteY35-8082" fmla="*/ 5432 h 10000"/>
              <a:gd name="connsiteX36-8083" fmla="*/ 9122 w 10000"/>
              <a:gd name="connsiteY36-8084" fmla="*/ 5864 h 10000"/>
              <a:gd name="connsiteX37-8085" fmla="*/ 8985 w 10000"/>
              <a:gd name="connsiteY37-8086" fmla="*/ 6852 h 10000"/>
              <a:gd name="connsiteX38-8087" fmla="*/ 8916 w 10000"/>
              <a:gd name="connsiteY38-8088" fmla="*/ 7284 h 10000"/>
              <a:gd name="connsiteX39-8089" fmla="*/ 8834 w 10000"/>
              <a:gd name="connsiteY39-8090" fmla="*/ 7715 h 10000"/>
              <a:gd name="connsiteX40-8091" fmla="*/ 8765 w 10000"/>
              <a:gd name="connsiteY40-8092" fmla="*/ 8147 h 10000"/>
              <a:gd name="connsiteX41-8093" fmla="*/ 8697 w 10000"/>
              <a:gd name="connsiteY41-8094" fmla="*/ 8581 h 10000"/>
              <a:gd name="connsiteX42-8095" fmla="*/ 8615 w 10000"/>
              <a:gd name="connsiteY42-8096" fmla="*/ 8909 h 10000"/>
              <a:gd name="connsiteX43-8097" fmla="*/ 8615 w 10000"/>
              <a:gd name="connsiteY43-8098" fmla="*/ 9134 h 10000"/>
              <a:gd name="connsiteX44-8099" fmla="*/ 8546 w 10000"/>
              <a:gd name="connsiteY44-8100" fmla="*/ 9464 h 10000"/>
              <a:gd name="connsiteX45-8101" fmla="*/ 8477 w 10000"/>
              <a:gd name="connsiteY45-8102" fmla="*/ 9670 h 10000"/>
              <a:gd name="connsiteX46-8103" fmla="*/ 8326 w 10000"/>
              <a:gd name="connsiteY46-8104" fmla="*/ 10000 h 10000"/>
              <a:gd name="connsiteX47-8105" fmla="*/ 7682 w 10000"/>
              <a:gd name="connsiteY47-8106" fmla="*/ 8477 h 10000"/>
              <a:gd name="connsiteX48-8107" fmla="*/ 7819 w 10000"/>
              <a:gd name="connsiteY48-8108" fmla="*/ 8147 h 10000"/>
              <a:gd name="connsiteX49-8109" fmla="*/ 7901 w 10000"/>
              <a:gd name="connsiteY49-8110" fmla="*/ 8045 h 10000"/>
              <a:gd name="connsiteX50-8111" fmla="*/ 7970 w 10000"/>
              <a:gd name="connsiteY50-8112" fmla="*/ 7818 h 10000"/>
              <a:gd name="connsiteX51-8113" fmla="*/ 7970 w 10000"/>
              <a:gd name="connsiteY51-8114" fmla="*/ 7614 h 10000"/>
              <a:gd name="connsiteX52-8115" fmla="*/ 8038 w 10000"/>
              <a:gd name="connsiteY52-8116" fmla="*/ 7387 h 10000"/>
              <a:gd name="connsiteX53-8117" fmla="*/ 8107 w 10000"/>
              <a:gd name="connsiteY53-8118" fmla="*/ 7057 h 10000"/>
              <a:gd name="connsiteX54-8119" fmla="*/ 8189 w 10000"/>
              <a:gd name="connsiteY54-8120" fmla="*/ 6730 h 10000"/>
              <a:gd name="connsiteX55-8121" fmla="*/ 8189 w 10000"/>
              <a:gd name="connsiteY55-8122" fmla="*/ 6297 h 10000"/>
              <a:gd name="connsiteX56-8123" fmla="*/ 8326 w 10000"/>
              <a:gd name="connsiteY56-8124" fmla="*/ 5536 h 10000"/>
              <a:gd name="connsiteX57-8125" fmla="*/ 8409 w 10000"/>
              <a:gd name="connsiteY57-8126" fmla="*/ 4671 h 10000"/>
              <a:gd name="connsiteX58-8127" fmla="*/ 8409 w 10000"/>
              <a:gd name="connsiteY58-8128" fmla="*/ 3910 h 10000"/>
              <a:gd name="connsiteX59-8129" fmla="*/ 8477 w 10000"/>
              <a:gd name="connsiteY59-8130" fmla="*/ 3148 h 10000"/>
              <a:gd name="connsiteX60-8131" fmla="*/ 8477 w 10000"/>
              <a:gd name="connsiteY60-8132" fmla="*/ 2819 h 10000"/>
              <a:gd name="connsiteX61-8133" fmla="*/ 8477 w 10000"/>
              <a:gd name="connsiteY61-8134" fmla="*/ 2510 h 10000"/>
              <a:gd name="connsiteX62-8135" fmla="*/ 8477 w 10000"/>
              <a:gd name="connsiteY62-8136" fmla="*/ 2284 h 10000"/>
              <a:gd name="connsiteX63-8137" fmla="*/ 8477 w 10000"/>
              <a:gd name="connsiteY63-8138" fmla="*/ 2058 h 10000"/>
              <a:gd name="connsiteX64-8139" fmla="*/ 8477 w 10000"/>
              <a:gd name="connsiteY64-8140" fmla="*/ 1852 h 10000"/>
              <a:gd name="connsiteX65-8141" fmla="*/ 8477 w 10000"/>
              <a:gd name="connsiteY65-8142" fmla="*/ 1750 h 10000"/>
              <a:gd name="connsiteX66-8143" fmla="*/ 8409 w 10000"/>
              <a:gd name="connsiteY66-8144" fmla="*/ 1625 h 10000"/>
              <a:gd name="connsiteX67-8145" fmla="*/ 8409 w 10000"/>
              <a:gd name="connsiteY67-8146" fmla="*/ 1523 h 10000"/>
              <a:gd name="connsiteX68-8147" fmla="*/ 8409 w 10000"/>
              <a:gd name="connsiteY68-8148" fmla="*/ 1419 h 10000"/>
              <a:gd name="connsiteX69-8149" fmla="*/ 8326 w 10000"/>
              <a:gd name="connsiteY69-8150" fmla="*/ 1419 h 10000"/>
              <a:gd name="connsiteX70-8151" fmla="*/ 8258 w 10000"/>
              <a:gd name="connsiteY70-8152" fmla="*/ 1297 h 10000"/>
              <a:gd name="connsiteX71-8153" fmla="*/ 8258 w 10000"/>
              <a:gd name="connsiteY71-8154" fmla="*/ 1297 h 10000"/>
              <a:gd name="connsiteX72-8155" fmla="*/ 8107 w 10000"/>
              <a:gd name="connsiteY72-8156" fmla="*/ 1297 h 10000"/>
              <a:gd name="connsiteX73-8157" fmla="*/ 8038 w 10000"/>
              <a:gd name="connsiteY73-8158" fmla="*/ 1297 h 10000"/>
              <a:gd name="connsiteX74-8159" fmla="*/ 7970 w 10000"/>
              <a:gd name="connsiteY74-8160" fmla="*/ 1297 h 10000"/>
              <a:gd name="connsiteX75-8161" fmla="*/ 7819 w 10000"/>
              <a:gd name="connsiteY75-8162" fmla="*/ 1297 h 10000"/>
              <a:gd name="connsiteX76-8163" fmla="*/ 7682 w 10000"/>
              <a:gd name="connsiteY76-8164" fmla="*/ 1297 h 10000"/>
              <a:gd name="connsiteX77-8165" fmla="*/ 7462 w 10000"/>
              <a:gd name="connsiteY77-8166" fmla="*/ 1297 h 10000"/>
              <a:gd name="connsiteX78-8167" fmla="*/ 7311 w 10000"/>
              <a:gd name="connsiteY78-8168" fmla="*/ 1297 h 10000"/>
              <a:gd name="connsiteX79-8169" fmla="*/ 7092 w 10000"/>
              <a:gd name="connsiteY79-8170" fmla="*/ 1297 h 10000"/>
              <a:gd name="connsiteX80-8171" fmla="*/ 6804 w 10000"/>
              <a:gd name="connsiteY80-8172" fmla="*/ 1297 h 10000"/>
              <a:gd name="connsiteX81-8173" fmla="*/ 6516 w 10000"/>
              <a:gd name="connsiteY81-8174" fmla="*/ 1419 h 10000"/>
              <a:gd name="connsiteX82-8175" fmla="*/ 6228 w 10000"/>
              <a:gd name="connsiteY82-8176" fmla="*/ 1419 h 10000"/>
              <a:gd name="connsiteX83-8177" fmla="*/ 5871 w 10000"/>
              <a:gd name="connsiteY83-8178" fmla="*/ 1523 h 10000"/>
              <a:gd name="connsiteX84-8179" fmla="*/ 5144 w 10000"/>
              <a:gd name="connsiteY84-8180" fmla="*/ 1625 h 10000"/>
              <a:gd name="connsiteX85-8181" fmla="*/ 4417 w 10000"/>
              <a:gd name="connsiteY85-8182" fmla="*/ 1852 h 10000"/>
              <a:gd name="connsiteX86-8183" fmla="*/ 3690 w 10000"/>
              <a:gd name="connsiteY86-8184" fmla="*/ 1955 h 10000"/>
              <a:gd name="connsiteX87-8185" fmla="*/ 2963 w 10000"/>
              <a:gd name="connsiteY87-8186" fmla="*/ 2058 h 10000"/>
              <a:gd name="connsiteX88-8187" fmla="*/ 2167 w 10000"/>
              <a:gd name="connsiteY88-8188" fmla="*/ 2182 h 10000"/>
              <a:gd name="connsiteX89-8189" fmla="*/ 1454 w 10000"/>
              <a:gd name="connsiteY89-8190" fmla="*/ 2284 h 10000"/>
              <a:gd name="connsiteX90-8191" fmla="*/ 727 w 10000"/>
              <a:gd name="connsiteY90-8192" fmla="*/ 2386 h 10000"/>
              <a:gd name="connsiteX91-8193" fmla="*/ 0 w 10000"/>
              <a:gd name="connsiteY91-8194" fmla="*/ 2510 h 10000"/>
              <a:gd name="connsiteX92-8195" fmla="*/ 0 w 10000"/>
              <a:gd name="connsiteY92-8196" fmla="*/ 1852 h 10000"/>
              <a:gd name="connsiteX93-8197" fmla="*/ 576 w 10000"/>
              <a:gd name="connsiteY93-8198" fmla="*/ 1750 h 10000"/>
              <a:gd name="connsiteX94-8199" fmla="*/ 1152 w 10000"/>
              <a:gd name="connsiteY94-8200" fmla="*/ 1625 h 10000"/>
              <a:gd name="connsiteX95-8201" fmla="*/ 1660 w 10000"/>
              <a:gd name="connsiteY95-8202" fmla="*/ 1523 h 10000"/>
              <a:gd name="connsiteX96-8203" fmla="*/ 2167 w 10000"/>
              <a:gd name="connsiteY96-8204" fmla="*/ 1419 h 10000"/>
              <a:gd name="connsiteX97-8205" fmla="*/ 2675 w 10000"/>
              <a:gd name="connsiteY97-8206" fmla="*/ 1419 h 10000"/>
              <a:gd name="connsiteX98-8207" fmla="*/ 3114 w 10000"/>
              <a:gd name="connsiteY98-8208" fmla="*/ 1297 h 10000"/>
              <a:gd name="connsiteX99-8209" fmla="*/ 3553 w 10000"/>
              <a:gd name="connsiteY99-8210" fmla="*/ 1194 h 10000"/>
              <a:gd name="connsiteX100-8211" fmla="*/ 3978 w 10000"/>
              <a:gd name="connsiteY100-8212" fmla="*/ 1194 h 10000"/>
              <a:gd name="connsiteX101-8213" fmla="*/ 4348 w 10000"/>
              <a:gd name="connsiteY101-8214" fmla="*/ 1091 h 10000"/>
              <a:gd name="connsiteX102-8215" fmla="*/ 4705 w 10000"/>
              <a:gd name="connsiteY102-8216" fmla="*/ 988 h 10000"/>
              <a:gd name="connsiteX103-8217" fmla="*/ 5075 w 10000"/>
              <a:gd name="connsiteY103-8218" fmla="*/ 988 h 10000"/>
              <a:gd name="connsiteX104-8219" fmla="*/ 5364 w 10000"/>
              <a:gd name="connsiteY104-8220" fmla="*/ 865 h 10000"/>
              <a:gd name="connsiteX105-8221" fmla="*/ 5720 w 10000"/>
              <a:gd name="connsiteY105-8222" fmla="*/ 865 h 10000"/>
              <a:gd name="connsiteX106-8223" fmla="*/ 5940 w 10000"/>
              <a:gd name="connsiteY106-8224" fmla="*/ 865 h 10000"/>
              <a:gd name="connsiteX107-8225" fmla="*/ 6228 w 10000"/>
              <a:gd name="connsiteY107-8226" fmla="*/ 761 h 10000"/>
              <a:gd name="connsiteX108-8227" fmla="*/ 6447 w 10000"/>
              <a:gd name="connsiteY108-8228" fmla="*/ 761 h 10000"/>
              <a:gd name="connsiteX109-8229" fmla="*/ 6804 w 10000"/>
              <a:gd name="connsiteY109-8230" fmla="*/ 660 h 10000"/>
              <a:gd name="connsiteX110-8231" fmla="*/ 7174 w 10000"/>
              <a:gd name="connsiteY110-8232" fmla="*/ 660 h 10000"/>
              <a:gd name="connsiteX111-8233" fmla="*/ 7462 w 10000"/>
              <a:gd name="connsiteY111-8234" fmla="*/ 534 h 10000"/>
              <a:gd name="connsiteX112-8235" fmla="*/ 7750 w 10000"/>
              <a:gd name="connsiteY112-8236" fmla="*/ 534 h 10000"/>
              <a:gd name="connsiteX113-8237" fmla="*/ 7901 w 10000"/>
              <a:gd name="connsiteY113-8238" fmla="*/ 433 h 10000"/>
              <a:gd name="connsiteX114-8239" fmla="*/ 8038 w 10000"/>
              <a:gd name="connsiteY114-8240" fmla="*/ 330 h 10000"/>
              <a:gd name="connsiteX115-8241" fmla="*/ 8189 w 10000"/>
              <a:gd name="connsiteY115-8242" fmla="*/ 330 h 10000"/>
              <a:gd name="connsiteX116-8243" fmla="*/ 8189 w 10000"/>
              <a:gd name="connsiteY116-8244" fmla="*/ 226 h 10000"/>
              <a:gd name="connsiteX117-8245" fmla="*/ 8189 w 10000"/>
              <a:gd name="connsiteY117-8246" fmla="*/ 226 h 10000"/>
              <a:gd name="connsiteX0-8247" fmla="*/ 8189 w 10000"/>
              <a:gd name="connsiteY0-8248" fmla="*/ 226 h 10000"/>
              <a:gd name="connsiteX1-8249" fmla="*/ 8258 w 10000"/>
              <a:gd name="connsiteY1-8250" fmla="*/ 103 h 10000"/>
              <a:gd name="connsiteX2-8251" fmla="*/ 8409 w 10000"/>
              <a:gd name="connsiteY2-8252" fmla="*/ 103 h 10000"/>
              <a:gd name="connsiteX3-8253" fmla="*/ 8477 w 10000"/>
              <a:gd name="connsiteY3-8254" fmla="*/ 0 h 10000"/>
              <a:gd name="connsiteX4-8255" fmla="*/ 8546 w 10000"/>
              <a:gd name="connsiteY4-8256" fmla="*/ 0 h 10000"/>
              <a:gd name="connsiteX5-8257" fmla="*/ 8697 w 10000"/>
              <a:gd name="connsiteY5-8258" fmla="*/ 103 h 10000"/>
              <a:gd name="connsiteX6-8259" fmla="*/ 8916 w 10000"/>
              <a:gd name="connsiteY6-8260" fmla="*/ 226 h 10000"/>
              <a:gd name="connsiteX7-8261" fmla="*/ 8985 w 10000"/>
              <a:gd name="connsiteY7-8262" fmla="*/ 330 h 10000"/>
              <a:gd name="connsiteX8-8263" fmla="*/ 9122 w 10000"/>
              <a:gd name="connsiteY8-8264" fmla="*/ 534 h 10000"/>
              <a:gd name="connsiteX9-8265" fmla="*/ 9204 w 10000"/>
              <a:gd name="connsiteY9-8266" fmla="*/ 660 h 10000"/>
              <a:gd name="connsiteX10-8267" fmla="*/ 9342 w 10000"/>
              <a:gd name="connsiteY10-8268" fmla="*/ 761 h 10000"/>
              <a:gd name="connsiteX11-8269" fmla="*/ 9492 w 10000"/>
              <a:gd name="connsiteY11-8270" fmla="*/ 988 h 10000"/>
              <a:gd name="connsiteX12-8271" fmla="*/ 9630 w 10000"/>
              <a:gd name="connsiteY12-8272" fmla="*/ 1091 h 10000"/>
              <a:gd name="connsiteX13-8273" fmla="*/ 9712 w 10000"/>
              <a:gd name="connsiteY13-8274" fmla="*/ 1297 h 10000"/>
              <a:gd name="connsiteX14-8275" fmla="*/ 9849 w 10000"/>
              <a:gd name="connsiteY14-8276" fmla="*/ 1419 h 10000"/>
              <a:gd name="connsiteX15-8277" fmla="*/ 9918 w 10000"/>
              <a:gd name="connsiteY15-8278" fmla="*/ 1523 h 10000"/>
              <a:gd name="connsiteX16-8279" fmla="*/ 9918 w 10000"/>
              <a:gd name="connsiteY16-8280" fmla="*/ 1625 h 10000"/>
              <a:gd name="connsiteX17-8281" fmla="*/ 10000 w 10000"/>
              <a:gd name="connsiteY17-8282" fmla="*/ 1625 h 10000"/>
              <a:gd name="connsiteX18-8283" fmla="*/ 10000 w 10000"/>
              <a:gd name="connsiteY18-8284" fmla="*/ 1750 h 10000"/>
              <a:gd name="connsiteX19-8285" fmla="*/ 10000 w 10000"/>
              <a:gd name="connsiteY19-8286" fmla="*/ 1852 h 10000"/>
              <a:gd name="connsiteX20-8287" fmla="*/ 9918 w 10000"/>
              <a:gd name="connsiteY20-8288" fmla="*/ 1955 h 10000"/>
              <a:gd name="connsiteX21-8289" fmla="*/ 9849 w 10000"/>
              <a:gd name="connsiteY21-8290" fmla="*/ 1955 h 10000"/>
              <a:gd name="connsiteX22-8291" fmla="*/ 9781 w 10000"/>
              <a:gd name="connsiteY22-8292" fmla="*/ 2058 h 10000"/>
              <a:gd name="connsiteX23-8293" fmla="*/ 9712 w 10000"/>
              <a:gd name="connsiteY23-8294" fmla="*/ 2058 h 10000"/>
              <a:gd name="connsiteX24-8295" fmla="*/ 9712 w 10000"/>
              <a:gd name="connsiteY24-8296" fmla="*/ 2182 h 10000"/>
              <a:gd name="connsiteX25-8297" fmla="*/ 9630 w 10000"/>
              <a:gd name="connsiteY25-8298" fmla="*/ 2284 h 10000"/>
              <a:gd name="connsiteX26-8299" fmla="*/ 9561 w 10000"/>
              <a:gd name="connsiteY26-8300" fmla="*/ 2510 h 10000"/>
              <a:gd name="connsiteX27-8301" fmla="*/ 9561 w 10000"/>
              <a:gd name="connsiteY27-8302" fmla="*/ 2715 h 10000"/>
              <a:gd name="connsiteX28-8303" fmla="*/ 9492 w 10000"/>
              <a:gd name="connsiteY28-8304" fmla="*/ 2943 h 10000"/>
              <a:gd name="connsiteX29-8305" fmla="*/ 9492 w 10000"/>
              <a:gd name="connsiteY29-8306" fmla="*/ 3271 h 10000"/>
              <a:gd name="connsiteX30-8307" fmla="*/ 9492 w 10000"/>
              <a:gd name="connsiteY30-8308" fmla="*/ 3477 h 10000"/>
              <a:gd name="connsiteX31-8309" fmla="*/ 9410 w 10000"/>
              <a:gd name="connsiteY31-8310" fmla="*/ 3807 h 10000"/>
              <a:gd name="connsiteX32-8311" fmla="*/ 9410 w 10000"/>
              <a:gd name="connsiteY32-8312" fmla="*/ 4238 h 10000"/>
              <a:gd name="connsiteX33-8313" fmla="*/ 9342 w 10000"/>
              <a:gd name="connsiteY33-8314" fmla="*/ 4568 h 10000"/>
              <a:gd name="connsiteX34-8315" fmla="*/ 9273 w 10000"/>
              <a:gd name="connsiteY34-8316" fmla="*/ 4999 h 10000"/>
              <a:gd name="connsiteX35-8317" fmla="*/ 9204 w 10000"/>
              <a:gd name="connsiteY35-8318" fmla="*/ 5432 h 10000"/>
              <a:gd name="connsiteX36-8319" fmla="*/ 9122 w 10000"/>
              <a:gd name="connsiteY36-8320" fmla="*/ 5864 h 10000"/>
              <a:gd name="connsiteX37-8321" fmla="*/ 8985 w 10000"/>
              <a:gd name="connsiteY37-8322" fmla="*/ 6852 h 10000"/>
              <a:gd name="connsiteX38-8323" fmla="*/ 8916 w 10000"/>
              <a:gd name="connsiteY38-8324" fmla="*/ 7284 h 10000"/>
              <a:gd name="connsiteX39-8325" fmla="*/ 8834 w 10000"/>
              <a:gd name="connsiteY39-8326" fmla="*/ 7715 h 10000"/>
              <a:gd name="connsiteX40-8327" fmla="*/ 8765 w 10000"/>
              <a:gd name="connsiteY40-8328" fmla="*/ 8147 h 10000"/>
              <a:gd name="connsiteX41-8329" fmla="*/ 8697 w 10000"/>
              <a:gd name="connsiteY41-8330" fmla="*/ 8581 h 10000"/>
              <a:gd name="connsiteX42-8331" fmla="*/ 8615 w 10000"/>
              <a:gd name="connsiteY42-8332" fmla="*/ 8909 h 10000"/>
              <a:gd name="connsiteX43-8333" fmla="*/ 8615 w 10000"/>
              <a:gd name="connsiteY43-8334" fmla="*/ 9134 h 10000"/>
              <a:gd name="connsiteX44-8335" fmla="*/ 8546 w 10000"/>
              <a:gd name="connsiteY44-8336" fmla="*/ 9464 h 10000"/>
              <a:gd name="connsiteX45-8337" fmla="*/ 8477 w 10000"/>
              <a:gd name="connsiteY45-8338" fmla="*/ 9670 h 10000"/>
              <a:gd name="connsiteX46-8339" fmla="*/ 8326 w 10000"/>
              <a:gd name="connsiteY46-8340" fmla="*/ 10000 h 10000"/>
              <a:gd name="connsiteX47-8341" fmla="*/ 7819 w 10000"/>
              <a:gd name="connsiteY47-8342" fmla="*/ 8147 h 10000"/>
              <a:gd name="connsiteX48-8343" fmla="*/ 7901 w 10000"/>
              <a:gd name="connsiteY48-8344" fmla="*/ 8045 h 10000"/>
              <a:gd name="connsiteX49-8345" fmla="*/ 7970 w 10000"/>
              <a:gd name="connsiteY49-8346" fmla="*/ 7818 h 10000"/>
              <a:gd name="connsiteX50-8347" fmla="*/ 7970 w 10000"/>
              <a:gd name="connsiteY50-8348" fmla="*/ 7614 h 10000"/>
              <a:gd name="connsiteX51-8349" fmla="*/ 8038 w 10000"/>
              <a:gd name="connsiteY51-8350" fmla="*/ 7387 h 10000"/>
              <a:gd name="connsiteX52-8351" fmla="*/ 8107 w 10000"/>
              <a:gd name="connsiteY52-8352" fmla="*/ 7057 h 10000"/>
              <a:gd name="connsiteX53-8353" fmla="*/ 8189 w 10000"/>
              <a:gd name="connsiteY53-8354" fmla="*/ 6730 h 10000"/>
              <a:gd name="connsiteX54-8355" fmla="*/ 8189 w 10000"/>
              <a:gd name="connsiteY54-8356" fmla="*/ 6297 h 10000"/>
              <a:gd name="connsiteX55-8357" fmla="*/ 8326 w 10000"/>
              <a:gd name="connsiteY55-8358" fmla="*/ 5536 h 10000"/>
              <a:gd name="connsiteX56-8359" fmla="*/ 8409 w 10000"/>
              <a:gd name="connsiteY56-8360" fmla="*/ 4671 h 10000"/>
              <a:gd name="connsiteX57-8361" fmla="*/ 8409 w 10000"/>
              <a:gd name="connsiteY57-8362" fmla="*/ 3910 h 10000"/>
              <a:gd name="connsiteX58-8363" fmla="*/ 8477 w 10000"/>
              <a:gd name="connsiteY58-8364" fmla="*/ 3148 h 10000"/>
              <a:gd name="connsiteX59-8365" fmla="*/ 8477 w 10000"/>
              <a:gd name="connsiteY59-8366" fmla="*/ 2819 h 10000"/>
              <a:gd name="connsiteX60-8367" fmla="*/ 8477 w 10000"/>
              <a:gd name="connsiteY60-8368" fmla="*/ 2510 h 10000"/>
              <a:gd name="connsiteX61-8369" fmla="*/ 8477 w 10000"/>
              <a:gd name="connsiteY61-8370" fmla="*/ 2284 h 10000"/>
              <a:gd name="connsiteX62-8371" fmla="*/ 8477 w 10000"/>
              <a:gd name="connsiteY62-8372" fmla="*/ 2058 h 10000"/>
              <a:gd name="connsiteX63-8373" fmla="*/ 8477 w 10000"/>
              <a:gd name="connsiteY63-8374" fmla="*/ 1852 h 10000"/>
              <a:gd name="connsiteX64-8375" fmla="*/ 8477 w 10000"/>
              <a:gd name="connsiteY64-8376" fmla="*/ 1750 h 10000"/>
              <a:gd name="connsiteX65-8377" fmla="*/ 8409 w 10000"/>
              <a:gd name="connsiteY65-8378" fmla="*/ 1625 h 10000"/>
              <a:gd name="connsiteX66-8379" fmla="*/ 8409 w 10000"/>
              <a:gd name="connsiteY66-8380" fmla="*/ 1523 h 10000"/>
              <a:gd name="connsiteX67-8381" fmla="*/ 8409 w 10000"/>
              <a:gd name="connsiteY67-8382" fmla="*/ 1419 h 10000"/>
              <a:gd name="connsiteX68-8383" fmla="*/ 8326 w 10000"/>
              <a:gd name="connsiteY68-8384" fmla="*/ 1419 h 10000"/>
              <a:gd name="connsiteX69-8385" fmla="*/ 8258 w 10000"/>
              <a:gd name="connsiteY69-8386" fmla="*/ 1297 h 10000"/>
              <a:gd name="connsiteX70-8387" fmla="*/ 8258 w 10000"/>
              <a:gd name="connsiteY70-8388" fmla="*/ 1297 h 10000"/>
              <a:gd name="connsiteX71-8389" fmla="*/ 8107 w 10000"/>
              <a:gd name="connsiteY71-8390" fmla="*/ 1297 h 10000"/>
              <a:gd name="connsiteX72-8391" fmla="*/ 8038 w 10000"/>
              <a:gd name="connsiteY72-8392" fmla="*/ 1297 h 10000"/>
              <a:gd name="connsiteX73-8393" fmla="*/ 7970 w 10000"/>
              <a:gd name="connsiteY73-8394" fmla="*/ 1297 h 10000"/>
              <a:gd name="connsiteX74-8395" fmla="*/ 7819 w 10000"/>
              <a:gd name="connsiteY74-8396" fmla="*/ 1297 h 10000"/>
              <a:gd name="connsiteX75-8397" fmla="*/ 7682 w 10000"/>
              <a:gd name="connsiteY75-8398" fmla="*/ 1297 h 10000"/>
              <a:gd name="connsiteX76-8399" fmla="*/ 7462 w 10000"/>
              <a:gd name="connsiteY76-8400" fmla="*/ 1297 h 10000"/>
              <a:gd name="connsiteX77-8401" fmla="*/ 7311 w 10000"/>
              <a:gd name="connsiteY77-8402" fmla="*/ 1297 h 10000"/>
              <a:gd name="connsiteX78-8403" fmla="*/ 7092 w 10000"/>
              <a:gd name="connsiteY78-8404" fmla="*/ 1297 h 10000"/>
              <a:gd name="connsiteX79-8405" fmla="*/ 6804 w 10000"/>
              <a:gd name="connsiteY79-8406" fmla="*/ 1297 h 10000"/>
              <a:gd name="connsiteX80-8407" fmla="*/ 6516 w 10000"/>
              <a:gd name="connsiteY80-8408" fmla="*/ 1419 h 10000"/>
              <a:gd name="connsiteX81-8409" fmla="*/ 6228 w 10000"/>
              <a:gd name="connsiteY81-8410" fmla="*/ 1419 h 10000"/>
              <a:gd name="connsiteX82-8411" fmla="*/ 5871 w 10000"/>
              <a:gd name="connsiteY82-8412" fmla="*/ 1523 h 10000"/>
              <a:gd name="connsiteX83-8413" fmla="*/ 5144 w 10000"/>
              <a:gd name="connsiteY83-8414" fmla="*/ 1625 h 10000"/>
              <a:gd name="connsiteX84-8415" fmla="*/ 4417 w 10000"/>
              <a:gd name="connsiteY84-8416" fmla="*/ 1852 h 10000"/>
              <a:gd name="connsiteX85-8417" fmla="*/ 3690 w 10000"/>
              <a:gd name="connsiteY85-8418" fmla="*/ 1955 h 10000"/>
              <a:gd name="connsiteX86-8419" fmla="*/ 2963 w 10000"/>
              <a:gd name="connsiteY86-8420" fmla="*/ 2058 h 10000"/>
              <a:gd name="connsiteX87-8421" fmla="*/ 2167 w 10000"/>
              <a:gd name="connsiteY87-8422" fmla="*/ 2182 h 10000"/>
              <a:gd name="connsiteX88-8423" fmla="*/ 1454 w 10000"/>
              <a:gd name="connsiteY88-8424" fmla="*/ 2284 h 10000"/>
              <a:gd name="connsiteX89-8425" fmla="*/ 727 w 10000"/>
              <a:gd name="connsiteY89-8426" fmla="*/ 2386 h 10000"/>
              <a:gd name="connsiteX90-8427" fmla="*/ 0 w 10000"/>
              <a:gd name="connsiteY90-8428" fmla="*/ 2510 h 10000"/>
              <a:gd name="connsiteX91-8429" fmla="*/ 0 w 10000"/>
              <a:gd name="connsiteY91-8430" fmla="*/ 1852 h 10000"/>
              <a:gd name="connsiteX92-8431" fmla="*/ 576 w 10000"/>
              <a:gd name="connsiteY92-8432" fmla="*/ 1750 h 10000"/>
              <a:gd name="connsiteX93-8433" fmla="*/ 1152 w 10000"/>
              <a:gd name="connsiteY93-8434" fmla="*/ 1625 h 10000"/>
              <a:gd name="connsiteX94-8435" fmla="*/ 1660 w 10000"/>
              <a:gd name="connsiteY94-8436" fmla="*/ 1523 h 10000"/>
              <a:gd name="connsiteX95-8437" fmla="*/ 2167 w 10000"/>
              <a:gd name="connsiteY95-8438" fmla="*/ 1419 h 10000"/>
              <a:gd name="connsiteX96-8439" fmla="*/ 2675 w 10000"/>
              <a:gd name="connsiteY96-8440" fmla="*/ 1419 h 10000"/>
              <a:gd name="connsiteX97-8441" fmla="*/ 3114 w 10000"/>
              <a:gd name="connsiteY97-8442" fmla="*/ 1297 h 10000"/>
              <a:gd name="connsiteX98-8443" fmla="*/ 3553 w 10000"/>
              <a:gd name="connsiteY98-8444" fmla="*/ 1194 h 10000"/>
              <a:gd name="connsiteX99-8445" fmla="*/ 3978 w 10000"/>
              <a:gd name="connsiteY99-8446" fmla="*/ 1194 h 10000"/>
              <a:gd name="connsiteX100-8447" fmla="*/ 4348 w 10000"/>
              <a:gd name="connsiteY100-8448" fmla="*/ 1091 h 10000"/>
              <a:gd name="connsiteX101-8449" fmla="*/ 4705 w 10000"/>
              <a:gd name="connsiteY101-8450" fmla="*/ 988 h 10000"/>
              <a:gd name="connsiteX102-8451" fmla="*/ 5075 w 10000"/>
              <a:gd name="connsiteY102-8452" fmla="*/ 988 h 10000"/>
              <a:gd name="connsiteX103-8453" fmla="*/ 5364 w 10000"/>
              <a:gd name="connsiteY103-8454" fmla="*/ 865 h 10000"/>
              <a:gd name="connsiteX104-8455" fmla="*/ 5720 w 10000"/>
              <a:gd name="connsiteY104-8456" fmla="*/ 865 h 10000"/>
              <a:gd name="connsiteX105-8457" fmla="*/ 5940 w 10000"/>
              <a:gd name="connsiteY105-8458" fmla="*/ 865 h 10000"/>
              <a:gd name="connsiteX106-8459" fmla="*/ 6228 w 10000"/>
              <a:gd name="connsiteY106-8460" fmla="*/ 761 h 10000"/>
              <a:gd name="connsiteX107-8461" fmla="*/ 6447 w 10000"/>
              <a:gd name="connsiteY107-8462" fmla="*/ 761 h 10000"/>
              <a:gd name="connsiteX108-8463" fmla="*/ 6804 w 10000"/>
              <a:gd name="connsiteY108-8464" fmla="*/ 660 h 10000"/>
              <a:gd name="connsiteX109-8465" fmla="*/ 7174 w 10000"/>
              <a:gd name="connsiteY109-8466" fmla="*/ 660 h 10000"/>
              <a:gd name="connsiteX110-8467" fmla="*/ 7462 w 10000"/>
              <a:gd name="connsiteY110-8468" fmla="*/ 534 h 10000"/>
              <a:gd name="connsiteX111-8469" fmla="*/ 7750 w 10000"/>
              <a:gd name="connsiteY111-8470" fmla="*/ 534 h 10000"/>
              <a:gd name="connsiteX112-8471" fmla="*/ 7901 w 10000"/>
              <a:gd name="connsiteY112-8472" fmla="*/ 433 h 10000"/>
              <a:gd name="connsiteX113-8473" fmla="*/ 8038 w 10000"/>
              <a:gd name="connsiteY113-8474" fmla="*/ 330 h 10000"/>
              <a:gd name="connsiteX114-8475" fmla="*/ 8189 w 10000"/>
              <a:gd name="connsiteY114-8476" fmla="*/ 330 h 10000"/>
              <a:gd name="connsiteX115-8477" fmla="*/ 8189 w 10000"/>
              <a:gd name="connsiteY115-8478" fmla="*/ 226 h 10000"/>
              <a:gd name="connsiteX116-8479" fmla="*/ 8189 w 10000"/>
              <a:gd name="connsiteY116-8480" fmla="*/ 226 h 10000"/>
              <a:gd name="connsiteX0-8481" fmla="*/ 8189 w 10000"/>
              <a:gd name="connsiteY0-8482" fmla="*/ 226 h 10000"/>
              <a:gd name="connsiteX1-8483" fmla="*/ 8258 w 10000"/>
              <a:gd name="connsiteY1-8484" fmla="*/ 103 h 10000"/>
              <a:gd name="connsiteX2-8485" fmla="*/ 8409 w 10000"/>
              <a:gd name="connsiteY2-8486" fmla="*/ 103 h 10000"/>
              <a:gd name="connsiteX3-8487" fmla="*/ 8477 w 10000"/>
              <a:gd name="connsiteY3-8488" fmla="*/ 0 h 10000"/>
              <a:gd name="connsiteX4-8489" fmla="*/ 8546 w 10000"/>
              <a:gd name="connsiteY4-8490" fmla="*/ 0 h 10000"/>
              <a:gd name="connsiteX5-8491" fmla="*/ 8697 w 10000"/>
              <a:gd name="connsiteY5-8492" fmla="*/ 103 h 10000"/>
              <a:gd name="connsiteX6-8493" fmla="*/ 8916 w 10000"/>
              <a:gd name="connsiteY6-8494" fmla="*/ 226 h 10000"/>
              <a:gd name="connsiteX7-8495" fmla="*/ 8985 w 10000"/>
              <a:gd name="connsiteY7-8496" fmla="*/ 330 h 10000"/>
              <a:gd name="connsiteX8-8497" fmla="*/ 9122 w 10000"/>
              <a:gd name="connsiteY8-8498" fmla="*/ 534 h 10000"/>
              <a:gd name="connsiteX9-8499" fmla="*/ 9204 w 10000"/>
              <a:gd name="connsiteY9-8500" fmla="*/ 660 h 10000"/>
              <a:gd name="connsiteX10-8501" fmla="*/ 9342 w 10000"/>
              <a:gd name="connsiteY10-8502" fmla="*/ 761 h 10000"/>
              <a:gd name="connsiteX11-8503" fmla="*/ 9492 w 10000"/>
              <a:gd name="connsiteY11-8504" fmla="*/ 988 h 10000"/>
              <a:gd name="connsiteX12-8505" fmla="*/ 9630 w 10000"/>
              <a:gd name="connsiteY12-8506" fmla="*/ 1091 h 10000"/>
              <a:gd name="connsiteX13-8507" fmla="*/ 9712 w 10000"/>
              <a:gd name="connsiteY13-8508" fmla="*/ 1297 h 10000"/>
              <a:gd name="connsiteX14-8509" fmla="*/ 9849 w 10000"/>
              <a:gd name="connsiteY14-8510" fmla="*/ 1419 h 10000"/>
              <a:gd name="connsiteX15-8511" fmla="*/ 9918 w 10000"/>
              <a:gd name="connsiteY15-8512" fmla="*/ 1523 h 10000"/>
              <a:gd name="connsiteX16-8513" fmla="*/ 9918 w 10000"/>
              <a:gd name="connsiteY16-8514" fmla="*/ 1625 h 10000"/>
              <a:gd name="connsiteX17-8515" fmla="*/ 10000 w 10000"/>
              <a:gd name="connsiteY17-8516" fmla="*/ 1625 h 10000"/>
              <a:gd name="connsiteX18-8517" fmla="*/ 10000 w 10000"/>
              <a:gd name="connsiteY18-8518" fmla="*/ 1750 h 10000"/>
              <a:gd name="connsiteX19-8519" fmla="*/ 10000 w 10000"/>
              <a:gd name="connsiteY19-8520" fmla="*/ 1852 h 10000"/>
              <a:gd name="connsiteX20-8521" fmla="*/ 9918 w 10000"/>
              <a:gd name="connsiteY20-8522" fmla="*/ 1955 h 10000"/>
              <a:gd name="connsiteX21-8523" fmla="*/ 9849 w 10000"/>
              <a:gd name="connsiteY21-8524" fmla="*/ 1955 h 10000"/>
              <a:gd name="connsiteX22-8525" fmla="*/ 9781 w 10000"/>
              <a:gd name="connsiteY22-8526" fmla="*/ 2058 h 10000"/>
              <a:gd name="connsiteX23-8527" fmla="*/ 9712 w 10000"/>
              <a:gd name="connsiteY23-8528" fmla="*/ 2058 h 10000"/>
              <a:gd name="connsiteX24-8529" fmla="*/ 9712 w 10000"/>
              <a:gd name="connsiteY24-8530" fmla="*/ 2182 h 10000"/>
              <a:gd name="connsiteX25-8531" fmla="*/ 9630 w 10000"/>
              <a:gd name="connsiteY25-8532" fmla="*/ 2284 h 10000"/>
              <a:gd name="connsiteX26-8533" fmla="*/ 9561 w 10000"/>
              <a:gd name="connsiteY26-8534" fmla="*/ 2510 h 10000"/>
              <a:gd name="connsiteX27-8535" fmla="*/ 9561 w 10000"/>
              <a:gd name="connsiteY27-8536" fmla="*/ 2715 h 10000"/>
              <a:gd name="connsiteX28-8537" fmla="*/ 9492 w 10000"/>
              <a:gd name="connsiteY28-8538" fmla="*/ 2943 h 10000"/>
              <a:gd name="connsiteX29-8539" fmla="*/ 9492 w 10000"/>
              <a:gd name="connsiteY29-8540" fmla="*/ 3271 h 10000"/>
              <a:gd name="connsiteX30-8541" fmla="*/ 9492 w 10000"/>
              <a:gd name="connsiteY30-8542" fmla="*/ 3477 h 10000"/>
              <a:gd name="connsiteX31-8543" fmla="*/ 9410 w 10000"/>
              <a:gd name="connsiteY31-8544" fmla="*/ 3807 h 10000"/>
              <a:gd name="connsiteX32-8545" fmla="*/ 9410 w 10000"/>
              <a:gd name="connsiteY32-8546" fmla="*/ 4238 h 10000"/>
              <a:gd name="connsiteX33-8547" fmla="*/ 9342 w 10000"/>
              <a:gd name="connsiteY33-8548" fmla="*/ 4568 h 10000"/>
              <a:gd name="connsiteX34-8549" fmla="*/ 9273 w 10000"/>
              <a:gd name="connsiteY34-8550" fmla="*/ 4999 h 10000"/>
              <a:gd name="connsiteX35-8551" fmla="*/ 9204 w 10000"/>
              <a:gd name="connsiteY35-8552" fmla="*/ 5432 h 10000"/>
              <a:gd name="connsiteX36-8553" fmla="*/ 9122 w 10000"/>
              <a:gd name="connsiteY36-8554" fmla="*/ 5864 h 10000"/>
              <a:gd name="connsiteX37-8555" fmla="*/ 8985 w 10000"/>
              <a:gd name="connsiteY37-8556" fmla="*/ 6852 h 10000"/>
              <a:gd name="connsiteX38-8557" fmla="*/ 8916 w 10000"/>
              <a:gd name="connsiteY38-8558" fmla="*/ 7284 h 10000"/>
              <a:gd name="connsiteX39-8559" fmla="*/ 8834 w 10000"/>
              <a:gd name="connsiteY39-8560" fmla="*/ 7715 h 10000"/>
              <a:gd name="connsiteX40-8561" fmla="*/ 8765 w 10000"/>
              <a:gd name="connsiteY40-8562" fmla="*/ 8147 h 10000"/>
              <a:gd name="connsiteX41-8563" fmla="*/ 8697 w 10000"/>
              <a:gd name="connsiteY41-8564" fmla="*/ 8581 h 10000"/>
              <a:gd name="connsiteX42-8565" fmla="*/ 8615 w 10000"/>
              <a:gd name="connsiteY42-8566" fmla="*/ 8909 h 10000"/>
              <a:gd name="connsiteX43-8567" fmla="*/ 8615 w 10000"/>
              <a:gd name="connsiteY43-8568" fmla="*/ 9134 h 10000"/>
              <a:gd name="connsiteX44-8569" fmla="*/ 8546 w 10000"/>
              <a:gd name="connsiteY44-8570" fmla="*/ 9464 h 10000"/>
              <a:gd name="connsiteX45-8571" fmla="*/ 8477 w 10000"/>
              <a:gd name="connsiteY45-8572" fmla="*/ 9670 h 10000"/>
              <a:gd name="connsiteX46-8573" fmla="*/ 8326 w 10000"/>
              <a:gd name="connsiteY46-8574" fmla="*/ 10000 h 10000"/>
              <a:gd name="connsiteX47-8575" fmla="*/ 7819 w 10000"/>
              <a:gd name="connsiteY47-8576" fmla="*/ 8147 h 10000"/>
              <a:gd name="connsiteX48-8577" fmla="*/ 7970 w 10000"/>
              <a:gd name="connsiteY48-8578" fmla="*/ 7818 h 10000"/>
              <a:gd name="connsiteX49-8579" fmla="*/ 7970 w 10000"/>
              <a:gd name="connsiteY49-8580" fmla="*/ 7614 h 10000"/>
              <a:gd name="connsiteX50-8581" fmla="*/ 8038 w 10000"/>
              <a:gd name="connsiteY50-8582" fmla="*/ 7387 h 10000"/>
              <a:gd name="connsiteX51-8583" fmla="*/ 8107 w 10000"/>
              <a:gd name="connsiteY51-8584" fmla="*/ 7057 h 10000"/>
              <a:gd name="connsiteX52-8585" fmla="*/ 8189 w 10000"/>
              <a:gd name="connsiteY52-8586" fmla="*/ 6730 h 10000"/>
              <a:gd name="connsiteX53-8587" fmla="*/ 8189 w 10000"/>
              <a:gd name="connsiteY53-8588" fmla="*/ 6297 h 10000"/>
              <a:gd name="connsiteX54-8589" fmla="*/ 8326 w 10000"/>
              <a:gd name="connsiteY54-8590" fmla="*/ 5536 h 10000"/>
              <a:gd name="connsiteX55-8591" fmla="*/ 8409 w 10000"/>
              <a:gd name="connsiteY55-8592" fmla="*/ 4671 h 10000"/>
              <a:gd name="connsiteX56-8593" fmla="*/ 8409 w 10000"/>
              <a:gd name="connsiteY56-8594" fmla="*/ 3910 h 10000"/>
              <a:gd name="connsiteX57-8595" fmla="*/ 8477 w 10000"/>
              <a:gd name="connsiteY57-8596" fmla="*/ 3148 h 10000"/>
              <a:gd name="connsiteX58-8597" fmla="*/ 8477 w 10000"/>
              <a:gd name="connsiteY58-8598" fmla="*/ 2819 h 10000"/>
              <a:gd name="connsiteX59-8599" fmla="*/ 8477 w 10000"/>
              <a:gd name="connsiteY59-8600" fmla="*/ 2510 h 10000"/>
              <a:gd name="connsiteX60-8601" fmla="*/ 8477 w 10000"/>
              <a:gd name="connsiteY60-8602" fmla="*/ 2284 h 10000"/>
              <a:gd name="connsiteX61-8603" fmla="*/ 8477 w 10000"/>
              <a:gd name="connsiteY61-8604" fmla="*/ 2058 h 10000"/>
              <a:gd name="connsiteX62-8605" fmla="*/ 8477 w 10000"/>
              <a:gd name="connsiteY62-8606" fmla="*/ 1852 h 10000"/>
              <a:gd name="connsiteX63-8607" fmla="*/ 8477 w 10000"/>
              <a:gd name="connsiteY63-8608" fmla="*/ 1750 h 10000"/>
              <a:gd name="connsiteX64-8609" fmla="*/ 8409 w 10000"/>
              <a:gd name="connsiteY64-8610" fmla="*/ 1625 h 10000"/>
              <a:gd name="connsiteX65-8611" fmla="*/ 8409 w 10000"/>
              <a:gd name="connsiteY65-8612" fmla="*/ 1523 h 10000"/>
              <a:gd name="connsiteX66-8613" fmla="*/ 8409 w 10000"/>
              <a:gd name="connsiteY66-8614" fmla="*/ 1419 h 10000"/>
              <a:gd name="connsiteX67-8615" fmla="*/ 8326 w 10000"/>
              <a:gd name="connsiteY67-8616" fmla="*/ 1419 h 10000"/>
              <a:gd name="connsiteX68-8617" fmla="*/ 8258 w 10000"/>
              <a:gd name="connsiteY68-8618" fmla="*/ 1297 h 10000"/>
              <a:gd name="connsiteX69-8619" fmla="*/ 8258 w 10000"/>
              <a:gd name="connsiteY69-8620" fmla="*/ 1297 h 10000"/>
              <a:gd name="connsiteX70-8621" fmla="*/ 8107 w 10000"/>
              <a:gd name="connsiteY70-8622" fmla="*/ 1297 h 10000"/>
              <a:gd name="connsiteX71-8623" fmla="*/ 8038 w 10000"/>
              <a:gd name="connsiteY71-8624" fmla="*/ 1297 h 10000"/>
              <a:gd name="connsiteX72-8625" fmla="*/ 7970 w 10000"/>
              <a:gd name="connsiteY72-8626" fmla="*/ 1297 h 10000"/>
              <a:gd name="connsiteX73-8627" fmla="*/ 7819 w 10000"/>
              <a:gd name="connsiteY73-8628" fmla="*/ 1297 h 10000"/>
              <a:gd name="connsiteX74-8629" fmla="*/ 7682 w 10000"/>
              <a:gd name="connsiteY74-8630" fmla="*/ 1297 h 10000"/>
              <a:gd name="connsiteX75-8631" fmla="*/ 7462 w 10000"/>
              <a:gd name="connsiteY75-8632" fmla="*/ 1297 h 10000"/>
              <a:gd name="connsiteX76-8633" fmla="*/ 7311 w 10000"/>
              <a:gd name="connsiteY76-8634" fmla="*/ 1297 h 10000"/>
              <a:gd name="connsiteX77-8635" fmla="*/ 7092 w 10000"/>
              <a:gd name="connsiteY77-8636" fmla="*/ 1297 h 10000"/>
              <a:gd name="connsiteX78-8637" fmla="*/ 6804 w 10000"/>
              <a:gd name="connsiteY78-8638" fmla="*/ 1297 h 10000"/>
              <a:gd name="connsiteX79-8639" fmla="*/ 6516 w 10000"/>
              <a:gd name="connsiteY79-8640" fmla="*/ 1419 h 10000"/>
              <a:gd name="connsiteX80-8641" fmla="*/ 6228 w 10000"/>
              <a:gd name="connsiteY80-8642" fmla="*/ 1419 h 10000"/>
              <a:gd name="connsiteX81-8643" fmla="*/ 5871 w 10000"/>
              <a:gd name="connsiteY81-8644" fmla="*/ 1523 h 10000"/>
              <a:gd name="connsiteX82-8645" fmla="*/ 5144 w 10000"/>
              <a:gd name="connsiteY82-8646" fmla="*/ 1625 h 10000"/>
              <a:gd name="connsiteX83-8647" fmla="*/ 4417 w 10000"/>
              <a:gd name="connsiteY83-8648" fmla="*/ 1852 h 10000"/>
              <a:gd name="connsiteX84-8649" fmla="*/ 3690 w 10000"/>
              <a:gd name="connsiteY84-8650" fmla="*/ 1955 h 10000"/>
              <a:gd name="connsiteX85-8651" fmla="*/ 2963 w 10000"/>
              <a:gd name="connsiteY85-8652" fmla="*/ 2058 h 10000"/>
              <a:gd name="connsiteX86-8653" fmla="*/ 2167 w 10000"/>
              <a:gd name="connsiteY86-8654" fmla="*/ 2182 h 10000"/>
              <a:gd name="connsiteX87-8655" fmla="*/ 1454 w 10000"/>
              <a:gd name="connsiteY87-8656" fmla="*/ 2284 h 10000"/>
              <a:gd name="connsiteX88-8657" fmla="*/ 727 w 10000"/>
              <a:gd name="connsiteY88-8658" fmla="*/ 2386 h 10000"/>
              <a:gd name="connsiteX89-8659" fmla="*/ 0 w 10000"/>
              <a:gd name="connsiteY89-8660" fmla="*/ 2510 h 10000"/>
              <a:gd name="connsiteX90-8661" fmla="*/ 0 w 10000"/>
              <a:gd name="connsiteY90-8662" fmla="*/ 1852 h 10000"/>
              <a:gd name="connsiteX91-8663" fmla="*/ 576 w 10000"/>
              <a:gd name="connsiteY91-8664" fmla="*/ 1750 h 10000"/>
              <a:gd name="connsiteX92-8665" fmla="*/ 1152 w 10000"/>
              <a:gd name="connsiteY92-8666" fmla="*/ 1625 h 10000"/>
              <a:gd name="connsiteX93-8667" fmla="*/ 1660 w 10000"/>
              <a:gd name="connsiteY93-8668" fmla="*/ 1523 h 10000"/>
              <a:gd name="connsiteX94-8669" fmla="*/ 2167 w 10000"/>
              <a:gd name="connsiteY94-8670" fmla="*/ 1419 h 10000"/>
              <a:gd name="connsiteX95-8671" fmla="*/ 2675 w 10000"/>
              <a:gd name="connsiteY95-8672" fmla="*/ 1419 h 10000"/>
              <a:gd name="connsiteX96-8673" fmla="*/ 3114 w 10000"/>
              <a:gd name="connsiteY96-8674" fmla="*/ 1297 h 10000"/>
              <a:gd name="connsiteX97-8675" fmla="*/ 3553 w 10000"/>
              <a:gd name="connsiteY97-8676" fmla="*/ 1194 h 10000"/>
              <a:gd name="connsiteX98-8677" fmla="*/ 3978 w 10000"/>
              <a:gd name="connsiteY98-8678" fmla="*/ 1194 h 10000"/>
              <a:gd name="connsiteX99-8679" fmla="*/ 4348 w 10000"/>
              <a:gd name="connsiteY99-8680" fmla="*/ 1091 h 10000"/>
              <a:gd name="connsiteX100-8681" fmla="*/ 4705 w 10000"/>
              <a:gd name="connsiteY100-8682" fmla="*/ 988 h 10000"/>
              <a:gd name="connsiteX101-8683" fmla="*/ 5075 w 10000"/>
              <a:gd name="connsiteY101-8684" fmla="*/ 988 h 10000"/>
              <a:gd name="connsiteX102-8685" fmla="*/ 5364 w 10000"/>
              <a:gd name="connsiteY102-8686" fmla="*/ 865 h 10000"/>
              <a:gd name="connsiteX103-8687" fmla="*/ 5720 w 10000"/>
              <a:gd name="connsiteY103-8688" fmla="*/ 865 h 10000"/>
              <a:gd name="connsiteX104-8689" fmla="*/ 5940 w 10000"/>
              <a:gd name="connsiteY104-8690" fmla="*/ 865 h 10000"/>
              <a:gd name="connsiteX105-8691" fmla="*/ 6228 w 10000"/>
              <a:gd name="connsiteY105-8692" fmla="*/ 761 h 10000"/>
              <a:gd name="connsiteX106-8693" fmla="*/ 6447 w 10000"/>
              <a:gd name="connsiteY106-8694" fmla="*/ 761 h 10000"/>
              <a:gd name="connsiteX107-8695" fmla="*/ 6804 w 10000"/>
              <a:gd name="connsiteY107-8696" fmla="*/ 660 h 10000"/>
              <a:gd name="connsiteX108-8697" fmla="*/ 7174 w 10000"/>
              <a:gd name="connsiteY108-8698" fmla="*/ 660 h 10000"/>
              <a:gd name="connsiteX109-8699" fmla="*/ 7462 w 10000"/>
              <a:gd name="connsiteY109-8700" fmla="*/ 534 h 10000"/>
              <a:gd name="connsiteX110-8701" fmla="*/ 7750 w 10000"/>
              <a:gd name="connsiteY110-8702" fmla="*/ 534 h 10000"/>
              <a:gd name="connsiteX111-8703" fmla="*/ 7901 w 10000"/>
              <a:gd name="connsiteY111-8704" fmla="*/ 433 h 10000"/>
              <a:gd name="connsiteX112-8705" fmla="*/ 8038 w 10000"/>
              <a:gd name="connsiteY112-8706" fmla="*/ 330 h 10000"/>
              <a:gd name="connsiteX113-8707" fmla="*/ 8189 w 10000"/>
              <a:gd name="connsiteY113-8708" fmla="*/ 330 h 10000"/>
              <a:gd name="connsiteX114-8709" fmla="*/ 8189 w 10000"/>
              <a:gd name="connsiteY114-8710" fmla="*/ 226 h 10000"/>
              <a:gd name="connsiteX115-8711" fmla="*/ 8189 w 10000"/>
              <a:gd name="connsiteY115-8712" fmla="*/ 226 h 10000"/>
              <a:gd name="connsiteX0-8713" fmla="*/ 8189 w 10000"/>
              <a:gd name="connsiteY0-8714" fmla="*/ 226 h 10000"/>
              <a:gd name="connsiteX1-8715" fmla="*/ 8258 w 10000"/>
              <a:gd name="connsiteY1-8716" fmla="*/ 103 h 10000"/>
              <a:gd name="connsiteX2-8717" fmla="*/ 8409 w 10000"/>
              <a:gd name="connsiteY2-8718" fmla="*/ 103 h 10000"/>
              <a:gd name="connsiteX3-8719" fmla="*/ 8477 w 10000"/>
              <a:gd name="connsiteY3-8720" fmla="*/ 0 h 10000"/>
              <a:gd name="connsiteX4-8721" fmla="*/ 8546 w 10000"/>
              <a:gd name="connsiteY4-8722" fmla="*/ 0 h 10000"/>
              <a:gd name="connsiteX5-8723" fmla="*/ 8697 w 10000"/>
              <a:gd name="connsiteY5-8724" fmla="*/ 103 h 10000"/>
              <a:gd name="connsiteX6-8725" fmla="*/ 8916 w 10000"/>
              <a:gd name="connsiteY6-8726" fmla="*/ 226 h 10000"/>
              <a:gd name="connsiteX7-8727" fmla="*/ 8985 w 10000"/>
              <a:gd name="connsiteY7-8728" fmla="*/ 330 h 10000"/>
              <a:gd name="connsiteX8-8729" fmla="*/ 9122 w 10000"/>
              <a:gd name="connsiteY8-8730" fmla="*/ 534 h 10000"/>
              <a:gd name="connsiteX9-8731" fmla="*/ 9204 w 10000"/>
              <a:gd name="connsiteY9-8732" fmla="*/ 660 h 10000"/>
              <a:gd name="connsiteX10-8733" fmla="*/ 9342 w 10000"/>
              <a:gd name="connsiteY10-8734" fmla="*/ 761 h 10000"/>
              <a:gd name="connsiteX11-8735" fmla="*/ 9492 w 10000"/>
              <a:gd name="connsiteY11-8736" fmla="*/ 988 h 10000"/>
              <a:gd name="connsiteX12-8737" fmla="*/ 9630 w 10000"/>
              <a:gd name="connsiteY12-8738" fmla="*/ 1091 h 10000"/>
              <a:gd name="connsiteX13-8739" fmla="*/ 9712 w 10000"/>
              <a:gd name="connsiteY13-8740" fmla="*/ 1297 h 10000"/>
              <a:gd name="connsiteX14-8741" fmla="*/ 9849 w 10000"/>
              <a:gd name="connsiteY14-8742" fmla="*/ 1419 h 10000"/>
              <a:gd name="connsiteX15-8743" fmla="*/ 9918 w 10000"/>
              <a:gd name="connsiteY15-8744" fmla="*/ 1523 h 10000"/>
              <a:gd name="connsiteX16-8745" fmla="*/ 9918 w 10000"/>
              <a:gd name="connsiteY16-8746" fmla="*/ 1625 h 10000"/>
              <a:gd name="connsiteX17-8747" fmla="*/ 10000 w 10000"/>
              <a:gd name="connsiteY17-8748" fmla="*/ 1625 h 10000"/>
              <a:gd name="connsiteX18-8749" fmla="*/ 10000 w 10000"/>
              <a:gd name="connsiteY18-8750" fmla="*/ 1750 h 10000"/>
              <a:gd name="connsiteX19-8751" fmla="*/ 10000 w 10000"/>
              <a:gd name="connsiteY19-8752" fmla="*/ 1852 h 10000"/>
              <a:gd name="connsiteX20-8753" fmla="*/ 9918 w 10000"/>
              <a:gd name="connsiteY20-8754" fmla="*/ 1955 h 10000"/>
              <a:gd name="connsiteX21-8755" fmla="*/ 9849 w 10000"/>
              <a:gd name="connsiteY21-8756" fmla="*/ 1955 h 10000"/>
              <a:gd name="connsiteX22-8757" fmla="*/ 9781 w 10000"/>
              <a:gd name="connsiteY22-8758" fmla="*/ 2058 h 10000"/>
              <a:gd name="connsiteX23-8759" fmla="*/ 9712 w 10000"/>
              <a:gd name="connsiteY23-8760" fmla="*/ 2058 h 10000"/>
              <a:gd name="connsiteX24-8761" fmla="*/ 9712 w 10000"/>
              <a:gd name="connsiteY24-8762" fmla="*/ 2182 h 10000"/>
              <a:gd name="connsiteX25-8763" fmla="*/ 9630 w 10000"/>
              <a:gd name="connsiteY25-8764" fmla="*/ 2284 h 10000"/>
              <a:gd name="connsiteX26-8765" fmla="*/ 9561 w 10000"/>
              <a:gd name="connsiteY26-8766" fmla="*/ 2510 h 10000"/>
              <a:gd name="connsiteX27-8767" fmla="*/ 9561 w 10000"/>
              <a:gd name="connsiteY27-8768" fmla="*/ 2715 h 10000"/>
              <a:gd name="connsiteX28-8769" fmla="*/ 9492 w 10000"/>
              <a:gd name="connsiteY28-8770" fmla="*/ 2943 h 10000"/>
              <a:gd name="connsiteX29-8771" fmla="*/ 9492 w 10000"/>
              <a:gd name="connsiteY29-8772" fmla="*/ 3271 h 10000"/>
              <a:gd name="connsiteX30-8773" fmla="*/ 9492 w 10000"/>
              <a:gd name="connsiteY30-8774" fmla="*/ 3477 h 10000"/>
              <a:gd name="connsiteX31-8775" fmla="*/ 9410 w 10000"/>
              <a:gd name="connsiteY31-8776" fmla="*/ 3807 h 10000"/>
              <a:gd name="connsiteX32-8777" fmla="*/ 9410 w 10000"/>
              <a:gd name="connsiteY32-8778" fmla="*/ 4238 h 10000"/>
              <a:gd name="connsiteX33-8779" fmla="*/ 9342 w 10000"/>
              <a:gd name="connsiteY33-8780" fmla="*/ 4568 h 10000"/>
              <a:gd name="connsiteX34-8781" fmla="*/ 9273 w 10000"/>
              <a:gd name="connsiteY34-8782" fmla="*/ 4999 h 10000"/>
              <a:gd name="connsiteX35-8783" fmla="*/ 9204 w 10000"/>
              <a:gd name="connsiteY35-8784" fmla="*/ 5432 h 10000"/>
              <a:gd name="connsiteX36-8785" fmla="*/ 9122 w 10000"/>
              <a:gd name="connsiteY36-8786" fmla="*/ 5864 h 10000"/>
              <a:gd name="connsiteX37-8787" fmla="*/ 8985 w 10000"/>
              <a:gd name="connsiteY37-8788" fmla="*/ 6852 h 10000"/>
              <a:gd name="connsiteX38-8789" fmla="*/ 8916 w 10000"/>
              <a:gd name="connsiteY38-8790" fmla="*/ 7284 h 10000"/>
              <a:gd name="connsiteX39-8791" fmla="*/ 8834 w 10000"/>
              <a:gd name="connsiteY39-8792" fmla="*/ 7715 h 10000"/>
              <a:gd name="connsiteX40-8793" fmla="*/ 8765 w 10000"/>
              <a:gd name="connsiteY40-8794" fmla="*/ 8147 h 10000"/>
              <a:gd name="connsiteX41-8795" fmla="*/ 8697 w 10000"/>
              <a:gd name="connsiteY41-8796" fmla="*/ 8581 h 10000"/>
              <a:gd name="connsiteX42-8797" fmla="*/ 8615 w 10000"/>
              <a:gd name="connsiteY42-8798" fmla="*/ 8909 h 10000"/>
              <a:gd name="connsiteX43-8799" fmla="*/ 8615 w 10000"/>
              <a:gd name="connsiteY43-8800" fmla="*/ 9134 h 10000"/>
              <a:gd name="connsiteX44-8801" fmla="*/ 8546 w 10000"/>
              <a:gd name="connsiteY44-8802" fmla="*/ 9464 h 10000"/>
              <a:gd name="connsiteX45-8803" fmla="*/ 8477 w 10000"/>
              <a:gd name="connsiteY45-8804" fmla="*/ 9670 h 10000"/>
              <a:gd name="connsiteX46-8805" fmla="*/ 8326 w 10000"/>
              <a:gd name="connsiteY46-8806" fmla="*/ 10000 h 10000"/>
              <a:gd name="connsiteX47-8807" fmla="*/ 7819 w 10000"/>
              <a:gd name="connsiteY47-8808" fmla="*/ 8147 h 10000"/>
              <a:gd name="connsiteX48-8809" fmla="*/ 7970 w 10000"/>
              <a:gd name="connsiteY48-8810" fmla="*/ 7614 h 10000"/>
              <a:gd name="connsiteX49-8811" fmla="*/ 8038 w 10000"/>
              <a:gd name="connsiteY49-8812" fmla="*/ 7387 h 10000"/>
              <a:gd name="connsiteX50-8813" fmla="*/ 8107 w 10000"/>
              <a:gd name="connsiteY50-8814" fmla="*/ 7057 h 10000"/>
              <a:gd name="connsiteX51-8815" fmla="*/ 8189 w 10000"/>
              <a:gd name="connsiteY51-8816" fmla="*/ 6730 h 10000"/>
              <a:gd name="connsiteX52-8817" fmla="*/ 8189 w 10000"/>
              <a:gd name="connsiteY52-8818" fmla="*/ 6297 h 10000"/>
              <a:gd name="connsiteX53-8819" fmla="*/ 8326 w 10000"/>
              <a:gd name="connsiteY53-8820" fmla="*/ 5536 h 10000"/>
              <a:gd name="connsiteX54-8821" fmla="*/ 8409 w 10000"/>
              <a:gd name="connsiteY54-8822" fmla="*/ 4671 h 10000"/>
              <a:gd name="connsiteX55-8823" fmla="*/ 8409 w 10000"/>
              <a:gd name="connsiteY55-8824" fmla="*/ 3910 h 10000"/>
              <a:gd name="connsiteX56-8825" fmla="*/ 8477 w 10000"/>
              <a:gd name="connsiteY56-8826" fmla="*/ 3148 h 10000"/>
              <a:gd name="connsiteX57-8827" fmla="*/ 8477 w 10000"/>
              <a:gd name="connsiteY57-8828" fmla="*/ 2819 h 10000"/>
              <a:gd name="connsiteX58-8829" fmla="*/ 8477 w 10000"/>
              <a:gd name="connsiteY58-8830" fmla="*/ 2510 h 10000"/>
              <a:gd name="connsiteX59-8831" fmla="*/ 8477 w 10000"/>
              <a:gd name="connsiteY59-8832" fmla="*/ 2284 h 10000"/>
              <a:gd name="connsiteX60-8833" fmla="*/ 8477 w 10000"/>
              <a:gd name="connsiteY60-8834" fmla="*/ 2058 h 10000"/>
              <a:gd name="connsiteX61-8835" fmla="*/ 8477 w 10000"/>
              <a:gd name="connsiteY61-8836" fmla="*/ 1852 h 10000"/>
              <a:gd name="connsiteX62-8837" fmla="*/ 8477 w 10000"/>
              <a:gd name="connsiteY62-8838" fmla="*/ 1750 h 10000"/>
              <a:gd name="connsiteX63-8839" fmla="*/ 8409 w 10000"/>
              <a:gd name="connsiteY63-8840" fmla="*/ 1625 h 10000"/>
              <a:gd name="connsiteX64-8841" fmla="*/ 8409 w 10000"/>
              <a:gd name="connsiteY64-8842" fmla="*/ 1523 h 10000"/>
              <a:gd name="connsiteX65-8843" fmla="*/ 8409 w 10000"/>
              <a:gd name="connsiteY65-8844" fmla="*/ 1419 h 10000"/>
              <a:gd name="connsiteX66-8845" fmla="*/ 8326 w 10000"/>
              <a:gd name="connsiteY66-8846" fmla="*/ 1419 h 10000"/>
              <a:gd name="connsiteX67-8847" fmla="*/ 8258 w 10000"/>
              <a:gd name="connsiteY67-8848" fmla="*/ 1297 h 10000"/>
              <a:gd name="connsiteX68-8849" fmla="*/ 8258 w 10000"/>
              <a:gd name="connsiteY68-8850" fmla="*/ 1297 h 10000"/>
              <a:gd name="connsiteX69-8851" fmla="*/ 8107 w 10000"/>
              <a:gd name="connsiteY69-8852" fmla="*/ 1297 h 10000"/>
              <a:gd name="connsiteX70-8853" fmla="*/ 8038 w 10000"/>
              <a:gd name="connsiteY70-8854" fmla="*/ 1297 h 10000"/>
              <a:gd name="connsiteX71-8855" fmla="*/ 7970 w 10000"/>
              <a:gd name="connsiteY71-8856" fmla="*/ 1297 h 10000"/>
              <a:gd name="connsiteX72-8857" fmla="*/ 7819 w 10000"/>
              <a:gd name="connsiteY72-8858" fmla="*/ 1297 h 10000"/>
              <a:gd name="connsiteX73-8859" fmla="*/ 7682 w 10000"/>
              <a:gd name="connsiteY73-8860" fmla="*/ 1297 h 10000"/>
              <a:gd name="connsiteX74-8861" fmla="*/ 7462 w 10000"/>
              <a:gd name="connsiteY74-8862" fmla="*/ 1297 h 10000"/>
              <a:gd name="connsiteX75-8863" fmla="*/ 7311 w 10000"/>
              <a:gd name="connsiteY75-8864" fmla="*/ 1297 h 10000"/>
              <a:gd name="connsiteX76-8865" fmla="*/ 7092 w 10000"/>
              <a:gd name="connsiteY76-8866" fmla="*/ 1297 h 10000"/>
              <a:gd name="connsiteX77-8867" fmla="*/ 6804 w 10000"/>
              <a:gd name="connsiteY77-8868" fmla="*/ 1297 h 10000"/>
              <a:gd name="connsiteX78-8869" fmla="*/ 6516 w 10000"/>
              <a:gd name="connsiteY78-8870" fmla="*/ 1419 h 10000"/>
              <a:gd name="connsiteX79-8871" fmla="*/ 6228 w 10000"/>
              <a:gd name="connsiteY79-8872" fmla="*/ 1419 h 10000"/>
              <a:gd name="connsiteX80-8873" fmla="*/ 5871 w 10000"/>
              <a:gd name="connsiteY80-8874" fmla="*/ 1523 h 10000"/>
              <a:gd name="connsiteX81-8875" fmla="*/ 5144 w 10000"/>
              <a:gd name="connsiteY81-8876" fmla="*/ 1625 h 10000"/>
              <a:gd name="connsiteX82-8877" fmla="*/ 4417 w 10000"/>
              <a:gd name="connsiteY82-8878" fmla="*/ 1852 h 10000"/>
              <a:gd name="connsiteX83-8879" fmla="*/ 3690 w 10000"/>
              <a:gd name="connsiteY83-8880" fmla="*/ 1955 h 10000"/>
              <a:gd name="connsiteX84-8881" fmla="*/ 2963 w 10000"/>
              <a:gd name="connsiteY84-8882" fmla="*/ 2058 h 10000"/>
              <a:gd name="connsiteX85-8883" fmla="*/ 2167 w 10000"/>
              <a:gd name="connsiteY85-8884" fmla="*/ 2182 h 10000"/>
              <a:gd name="connsiteX86-8885" fmla="*/ 1454 w 10000"/>
              <a:gd name="connsiteY86-8886" fmla="*/ 2284 h 10000"/>
              <a:gd name="connsiteX87-8887" fmla="*/ 727 w 10000"/>
              <a:gd name="connsiteY87-8888" fmla="*/ 2386 h 10000"/>
              <a:gd name="connsiteX88-8889" fmla="*/ 0 w 10000"/>
              <a:gd name="connsiteY88-8890" fmla="*/ 2510 h 10000"/>
              <a:gd name="connsiteX89-8891" fmla="*/ 0 w 10000"/>
              <a:gd name="connsiteY89-8892" fmla="*/ 1852 h 10000"/>
              <a:gd name="connsiteX90-8893" fmla="*/ 576 w 10000"/>
              <a:gd name="connsiteY90-8894" fmla="*/ 1750 h 10000"/>
              <a:gd name="connsiteX91-8895" fmla="*/ 1152 w 10000"/>
              <a:gd name="connsiteY91-8896" fmla="*/ 1625 h 10000"/>
              <a:gd name="connsiteX92-8897" fmla="*/ 1660 w 10000"/>
              <a:gd name="connsiteY92-8898" fmla="*/ 1523 h 10000"/>
              <a:gd name="connsiteX93-8899" fmla="*/ 2167 w 10000"/>
              <a:gd name="connsiteY93-8900" fmla="*/ 1419 h 10000"/>
              <a:gd name="connsiteX94-8901" fmla="*/ 2675 w 10000"/>
              <a:gd name="connsiteY94-8902" fmla="*/ 1419 h 10000"/>
              <a:gd name="connsiteX95-8903" fmla="*/ 3114 w 10000"/>
              <a:gd name="connsiteY95-8904" fmla="*/ 1297 h 10000"/>
              <a:gd name="connsiteX96-8905" fmla="*/ 3553 w 10000"/>
              <a:gd name="connsiteY96-8906" fmla="*/ 1194 h 10000"/>
              <a:gd name="connsiteX97-8907" fmla="*/ 3978 w 10000"/>
              <a:gd name="connsiteY97-8908" fmla="*/ 1194 h 10000"/>
              <a:gd name="connsiteX98-8909" fmla="*/ 4348 w 10000"/>
              <a:gd name="connsiteY98-8910" fmla="*/ 1091 h 10000"/>
              <a:gd name="connsiteX99-8911" fmla="*/ 4705 w 10000"/>
              <a:gd name="connsiteY99-8912" fmla="*/ 988 h 10000"/>
              <a:gd name="connsiteX100-8913" fmla="*/ 5075 w 10000"/>
              <a:gd name="connsiteY100-8914" fmla="*/ 988 h 10000"/>
              <a:gd name="connsiteX101-8915" fmla="*/ 5364 w 10000"/>
              <a:gd name="connsiteY101-8916" fmla="*/ 865 h 10000"/>
              <a:gd name="connsiteX102-8917" fmla="*/ 5720 w 10000"/>
              <a:gd name="connsiteY102-8918" fmla="*/ 865 h 10000"/>
              <a:gd name="connsiteX103-8919" fmla="*/ 5940 w 10000"/>
              <a:gd name="connsiteY103-8920" fmla="*/ 865 h 10000"/>
              <a:gd name="connsiteX104-8921" fmla="*/ 6228 w 10000"/>
              <a:gd name="connsiteY104-8922" fmla="*/ 761 h 10000"/>
              <a:gd name="connsiteX105-8923" fmla="*/ 6447 w 10000"/>
              <a:gd name="connsiteY105-8924" fmla="*/ 761 h 10000"/>
              <a:gd name="connsiteX106-8925" fmla="*/ 6804 w 10000"/>
              <a:gd name="connsiteY106-8926" fmla="*/ 660 h 10000"/>
              <a:gd name="connsiteX107-8927" fmla="*/ 7174 w 10000"/>
              <a:gd name="connsiteY107-8928" fmla="*/ 660 h 10000"/>
              <a:gd name="connsiteX108-8929" fmla="*/ 7462 w 10000"/>
              <a:gd name="connsiteY108-8930" fmla="*/ 534 h 10000"/>
              <a:gd name="connsiteX109-8931" fmla="*/ 7750 w 10000"/>
              <a:gd name="connsiteY109-8932" fmla="*/ 534 h 10000"/>
              <a:gd name="connsiteX110-8933" fmla="*/ 7901 w 10000"/>
              <a:gd name="connsiteY110-8934" fmla="*/ 433 h 10000"/>
              <a:gd name="connsiteX111-8935" fmla="*/ 8038 w 10000"/>
              <a:gd name="connsiteY111-8936" fmla="*/ 330 h 10000"/>
              <a:gd name="connsiteX112-8937" fmla="*/ 8189 w 10000"/>
              <a:gd name="connsiteY112-8938" fmla="*/ 330 h 10000"/>
              <a:gd name="connsiteX113-8939" fmla="*/ 8189 w 10000"/>
              <a:gd name="connsiteY113-8940" fmla="*/ 226 h 10000"/>
              <a:gd name="connsiteX114-8941" fmla="*/ 8189 w 10000"/>
              <a:gd name="connsiteY114-8942" fmla="*/ 226 h 10000"/>
              <a:gd name="connsiteX0-8943" fmla="*/ 8189 w 10000"/>
              <a:gd name="connsiteY0-8944" fmla="*/ 226 h 10000"/>
              <a:gd name="connsiteX1-8945" fmla="*/ 8258 w 10000"/>
              <a:gd name="connsiteY1-8946" fmla="*/ 103 h 10000"/>
              <a:gd name="connsiteX2-8947" fmla="*/ 8409 w 10000"/>
              <a:gd name="connsiteY2-8948" fmla="*/ 103 h 10000"/>
              <a:gd name="connsiteX3-8949" fmla="*/ 8477 w 10000"/>
              <a:gd name="connsiteY3-8950" fmla="*/ 0 h 10000"/>
              <a:gd name="connsiteX4-8951" fmla="*/ 8546 w 10000"/>
              <a:gd name="connsiteY4-8952" fmla="*/ 0 h 10000"/>
              <a:gd name="connsiteX5-8953" fmla="*/ 8697 w 10000"/>
              <a:gd name="connsiteY5-8954" fmla="*/ 103 h 10000"/>
              <a:gd name="connsiteX6-8955" fmla="*/ 8916 w 10000"/>
              <a:gd name="connsiteY6-8956" fmla="*/ 226 h 10000"/>
              <a:gd name="connsiteX7-8957" fmla="*/ 8985 w 10000"/>
              <a:gd name="connsiteY7-8958" fmla="*/ 330 h 10000"/>
              <a:gd name="connsiteX8-8959" fmla="*/ 9122 w 10000"/>
              <a:gd name="connsiteY8-8960" fmla="*/ 534 h 10000"/>
              <a:gd name="connsiteX9-8961" fmla="*/ 9204 w 10000"/>
              <a:gd name="connsiteY9-8962" fmla="*/ 660 h 10000"/>
              <a:gd name="connsiteX10-8963" fmla="*/ 9342 w 10000"/>
              <a:gd name="connsiteY10-8964" fmla="*/ 761 h 10000"/>
              <a:gd name="connsiteX11-8965" fmla="*/ 9492 w 10000"/>
              <a:gd name="connsiteY11-8966" fmla="*/ 988 h 10000"/>
              <a:gd name="connsiteX12-8967" fmla="*/ 9630 w 10000"/>
              <a:gd name="connsiteY12-8968" fmla="*/ 1091 h 10000"/>
              <a:gd name="connsiteX13-8969" fmla="*/ 9712 w 10000"/>
              <a:gd name="connsiteY13-8970" fmla="*/ 1297 h 10000"/>
              <a:gd name="connsiteX14-8971" fmla="*/ 9849 w 10000"/>
              <a:gd name="connsiteY14-8972" fmla="*/ 1419 h 10000"/>
              <a:gd name="connsiteX15-8973" fmla="*/ 9918 w 10000"/>
              <a:gd name="connsiteY15-8974" fmla="*/ 1523 h 10000"/>
              <a:gd name="connsiteX16-8975" fmla="*/ 9918 w 10000"/>
              <a:gd name="connsiteY16-8976" fmla="*/ 1625 h 10000"/>
              <a:gd name="connsiteX17-8977" fmla="*/ 10000 w 10000"/>
              <a:gd name="connsiteY17-8978" fmla="*/ 1625 h 10000"/>
              <a:gd name="connsiteX18-8979" fmla="*/ 10000 w 10000"/>
              <a:gd name="connsiteY18-8980" fmla="*/ 1750 h 10000"/>
              <a:gd name="connsiteX19-8981" fmla="*/ 10000 w 10000"/>
              <a:gd name="connsiteY19-8982" fmla="*/ 1852 h 10000"/>
              <a:gd name="connsiteX20-8983" fmla="*/ 9918 w 10000"/>
              <a:gd name="connsiteY20-8984" fmla="*/ 1955 h 10000"/>
              <a:gd name="connsiteX21-8985" fmla="*/ 9849 w 10000"/>
              <a:gd name="connsiteY21-8986" fmla="*/ 1955 h 10000"/>
              <a:gd name="connsiteX22-8987" fmla="*/ 9781 w 10000"/>
              <a:gd name="connsiteY22-8988" fmla="*/ 2058 h 10000"/>
              <a:gd name="connsiteX23-8989" fmla="*/ 9712 w 10000"/>
              <a:gd name="connsiteY23-8990" fmla="*/ 2058 h 10000"/>
              <a:gd name="connsiteX24-8991" fmla="*/ 9712 w 10000"/>
              <a:gd name="connsiteY24-8992" fmla="*/ 2182 h 10000"/>
              <a:gd name="connsiteX25-8993" fmla="*/ 9630 w 10000"/>
              <a:gd name="connsiteY25-8994" fmla="*/ 2284 h 10000"/>
              <a:gd name="connsiteX26-8995" fmla="*/ 9561 w 10000"/>
              <a:gd name="connsiteY26-8996" fmla="*/ 2510 h 10000"/>
              <a:gd name="connsiteX27-8997" fmla="*/ 9561 w 10000"/>
              <a:gd name="connsiteY27-8998" fmla="*/ 2715 h 10000"/>
              <a:gd name="connsiteX28-8999" fmla="*/ 9492 w 10000"/>
              <a:gd name="connsiteY28-9000" fmla="*/ 2943 h 10000"/>
              <a:gd name="connsiteX29-9001" fmla="*/ 9492 w 10000"/>
              <a:gd name="connsiteY29-9002" fmla="*/ 3271 h 10000"/>
              <a:gd name="connsiteX30-9003" fmla="*/ 9492 w 10000"/>
              <a:gd name="connsiteY30-9004" fmla="*/ 3477 h 10000"/>
              <a:gd name="connsiteX31-9005" fmla="*/ 9410 w 10000"/>
              <a:gd name="connsiteY31-9006" fmla="*/ 3807 h 10000"/>
              <a:gd name="connsiteX32-9007" fmla="*/ 9410 w 10000"/>
              <a:gd name="connsiteY32-9008" fmla="*/ 4238 h 10000"/>
              <a:gd name="connsiteX33-9009" fmla="*/ 9342 w 10000"/>
              <a:gd name="connsiteY33-9010" fmla="*/ 4568 h 10000"/>
              <a:gd name="connsiteX34-9011" fmla="*/ 9273 w 10000"/>
              <a:gd name="connsiteY34-9012" fmla="*/ 4999 h 10000"/>
              <a:gd name="connsiteX35-9013" fmla="*/ 9204 w 10000"/>
              <a:gd name="connsiteY35-9014" fmla="*/ 5432 h 10000"/>
              <a:gd name="connsiteX36-9015" fmla="*/ 9122 w 10000"/>
              <a:gd name="connsiteY36-9016" fmla="*/ 5864 h 10000"/>
              <a:gd name="connsiteX37-9017" fmla="*/ 8985 w 10000"/>
              <a:gd name="connsiteY37-9018" fmla="*/ 6852 h 10000"/>
              <a:gd name="connsiteX38-9019" fmla="*/ 8916 w 10000"/>
              <a:gd name="connsiteY38-9020" fmla="*/ 7284 h 10000"/>
              <a:gd name="connsiteX39-9021" fmla="*/ 8834 w 10000"/>
              <a:gd name="connsiteY39-9022" fmla="*/ 7715 h 10000"/>
              <a:gd name="connsiteX40-9023" fmla="*/ 8765 w 10000"/>
              <a:gd name="connsiteY40-9024" fmla="*/ 8147 h 10000"/>
              <a:gd name="connsiteX41-9025" fmla="*/ 8697 w 10000"/>
              <a:gd name="connsiteY41-9026" fmla="*/ 8581 h 10000"/>
              <a:gd name="connsiteX42-9027" fmla="*/ 8615 w 10000"/>
              <a:gd name="connsiteY42-9028" fmla="*/ 8909 h 10000"/>
              <a:gd name="connsiteX43-9029" fmla="*/ 8615 w 10000"/>
              <a:gd name="connsiteY43-9030" fmla="*/ 9134 h 10000"/>
              <a:gd name="connsiteX44-9031" fmla="*/ 8546 w 10000"/>
              <a:gd name="connsiteY44-9032" fmla="*/ 9464 h 10000"/>
              <a:gd name="connsiteX45-9033" fmla="*/ 8477 w 10000"/>
              <a:gd name="connsiteY45-9034" fmla="*/ 9670 h 10000"/>
              <a:gd name="connsiteX46-9035" fmla="*/ 8326 w 10000"/>
              <a:gd name="connsiteY46-9036" fmla="*/ 10000 h 10000"/>
              <a:gd name="connsiteX47-9037" fmla="*/ 7970 w 10000"/>
              <a:gd name="connsiteY47-9038" fmla="*/ 7614 h 10000"/>
              <a:gd name="connsiteX48-9039" fmla="*/ 8038 w 10000"/>
              <a:gd name="connsiteY48-9040" fmla="*/ 7387 h 10000"/>
              <a:gd name="connsiteX49-9041" fmla="*/ 8107 w 10000"/>
              <a:gd name="connsiteY49-9042" fmla="*/ 7057 h 10000"/>
              <a:gd name="connsiteX50-9043" fmla="*/ 8189 w 10000"/>
              <a:gd name="connsiteY50-9044" fmla="*/ 6730 h 10000"/>
              <a:gd name="connsiteX51-9045" fmla="*/ 8189 w 10000"/>
              <a:gd name="connsiteY51-9046" fmla="*/ 6297 h 10000"/>
              <a:gd name="connsiteX52-9047" fmla="*/ 8326 w 10000"/>
              <a:gd name="connsiteY52-9048" fmla="*/ 5536 h 10000"/>
              <a:gd name="connsiteX53-9049" fmla="*/ 8409 w 10000"/>
              <a:gd name="connsiteY53-9050" fmla="*/ 4671 h 10000"/>
              <a:gd name="connsiteX54-9051" fmla="*/ 8409 w 10000"/>
              <a:gd name="connsiteY54-9052" fmla="*/ 3910 h 10000"/>
              <a:gd name="connsiteX55-9053" fmla="*/ 8477 w 10000"/>
              <a:gd name="connsiteY55-9054" fmla="*/ 3148 h 10000"/>
              <a:gd name="connsiteX56-9055" fmla="*/ 8477 w 10000"/>
              <a:gd name="connsiteY56-9056" fmla="*/ 2819 h 10000"/>
              <a:gd name="connsiteX57-9057" fmla="*/ 8477 w 10000"/>
              <a:gd name="connsiteY57-9058" fmla="*/ 2510 h 10000"/>
              <a:gd name="connsiteX58-9059" fmla="*/ 8477 w 10000"/>
              <a:gd name="connsiteY58-9060" fmla="*/ 2284 h 10000"/>
              <a:gd name="connsiteX59-9061" fmla="*/ 8477 w 10000"/>
              <a:gd name="connsiteY59-9062" fmla="*/ 2058 h 10000"/>
              <a:gd name="connsiteX60-9063" fmla="*/ 8477 w 10000"/>
              <a:gd name="connsiteY60-9064" fmla="*/ 1852 h 10000"/>
              <a:gd name="connsiteX61-9065" fmla="*/ 8477 w 10000"/>
              <a:gd name="connsiteY61-9066" fmla="*/ 1750 h 10000"/>
              <a:gd name="connsiteX62-9067" fmla="*/ 8409 w 10000"/>
              <a:gd name="connsiteY62-9068" fmla="*/ 1625 h 10000"/>
              <a:gd name="connsiteX63-9069" fmla="*/ 8409 w 10000"/>
              <a:gd name="connsiteY63-9070" fmla="*/ 1523 h 10000"/>
              <a:gd name="connsiteX64-9071" fmla="*/ 8409 w 10000"/>
              <a:gd name="connsiteY64-9072" fmla="*/ 1419 h 10000"/>
              <a:gd name="connsiteX65-9073" fmla="*/ 8326 w 10000"/>
              <a:gd name="connsiteY65-9074" fmla="*/ 1419 h 10000"/>
              <a:gd name="connsiteX66-9075" fmla="*/ 8258 w 10000"/>
              <a:gd name="connsiteY66-9076" fmla="*/ 1297 h 10000"/>
              <a:gd name="connsiteX67-9077" fmla="*/ 8258 w 10000"/>
              <a:gd name="connsiteY67-9078" fmla="*/ 1297 h 10000"/>
              <a:gd name="connsiteX68-9079" fmla="*/ 8107 w 10000"/>
              <a:gd name="connsiteY68-9080" fmla="*/ 1297 h 10000"/>
              <a:gd name="connsiteX69-9081" fmla="*/ 8038 w 10000"/>
              <a:gd name="connsiteY69-9082" fmla="*/ 1297 h 10000"/>
              <a:gd name="connsiteX70-9083" fmla="*/ 7970 w 10000"/>
              <a:gd name="connsiteY70-9084" fmla="*/ 1297 h 10000"/>
              <a:gd name="connsiteX71-9085" fmla="*/ 7819 w 10000"/>
              <a:gd name="connsiteY71-9086" fmla="*/ 1297 h 10000"/>
              <a:gd name="connsiteX72-9087" fmla="*/ 7682 w 10000"/>
              <a:gd name="connsiteY72-9088" fmla="*/ 1297 h 10000"/>
              <a:gd name="connsiteX73-9089" fmla="*/ 7462 w 10000"/>
              <a:gd name="connsiteY73-9090" fmla="*/ 1297 h 10000"/>
              <a:gd name="connsiteX74-9091" fmla="*/ 7311 w 10000"/>
              <a:gd name="connsiteY74-9092" fmla="*/ 1297 h 10000"/>
              <a:gd name="connsiteX75-9093" fmla="*/ 7092 w 10000"/>
              <a:gd name="connsiteY75-9094" fmla="*/ 1297 h 10000"/>
              <a:gd name="connsiteX76-9095" fmla="*/ 6804 w 10000"/>
              <a:gd name="connsiteY76-9096" fmla="*/ 1297 h 10000"/>
              <a:gd name="connsiteX77-9097" fmla="*/ 6516 w 10000"/>
              <a:gd name="connsiteY77-9098" fmla="*/ 1419 h 10000"/>
              <a:gd name="connsiteX78-9099" fmla="*/ 6228 w 10000"/>
              <a:gd name="connsiteY78-9100" fmla="*/ 1419 h 10000"/>
              <a:gd name="connsiteX79-9101" fmla="*/ 5871 w 10000"/>
              <a:gd name="connsiteY79-9102" fmla="*/ 1523 h 10000"/>
              <a:gd name="connsiteX80-9103" fmla="*/ 5144 w 10000"/>
              <a:gd name="connsiteY80-9104" fmla="*/ 1625 h 10000"/>
              <a:gd name="connsiteX81-9105" fmla="*/ 4417 w 10000"/>
              <a:gd name="connsiteY81-9106" fmla="*/ 1852 h 10000"/>
              <a:gd name="connsiteX82-9107" fmla="*/ 3690 w 10000"/>
              <a:gd name="connsiteY82-9108" fmla="*/ 1955 h 10000"/>
              <a:gd name="connsiteX83-9109" fmla="*/ 2963 w 10000"/>
              <a:gd name="connsiteY83-9110" fmla="*/ 2058 h 10000"/>
              <a:gd name="connsiteX84-9111" fmla="*/ 2167 w 10000"/>
              <a:gd name="connsiteY84-9112" fmla="*/ 2182 h 10000"/>
              <a:gd name="connsiteX85-9113" fmla="*/ 1454 w 10000"/>
              <a:gd name="connsiteY85-9114" fmla="*/ 2284 h 10000"/>
              <a:gd name="connsiteX86-9115" fmla="*/ 727 w 10000"/>
              <a:gd name="connsiteY86-9116" fmla="*/ 2386 h 10000"/>
              <a:gd name="connsiteX87-9117" fmla="*/ 0 w 10000"/>
              <a:gd name="connsiteY87-9118" fmla="*/ 2510 h 10000"/>
              <a:gd name="connsiteX88-9119" fmla="*/ 0 w 10000"/>
              <a:gd name="connsiteY88-9120" fmla="*/ 1852 h 10000"/>
              <a:gd name="connsiteX89-9121" fmla="*/ 576 w 10000"/>
              <a:gd name="connsiteY89-9122" fmla="*/ 1750 h 10000"/>
              <a:gd name="connsiteX90-9123" fmla="*/ 1152 w 10000"/>
              <a:gd name="connsiteY90-9124" fmla="*/ 1625 h 10000"/>
              <a:gd name="connsiteX91-9125" fmla="*/ 1660 w 10000"/>
              <a:gd name="connsiteY91-9126" fmla="*/ 1523 h 10000"/>
              <a:gd name="connsiteX92-9127" fmla="*/ 2167 w 10000"/>
              <a:gd name="connsiteY92-9128" fmla="*/ 1419 h 10000"/>
              <a:gd name="connsiteX93-9129" fmla="*/ 2675 w 10000"/>
              <a:gd name="connsiteY93-9130" fmla="*/ 1419 h 10000"/>
              <a:gd name="connsiteX94-9131" fmla="*/ 3114 w 10000"/>
              <a:gd name="connsiteY94-9132" fmla="*/ 1297 h 10000"/>
              <a:gd name="connsiteX95-9133" fmla="*/ 3553 w 10000"/>
              <a:gd name="connsiteY95-9134" fmla="*/ 1194 h 10000"/>
              <a:gd name="connsiteX96-9135" fmla="*/ 3978 w 10000"/>
              <a:gd name="connsiteY96-9136" fmla="*/ 1194 h 10000"/>
              <a:gd name="connsiteX97-9137" fmla="*/ 4348 w 10000"/>
              <a:gd name="connsiteY97-9138" fmla="*/ 1091 h 10000"/>
              <a:gd name="connsiteX98-9139" fmla="*/ 4705 w 10000"/>
              <a:gd name="connsiteY98-9140" fmla="*/ 988 h 10000"/>
              <a:gd name="connsiteX99-9141" fmla="*/ 5075 w 10000"/>
              <a:gd name="connsiteY99-9142" fmla="*/ 988 h 10000"/>
              <a:gd name="connsiteX100-9143" fmla="*/ 5364 w 10000"/>
              <a:gd name="connsiteY100-9144" fmla="*/ 865 h 10000"/>
              <a:gd name="connsiteX101-9145" fmla="*/ 5720 w 10000"/>
              <a:gd name="connsiteY101-9146" fmla="*/ 865 h 10000"/>
              <a:gd name="connsiteX102-9147" fmla="*/ 5940 w 10000"/>
              <a:gd name="connsiteY102-9148" fmla="*/ 865 h 10000"/>
              <a:gd name="connsiteX103-9149" fmla="*/ 6228 w 10000"/>
              <a:gd name="connsiteY103-9150" fmla="*/ 761 h 10000"/>
              <a:gd name="connsiteX104-9151" fmla="*/ 6447 w 10000"/>
              <a:gd name="connsiteY104-9152" fmla="*/ 761 h 10000"/>
              <a:gd name="connsiteX105-9153" fmla="*/ 6804 w 10000"/>
              <a:gd name="connsiteY105-9154" fmla="*/ 660 h 10000"/>
              <a:gd name="connsiteX106-9155" fmla="*/ 7174 w 10000"/>
              <a:gd name="connsiteY106-9156" fmla="*/ 660 h 10000"/>
              <a:gd name="connsiteX107-9157" fmla="*/ 7462 w 10000"/>
              <a:gd name="connsiteY107-9158" fmla="*/ 534 h 10000"/>
              <a:gd name="connsiteX108-9159" fmla="*/ 7750 w 10000"/>
              <a:gd name="connsiteY108-9160" fmla="*/ 534 h 10000"/>
              <a:gd name="connsiteX109-9161" fmla="*/ 7901 w 10000"/>
              <a:gd name="connsiteY109-9162" fmla="*/ 433 h 10000"/>
              <a:gd name="connsiteX110-9163" fmla="*/ 8038 w 10000"/>
              <a:gd name="connsiteY110-9164" fmla="*/ 330 h 10000"/>
              <a:gd name="connsiteX111-9165" fmla="*/ 8189 w 10000"/>
              <a:gd name="connsiteY111-9166" fmla="*/ 330 h 10000"/>
              <a:gd name="connsiteX112-9167" fmla="*/ 8189 w 10000"/>
              <a:gd name="connsiteY112-9168" fmla="*/ 226 h 10000"/>
              <a:gd name="connsiteX113-9169" fmla="*/ 8189 w 10000"/>
              <a:gd name="connsiteY113-9170" fmla="*/ 226 h 10000"/>
              <a:gd name="connsiteX0-9171" fmla="*/ 8189 w 10000"/>
              <a:gd name="connsiteY0-9172" fmla="*/ 226 h 10000"/>
              <a:gd name="connsiteX1-9173" fmla="*/ 8258 w 10000"/>
              <a:gd name="connsiteY1-9174" fmla="*/ 103 h 10000"/>
              <a:gd name="connsiteX2-9175" fmla="*/ 8409 w 10000"/>
              <a:gd name="connsiteY2-9176" fmla="*/ 103 h 10000"/>
              <a:gd name="connsiteX3-9177" fmla="*/ 8477 w 10000"/>
              <a:gd name="connsiteY3-9178" fmla="*/ 0 h 10000"/>
              <a:gd name="connsiteX4-9179" fmla="*/ 8546 w 10000"/>
              <a:gd name="connsiteY4-9180" fmla="*/ 0 h 10000"/>
              <a:gd name="connsiteX5-9181" fmla="*/ 8697 w 10000"/>
              <a:gd name="connsiteY5-9182" fmla="*/ 103 h 10000"/>
              <a:gd name="connsiteX6-9183" fmla="*/ 8916 w 10000"/>
              <a:gd name="connsiteY6-9184" fmla="*/ 226 h 10000"/>
              <a:gd name="connsiteX7-9185" fmla="*/ 8985 w 10000"/>
              <a:gd name="connsiteY7-9186" fmla="*/ 330 h 10000"/>
              <a:gd name="connsiteX8-9187" fmla="*/ 9122 w 10000"/>
              <a:gd name="connsiteY8-9188" fmla="*/ 534 h 10000"/>
              <a:gd name="connsiteX9-9189" fmla="*/ 9204 w 10000"/>
              <a:gd name="connsiteY9-9190" fmla="*/ 660 h 10000"/>
              <a:gd name="connsiteX10-9191" fmla="*/ 9342 w 10000"/>
              <a:gd name="connsiteY10-9192" fmla="*/ 761 h 10000"/>
              <a:gd name="connsiteX11-9193" fmla="*/ 9492 w 10000"/>
              <a:gd name="connsiteY11-9194" fmla="*/ 988 h 10000"/>
              <a:gd name="connsiteX12-9195" fmla="*/ 9630 w 10000"/>
              <a:gd name="connsiteY12-9196" fmla="*/ 1091 h 10000"/>
              <a:gd name="connsiteX13-9197" fmla="*/ 9712 w 10000"/>
              <a:gd name="connsiteY13-9198" fmla="*/ 1297 h 10000"/>
              <a:gd name="connsiteX14-9199" fmla="*/ 9849 w 10000"/>
              <a:gd name="connsiteY14-9200" fmla="*/ 1419 h 10000"/>
              <a:gd name="connsiteX15-9201" fmla="*/ 9918 w 10000"/>
              <a:gd name="connsiteY15-9202" fmla="*/ 1523 h 10000"/>
              <a:gd name="connsiteX16-9203" fmla="*/ 9918 w 10000"/>
              <a:gd name="connsiteY16-9204" fmla="*/ 1625 h 10000"/>
              <a:gd name="connsiteX17-9205" fmla="*/ 10000 w 10000"/>
              <a:gd name="connsiteY17-9206" fmla="*/ 1625 h 10000"/>
              <a:gd name="connsiteX18-9207" fmla="*/ 10000 w 10000"/>
              <a:gd name="connsiteY18-9208" fmla="*/ 1750 h 10000"/>
              <a:gd name="connsiteX19-9209" fmla="*/ 10000 w 10000"/>
              <a:gd name="connsiteY19-9210" fmla="*/ 1852 h 10000"/>
              <a:gd name="connsiteX20-9211" fmla="*/ 9918 w 10000"/>
              <a:gd name="connsiteY20-9212" fmla="*/ 1955 h 10000"/>
              <a:gd name="connsiteX21-9213" fmla="*/ 9849 w 10000"/>
              <a:gd name="connsiteY21-9214" fmla="*/ 1955 h 10000"/>
              <a:gd name="connsiteX22-9215" fmla="*/ 9781 w 10000"/>
              <a:gd name="connsiteY22-9216" fmla="*/ 2058 h 10000"/>
              <a:gd name="connsiteX23-9217" fmla="*/ 9712 w 10000"/>
              <a:gd name="connsiteY23-9218" fmla="*/ 2058 h 10000"/>
              <a:gd name="connsiteX24-9219" fmla="*/ 9712 w 10000"/>
              <a:gd name="connsiteY24-9220" fmla="*/ 2182 h 10000"/>
              <a:gd name="connsiteX25-9221" fmla="*/ 9630 w 10000"/>
              <a:gd name="connsiteY25-9222" fmla="*/ 2284 h 10000"/>
              <a:gd name="connsiteX26-9223" fmla="*/ 9561 w 10000"/>
              <a:gd name="connsiteY26-9224" fmla="*/ 2510 h 10000"/>
              <a:gd name="connsiteX27-9225" fmla="*/ 9561 w 10000"/>
              <a:gd name="connsiteY27-9226" fmla="*/ 2715 h 10000"/>
              <a:gd name="connsiteX28-9227" fmla="*/ 9492 w 10000"/>
              <a:gd name="connsiteY28-9228" fmla="*/ 2943 h 10000"/>
              <a:gd name="connsiteX29-9229" fmla="*/ 9492 w 10000"/>
              <a:gd name="connsiteY29-9230" fmla="*/ 3271 h 10000"/>
              <a:gd name="connsiteX30-9231" fmla="*/ 9492 w 10000"/>
              <a:gd name="connsiteY30-9232" fmla="*/ 3477 h 10000"/>
              <a:gd name="connsiteX31-9233" fmla="*/ 9410 w 10000"/>
              <a:gd name="connsiteY31-9234" fmla="*/ 3807 h 10000"/>
              <a:gd name="connsiteX32-9235" fmla="*/ 9410 w 10000"/>
              <a:gd name="connsiteY32-9236" fmla="*/ 4238 h 10000"/>
              <a:gd name="connsiteX33-9237" fmla="*/ 9342 w 10000"/>
              <a:gd name="connsiteY33-9238" fmla="*/ 4568 h 10000"/>
              <a:gd name="connsiteX34-9239" fmla="*/ 9273 w 10000"/>
              <a:gd name="connsiteY34-9240" fmla="*/ 4999 h 10000"/>
              <a:gd name="connsiteX35-9241" fmla="*/ 9204 w 10000"/>
              <a:gd name="connsiteY35-9242" fmla="*/ 5432 h 10000"/>
              <a:gd name="connsiteX36-9243" fmla="*/ 9122 w 10000"/>
              <a:gd name="connsiteY36-9244" fmla="*/ 5864 h 10000"/>
              <a:gd name="connsiteX37-9245" fmla="*/ 8985 w 10000"/>
              <a:gd name="connsiteY37-9246" fmla="*/ 6852 h 10000"/>
              <a:gd name="connsiteX38-9247" fmla="*/ 8916 w 10000"/>
              <a:gd name="connsiteY38-9248" fmla="*/ 7284 h 10000"/>
              <a:gd name="connsiteX39-9249" fmla="*/ 8834 w 10000"/>
              <a:gd name="connsiteY39-9250" fmla="*/ 7715 h 10000"/>
              <a:gd name="connsiteX40-9251" fmla="*/ 8765 w 10000"/>
              <a:gd name="connsiteY40-9252" fmla="*/ 8147 h 10000"/>
              <a:gd name="connsiteX41-9253" fmla="*/ 8697 w 10000"/>
              <a:gd name="connsiteY41-9254" fmla="*/ 8581 h 10000"/>
              <a:gd name="connsiteX42-9255" fmla="*/ 8615 w 10000"/>
              <a:gd name="connsiteY42-9256" fmla="*/ 8909 h 10000"/>
              <a:gd name="connsiteX43-9257" fmla="*/ 8615 w 10000"/>
              <a:gd name="connsiteY43-9258" fmla="*/ 9134 h 10000"/>
              <a:gd name="connsiteX44-9259" fmla="*/ 8546 w 10000"/>
              <a:gd name="connsiteY44-9260" fmla="*/ 9464 h 10000"/>
              <a:gd name="connsiteX45-9261" fmla="*/ 8477 w 10000"/>
              <a:gd name="connsiteY45-9262" fmla="*/ 9670 h 10000"/>
              <a:gd name="connsiteX46-9263" fmla="*/ 8326 w 10000"/>
              <a:gd name="connsiteY46-9264" fmla="*/ 10000 h 10000"/>
              <a:gd name="connsiteX47-9265" fmla="*/ 8038 w 10000"/>
              <a:gd name="connsiteY47-9266" fmla="*/ 7387 h 10000"/>
              <a:gd name="connsiteX48-9267" fmla="*/ 8107 w 10000"/>
              <a:gd name="connsiteY48-9268" fmla="*/ 7057 h 10000"/>
              <a:gd name="connsiteX49-9269" fmla="*/ 8189 w 10000"/>
              <a:gd name="connsiteY49-9270" fmla="*/ 6730 h 10000"/>
              <a:gd name="connsiteX50-9271" fmla="*/ 8189 w 10000"/>
              <a:gd name="connsiteY50-9272" fmla="*/ 6297 h 10000"/>
              <a:gd name="connsiteX51-9273" fmla="*/ 8326 w 10000"/>
              <a:gd name="connsiteY51-9274" fmla="*/ 5536 h 10000"/>
              <a:gd name="connsiteX52-9275" fmla="*/ 8409 w 10000"/>
              <a:gd name="connsiteY52-9276" fmla="*/ 4671 h 10000"/>
              <a:gd name="connsiteX53-9277" fmla="*/ 8409 w 10000"/>
              <a:gd name="connsiteY53-9278" fmla="*/ 3910 h 10000"/>
              <a:gd name="connsiteX54-9279" fmla="*/ 8477 w 10000"/>
              <a:gd name="connsiteY54-9280" fmla="*/ 3148 h 10000"/>
              <a:gd name="connsiteX55-9281" fmla="*/ 8477 w 10000"/>
              <a:gd name="connsiteY55-9282" fmla="*/ 2819 h 10000"/>
              <a:gd name="connsiteX56-9283" fmla="*/ 8477 w 10000"/>
              <a:gd name="connsiteY56-9284" fmla="*/ 2510 h 10000"/>
              <a:gd name="connsiteX57-9285" fmla="*/ 8477 w 10000"/>
              <a:gd name="connsiteY57-9286" fmla="*/ 2284 h 10000"/>
              <a:gd name="connsiteX58-9287" fmla="*/ 8477 w 10000"/>
              <a:gd name="connsiteY58-9288" fmla="*/ 2058 h 10000"/>
              <a:gd name="connsiteX59-9289" fmla="*/ 8477 w 10000"/>
              <a:gd name="connsiteY59-9290" fmla="*/ 1852 h 10000"/>
              <a:gd name="connsiteX60-9291" fmla="*/ 8477 w 10000"/>
              <a:gd name="connsiteY60-9292" fmla="*/ 1750 h 10000"/>
              <a:gd name="connsiteX61-9293" fmla="*/ 8409 w 10000"/>
              <a:gd name="connsiteY61-9294" fmla="*/ 1625 h 10000"/>
              <a:gd name="connsiteX62-9295" fmla="*/ 8409 w 10000"/>
              <a:gd name="connsiteY62-9296" fmla="*/ 1523 h 10000"/>
              <a:gd name="connsiteX63-9297" fmla="*/ 8409 w 10000"/>
              <a:gd name="connsiteY63-9298" fmla="*/ 1419 h 10000"/>
              <a:gd name="connsiteX64-9299" fmla="*/ 8326 w 10000"/>
              <a:gd name="connsiteY64-9300" fmla="*/ 1419 h 10000"/>
              <a:gd name="connsiteX65-9301" fmla="*/ 8258 w 10000"/>
              <a:gd name="connsiteY65-9302" fmla="*/ 1297 h 10000"/>
              <a:gd name="connsiteX66-9303" fmla="*/ 8258 w 10000"/>
              <a:gd name="connsiteY66-9304" fmla="*/ 1297 h 10000"/>
              <a:gd name="connsiteX67-9305" fmla="*/ 8107 w 10000"/>
              <a:gd name="connsiteY67-9306" fmla="*/ 1297 h 10000"/>
              <a:gd name="connsiteX68-9307" fmla="*/ 8038 w 10000"/>
              <a:gd name="connsiteY68-9308" fmla="*/ 1297 h 10000"/>
              <a:gd name="connsiteX69-9309" fmla="*/ 7970 w 10000"/>
              <a:gd name="connsiteY69-9310" fmla="*/ 1297 h 10000"/>
              <a:gd name="connsiteX70-9311" fmla="*/ 7819 w 10000"/>
              <a:gd name="connsiteY70-9312" fmla="*/ 1297 h 10000"/>
              <a:gd name="connsiteX71-9313" fmla="*/ 7682 w 10000"/>
              <a:gd name="connsiteY71-9314" fmla="*/ 1297 h 10000"/>
              <a:gd name="connsiteX72-9315" fmla="*/ 7462 w 10000"/>
              <a:gd name="connsiteY72-9316" fmla="*/ 1297 h 10000"/>
              <a:gd name="connsiteX73-9317" fmla="*/ 7311 w 10000"/>
              <a:gd name="connsiteY73-9318" fmla="*/ 1297 h 10000"/>
              <a:gd name="connsiteX74-9319" fmla="*/ 7092 w 10000"/>
              <a:gd name="connsiteY74-9320" fmla="*/ 1297 h 10000"/>
              <a:gd name="connsiteX75-9321" fmla="*/ 6804 w 10000"/>
              <a:gd name="connsiteY75-9322" fmla="*/ 1297 h 10000"/>
              <a:gd name="connsiteX76-9323" fmla="*/ 6516 w 10000"/>
              <a:gd name="connsiteY76-9324" fmla="*/ 1419 h 10000"/>
              <a:gd name="connsiteX77-9325" fmla="*/ 6228 w 10000"/>
              <a:gd name="connsiteY77-9326" fmla="*/ 1419 h 10000"/>
              <a:gd name="connsiteX78-9327" fmla="*/ 5871 w 10000"/>
              <a:gd name="connsiteY78-9328" fmla="*/ 1523 h 10000"/>
              <a:gd name="connsiteX79-9329" fmla="*/ 5144 w 10000"/>
              <a:gd name="connsiteY79-9330" fmla="*/ 1625 h 10000"/>
              <a:gd name="connsiteX80-9331" fmla="*/ 4417 w 10000"/>
              <a:gd name="connsiteY80-9332" fmla="*/ 1852 h 10000"/>
              <a:gd name="connsiteX81-9333" fmla="*/ 3690 w 10000"/>
              <a:gd name="connsiteY81-9334" fmla="*/ 1955 h 10000"/>
              <a:gd name="connsiteX82-9335" fmla="*/ 2963 w 10000"/>
              <a:gd name="connsiteY82-9336" fmla="*/ 2058 h 10000"/>
              <a:gd name="connsiteX83-9337" fmla="*/ 2167 w 10000"/>
              <a:gd name="connsiteY83-9338" fmla="*/ 2182 h 10000"/>
              <a:gd name="connsiteX84-9339" fmla="*/ 1454 w 10000"/>
              <a:gd name="connsiteY84-9340" fmla="*/ 2284 h 10000"/>
              <a:gd name="connsiteX85-9341" fmla="*/ 727 w 10000"/>
              <a:gd name="connsiteY85-9342" fmla="*/ 2386 h 10000"/>
              <a:gd name="connsiteX86-9343" fmla="*/ 0 w 10000"/>
              <a:gd name="connsiteY86-9344" fmla="*/ 2510 h 10000"/>
              <a:gd name="connsiteX87-9345" fmla="*/ 0 w 10000"/>
              <a:gd name="connsiteY87-9346" fmla="*/ 1852 h 10000"/>
              <a:gd name="connsiteX88-9347" fmla="*/ 576 w 10000"/>
              <a:gd name="connsiteY88-9348" fmla="*/ 1750 h 10000"/>
              <a:gd name="connsiteX89-9349" fmla="*/ 1152 w 10000"/>
              <a:gd name="connsiteY89-9350" fmla="*/ 1625 h 10000"/>
              <a:gd name="connsiteX90-9351" fmla="*/ 1660 w 10000"/>
              <a:gd name="connsiteY90-9352" fmla="*/ 1523 h 10000"/>
              <a:gd name="connsiteX91-9353" fmla="*/ 2167 w 10000"/>
              <a:gd name="connsiteY91-9354" fmla="*/ 1419 h 10000"/>
              <a:gd name="connsiteX92-9355" fmla="*/ 2675 w 10000"/>
              <a:gd name="connsiteY92-9356" fmla="*/ 1419 h 10000"/>
              <a:gd name="connsiteX93-9357" fmla="*/ 3114 w 10000"/>
              <a:gd name="connsiteY93-9358" fmla="*/ 1297 h 10000"/>
              <a:gd name="connsiteX94-9359" fmla="*/ 3553 w 10000"/>
              <a:gd name="connsiteY94-9360" fmla="*/ 1194 h 10000"/>
              <a:gd name="connsiteX95-9361" fmla="*/ 3978 w 10000"/>
              <a:gd name="connsiteY95-9362" fmla="*/ 1194 h 10000"/>
              <a:gd name="connsiteX96-9363" fmla="*/ 4348 w 10000"/>
              <a:gd name="connsiteY96-9364" fmla="*/ 1091 h 10000"/>
              <a:gd name="connsiteX97-9365" fmla="*/ 4705 w 10000"/>
              <a:gd name="connsiteY97-9366" fmla="*/ 988 h 10000"/>
              <a:gd name="connsiteX98-9367" fmla="*/ 5075 w 10000"/>
              <a:gd name="connsiteY98-9368" fmla="*/ 988 h 10000"/>
              <a:gd name="connsiteX99-9369" fmla="*/ 5364 w 10000"/>
              <a:gd name="connsiteY99-9370" fmla="*/ 865 h 10000"/>
              <a:gd name="connsiteX100-9371" fmla="*/ 5720 w 10000"/>
              <a:gd name="connsiteY100-9372" fmla="*/ 865 h 10000"/>
              <a:gd name="connsiteX101-9373" fmla="*/ 5940 w 10000"/>
              <a:gd name="connsiteY101-9374" fmla="*/ 865 h 10000"/>
              <a:gd name="connsiteX102-9375" fmla="*/ 6228 w 10000"/>
              <a:gd name="connsiteY102-9376" fmla="*/ 761 h 10000"/>
              <a:gd name="connsiteX103-9377" fmla="*/ 6447 w 10000"/>
              <a:gd name="connsiteY103-9378" fmla="*/ 761 h 10000"/>
              <a:gd name="connsiteX104-9379" fmla="*/ 6804 w 10000"/>
              <a:gd name="connsiteY104-9380" fmla="*/ 660 h 10000"/>
              <a:gd name="connsiteX105-9381" fmla="*/ 7174 w 10000"/>
              <a:gd name="connsiteY105-9382" fmla="*/ 660 h 10000"/>
              <a:gd name="connsiteX106-9383" fmla="*/ 7462 w 10000"/>
              <a:gd name="connsiteY106-9384" fmla="*/ 534 h 10000"/>
              <a:gd name="connsiteX107-9385" fmla="*/ 7750 w 10000"/>
              <a:gd name="connsiteY107-9386" fmla="*/ 534 h 10000"/>
              <a:gd name="connsiteX108-9387" fmla="*/ 7901 w 10000"/>
              <a:gd name="connsiteY108-9388" fmla="*/ 433 h 10000"/>
              <a:gd name="connsiteX109-9389" fmla="*/ 8038 w 10000"/>
              <a:gd name="connsiteY109-9390" fmla="*/ 330 h 10000"/>
              <a:gd name="connsiteX110-9391" fmla="*/ 8189 w 10000"/>
              <a:gd name="connsiteY110-9392" fmla="*/ 330 h 10000"/>
              <a:gd name="connsiteX111-9393" fmla="*/ 8189 w 10000"/>
              <a:gd name="connsiteY111-9394" fmla="*/ 226 h 10000"/>
              <a:gd name="connsiteX112-9395" fmla="*/ 8189 w 10000"/>
              <a:gd name="connsiteY112-9396" fmla="*/ 226 h 10000"/>
              <a:gd name="connsiteX0-9397" fmla="*/ 8189 w 10000"/>
              <a:gd name="connsiteY0-9398" fmla="*/ 226 h 10000"/>
              <a:gd name="connsiteX1-9399" fmla="*/ 8258 w 10000"/>
              <a:gd name="connsiteY1-9400" fmla="*/ 103 h 10000"/>
              <a:gd name="connsiteX2-9401" fmla="*/ 8409 w 10000"/>
              <a:gd name="connsiteY2-9402" fmla="*/ 103 h 10000"/>
              <a:gd name="connsiteX3-9403" fmla="*/ 8477 w 10000"/>
              <a:gd name="connsiteY3-9404" fmla="*/ 0 h 10000"/>
              <a:gd name="connsiteX4-9405" fmla="*/ 8546 w 10000"/>
              <a:gd name="connsiteY4-9406" fmla="*/ 0 h 10000"/>
              <a:gd name="connsiteX5-9407" fmla="*/ 8697 w 10000"/>
              <a:gd name="connsiteY5-9408" fmla="*/ 103 h 10000"/>
              <a:gd name="connsiteX6-9409" fmla="*/ 8916 w 10000"/>
              <a:gd name="connsiteY6-9410" fmla="*/ 226 h 10000"/>
              <a:gd name="connsiteX7-9411" fmla="*/ 8985 w 10000"/>
              <a:gd name="connsiteY7-9412" fmla="*/ 330 h 10000"/>
              <a:gd name="connsiteX8-9413" fmla="*/ 9122 w 10000"/>
              <a:gd name="connsiteY8-9414" fmla="*/ 534 h 10000"/>
              <a:gd name="connsiteX9-9415" fmla="*/ 9204 w 10000"/>
              <a:gd name="connsiteY9-9416" fmla="*/ 660 h 10000"/>
              <a:gd name="connsiteX10-9417" fmla="*/ 9342 w 10000"/>
              <a:gd name="connsiteY10-9418" fmla="*/ 761 h 10000"/>
              <a:gd name="connsiteX11-9419" fmla="*/ 9492 w 10000"/>
              <a:gd name="connsiteY11-9420" fmla="*/ 988 h 10000"/>
              <a:gd name="connsiteX12-9421" fmla="*/ 9630 w 10000"/>
              <a:gd name="connsiteY12-9422" fmla="*/ 1091 h 10000"/>
              <a:gd name="connsiteX13-9423" fmla="*/ 9712 w 10000"/>
              <a:gd name="connsiteY13-9424" fmla="*/ 1297 h 10000"/>
              <a:gd name="connsiteX14-9425" fmla="*/ 9849 w 10000"/>
              <a:gd name="connsiteY14-9426" fmla="*/ 1419 h 10000"/>
              <a:gd name="connsiteX15-9427" fmla="*/ 9918 w 10000"/>
              <a:gd name="connsiteY15-9428" fmla="*/ 1523 h 10000"/>
              <a:gd name="connsiteX16-9429" fmla="*/ 9918 w 10000"/>
              <a:gd name="connsiteY16-9430" fmla="*/ 1625 h 10000"/>
              <a:gd name="connsiteX17-9431" fmla="*/ 10000 w 10000"/>
              <a:gd name="connsiteY17-9432" fmla="*/ 1625 h 10000"/>
              <a:gd name="connsiteX18-9433" fmla="*/ 10000 w 10000"/>
              <a:gd name="connsiteY18-9434" fmla="*/ 1750 h 10000"/>
              <a:gd name="connsiteX19-9435" fmla="*/ 10000 w 10000"/>
              <a:gd name="connsiteY19-9436" fmla="*/ 1852 h 10000"/>
              <a:gd name="connsiteX20-9437" fmla="*/ 9918 w 10000"/>
              <a:gd name="connsiteY20-9438" fmla="*/ 1955 h 10000"/>
              <a:gd name="connsiteX21-9439" fmla="*/ 9849 w 10000"/>
              <a:gd name="connsiteY21-9440" fmla="*/ 1955 h 10000"/>
              <a:gd name="connsiteX22-9441" fmla="*/ 9781 w 10000"/>
              <a:gd name="connsiteY22-9442" fmla="*/ 2058 h 10000"/>
              <a:gd name="connsiteX23-9443" fmla="*/ 9712 w 10000"/>
              <a:gd name="connsiteY23-9444" fmla="*/ 2058 h 10000"/>
              <a:gd name="connsiteX24-9445" fmla="*/ 9712 w 10000"/>
              <a:gd name="connsiteY24-9446" fmla="*/ 2182 h 10000"/>
              <a:gd name="connsiteX25-9447" fmla="*/ 9630 w 10000"/>
              <a:gd name="connsiteY25-9448" fmla="*/ 2284 h 10000"/>
              <a:gd name="connsiteX26-9449" fmla="*/ 9561 w 10000"/>
              <a:gd name="connsiteY26-9450" fmla="*/ 2510 h 10000"/>
              <a:gd name="connsiteX27-9451" fmla="*/ 9561 w 10000"/>
              <a:gd name="connsiteY27-9452" fmla="*/ 2715 h 10000"/>
              <a:gd name="connsiteX28-9453" fmla="*/ 9492 w 10000"/>
              <a:gd name="connsiteY28-9454" fmla="*/ 2943 h 10000"/>
              <a:gd name="connsiteX29-9455" fmla="*/ 9492 w 10000"/>
              <a:gd name="connsiteY29-9456" fmla="*/ 3271 h 10000"/>
              <a:gd name="connsiteX30-9457" fmla="*/ 9492 w 10000"/>
              <a:gd name="connsiteY30-9458" fmla="*/ 3477 h 10000"/>
              <a:gd name="connsiteX31-9459" fmla="*/ 9410 w 10000"/>
              <a:gd name="connsiteY31-9460" fmla="*/ 3807 h 10000"/>
              <a:gd name="connsiteX32-9461" fmla="*/ 9410 w 10000"/>
              <a:gd name="connsiteY32-9462" fmla="*/ 4238 h 10000"/>
              <a:gd name="connsiteX33-9463" fmla="*/ 9342 w 10000"/>
              <a:gd name="connsiteY33-9464" fmla="*/ 4568 h 10000"/>
              <a:gd name="connsiteX34-9465" fmla="*/ 9273 w 10000"/>
              <a:gd name="connsiteY34-9466" fmla="*/ 4999 h 10000"/>
              <a:gd name="connsiteX35-9467" fmla="*/ 9204 w 10000"/>
              <a:gd name="connsiteY35-9468" fmla="*/ 5432 h 10000"/>
              <a:gd name="connsiteX36-9469" fmla="*/ 9122 w 10000"/>
              <a:gd name="connsiteY36-9470" fmla="*/ 5864 h 10000"/>
              <a:gd name="connsiteX37-9471" fmla="*/ 8985 w 10000"/>
              <a:gd name="connsiteY37-9472" fmla="*/ 6852 h 10000"/>
              <a:gd name="connsiteX38-9473" fmla="*/ 8916 w 10000"/>
              <a:gd name="connsiteY38-9474" fmla="*/ 7284 h 10000"/>
              <a:gd name="connsiteX39-9475" fmla="*/ 8834 w 10000"/>
              <a:gd name="connsiteY39-9476" fmla="*/ 7715 h 10000"/>
              <a:gd name="connsiteX40-9477" fmla="*/ 8765 w 10000"/>
              <a:gd name="connsiteY40-9478" fmla="*/ 8147 h 10000"/>
              <a:gd name="connsiteX41-9479" fmla="*/ 8697 w 10000"/>
              <a:gd name="connsiteY41-9480" fmla="*/ 8581 h 10000"/>
              <a:gd name="connsiteX42-9481" fmla="*/ 8615 w 10000"/>
              <a:gd name="connsiteY42-9482" fmla="*/ 8909 h 10000"/>
              <a:gd name="connsiteX43-9483" fmla="*/ 8615 w 10000"/>
              <a:gd name="connsiteY43-9484" fmla="*/ 9134 h 10000"/>
              <a:gd name="connsiteX44-9485" fmla="*/ 8546 w 10000"/>
              <a:gd name="connsiteY44-9486" fmla="*/ 9464 h 10000"/>
              <a:gd name="connsiteX45-9487" fmla="*/ 8477 w 10000"/>
              <a:gd name="connsiteY45-9488" fmla="*/ 9670 h 10000"/>
              <a:gd name="connsiteX46-9489" fmla="*/ 8326 w 10000"/>
              <a:gd name="connsiteY46-9490" fmla="*/ 10000 h 10000"/>
              <a:gd name="connsiteX47-9491" fmla="*/ 8107 w 10000"/>
              <a:gd name="connsiteY47-9492" fmla="*/ 7057 h 10000"/>
              <a:gd name="connsiteX48-9493" fmla="*/ 8189 w 10000"/>
              <a:gd name="connsiteY48-9494" fmla="*/ 6730 h 10000"/>
              <a:gd name="connsiteX49-9495" fmla="*/ 8189 w 10000"/>
              <a:gd name="connsiteY49-9496" fmla="*/ 6297 h 10000"/>
              <a:gd name="connsiteX50-9497" fmla="*/ 8326 w 10000"/>
              <a:gd name="connsiteY50-9498" fmla="*/ 5536 h 10000"/>
              <a:gd name="connsiteX51-9499" fmla="*/ 8409 w 10000"/>
              <a:gd name="connsiteY51-9500" fmla="*/ 4671 h 10000"/>
              <a:gd name="connsiteX52-9501" fmla="*/ 8409 w 10000"/>
              <a:gd name="connsiteY52-9502" fmla="*/ 3910 h 10000"/>
              <a:gd name="connsiteX53-9503" fmla="*/ 8477 w 10000"/>
              <a:gd name="connsiteY53-9504" fmla="*/ 3148 h 10000"/>
              <a:gd name="connsiteX54-9505" fmla="*/ 8477 w 10000"/>
              <a:gd name="connsiteY54-9506" fmla="*/ 2819 h 10000"/>
              <a:gd name="connsiteX55-9507" fmla="*/ 8477 w 10000"/>
              <a:gd name="connsiteY55-9508" fmla="*/ 2510 h 10000"/>
              <a:gd name="connsiteX56-9509" fmla="*/ 8477 w 10000"/>
              <a:gd name="connsiteY56-9510" fmla="*/ 2284 h 10000"/>
              <a:gd name="connsiteX57-9511" fmla="*/ 8477 w 10000"/>
              <a:gd name="connsiteY57-9512" fmla="*/ 2058 h 10000"/>
              <a:gd name="connsiteX58-9513" fmla="*/ 8477 w 10000"/>
              <a:gd name="connsiteY58-9514" fmla="*/ 1852 h 10000"/>
              <a:gd name="connsiteX59-9515" fmla="*/ 8477 w 10000"/>
              <a:gd name="connsiteY59-9516" fmla="*/ 1750 h 10000"/>
              <a:gd name="connsiteX60-9517" fmla="*/ 8409 w 10000"/>
              <a:gd name="connsiteY60-9518" fmla="*/ 1625 h 10000"/>
              <a:gd name="connsiteX61-9519" fmla="*/ 8409 w 10000"/>
              <a:gd name="connsiteY61-9520" fmla="*/ 1523 h 10000"/>
              <a:gd name="connsiteX62-9521" fmla="*/ 8409 w 10000"/>
              <a:gd name="connsiteY62-9522" fmla="*/ 1419 h 10000"/>
              <a:gd name="connsiteX63-9523" fmla="*/ 8326 w 10000"/>
              <a:gd name="connsiteY63-9524" fmla="*/ 1419 h 10000"/>
              <a:gd name="connsiteX64-9525" fmla="*/ 8258 w 10000"/>
              <a:gd name="connsiteY64-9526" fmla="*/ 1297 h 10000"/>
              <a:gd name="connsiteX65-9527" fmla="*/ 8258 w 10000"/>
              <a:gd name="connsiteY65-9528" fmla="*/ 1297 h 10000"/>
              <a:gd name="connsiteX66-9529" fmla="*/ 8107 w 10000"/>
              <a:gd name="connsiteY66-9530" fmla="*/ 1297 h 10000"/>
              <a:gd name="connsiteX67-9531" fmla="*/ 8038 w 10000"/>
              <a:gd name="connsiteY67-9532" fmla="*/ 1297 h 10000"/>
              <a:gd name="connsiteX68-9533" fmla="*/ 7970 w 10000"/>
              <a:gd name="connsiteY68-9534" fmla="*/ 1297 h 10000"/>
              <a:gd name="connsiteX69-9535" fmla="*/ 7819 w 10000"/>
              <a:gd name="connsiteY69-9536" fmla="*/ 1297 h 10000"/>
              <a:gd name="connsiteX70-9537" fmla="*/ 7682 w 10000"/>
              <a:gd name="connsiteY70-9538" fmla="*/ 1297 h 10000"/>
              <a:gd name="connsiteX71-9539" fmla="*/ 7462 w 10000"/>
              <a:gd name="connsiteY71-9540" fmla="*/ 1297 h 10000"/>
              <a:gd name="connsiteX72-9541" fmla="*/ 7311 w 10000"/>
              <a:gd name="connsiteY72-9542" fmla="*/ 1297 h 10000"/>
              <a:gd name="connsiteX73-9543" fmla="*/ 7092 w 10000"/>
              <a:gd name="connsiteY73-9544" fmla="*/ 1297 h 10000"/>
              <a:gd name="connsiteX74-9545" fmla="*/ 6804 w 10000"/>
              <a:gd name="connsiteY74-9546" fmla="*/ 1297 h 10000"/>
              <a:gd name="connsiteX75-9547" fmla="*/ 6516 w 10000"/>
              <a:gd name="connsiteY75-9548" fmla="*/ 1419 h 10000"/>
              <a:gd name="connsiteX76-9549" fmla="*/ 6228 w 10000"/>
              <a:gd name="connsiteY76-9550" fmla="*/ 1419 h 10000"/>
              <a:gd name="connsiteX77-9551" fmla="*/ 5871 w 10000"/>
              <a:gd name="connsiteY77-9552" fmla="*/ 1523 h 10000"/>
              <a:gd name="connsiteX78-9553" fmla="*/ 5144 w 10000"/>
              <a:gd name="connsiteY78-9554" fmla="*/ 1625 h 10000"/>
              <a:gd name="connsiteX79-9555" fmla="*/ 4417 w 10000"/>
              <a:gd name="connsiteY79-9556" fmla="*/ 1852 h 10000"/>
              <a:gd name="connsiteX80-9557" fmla="*/ 3690 w 10000"/>
              <a:gd name="connsiteY80-9558" fmla="*/ 1955 h 10000"/>
              <a:gd name="connsiteX81-9559" fmla="*/ 2963 w 10000"/>
              <a:gd name="connsiteY81-9560" fmla="*/ 2058 h 10000"/>
              <a:gd name="connsiteX82-9561" fmla="*/ 2167 w 10000"/>
              <a:gd name="connsiteY82-9562" fmla="*/ 2182 h 10000"/>
              <a:gd name="connsiteX83-9563" fmla="*/ 1454 w 10000"/>
              <a:gd name="connsiteY83-9564" fmla="*/ 2284 h 10000"/>
              <a:gd name="connsiteX84-9565" fmla="*/ 727 w 10000"/>
              <a:gd name="connsiteY84-9566" fmla="*/ 2386 h 10000"/>
              <a:gd name="connsiteX85-9567" fmla="*/ 0 w 10000"/>
              <a:gd name="connsiteY85-9568" fmla="*/ 2510 h 10000"/>
              <a:gd name="connsiteX86-9569" fmla="*/ 0 w 10000"/>
              <a:gd name="connsiteY86-9570" fmla="*/ 1852 h 10000"/>
              <a:gd name="connsiteX87-9571" fmla="*/ 576 w 10000"/>
              <a:gd name="connsiteY87-9572" fmla="*/ 1750 h 10000"/>
              <a:gd name="connsiteX88-9573" fmla="*/ 1152 w 10000"/>
              <a:gd name="connsiteY88-9574" fmla="*/ 1625 h 10000"/>
              <a:gd name="connsiteX89-9575" fmla="*/ 1660 w 10000"/>
              <a:gd name="connsiteY89-9576" fmla="*/ 1523 h 10000"/>
              <a:gd name="connsiteX90-9577" fmla="*/ 2167 w 10000"/>
              <a:gd name="connsiteY90-9578" fmla="*/ 1419 h 10000"/>
              <a:gd name="connsiteX91-9579" fmla="*/ 2675 w 10000"/>
              <a:gd name="connsiteY91-9580" fmla="*/ 1419 h 10000"/>
              <a:gd name="connsiteX92-9581" fmla="*/ 3114 w 10000"/>
              <a:gd name="connsiteY92-9582" fmla="*/ 1297 h 10000"/>
              <a:gd name="connsiteX93-9583" fmla="*/ 3553 w 10000"/>
              <a:gd name="connsiteY93-9584" fmla="*/ 1194 h 10000"/>
              <a:gd name="connsiteX94-9585" fmla="*/ 3978 w 10000"/>
              <a:gd name="connsiteY94-9586" fmla="*/ 1194 h 10000"/>
              <a:gd name="connsiteX95-9587" fmla="*/ 4348 w 10000"/>
              <a:gd name="connsiteY95-9588" fmla="*/ 1091 h 10000"/>
              <a:gd name="connsiteX96-9589" fmla="*/ 4705 w 10000"/>
              <a:gd name="connsiteY96-9590" fmla="*/ 988 h 10000"/>
              <a:gd name="connsiteX97-9591" fmla="*/ 5075 w 10000"/>
              <a:gd name="connsiteY97-9592" fmla="*/ 988 h 10000"/>
              <a:gd name="connsiteX98-9593" fmla="*/ 5364 w 10000"/>
              <a:gd name="connsiteY98-9594" fmla="*/ 865 h 10000"/>
              <a:gd name="connsiteX99-9595" fmla="*/ 5720 w 10000"/>
              <a:gd name="connsiteY99-9596" fmla="*/ 865 h 10000"/>
              <a:gd name="connsiteX100-9597" fmla="*/ 5940 w 10000"/>
              <a:gd name="connsiteY100-9598" fmla="*/ 865 h 10000"/>
              <a:gd name="connsiteX101-9599" fmla="*/ 6228 w 10000"/>
              <a:gd name="connsiteY101-9600" fmla="*/ 761 h 10000"/>
              <a:gd name="connsiteX102-9601" fmla="*/ 6447 w 10000"/>
              <a:gd name="connsiteY102-9602" fmla="*/ 761 h 10000"/>
              <a:gd name="connsiteX103-9603" fmla="*/ 6804 w 10000"/>
              <a:gd name="connsiteY103-9604" fmla="*/ 660 h 10000"/>
              <a:gd name="connsiteX104-9605" fmla="*/ 7174 w 10000"/>
              <a:gd name="connsiteY104-9606" fmla="*/ 660 h 10000"/>
              <a:gd name="connsiteX105-9607" fmla="*/ 7462 w 10000"/>
              <a:gd name="connsiteY105-9608" fmla="*/ 534 h 10000"/>
              <a:gd name="connsiteX106-9609" fmla="*/ 7750 w 10000"/>
              <a:gd name="connsiteY106-9610" fmla="*/ 534 h 10000"/>
              <a:gd name="connsiteX107-9611" fmla="*/ 7901 w 10000"/>
              <a:gd name="connsiteY107-9612" fmla="*/ 433 h 10000"/>
              <a:gd name="connsiteX108-9613" fmla="*/ 8038 w 10000"/>
              <a:gd name="connsiteY108-9614" fmla="*/ 330 h 10000"/>
              <a:gd name="connsiteX109-9615" fmla="*/ 8189 w 10000"/>
              <a:gd name="connsiteY109-9616" fmla="*/ 330 h 10000"/>
              <a:gd name="connsiteX110-9617" fmla="*/ 8189 w 10000"/>
              <a:gd name="connsiteY110-9618" fmla="*/ 226 h 10000"/>
              <a:gd name="connsiteX111-9619" fmla="*/ 8189 w 10000"/>
              <a:gd name="connsiteY111-9620" fmla="*/ 226 h 10000"/>
              <a:gd name="connsiteX0-9621" fmla="*/ 8189 w 10000"/>
              <a:gd name="connsiteY0-9622" fmla="*/ 226 h 9670"/>
              <a:gd name="connsiteX1-9623" fmla="*/ 8258 w 10000"/>
              <a:gd name="connsiteY1-9624" fmla="*/ 103 h 9670"/>
              <a:gd name="connsiteX2-9625" fmla="*/ 8409 w 10000"/>
              <a:gd name="connsiteY2-9626" fmla="*/ 103 h 9670"/>
              <a:gd name="connsiteX3-9627" fmla="*/ 8477 w 10000"/>
              <a:gd name="connsiteY3-9628" fmla="*/ 0 h 9670"/>
              <a:gd name="connsiteX4-9629" fmla="*/ 8546 w 10000"/>
              <a:gd name="connsiteY4-9630" fmla="*/ 0 h 9670"/>
              <a:gd name="connsiteX5-9631" fmla="*/ 8697 w 10000"/>
              <a:gd name="connsiteY5-9632" fmla="*/ 103 h 9670"/>
              <a:gd name="connsiteX6-9633" fmla="*/ 8916 w 10000"/>
              <a:gd name="connsiteY6-9634" fmla="*/ 226 h 9670"/>
              <a:gd name="connsiteX7-9635" fmla="*/ 8985 w 10000"/>
              <a:gd name="connsiteY7-9636" fmla="*/ 330 h 9670"/>
              <a:gd name="connsiteX8-9637" fmla="*/ 9122 w 10000"/>
              <a:gd name="connsiteY8-9638" fmla="*/ 534 h 9670"/>
              <a:gd name="connsiteX9-9639" fmla="*/ 9204 w 10000"/>
              <a:gd name="connsiteY9-9640" fmla="*/ 660 h 9670"/>
              <a:gd name="connsiteX10-9641" fmla="*/ 9342 w 10000"/>
              <a:gd name="connsiteY10-9642" fmla="*/ 761 h 9670"/>
              <a:gd name="connsiteX11-9643" fmla="*/ 9492 w 10000"/>
              <a:gd name="connsiteY11-9644" fmla="*/ 988 h 9670"/>
              <a:gd name="connsiteX12-9645" fmla="*/ 9630 w 10000"/>
              <a:gd name="connsiteY12-9646" fmla="*/ 1091 h 9670"/>
              <a:gd name="connsiteX13-9647" fmla="*/ 9712 w 10000"/>
              <a:gd name="connsiteY13-9648" fmla="*/ 1297 h 9670"/>
              <a:gd name="connsiteX14-9649" fmla="*/ 9849 w 10000"/>
              <a:gd name="connsiteY14-9650" fmla="*/ 1419 h 9670"/>
              <a:gd name="connsiteX15-9651" fmla="*/ 9918 w 10000"/>
              <a:gd name="connsiteY15-9652" fmla="*/ 1523 h 9670"/>
              <a:gd name="connsiteX16-9653" fmla="*/ 9918 w 10000"/>
              <a:gd name="connsiteY16-9654" fmla="*/ 1625 h 9670"/>
              <a:gd name="connsiteX17-9655" fmla="*/ 10000 w 10000"/>
              <a:gd name="connsiteY17-9656" fmla="*/ 1625 h 9670"/>
              <a:gd name="connsiteX18-9657" fmla="*/ 10000 w 10000"/>
              <a:gd name="connsiteY18-9658" fmla="*/ 1750 h 9670"/>
              <a:gd name="connsiteX19-9659" fmla="*/ 10000 w 10000"/>
              <a:gd name="connsiteY19-9660" fmla="*/ 1852 h 9670"/>
              <a:gd name="connsiteX20-9661" fmla="*/ 9918 w 10000"/>
              <a:gd name="connsiteY20-9662" fmla="*/ 1955 h 9670"/>
              <a:gd name="connsiteX21-9663" fmla="*/ 9849 w 10000"/>
              <a:gd name="connsiteY21-9664" fmla="*/ 1955 h 9670"/>
              <a:gd name="connsiteX22-9665" fmla="*/ 9781 w 10000"/>
              <a:gd name="connsiteY22-9666" fmla="*/ 2058 h 9670"/>
              <a:gd name="connsiteX23-9667" fmla="*/ 9712 w 10000"/>
              <a:gd name="connsiteY23-9668" fmla="*/ 2058 h 9670"/>
              <a:gd name="connsiteX24-9669" fmla="*/ 9712 w 10000"/>
              <a:gd name="connsiteY24-9670" fmla="*/ 2182 h 9670"/>
              <a:gd name="connsiteX25-9671" fmla="*/ 9630 w 10000"/>
              <a:gd name="connsiteY25-9672" fmla="*/ 2284 h 9670"/>
              <a:gd name="connsiteX26-9673" fmla="*/ 9561 w 10000"/>
              <a:gd name="connsiteY26-9674" fmla="*/ 2510 h 9670"/>
              <a:gd name="connsiteX27-9675" fmla="*/ 9561 w 10000"/>
              <a:gd name="connsiteY27-9676" fmla="*/ 2715 h 9670"/>
              <a:gd name="connsiteX28-9677" fmla="*/ 9492 w 10000"/>
              <a:gd name="connsiteY28-9678" fmla="*/ 2943 h 9670"/>
              <a:gd name="connsiteX29-9679" fmla="*/ 9492 w 10000"/>
              <a:gd name="connsiteY29-9680" fmla="*/ 3271 h 9670"/>
              <a:gd name="connsiteX30-9681" fmla="*/ 9492 w 10000"/>
              <a:gd name="connsiteY30-9682" fmla="*/ 3477 h 9670"/>
              <a:gd name="connsiteX31-9683" fmla="*/ 9410 w 10000"/>
              <a:gd name="connsiteY31-9684" fmla="*/ 3807 h 9670"/>
              <a:gd name="connsiteX32-9685" fmla="*/ 9410 w 10000"/>
              <a:gd name="connsiteY32-9686" fmla="*/ 4238 h 9670"/>
              <a:gd name="connsiteX33-9687" fmla="*/ 9342 w 10000"/>
              <a:gd name="connsiteY33-9688" fmla="*/ 4568 h 9670"/>
              <a:gd name="connsiteX34-9689" fmla="*/ 9273 w 10000"/>
              <a:gd name="connsiteY34-9690" fmla="*/ 4999 h 9670"/>
              <a:gd name="connsiteX35-9691" fmla="*/ 9204 w 10000"/>
              <a:gd name="connsiteY35-9692" fmla="*/ 5432 h 9670"/>
              <a:gd name="connsiteX36-9693" fmla="*/ 9122 w 10000"/>
              <a:gd name="connsiteY36-9694" fmla="*/ 5864 h 9670"/>
              <a:gd name="connsiteX37-9695" fmla="*/ 8985 w 10000"/>
              <a:gd name="connsiteY37-9696" fmla="*/ 6852 h 9670"/>
              <a:gd name="connsiteX38-9697" fmla="*/ 8916 w 10000"/>
              <a:gd name="connsiteY38-9698" fmla="*/ 7284 h 9670"/>
              <a:gd name="connsiteX39-9699" fmla="*/ 8834 w 10000"/>
              <a:gd name="connsiteY39-9700" fmla="*/ 7715 h 9670"/>
              <a:gd name="connsiteX40-9701" fmla="*/ 8765 w 10000"/>
              <a:gd name="connsiteY40-9702" fmla="*/ 8147 h 9670"/>
              <a:gd name="connsiteX41-9703" fmla="*/ 8697 w 10000"/>
              <a:gd name="connsiteY41-9704" fmla="*/ 8581 h 9670"/>
              <a:gd name="connsiteX42-9705" fmla="*/ 8615 w 10000"/>
              <a:gd name="connsiteY42-9706" fmla="*/ 8909 h 9670"/>
              <a:gd name="connsiteX43-9707" fmla="*/ 8615 w 10000"/>
              <a:gd name="connsiteY43-9708" fmla="*/ 9134 h 9670"/>
              <a:gd name="connsiteX44-9709" fmla="*/ 8546 w 10000"/>
              <a:gd name="connsiteY44-9710" fmla="*/ 9464 h 9670"/>
              <a:gd name="connsiteX45-9711" fmla="*/ 8477 w 10000"/>
              <a:gd name="connsiteY45-9712" fmla="*/ 9670 h 9670"/>
              <a:gd name="connsiteX46-9713" fmla="*/ 8107 w 10000"/>
              <a:gd name="connsiteY46-9714" fmla="*/ 7057 h 9670"/>
              <a:gd name="connsiteX47-9715" fmla="*/ 8189 w 10000"/>
              <a:gd name="connsiteY47-9716" fmla="*/ 6730 h 9670"/>
              <a:gd name="connsiteX48-9717" fmla="*/ 8189 w 10000"/>
              <a:gd name="connsiteY48-9718" fmla="*/ 6297 h 9670"/>
              <a:gd name="connsiteX49-9719" fmla="*/ 8326 w 10000"/>
              <a:gd name="connsiteY49-9720" fmla="*/ 5536 h 9670"/>
              <a:gd name="connsiteX50-9721" fmla="*/ 8409 w 10000"/>
              <a:gd name="connsiteY50-9722" fmla="*/ 4671 h 9670"/>
              <a:gd name="connsiteX51-9723" fmla="*/ 8409 w 10000"/>
              <a:gd name="connsiteY51-9724" fmla="*/ 3910 h 9670"/>
              <a:gd name="connsiteX52-9725" fmla="*/ 8477 w 10000"/>
              <a:gd name="connsiteY52-9726" fmla="*/ 3148 h 9670"/>
              <a:gd name="connsiteX53-9727" fmla="*/ 8477 w 10000"/>
              <a:gd name="connsiteY53-9728" fmla="*/ 2819 h 9670"/>
              <a:gd name="connsiteX54-9729" fmla="*/ 8477 w 10000"/>
              <a:gd name="connsiteY54-9730" fmla="*/ 2510 h 9670"/>
              <a:gd name="connsiteX55-9731" fmla="*/ 8477 w 10000"/>
              <a:gd name="connsiteY55-9732" fmla="*/ 2284 h 9670"/>
              <a:gd name="connsiteX56-9733" fmla="*/ 8477 w 10000"/>
              <a:gd name="connsiteY56-9734" fmla="*/ 2058 h 9670"/>
              <a:gd name="connsiteX57-9735" fmla="*/ 8477 w 10000"/>
              <a:gd name="connsiteY57-9736" fmla="*/ 1852 h 9670"/>
              <a:gd name="connsiteX58-9737" fmla="*/ 8477 w 10000"/>
              <a:gd name="connsiteY58-9738" fmla="*/ 1750 h 9670"/>
              <a:gd name="connsiteX59-9739" fmla="*/ 8409 w 10000"/>
              <a:gd name="connsiteY59-9740" fmla="*/ 1625 h 9670"/>
              <a:gd name="connsiteX60-9741" fmla="*/ 8409 w 10000"/>
              <a:gd name="connsiteY60-9742" fmla="*/ 1523 h 9670"/>
              <a:gd name="connsiteX61-9743" fmla="*/ 8409 w 10000"/>
              <a:gd name="connsiteY61-9744" fmla="*/ 1419 h 9670"/>
              <a:gd name="connsiteX62-9745" fmla="*/ 8326 w 10000"/>
              <a:gd name="connsiteY62-9746" fmla="*/ 1419 h 9670"/>
              <a:gd name="connsiteX63-9747" fmla="*/ 8258 w 10000"/>
              <a:gd name="connsiteY63-9748" fmla="*/ 1297 h 9670"/>
              <a:gd name="connsiteX64-9749" fmla="*/ 8258 w 10000"/>
              <a:gd name="connsiteY64-9750" fmla="*/ 1297 h 9670"/>
              <a:gd name="connsiteX65-9751" fmla="*/ 8107 w 10000"/>
              <a:gd name="connsiteY65-9752" fmla="*/ 1297 h 9670"/>
              <a:gd name="connsiteX66-9753" fmla="*/ 8038 w 10000"/>
              <a:gd name="connsiteY66-9754" fmla="*/ 1297 h 9670"/>
              <a:gd name="connsiteX67-9755" fmla="*/ 7970 w 10000"/>
              <a:gd name="connsiteY67-9756" fmla="*/ 1297 h 9670"/>
              <a:gd name="connsiteX68-9757" fmla="*/ 7819 w 10000"/>
              <a:gd name="connsiteY68-9758" fmla="*/ 1297 h 9670"/>
              <a:gd name="connsiteX69-9759" fmla="*/ 7682 w 10000"/>
              <a:gd name="connsiteY69-9760" fmla="*/ 1297 h 9670"/>
              <a:gd name="connsiteX70-9761" fmla="*/ 7462 w 10000"/>
              <a:gd name="connsiteY70-9762" fmla="*/ 1297 h 9670"/>
              <a:gd name="connsiteX71-9763" fmla="*/ 7311 w 10000"/>
              <a:gd name="connsiteY71-9764" fmla="*/ 1297 h 9670"/>
              <a:gd name="connsiteX72-9765" fmla="*/ 7092 w 10000"/>
              <a:gd name="connsiteY72-9766" fmla="*/ 1297 h 9670"/>
              <a:gd name="connsiteX73-9767" fmla="*/ 6804 w 10000"/>
              <a:gd name="connsiteY73-9768" fmla="*/ 1297 h 9670"/>
              <a:gd name="connsiteX74-9769" fmla="*/ 6516 w 10000"/>
              <a:gd name="connsiteY74-9770" fmla="*/ 1419 h 9670"/>
              <a:gd name="connsiteX75-9771" fmla="*/ 6228 w 10000"/>
              <a:gd name="connsiteY75-9772" fmla="*/ 1419 h 9670"/>
              <a:gd name="connsiteX76-9773" fmla="*/ 5871 w 10000"/>
              <a:gd name="connsiteY76-9774" fmla="*/ 1523 h 9670"/>
              <a:gd name="connsiteX77-9775" fmla="*/ 5144 w 10000"/>
              <a:gd name="connsiteY77-9776" fmla="*/ 1625 h 9670"/>
              <a:gd name="connsiteX78-9777" fmla="*/ 4417 w 10000"/>
              <a:gd name="connsiteY78-9778" fmla="*/ 1852 h 9670"/>
              <a:gd name="connsiteX79-9779" fmla="*/ 3690 w 10000"/>
              <a:gd name="connsiteY79-9780" fmla="*/ 1955 h 9670"/>
              <a:gd name="connsiteX80-9781" fmla="*/ 2963 w 10000"/>
              <a:gd name="connsiteY80-9782" fmla="*/ 2058 h 9670"/>
              <a:gd name="connsiteX81-9783" fmla="*/ 2167 w 10000"/>
              <a:gd name="connsiteY81-9784" fmla="*/ 2182 h 9670"/>
              <a:gd name="connsiteX82-9785" fmla="*/ 1454 w 10000"/>
              <a:gd name="connsiteY82-9786" fmla="*/ 2284 h 9670"/>
              <a:gd name="connsiteX83-9787" fmla="*/ 727 w 10000"/>
              <a:gd name="connsiteY83-9788" fmla="*/ 2386 h 9670"/>
              <a:gd name="connsiteX84-9789" fmla="*/ 0 w 10000"/>
              <a:gd name="connsiteY84-9790" fmla="*/ 2510 h 9670"/>
              <a:gd name="connsiteX85-9791" fmla="*/ 0 w 10000"/>
              <a:gd name="connsiteY85-9792" fmla="*/ 1852 h 9670"/>
              <a:gd name="connsiteX86-9793" fmla="*/ 576 w 10000"/>
              <a:gd name="connsiteY86-9794" fmla="*/ 1750 h 9670"/>
              <a:gd name="connsiteX87-9795" fmla="*/ 1152 w 10000"/>
              <a:gd name="connsiteY87-9796" fmla="*/ 1625 h 9670"/>
              <a:gd name="connsiteX88-9797" fmla="*/ 1660 w 10000"/>
              <a:gd name="connsiteY88-9798" fmla="*/ 1523 h 9670"/>
              <a:gd name="connsiteX89-9799" fmla="*/ 2167 w 10000"/>
              <a:gd name="connsiteY89-9800" fmla="*/ 1419 h 9670"/>
              <a:gd name="connsiteX90-9801" fmla="*/ 2675 w 10000"/>
              <a:gd name="connsiteY90-9802" fmla="*/ 1419 h 9670"/>
              <a:gd name="connsiteX91-9803" fmla="*/ 3114 w 10000"/>
              <a:gd name="connsiteY91-9804" fmla="*/ 1297 h 9670"/>
              <a:gd name="connsiteX92-9805" fmla="*/ 3553 w 10000"/>
              <a:gd name="connsiteY92-9806" fmla="*/ 1194 h 9670"/>
              <a:gd name="connsiteX93-9807" fmla="*/ 3978 w 10000"/>
              <a:gd name="connsiteY93-9808" fmla="*/ 1194 h 9670"/>
              <a:gd name="connsiteX94-9809" fmla="*/ 4348 w 10000"/>
              <a:gd name="connsiteY94-9810" fmla="*/ 1091 h 9670"/>
              <a:gd name="connsiteX95-9811" fmla="*/ 4705 w 10000"/>
              <a:gd name="connsiteY95-9812" fmla="*/ 988 h 9670"/>
              <a:gd name="connsiteX96-9813" fmla="*/ 5075 w 10000"/>
              <a:gd name="connsiteY96-9814" fmla="*/ 988 h 9670"/>
              <a:gd name="connsiteX97-9815" fmla="*/ 5364 w 10000"/>
              <a:gd name="connsiteY97-9816" fmla="*/ 865 h 9670"/>
              <a:gd name="connsiteX98-9817" fmla="*/ 5720 w 10000"/>
              <a:gd name="connsiteY98-9818" fmla="*/ 865 h 9670"/>
              <a:gd name="connsiteX99-9819" fmla="*/ 5940 w 10000"/>
              <a:gd name="connsiteY99-9820" fmla="*/ 865 h 9670"/>
              <a:gd name="connsiteX100-9821" fmla="*/ 6228 w 10000"/>
              <a:gd name="connsiteY100-9822" fmla="*/ 761 h 9670"/>
              <a:gd name="connsiteX101-9823" fmla="*/ 6447 w 10000"/>
              <a:gd name="connsiteY101-9824" fmla="*/ 761 h 9670"/>
              <a:gd name="connsiteX102-9825" fmla="*/ 6804 w 10000"/>
              <a:gd name="connsiteY102-9826" fmla="*/ 660 h 9670"/>
              <a:gd name="connsiteX103-9827" fmla="*/ 7174 w 10000"/>
              <a:gd name="connsiteY103-9828" fmla="*/ 660 h 9670"/>
              <a:gd name="connsiteX104-9829" fmla="*/ 7462 w 10000"/>
              <a:gd name="connsiteY104-9830" fmla="*/ 534 h 9670"/>
              <a:gd name="connsiteX105-9831" fmla="*/ 7750 w 10000"/>
              <a:gd name="connsiteY105-9832" fmla="*/ 534 h 9670"/>
              <a:gd name="connsiteX106-9833" fmla="*/ 7901 w 10000"/>
              <a:gd name="connsiteY106-9834" fmla="*/ 433 h 9670"/>
              <a:gd name="connsiteX107-9835" fmla="*/ 8038 w 10000"/>
              <a:gd name="connsiteY107-9836" fmla="*/ 330 h 9670"/>
              <a:gd name="connsiteX108-9837" fmla="*/ 8189 w 10000"/>
              <a:gd name="connsiteY108-9838" fmla="*/ 330 h 9670"/>
              <a:gd name="connsiteX109-9839" fmla="*/ 8189 w 10000"/>
              <a:gd name="connsiteY109-9840" fmla="*/ 226 h 9670"/>
              <a:gd name="connsiteX110-9841" fmla="*/ 8189 w 10000"/>
              <a:gd name="connsiteY110-9842" fmla="*/ 226 h 9670"/>
              <a:gd name="connsiteX0-9843" fmla="*/ 8189 w 10000"/>
              <a:gd name="connsiteY0-9844" fmla="*/ 234 h 9787"/>
              <a:gd name="connsiteX1-9845" fmla="*/ 8258 w 10000"/>
              <a:gd name="connsiteY1-9846" fmla="*/ 107 h 9787"/>
              <a:gd name="connsiteX2-9847" fmla="*/ 8409 w 10000"/>
              <a:gd name="connsiteY2-9848" fmla="*/ 107 h 9787"/>
              <a:gd name="connsiteX3-9849" fmla="*/ 8477 w 10000"/>
              <a:gd name="connsiteY3-9850" fmla="*/ 0 h 9787"/>
              <a:gd name="connsiteX4-9851" fmla="*/ 8546 w 10000"/>
              <a:gd name="connsiteY4-9852" fmla="*/ 0 h 9787"/>
              <a:gd name="connsiteX5-9853" fmla="*/ 8697 w 10000"/>
              <a:gd name="connsiteY5-9854" fmla="*/ 107 h 9787"/>
              <a:gd name="connsiteX6-9855" fmla="*/ 8916 w 10000"/>
              <a:gd name="connsiteY6-9856" fmla="*/ 234 h 9787"/>
              <a:gd name="connsiteX7-9857" fmla="*/ 8985 w 10000"/>
              <a:gd name="connsiteY7-9858" fmla="*/ 341 h 9787"/>
              <a:gd name="connsiteX8-9859" fmla="*/ 9122 w 10000"/>
              <a:gd name="connsiteY8-9860" fmla="*/ 552 h 9787"/>
              <a:gd name="connsiteX9-9861" fmla="*/ 9204 w 10000"/>
              <a:gd name="connsiteY9-9862" fmla="*/ 683 h 9787"/>
              <a:gd name="connsiteX10-9863" fmla="*/ 9342 w 10000"/>
              <a:gd name="connsiteY10-9864" fmla="*/ 787 h 9787"/>
              <a:gd name="connsiteX11-9865" fmla="*/ 9492 w 10000"/>
              <a:gd name="connsiteY11-9866" fmla="*/ 1022 h 9787"/>
              <a:gd name="connsiteX12-9867" fmla="*/ 9630 w 10000"/>
              <a:gd name="connsiteY12-9868" fmla="*/ 1128 h 9787"/>
              <a:gd name="connsiteX13-9869" fmla="*/ 9712 w 10000"/>
              <a:gd name="connsiteY13-9870" fmla="*/ 1341 h 9787"/>
              <a:gd name="connsiteX14-9871" fmla="*/ 9849 w 10000"/>
              <a:gd name="connsiteY14-9872" fmla="*/ 1467 h 9787"/>
              <a:gd name="connsiteX15-9873" fmla="*/ 9918 w 10000"/>
              <a:gd name="connsiteY15-9874" fmla="*/ 1575 h 9787"/>
              <a:gd name="connsiteX16-9875" fmla="*/ 9918 w 10000"/>
              <a:gd name="connsiteY16-9876" fmla="*/ 1680 h 9787"/>
              <a:gd name="connsiteX17-9877" fmla="*/ 10000 w 10000"/>
              <a:gd name="connsiteY17-9878" fmla="*/ 1680 h 9787"/>
              <a:gd name="connsiteX18-9879" fmla="*/ 10000 w 10000"/>
              <a:gd name="connsiteY18-9880" fmla="*/ 1810 h 9787"/>
              <a:gd name="connsiteX19-9881" fmla="*/ 10000 w 10000"/>
              <a:gd name="connsiteY19-9882" fmla="*/ 1915 h 9787"/>
              <a:gd name="connsiteX20-9883" fmla="*/ 9918 w 10000"/>
              <a:gd name="connsiteY20-9884" fmla="*/ 2022 h 9787"/>
              <a:gd name="connsiteX21-9885" fmla="*/ 9849 w 10000"/>
              <a:gd name="connsiteY21-9886" fmla="*/ 2022 h 9787"/>
              <a:gd name="connsiteX22-9887" fmla="*/ 9781 w 10000"/>
              <a:gd name="connsiteY22-9888" fmla="*/ 2128 h 9787"/>
              <a:gd name="connsiteX23-9889" fmla="*/ 9712 w 10000"/>
              <a:gd name="connsiteY23-9890" fmla="*/ 2128 h 9787"/>
              <a:gd name="connsiteX24-9891" fmla="*/ 9712 w 10000"/>
              <a:gd name="connsiteY24-9892" fmla="*/ 2256 h 9787"/>
              <a:gd name="connsiteX25-9893" fmla="*/ 9630 w 10000"/>
              <a:gd name="connsiteY25-9894" fmla="*/ 2362 h 9787"/>
              <a:gd name="connsiteX26-9895" fmla="*/ 9561 w 10000"/>
              <a:gd name="connsiteY26-9896" fmla="*/ 2596 h 9787"/>
              <a:gd name="connsiteX27-9897" fmla="*/ 9561 w 10000"/>
              <a:gd name="connsiteY27-9898" fmla="*/ 2808 h 9787"/>
              <a:gd name="connsiteX28-9899" fmla="*/ 9492 w 10000"/>
              <a:gd name="connsiteY28-9900" fmla="*/ 3043 h 9787"/>
              <a:gd name="connsiteX29-9901" fmla="*/ 9492 w 10000"/>
              <a:gd name="connsiteY29-9902" fmla="*/ 3383 h 9787"/>
              <a:gd name="connsiteX30-9903" fmla="*/ 9492 w 10000"/>
              <a:gd name="connsiteY30-9904" fmla="*/ 3596 h 9787"/>
              <a:gd name="connsiteX31-9905" fmla="*/ 9410 w 10000"/>
              <a:gd name="connsiteY31-9906" fmla="*/ 3937 h 9787"/>
              <a:gd name="connsiteX32-9907" fmla="*/ 9410 w 10000"/>
              <a:gd name="connsiteY32-9908" fmla="*/ 4383 h 9787"/>
              <a:gd name="connsiteX33-9909" fmla="*/ 9342 w 10000"/>
              <a:gd name="connsiteY33-9910" fmla="*/ 4724 h 9787"/>
              <a:gd name="connsiteX34-9911" fmla="*/ 9273 w 10000"/>
              <a:gd name="connsiteY34-9912" fmla="*/ 5170 h 9787"/>
              <a:gd name="connsiteX35-9913" fmla="*/ 9204 w 10000"/>
              <a:gd name="connsiteY35-9914" fmla="*/ 5617 h 9787"/>
              <a:gd name="connsiteX36-9915" fmla="*/ 9122 w 10000"/>
              <a:gd name="connsiteY36-9916" fmla="*/ 6064 h 9787"/>
              <a:gd name="connsiteX37-9917" fmla="*/ 8985 w 10000"/>
              <a:gd name="connsiteY37-9918" fmla="*/ 7086 h 9787"/>
              <a:gd name="connsiteX38-9919" fmla="*/ 8916 w 10000"/>
              <a:gd name="connsiteY38-9920" fmla="*/ 7533 h 9787"/>
              <a:gd name="connsiteX39-9921" fmla="*/ 8834 w 10000"/>
              <a:gd name="connsiteY39-9922" fmla="*/ 7978 h 9787"/>
              <a:gd name="connsiteX40-9923" fmla="*/ 8765 w 10000"/>
              <a:gd name="connsiteY40-9924" fmla="*/ 8425 h 9787"/>
              <a:gd name="connsiteX41-9925" fmla="*/ 8697 w 10000"/>
              <a:gd name="connsiteY41-9926" fmla="*/ 8874 h 9787"/>
              <a:gd name="connsiteX42-9927" fmla="*/ 8615 w 10000"/>
              <a:gd name="connsiteY42-9928" fmla="*/ 9213 h 9787"/>
              <a:gd name="connsiteX43-9929" fmla="*/ 8615 w 10000"/>
              <a:gd name="connsiteY43-9930" fmla="*/ 9446 h 9787"/>
              <a:gd name="connsiteX44-9931" fmla="*/ 8546 w 10000"/>
              <a:gd name="connsiteY44-9932" fmla="*/ 9787 h 9787"/>
              <a:gd name="connsiteX45-9933" fmla="*/ 8107 w 10000"/>
              <a:gd name="connsiteY45-9934" fmla="*/ 7298 h 9787"/>
              <a:gd name="connsiteX46-9935" fmla="*/ 8189 w 10000"/>
              <a:gd name="connsiteY46-9936" fmla="*/ 6960 h 9787"/>
              <a:gd name="connsiteX47-9937" fmla="*/ 8189 w 10000"/>
              <a:gd name="connsiteY47-9938" fmla="*/ 6512 h 9787"/>
              <a:gd name="connsiteX48-9939" fmla="*/ 8326 w 10000"/>
              <a:gd name="connsiteY48-9940" fmla="*/ 5725 h 9787"/>
              <a:gd name="connsiteX49-9941" fmla="*/ 8409 w 10000"/>
              <a:gd name="connsiteY49-9942" fmla="*/ 4830 h 9787"/>
              <a:gd name="connsiteX50-9943" fmla="*/ 8409 w 10000"/>
              <a:gd name="connsiteY50-9944" fmla="*/ 4043 h 9787"/>
              <a:gd name="connsiteX51-9945" fmla="*/ 8477 w 10000"/>
              <a:gd name="connsiteY51-9946" fmla="*/ 3255 h 9787"/>
              <a:gd name="connsiteX52-9947" fmla="*/ 8477 w 10000"/>
              <a:gd name="connsiteY52-9948" fmla="*/ 2915 h 9787"/>
              <a:gd name="connsiteX53-9949" fmla="*/ 8477 w 10000"/>
              <a:gd name="connsiteY53-9950" fmla="*/ 2596 h 9787"/>
              <a:gd name="connsiteX54-9951" fmla="*/ 8477 w 10000"/>
              <a:gd name="connsiteY54-9952" fmla="*/ 2362 h 9787"/>
              <a:gd name="connsiteX55-9953" fmla="*/ 8477 w 10000"/>
              <a:gd name="connsiteY55-9954" fmla="*/ 2128 h 9787"/>
              <a:gd name="connsiteX56-9955" fmla="*/ 8477 w 10000"/>
              <a:gd name="connsiteY56-9956" fmla="*/ 1915 h 9787"/>
              <a:gd name="connsiteX57-9957" fmla="*/ 8477 w 10000"/>
              <a:gd name="connsiteY57-9958" fmla="*/ 1810 h 9787"/>
              <a:gd name="connsiteX58-9959" fmla="*/ 8409 w 10000"/>
              <a:gd name="connsiteY58-9960" fmla="*/ 1680 h 9787"/>
              <a:gd name="connsiteX59-9961" fmla="*/ 8409 w 10000"/>
              <a:gd name="connsiteY59-9962" fmla="*/ 1575 h 9787"/>
              <a:gd name="connsiteX60-9963" fmla="*/ 8409 w 10000"/>
              <a:gd name="connsiteY60-9964" fmla="*/ 1467 h 9787"/>
              <a:gd name="connsiteX61-9965" fmla="*/ 8326 w 10000"/>
              <a:gd name="connsiteY61-9966" fmla="*/ 1467 h 9787"/>
              <a:gd name="connsiteX62-9967" fmla="*/ 8258 w 10000"/>
              <a:gd name="connsiteY62-9968" fmla="*/ 1341 h 9787"/>
              <a:gd name="connsiteX63-9969" fmla="*/ 8258 w 10000"/>
              <a:gd name="connsiteY63-9970" fmla="*/ 1341 h 9787"/>
              <a:gd name="connsiteX64-9971" fmla="*/ 8107 w 10000"/>
              <a:gd name="connsiteY64-9972" fmla="*/ 1341 h 9787"/>
              <a:gd name="connsiteX65-9973" fmla="*/ 8038 w 10000"/>
              <a:gd name="connsiteY65-9974" fmla="*/ 1341 h 9787"/>
              <a:gd name="connsiteX66-9975" fmla="*/ 7970 w 10000"/>
              <a:gd name="connsiteY66-9976" fmla="*/ 1341 h 9787"/>
              <a:gd name="connsiteX67-9977" fmla="*/ 7819 w 10000"/>
              <a:gd name="connsiteY67-9978" fmla="*/ 1341 h 9787"/>
              <a:gd name="connsiteX68-9979" fmla="*/ 7682 w 10000"/>
              <a:gd name="connsiteY68-9980" fmla="*/ 1341 h 9787"/>
              <a:gd name="connsiteX69-9981" fmla="*/ 7462 w 10000"/>
              <a:gd name="connsiteY69-9982" fmla="*/ 1341 h 9787"/>
              <a:gd name="connsiteX70-9983" fmla="*/ 7311 w 10000"/>
              <a:gd name="connsiteY70-9984" fmla="*/ 1341 h 9787"/>
              <a:gd name="connsiteX71-9985" fmla="*/ 7092 w 10000"/>
              <a:gd name="connsiteY71-9986" fmla="*/ 1341 h 9787"/>
              <a:gd name="connsiteX72-9987" fmla="*/ 6804 w 10000"/>
              <a:gd name="connsiteY72-9988" fmla="*/ 1341 h 9787"/>
              <a:gd name="connsiteX73-9989" fmla="*/ 6516 w 10000"/>
              <a:gd name="connsiteY73-9990" fmla="*/ 1467 h 9787"/>
              <a:gd name="connsiteX74-9991" fmla="*/ 6228 w 10000"/>
              <a:gd name="connsiteY74-9992" fmla="*/ 1467 h 9787"/>
              <a:gd name="connsiteX75-9993" fmla="*/ 5871 w 10000"/>
              <a:gd name="connsiteY75-9994" fmla="*/ 1575 h 9787"/>
              <a:gd name="connsiteX76-9995" fmla="*/ 5144 w 10000"/>
              <a:gd name="connsiteY76-9996" fmla="*/ 1680 h 9787"/>
              <a:gd name="connsiteX77-9997" fmla="*/ 4417 w 10000"/>
              <a:gd name="connsiteY77-9998" fmla="*/ 1915 h 9787"/>
              <a:gd name="connsiteX78-9999" fmla="*/ 3690 w 10000"/>
              <a:gd name="connsiteY78-10000" fmla="*/ 2022 h 9787"/>
              <a:gd name="connsiteX79-10001" fmla="*/ 2963 w 10000"/>
              <a:gd name="connsiteY79-10002" fmla="*/ 2128 h 9787"/>
              <a:gd name="connsiteX80-10003" fmla="*/ 2167 w 10000"/>
              <a:gd name="connsiteY80-10004" fmla="*/ 2256 h 9787"/>
              <a:gd name="connsiteX81-10005" fmla="*/ 1454 w 10000"/>
              <a:gd name="connsiteY81-10006" fmla="*/ 2362 h 9787"/>
              <a:gd name="connsiteX82-10007" fmla="*/ 727 w 10000"/>
              <a:gd name="connsiteY82-10008" fmla="*/ 2467 h 9787"/>
              <a:gd name="connsiteX83-10009" fmla="*/ 0 w 10000"/>
              <a:gd name="connsiteY83-10010" fmla="*/ 2596 h 9787"/>
              <a:gd name="connsiteX84-10011" fmla="*/ 0 w 10000"/>
              <a:gd name="connsiteY84-10012" fmla="*/ 1915 h 9787"/>
              <a:gd name="connsiteX85-10013" fmla="*/ 576 w 10000"/>
              <a:gd name="connsiteY85-10014" fmla="*/ 1810 h 9787"/>
              <a:gd name="connsiteX86-10015" fmla="*/ 1152 w 10000"/>
              <a:gd name="connsiteY86-10016" fmla="*/ 1680 h 9787"/>
              <a:gd name="connsiteX87-10017" fmla="*/ 1660 w 10000"/>
              <a:gd name="connsiteY87-10018" fmla="*/ 1575 h 9787"/>
              <a:gd name="connsiteX88-10019" fmla="*/ 2167 w 10000"/>
              <a:gd name="connsiteY88-10020" fmla="*/ 1467 h 9787"/>
              <a:gd name="connsiteX89-10021" fmla="*/ 2675 w 10000"/>
              <a:gd name="connsiteY89-10022" fmla="*/ 1467 h 9787"/>
              <a:gd name="connsiteX90-10023" fmla="*/ 3114 w 10000"/>
              <a:gd name="connsiteY90-10024" fmla="*/ 1341 h 9787"/>
              <a:gd name="connsiteX91-10025" fmla="*/ 3553 w 10000"/>
              <a:gd name="connsiteY91-10026" fmla="*/ 1235 h 9787"/>
              <a:gd name="connsiteX92-10027" fmla="*/ 3978 w 10000"/>
              <a:gd name="connsiteY92-10028" fmla="*/ 1235 h 9787"/>
              <a:gd name="connsiteX93-10029" fmla="*/ 4348 w 10000"/>
              <a:gd name="connsiteY93-10030" fmla="*/ 1128 h 9787"/>
              <a:gd name="connsiteX94-10031" fmla="*/ 4705 w 10000"/>
              <a:gd name="connsiteY94-10032" fmla="*/ 1022 h 9787"/>
              <a:gd name="connsiteX95-10033" fmla="*/ 5075 w 10000"/>
              <a:gd name="connsiteY95-10034" fmla="*/ 1022 h 9787"/>
              <a:gd name="connsiteX96-10035" fmla="*/ 5364 w 10000"/>
              <a:gd name="connsiteY96-10036" fmla="*/ 895 h 9787"/>
              <a:gd name="connsiteX97-10037" fmla="*/ 5720 w 10000"/>
              <a:gd name="connsiteY97-10038" fmla="*/ 895 h 9787"/>
              <a:gd name="connsiteX98-10039" fmla="*/ 5940 w 10000"/>
              <a:gd name="connsiteY98-10040" fmla="*/ 895 h 9787"/>
              <a:gd name="connsiteX99-10041" fmla="*/ 6228 w 10000"/>
              <a:gd name="connsiteY99-10042" fmla="*/ 787 h 9787"/>
              <a:gd name="connsiteX100-10043" fmla="*/ 6447 w 10000"/>
              <a:gd name="connsiteY100-10044" fmla="*/ 787 h 9787"/>
              <a:gd name="connsiteX101-10045" fmla="*/ 6804 w 10000"/>
              <a:gd name="connsiteY101-10046" fmla="*/ 683 h 9787"/>
              <a:gd name="connsiteX102-10047" fmla="*/ 7174 w 10000"/>
              <a:gd name="connsiteY102-10048" fmla="*/ 683 h 9787"/>
              <a:gd name="connsiteX103-10049" fmla="*/ 7462 w 10000"/>
              <a:gd name="connsiteY103-10050" fmla="*/ 552 h 9787"/>
              <a:gd name="connsiteX104-10051" fmla="*/ 7750 w 10000"/>
              <a:gd name="connsiteY104-10052" fmla="*/ 552 h 9787"/>
              <a:gd name="connsiteX105-10053" fmla="*/ 7901 w 10000"/>
              <a:gd name="connsiteY105-10054" fmla="*/ 448 h 9787"/>
              <a:gd name="connsiteX106-10055" fmla="*/ 8038 w 10000"/>
              <a:gd name="connsiteY106-10056" fmla="*/ 341 h 9787"/>
              <a:gd name="connsiteX107-10057" fmla="*/ 8189 w 10000"/>
              <a:gd name="connsiteY107-10058" fmla="*/ 341 h 9787"/>
              <a:gd name="connsiteX108-10059" fmla="*/ 8189 w 10000"/>
              <a:gd name="connsiteY108-10060" fmla="*/ 234 h 9787"/>
              <a:gd name="connsiteX109-10061" fmla="*/ 8189 w 10000"/>
              <a:gd name="connsiteY109-10062" fmla="*/ 234 h 9787"/>
              <a:gd name="connsiteX0-10063" fmla="*/ 8189 w 10000"/>
              <a:gd name="connsiteY0-10064" fmla="*/ 239 h 9652"/>
              <a:gd name="connsiteX1-10065" fmla="*/ 8258 w 10000"/>
              <a:gd name="connsiteY1-10066" fmla="*/ 109 h 9652"/>
              <a:gd name="connsiteX2-10067" fmla="*/ 8409 w 10000"/>
              <a:gd name="connsiteY2-10068" fmla="*/ 109 h 9652"/>
              <a:gd name="connsiteX3-10069" fmla="*/ 8477 w 10000"/>
              <a:gd name="connsiteY3-10070" fmla="*/ 0 h 9652"/>
              <a:gd name="connsiteX4-10071" fmla="*/ 8546 w 10000"/>
              <a:gd name="connsiteY4-10072" fmla="*/ 0 h 9652"/>
              <a:gd name="connsiteX5-10073" fmla="*/ 8697 w 10000"/>
              <a:gd name="connsiteY5-10074" fmla="*/ 109 h 9652"/>
              <a:gd name="connsiteX6-10075" fmla="*/ 8916 w 10000"/>
              <a:gd name="connsiteY6-10076" fmla="*/ 239 h 9652"/>
              <a:gd name="connsiteX7-10077" fmla="*/ 8985 w 10000"/>
              <a:gd name="connsiteY7-10078" fmla="*/ 348 h 9652"/>
              <a:gd name="connsiteX8-10079" fmla="*/ 9122 w 10000"/>
              <a:gd name="connsiteY8-10080" fmla="*/ 564 h 9652"/>
              <a:gd name="connsiteX9-10081" fmla="*/ 9204 w 10000"/>
              <a:gd name="connsiteY9-10082" fmla="*/ 698 h 9652"/>
              <a:gd name="connsiteX10-10083" fmla="*/ 9342 w 10000"/>
              <a:gd name="connsiteY10-10084" fmla="*/ 804 h 9652"/>
              <a:gd name="connsiteX11-10085" fmla="*/ 9492 w 10000"/>
              <a:gd name="connsiteY11-10086" fmla="*/ 1044 h 9652"/>
              <a:gd name="connsiteX12-10087" fmla="*/ 9630 w 10000"/>
              <a:gd name="connsiteY12-10088" fmla="*/ 1153 h 9652"/>
              <a:gd name="connsiteX13-10089" fmla="*/ 9712 w 10000"/>
              <a:gd name="connsiteY13-10090" fmla="*/ 1370 h 9652"/>
              <a:gd name="connsiteX14-10091" fmla="*/ 9849 w 10000"/>
              <a:gd name="connsiteY14-10092" fmla="*/ 1499 h 9652"/>
              <a:gd name="connsiteX15-10093" fmla="*/ 9918 w 10000"/>
              <a:gd name="connsiteY15-10094" fmla="*/ 1609 h 9652"/>
              <a:gd name="connsiteX16-10095" fmla="*/ 9918 w 10000"/>
              <a:gd name="connsiteY16-10096" fmla="*/ 1717 h 9652"/>
              <a:gd name="connsiteX17-10097" fmla="*/ 10000 w 10000"/>
              <a:gd name="connsiteY17-10098" fmla="*/ 1717 h 9652"/>
              <a:gd name="connsiteX18-10099" fmla="*/ 10000 w 10000"/>
              <a:gd name="connsiteY18-10100" fmla="*/ 1849 h 9652"/>
              <a:gd name="connsiteX19-10101" fmla="*/ 10000 w 10000"/>
              <a:gd name="connsiteY19-10102" fmla="*/ 1957 h 9652"/>
              <a:gd name="connsiteX20-10103" fmla="*/ 9918 w 10000"/>
              <a:gd name="connsiteY20-10104" fmla="*/ 2066 h 9652"/>
              <a:gd name="connsiteX21-10105" fmla="*/ 9849 w 10000"/>
              <a:gd name="connsiteY21-10106" fmla="*/ 2066 h 9652"/>
              <a:gd name="connsiteX22-10107" fmla="*/ 9781 w 10000"/>
              <a:gd name="connsiteY22-10108" fmla="*/ 2174 h 9652"/>
              <a:gd name="connsiteX23-10109" fmla="*/ 9712 w 10000"/>
              <a:gd name="connsiteY23-10110" fmla="*/ 2174 h 9652"/>
              <a:gd name="connsiteX24-10111" fmla="*/ 9712 w 10000"/>
              <a:gd name="connsiteY24-10112" fmla="*/ 2305 h 9652"/>
              <a:gd name="connsiteX25-10113" fmla="*/ 9630 w 10000"/>
              <a:gd name="connsiteY25-10114" fmla="*/ 2413 h 9652"/>
              <a:gd name="connsiteX26-10115" fmla="*/ 9561 w 10000"/>
              <a:gd name="connsiteY26-10116" fmla="*/ 2652 h 9652"/>
              <a:gd name="connsiteX27-10117" fmla="*/ 9561 w 10000"/>
              <a:gd name="connsiteY27-10118" fmla="*/ 2869 h 9652"/>
              <a:gd name="connsiteX28-10119" fmla="*/ 9492 w 10000"/>
              <a:gd name="connsiteY28-10120" fmla="*/ 3109 h 9652"/>
              <a:gd name="connsiteX29-10121" fmla="*/ 9492 w 10000"/>
              <a:gd name="connsiteY29-10122" fmla="*/ 3457 h 9652"/>
              <a:gd name="connsiteX30-10123" fmla="*/ 9492 w 10000"/>
              <a:gd name="connsiteY30-10124" fmla="*/ 3674 h 9652"/>
              <a:gd name="connsiteX31-10125" fmla="*/ 9410 w 10000"/>
              <a:gd name="connsiteY31-10126" fmla="*/ 4023 h 9652"/>
              <a:gd name="connsiteX32-10127" fmla="*/ 9410 w 10000"/>
              <a:gd name="connsiteY32-10128" fmla="*/ 4478 h 9652"/>
              <a:gd name="connsiteX33-10129" fmla="*/ 9342 w 10000"/>
              <a:gd name="connsiteY33-10130" fmla="*/ 4827 h 9652"/>
              <a:gd name="connsiteX34-10131" fmla="*/ 9273 w 10000"/>
              <a:gd name="connsiteY34-10132" fmla="*/ 5283 h 9652"/>
              <a:gd name="connsiteX35-10133" fmla="*/ 9204 w 10000"/>
              <a:gd name="connsiteY35-10134" fmla="*/ 5739 h 9652"/>
              <a:gd name="connsiteX36-10135" fmla="*/ 9122 w 10000"/>
              <a:gd name="connsiteY36-10136" fmla="*/ 6196 h 9652"/>
              <a:gd name="connsiteX37-10137" fmla="*/ 8985 w 10000"/>
              <a:gd name="connsiteY37-10138" fmla="*/ 7240 h 9652"/>
              <a:gd name="connsiteX38-10139" fmla="*/ 8916 w 10000"/>
              <a:gd name="connsiteY38-10140" fmla="*/ 7697 h 9652"/>
              <a:gd name="connsiteX39-10141" fmla="*/ 8834 w 10000"/>
              <a:gd name="connsiteY39-10142" fmla="*/ 8152 h 9652"/>
              <a:gd name="connsiteX40-10143" fmla="*/ 8765 w 10000"/>
              <a:gd name="connsiteY40-10144" fmla="*/ 8608 h 9652"/>
              <a:gd name="connsiteX41-10145" fmla="*/ 8697 w 10000"/>
              <a:gd name="connsiteY41-10146" fmla="*/ 9067 h 9652"/>
              <a:gd name="connsiteX42-10147" fmla="*/ 8615 w 10000"/>
              <a:gd name="connsiteY42-10148" fmla="*/ 9414 h 9652"/>
              <a:gd name="connsiteX43-10149" fmla="*/ 8615 w 10000"/>
              <a:gd name="connsiteY43-10150" fmla="*/ 9652 h 9652"/>
              <a:gd name="connsiteX44-10151" fmla="*/ 8107 w 10000"/>
              <a:gd name="connsiteY44-10152" fmla="*/ 7457 h 9652"/>
              <a:gd name="connsiteX45-10153" fmla="*/ 8189 w 10000"/>
              <a:gd name="connsiteY45-10154" fmla="*/ 7111 h 9652"/>
              <a:gd name="connsiteX46-10155" fmla="*/ 8189 w 10000"/>
              <a:gd name="connsiteY46-10156" fmla="*/ 6654 h 9652"/>
              <a:gd name="connsiteX47-10157" fmla="*/ 8326 w 10000"/>
              <a:gd name="connsiteY47-10158" fmla="*/ 5850 h 9652"/>
              <a:gd name="connsiteX48-10159" fmla="*/ 8409 w 10000"/>
              <a:gd name="connsiteY48-10160" fmla="*/ 4935 h 9652"/>
              <a:gd name="connsiteX49-10161" fmla="*/ 8409 w 10000"/>
              <a:gd name="connsiteY49-10162" fmla="*/ 4131 h 9652"/>
              <a:gd name="connsiteX50-10163" fmla="*/ 8477 w 10000"/>
              <a:gd name="connsiteY50-10164" fmla="*/ 3326 h 9652"/>
              <a:gd name="connsiteX51-10165" fmla="*/ 8477 w 10000"/>
              <a:gd name="connsiteY51-10166" fmla="*/ 2978 h 9652"/>
              <a:gd name="connsiteX52-10167" fmla="*/ 8477 w 10000"/>
              <a:gd name="connsiteY52-10168" fmla="*/ 2652 h 9652"/>
              <a:gd name="connsiteX53-10169" fmla="*/ 8477 w 10000"/>
              <a:gd name="connsiteY53-10170" fmla="*/ 2413 h 9652"/>
              <a:gd name="connsiteX54-10171" fmla="*/ 8477 w 10000"/>
              <a:gd name="connsiteY54-10172" fmla="*/ 2174 h 9652"/>
              <a:gd name="connsiteX55-10173" fmla="*/ 8477 w 10000"/>
              <a:gd name="connsiteY55-10174" fmla="*/ 1957 h 9652"/>
              <a:gd name="connsiteX56-10175" fmla="*/ 8477 w 10000"/>
              <a:gd name="connsiteY56-10176" fmla="*/ 1849 h 9652"/>
              <a:gd name="connsiteX57-10177" fmla="*/ 8409 w 10000"/>
              <a:gd name="connsiteY57-10178" fmla="*/ 1717 h 9652"/>
              <a:gd name="connsiteX58-10179" fmla="*/ 8409 w 10000"/>
              <a:gd name="connsiteY58-10180" fmla="*/ 1609 h 9652"/>
              <a:gd name="connsiteX59-10181" fmla="*/ 8409 w 10000"/>
              <a:gd name="connsiteY59-10182" fmla="*/ 1499 h 9652"/>
              <a:gd name="connsiteX60-10183" fmla="*/ 8326 w 10000"/>
              <a:gd name="connsiteY60-10184" fmla="*/ 1499 h 9652"/>
              <a:gd name="connsiteX61-10185" fmla="*/ 8258 w 10000"/>
              <a:gd name="connsiteY61-10186" fmla="*/ 1370 h 9652"/>
              <a:gd name="connsiteX62-10187" fmla="*/ 8258 w 10000"/>
              <a:gd name="connsiteY62-10188" fmla="*/ 1370 h 9652"/>
              <a:gd name="connsiteX63-10189" fmla="*/ 8107 w 10000"/>
              <a:gd name="connsiteY63-10190" fmla="*/ 1370 h 9652"/>
              <a:gd name="connsiteX64-10191" fmla="*/ 8038 w 10000"/>
              <a:gd name="connsiteY64-10192" fmla="*/ 1370 h 9652"/>
              <a:gd name="connsiteX65-10193" fmla="*/ 7970 w 10000"/>
              <a:gd name="connsiteY65-10194" fmla="*/ 1370 h 9652"/>
              <a:gd name="connsiteX66-10195" fmla="*/ 7819 w 10000"/>
              <a:gd name="connsiteY66-10196" fmla="*/ 1370 h 9652"/>
              <a:gd name="connsiteX67-10197" fmla="*/ 7682 w 10000"/>
              <a:gd name="connsiteY67-10198" fmla="*/ 1370 h 9652"/>
              <a:gd name="connsiteX68-10199" fmla="*/ 7462 w 10000"/>
              <a:gd name="connsiteY68-10200" fmla="*/ 1370 h 9652"/>
              <a:gd name="connsiteX69-10201" fmla="*/ 7311 w 10000"/>
              <a:gd name="connsiteY69-10202" fmla="*/ 1370 h 9652"/>
              <a:gd name="connsiteX70-10203" fmla="*/ 7092 w 10000"/>
              <a:gd name="connsiteY70-10204" fmla="*/ 1370 h 9652"/>
              <a:gd name="connsiteX71-10205" fmla="*/ 6804 w 10000"/>
              <a:gd name="connsiteY71-10206" fmla="*/ 1370 h 9652"/>
              <a:gd name="connsiteX72-10207" fmla="*/ 6516 w 10000"/>
              <a:gd name="connsiteY72-10208" fmla="*/ 1499 h 9652"/>
              <a:gd name="connsiteX73-10209" fmla="*/ 6228 w 10000"/>
              <a:gd name="connsiteY73-10210" fmla="*/ 1499 h 9652"/>
              <a:gd name="connsiteX74-10211" fmla="*/ 5871 w 10000"/>
              <a:gd name="connsiteY74-10212" fmla="*/ 1609 h 9652"/>
              <a:gd name="connsiteX75-10213" fmla="*/ 5144 w 10000"/>
              <a:gd name="connsiteY75-10214" fmla="*/ 1717 h 9652"/>
              <a:gd name="connsiteX76-10215" fmla="*/ 4417 w 10000"/>
              <a:gd name="connsiteY76-10216" fmla="*/ 1957 h 9652"/>
              <a:gd name="connsiteX77-10217" fmla="*/ 3690 w 10000"/>
              <a:gd name="connsiteY77-10218" fmla="*/ 2066 h 9652"/>
              <a:gd name="connsiteX78-10219" fmla="*/ 2963 w 10000"/>
              <a:gd name="connsiteY78-10220" fmla="*/ 2174 h 9652"/>
              <a:gd name="connsiteX79-10221" fmla="*/ 2167 w 10000"/>
              <a:gd name="connsiteY79-10222" fmla="*/ 2305 h 9652"/>
              <a:gd name="connsiteX80-10223" fmla="*/ 1454 w 10000"/>
              <a:gd name="connsiteY80-10224" fmla="*/ 2413 h 9652"/>
              <a:gd name="connsiteX81-10225" fmla="*/ 727 w 10000"/>
              <a:gd name="connsiteY81-10226" fmla="*/ 2521 h 9652"/>
              <a:gd name="connsiteX82-10227" fmla="*/ 0 w 10000"/>
              <a:gd name="connsiteY82-10228" fmla="*/ 2652 h 9652"/>
              <a:gd name="connsiteX83-10229" fmla="*/ 0 w 10000"/>
              <a:gd name="connsiteY83-10230" fmla="*/ 1957 h 9652"/>
              <a:gd name="connsiteX84-10231" fmla="*/ 576 w 10000"/>
              <a:gd name="connsiteY84-10232" fmla="*/ 1849 h 9652"/>
              <a:gd name="connsiteX85-10233" fmla="*/ 1152 w 10000"/>
              <a:gd name="connsiteY85-10234" fmla="*/ 1717 h 9652"/>
              <a:gd name="connsiteX86-10235" fmla="*/ 1660 w 10000"/>
              <a:gd name="connsiteY86-10236" fmla="*/ 1609 h 9652"/>
              <a:gd name="connsiteX87-10237" fmla="*/ 2167 w 10000"/>
              <a:gd name="connsiteY87-10238" fmla="*/ 1499 h 9652"/>
              <a:gd name="connsiteX88-10239" fmla="*/ 2675 w 10000"/>
              <a:gd name="connsiteY88-10240" fmla="*/ 1499 h 9652"/>
              <a:gd name="connsiteX89-10241" fmla="*/ 3114 w 10000"/>
              <a:gd name="connsiteY89-10242" fmla="*/ 1370 h 9652"/>
              <a:gd name="connsiteX90-10243" fmla="*/ 3553 w 10000"/>
              <a:gd name="connsiteY90-10244" fmla="*/ 1262 h 9652"/>
              <a:gd name="connsiteX91-10245" fmla="*/ 3978 w 10000"/>
              <a:gd name="connsiteY91-10246" fmla="*/ 1262 h 9652"/>
              <a:gd name="connsiteX92-10247" fmla="*/ 4348 w 10000"/>
              <a:gd name="connsiteY92-10248" fmla="*/ 1153 h 9652"/>
              <a:gd name="connsiteX93-10249" fmla="*/ 4705 w 10000"/>
              <a:gd name="connsiteY93-10250" fmla="*/ 1044 h 9652"/>
              <a:gd name="connsiteX94-10251" fmla="*/ 5075 w 10000"/>
              <a:gd name="connsiteY94-10252" fmla="*/ 1044 h 9652"/>
              <a:gd name="connsiteX95-10253" fmla="*/ 5364 w 10000"/>
              <a:gd name="connsiteY95-10254" fmla="*/ 914 h 9652"/>
              <a:gd name="connsiteX96-10255" fmla="*/ 5720 w 10000"/>
              <a:gd name="connsiteY96-10256" fmla="*/ 914 h 9652"/>
              <a:gd name="connsiteX97-10257" fmla="*/ 5940 w 10000"/>
              <a:gd name="connsiteY97-10258" fmla="*/ 914 h 9652"/>
              <a:gd name="connsiteX98-10259" fmla="*/ 6228 w 10000"/>
              <a:gd name="connsiteY98-10260" fmla="*/ 804 h 9652"/>
              <a:gd name="connsiteX99-10261" fmla="*/ 6447 w 10000"/>
              <a:gd name="connsiteY99-10262" fmla="*/ 804 h 9652"/>
              <a:gd name="connsiteX100-10263" fmla="*/ 6804 w 10000"/>
              <a:gd name="connsiteY100-10264" fmla="*/ 698 h 9652"/>
              <a:gd name="connsiteX101-10265" fmla="*/ 7174 w 10000"/>
              <a:gd name="connsiteY101-10266" fmla="*/ 698 h 9652"/>
              <a:gd name="connsiteX102-10267" fmla="*/ 7462 w 10000"/>
              <a:gd name="connsiteY102-10268" fmla="*/ 564 h 9652"/>
              <a:gd name="connsiteX103-10269" fmla="*/ 7750 w 10000"/>
              <a:gd name="connsiteY103-10270" fmla="*/ 564 h 9652"/>
              <a:gd name="connsiteX104-10271" fmla="*/ 7901 w 10000"/>
              <a:gd name="connsiteY104-10272" fmla="*/ 458 h 9652"/>
              <a:gd name="connsiteX105-10273" fmla="*/ 8038 w 10000"/>
              <a:gd name="connsiteY105-10274" fmla="*/ 348 h 9652"/>
              <a:gd name="connsiteX106-10275" fmla="*/ 8189 w 10000"/>
              <a:gd name="connsiteY106-10276" fmla="*/ 348 h 9652"/>
              <a:gd name="connsiteX107-10277" fmla="*/ 8189 w 10000"/>
              <a:gd name="connsiteY107-10278" fmla="*/ 239 h 9652"/>
              <a:gd name="connsiteX108-10279" fmla="*/ 8189 w 10000"/>
              <a:gd name="connsiteY108-10280" fmla="*/ 239 h 9652"/>
              <a:gd name="connsiteX0-10281" fmla="*/ 8189 w 10000"/>
              <a:gd name="connsiteY0-10282" fmla="*/ 248 h 9753"/>
              <a:gd name="connsiteX1-10283" fmla="*/ 8258 w 10000"/>
              <a:gd name="connsiteY1-10284" fmla="*/ 113 h 9753"/>
              <a:gd name="connsiteX2-10285" fmla="*/ 8409 w 10000"/>
              <a:gd name="connsiteY2-10286" fmla="*/ 113 h 9753"/>
              <a:gd name="connsiteX3-10287" fmla="*/ 8477 w 10000"/>
              <a:gd name="connsiteY3-10288" fmla="*/ 0 h 9753"/>
              <a:gd name="connsiteX4-10289" fmla="*/ 8546 w 10000"/>
              <a:gd name="connsiteY4-10290" fmla="*/ 0 h 9753"/>
              <a:gd name="connsiteX5-10291" fmla="*/ 8697 w 10000"/>
              <a:gd name="connsiteY5-10292" fmla="*/ 113 h 9753"/>
              <a:gd name="connsiteX6-10293" fmla="*/ 8916 w 10000"/>
              <a:gd name="connsiteY6-10294" fmla="*/ 248 h 9753"/>
              <a:gd name="connsiteX7-10295" fmla="*/ 8985 w 10000"/>
              <a:gd name="connsiteY7-10296" fmla="*/ 361 h 9753"/>
              <a:gd name="connsiteX8-10297" fmla="*/ 9122 w 10000"/>
              <a:gd name="connsiteY8-10298" fmla="*/ 584 h 9753"/>
              <a:gd name="connsiteX9-10299" fmla="*/ 9204 w 10000"/>
              <a:gd name="connsiteY9-10300" fmla="*/ 723 h 9753"/>
              <a:gd name="connsiteX10-10301" fmla="*/ 9342 w 10000"/>
              <a:gd name="connsiteY10-10302" fmla="*/ 833 h 9753"/>
              <a:gd name="connsiteX11-10303" fmla="*/ 9492 w 10000"/>
              <a:gd name="connsiteY11-10304" fmla="*/ 1082 h 9753"/>
              <a:gd name="connsiteX12-10305" fmla="*/ 9630 w 10000"/>
              <a:gd name="connsiteY12-10306" fmla="*/ 1195 h 9753"/>
              <a:gd name="connsiteX13-10307" fmla="*/ 9712 w 10000"/>
              <a:gd name="connsiteY13-10308" fmla="*/ 1419 h 9753"/>
              <a:gd name="connsiteX14-10309" fmla="*/ 9849 w 10000"/>
              <a:gd name="connsiteY14-10310" fmla="*/ 1553 h 9753"/>
              <a:gd name="connsiteX15-10311" fmla="*/ 9918 w 10000"/>
              <a:gd name="connsiteY15-10312" fmla="*/ 1667 h 9753"/>
              <a:gd name="connsiteX16-10313" fmla="*/ 9918 w 10000"/>
              <a:gd name="connsiteY16-10314" fmla="*/ 1779 h 9753"/>
              <a:gd name="connsiteX17-10315" fmla="*/ 10000 w 10000"/>
              <a:gd name="connsiteY17-10316" fmla="*/ 1779 h 9753"/>
              <a:gd name="connsiteX18-10317" fmla="*/ 10000 w 10000"/>
              <a:gd name="connsiteY18-10318" fmla="*/ 1916 h 9753"/>
              <a:gd name="connsiteX19-10319" fmla="*/ 10000 w 10000"/>
              <a:gd name="connsiteY19-10320" fmla="*/ 2028 h 9753"/>
              <a:gd name="connsiteX20-10321" fmla="*/ 9918 w 10000"/>
              <a:gd name="connsiteY20-10322" fmla="*/ 2140 h 9753"/>
              <a:gd name="connsiteX21-10323" fmla="*/ 9849 w 10000"/>
              <a:gd name="connsiteY21-10324" fmla="*/ 2140 h 9753"/>
              <a:gd name="connsiteX22-10325" fmla="*/ 9781 w 10000"/>
              <a:gd name="connsiteY22-10326" fmla="*/ 2252 h 9753"/>
              <a:gd name="connsiteX23-10327" fmla="*/ 9712 w 10000"/>
              <a:gd name="connsiteY23-10328" fmla="*/ 2252 h 9753"/>
              <a:gd name="connsiteX24-10329" fmla="*/ 9712 w 10000"/>
              <a:gd name="connsiteY24-10330" fmla="*/ 2388 h 9753"/>
              <a:gd name="connsiteX25-10331" fmla="*/ 9630 w 10000"/>
              <a:gd name="connsiteY25-10332" fmla="*/ 2500 h 9753"/>
              <a:gd name="connsiteX26-10333" fmla="*/ 9561 w 10000"/>
              <a:gd name="connsiteY26-10334" fmla="*/ 2748 h 9753"/>
              <a:gd name="connsiteX27-10335" fmla="*/ 9561 w 10000"/>
              <a:gd name="connsiteY27-10336" fmla="*/ 2972 h 9753"/>
              <a:gd name="connsiteX28-10337" fmla="*/ 9492 w 10000"/>
              <a:gd name="connsiteY28-10338" fmla="*/ 3221 h 9753"/>
              <a:gd name="connsiteX29-10339" fmla="*/ 9492 w 10000"/>
              <a:gd name="connsiteY29-10340" fmla="*/ 3582 h 9753"/>
              <a:gd name="connsiteX30-10341" fmla="*/ 9492 w 10000"/>
              <a:gd name="connsiteY30-10342" fmla="*/ 3806 h 9753"/>
              <a:gd name="connsiteX31-10343" fmla="*/ 9410 w 10000"/>
              <a:gd name="connsiteY31-10344" fmla="*/ 4168 h 9753"/>
              <a:gd name="connsiteX32-10345" fmla="*/ 9410 w 10000"/>
              <a:gd name="connsiteY32-10346" fmla="*/ 4639 h 9753"/>
              <a:gd name="connsiteX33-10347" fmla="*/ 9342 w 10000"/>
              <a:gd name="connsiteY33-10348" fmla="*/ 5001 h 9753"/>
              <a:gd name="connsiteX34-10349" fmla="*/ 9273 w 10000"/>
              <a:gd name="connsiteY34-10350" fmla="*/ 5473 h 9753"/>
              <a:gd name="connsiteX35-10351" fmla="*/ 9204 w 10000"/>
              <a:gd name="connsiteY35-10352" fmla="*/ 5946 h 9753"/>
              <a:gd name="connsiteX36-10353" fmla="*/ 9122 w 10000"/>
              <a:gd name="connsiteY36-10354" fmla="*/ 6419 h 9753"/>
              <a:gd name="connsiteX37-10355" fmla="*/ 8985 w 10000"/>
              <a:gd name="connsiteY37-10356" fmla="*/ 7501 h 9753"/>
              <a:gd name="connsiteX38-10357" fmla="*/ 8916 w 10000"/>
              <a:gd name="connsiteY38-10358" fmla="*/ 7975 h 9753"/>
              <a:gd name="connsiteX39-10359" fmla="*/ 8834 w 10000"/>
              <a:gd name="connsiteY39-10360" fmla="*/ 8446 h 9753"/>
              <a:gd name="connsiteX40-10361" fmla="*/ 8765 w 10000"/>
              <a:gd name="connsiteY40-10362" fmla="*/ 8918 h 9753"/>
              <a:gd name="connsiteX41-10363" fmla="*/ 8697 w 10000"/>
              <a:gd name="connsiteY41-10364" fmla="*/ 9394 h 9753"/>
              <a:gd name="connsiteX42-10365" fmla="*/ 8615 w 10000"/>
              <a:gd name="connsiteY42-10366" fmla="*/ 9753 h 9753"/>
              <a:gd name="connsiteX43-10367" fmla="*/ 8107 w 10000"/>
              <a:gd name="connsiteY43-10368" fmla="*/ 7726 h 9753"/>
              <a:gd name="connsiteX44-10369" fmla="*/ 8189 w 10000"/>
              <a:gd name="connsiteY44-10370" fmla="*/ 7367 h 9753"/>
              <a:gd name="connsiteX45-10371" fmla="*/ 8189 w 10000"/>
              <a:gd name="connsiteY45-10372" fmla="*/ 6894 h 9753"/>
              <a:gd name="connsiteX46-10373" fmla="*/ 8326 w 10000"/>
              <a:gd name="connsiteY46-10374" fmla="*/ 6061 h 9753"/>
              <a:gd name="connsiteX47-10375" fmla="*/ 8409 w 10000"/>
              <a:gd name="connsiteY47-10376" fmla="*/ 5113 h 9753"/>
              <a:gd name="connsiteX48-10377" fmla="*/ 8409 w 10000"/>
              <a:gd name="connsiteY48-10378" fmla="*/ 4280 h 9753"/>
              <a:gd name="connsiteX49-10379" fmla="*/ 8477 w 10000"/>
              <a:gd name="connsiteY49-10380" fmla="*/ 3446 h 9753"/>
              <a:gd name="connsiteX50-10381" fmla="*/ 8477 w 10000"/>
              <a:gd name="connsiteY50-10382" fmla="*/ 3085 h 9753"/>
              <a:gd name="connsiteX51-10383" fmla="*/ 8477 w 10000"/>
              <a:gd name="connsiteY51-10384" fmla="*/ 2748 h 9753"/>
              <a:gd name="connsiteX52-10385" fmla="*/ 8477 w 10000"/>
              <a:gd name="connsiteY52-10386" fmla="*/ 2500 h 9753"/>
              <a:gd name="connsiteX53-10387" fmla="*/ 8477 w 10000"/>
              <a:gd name="connsiteY53-10388" fmla="*/ 2252 h 9753"/>
              <a:gd name="connsiteX54-10389" fmla="*/ 8477 w 10000"/>
              <a:gd name="connsiteY54-10390" fmla="*/ 2028 h 9753"/>
              <a:gd name="connsiteX55-10391" fmla="*/ 8477 w 10000"/>
              <a:gd name="connsiteY55-10392" fmla="*/ 1916 h 9753"/>
              <a:gd name="connsiteX56-10393" fmla="*/ 8409 w 10000"/>
              <a:gd name="connsiteY56-10394" fmla="*/ 1779 h 9753"/>
              <a:gd name="connsiteX57-10395" fmla="*/ 8409 w 10000"/>
              <a:gd name="connsiteY57-10396" fmla="*/ 1667 h 9753"/>
              <a:gd name="connsiteX58-10397" fmla="*/ 8409 w 10000"/>
              <a:gd name="connsiteY58-10398" fmla="*/ 1553 h 9753"/>
              <a:gd name="connsiteX59-10399" fmla="*/ 8326 w 10000"/>
              <a:gd name="connsiteY59-10400" fmla="*/ 1553 h 9753"/>
              <a:gd name="connsiteX60-10401" fmla="*/ 8258 w 10000"/>
              <a:gd name="connsiteY60-10402" fmla="*/ 1419 h 9753"/>
              <a:gd name="connsiteX61-10403" fmla="*/ 8258 w 10000"/>
              <a:gd name="connsiteY61-10404" fmla="*/ 1419 h 9753"/>
              <a:gd name="connsiteX62-10405" fmla="*/ 8107 w 10000"/>
              <a:gd name="connsiteY62-10406" fmla="*/ 1419 h 9753"/>
              <a:gd name="connsiteX63-10407" fmla="*/ 8038 w 10000"/>
              <a:gd name="connsiteY63-10408" fmla="*/ 1419 h 9753"/>
              <a:gd name="connsiteX64-10409" fmla="*/ 7970 w 10000"/>
              <a:gd name="connsiteY64-10410" fmla="*/ 1419 h 9753"/>
              <a:gd name="connsiteX65-10411" fmla="*/ 7819 w 10000"/>
              <a:gd name="connsiteY65-10412" fmla="*/ 1419 h 9753"/>
              <a:gd name="connsiteX66-10413" fmla="*/ 7682 w 10000"/>
              <a:gd name="connsiteY66-10414" fmla="*/ 1419 h 9753"/>
              <a:gd name="connsiteX67-10415" fmla="*/ 7462 w 10000"/>
              <a:gd name="connsiteY67-10416" fmla="*/ 1419 h 9753"/>
              <a:gd name="connsiteX68-10417" fmla="*/ 7311 w 10000"/>
              <a:gd name="connsiteY68-10418" fmla="*/ 1419 h 9753"/>
              <a:gd name="connsiteX69-10419" fmla="*/ 7092 w 10000"/>
              <a:gd name="connsiteY69-10420" fmla="*/ 1419 h 9753"/>
              <a:gd name="connsiteX70-10421" fmla="*/ 6804 w 10000"/>
              <a:gd name="connsiteY70-10422" fmla="*/ 1419 h 9753"/>
              <a:gd name="connsiteX71-10423" fmla="*/ 6516 w 10000"/>
              <a:gd name="connsiteY71-10424" fmla="*/ 1553 h 9753"/>
              <a:gd name="connsiteX72-10425" fmla="*/ 6228 w 10000"/>
              <a:gd name="connsiteY72-10426" fmla="*/ 1553 h 9753"/>
              <a:gd name="connsiteX73-10427" fmla="*/ 5871 w 10000"/>
              <a:gd name="connsiteY73-10428" fmla="*/ 1667 h 9753"/>
              <a:gd name="connsiteX74-10429" fmla="*/ 5144 w 10000"/>
              <a:gd name="connsiteY74-10430" fmla="*/ 1779 h 9753"/>
              <a:gd name="connsiteX75-10431" fmla="*/ 4417 w 10000"/>
              <a:gd name="connsiteY75-10432" fmla="*/ 2028 h 9753"/>
              <a:gd name="connsiteX76-10433" fmla="*/ 3690 w 10000"/>
              <a:gd name="connsiteY76-10434" fmla="*/ 2140 h 9753"/>
              <a:gd name="connsiteX77-10435" fmla="*/ 2963 w 10000"/>
              <a:gd name="connsiteY77-10436" fmla="*/ 2252 h 9753"/>
              <a:gd name="connsiteX78-10437" fmla="*/ 2167 w 10000"/>
              <a:gd name="connsiteY78-10438" fmla="*/ 2388 h 9753"/>
              <a:gd name="connsiteX79-10439" fmla="*/ 1454 w 10000"/>
              <a:gd name="connsiteY79-10440" fmla="*/ 2500 h 9753"/>
              <a:gd name="connsiteX80-10441" fmla="*/ 727 w 10000"/>
              <a:gd name="connsiteY80-10442" fmla="*/ 2612 h 9753"/>
              <a:gd name="connsiteX81-10443" fmla="*/ 0 w 10000"/>
              <a:gd name="connsiteY81-10444" fmla="*/ 2748 h 9753"/>
              <a:gd name="connsiteX82-10445" fmla="*/ 0 w 10000"/>
              <a:gd name="connsiteY82-10446" fmla="*/ 2028 h 9753"/>
              <a:gd name="connsiteX83-10447" fmla="*/ 576 w 10000"/>
              <a:gd name="connsiteY83-10448" fmla="*/ 1916 h 9753"/>
              <a:gd name="connsiteX84-10449" fmla="*/ 1152 w 10000"/>
              <a:gd name="connsiteY84-10450" fmla="*/ 1779 h 9753"/>
              <a:gd name="connsiteX85-10451" fmla="*/ 1660 w 10000"/>
              <a:gd name="connsiteY85-10452" fmla="*/ 1667 h 9753"/>
              <a:gd name="connsiteX86-10453" fmla="*/ 2167 w 10000"/>
              <a:gd name="connsiteY86-10454" fmla="*/ 1553 h 9753"/>
              <a:gd name="connsiteX87-10455" fmla="*/ 2675 w 10000"/>
              <a:gd name="connsiteY87-10456" fmla="*/ 1553 h 9753"/>
              <a:gd name="connsiteX88-10457" fmla="*/ 3114 w 10000"/>
              <a:gd name="connsiteY88-10458" fmla="*/ 1419 h 9753"/>
              <a:gd name="connsiteX89-10459" fmla="*/ 3553 w 10000"/>
              <a:gd name="connsiteY89-10460" fmla="*/ 1308 h 9753"/>
              <a:gd name="connsiteX90-10461" fmla="*/ 3978 w 10000"/>
              <a:gd name="connsiteY90-10462" fmla="*/ 1308 h 9753"/>
              <a:gd name="connsiteX91-10463" fmla="*/ 4348 w 10000"/>
              <a:gd name="connsiteY91-10464" fmla="*/ 1195 h 9753"/>
              <a:gd name="connsiteX92-10465" fmla="*/ 4705 w 10000"/>
              <a:gd name="connsiteY92-10466" fmla="*/ 1082 h 9753"/>
              <a:gd name="connsiteX93-10467" fmla="*/ 5075 w 10000"/>
              <a:gd name="connsiteY93-10468" fmla="*/ 1082 h 9753"/>
              <a:gd name="connsiteX94-10469" fmla="*/ 5364 w 10000"/>
              <a:gd name="connsiteY94-10470" fmla="*/ 947 h 9753"/>
              <a:gd name="connsiteX95-10471" fmla="*/ 5720 w 10000"/>
              <a:gd name="connsiteY95-10472" fmla="*/ 947 h 9753"/>
              <a:gd name="connsiteX96-10473" fmla="*/ 5940 w 10000"/>
              <a:gd name="connsiteY96-10474" fmla="*/ 947 h 9753"/>
              <a:gd name="connsiteX97-10475" fmla="*/ 6228 w 10000"/>
              <a:gd name="connsiteY97-10476" fmla="*/ 833 h 9753"/>
              <a:gd name="connsiteX98-10477" fmla="*/ 6447 w 10000"/>
              <a:gd name="connsiteY98-10478" fmla="*/ 833 h 9753"/>
              <a:gd name="connsiteX99-10479" fmla="*/ 6804 w 10000"/>
              <a:gd name="connsiteY99-10480" fmla="*/ 723 h 9753"/>
              <a:gd name="connsiteX100-10481" fmla="*/ 7174 w 10000"/>
              <a:gd name="connsiteY100-10482" fmla="*/ 723 h 9753"/>
              <a:gd name="connsiteX101-10483" fmla="*/ 7462 w 10000"/>
              <a:gd name="connsiteY101-10484" fmla="*/ 584 h 9753"/>
              <a:gd name="connsiteX102-10485" fmla="*/ 7750 w 10000"/>
              <a:gd name="connsiteY102-10486" fmla="*/ 584 h 9753"/>
              <a:gd name="connsiteX103-10487" fmla="*/ 7901 w 10000"/>
              <a:gd name="connsiteY103-10488" fmla="*/ 475 h 9753"/>
              <a:gd name="connsiteX104-10489" fmla="*/ 8038 w 10000"/>
              <a:gd name="connsiteY104-10490" fmla="*/ 361 h 9753"/>
              <a:gd name="connsiteX105-10491" fmla="*/ 8189 w 10000"/>
              <a:gd name="connsiteY105-10492" fmla="*/ 361 h 9753"/>
              <a:gd name="connsiteX106-10493" fmla="*/ 8189 w 10000"/>
              <a:gd name="connsiteY106-10494" fmla="*/ 248 h 9753"/>
              <a:gd name="connsiteX107-10495" fmla="*/ 8189 w 10000"/>
              <a:gd name="connsiteY107-10496" fmla="*/ 248 h 9753"/>
              <a:gd name="connsiteX0-10497" fmla="*/ 8189 w 10000"/>
              <a:gd name="connsiteY0-10498" fmla="*/ 254 h 9632"/>
              <a:gd name="connsiteX1-10499" fmla="*/ 8258 w 10000"/>
              <a:gd name="connsiteY1-10500" fmla="*/ 116 h 9632"/>
              <a:gd name="connsiteX2-10501" fmla="*/ 8409 w 10000"/>
              <a:gd name="connsiteY2-10502" fmla="*/ 116 h 9632"/>
              <a:gd name="connsiteX3-10503" fmla="*/ 8477 w 10000"/>
              <a:gd name="connsiteY3-10504" fmla="*/ 0 h 9632"/>
              <a:gd name="connsiteX4-10505" fmla="*/ 8546 w 10000"/>
              <a:gd name="connsiteY4-10506" fmla="*/ 0 h 9632"/>
              <a:gd name="connsiteX5-10507" fmla="*/ 8697 w 10000"/>
              <a:gd name="connsiteY5-10508" fmla="*/ 116 h 9632"/>
              <a:gd name="connsiteX6-10509" fmla="*/ 8916 w 10000"/>
              <a:gd name="connsiteY6-10510" fmla="*/ 254 h 9632"/>
              <a:gd name="connsiteX7-10511" fmla="*/ 8985 w 10000"/>
              <a:gd name="connsiteY7-10512" fmla="*/ 370 h 9632"/>
              <a:gd name="connsiteX8-10513" fmla="*/ 9122 w 10000"/>
              <a:gd name="connsiteY8-10514" fmla="*/ 599 h 9632"/>
              <a:gd name="connsiteX9-10515" fmla="*/ 9204 w 10000"/>
              <a:gd name="connsiteY9-10516" fmla="*/ 741 h 9632"/>
              <a:gd name="connsiteX10-10517" fmla="*/ 9342 w 10000"/>
              <a:gd name="connsiteY10-10518" fmla="*/ 854 h 9632"/>
              <a:gd name="connsiteX11-10519" fmla="*/ 9492 w 10000"/>
              <a:gd name="connsiteY11-10520" fmla="*/ 1109 h 9632"/>
              <a:gd name="connsiteX12-10521" fmla="*/ 9630 w 10000"/>
              <a:gd name="connsiteY12-10522" fmla="*/ 1225 h 9632"/>
              <a:gd name="connsiteX13-10523" fmla="*/ 9712 w 10000"/>
              <a:gd name="connsiteY13-10524" fmla="*/ 1455 h 9632"/>
              <a:gd name="connsiteX14-10525" fmla="*/ 9849 w 10000"/>
              <a:gd name="connsiteY14-10526" fmla="*/ 1592 h 9632"/>
              <a:gd name="connsiteX15-10527" fmla="*/ 9918 w 10000"/>
              <a:gd name="connsiteY15-10528" fmla="*/ 1709 h 9632"/>
              <a:gd name="connsiteX16-10529" fmla="*/ 9918 w 10000"/>
              <a:gd name="connsiteY16-10530" fmla="*/ 1824 h 9632"/>
              <a:gd name="connsiteX17-10531" fmla="*/ 10000 w 10000"/>
              <a:gd name="connsiteY17-10532" fmla="*/ 1824 h 9632"/>
              <a:gd name="connsiteX18-10533" fmla="*/ 10000 w 10000"/>
              <a:gd name="connsiteY18-10534" fmla="*/ 1965 h 9632"/>
              <a:gd name="connsiteX19-10535" fmla="*/ 10000 w 10000"/>
              <a:gd name="connsiteY19-10536" fmla="*/ 2079 h 9632"/>
              <a:gd name="connsiteX20-10537" fmla="*/ 9918 w 10000"/>
              <a:gd name="connsiteY20-10538" fmla="*/ 2194 h 9632"/>
              <a:gd name="connsiteX21-10539" fmla="*/ 9849 w 10000"/>
              <a:gd name="connsiteY21-10540" fmla="*/ 2194 h 9632"/>
              <a:gd name="connsiteX22-10541" fmla="*/ 9781 w 10000"/>
              <a:gd name="connsiteY22-10542" fmla="*/ 2309 h 9632"/>
              <a:gd name="connsiteX23-10543" fmla="*/ 9712 w 10000"/>
              <a:gd name="connsiteY23-10544" fmla="*/ 2309 h 9632"/>
              <a:gd name="connsiteX24-10545" fmla="*/ 9712 w 10000"/>
              <a:gd name="connsiteY24-10546" fmla="*/ 2448 h 9632"/>
              <a:gd name="connsiteX25-10547" fmla="*/ 9630 w 10000"/>
              <a:gd name="connsiteY25-10548" fmla="*/ 2563 h 9632"/>
              <a:gd name="connsiteX26-10549" fmla="*/ 9561 w 10000"/>
              <a:gd name="connsiteY26-10550" fmla="*/ 2818 h 9632"/>
              <a:gd name="connsiteX27-10551" fmla="*/ 9561 w 10000"/>
              <a:gd name="connsiteY27-10552" fmla="*/ 3047 h 9632"/>
              <a:gd name="connsiteX28-10553" fmla="*/ 9492 w 10000"/>
              <a:gd name="connsiteY28-10554" fmla="*/ 3303 h 9632"/>
              <a:gd name="connsiteX29-10555" fmla="*/ 9492 w 10000"/>
              <a:gd name="connsiteY29-10556" fmla="*/ 3673 h 9632"/>
              <a:gd name="connsiteX30-10557" fmla="*/ 9492 w 10000"/>
              <a:gd name="connsiteY30-10558" fmla="*/ 3902 h 9632"/>
              <a:gd name="connsiteX31-10559" fmla="*/ 9410 w 10000"/>
              <a:gd name="connsiteY31-10560" fmla="*/ 4274 h 9632"/>
              <a:gd name="connsiteX32-10561" fmla="*/ 9410 w 10000"/>
              <a:gd name="connsiteY32-10562" fmla="*/ 4756 h 9632"/>
              <a:gd name="connsiteX33-10563" fmla="*/ 9342 w 10000"/>
              <a:gd name="connsiteY33-10564" fmla="*/ 5128 h 9632"/>
              <a:gd name="connsiteX34-10565" fmla="*/ 9273 w 10000"/>
              <a:gd name="connsiteY34-10566" fmla="*/ 5612 h 9632"/>
              <a:gd name="connsiteX35-10567" fmla="*/ 9204 w 10000"/>
              <a:gd name="connsiteY35-10568" fmla="*/ 6097 h 9632"/>
              <a:gd name="connsiteX36-10569" fmla="*/ 9122 w 10000"/>
              <a:gd name="connsiteY36-10570" fmla="*/ 6582 h 9632"/>
              <a:gd name="connsiteX37-10571" fmla="*/ 8985 w 10000"/>
              <a:gd name="connsiteY37-10572" fmla="*/ 7691 h 9632"/>
              <a:gd name="connsiteX38-10573" fmla="*/ 8916 w 10000"/>
              <a:gd name="connsiteY38-10574" fmla="*/ 8177 h 9632"/>
              <a:gd name="connsiteX39-10575" fmla="*/ 8834 w 10000"/>
              <a:gd name="connsiteY39-10576" fmla="*/ 8660 h 9632"/>
              <a:gd name="connsiteX40-10577" fmla="*/ 8765 w 10000"/>
              <a:gd name="connsiteY40-10578" fmla="*/ 9144 h 9632"/>
              <a:gd name="connsiteX41-10579" fmla="*/ 8697 w 10000"/>
              <a:gd name="connsiteY41-10580" fmla="*/ 9632 h 9632"/>
              <a:gd name="connsiteX42-10581" fmla="*/ 8107 w 10000"/>
              <a:gd name="connsiteY42-10582" fmla="*/ 7922 h 9632"/>
              <a:gd name="connsiteX43-10583" fmla="*/ 8189 w 10000"/>
              <a:gd name="connsiteY43-10584" fmla="*/ 7554 h 9632"/>
              <a:gd name="connsiteX44-10585" fmla="*/ 8189 w 10000"/>
              <a:gd name="connsiteY44-10586" fmla="*/ 7069 h 9632"/>
              <a:gd name="connsiteX45-10587" fmla="*/ 8326 w 10000"/>
              <a:gd name="connsiteY45-10588" fmla="*/ 6214 h 9632"/>
              <a:gd name="connsiteX46-10589" fmla="*/ 8409 w 10000"/>
              <a:gd name="connsiteY46-10590" fmla="*/ 5242 h 9632"/>
              <a:gd name="connsiteX47-10591" fmla="*/ 8409 w 10000"/>
              <a:gd name="connsiteY47-10592" fmla="*/ 4388 h 9632"/>
              <a:gd name="connsiteX48-10593" fmla="*/ 8477 w 10000"/>
              <a:gd name="connsiteY48-10594" fmla="*/ 3533 h 9632"/>
              <a:gd name="connsiteX49-10595" fmla="*/ 8477 w 10000"/>
              <a:gd name="connsiteY49-10596" fmla="*/ 3163 h 9632"/>
              <a:gd name="connsiteX50-10597" fmla="*/ 8477 w 10000"/>
              <a:gd name="connsiteY50-10598" fmla="*/ 2818 h 9632"/>
              <a:gd name="connsiteX51-10599" fmla="*/ 8477 w 10000"/>
              <a:gd name="connsiteY51-10600" fmla="*/ 2563 h 9632"/>
              <a:gd name="connsiteX52-10601" fmla="*/ 8477 w 10000"/>
              <a:gd name="connsiteY52-10602" fmla="*/ 2309 h 9632"/>
              <a:gd name="connsiteX53-10603" fmla="*/ 8477 w 10000"/>
              <a:gd name="connsiteY53-10604" fmla="*/ 2079 h 9632"/>
              <a:gd name="connsiteX54-10605" fmla="*/ 8477 w 10000"/>
              <a:gd name="connsiteY54-10606" fmla="*/ 1965 h 9632"/>
              <a:gd name="connsiteX55-10607" fmla="*/ 8409 w 10000"/>
              <a:gd name="connsiteY55-10608" fmla="*/ 1824 h 9632"/>
              <a:gd name="connsiteX56-10609" fmla="*/ 8409 w 10000"/>
              <a:gd name="connsiteY56-10610" fmla="*/ 1709 h 9632"/>
              <a:gd name="connsiteX57-10611" fmla="*/ 8409 w 10000"/>
              <a:gd name="connsiteY57-10612" fmla="*/ 1592 h 9632"/>
              <a:gd name="connsiteX58-10613" fmla="*/ 8326 w 10000"/>
              <a:gd name="connsiteY58-10614" fmla="*/ 1592 h 9632"/>
              <a:gd name="connsiteX59-10615" fmla="*/ 8258 w 10000"/>
              <a:gd name="connsiteY59-10616" fmla="*/ 1455 h 9632"/>
              <a:gd name="connsiteX60-10617" fmla="*/ 8258 w 10000"/>
              <a:gd name="connsiteY60-10618" fmla="*/ 1455 h 9632"/>
              <a:gd name="connsiteX61-10619" fmla="*/ 8107 w 10000"/>
              <a:gd name="connsiteY61-10620" fmla="*/ 1455 h 9632"/>
              <a:gd name="connsiteX62-10621" fmla="*/ 8038 w 10000"/>
              <a:gd name="connsiteY62-10622" fmla="*/ 1455 h 9632"/>
              <a:gd name="connsiteX63-10623" fmla="*/ 7970 w 10000"/>
              <a:gd name="connsiteY63-10624" fmla="*/ 1455 h 9632"/>
              <a:gd name="connsiteX64-10625" fmla="*/ 7819 w 10000"/>
              <a:gd name="connsiteY64-10626" fmla="*/ 1455 h 9632"/>
              <a:gd name="connsiteX65-10627" fmla="*/ 7682 w 10000"/>
              <a:gd name="connsiteY65-10628" fmla="*/ 1455 h 9632"/>
              <a:gd name="connsiteX66-10629" fmla="*/ 7462 w 10000"/>
              <a:gd name="connsiteY66-10630" fmla="*/ 1455 h 9632"/>
              <a:gd name="connsiteX67-10631" fmla="*/ 7311 w 10000"/>
              <a:gd name="connsiteY67-10632" fmla="*/ 1455 h 9632"/>
              <a:gd name="connsiteX68-10633" fmla="*/ 7092 w 10000"/>
              <a:gd name="connsiteY68-10634" fmla="*/ 1455 h 9632"/>
              <a:gd name="connsiteX69-10635" fmla="*/ 6804 w 10000"/>
              <a:gd name="connsiteY69-10636" fmla="*/ 1455 h 9632"/>
              <a:gd name="connsiteX70-10637" fmla="*/ 6516 w 10000"/>
              <a:gd name="connsiteY70-10638" fmla="*/ 1592 h 9632"/>
              <a:gd name="connsiteX71-10639" fmla="*/ 6228 w 10000"/>
              <a:gd name="connsiteY71-10640" fmla="*/ 1592 h 9632"/>
              <a:gd name="connsiteX72-10641" fmla="*/ 5871 w 10000"/>
              <a:gd name="connsiteY72-10642" fmla="*/ 1709 h 9632"/>
              <a:gd name="connsiteX73-10643" fmla="*/ 5144 w 10000"/>
              <a:gd name="connsiteY73-10644" fmla="*/ 1824 h 9632"/>
              <a:gd name="connsiteX74-10645" fmla="*/ 4417 w 10000"/>
              <a:gd name="connsiteY74-10646" fmla="*/ 2079 h 9632"/>
              <a:gd name="connsiteX75-10647" fmla="*/ 3690 w 10000"/>
              <a:gd name="connsiteY75-10648" fmla="*/ 2194 h 9632"/>
              <a:gd name="connsiteX76-10649" fmla="*/ 2963 w 10000"/>
              <a:gd name="connsiteY76-10650" fmla="*/ 2309 h 9632"/>
              <a:gd name="connsiteX77-10651" fmla="*/ 2167 w 10000"/>
              <a:gd name="connsiteY77-10652" fmla="*/ 2448 h 9632"/>
              <a:gd name="connsiteX78-10653" fmla="*/ 1454 w 10000"/>
              <a:gd name="connsiteY78-10654" fmla="*/ 2563 h 9632"/>
              <a:gd name="connsiteX79-10655" fmla="*/ 727 w 10000"/>
              <a:gd name="connsiteY79-10656" fmla="*/ 2678 h 9632"/>
              <a:gd name="connsiteX80-10657" fmla="*/ 0 w 10000"/>
              <a:gd name="connsiteY80-10658" fmla="*/ 2818 h 9632"/>
              <a:gd name="connsiteX81-10659" fmla="*/ 0 w 10000"/>
              <a:gd name="connsiteY81-10660" fmla="*/ 2079 h 9632"/>
              <a:gd name="connsiteX82-10661" fmla="*/ 576 w 10000"/>
              <a:gd name="connsiteY82-10662" fmla="*/ 1965 h 9632"/>
              <a:gd name="connsiteX83-10663" fmla="*/ 1152 w 10000"/>
              <a:gd name="connsiteY83-10664" fmla="*/ 1824 h 9632"/>
              <a:gd name="connsiteX84-10665" fmla="*/ 1660 w 10000"/>
              <a:gd name="connsiteY84-10666" fmla="*/ 1709 h 9632"/>
              <a:gd name="connsiteX85-10667" fmla="*/ 2167 w 10000"/>
              <a:gd name="connsiteY85-10668" fmla="*/ 1592 h 9632"/>
              <a:gd name="connsiteX86-10669" fmla="*/ 2675 w 10000"/>
              <a:gd name="connsiteY86-10670" fmla="*/ 1592 h 9632"/>
              <a:gd name="connsiteX87-10671" fmla="*/ 3114 w 10000"/>
              <a:gd name="connsiteY87-10672" fmla="*/ 1455 h 9632"/>
              <a:gd name="connsiteX88-10673" fmla="*/ 3553 w 10000"/>
              <a:gd name="connsiteY88-10674" fmla="*/ 1341 h 9632"/>
              <a:gd name="connsiteX89-10675" fmla="*/ 3978 w 10000"/>
              <a:gd name="connsiteY89-10676" fmla="*/ 1341 h 9632"/>
              <a:gd name="connsiteX90-10677" fmla="*/ 4348 w 10000"/>
              <a:gd name="connsiteY90-10678" fmla="*/ 1225 h 9632"/>
              <a:gd name="connsiteX91-10679" fmla="*/ 4705 w 10000"/>
              <a:gd name="connsiteY91-10680" fmla="*/ 1109 h 9632"/>
              <a:gd name="connsiteX92-10681" fmla="*/ 5075 w 10000"/>
              <a:gd name="connsiteY92-10682" fmla="*/ 1109 h 9632"/>
              <a:gd name="connsiteX93-10683" fmla="*/ 5364 w 10000"/>
              <a:gd name="connsiteY93-10684" fmla="*/ 971 h 9632"/>
              <a:gd name="connsiteX94-10685" fmla="*/ 5720 w 10000"/>
              <a:gd name="connsiteY94-10686" fmla="*/ 971 h 9632"/>
              <a:gd name="connsiteX95-10687" fmla="*/ 5940 w 10000"/>
              <a:gd name="connsiteY95-10688" fmla="*/ 971 h 9632"/>
              <a:gd name="connsiteX96-10689" fmla="*/ 6228 w 10000"/>
              <a:gd name="connsiteY96-10690" fmla="*/ 854 h 9632"/>
              <a:gd name="connsiteX97-10691" fmla="*/ 6447 w 10000"/>
              <a:gd name="connsiteY97-10692" fmla="*/ 854 h 9632"/>
              <a:gd name="connsiteX98-10693" fmla="*/ 6804 w 10000"/>
              <a:gd name="connsiteY98-10694" fmla="*/ 741 h 9632"/>
              <a:gd name="connsiteX99-10695" fmla="*/ 7174 w 10000"/>
              <a:gd name="connsiteY99-10696" fmla="*/ 741 h 9632"/>
              <a:gd name="connsiteX100-10697" fmla="*/ 7462 w 10000"/>
              <a:gd name="connsiteY100-10698" fmla="*/ 599 h 9632"/>
              <a:gd name="connsiteX101-10699" fmla="*/ 7750 w 10000"/>
              <a:gd name="connsiteY101-10700" fmla="*/ 599 h 9632"/>
              <a:gd name="connsiteX102-10701" fmla="*/ 7901 w 10000"/>
              <a:gd name="connsiteY102-10702" fmla="*/ 487 h 9632"/>
              <a:gd name="connsiteX103-10703" fmla="*/ 8038 w 10000"/>
              <a:gd name="connsiteY103-10704" fmla="*/ 370 h 9632"/>
              <a:gd name="connsiteX104-10705" fmla="*/ 8189 w 10000"/>
              <a:gd name="connsiteY104-10706" fmla="*/ 370 h 9632"/>
              <a:gd name="connsiteX105-10707" fmla="*/ 8189 w 10000"/>
              <a:gd name="connsiteY105-10708" fmla="*/ 254 h 9632"/>
              <a:gd name="connsiteX106-10709" fmla="*/ 8189 w 10000"/>
              <a:gd name="connsiteY106-10710" fmla="*/ 254 h 9632"/>
              <a:gd name="connsiteX0-10711" fmla="*/ 8189 w 10000"/>
              <a:gd name="connsiteY0-10712" fmla="*/ 264 h 9493"/>
              <a:gd name="connsiteX1-10713" fmla="*/ 8258 w 10000"/>
              <a:gd name="connsiteY1-10714" fmla="*/ 120 h 9493"/>
              <a:gd name="connsiteX2-10715" fmla="*/ 8409 w 10000"/>
              <a:gd name="connsiteY2-10716" fmla="*/ 120 h 9493"/>
              <a:gd name="connsiteX3-10717" fmla="*/ 8477 w 10000"/>
              <a:gd name="connsiteY3-10718" fmla="*/ 0 h 9493"/>
              <a:gd name="connsiteX4-10719" fmla="*/ 8546 w 10000"/>
              <a:gd name="connsiteY4-10720" fmla="*/ 0 h 9493"/>
              <a:gd name="connsiteX5-10721" fmla="*/ 8697 w 10000"/>
              <a:gd name="connsiteY5-10722" fmla="*/ 120 h 9493"/>
              <a:gd name="connsiteX6-10723" fmla="*/ 8916 w 10000"/>
              <a:gd name="connsiteY6-10724" fmla="*/ 264 h 9493"/>
              <a:gd name="connsiteX7-10725" fmla="*/ 8985 w 10000"/>
              <a:gd name="connsiteY7-10726" fmla="*/ 384 h 9493"/>
              <a:gd name="connsiteX8-10727" fmla="*/ 9122 w 10000"/>
              <a:gd name="connsiteY8-10728" fmla="*/ 622 h 9493"/>
              <a:gd name="connsiteX9-10729" fmla="*/ 9204 w 10000"/>
              <a:gd name="connsiteY9-10730" fmla="*/ 769 h 9493"/>
              <a:gd name="connsiteX10-10731" fmla="*/ 9342 w 10000"/>
              <a:gd name="connsiteY10-10732" fmla="*/ 887 h 9493"/>
              <a:gd name="connsiteX11-10733" fmla="*/ 9492 w 10000"/>
              <a:gd name="connsiteY11-10734" fmla="*/ 1151 h 9493"/>
              <a:gd name="connsiteX12-10735" fmla="*/ 9630 w 10000"/>
              <a:gd name="connsiteY12-10736" fmla="*/ 1272 h 9493"/>
              <a:gd name="connsiteX13-10737" fmla="*/ 9712 w 10000"/>
              <a:gd name="connsiteY13-10738" fmla="*/ 1511 h 9493"/>
              <a:gd name="connsiteX14-10739" fmla="*/ 9849 w 10000"/>
              <a:gd name="connsiteY14-10740" fmla="*/ 1653 h 9493"/>
              <a:gd name="connsiteX15-10741" fmla="*/ 9918 w 10000"/>
              <a:gd name="connsiteY15-10742" fmla="*/ 1774 h 9493"/>
              <a:gd name="connsiteX16-10743" fmla="*/ 9918 w 10000"/>
              <a:gd name="connsiteY16-10744" fmla="*/ 1894 h 9493"/>
              <a:gd name="connsiteX17-10745" fmla="*/ 10000 w 10000"/>
              <a:gd name="connsiteY17-10746" fmla="*/ 1894 h 9493"/>
              <a:gd name="connsiteX18-10747" fmla="*/ 10000 w 10000"/>
              <a:gd name="connsiteY18-10748" fmla="*/ 2040 h 9493"/>
              <a:gd name="connsiteX19-10749" fmla="*/ 10000 w 10000"/>
              <a:gd name="connsiteY19-10750" fmla="*/ 2158 h 9493"/>
              <a:gd name="connsiteX20-10751" fmla="*/ 9918 w 10000"/>
              <a:gd name="connsiteY20-10752" fmla="*/ 2278 h 9493"/>
              <a:gd name="connsiteX21-10753" fmla="*/ 9849 w 10000"/>
              <a:gd name="connsiteY21-10754" fmla="*/ 2278 h 9493"/>
              <a:gd name="connsiteX22-10755" fmla="*/ 9781 w 10000"/>
              <a:gd name="connsiteY22-10756" fmla="*/ 2397 h 9493"/>
              <a:gd name="connsiteX23-10757" fmla="*/ 9712 w 10000"/>
              <a:gd name="connsiteY23-10758" fmla="*/ 2397 h 9493"/>
              <a:gd name="connsiteX24-10759" fmla="*/ 9712 w 10000"/>
              <a:gd name="connsiteY24-10760" fmla="*/ 2542 h 9493"/>
              <a:gd name="connsiteX25-10761" fmla="*/ 9630 w 10000"/>
              <a:gd name="connsiteY25-10762" fmla="*/ 2661 h 9493"/>
              <a:gd name="connsiteX26-10763" fmla="*/ 9561 w 10000"/>
              <a:gd name="connsiteY26-10764" fmla="*/ 2926 h 9493"/>
              <a:gd name="connsiteX27-10765" fmla="*/ 9561 w 10000"/>
              <a:gd name="connsiteY27-10766" fmla="*/ 3163 h 9493"/>
              <a:gd name="connsiteX28-10767" fmla="*/ 9492 w 10000"/>
              <a:gd name="connsiteY28-10768" fmla="*/ 3429 h 9493"/>
              <a:gd name="connsiteX29-10769" fmla="*/ 9492 w 10000"/>
              <a:gd name="connsiteY29-10770" fmla="*/ 3813 h 9493"/>
              <a:gd name="connsiteX30-10771" fmla="*/ 9492 w 10000"/>
              <a:gd name="connsiteY30-10772" fmla="*/ 4051 h 9493"/>
              <a:gd name="connsiteX31-10773" fmla="*/ 9410 w 10000"/>
              <a:gd name="connsiteY31-10774" fmla="*/ 4437 h 9493"/>
              <a:gd name="connsiteX32-10775" fmla="*/ 9410 w 10000"/>
              <a:gd name="connsiteY32-10776" fmla="*/ 4938 h 9493"/>
              <a:gd name="connsiteX33-10777" fmla="*/ 9342 w 10000"/>
              <a:gd name="connsiteY33-10778" fmla="*/ 5324 h 9493"/>
              <a:gd name="connsiteX34-10779" fmla="*/ 9273 w 10000"/>
              <a:gd name="connsiteY34-10780" fmla="*/ 5826 h 9493"/>
              <a:gd name="connsiteX35-10781" fmla="*/ 9204 w 10000"/>
              <a:gd name="connsiteY35-10782" fmla="*/ 6330 h 9493"/>
              <a:gd name="connsiteX36-10783" fmla="*/ 9122 w 10000"/>
              <a:gd name="connsiteY36-10784" fmla="*/ 6833 h 9493"/>
              <a:gd name="connsiteX37-10785" fmla="*/ 8985 w 10000"/>
              <a:gd name="connsiteY37-10786" fmla="*/ 7985 h 9493"/>
              <a:gd name="connsiteX38-10787" fmla="*/ 8916 w 10000"/>
              <a:gd name="connsiteY38-10788" fmla="*/ 8489 h 9493"/>
              <a:gd name="connsiteX39-10789" fmla="*/ 8834 w 10000"/>
              <a:gd name="connsiteY39-10790" fmla="*/ 8991 h 9493"/>
              <a:gd name="connsiteX40-10791" fmla="*/ 8765 w 10000"/>
              <a:gd name="connsiteY40-10792" fmla="*/ 9493 h 9493"/>
              <a:gd name="connsiteX41-10793" fmla="*/ 8107 w 10000"/>
              <a:gd name="connsiteY41-10794" fmla="*/ 8225 h 9493"/>
              <a:gd name="connsiteX42-10795" fmla="*/ 8189 w 10000"/>
              <a:gd name="connsiteY42-10796" fmla="*/ 7843 h 9493"/>
              <a:gd name="connsiteX43-10797" fmla="*/ 8189 w 10000"/>
              <a:gd name="connsiteY43-10798" fmla="*/ 7339 h 9493"/>
              <a:gd name="connsiteX44-10799" fmla="*/ 8326 w 10000"/>
              <a:gd name="connsiteY44-10800" fmla="*/ 6451 h 9493"/>
              <a:gd name="connsiteX45-10801" fmla="*/ 8409 w 10000"/>
              <a:gd name="connsiteY45-10802" fmla="*/ 5442 h 9493"/>
              <a:gd name="connsiteX46-10803" fmla="*/ 8409 w 10000"/>
              <a:gd name="connsiteY46-10804" fmla="*/ 4556 h 9493"/>
              <a:gd name="connsiteX47-10805" fmla="*/ 8477 w 10000"/>
              <a:gd name="connsiteY47-10806" fmla="*/ 3668 h 9493"/>
              <a:gd name="connsiteX48-10807" fmla="*/ 8477 w 10000"/>
              <a:gd name="connsiteY48-10808" fmla="*/ 3284 h 9493"/>
              <a:gd name="connsiteX49-10809" fmla="*/ 8477 w 10000"/>
              <a:gd name="connsiteY49-10810" fmla="*/ 2926 h 9493"/>
              <a:gd name="connsiteX50-10811" fmla="*/ 8477 w 10000"/>
              <a:gd name="connsiteY50-10812" fmla="*/ 2661 h 9493"/>
              <a:gd name="connsiteX51-10813" fmla="*/ 8477 w 10000"/>
              <a:gd name="connsiteY51-10814" fmla="*/ 2397 h 9493"/>
              <a:gd name="connsiteX52-10815" fmla="*/ 8477 w 10000"/>
              <a:gd name="connsiteY52-10816" fmla="*/ 2158 h 9493"/>
              <a:gd name="connsiteX53-10817" fmla="*/ 8477 w 10000"/>
              <a:gd name="connsiteY53-10818" fmla="*/ 2040 h 9493"/>
              <a:gd name="connsiteX54-10819" fmla="*/ 8409 w 10000"/>
              <a:gd name="connsiteY54-10820" fmla="*/ 1894 h 9493"/>
              <a:gd name="connsiteX55-10821" fmla="*/ 8409 w 10000"/>
              <a:gd name="connsiteY55-10822" fmla="*/ 1774 h 9493"/>
              <a:gd name="connsiteX56-10823" fmla="*/ 8409 w 10000"/>
              <a:gd name="connsiteY56-10824" fmla="*/ 1653 h 9493"/>
              <a:gd name="connsiteX57-10825" fmla="*/ 8326 w 10000"/>
              <a:gd name="connsiteY57-10826" fmla="*/ 1653 h 9493"/>
              <a:gd name="connsiteX58-10827" fmla="*/ 8258 w 10000"/>
              <a:gd name="connsiteY58-10828" fmla="*/ 1511 h 9493"/>
              <a:gd name="connsiteX59-10829" fmla="*/ 8258 w 10000"/>
              <a:gd name="connsiteY59-10830" fmla="*/ 1511 h 9493"/>
              <a:gd name="connsiteX60-10831" fmla="*/ 8107 w 10000"/>
              <a:gd name="connsiteY60-10832" fmla="*/ 1511 h 9493"/>
              <a:gd name="connsiteX61-10833" fmla="*/ 8038 w 10000"/>
              <a:gd name="connsiteY61-10834" fmla="*/ 1511 h 9493"/>
              <a:gd name="connsiteX62-10835" fmla="*/ 7970 w 10000"/>
              <a:gd name="connsiteY62-10836" fmla="*/ 1511 h 9493"/>
              <a:gd name="connsiteX63-10837" fmla="*/ 7819 w 10000"/>
              <a:gd name="connsiteY63-10838" fmla="*/ 1511 h 9493"/>
              <a:gd name="connsiteX64-10839" fmla="*/ 7682 w 10000"/>
              <a:gd name="connsiteY64-10840" fmla="*/ 1511 h 9493"/>
              <a:gd name="connsiteX65-10841" fmla="*/ 7462 w 10000"/>
              <a:gd name="connsiteY65-10842" fmla="*/ 1511 h 9493"/>
              <a:gd name="connsiteX66-10843" fmla="*/ 7311 w 10000"/>
              <a:gd name="connsiteY66-10844" fmla="*/ 1511 h 9493"/>
              <a:gd name="connsiteX67-10845" fmla="*/ 7092 w 10000"/>
              <a:gd name="connsiteY67-10846" fmla="*/ 1511 h 9493"/>
              <a:gd name="connsiteX68-10847" fmla="*/ 6804 w 10000"/>
              <a:gd name="connsiteY68-10848" fmla="*/ 1511 h 9493"/>
              <a:gd name="connsiteX69-10849" fmla="*/ 6516 w 10000"/>
              <a:gd name="connsiteY69-10850" fmla="*/ 1653 h 9493"/>
              <a:gd name="connsiteX70-10851" fmla="*/ 6228 w 10000"/>
              <a:gd name="connsiteY70-10852" fmla="*/ 1653 h 9493"/>
              <a:gd name="connsiteX71-10853" fmla="*/ 5871 w 10000"/>
              <a:gd name="connsiteY71-10854" fmla="*/ 1774 h 9493"/>
              <a:gd name="connsiteX72-10855" fmla="*/ 5144 w 10000"/>
              <a:gd name="connsiteY72-10856" fmla="*/ 1894 h 9493"/>
              <a:gd name="connsiteX73-10857" fmla="*/ 4417 w 10000"/>
              <a:gd name="connsiteY73-10858" fmla="*/ 2158 h 9493"/>
              <a:gd name="connsiteX74-10859" fmla="*/ 3690 w 10000"/>
              <a:gd name="connsiteY74-10860" fmla="*/ 2278 h 9493"/>
              <a:gd name="connsiteX75-10861" fmla="*/ 2963 w 10000"/>
              <a:gd name="connsiteY75-10862" fmla="*/ 2397 h 9493"/>
              <a:gd name="connsiteX76-10863" fmla="*/ 2167 w 10000"/>
              <a:gd name="connsiteY76-10864" fmla="*/ 2542 h 9493"/>
              <a:gd name="connsiteX77-10865" fmla="*/ 1454 w 10000"/>
              <a:gd name="connsiteY77-10866" fmla="*/ 2661 h 9493"/>
              <a:gd name="connsiteX78-10867" fmla="*/ 727 w 10000"/>
              <a:gd name="connsiteY78-10868" fmla="*/ 2780 h 9493"/>
              <a:gd name="connsiteX79-10869" fmla="*/ 0 w 10000"/>
              <a:gd name="connsiteY79-10870" fmla="*/ 2926 h 9493"/>
              <a:gd name="connsiteX80-10871" fmla="*/ 0 w 10000"/>
              <a:gd name="connsiteY80-10872" fmla="*/ 2158 h 9493"/>
              <a:gd name="connsiteX81-10873" fmla="*/ 576 w 10000"/>
              <a:gd name="connsiteY81-10874" fmla="*/ 2040 h 9493"/>
              <a:gd name="connsiteX82-10875" fmla="*/ 1152 w 10000"/>
              <a:gd name="connsiteY82-10876" fmla="*/ 1894 h 9493"/>
              <a:gd name="connsiteX83-10877" fmla="*/ 1660 w 10000"/>
              <a:gd name="connsiteY83-10878" fmla="*/ 1774 h 9493"/>
              <a:gd name="connsiteX84-10879" fmla="*/ 2167 w 10000"/>
              <a:gd name="connsiteY84-10880" fmla="*/ 1653 h 9493"/>
              <a:gd name="connsiteX85-10881" fmla="*/ 2675 w 10000"/>
              <a:gd name="connsiteY85-10882" fmla="*/ 1653 h 9493"/>
              <a:gd name="connsiteX86-10883" fmla="*/ 3114 w 10000"/>
              <a:gd name="connsiteY86-10884" fmla="*/ 1511 h 9493"/>
              <a:gd name="connsiteX87-10885" fmla="*/ 3553 w 10000"/>
              <a:gd name="connsiteY87-10886" fmla="*/ 1392 h 9493"/>
              <a:gd name="connsiteX88-10887" fmla="*/ 3978 w 10000"/>
              <a:gd name="connsiteY88-10888" fmla="*/ 1392 h 9493"/>
              <a:gd name="connsiteX89-10889" fmla="*/ 4348 w 10000"/>
              <a:gd name="connsiteY89-10890" fmla="*/ 1272 h 9493"/>
              <a:gd name="connsiteX90-10891" fmla="*/ 4705 w 10000"/>
              <a:gd name="connsiteY90-10892" fmla="*/ 1151 h 9493"/>
              <a:gd name="connsiteX91-10893" fmla="*/ 5075 w 10000"/>
              <a:gd name="connsiteY91-10894" fmla="*/ 1151 h 9493"/>
              <a:gd name="connsiteX92-10895" fmla="*/ 5364 w 10000"/>
              <a:gd name="connsiteY92-10896" fmla="*/ 1008 h 9493"/>
              <a:gd name="connsiteX93-10897" fmla="*/ 5720 w 10000"/>
              <a:gd name="connsiteY93-10898" fmla="*/ 1008 h 9493"/>
              <a:gd name="connsiteX94-10899" fmla="*/ 5940 w 10000"/>
              <a:gd name="connsiteY94-10900" fmla="*/ 1008 h 9493"/>
              <a:gd name="connsiteX95-10901" fmla="*/ 6228 w 10000"/>
              <a:gd name="connsiteY95-10902" fmla="*/ 887 h 9493"/>
              <a:gd name="connsiteX96-10903" fmla="*/ 6447 w 10000"/>
              <a:gd name="connsiteY96-10904" fmla="*/ 887 h 9493"/>
              <a:gd name="connsiteX97-10905" fmla="*/ 6804 w 10000"/>
              <a:gd name="connsiteY97-10906" fmla="*/ 769 h 9493"/>
              <a:gd name="connsiteX98-10907" fmla="*/ 7174 w 10000"/>
              <a:gd name="connsiteY98-10908" fmla="*/ 769 h 9493"/>
              <a:gd name="connsiteX99-10909" fmla="*/ 7462 w 10000"/>
              <a:gd name="connsiteY99-10910" fmla="*/ 622 h 9493"/>
              <a:gd name="connsiteX100-10911" fmla="*/ 7750 w 10000"/>
              <a:gd name="connsiteY100-10912" fmla="*/ 622 h 9493"/>
              <a:gd name="connsiteX101-10913" fmla="*/ 7901 w 10000"/>
              <a:gd name="connsiteY101-10914" fmla="*/ 506 h 9493"/>
              <a:gd name="connsiteX102-10915" fmla="*/ 8038 w 10000"/>
              <a:gd name="connsiteY102-10916" fmla="*/ 384 h 9493"/>
              <a:gd name="connsiteX103-10917" fmla="*/ 8189 w 10000"/>
              <a:gd name="connsiteY103-10918" fmla="*/ 384 h 9493"/>
              <a:gd name="connsiteX104-10919" fmla="*/ 8189 w 10000"/>
              <a:gd name="connsiteY104-10920" fmla="*/ 264 h 9493"/>
              <a:gd name="connsiteX105-10921" fmla="*/ 8189 w 10000"/>
              <a:gd name="connsiteY105-10922" fmla="*/ 264 h 9493"/>
              <a:gd name="connsiteX0-10923" fmla="*/ 8189 w 10000"/>
              <a:gd name="connsiteY0-10924" fmla="*/ 278 h 9471"/>
              <a:gd name="connsiteX1-10925" fmla="*/ 8258 w 10000"/>
              <a:gd name="connsiteY1-10926" fmla="*/ 126 h 9471"/>
              <a:gd name="connsiteX2-10927" fmla="*/ 8409 w 10000"/>
              <a:gd name="connsiteY2-10928" fmla="*/ 126 h 9471"/>
              <a:gd name="connsiteX3-10929" fmla="*/ 8477 w 10000"/>
              <a:gd name="connsiteY3-10930" fmla="*/ 0 h 9471"/>
              <a:gd name="connsiteX4-10931" fmla="*/ 8546 w 10000"/>
              <a:gd name="connsiteY4-10932" fmla="*/ 0 h 9471"/>
              <a:gd name="connsiteX5-10933" fmla="*/ 8697 w 10000"/>
              <a:gd name="connsiteY5-10934" fmla="*/ 126 h 9471"/>
              <a:gd name="connsiteX6-10935" fmla="*/ 8916 w 10000"/>
              <a:gd name="connsiteY6-10936" fmla="*/ 278 h 9471"/>
              <a:gd name="connsiteX7-10937" fmla="*/ 8985 w 10000"/>
              <a:gd name="connsiteY7-10938" fmla="*/ 405 h 9471"/>
              <a:gd name="connsiteX8-10939" fmla="*/ 9122 w 10000"/>
              <a:gd name="connsiteY8-10940" fmla="*/ 655 h 9471"/>
              <a:gd name="connsiteX9-10941" fmla="*/ 9204 w 10000"/>
              <a:gd name="connsiteY9-10942" fmla="*/ 810 h 9471"/>
              <a:gd name="connsiteX10-10943" fmla="*/ 9342 w 10000"/>
              <a:gd name="connsiteY10-10944" fmla="*/ 934 h 9471"/>
              <a:gd name="connsiteX11-10945" fmla="*/ 9492 w 10000"/>
              <a:gd name="connsiteY11-10946" fmla="*/ 1212 h 9471"/>
              <a:gd name="connsiteX12-10947" fmla="*/ 9630 w 10000"/>
              <a:gd name="connsiteY12-10948" fmla="*/ 1340 h 9471"/>
              <a:gd name="connsiteX13-10949" fmla="*/ 9712 w 10000"/>
              <a:gd name="connsiteY13-10950" fmla="*/ 1592 h 9471"/>
              <a:gd name="connsiteX14-10951" fmla="*/ 9849 w 10000"/>
              <a:gd name="connsiteY14-10952" fmla="*/ 1741 h 9471"/>
              <a:gd name="connsiteX15-10953" fmla="*/ 9918 w 10000"/>
              <a:gd name="connsiteY15-10954" fmla="*/ 1869 h 9471"/>
              <a:gd name="connsiteX16-10955" fmla="*/ 9918 w 10000"/>
              <a:gd name="connsiteY16-10956" fmla="*/ 1995 h 9471"/>
              <a:gd name="connsiteX17-10957" fmla="*/ 10000 w 10000"/>
              <a:gd name="connsiteY17-10958" fmla="*/ 1995 h 9471"/>
              <a:gd name="connsiteX18-10959" fmla="*/ 10000 w 10000"/>
              <a:gd name="connsiteY18-10960" fmla="*/ 2149 h 9471"/>
              <a:gd name="connsiteX19-10961" fmla="*/ 10000 w 10000"/>
              <a:gd name="connsiteY19-10962" fmla="*/ 2273 h 9471"/>
              <a:gd name="connsiteX20-10963" fmla="*/ 9918 w 10000"/>
              <a:gd name="connsiteY20-10964" fmla="*/ 2400 h 9471"/>
              <a:gd name="connsiteX21-10965" fmla="*/ 9849 w 10000"/>
              <a:gd name="connsiteY21-10966" fmla="*/ 2400 h 9471"/>
              <a:gd name="connsiteX22-10967" fmla="*/ 9781 w 10000"/>
              <a:gd name="connsiteY22-10968" fmla="*/ 2525 h 9471"/>
              <a:gd name="connsiteX23-10969" fmla="*/ 9712 w 10000"/>
              <a:gd name="connsiteY23-10970" fmla="*/ 2525 h 9471"/>
              <a:gd name="connsiteX24-10971" fmla="*/ 9712 w 10000"/>
              <a:gd name="connsiteY24-10972" fmla="*/ 2678 h 9471"/>
              <a:gd name="connsiteX25-10973" fmla="*/ 9630 w 10000"/>
              <a:gd name="connsiteY25-10974" fmla="*/ 2803 h 9471"/>
              <a:gd name="connsiteX26-10975" fmla="*/ 9561 w 10000"/>
              <a:gd name="connsiteY26-10976" fmla="*/ 3082 h 9471"/>
              <a:gd name="connsiteX27-10977" fmla="*/ 9561 w 10000"/>
              <a:gd name="connsiteY27-10978" fmla="*/ 3332 h 9471"/>
              <a:gd name="connsiteX28-10979" fmla="*/ 9492 w 10000"/>
              <a:gd name="connsiteY28-10980" fmla="*/ 3612 h 9471"/>
              <a:gd name="connsiteX29-10981" fmla="*/ 9492 w 10000"/>
              <a:gd name="connsiteY29-10982" fmla="*/ 4017 h 9471"/>
              <a:gd name="connsiteX30-10983" fmla="*/ 9492 w 10000"/>
              <a:gd name="connsiteY30-10984" fmla="*/ 4267 h 9471"/>
              <a:gd name="connsiteX31-10985" fmla="*/ 9410 w 10000"/>
              <a:gd name="connsiteY31-10986" fmla="*/ 4674 h 9471"/>
              <a:gd name="connsiteX32-10987" fmla="*/ 9410 w 10000"/>
              <a:gd name="connsiteY32-10988" fmla="*/ 5202 h 9471"/>
              <a:gd name="connsiteX33-10989" fmla="*/ 9342 w 10000"/>
              <a:gd name="connsiteY33-10990" fmla="*/ 5608 h 9471"/>
              <a:gd name="connsiteX34-10991" fmla="*/ 9273 w 10000"/>
              <a:gd name="connsiteY34-10992" fmla="*/ 6137 h 9471"/>
              <a:gd name="connsiteX35-10993" fmla="*/ 9204 w 10000"/>
              <a:gd name="connsiteY35-10994" fmla="*/ 6668 h 9471"/>
              <a:gd name="connsiteX36-10995" fmla="*/ 9122 w 10000"/>
              <a:gd name="connsiteY36-10996" fmla="*/ 7198 h 9471"/>
              <a:gd name="connsiteX37-10997" fmla="*/ 8985 w 10000"/>
              <a:gd name="connsiteY37-10998" fmla="*/ 8411 h 9471"/>
              <a:gd name="connsiteX38-10999" fmla="*/ 8916 w 10000"/>
              <a:gd name="connsiteY38-11000" fmla="*/ 8942 h 9471"/>
              <a:gd name="connsiteX39-11001" fmla="*/ 8834 w 10000"/>
              <a:gd name="connsiteY39-11002" fmla="*/ 9471 h 9471"/>
              <a:gd name="connsiteX40-11003" fmla="*/ 8107 w 10000"/>
              <a:gd name="connsiteY40-11004" fmla="*/ 8664 h 9471"/>
              <a:gd name="connsiteX41-11005" fmla="*/ 8189 w 10000"/>
              <a:gd name="connsiteY41-11006" fmla="*/ 8262 h 9471"/>
              <a:gd name="connsiteX42-11007" fmla="*/ 8189 w 10000"/>
              <a:gd name="connsiteY42-11008" fmla="*/ 7731 h 9471"/>
              <a:gd name="connsiteX43-11009" fmla="*/ 8326 w 10000"/>
              <a:gd name="connsiteY43-11010" fmla="*/ 6796 h 9471"/>
              <a:gd name="connsiteX44-11011" fmla="*/ 8409 w 10000"/>
              <a:gd name="connsiteY44-11012" fmla="*/ 5733 h 9471"/>
              <a:gd name="connsiteX45-11013" fmla="*/ 8409 w 10000"/>
              <a:gd name="connsiteY45-11014" fmla="*/ 4799 h 9471"/>
              <a:gd name="connsiteX46-11015" fmla="*/ 8477 w 10000"/>
              <a:gd name="connsiteY46-11016" fmla="*/ 3864 h 9471"/>
              <a:gd name="connsiteX47-11017" fmla="*/ 8477 w 10000"/>
              <a:gd name="connsiteY47-11018" fmla="*/ 3459 h 9471"/>
              <a:gd name="connsiteX48-11019" fmla="*/ 8477 w 10000"/>
              <a:gd name="connsiteY48-11020" fmla="*/ 3082 h 9471"/>
              <a:gd name="connsiteX49-11021" fmla="*/ 8477 w 10000"/>
              <a:gd name="connsiteY49-11022" fmla="*/ 2803 h 9471"/>
              <a:gd name="connsiteX50-11023" fmla="*/ 8477 w 10000"/>
              <a:gd name="connsiteY50-11024" fmla="*/ 2525 h 9471"/>
              <a:gd name="connsiteX51-11025" fmla="*/ 8477 w 10000"/>
              <a:gd name="connsiteY51-11026" fmla="*/ 2273 h 9471"/>
              <a:gd name="connsiteX52-11027" fmla="*/ 8477 w 10000"/>
              <a:gd name="connsiteY52-11028" fmla="*/ 2149 h 9471"/>
              <a:gd name="connsiteX53-11029" fmla="*/ 8409 w 10000"/>
              <a:gd name="connsiteY53-11030" fmla="*/ 1995 h 9471"/>
              <a:gd name="connsiteX54-11031" fmla="*/ 8409 w 10000"/>
              <a:gd name="connsiteY54-11032" fmla="*/ 1869 h 9471"/>
              <a:gd name="connsiteX55-11033" fmla="*/ 8409 w 10000"/>
              <a:gd name="connsiteY55-11034" fmla="*/ 1741 h 9471"/>
              <a:gd name="connsiteX56-11035" fmla="*/ 8326 w 10000"/>
              <a:gd name="connsiteY56-11036" fmla="*/ 1741 h 9471"/>
              <a:gd name="connsiteX57-11037" fmla="*/ 8258 w 10000"/>
              <a:gd name="connsiteY57-11038" fmla="*/ 1592 h 9471"/>
              <a:gd name="connsiteX58-11039" fmla="*/ 8258 w 10000"/>
              <a:gd name="connsiteY58-11040" fmla="*/ 1592 h 9471"/>
              <a:gd name="connsiteX59-11041" fmla="*/ 8107 w 10000"/>
              <a:gd name="connsiteY59-11042" fmla="*/ 1592 h 9471"/>
              <a:gd name="connsiteX60-11043" fmla="*/ 8038 w 10000"/>
              <a:gd name="connsiteY60-11044" fmla="*/ 1592 h 9471"/>
              <a:gd name="connsiteX61-11045" fmla="*/ 7970 w 10000"/>
              <a:gd name="connsiteY61-11046" fmla="*/ 1592 h 9471"/>
              <a:gd name="connsiteX62-11047" fmla="*/ 7819 w 10000"/>
              <a:gd name="connsiteY62-11048" fmla="*/ 1592 h 9471"/>
              <a:gd name="connsiteX63-11049" fmla="*/ 7682 w 10000"/>
              <a:gd name="connsiteY63-11050" fmla="*/ 1592 h 9471"/>
              <a:gd name="connsiteX64-11051" fmla="*/ 7462 w 10000"/>
              <a:gd name="connsiteY64-11052" fmla="*/ 1592 h 9471"/>
              <a:gd name="connsiteX65-11053" fmla="*/ 7311 w 10000"/>
              <a:gd name="connsiteY65-11054" fmla="*/ 1592 h 9471"/>
              <a:gd name="connsiteX66-11055" fmla="*/ 7092 w 10000"/>
              <a:gd name="connsiteY66-11056" fmla="*/ 1592 h 9471"/>
              <a:gd name="connsiteX67-11057" fmla="*/ 6804 w 10000"/>
              <a:gd name="connsiteY67-11058" fmla="*/ 1592 h 9471"/>
              <a:gd name="connsiteX68-11059" fmla="*/ 6516 w 10000"/>
              <a:gd name="connsiteY68-11060" fmla="*/ 1741 h 9471"/>
              <a:gd name="connsiteX69-11061" fmla="*/ 6228 w 10000"/>
              <a:gd name="connsiteY69-11062" fmla="*/ 1741 h 9471"/>
              <a:gd name="connsiteX70-11063" fmla="*/ 5871 w 10000"/>
              <a:gd name="connsiteY70-11064" fmla="*/ 1869 h 9471"/>
              <a:gd name="connsiteX71-11065" fmla="*/ 5144 w 10000"/>
              <a:gd name="connsiteY71-11066" fmla="*/ 1995 h 9471"/>
              <a:gd name="connsiteX72-11067" fmla="*/ 4417 w 10000"/>
              <a:gd name="connsiteY72-11068" fmla="*/ 2273 h 9471"/>
              <a:gd name="connsiteX73-11069" fmla="*/ 3690 w 10000"/>
              <a:gd name="connsiteY73-11070" fmla="*/ 2400 h 9471"/>
              <a:gd name="connsiteX74-11071" fmla="*/ 2963 w 10000"/>
              <a:gd name="connsiteY74-11072" fmla="*/ 2525 h 9471"/>
              <a:gd name="connsiteX75-11073" fmla="*/ 2167 w 10000"/>
              <a:gd name="connsiteY75-11074" fmla="*/ 2678 h 9471"/>
              <a:gd name="connsiteX76-11075" fmla="*/ 1454 w 10000"/>
              <a:gd name="connsiteY76-11076" fmla="*/ 2803 h 9471"/>
              <a:gd name="connsiteX77-11077" fmla="*/ 727 w 10000"/>
              <a:gd name="connsiteY77-11078" fmla="*/ 2928 h 9471"/>
              <a:gd name="connsiteX78-11079" fmla="*/ 0 w 10000"/>
              <a:gd name="connsiteY78-11080" fmla="*/ 3082 h 9471"/>
              <a:gd name="connsiteX79-11081" fmla="*/ 0 w 10000"/>
              <a:gd name="connsiteY79-11082" fmla="*/ 2273 h 9471"/>
              <a:gd name="connsiteX80-11083" fmla="*/ 576 w 10000"/>
              <a:gd name="connsiteY80-11084" fmla="*/ 2149 h 9471"/>
              <a:gd name="connsiteX81-11085" fmla="*/ 1152 w 10000"/>
              <a:gd name="connsiteY81-11086" fmla="*/ 1995 h 9471"/>
              <a:gd name="connsiteX82-11087" fmla="*/ 1660 w 10000"/>
              <a:gd name="connsiteY82-11088" fmla="*/ 1869 h 9471"/>
              <a:gd name="connsiteX83-11089" fmla="*/ 2167 w 10000"/>
              <a:gd name="connsiteY83-11090" fmla="*/ 1741 h 9471"/>
              <a:gd name="connsiteX84-11091" fmla="*/ 2675 w 10000"/>
              <a:gd name="connsiteY84-11092" fmla="*/ 1741 h 9471"/>
              <a:gd name="connsiteX85-11093" fmla="*/ 3114 w 10000"/>
              <a:gd name="connsiteY85-11094" fmla="*/ 1592 h 9471"/>
              <a:gd name="connsiteX86-11095" fmla="*/ 3553 w 10000"/>
              <a:gd name="connsiteY86-11096" fmla="*/ 1466 h 9471"/>
              <a:gd name="connsiteX87-11097" fmla="*/ 3978 w 10000"/>
              <a:gd name="connsiteY87-11098" fmla="*/ 1466 h 9471"/>
              <a:gd name="connsiteX88-11099" fmla="*/ 4348 w 10000"/>
              <a:gd name="connsiteY88-11100" fmla="*/ 1340 h 9471"/>
              <a:gd name="connsiteX89-11101" fmla="*/ 4705 w 10000"/>
              <a:gd name="connsiteY89-11102" fmla="*/ 1212 h 9471"/>
              <a:gd name="connsiteX90-11103" fmla="*/ 5075 w 10000"/>
              <a:gd name="connsiteY90-11104" fmla="*/ 1212 h 9471"/>
              <a:gd name="connsiteX91-11105" fmla="*/ 5364 w 10000"/>
              <a:gd name="connsiteY91-11106" fmla="*/ 1062 h 9471"/>
              <a:gd name="connsiteX92-11107" fmla="*/ 5720 w 10000"/>
              <a:gd name="connsiteY92-11108" fmla="*/ 1062 h 9471"/>
              <a:gd name="connsiteX93-11109" fmla="*/ 5940 w 10000"/>
              <a:gd name="connsiteY93-11110" fmla="*/ 1062 h 9471"/>
              <a:gd name="connsiteX94-11111" fmla="*/ 6228 w 10000"/>
              <a:gd name="connsiteY94-11112" fmla="*/ 934 h 9471"/>
              <a:gd name="connsiteX95-11113" fmla="*/ 6447 w 10000"/>
              <a:gd name="connsiteY95-11114" fmla="*/ 934 h 9471"/>
              <a:gd name="connsiteX96-11115" fmla="*/ 6804 w 10000"/>
              <a:gd name="connsiteY96-11116" fmla="*/ 810 h 9471"/>
              <a:gd name="connsiteX97-11117" fmla="*/ 7174 w 10000"/>
              <a:gd name="connsiteY97-11118" fmla="*/ 810 h 9471"/>
              <a:gd name="connsiteX98-11119" fmla="*/ 7462 w 10000"/>
              <a:gd name="connsiteY98-11120" fmla="*/ 655 h 9471"/>
              <a:gd name="connsiteX99-11121" fmla="*/ 7750 w 10000"/>
              <a:gd name="connsiteY99-11122" fmla="*/ 655 h 9471"/>
              <a:gd name="connsiteX100-11123" fmla="*/ 7901 w 10000"/>
              <a:gd name="connsiteY100-11124" fmla="*/ 533 h 9471"/>
              <a:gd name="connsiteX101-11125" fmla="*/ 8038 w 10000"/>
              <a:gd name="connsiteY101-11126" fmla="*/ 405 h 9471"/>
              <a:gd name="connsiteX102-11127" fmla="*/ 8189 w 10000"/>
              <a:gd name="connsiteY102-11128" fmla="*/ 405 h 9471"/>
              <a:gd name="connsiteX103-11129" fmla="*/ 8189 w 10000"/>
              <a:gd name="connsiteY103-11130" fmla="*/ 278 h 9471"/>
              <a:gd name="connsiteX104-11131" fmla="*/ 8189 w 10000"/>
              <a:gd name="connsiteY104-11132" fmla="*/ 278 h 9471"/>
              <a:gd name="connsiteX0-11133" fmla="*/ 8189 w 10000"/>
              <a:gd name="connsiteY0-11134" fmla="*/ 294 h 9486"/>
              <a:gd name="connsiteX1-11135" fmla="*/ 8258 w 10000"/>
              <a:gd name="connsiteY1-11136" fmla="*/ 133 h 9486"/>
              <a:gd name="connsiteX2-11137" fmla="*/ 8409 w 10000"/>
              <a:gd name="connsiteY2-11138" fmla="*/ 133 h 9486"/>
              <a:gd name="connsiteX3-11139" fmla="*/ 8477 w 10000"/>
              <a:gd name="connsiteY3-11140" fmla="*/ 0 h 9486"/>
              <a:gd name="connsiteX4-11141" fmla="*/ 8546 w 10000"/>
              <a:gd name="connsiteY4-11142" fmla="*/ 0 h 9486"/>
              <a:gd name="connsiteX5-11143" fmla="*/ 8697 w 10000"/>
              <a:gd name="connsiteY5-11144" fmla="*/ 133 h 9486"/>
              <a:gd name="connsiteX6-11145" fmla="*/ 8916 w 10000"/>
              <a:gd name="connsiteY6-11146" fmla="*/ 294 h 9486"/>
              <a:gd name="connsiteX7-11147" fmla="*/ 8985 w 10000"/>
              <a:gd name="connsiteY7-11148" fmla="*/ 428 h 9486"/>
              <a:gd name="connsiteX8-11149" fmla="*/ 9122 w 10000"/>
              <a:gd name="connsiteY8-11150" fmla="*/ 692 h 9486"/>
              <a:gd name="connsiteX9-11151" fmla="*/ 9204 w 10000"/>
              <a:gd name="connsiteY9-11152" fmla="*/ 855 h 9486"/>
              <a:gd name="connsiteX10-11153" fmla="*/ 9342 w 10000"/>
              <a:gd name="connsiteY10-11154" fmla="*/ 986 h 9486"/>
              <a:gd name="connsiteX11-11155" fmla="*/ 9492 w 10000"/>
              <a:gd name="connsiteY11-11156" fmla="*/ 1280 h 9486"/>
              <a:gd name="connsiteX12-11157" fmla="*/ 9630 w 10000"/>
              <a:gd name="connsiteY12-11158" fmla="*/ 1415 h 9486"/>
              <a:gd name="connsiteX13-11159" fmla="*/ 9712 w 10000"/>
              <a:gd name="connsiteY13-11160" fmla="*/ 1681 h 9486"/>
              <a:gd name="connsiteX14-11161" fmla="*/ 9849 w 10000"/>
              <a:gd name="connsiteY14-11162" fmla="*/ 1838 h 9486"/>
              <a:gd name="connsiteX15-11163" fmla="*/ 9918 w 10000"/>
              <a:gd name="connsiteY15-11164" fmla="*/ 1973 h 9486"/>
              <a:gd name="connsiteX16-11165" fmla="*/ 9918 w 10000"/>
              <a:gd name="connsiteY16-11166" fmla="*/ 2106 h 9486"/>
              <a:gd name="connsiteX17-11167" fmla="*/ 10000 w 10000"/>
              <a:gd name="connsiteY17-11168" fmla="*/ 2106 h 9486"/>
              <a:gd name="connsiteX18-11169" fmla="*/ 10000 w 10000"/>
              <a:gd name="connsiteY18-11170" fmla="*/ 2269 h 9486"/>
              <a:gd name="connsiteX19-11171" fmla="*/ 10000 w 10000"/>
              <a:gd name="connsiteY19-11172" fmla="*/ 2400 h 9486"/>
              <a:gd name="connsiteX20-11173" fmla="*/ 9918 w 10000"/>
              <a:gd name="connsiteY20-11174" fmla="*/ 2534 h 9486"/>
              <a:gd name="connsiteX21-11175" fmla="*/ 9849 w 10000"/>
              <a:gd name="connsiteY21-11176" fmla="*/ 2534 h 9486"/>
              <a:gd name="connsiteX22-11177" fmla="*/ 9781 w 10000"/>
              <a:gd name="connsiteY22-11178" fmla="*/ 2666 h 9486"/>
              <a:gd name="connsiteX23-11179" fmla="*/ 9712 w 10000"/>
              <a:gd name="connsiteY23-11180" fmla="*/ 2666 h 9486"/>
              <a:gd name="connsiteX24-11181" fmla="*/ 9712 w 10000"/>
              <a:gd name="connsiteY24-11182" fmla="*/ 2828 h 9486"/>
              <a:gd name="connsiteX25-11183" fmla="*/ 9630 w 10000"/>
              <a:gd name="connsiteY25-11184" fmla="*/ 2960 h 9486"/>
              <a:gd name="connsiteX26-11185" fmla="*/ 9561 w 10000"/>
              <a:gd name="connsiteY26-11186" fmla="*/ 3254 h 9486"/>
              <a:gd name="connsiteX27-11187" fmla="*/ 9561 w 10000"/>
              <a:gd name="connsiteY27-11188" fmla="*/ 3518 h 9486"/>
              <a:gd name="connsiteX28-11189" fmla="*/ 9492 w 10000"/>
              <a:gd name="connsiteY28-11190" fmla="*/ 3814 h 9486"/>
              <a:gd name="connsiteX29-11191" fmla="*/ 9492 w 10000"/>
              <a:gd name="connsiteY29-11192" fmla="*/ 4241 h 9486"/>
              <a:gd name="connsiteX30-11193" fmla="*/ 9492 w 10000"/>
              <a:gd name="connsiteY30-11194" fmla="*/ 4505 h 9486"/>
              <a:gd name="connsiteX31-11195" fmla="*/ 9410 w 10000"/>
              <a:gd name="connsiteY31-11196" fmla="*/ 4935 h 9486"/>
              <a:gd name="connsiteX32-11197" fmla="*/ 9410 w 10000"/>
              <a:gd name="connsiteY32-11198" fmla="*/ 5493 h 9486"/>
              <a:gd name="connsiteX33-11199" fmla="*/ 9342 w 10000"/>
              <a:gd name="connsiteY33-11200" fmla="*/ 5921 h 9486"/>
              <a:gd name="connsiteX34-11201" fmla="*/ 9273 w 10000"/>
              <a:gd name="connsiteY34-11202" fmla="*/ 6480 h 9486"/>
              <a:gd name="connsiteX35-11203" fmla="*/ 9204 w 10000"/>
              <a:gd name="connsiteY35-11204" fmla="*/ 7040 h 9486"/>
              <a:gd name="connsiteX36-11205" fmla="*/ 9122 w 10000"/>
              <a:gd name="connsiteY36-11206" fmla="*/ 7600 h 9486"/>
              <a:gd name="connsiteX37-11207" fmla="*/ 8985 w 10000"/>
              <a:gd name="connsiteY37-11208" fmla="*/ 8881 h 9486"/>
              <a:gd name="connsiteX38-11209" fmla="*/ 8916 w 10000"/>
              <a:gd name="connsiteY38-11210" fmla="*/ 9441 h 9486"/>
              <a:gd name="connsiteX39-11211" fmla="*/ 8107 w 10000"/>
              <a:gd name="connsiteY39-11212" fmla="*/ 9148 h 9486"/>
              <a:gd name="connsiteX40-11213" fmla="*/ 8189 w 10000"/>
              <a:gd name="connsiteY40-11214" fmla="*/ 8723 h 9486"/>
              <a:gd name="connsiteX41-11215" fmla="*/ 8189 w 10000"/>
              <a:gd name="connsiteY41-11216" fmla="*/ 8163 h 9486"/>
              <a:gd name="connsiteX42-11217" fmla="*/ 8326 w 10000"/>
              <a:gd name="connsiteY42-11218" fmla="*/ 7176 h 9486"/>
              <a:gd name="connsiteX43-11219" fmla="*/ 8409 w 10000"/>
              <a:gd name="connsiteY43-11220" fmla="*/ 6053 h 9486"/>
              <a:gd name="connsiteX44-11221" fmla="*/ 8409 w 10000"/>
              <a:gd name="connsiteY44-11222" fmla="*/ 5067 h 9486"/>
              <a:gd name="connsiteX45-11223" fmla="*/ 8477 w 10000"/>
              <a:gd name="connsiteY45-11224" fmla="*/ 4080 h 9486"/>
              <a:gd name="connsiteX46-11225" fmla="*/ 8477 w 10000"/>
              <a:gd name="connsiteY46-11226" fmla="*/ 3652 h 9486"/>
              <a:gd name="connsiteX47-11227" fmla="*/ 8477 w 10000"/>
              <a:gd name="connsiteY47-11228" fmla="*/ 3254 h 9486"/>
              <a:gd name="connsiteX48-11229" fmla="*/ 8477 w 10000"/>
              <a:gd name="connsiteY48-11230" fmla="*/ 2960 h 9486"/>
              <a:gd name="connsiteX49-11231" fmla="*/ 8477 w 10000"/>
              <a:gd name="connsiteY49-11232" fmla="*/ 2666 h 9486"/>
              <a:gd name="connsiteX50-11233" fmla="*/ 8477 w 10000"/>
              <a:gd name="connsiteY50-11234" fmla="*/ 2400 h 9486"/>
              <a:gd name="connsiteX51-11235" fmla="*/ 8477 w 10000"/>
              <a:gd name="connsiteY51-11236" fmla="*/ 2269 h 9486"/>
              <a:gd name="connsiteX52-11237" fmla="*/ 8409 w 10000"/>
              <a:gd name="connsiteY52-11238" fmla="*/ 2106 h 9486"/>
              <a:gd name="connsiteX53-11239" fmla="*/ 8409 w 10000"/>
              <a:gd name="connsiteY53-11240" fmla="*/ 1973 h 9486"/>
              <a:gd name="connsiteX54-11241" fmla="*/ 8409 w 10000"/>
              <a:gd name="connsiteY54-11242" fmla="*/ 1838 h 9486"/>
              <a:gd name="connsiteX55-11243" fmla="*/ 8326 w 10000"/>
              <a:gd name="connsiteY55-11244" fmla="*/ 1838 h 9486"/>
              <a:gd name="connsiteX56-11245" fmla="*/ 8258 w 10000"/>
              <a:gd name="connsiteY56-11246" fmla="*/ 1681 h 9486"/>
              <a:gd name="connsiteX57-11247" fmla="*/ 8258 w 10000"/>
              <a:gd name="connsiteY57-11248" fmla="*/ 1681 h 9486"/>
              <a:gd name="connsiteX58-11249" fmla="*/ 8107 w 10000"/>
              <a:gd name="connsiteY58-11250" fmla="*/ 1681 h 9486"/>
              <a:gd name="connsiteX59-11251" fmla="*/ 8038 w 10000"/>
              <a:gd name="connsiteY59-11252" fmla="*/ 1681 h 9486"/>
              <a:gd name="connsiteX60-11253" fmla="*/ 7970 w 10000"/>
              <a:gd name="connsiteY60-11254" fmla="*/ 1681 h 9486"/>
              <a:gd name="connsiteX61-11255" fmla="*/ 7819 w 10000"/>
              <a:gd name="connsiteY61-11256" fmla="*/ 1681 h 9486"/>
              <a:gd name="connsiteX62-11257" fmla="*/ 7682 w 10000"/>
              <a:gd name="connsiteY62-11258" fmla="*/ 1681 h 9486"/>
              <a:gd name="connsiteX63-11259" fmla="*/ 7462 w 10000"/>
              <a:gd name="connsiteY63-11260" fmla="*/ 1681 h 9486"/>
              <a:gd name="connsiteX64-11261" fmla="*/ 7311 w 10000"/>
              <a:gd name="connsiteY64-11262" fmla="*/ 1681 h 9486"/>
              <a:gd name="connsiteX65-11263" fmla="*/ 7092 w 10000"/>
              <a:gd name="connsiteY65-11264" fmla="*/ 1681 h 9486"/>
              <a:gd name="connsiteX66-11265" fmla="*/ 6804 w 10000"/>
              <a:gd name="connsiteY66-11266" fmla="*/ 1681 h 9486"/>
              <a:gd name="connsiteX67-11267" fmla="*/ 6516 w 10000"/>
              <a:gd name="connsiteY67-11268" fmla="*/ 1838 h 9486"/>
              <a:gd name="connsiteX68-11269" fmla="*/ 6228 w 10000"/>
              <a:gd name="connsiteY68-11270" fmla="*/ 1838 h 9486"/>
              <a:gd name="connsiteX69-11271" fmla="*/ 5871 w 10000"/>
              <a:gd name="connsiteY69-11272" fmla="*/ 1973 h 9486"/>
              <a:gd name="connsiteX70-11273" fmla="*/ 5144 w 10000"/>
              <a:gd name="connsiteY70-11274" fmla="*/ 2106 h 9486"/>
              <a:gd name="connsiteX71-11275" fmla="*/ 4417 w 10000"/>
              <a:gd name="connsiteY71-11276" fmla="*/ 2400 h 9486"/>
              <a:gd name="connsiteX72-11277" fmla="*/ 3690 w 10000"/>
              <a:gd name="connsiteY72-11278" fmla="*/ 2534 h 9486"/>
              <a:gd name="connsiteX73-11279" fmla="*/ 2963 w 10000"/>
              <a:gd name="connsiteY73-11280" fmla="*/ 2666 h 9486"/>
              <a:gd name="connsiteX74-11281" fmla="*/ 2167 w 10000"/>
              <a:gd name="connsiteY74-11282" fmla="*/ 2828 h 9486"/>
              <a:gd name="connsiteX75-11283" fmla="*/ 1454 w 10000"/>
              <a:gd name="connsiteY75-11284" fmla="*/ 2960 h 9486"/>
              <a:gd name="connsiteX76-11285" fmla="*/ 727 w 10000"/>
              <a:gd name="connsiteY76-11286" fmla="*/ 3092 h 9486"/>
              <a:gd name="connsiteX77-11287" fmla="*/ 0 w 10000"/>
              <a:gd name="connsiteY77-11288" fmla="*/ 3254 h 9486"/>
              <a:gd name="connsiteX78-11289" fmla="*/ 0 w 10000"/>
              <a:gd name="connsiteY78-11290" fmla="*/ 2400 h 9486"/>
              <a:gd name="connsiteX79-11291" fmla="*/ 576 w 10000"/>
              <a:gd name="connsiteY79-11292" fmla="*/ 2269 h 9486"/>
              <a:gd name="connsiteX80-11293" fmla="*/ 1152 w 10000"/>
              <a:gd name="connsiteY80-11294" fmla="*/ 2106 h 9486"/>
              <a:gd name="connsiteX81-11295" fmla="*/ 1660 w 10000"/>
              <a:gd name="connsiteY81-11296" fmla="*/ 1973 h 9486"/>
              <a:gd name="connsiteX82-11297" fmla="*/ 2167 w 10000"/>
              <a:gd name="connsiteY82-11298" fmla="*/ 1838 h 9486"/>
              <a:gd name="connsiteX83-11299" fmla="*/ 2675 w 10000"/>
              <a:gd name="connsiteY83-11300" fmla="*/ 1838 h 9486"/>
              <a:gd name="connsiteX84-11301" fmla="*/ 3114 w 10000"/>
              <a:gd name="connsiteY84-11302" fmla="*/ 1681 h 9486"/>
              <a:gd name="connsiteX85-11303" fmla="*/ 3553 w 10000"/>
              <a:gd name="connsiteY85-11304" fmla="*/ 1548 h 9486"/>
              <a:gd name="connsiteX86-11305" fmla="*/ 3978 w 10000"/>
              <a:gd name="connsiteY86-11306" fmla="*/ 1548 h 9486"/>
              <a:gd name="connsiteX87-11307" fmla="*/ 4348 w 10000"/>
              <a:gd name="connsiteY87-11308" fmla="*/ 1415 h 9486"/>
              <a:gd name="connsiteX88-11309" fmla="*/ 4705 w 10000"/>
              <a:gd name="connsiteY88-11310" fmla="*/ 1280 h 9486"/>
              <a:gd name="connsiteX89-11311" fmla="*/ 5075 w 10000"/>
              <a:gd name="connsiteY89-11312" fmla="*/ 1280 h 9486"/>
              <a:gd name="connsiteX90-11313" fmla="*/ 5364 w 10000"/>
              <a:gd name="connsiteY90-11314" fmla="*/ 1121 h 9486"/>
              <a:gd name="connsiteX91-11315" fmla="*/ 5720 w 10000"/>
              <a:gd name="connsiteY91-11316" fmla="*/ 1121 h 9486"/>
              <a:gd name="connsiteX92-11317" fmla="*/ 5940 w 10000"/>
              <a:gd name="connsiteY92-11318" fmla="*/ 1121 h 9486"/>
              <a:gd name="connsiteX93-11319" fmla="*/ 6228 w 10000"/>
              <a:gd name="connsiteY93-11320" fmla="*/ 986 h 9486"/>
              <a:gd name="connsiteX94-11321" fmla="*/ 6447 w 10000"/>
              <a:gd name="connsiteY94-11322" fmla="*/ 986 h 9486"/>
              <a:gd name="connsiteX95-11323" fmla="*/ 6804 w 10000"/>
              <a:gd name="connsiteY95-11324" fmla="*/ 855 h 9486"/>
              <a:gd name="connsiteX96-11325" fmla="*/ 7174 w 10000"/>
              <a:gd name="connsiteY96-11326" fmla="*/ 855 h 9486"/>
              <a:gd name="connsiteX97-11327" fmla="*/ 7462 w 10000"/>
              <a:gd name="connsiteY97-11328" fmla="*/ 692 h 9486"/>
              <a:gd name="connsiteX98-11329" fmla="*/ 7750 w 10000"/>
              <a:gd name="connsiteY98-11330" fmla="*/ 692 h 9486"/>
              <a:gd name="connsiteX99-11331" fmla="*/ 7901 w 10000"/>
              <a:gd name="connsiteY99-11332" fmla="*/ 563 h 9486"/>
              <a:gd name="connsiteX100-11333" fmla="*/ 8038 w 10000"/>
              <a:gd name="connsiteY100-11334" fmla="*/ 428 h 9486"/>
              <a:gd name="connsiteX101-11335" fmla="*/ 8189 w 10000"/>
              <a:gd name="connsiteY101-11336" fmla="*/ 428 h 9486"/>
              <a:gd name="connsiteX102-11337" fmla="*/ 8189 w 10000"/>
              <a:gd name="connsiteY102-11338" fmla="*/ 294 h 9486"/>
              <a:gd name="connsiteX103-11339" fmla="*/ 8189 w 10000"/>
              <a:gd name="connsiteY103-11340" fmla="*/ 294 h 9486"/>
              <a:gd name="connsiteX0-11341" fmla="*/ 8189 w 10000"/>
              <a:gd name="connsiteY0-11342" fmla="*/ 310 h 9672"/>
              <a:gd name="connsiteX1-11343" fmla="*/ 8258 w 10000"/>
              <a:gd name="connsiteY1-11344" fmla="*/ 140 h 9672"/>
              <a:gd name="connsiteX2-11345" fmla="*/ 8409 w 10000"/>
              <a:gd name="connsiteY2-11346" fmla="*/ 140 h 9672"/>
              <a:gd name="connsiteX3-11347" fmla="*/ 8477 w 10000"/>
              <a:gd name="connsiteY3-11348" fmla="*/ 0 h 9672"/>
              <a:gd name="connsiteX4-11349" fmla="*/ 8546 w 10000"/>
              <a:gd name="connsiteY4-11350" fmla="*/ 0 h 9672"/>
              <a:gd name="connsiteX5-11351" fmla="*/ 8697 w 10000"/>
              <a:gd name="connsiteY5-11352" fmla="*/ 140 h 9672"/>
              <a:gd name="connsiteX6-11353" fmla="*/ 8916 w 10000"/>
              <a:gd name="connsiteY6-11354" fmla="*/ 310 h 9672"/>
              <a:gd name="connsiteX7-11355" fmla="*/ 8985 w 10000"/>
              <a:gd name="connsiteY7-11356" fmla="*/ 451 h 9672"/>
              <a:gd name="connsiteX8-11357" fmla="*/ 9122 w 10000"/>
              <a:gd name="connsiteY8-11358" fmla="*/ 729 h 9672"/>
              <a:gd name="connsiteX9-11359" fmla="*/ 9204 w 10000"/>
              <a:gd name="connsiteY9-11360" fmla="*/ 901 h 9672"/>
              <a:gd name="connsiteX10-11361" fmla="*/ 9342 w 10000"/>
              <a:gd name="connsiteY10-11362" fmla="*/ 1039 h 9672"/>
              <a:gd name="connsiteX11-11363" fmla="*/ 9492 w 10000"/>
              <a:gd name="connsiteY11-11364" fmla="*/ 1349 h 9672"/>
              <a:gd name="connsiteX12-11365" fmla="*/ 9630 w 10000"/>
              <a:gd name="connsiteY12-11366" fmla="*/ 1492 h 9672"/>
              <a:gd name="connsiteX13-11367" fmla="*/ 9712 w 10000"/>
              <a:gd name="connsiteY13-11368" fmla="*/ 1772 h 9672"/>
              <a:gd name="connsiteX14-11369" fmla="*/ 9849 w 10000"/>
              <a:gd name="connsiteY14-11370" fmla="*/ 1938 h 9672"/>
              <a:gd name="connsiteX15-11371" fmla="*/ 9918 w 10000"/>
              <a:gd name="connsiteY15-11372" fmla="*/ 2080 h 9672"/>
              <a:gd name="connsiteX16-11373" fmla="*/ 9918 w 10000"/>
              <a:gd name="connsiteY16-11374" fmla="*/ 2220 h 9672"/>
              <a:gd name="connsiteX17-11375" fmla="*/ 10000 w 10000"/>
              <a:gd name="connsiteY17-11376" fmla="*/ 2220 h 9672"/>
              <a:gd name="connsiteX18-11377" fmla="*/ 10000 w 10000"/>
              <a:gd name="connsiteY18-11378" fmla="*/ 2392 h 9672"/>
              <a:gd name="connsiteX19-11379" fmla="*/ 10000 w 10000"/>
              <a:gd name="connsiteY19-11380" fmla="*/ 2530 h 9672"/>
              <a:gd name="connsiteX20-11381" fmla="*/ 9918 w 10000"/>
              <a:gd name="connsiteY20-11382" fmla="*/ 2671 h 9672"/>
              <a:gd name="connsiteX21-11383" fmla="*/ 9849 w 10000"/>
              <a:gd name="connsiteY21-11384" fmla="*/ 2671 h 9672"/>
              <a:gd name="connsiteX22-11385" fmla="*/ 9781 w 10000"/>
              <a:gd name="connsiteY22-11386" fmla="*/ 2810 h 9672"/>
              <a:gd name="connsiteX23-11387" fmla="*/ 9712 w 10000"/>
              <a:gd name="connsiteY23-11388" fmla="*/ 2810 h 9672"/>
              <a:gd name="connsiteX24-11389" fmla="*/ 9712 w 10000"/>
              <a:gd name="connsiteY24-11390" fmla="*/ 2981 h 9672"/>
              <a:gd name="connsiteX25-11391" fmla="*/ 9630 w 10000"/>
              <a:gd name="connsiteY25-11392" fmla="*/ 3120 h 9672"/>
              <a:gd name="connsiteX26-11393" fmla="*/ 9561 w 10000"/>
              <a:gd name="connsiteY26-11394" fmla="*/ 3430 h 9672"/>
              <a:gd name="connsiteX27-11395" fmla="*/ 9561 w 10000"/>
              <a:gd name="connsiteY27-11396" fmla="*/ 3709 h 9672"/>
              <a:gd name="connsiteX28-11397" fmla="*/ 9492 w 10000"/>
              <a:gd name="connsiteY28-11398" fmla="*/ 4021 h 9672"/>
              <a:gd name="connsiteX29-11399" fmla="*/ 9492 w 10000"/>
              <a:gd name="connsiteY29-11400" fmla="*/ 4471 h 9672"/>
              <a:gd name="connsiteX30-11401" fmla="*/ 9492 w 10000"/>
              <a:gd name="connsiteY30-11402" fmla="*/ 4749 h 9672"/>
              <a:gd name="connsiteX31-11403" fmla="*/ 9410 w 10000"/>
              <a:gd name="connsiteY31-11404" fmla="*/ 5202 h 9672"/>
              <a:gd name="connsiteX32-11405" fmla="*/ 9410 w 10000"/>
              <a:gd name="connsiteY32-11406" fmla="*/ 5791 h 9672"/>
              <a:gd name="connsiteX33-11407" fmla="*/ 9342 w 10000"/>
              <a:gd name="connsiteY33-11408" fmla="*/ 6242 h 9672"/>
              <a:gd name="connsiteX34-11409" fmla="*/ 9273 w 10000"/>
              <a:gd name="connsiteY34-11410" fmla="*/ 6831 h 9672"/>
              <a:gd name="connsiteX35-11411" fmla="*/ 9204 w 10000"/>
              <a:gd name="connsiteY35-11412" fmla="*/ 7421 h 9672"/>
              <a:gd name="connsiteX36-11413" fmla="*/ 9122 w 10000"/>
              <a:gd name="connsiteY36-11414" fmla="*/ 8012 h 9672"/>
              <a:gd name="connsiteX37-11415" fmla="*/ 8985 w 10000"/>
              <a:gd name="connsiteY37-11416" fmla="*/ 9362 h 9672"/>
              <a:gd name="connsiteX38-11417" fmla="*/ 8107 w 10000"/>
              <a:gd name="connsiteY38-11418" fmla="*/ 9644 h 9672"/>
              <a:gd name="connsiteX39-11419" fmla="*/ 8189 w 10000"/>
              <a:gd name="connsiteY39-11420" fmla="*/ 9196 h 9672"/>
              <a:gd name="connsiteX40-11421" fmla="*/ 8189 w 10000"/>
              <a:gd name="connsiteY40-11422" fmla="*/ 8605 h 9672"/>
              <a:gd name="connsiteX41-11423" fmla="*/ 8326 w 10000"/>
              <a:gd name="connsiteY41-11424" fmla="*/ 7565 h 9672"/>
              <a:gd name="connsiteX42-11425" fmla="*/ 8409 w 10000"/>
              <a:gd name="connsiteY42-11426" fmla="*/ 6381 h 9672"/>
              <a:gd name="connsiteX43-11427" fmla="*/ 8409 w 10000"/>
              <a:gd name="connsiteY43-11428" fmla="*/ 5342 h 9672"/>
              <a:gd name="connsiteX44-11429" fmla="*/ 8477 w 10000"/>
              <a:gd name="connsiteY44-11430" fmla="*/ 4301 h 9672"/>
              <a:gd name="connsiteX45-11431" fmla="*/ 8477 w 10000"/>
              <a:gd name="connsiteY45-11432" fmla="*/ 3850 h 9672"/>
              <a:gd name="connsiteX46-11433" fmla="*/ 8477 w 10000"/>
              <a:gd name="connsiteY46-11434" fmla="*/ 3430 h 9672"/>
              <a:gd name="connsiteX47-11435" fmla="*/ 8477 w 10000"/>
              <a:gd name="connsiteY47-11436" fmla="*/ 3120 h 9672"/>
              <a:gd name="connsiteX48-11437" fmla="*/ 8477 w 10000"/>
              <a:gd name="connsiteY48-11438" fmla="*/ 2810 h 9672"/>
              <a:gd name="connsiteX49-11439" fmla="*/ 8477 w 10000"/>
              <a:gd name="connsiteY49-11440" fmla="*/ 2530 h 9672"/>
              <a:gd name="connsiteX50-11441" fmla="*/ 8477 w 10000"/>
              <a:gd name="connsiteY50-11442" fmla="*/ 2392 h 9672"/>
              <a:gd name="connsiteX51-11443" fmla="*/ 8409 w 10000"/>
              <a:gd name="connsiteY51-11444" fmla="*/ 2220 h 9672"/>
              <a:gd name="connsiteX52-11445" fmla="*/ 8409 w 10000"/>
              <a:gd name="connsiteY52-11446" fmla="*/ 2080 h 9672"/>
              <a:gd name="connsiteX53-11447" fmla="*/ 8409 w 10000"/>
              <a:gd name="connsiteY53-11448" fmla="*/ 1938 h 9672"/>
              <a:gd name="connsiteX54-11449" fmla="*/ 8326 w 10000"/>
              <a:gd name="connsiteY54-11450" fmla="*/ 1938 h 9672"/>
              <a:gd name="connsiteX55-11451" fmla="*/ 8258 w 10000"/>
              <a:gd name="connsiteY55-11452" fmla="*/ 1772 h 9672"/>
              <a:gd name="connsiteX56-11453" fmla="*/ 8258 w 10000"/>
              <a:gd name="connsiteY56-11454" fmla="*/ 1772 h 9672"/>
              <a:gd name="connsiteX57-11455" fmla="*/ 8107 w 10000"/>
              <a:gd name="connsiteY57-11456" fmla="*/ 1772 h 9672"/>
              <a:gd name="connsiteX58-11457" fmla="*/ 8038 w 10000"/>
              <a:gd name="connsiteY58-11458" fmla="*/ 1772 h 9672"/>
              <a:gd name="connsiteX59-11459" fmla="*/ 7970 w 10000"/>
              <a:gd name="connsiteY59-11460" fmla="*/ 1772 h 9672"/>
              <a:gd name="connsiteX60-11461" fmla="*/ 7819 w 10000"/>
              <a:gd name="connsiteY60-11462" fmla="*/ 1772 h 9672"/>
              <a:gd name="connsiteX61-11463" fmla="*/ 7682 w 10000"/>
              <a:gd name="connsiteY61-11464" fmla="*/ 1772 h 9672"/>
              <a:gd name="connsiteX62-11465" fmla="*/ 7462 w 10000"/>
              <a:gd name="connsiteY62-11466" fmla="*/ 1772 h 9672"/>
              <a:gd name="connsiteX63-11467" fmla="*/ 7311 w 10000"/>
              <a:gd name="connsiteY63-11468" fmla="*/ 1772 h 9672"/>
              <a:gd name="connsiteX64-11469" fmla="*/ 7092 w 10000"/>
              <a:gd name="connsiteY64-11470" fmla="*/ 1772 h 9672"/>
              <a:gd name="connsiteX65-11471" fmla="*/ 6804 w 10000"/>
              <a:gd name="connsiteY65-11472" fmla="*/ 1772 h 9672"/>
              <a:gd name="connsiteX66-11473" fmla="*/ 6516 w 10000"/>
              <a:gd name="connsiteY66-11474" fmla="*/ 1938 h 9672"/>
              <a:gd name="connsiteX67-11475" fmla="*/ 6228 w 10000"/>
              <a:gd name="connsiteY67-11476" fmla="*/ 1938 h 9672"/>
              <a:gd name="connsiteX68-11477" fmla="*/ 5871 w 10000"/>
              <a:gd name="connsiteY68-11478" fmla="*/ 2080 h 9672"/>
              <a:gd name="connsiteX69-11479" fmla="*/ 5144 w 10000"/>
              <a:gd name="connsiteY69-11480" fmla="*/ 2220 h 9672"/>
              <a:gd name="connsiteX70-11481" fmla="*/ 4417 w 10000"/>
              <a:gd name="connsiteY70-11482" fmla="*/ 2530 h 9672"/>
              <a:gd name="connsiteX71-11483" fmla="*/ 3690 w 10000"/>
              <a:gd name="connsiteY71-11484" fmla="*/ 2671 h 9672"/>
              <a:gd name="connsiteX72-11485" fmla="*/ 2963 w 10000"/>
              <a:gd name="connsiteY72-11486" fmla="*/ 2810 h 9672"/>
              <a:gd name="connsiteX73-11487" fmla="*/ 2167 w 10000"/>
              <a:gd name="connsiteY73-11488" fmla="*/ 2981 h 9672"/>
              <a:gd name="connsiteX74-11489" fmla="*/ 1454 w 10000"/>
              <a:gd name="connsiteY74-11490" fmla="*/ 3120 h 9672"/>
              <a:gd name="connsiteX75-11491" fmla="*/ 727 w 10000"/>
              <a:gd name="connsiteY75-11492" fmla="*/ 3260 h 9672"/>
              <a:gd name="connsiteX76-11493" fmla="*/ 0 w 10000"/>
              <a:gd name="connsiteY76-11494" fmla="*/ 3430 h 9672"/>
              <a:gd name="connsiteX77-11495" fmla="*/ 0 w 10000"/>
              <a:gd name="connsiteY77-11496" fmla="*/ 2530 h 9672"/>
              <a:gd name="connsiteX78-11497" fmla="*/ 576 w 10000"/>
              <a:gd name="connsiteY78-11498" fmla="*/ 2392 h 9672"/>
              <a:gd name="connsiteX79-11499" fmla="*/ 1152 w 10000"/>
              <a:gd name="connsiteY79-11500" fmla="*/ 2220 h 9672"/>
              <a:gd name="connsiteX80-11501" fmla="*/ 1660 w 10000"/>
              <a:gd name="connsiteY80-11502" fmla="*/ 2080 h 9672"/>
              <a:gd name="connsiteX81-11503" fmla="*/ 2167 w 10000"/>
              <a:gd name="connsiteY81-11504" fmla="*/ 1938 h 9672"/>
              <a:gd name="connsiteX82-11505" fmla="*/ 2675 w 10000"/>
              <a:gd name="connsiteY82-11506" fmla="*/ 1938 h 9672"/>
              <a:gd name="connsiteX83-11507" fmla="*/ 3114 w 10000"/>
              <a:gd name="connsiteY83-11508" fmla="*/ 1772 h 9672"/>
              <a:gd name="connsiteX84-11509" fmla="*/ 3553 w 10000"/>
              <a:gd name="connsiteY84-11510" fmla="*/ 1632 h 9672"/>
              <a:gd name="connsiteX85-11511" fmla="*/ 3978 w 10000"/>
              <a:gd name="connsiteY85-11512" fmla="*/ 1632 h 9672"/>
              <a:gd name="connsiteX86-11513" fmla="*/ 4348 w 10000"/>
              <a:gd name="connsiteY86-11514" fmla="*/ 1492 h 9672"/>
              <a:gd name="connsiteX87-11515" fmla="*/ 4705 w 10000"/>
              <a:gd name="connsiteY87-11516" fmla="*/ 1349 h 9672"/>
              <a:gd name="connsiteX88-11517" fmla="*/ 5075 w 10000"/>
              <a:gd name="connsiteY88-11518" fmla="*/ 1349 h 9672"/>
              <a:gd name="connsiteX89-11519" fmla="*/ 5364 w 10000"/>
              <a:gd name="connsiteY89-11520" fmla="*/ 1182 h 9672"/>
              <a:gd name="connsiteX90-11521" fmla="*/ 5720 w 10000"/>
              <a:gd name="connsiteY90-11522" fmla="*/ 1182 h 9672"/>
              <a:gd name="connsiteX91-11523" fmla="*/ 5940 w 10000"/>
              <a:gd name="connsiteY91-11524" fmla="*/ 1182 h 9672"/>
              <a:gd name="connsiteX92-11525" fmla="*/ 6228 w 10000"/>
              <a:gd name="connsiteY92-11526" fmla="*/ 1039 h 9672"/>
              <a:gd name="connsiteX93-11527" fmla="*/ 6447 w 10000"/>
              <a:gd name="connsiteY93-11528" fmla="*/ 1039 h 9672"/>
              <a:gd name="connsiteX94-11529" fmla="*/ 6804 w 10000"/>
              <a:gd name="connsiteY94-11530" fmla="*/ 901 h 9672"/>
              <a:gd name="connsiteX95-11531" fmla="*/ 7174 w 10000"/>
              <a:gd name="connsiteY95-11532" fmla="*/ 901 h 9672"/>
              <a:gd name="connsiteX96-11533" fmla="*/ 7462 w 10000"/>
              <a:gd name="connsiteY96-11534" fmla="*/ 729 h 9672"/>
              <a:gd name="connsiteX97-11535" fmla="*/ 7750 w 10000"/>
              <a:gd name="connsiteY97-11536" fmla="*/ 729 h 9672"/>
              <a:gd name="connsiteX98-11537" fmla="*/ 7901 w 10000"/>
              <a:gd name="connsiteY98-11538" fmla="*/ 594 h 9672"/>
              <a:gd name="connsiteX99-11539" fmla="*/ 8038 w 10000"/>
              <a:gd name="connsiteY99-11540" fmla="*/ 451 h 9672"/>
              <a:gd name="connsiteX100-11541" fmla="*/ 8189 w 10000"/>
              <a:gd name="connsiteY100-11542" fmla="*/ 451 h 9672"/>
              <a:gd name="connsiteX101-11543" fmla="*/ 8189 w 10000"/>
              <a:gd name="connsiteY101-11544" fmla="*/ 310 h 9672"/>
              <a:gd name="connsiteX102-11545" fmla="*/ 8189 w 10000"/>
              <a:gd name="connsiteY102-11546" fmla="*/ 310 h 9672"/>
              <a:gd name="connsiteX0-11547" fmla="*/ 8189 w 10000"/>
              <a:gd name="connsiteY0-11548" fmla="*/ 321 h 9971"/>
              <a:gd name="connsiteX1-11549" fmla="*/ 8258 w 10000"/>
              <a:gd name="connsiteY1-11550" fmla="*/ 145 h 9971"/>
              <a:gd name="connsiteX2-11551" fmla="*/ 8409 w 10000"/>
              <a:gd name="connsiteY2-11552" fmla="*/ 145 h 9971"/>
              <a:gd name="connsiteX3-11553" fmla="*/ 8477 w 10000"/>
              <a:gd name="connsiteY3-11554" fmla="*/ 0 h 9971"/>
              <a:gd name="connsiteX4-11555" fmla="*/ 8546 w 10000"/>
              <a:gd name="connsiteY4-11556" fmla="*/ 0 h 9971"/>
              <a:gd name="connsiteX5-11557" fmla="*/ 8697 w 10000"/>
              <a:gd name="connsiteY5-11558" fmla="*/ 145 h 9971"/>
              <a:gd name="connsiteX6-11559" fmla="*/ 8916 w 10000"/>
              <a:gd name="connsiteY6-11560" fmla="*/ 321 h 9971"/>
              <a:gd name="connsiteX7-11561" fmla="*/ 8985 w 10000"/>
              <a:gd name="connsiteY7-11562" fmla="*/ 466 h 9971"/>
              <a:gd name="connsiteX8-11563" fmla="*/ 9122 w 10000"/>
              <a:gd name="connsiteY8-11564" fmla="*/ 754 h 9971"/>
              <a:gd name="connsiteX9-11565" fmla="*/ 9204 w 10000"/>
              <a:gd name="connsiteY9-11566" fmla="*/ 932 h 9971"/>
              <a:gd name="connsiteX10-11567" fmla="*/ 9342 w 10000"/>
              <a:gd name="connsiteY10-11568" fmla="*/ 1074 h 9971"/>
              <a:gd name="connsiteX11-11569" fmla="*/ 9492 w 10000"/>
              <a:gd name="connsiteY11-11570" fmla="*/ 1395 h 9971"/>
              <a:gd name="connsiteX12-11571" fmla="*/ 9630 w 10000"/>
              <a:gd name="connsiteY12-11572" fmla="*/ 1543 h 9971"/>
              <a:gd name="connsiteX13-11573" fmla="*/ 9712 w 10000"/>
              <a:gd name="connsiteY13-11574" fmla="*/ 1832 h 9971"/>
              <a:gd name="connsiteX14-11575" fmla="*/ 9849 w 10000"/>
              <a:gd name="connsiteY14-11576" fmla="*/ 2004 h 9971"/>
              <a:gd name="connsiteX15-11577" fmla="*/ 9918 w 10000"/>
              <a:gd name="connsiteY15-11578" fmla="*/ 2151 h 9971"/>
              <a:gd name="connsiteX16-11579" fmla="*/ 9918 w 10000"/>
              <a:gd name="connsiteY16-11580" fmla="*/ 2295 h 9971"/>
              <a:gd name="connsiteX17-11581" fmla="*/ 10000 w 10000"/>
              <a:gd name="connsiteY17-11582" fmla="*/ 2295 h 9971"/>
              <a:gd name="connsiteX18-11583" fmla="*/ 10000 w 10000"/>
              <a:gd name="connsiteY18-11584" fmla="*/ 2473 h 9971"/>
              <a:gd name="connsiteX19-11585" fmla="*/ 10000 w 10000"/>
              <a:gd name="connsiteY19-11586" fmla="*/ 2616 h 9971"/>
              <a:gd name="connsiteX20-11587" fmla="*/ 9918 w 10000"/>
              <a:gd name="connsiteY20-11588" fmla="*/ 2762 h 9971"/>
              <a:gd name="connsiteX21-11589" fmla="*/ 9849 w 10000"/>
              <a:gd name="connsiteY21-11590" fmla="*/ 2762 h 9971"/>
              <a:gd name="connsiteX22-11591" fmla="*/ 9781 w 10000"/>
              <a:gd name="connsiteY22-11592" fmla="*/ 2905 h 9971"/>
              <a:gd name="connsiteX23-11593" fmla="*/ 9712 w 10000"/>
              <a:gd name="connsiteY23-11594" fmla="*/ 2905 h 9971"/>
              <a:gd name="connsiteX24-11595" fmla="*/ 9712 w 10000"/>
              <a:gd name="connsiteY24-11596" fmla="*/ 3082 h 9971"/>
              <a:gd name="connsiteX25-11597" fmla="*/ 9630 w 10000"/>
              <a:gd name="connsiteY25-11598" fmla="*/ 3226 h 9971"/>
              <a:gd name="connsiteX26-11599" fmla="*/ 9561 w 10000"/>
              <a:gd name="connsiteY26-11600" fmla="*/ 3546 h 9971"/>
              <a:gd name="connsiteX27-11601" fmla="*/ 9561 w 10000"/>
              <a:gd name="connsiteY27-11602" fmla="*/ 3835 h 9971"/>
              <a:gd name="connsiteX28-11603" fmla="*/ 9492 w 10000"/>
              <a:gd name="connsiteY28-11604" fmla="*/ 4157 h 9971"/>
              <a:gd name="connsiteX29-11605" fmla="*/ 9492 w 10000"/>
              <a:gd name="connsiteY29-11606" fmla="*/ 4623 h 9971"/>
              <a:gd name="connsiteX30-11607" fmla="*/ 9492 w 10000"/>
              <a:gd name="connsiteY30-11608" fmla="*/ 4910 h 9971"/>
              <a:gd name="connsiteX31-11609" fmla="*/ 9410 w 10000"/>
              <a:gd name="connsiteY31-11610" fmla="*/ 5378 h 9971"/>
              <a:gd name="connsiteX32-11611" fmla="*/ 9410 w 10000"/>
              <a:gd name="connsiteY32-11612" fmla="*/ 5987 h 9971"/>
              <a:gd name="connsiteX33-11613" fmla="*/ 9342 w 10000"/>
              <a:gd name="connsiteY33-11614" fmla="*/ 6454 h 9971"/>
              <a:gd name="connsiteX34-11615" fmla="*/ 9273 w 10000"/>
              <a:gd name="connsiteY34-11616" fmla="*/ 7063 h 9971"/>
              <a:gd name="connsiteX35-11617" fmla="*/ 9204 w 10000"/>
              <a:gd name="connsiteY35-11618" fmla="*/ 7673 h 9971"/>
              <a:gd name="connsiteX36-11619" fmla="*/ 9122 w 10000"/>
              <a:gd name="connsiteY36-11620" fmla="*/ 8284 h 9971"/>
              <a:gd name="connsiteX37-11621" fmla="*/ 8107 w 10000"/>
              <a:gd name="connsiteY37-11622" fmla="*/ 9971 h 9971"/>
              <a:gd name="connsiteX38-11623" fmla="*/ 8189 w 10000"/>
              <a:gd name="connsiteY38-11624" fmla="*/ 9508 h 9971"/>
              <a:gd name="connsiteX39-11625" fmla="*/ 8189 w 10000"/>
              <a:gd name="connsiteY39-11626" fmla="*/ 8897 h 9971"/>
              <a:gd name="connsiteX40-11627" fmla="*/ 8326 w 10000"/>
              <a:gd name="connsiteY40-11628" fmla="*/ 7822 h 9971"/>
              <a:gd name="connsiteX41-11629" fmla="*/ 8409 w 10000"/>
              <a:gd name="connsiteY41-11630" fmla="*/ 6597 h 9971"/>
              <a:gd name="connsiteX42-11631" fmla="*/ 8409 w 10000"/>
              <a:gd name="connsiteY42-11632" fmla="*/ 5523 h 9971"/>
              <a:gd name="connsiteX43-11633" fmla="*/ 8477 w 10000"/>
              <a:gd name="connsiteY43-11634" fmla="*/ 4447 h 9971"/>
              <a:gd name="connsiteX44-11635" fmla="*/ 8477 w 10000"/>
              <a:gd name="connsiteY44-11636" fmla="*/ 3981 h 9971"/>
              <a:gd name="connsiteX45-11637" fmla="*/ 8477 w 10000"/>
              <a:gd name="connsiteY45-11638" fmla="*/ 3546 h 9971"/>
              <a:gd name="connsiteX46-11639" fmla="*/ 8477 w 10000"/>
              <a:gd name="connsiteY46-11640" fmla="*/ 3226 h 9971"/>
              <a:gd name="connsiteX47-11641" fmla="*/ 8477 w 10000"/>
              <a:gd name="connsiteY47-11642" fmla="*/ 2905 h 9971"/>
              <a:gd name="connsiteX48-11643" fmla="*/ 8477 w 10000"/>
              <a:gd name="connsiteY48-11644" fmla="*/ 2616 h 9971"/>
              <a:gd name="connsiteX49-11645" fmla="*/ 8477 w 10000"/>
              <a:gd name="connsiteY49-11646" fmla="*/ 2473 h 9971"/>
              <a:gd name="connsiteX50-11647" fmla="*/ 8409 w 10000"/>
              <a:gd name="connsiteY50-11648" fmla="*/ 2295 h 9971"/>
              <a:gd name="connsiteX51-11649" fmla="*/ 8409 w 10000"/>
              <a:gd name="connsiteY51-11650" fmla="*/ 2151 h 9971"/>
              <a:gd name="connsiteX52-11651" fmla="*/ 8409 w 10000"/>
              <a:gd name="connsiteY52-11652" fmla="*/ 2004 h 9971"/>
              <a:gd name="connsiteX53-11653" fmla="*/ 8326 w 10000"/>
              <a:gd name="connsiteY53-11654" fmla="*/ 2004 h 9971"/>
              <a:gd name="connsiteX54-11655" fmla="*/ 8258 w 10000"/>
              <a:gd name="connsiteY54-11656" fmla="*/ 1832 h 9971"/>
              <a:gd name="connsiteX55-11657" fmla="*/ 8258 w 10000"/>
              <a:gd name="connsiteY55-11658" fmla="*/ 1832 h 9971"/>
              <a:gd name="connsiteX56-11659" fmla="*/ 8107 w 10000"/>
              <a:gd name="connsiteY56-11660" fmla="*/ 1832 h 9971"/>
              <a:gd name="connsiteX57-11661" fmla="*/ 8038 w 10000"/>
              <a:gd name="connsiteY57-11662" fmla="*/ 1832 h 9971"/>
              <a:gd name="connsiteX58-11663" fmla="*/ 7970 w 10000"/>
              <a:gd name="connsiteY58-11664" fmla="*/ 1832 h 9971"/>
              <a:gd name="connsiteX59-11665" fmla="*/ 7819 w 10000"/>
              <a:gd name="connsiteY59-11666" fmla="*/ 1832 h 9971"/>
              <a:gd name="connsiteX60-11667" fmla="*/ 7682 w 10000"/>
              <a:gd name="connsiteY60-11668" fmla="*/ 1832 h 9971"/>
              <a:gd name="connsiteX61-11669" fmla="*/ 7462 w 10000"/>
              <a:gd name="connsiteY61-11670" fmla="*/ 1832 h 9971"/>
              <a:gd name="connsiteX62-11671" fmla="*/ 7311 w 10000"/>
              <a:gd name="connsiteY62-11672" fmla="*/ 1832 h 9971"/>
              <a:gd name="connsiteX63-11673" fmla="*/ 7092 w 10000"/>
              <a:gd name="connsiteY63-11674" fmla="*/ 1832 h 9971"/>
              <a:gd name="connsiteX64-11675" fmla="*/ 6804 w 10000"/>
              <a:gd name="connsiteY64-11676" fmla="*/ 1832 h 9971"/>
              <a:gd name="connsiteX65-11677" fmla="*/ 6516 w 10000"/>
              <a:gd name="connsiteY65-11678" fmla="*/ 2004 h 9971"/>
              <a:gd name="connsiteX66-11679" fmla="*/ 6228 w 10000"/>
              <a:gd name="connsiteY66-11680" fmla="*/ 2004 h 9971"/>
              <a:gd name="connsiteX67-11681" fmla="*/ 5871 w 10000"/>
              <a:gd name="connsiteY67-11682" fmla="*/ 2151 h 9971"/>
              <a:gd name="connsiteX68-11683" fmla="*/ 5144 w 10000"/>
              <a:gd name="connsiteY68-11684" fmla="*/ 2295 h 9971"/>
              <a:gd name="connsiteX69-11685" fmla="*/ 4417 w 10000"/>
              <a:gd name="connsiteY69-11686" fmla="*/ 2616 h 9971"/>
              <a:gd name="connsiteX70-11687" fmla="*/ 3690 w 10000"/>
              <a:gd name="connsiteY70-11688" fmla="*/ 2762 h 9971"/>
              <a:gd name="connsiteX71-11689" fmla="*/ 2963 w 10000"/>
              <a:gd name="connsiteY71-11690" fmla="*/ 2905 h 9971"/>
              <a:gd name="connsiteX72-11691" fmla="*/ 2167 w 10000"/>
              <a:gd name="connsiteY72-11692" fmla="*/ 3082 h 9971"/>
              <a:gd name="connsiteX73-11693" fmla="*/ 1454 w 10000"/>
              <a:gd name="connsiteY73-11694" fmla="*/ 3226 h 9971"/>
              <a:gd name="connsiteX74-11695" fmla="*/ 727 w 10000"/>
              <a:gd name="connsiteY74-11696" fmla="*/ 3371 h 9971"/>
              <a:gd name="connsiteX75-11697" fmla="*/ 0 w 10000"/>
              <a:gd name="connsiteY75-11698" fmla="*/ 3546 h 9971"/>
              <a:gd name="connsiteX76-11699" fmla="*/ 0 w 10000"/>
              <a:gd name="connsiteY76-11700" fmla="*/ 2616 h 9971"/>
              <a:gd name="connsiteX77-11701" fmla="*/ 576 w 10000"/>
              <a:gd name="connsiteY77-11702" fmla="*/ 2473 h 9971"/>
              <a:gd name="connsiteX78-11703" fmla="*/ 1152 w 10000"/>
              <a:gd name="connsiteY78-11704" fmla="*/ 2295 h 9971"/>
              <a:gd name="connsiteX79-11705" fmla="*/ 1660 w 10000"/>
              <a:gd name="connsiteY79-11706" fmla="*/ 2151 h 9971"/>
              <a:gd name="connsiteX80-11707" fmla="*/ 2167 w 10000"/>
              <a:gd name="connsiteY80-11708" fmla="*/ 2004 h 9971"/>
              <a:gd name="connsiteX81-11709" fmla="*/ 2675 w 10000"/>
              <a:gd name="connsiteY81-11710" fmla="*/ 2004 h 9971"/>
              <a:gd name="connsiteX82-11711" fmla="*/ 3114 w 10000"/>
              <a:gd name="connsiteY82-11712" fmla="*/ 1832 h 9971"/>
              <a:gd name="connsiteX83-11713" fmla="*/ 3553 w 10000"/>
              <a:gd name="connsiteY83-11714" fmla="*/ 1687 h 9971"/>
              <a:gd name="connsiteX84-11715" fmla="*/ 3978 w 10000"/>
              <a:gd name="connsiteY84-11716" fmla="*/ 1687 h 9971"/>
              <a:gd name="connsiteX85-11717" fmla="*/ 4348 w 10000"/>
              <a:gd name="connsiteY85-11718" fmla="*/ 1543 h 9971"/>
              <a:gd name="connsiteX86-11719" fmla="*/ 4705 w 10000"/>
              <a:gd name="connsiteY86-11720" fmla="*/ 1395 h 9971"/>
              <a:gd name="connsiteX87-11721" fmla="*/ 5075 w 10000"/>
              <a:gd name="connsiteY87-11722" fmla="*/ 1395 h 9971"/>
              <a:gd name="connsiteX88-11723" fmla="*/ 5364 w 10000"/>
              <a:gd name="connsiteY88-11724" fmla="*/ 1222 h 9971"/>
              <a:gd name="connsiteX89-11725" fmla="*/ 5720 w 10000"/>
              <a:gd name="connsiteY89-11726" fmla="*/ 1222 h 9971"/>
              <a:gd name="connsiteX90-11727" fmla="*/ 5940 w 10000"/>
              <a:gd name="connsiteY90-11728" fmla="*/ 1222 h 9971"/>
              <a:gd name="connsiteX91-11729" fmla="*/ 6228 w 10000"/>
              <a:gd name="connsiteY91-11730" fmla="*/ 1074 h 9971"/>
              <a:gd name="connsiteX92-11731" fmla="*/ 6447 w 10000"/>
              <a:gd name="connsiteY92-11732" fmla="*/ 1074 h 9971"/>
              <a:gd name="connsiteX93-11733" fmla="*/ 6804 w 10000"/>
              <a:gd name="connsiteY93-11734" fmla="*/ 932 h 9971"/>
              <a:gd name="connsiteX94-11735" fmla="*/ 7174 w 10000"/>
              <a:gd name="connsiteY94-11736" fmla="*/ 932 h 9971"/>
              <a:gd name="connsiteX95-11737" fmla="*/ 7462 w 10000"/>
              <a:gd name="connsiteY95-11738" fmla="*/ 754 h 9971"/>
              <a:gd name="connsiteX96-11739" fmla="*/ 7750 w 10000"/>
              <a:gd name="connsiteY96-11740" fmla="*/ 754 h 9971"/>
              <a:gd name="connsiteX97-11741" fmla="*/ 7901 w 10000"/>
              <a:gd name="connsiteY97-11742" fmla="*/ 614 h 9971"/>
              <a:gd name="connsiteX98-11743" fmla="*/ 8038 w 10000"/>
              <a:gd name="connsiteY98-11744" fmla="*/ 466 h 9971"/>
              <a:gd name="connsiteX99-11745" fmla="*/ 8189 w 10000"/>
              <a:gd name="connsiteY99-11746" fmla="*/ 466 h 9971"/>
              <a:gd name="connsiteX100-11747" fmla="*/ 8189 w 10000"/>
              <a:gd name="connsiteY100-11748" fmla="*/ 321 h 9971"/>
              <a:gd name="connsiteX101-11749" fmla="*/ 8189 w 10000"/>
              <a:gd name="connsiteY101-11750" fmla="*/ 321 h 9971"/>
              <a:gd name="connsiteX0-11751" fmla="*/ 8189 w 10000"/>
              <a:gd name="connsiteY0-11752" fmla="*/ 322 h 9536"/>
              <a:gd name="connsiteX1-11753" fmla="*/ 8258 w 10000"/>
              <a:gd name="connsiteY1-11754" fmla="*/ 145 h 9536"/>
              <a:gd name="connsiteX2-11755" fmla="*/ 8409 w 10000"/>
              <a:gd name="connsiteY2-11756" fmla="*/ 145 h 9536"/>
              <a:gd name="connsiteX3-11757" fmla="*/ 8477 w 10000"/>
              <a:gd name="connsiteY3-11758" fmla="*/ 0 h 9536"/>
              <a:gd name="connsiteX4-11759" fmla="*/ 8546 w 10000"/>
              <a:gd name="connsiteY4-11760" fmla="*/ 0 h 9536"/>
              <a:gd name="connsiteX5-11761" fmla="*/ 8697 w 10000"/>
              <a:gd name="connsiteY5-11762" fmla="*/ 145 h 9536"/>
              <a:gd name="connsiteX6-11763" fmla="*/ 8916 w 10000"/>
              <a:gd name="connsiteY6-11764" fmla="*/ 322 h 9536"/>
              <a:gd name="connsiteX7-11765" fmla="*/ 8985 w 10000"/>
              <a:gd name="connsiteY7-11766" fmla="*/ 467 h 9536"/>
              <a:gd name="connsiteX8-11767" fmla="*/ 9122 w 10000"/>
              <a:gd name="connsiteY8-11768" fmla="*/ 756 h 9536"/>
              <a:gd name="connsiteX9-11769" fmla="*/ 9204 w 10000"/>
              <a:gd name="connsiteY9-11770" fmla="*/ 935 h 9536"/>
              <a:gd name="connsiteX10-11771" fmla="*/ 9342 w 10000"/>
              <a:gd name="connsiteY10-11772" fmla="*/ 1077 h 9536"/>
              <a:gd name="connsiteX11-11773" fmla="*/ 9492 w 10000"/>
              <a:gd name="connsiteY11-11774" fmla="*/ 1399 h 9536"/>
              <a:gd name="connsiteX12-11775" fmla="*/ 9630 w 10000"/>
              <a:gd name="connsiteY12-11776" fmla="*/ 1547 h 9536"/>
              <a:gd name="connsiteX13-11777" fmla="*/ 9712 w 10000"/>
              <a:gd name="connsiteY13-11778" fmla="*/ 1837 h 9536"/>
              <a:gd name="connsiteX14-11779" fmla="*/ 9849 w 10000"/>
              <a:gd name="connsiteY14-11780" fmla="*/ 2010 h 9536"/>
              <a:gd name="connsiteX15-11781" fmla="*/ 9918 w 10000"/>
              <a:gd name="connsiteY15-11782" fmla="*/ 2157 h 9536"/>
              <a:gd name="connsiteX16-11783" fmla="*/ 9918 w 10000"/>
              <a:gd name="connsiteY16-11784" fmla="*/ 2302 h 9536"/>
              <a:gd name="connsiteX17-11785" fmla="*/ 10000 w 10000"/>
              <a:gd name="connsiteY17-11786" fmla="*/ 2302 h 9536"/>
              <a:gd name="connsiteX18-11787" fmla="*/ 10000 w 10000"/>
              <a:gd name="connsiteY18-11788" fmla="*/ 2480 h 9536"/>
              <a:gd name="connsiteX19-11789" fmla="*/ 10000 w 10000"/>
              <a:gd name="connsiteY19-11790" fmla="*/ 2624 h 9536"/>
              <a:gd name="connsiteX20-11791" fmla="*/ 9918 w 10000"/>
              <a:gd name="connsiteY20-11792" fmla="*/ 2770 h 9536"/>
              <a:gd name="connsiteX21-11793" fmla="*/ 9849 w 10000"/>
              <a:gd name="connsiteY21-11794" fmla="*/ 2770 h 9536"/>
              <a:gd name="connsiteX22-11795" fmla="*/ 9781 w 10000"/>
              <a:gd name="connsiteY22-11796" fmla="*/ 2913 h 9536"/>
              <a:gd name="connsiteX23-11797" fmla="*/ 9712 w 10000"/>
              <a:gd name="connsiteY23-11798" fmla="*/ 2913 h 9536"/>
              <a:gd name="connsiteX24-11799" fmla="*/ 9712 w 10000"/>
              <a:gd name="connsiteY24-11800" fmla="*/ 3091 h 9536"/>
              <a:gd name="connsiteX25-11801" fmla="*/ 9630 w 10000"/>
              <a:gd name="connsiteY25-11802" fmla="*/ 3235 h 9536"/>
              <a:gd name="connsiteX26-11803" fmla="*/ 9561 w 10000"/>
              <a:gd name="connsiteY26-11804" fmla="*/ 3556 h 9536"/>
              <a:gd name="connsiteX27-11805" fmla="*/ 9561 w 10000"/>
              <a:gd name="connsiteY27-11806" fmla="*/ 3846 h 9536"/>
              <a:gd name="connsiteX28-11807" fmla="*/ 9492 w 10000"/>
              <a:gd name="connsiteY28-11808" fmla="*/ 4169 h 9536"/>
              <a:gd name="connsiteX29-11809" fmla="*/ 9492 w 10000"/>
              <a:gd name="connsiteY29-11810" fmla="*/ 4636 h 9536"/>
              <a:gd name="connsiteX30-11811" fmla="*/ 9492 w 10000"/>
              <a:gd name="connsiteY30-11812" fmla="*/ 4924 h 9536"/>
              <a:gd name="connsiteX31-11813" fmla="*/ 9410 w 10000"/>
              <a:gd name="connsiteY31-11814" fmla="*/ 5394 h 9536"/>
              <a:gd name="connsiteX32-11815" fmla="*/ 9410 w 10000"/>
              <a:gd name="connsiteY32-11816" fmla="*/ 6004 h 9536"/>
              <a:gd name="connsiteX33-11817" fmla="*/ 9342 w 10000"/>
              <a:gd name="connsiteY33-11818" fmla="*/ 6473 h 9536"/>
              <a:gd name="connsiteX34-11819" fmla="*/ 9273 w 10000"/>
              <a:gd name="connsiteY34-11820" fmla="*/ 7084 h 9536"/>
              <a:gd name="connsiteX35-11821" fmla="*/ 9204 w 10000"/>
              <a:gd name="connsiteY35-11822" fmla="*/ 7695 h 9536"/>
              <a:gd name="connsiteX36-11823" fmla="*/ 9122 w 10000"/>
              <a:gd name="connsiteY36-11824" fmla="*/ 8308 h 9536"/>
              <a:gd name="connsiteX37-11825" fmla="*/ 8189 w 10000"/>
              <a:gd name="connsiteY37-11826" fmla="*/ 9536 h 9536"/>
              <a:gd name="connsiteX38-11827" fmla="*/ 8189 w 10000"/>
              <a:gd name="connsiteY38-11828" fmla="*/ 8923 h 9536"/>
              <a:gd name="connsiteX39-11829" fmla="*/ 8326 w 10000"/>
              <a:gd name="connsiteY39-11830" fmla="*/ 7845 h 9536"/>
              <a:gd name="connsiteX40-11831" fmla="*/ 8409 w 10000"/>
              <a:gd name="connsiteY40-11832" fmla="*/ 6616 h 9536"/>
              <a:gd name="connsiteX41-11833" fmla="*/ 8409 w 10000"/>
              <a:gd name="connsiteY41-11834" fmla="*/ 5539 h 9536"/>
              <a:gd name="connsiteX42-11835" fmla="*/ 8477 w 10000"/>
              <a:gd name="connsiteY42-11836" fmla="*/ 4460 h 9536"/>
              <a:gd name="connsiteX43-11837" fmla="*/ 8477 w 10000"/>
              <a:gd name="connsiteY43-11838" fmla="*/ 3993 h 9536"/>
              <a:gd name="connsiteX44-11839" fmla="*/ 8477 w 10000"/>
              <a:gd name="connsiteY44-11840" fmla="*/ 3556 h 9536"/>
              <a:gd name="connsiteX45-11841" fmla="*/ 8477 w 10000"/>
              <a:gd name="connsiteY45-11842" fmla="*/ 3235 h 9536"/>
              <a:gd name="connsiteX46-11843" fmla="*/ 8477 w 10000"/>
              <a:gd name="connsiteY46-11844" fmla="*/ 2913 h 9536"/>
              <a:gd name="connsiteX47-11845" fmla="*/ 8477 w 10000"/>
              <a:gd name="connsiteY47-11846" fmla="*/ 2624 h 9536"/>
              <a:gd name="connsiteX48-11847" fmla="*/ 8477 w 10000"/>
              <a:gd name="connsiteY48-11848" fmla="*/ 2480 h 9536"/>
              <a:gd name="connsiteX49-11849" fmla="*/ 8409 w 10000"/>
              <a:gd name="connsiteY49-11850" fmla="*/ 2302 h 9536"/>
              <a:gd name="connsiteX50-11851" fmla="*/ 8409 w 10000"/>
              <a:gd name="connsiteY50-11852" fmla="*/ 2157 h 9536"/>
              <a:gd name="connsiteX51-11853" fmla="*/ 8409 w 10000"/>
              <a:gd name="connsiteY51-11854" fmla="*/ 2010 h 9536"/>
              <a:gd name="connsiteX52-11855" fmla="*/ 8326 w 10000"/>
              <a:gd name="connsiteY52-11856" fmla="*/ 2010 h 9536"/>
              <a:gd name="connsiteX53-11857" fmla="*/ 8258 w 10000"/>
              <a:gd name="connsiteY53-11858" fmla="*/ 1837 h 9536"/>
              <a:gd name="connsiteX54-11859" fmla="*/ 8258 w 10000"/>
              <a:gd name="connsiteY54-11860" fmla="*/ 1837 h 9536"/>
              <a:gd name="connsiteX55-11861" fmla="*/ 8107 w 10000"/>
              <a:gd name="connsiteY55-11862" fmla="*/ 1837 h 9536"/>
              <a:gd name="connsiteX56-11863" fmla="*/ 8038 w 10000"/>
              <a:gd name="connsiteY56-11864" fmla="*/ 1837 h 9536"/>
              <a:gd name="connsiteX57-11865" fmla="*/ 7970 w 10000"/>
              <a:gd name="connsiteY57-11866" fmla="*/ 1837 h 9536"/>
              <a:gd name="connsiteX58-11867" fmla="*/ 7819 w 10000"/>
              <a:gd name="connsiteY58-11868" fmla="*/ 1837 h 9536"/>
              <a:gd name="connsiteX59-11869" fmla="*/ 7682 w 10000"/>
              <a:gd name="connsiteY59-11870" fmla="*/ 1837 h 9536"/>
              <a:gd name="connsiteX60-11871" fmla="*/ 7462 w 10000"/>
              <a:gd name="connsiteY60-11872" fmla="*/ 1837 h 9536"/>
              <a:gd name="connsiteX61-11873" fmla="*/ 7311 w 10000"/>
              <a:gd name="connsiteY61-11874" fmla="*/ 1837 h 9536"/>
              <a:gd name="connsiteX62-11875" fmla="*/ 7092 w 10000"/>
              <a:gd name="connsiteY62-11876" fmla="*/ 1837 h 9536"/>
              <a:gd name="connsiteX63-11877" fmla="*/ 6804 w 10000"/>
              <a:gd name="connsiteY63-11878" fmla="*/ 1837 h 9536"/>
              <a:gd name="connsiteX64-11879" fmla="*/ 6516 w 10000"/>
              <a:gd name="connsiteY64-11880" fmla="*/ 2010 h 9536"/>
              <a:gd name="connsiteX65-11881" fmla="*/ 6228 w 10000"/>
              <a:gd name="connsiteY65-11882" fmla="*/ 2010 h 9536"/>
              <a:gd name="connsiteX66-11883" fmla="*/ 5871 w 10000"/>
              <a:gd name="connsiteY66-11884" fmla="*/ 2157 h 9536"/>
              <a:gd name="connsiteX67-11885" fmla="*/ 5144 w 10000"/>
              <a:gd name="connsiteY67-11886" fmla="*/ 2302 h 9536"/>
              <a:gd name="connsiteX68-11887" fmla="*/ 4417 w 10000"/>
              <a:gd name="connsiteY68-11888" fmla="*/ 2624 h 9536"/>
              <a:gd name="connsiteX69-11889" fmla="*/ 3690 w 10000"/>
              <a:gd name="connsiteY69-11890" fmla="*/ 2770 h 9536"/>
              <a:gd name="connsiteX70-11891" fmla="*/ 2963 w 10000"/>
              <a:gd name="connsiteY70-11892" fmla="*/ 2913 h 9536"/>
              <a:gd name="connsiteX71-11893" fmla="*/ 2167 w 10000"/>
              <a:gd name="connsiteY71-11894" fmla="*/ 3091 h 9536"/>
              <a:gd name="connsiteX72-11895" fmla="*/ 1454 w 10000"/>
              <a:gd name="connsiteY72-11896" fmla="*/ 3235 h 9536"/>
              <a:gd name="connsiteX73-11897" fmla="*/ 727 w 10000"/>
              <a:gd name="connsiteY73-11898" fmla="*/ 3381 h 9536"/>
              <a:gd name="connsiteX74-11899" fmla="*/ 0 w 10000"/>
              <a:gd name="connsiteY74-11900" fmla="*/ 3556 h 9536"/>
              <a:gd name="connsiteX75-11901" fmla="*/ 0 w 10000"/>
              <a:gd name="connsiteY75-11902" fmla="*/ 2624 h 9536"/>
              <a:gd name="connsiteX76-11903" fmla="*/ 576 w 10000"/>
              <a:gd name="connsiteY76-11904" fmla="*/ 2480 h 9536"/>
              <a:gd name="connsiteX77-11905" fmla="*/ 1152 w 10000"/>
              <a:gd name="connsiteY77-11906" fmla="*/ 2302 h 9536"/>
              <a:gd name="connsiteX78-11907" fmla="*/ 1660 w 10000"/>
              <a:gd name="connsiteY78-11908" fmla="*/ 2157 h 9536"/>
              <a:gd name="connsiteX79-11909" fmla="*/ 2167 w 10000"/>
              <a:gd name="connsiteY79-11910" fmla="*/ 2010 h 9536"/>
              <a:gd name="connsiteX80-11911" fmla="*/ 2675 w 10000"/>
              <a:gd name="connsiteY80-11912" fmla="*/ 2010 h 9536"/>
              <a:gd name="connsiteX81-11913" fmla="*/ 3114 w 10000"/>
              <a:gd name="connsiteY81-11914" fmla="*/ 1837 h 9536"/>
              <a:gd name="connsiteX82-11915" fmla="*/ 3553 w 10000"/>
              <a:gd name="connsiteY82-11916" fmla="*/ 1692 h 9536"/>
              <a:gd name="connsiteX83-11917" fmla="*/ 3978 w 10000"/>
              <a:gd name="connsiteY83-11918" fmla="*/ 1692 h 9536"/>
              <a:gd name="connsiteX84-11919" fmla="*/ 4348 w 10000"/>
              <a:gd name="connsiteY84-11920" fmla="*/ 1547 h 9536"/>
              <a:gd name="connsiteX85-11921" fmla="*/ 4705 w 10000"/>
              <a:gd name="connsiteY85-11922" fmla="*/ 1399 h 9536"/>
              <a:gd name="connsiteX86-11923" fmla="*/ 5075 w 10000"/>
              <a:gd name="connsiteY86-11924" fmla="*/ 1399 h 9536"/>
              <a:gd name="connsiteX87-11925" fmla="*/ 5364 w 10000"/>
              <a:gd name="connsiteY87-11926" fmla="*/ 1226 h 9536"/>
              <a:gd name="connsiteX88-11927" fmla="*/ 5720 w 10000"/>
              <a:gd name="connsiteY88-11928" fmla="*/ 1226 h 9536"/>
              <a:gd name="connsiteX89-11929" fmla="*/ 5940 w 10000"/>
              <a:gd name="connsiteY89-11930" fmla="*/ 1226 h 9536"/>
              <a:gd name="connsiteX90-11931" fmla="*/ 6228 w 10000"/>
              <a:gd name="connsiteY90-11932" fmla="*/ 1077 h 9536"/>
              <a:gd name="connsiteX91-11933" fmla="*/ 6447 w 10000"/>
              <a:gd name="connsiteY91-11934" fmla="*/ 1077 h 9536"/>
              <a:gd name="connsiteX92-11935" fmla="*/ 6804 w 10000"/>
              <a:gd name="connsiteY92-11936" fmla="*/ 935 h 9536"/>
              <a:gd name="connsiteX93-11937" fmla="*/ 7174 w 10000"/>
              <a:gd name="connsiteY93-11938" fmla="*/ 935 h 9536"/>
              <a:gd name="connsiteX94-11939" fmla="*/ 7462 w 10000"/>
              <a:gd name="connsiteY94-11940" fmla="*/ 756 h 9536"/>
              <a:gd name="connsiteX95-11941" fmla="*/ 7750 w 10000"/>
              <a:gd name="connsiteY95-11942" fmla="*/ 756 h 9536"/>
              <a:gd name="connsiteX96-11943" fmla="*/ 7901 w 10000"/>
              <a:gd name="connsiteY96-11944" fmla="*/ 616 h 9536"/>
              <a:gd name="connsiteX97-11945" fmla="*/ 8038 w 10000"/>
              <a:gd name="connsiteY97-11946" fmla="*/ 467 h 9536"/>
              <a:gd name="connsiteX98-11947" fmla="*/ 8189 w 10000"/>
              <a:gd name="connsiteY98-11948" fmla="*/ 467 h 9536"/>
              <a:gd name="connsiteX99-11949" fmla="*/ 8189 w 10000"/>
              <a:gd name="connsiteY99-11950" fmla="*/ 322 h 9536"/>
              <a:gd name="connsiteX100-11951" fmla="*/ 8189 w 10000"/>
              <a:gd name="connsiteY100-11952" fmla="*/ 322 h 9536"/>
              <a:gd name="connsiteX0-11953" fmla="*/ 8189 w 10000"/>
              <a:gd name="connsiteY0-11954" fmla="*/ 338 h 9438"/>
              <a:gd name="connsiteX1-11955" fmla="*/ 8258 w 10000"/>
              <a:gd name="connsiteY1-11956" fmla="*/ 152 h 9438"/>
              <a:gd name="connsiteX2-11957" fmla="*/ 8409 w 10000"/>
              <a:gd name="connsiteY2-11958" fmla="*/ 152 h 9438"/>
              <a:gd name="connsiteX3-11959" fmla="*/ 8477 w 10000"/>
              <a:gd name="connsiteY3-11960" fmla="*/ 0 h 9438"/>
              <a:gd name="connsiteX4-11961" fmla="*/ 8546 w 10000"/>
              <a:gd name="connsiteY4-11962" fmla="*/ 0 h 9438"/>
              <a:gd name="connsiteX5-11963" fmla="*/ 8697 w 10000"/>
              <a:gd name="connsiteY5-11964" fmla="*/ 152 h 9438"/>
              <a:gd name="connsiteX6-11965" fmla="*/ 8916 w 10000"/>
              <a:gd name="connsiteY6-11966" fmla="*/ 338 h 9438"/>
              <a:gd name="connsiteX7-11967" fmla="*/ 8985 w 10000"/>
              <a:gd name="connsiteY7-11968" fmla="*/ 490 h 9438"/>
              <a:gd name="connsiteX8-11969" fmla="*/ 9122 w 10000"/>
              <a:gd name="connsiteY8-11970" fmla="*/ 793 h 9438"/>
              <a:gd name="connsiteX9-11971" fmla="*/ 9204 w 10000"/>
              <a:gd name="connsiteY9-11972" fmla="*/ 980 h 9438"/>
              <a:gd name="connsiteX10-11973" fmla="*/ 9342 w 10000"/>
              <a:gd name="connsiteY10-11974" fmla="*/ 1129 h 9438"/>
              <a:gd name="connsiteX11-11975" fmla="*/ 9492 w 10000"/>
              <a:gd name="connsiteY11-11976" fmla="*/ 1467 h 9438"/>
              <a:gd name="connsiteX12-11977" fmla="*/ 9630 w 10000"/>
              <a:gd name="connsiteY12-11978" fmla="*/ 1622 h 9438"/>
              <a:gd name="connsiteX13-11979" fmla="*/ 9712 w 10000"/>
              <a:gd name="connsiteY13-11980" fmla="*/ 1926 h 9438"/>
              <a:gd name="connsiteX14-11981" fmla="*/ 9849 w 10000"/>
              <a:gd name="connsiteY14-11982" fmla="*/ 2108 h 9438"/>
              <a:gd name="connsiteX15-11983" fmla="*/ 9918 w 10000"/>
              <a:gd name="connsiteY15-11984" fmla="*/ 2262 h 9438"/>
              <a:gd name="connsiteX16-11985" fmla="*/ 9918 w 10000"/>
              <a:gd name="connsiteY16-11986" fmla="*/ 2414 h 9438"/>
              <a:gd name="connsiteX17-11987" fmla="*/ 10000 w 10000"/>
              <a:gd name="connsiteY17-11988" fmla="*/ 2414 h 9438"/>
              <a:gd name="connsiteX18-11989" fmla="*/ 10000 w 10000"/>
              <a:gd name="connsiteY18-11990" fmla="*/ 2601 h 9438"/>
              <a:gd name="connsiteX19-11991" fmla="*/ 10000 w 10000"/>
              <a:gd name="connsiteY19-11992" fmla="*/ 2752 h 9438"/>
              <a:gd name="connsiteX20-11993" fmla="*/ 9918 w 10000"/>
              <a:gd name="connsiteY20-11994" fmla="*/ 2905 h 9438"/>
              <a:gd name="connsiteX21-11995" fmla="*/ 9849 w 10000"/>
              <a:gd name="connsiteY21-11996" fmla="*/ 2905 h 9438"/>
              <a:gd name="connsiteX22-11997" fmla="*/ 9781 w 10000"/>
              <a:gd name="connsiteY22-11998" fmla="*/ 3055 h 9438"/>
              <a:gd name="connsiteX23-11999" fmla="*/ 9712 w 10000"/>
              <a:gd name="connsiteY23-12000" fmla="*/ 3055 h 9438"/>
              <a:gd name="connsiteX24-12001" fmla="*/ 9712 w 10000"/>
              <a:gd name="connsiteY24-12002" fmla="*/ 3241 h 9438"/>
              <a:gd name="connsiteX25-12003" fmla="*/ 9630 w 10000"/>
              <a:gd name="connsiteY25-12004" fmla="*/ 3392 h 9438"/>
              <a:gd name="connsiteX26-12005" fmla="*/ 9561 w 10000"/>
              <a:gd name="connsiteY26-12006" fmla="*/ 3729 h 9438"/>
              <a:gd name="connsiteX27-12007" fmla="*/ 9561 w 10000"/>
              <a:gd name="connsiteY27-12008" fmla="*/ 4033 h 9438"/>
              <a:gd name="connsiteX28-12009" fmla="*/ 9492 w 10000"/>
              <a:gd name="connsiteY28-12010" fmla="*/ 4372 h 9438"/>
              <a:gd name="connsiteX29-12011" fmla="*/ 9492 w 10000"/>
              <a:gd name="connsiteY29-12012" fmla="*/ 4862 h 9438"/>
              <a:gd name="connsiteX30-12013" fmla="*/ 9492 w 10000"/>
              <a:gd name="connsiteY30-12014" fmla="*/ 5164 h 9438"/>
              <a:gd name="connsiteX31-12015" fmla="*/ 9410 w 10000"/>
              <a:gd name="connsiteY31-12016" fmla="*/ 5656 h 9438"/>
              <a:gd name="connsiteX32-12017" fmla="*/ 9410 w 10000"/>
              <a:gd name="connsiteY32-12018" fmla="*/ 6296 h 9438"/>
              <a:gd name="connsiteX33-12019" fmla="*/ 9342 w 10000"/>
              <a:gd name="connsiteY33-12020" fmla="*/ 6788 h 9438"/>
              <a:gd name="connsiteX34-12021" fmla="*/ 9273 w 10000"/>
              <a:gd name="connsiteY34-12022" fmla="*/ 7429 h 9438"/>
              <a:gd name="connsiteX35-12023" fmla="*/ 9204 w 10000"/>
              <a:gd name="connsiteY35-12024" fmla="*/ 8069 h 9438"/>
              <a:gd name="connsiteX36-12025" fmla="*/ 9122 w 10000"/>
              <a:gd name="connsiteY36-12026" fmla="*/ 8712 h 9438"/>
              <a:gd name="connsiteX37-12027" fmla="*/ 8189 w 10000"/>
              <a:gd name="connsiteY37-12028" fmla="*/ 9357 h 9438"/>
              <a:gd name="connsiteX38-12029" fmla="*/ 8326 w 10000"/>
              <a:gd name="connsiteY38-12030" fmla="*/ 8227 h 9438"/>
              <a:gd name="connsiteX39-12031" fmla="*/ 8409 w 10000"/>
              <a:gd name="connsiteY39-12032" fmla="*/ 6938 h 9438"/>
              <a:gd name="connsiteX40-12033" fmla="*/ 8409 w 10000"/>
              <a:gd name="connsiteY40-12034" fmla="*/ 5809 h 9438"/>
              <a:gd name="connsiteX41-12035" fmla="*/ 8477 w 10000"/>
              <a:gd name="connsiteY41-12036" fmla="*/ 4677 h 9438"/>
              <a:gd name="connsiteX42-12037" fmla="*/ 8477 w 10000"/>
              <a:gd name="connsiteY42-12038" fmla="*/ 4187 h 9438"/>
              <a:gd name="connsiteX43-12039" fmla="*/ 8477 w 10000"/>
              <a:gd name="connsiteY43-12040" fmla="*/ 3729 h 9438"/>
              <a:gd name="connsiteX44-12041" fmla="*/ 8477 w 10000"/>
              <a:gd name="connsiteY44-12042" fmla="*/ 3392 h 9438"/>
              <a:gd name="connsiteX45-12043" fmla="*/ 8477 w 10000"/>
              <a:gd name="connsiteY45-12044" fmla="*/ 3055 h 9438"/>
              <a:gd name="connsiteX46-12045" fmla="*/ 8477 w 10000"/>
              <a:gd name="connsiteY46-12046" fmla="*/ 2752 h 9438"/>
              <a:gd name="connsiteX47-12047" fmla="*/ 8477 w 10000"/>
              <a:gd name="connsiteY47-12048" fmla="*/ 2601 h 9438"/>
              <a:gd name="connsiteX48-12049" fmla="*/ 8409 w 10000"/>
              <a:gd name="connsiteY48-12050" fmla="*/ 2414 h 9438"/>
              <a:gd name="connsiteX49-12051" fmla="*/ 8409 w 10000"/>
              <a:gd name="connsiteY49-12052" fmla="*/ 2262 h 9438"/>
              <a:gd name="connsiteX50-12053" fmla="*/ 8409 w 10000"/>
              <a:gd name="connsiteY50-12054" fmla="*/ 2108 h 9438"/>
              <a:gd name="connsiteX51-12055" fmla="*/ 8326 w 10000"/>
              <a:gd name="connsiteY51-12056" fmla="*/ 2108 h 9438"/>
              <a:gd name="connsiteX52-12057" fmla="*/ 8258 w 10000"/>
              <a:gd name="connsiteY52-12058" fmla="*/ 1926 h 9438"/>
              <a:gd name="connsiteX53-12059" fmla="*/ 8258 w 10000"/>
              <a:gd name="connsiteY53-12060" fmla="*/ 1926 h 9438"/>
              <a:gd name="connsiteX54-12061" fmla="*/ 8107 w 10000"/>
              <a:gd name="connsiteY54-12062" fmla="*/ 1926 h 9438"/>
              <a:gd name="connsiteX55-12063" fmla="*/ 8038 w 10000"/>
              <a:gd name="connsiteY55-12064" fmla="*/ 1926 h 9438"/>
              <a:gd name="connsiteX56-12065" fmla="*/ 7970 w 10000"/>
              <a:gd name="connsiteY56-12066" fmla="*/ 1926 h 9438"/>
              <a:gd name="connsiteX57-12067" fmla="*/ 7819 w 10000"/>
              <a:gd name="connsiteY57-12068" fmla="*/ 1926 h 9438"/>
              <a:gd name="connsiteX58-12069" fmla="*/ 7682 w 10000"/>
              <a:gd name="connsiteY58-12070" fmla="*/ 1926 h 9438"/>
              <a:gd name="connsiteX59-12071" fmla="*/ 7462 w 10000"/>
              <a:gd name="connsiteY59-12072" fmla="*/ 1926 h 9438"/>
              <a:gd name="connsiteX60-12073" fmla="*/ 7311 w 10000"/>
              <a:gd name="connsiteY60-12074" fmla="*/ 1926 h 9438"/>
              <a:gd name="connsiteX61-12075" fmla="*/ 7092 w 10000"/>
              <a:gd name="connsiteY61-12076" fmla="*/ 1926 h 9438"/>
              <a:gd name="connsiteX62-12077" fmla="*/ 6804 w 10000"/>
              <a:gd name="connsiteY62-12078" fmla="*/ 1926 h 9438"/>
              <a:gd name="connsiteX63-12079" fmla="*/ 6516 w 10000"/>
              <a:gd name="connsiteY63-12080" fmla="*/ 2108 h 9438"/>
              <a:gd name="connsiteX64-12081" fmla="*/ 6228 w 10000"/>
              <a:gd name="connsiteY64-12082" fmla="*/ 2108 h 9438"/>
              <a:gd name="connsiteX65-12083" fmla="*/ 5871 w 10000"/>
              <a:gd name="connsiteY65-12084" fmla="*/ 2262 h 9438"/>
              <a:gd name="connsiteX66-12085" fmla="*/ 5144 w 10000"/>
              <a:gd name="connsiteY66-12086" fmla="*/ 2414 h 9438"/>
              <a:gd name="connsiteX67-12087" fmla="*/ 4417 w 10000"/>
              <a:gd name="connsiteY67-12088" fmla="*/ 2752 h 9438"/>
              <a:gd name="connsiteX68-12089" fmla="*/ 3690 w 10000"/>
              <a:gd name="connsiteY68-12090" fmla="*/ 2905 h 9438"/>
              <a:gd name="connsiteX69-12091" fmla="*/ 2963 w 10000"/>
              <a:gd name="connsiteY69-12092" fmla="*/ 3055 h 9438"/>
              <a:gd name="connsiteX70-12093" fmla="*/ 2167 w 10000"/>
              <a:gd name="connsiteY70-12094" fmla="*/ 3241 h 9438"/>
              <a:gd name="connsiteX71-12095" fmla="*/ 1454 w 10000"/>
              <a:gd name="connsiteY71-12096" fmla="*/ 3392 h 9438"/>
              <a:gd name="connsiteX72-12097" fmla="*/ 727 w 10000"/>
              <a:gd name="connsiteY72-12098" fmla="*/ 3546 h 9438"/>
              <a:gd name="connsiteX73-12099" fmla="*/ 0 w 10000"/>
              <a:gd name="connsiteY73-12100" fmla="*/ 3729 h 9438"/>
              <a:gd name="connsiteX74-12101" fmla="*/ 0 w 10000"/>
              <a:gd name="connsiteY74-12102" fmla="*/ 2752 h 9438"/>
              <a:gd name="connsiteX75-12103" fmla="*/ 576 w 10000"/>
              <a:gd name="connsiteY75-12104" fmla="*/ 2601 h 9438"/>
              <a:gd name="connsiteX76-12105" fmla="*/ 1152 w 10000"/>
              <a:gd name="connsiteY76-12106" fmla="*/ 2414 h 9438"/>
              <a:gd name="connsiteX77-12107" fmla="*/ 1660 w 10000"/>
              <a:gd name="connsiteY77-12108" fmla="*/ 2262 h 9438"/>
              <a:gd name="connsiteX78-12109" fmla="*/ 2167 w 10000"/>
              <a:gd name="connsiteY78-12110" fmla="*/ 2108 h 9438"/>
              <a:gd name="connsiteX79-12111" fmla="*/ 2675 w 10000"/>
              <a:gd name="connsiteY79-12112" fmla="*/ 2108 h 9438"/>
              <a:gd name="connsiteX80-12113" fmla="*/ 3114 w 10000"/>
              <a:gd name="connsiteY80-12114" fmla="*/ 1926 h 9438"/>
              <a:gd name="connsiteX81-12115" fmla="*/ 3553 w 10000"/>
              <a:gd name="connsiteY81-12116" fmla="*/ 1774 h 9438"/>
              <a:gd name="connsiteX82-12117" fmla="*/ 3978 w 10000"/>
              <a:gd name="connsiteY82-12118" fmla="*/ 1774 h 9438"/>
              <a:gd name="connsiteX83-12119" fmla="*/ 4348 w 10000"/>
              <a:gd name="connsiteY83-12120" fmla="*/ 1622 h 9438"/>
              <a:gd name="connsiteX84-12121" fmla="*/ 4705 w 10000"/>
              <a:gd name="connsiteY84-12122" fmla="*/ 1467 h 9438"/>
              <a:gd name="connsiteX85-12123" fmla="*/ 5075 w 10000"/>
              <a:gd name="connsiteY85-12124" fmla="*/ 1467 h 9438"/>
              <a:gd name="connsiteX86-12125" fmla="*/ 5364 w 10000"/>
              <a:gd name="connsiteY86-12126" fmla="*/ 1286 h 9438"/>
              <a:gd name="connsiteX87-12127" fmla="*/ 5720 w 10000"/>
              <a:gd name="connsiteY87-12128" fmla="*/ 1286 h 9438"/>
              <a:gd name="connsiteX88-12129" fmla="*/ 5940 w 10000"/>
              <a:gd name="connsiteY88-12130" fmla="*/ 1286 h 9438"/>
              <a:gd name="connsiteX89-12131" fmla="*/ 6228 w 10000"/>
              <a:gd name="connsiteY89-12132" fmla="*/ 1129 h 9438"/>
              <a:gd name="connsiteX90-12133" fmla="*/ 6447 w 10000"/>
              <a:gd name="connsiteY90-12134" fmla="*/ 1129 h 9438"/>
              <a:gd name="connsiteX91-12135" fmla="*/ 6804 w 10000"/>
              <a:gd name="connsiteY91-12136" fmla="*/ 980 h 9438"/>
              <a:gd name="connsiteX92-12137" fmla="*/ 7174 w 10000"/>
              <a:gd name="connsiteY92-12138" fmla="*/ 980 h 9438"/>
              <a:gd name="connsiteX93-12139" fmla="*/ 7462 w 10000"/>
              <a:gd name="connsiteY93-12140" fmla="*/ 793 h 9438"/>
              <a:gd name="connsiteX94-12141" fmla="*/ 7750 w 10000"/>
              <a:gd name="connsiteY94-12142" fmla="*/ 793 h 9438"/>
              <a:gd name="connsiteX95-12143" fmla="*/ 7901 w 10000"/>
              <a:gd name="connsiteY95-12144" fmla="*/ 646 h 9438"/>
              <a:gd name="connsiteX96-12145" fmla="*/ 8038 w 10000"/>
              <a:gd name="connsiteY96-12146" fmla="*/ 490 h 9438"/>
              <a:gd name="connsiteX97-12147" fmla="*/ 8189 w 10000"/>
              <a:gd name="connsiteY97-12148" fmla="*/ 490 h 9438"/>
              <a:gd name="connsiteX98-12149" fmla="*/ 8189 w 10000"/>
              <a:gd name="connsiteY98-12150" fmla="*/ 338 h 9438"/>
              <a:gd name="connsiteX99-12151" fmla="*/ 8189 w 10000"/>
              <a:gd name="connsiteY99-12152" fmla="*/ 338 h 9438"/>
              <a:gd name="connsiteX0-12153" fmla="*/ 8189 w 10000"/>
              <a:gd name="connsiteY0-12154" fmla="*/ 358 h 9259"/>
              <a:gd name="connsiteX1-12155" fmla="*/ 8258 w 10000"/>
              <a:gd name="connsiteY1-12156" fmla="*/ 161 h 9259"/>
              <a:gd name="connsiteX2-12157" fmla="*/ 8409 w 10000"/>
              <a:gd name="connsiteY2-12158" fmla="*/ 161 h 9259"/>
              <a:gd name="connsiteX3-12159" fmla="*/ 8477 w 10000"/>
              <a:gd name="connsiteY3-12160" fmla="*/ 0 h 9259"/>
              <a:gd name="connsiteX4-12161" fmla="*/ 8546 w 10000"/>
              <a:gd name="connsiteY4-12162" fmla="*/ 0 h 9259"/>
              <a:gd name="connsiteX5-12163" fmla="*/ 8697 w 10000"/>
              <a:gd name="connsiteY5-12164" fmla="*/ 161 h 9259"/>
              <a:gd name="connsiteX6-12165" fmla="*/ 8916 w 10000"/>
              <a:gd name="connsiteY6-12166" fmla="*/ 358 h 9259"/>
              <a:gd name="connsiteX7-12167" fmla="*/ 8985 w 10000"/>
              <a:gd name="connsiteY7-12168" fmla="*/ 519 h 9259"/>
              <a:gd name="connsiteX8-12169" fmla="*/ 9122 w 10000"/>
              <a:gd name="connsiteY8-12170" fmla="*/ 840 h 9259"/>
              <a:gd name="connsiteX9-12171" fmla="*/ 9204 w 10000"/>
              <a:gd name="connsiteY9-12172" fmla="*/ 1038 h 9259"/>
              <a:gd name="connsiteX10-12173" fmla="*/ 9342 w 10000"/>
              <a:gd name="connsiteY10-12174" fmla="*/ 1196 h 9259"/>
              <a:gd name="connsiteX11-12175" fmla="*/ 9492 w 10000"/>
              <a:gd name="connsiteY11-12176" fmla="*/ 1554 h 9259"/>
              <a:gd name="connsiteX12-12177" fmla="*/ 9630 w 10000"/>
              <a:gd name="connsiteY12-12178" fmla="*/ 1719 h 9259"/>
              <a:gd name="connsiteX13-12179" fmla="*/ 9712 w 10000"/>
              <a:gd name="connsiteY13-12180" fmla="*/ 2041 h 9259"/>
              <a:gd name="connsiteX14-12181" fmla="*/ 9849 w 10000"/>
              <a:gd name="connsiteY14-12182" fmla="*/ 2234 h 9259"/>
              <a:gd name="connsiteX15-12183" fmla="*/ 9918 w 10000"/>
              <a:gd name="connsiteY15-12184" fmla="*/ 2397 h 9259"/>
              <a:gd name="connsiteX16-12185" fmla="*/ 9918 w 10000"/>
              <a:gd name="connsiteY16-12186" fmla="*/ 2558 h 9259"/>
              <a:gd name="connsiteX17-12187" fmla="*/ 10000 w 10000"/>
              <a:gd name="connsiteY17-12188" fmla="*/ 2558 h 9259"/>
              <a:gd name="connsiteX18-12189" fmla="*/ 10000 w 10000"/>
              <a:gd name="connsiteY18-12190" fmla="*/ 2756 h 9259"/>
              <a:gd name="connsiteX19-12191" fmla="*/ 10000 w 10000"/>
              <a:gd name="connsiteY19-12192" fmla="*/ 2916 h 9259"/>
              <a:gd name="connsiteX20-12193" fmla="*/ 9918 w 10000"/>
              <a:gd name="connsiteY20-12194" fmla="*/ 3078 h 9259"/>
              <a:gd name="connsiteX21-12195" fmla="*/ 9849 w 10000"/>
              <a:gd name="connsiteY21-12196" fmla="*/ 3078 h 9259"/>
              <a:gd name="connsiteX22-12197" fmla="*/ 9781 w 10000"/>
              <a:gd name="connsiteY22-12198" fmla="*/ 3237 h 9259"/>
              <a:gd name="connsiteX23-12199" fmla="*/ 9712 w 10000"/>
              <a:gd name="connsiteY23-12200" fmla="*/ 3237 h 9259"/>
              <a:gd name="connsiteX24-12201" fmla="*/ 9712 w 10000"/>
              <a:gd name="connsiteY24-12202" fmla="*/ 3434 h 9259"/>
              <a:gd name="connsiteX25-12203" fmla="*/ 9630 w 10000"/>
              <a:gd name="connsiteY25-12204" fmla="*/ 3594 h 9259"/>
              <a:gd name="connsiteX26-12205" fmla="*/ 9561 w 10000"/>
              <a:gd name="connsiteY26-12206" fmla="*/ 3951 h 9259"/>
              <a:gd name="connsiteX27-12207" fmla="*/ 9561 w 10000"/>
              <a:gd name="connsiteY27-12208" fmla="*/ 4273 h 9259"/>
              <a:gd name="connsiteX28-12209" fmla="*/ 9492 w 10000"/>
              <a:gd name="connsiteY28-12210" fmla="*/ 4632 h 9259"/>
              <a:gd name="connsiteX29-12211" fmla="*/ 9492 w 10000"/>
              <a:gd name="connsiteY29-12212" fmla="*/ 5152 h 9259"/>
              <a:gd name="connsiteX30-12213" fmla="*/ 9492 w 10000"/>
              <a:gd name="connsiteY30-12214" fmla="*/ 5471 h 9259"/>
              <a:gd name="connsiteX31-12215" fmla="*/ 9410 w 10000"/>
              <a:gd name="connsiteY31-12216" fmla="*/ 5993 h 9259"/>
              <a:gd name="connsiteX32-12217" fmla="*/ 9410 w 10000"/>
              <a:gd name="connsiteY32-12218" fmla="*/ 6671 h 9259"/>
              <a:gd name="connsiteX33-12219" fmla="*/ 9342 w 10000"/>
              <a:gd name="connsiteY33-12220" fmla="*/ 7192 h 9259"/>
              <a:gd name="connsiteX34-12221" fmla="*/ 9273 w 10000"/>
              <a:gd name="connsiteY34-12222" fmla="*/ 7871 h 9259"/>
              <a:gd name="connsiteX35-12223" fmla="*/ 9204 w 10000"/>
              <a:gd name="connsiteY35-12224" fmla="*/ 8549 h 9259"/>
              <a:gd name="connsiteX36-12225" fmla="*/ 9122 w 10000"/>
              <a:gd name="connsiteY36-12226" fmla="*/ 9231 h 9259"/>
              <a:gd name="connsiteX37-12227" fmla="*/ 8326 w 10000"/>
              <a:gd name="connsiteY37-12228" fmla="*/ 8717 h 9259"/>
              <a:gd name="connsiteX38-12229" fmla="*/ 8409 w 10000"/>
              <a:gd name="connsiteY38-12230" fmla="*/ 7351 h 9259"/>
              <a:gd name="connsiteX39-12231" fmla="*/ 8409 w 10000"/>
              <a:gd name="connsiteY39-12232" fmla="*/ 6155 h 9259"/>
              <a:gd name="connsiteX40-12233" fmla="*/ 8477 w 10000"/>
              <a:gd name="connsiteY40-12234" fmla="*/ 4955 h 9259"/>
              <a:gd name="connsiteX41-12235" fmla="*/ 8477 w 10000"/>
              <a:gd name="connsiteY41-12236" fmla="*/ 4436 h 9259"/>
              <a:gd name="connsiteX42-12237" fmla="*/ 8477 w 10000"/>
              <a:gd name="connsiteY42-12238" fmla="*/ 3951 h 9259"/>
              <a:gd name="connsiteX43-12239" fmla="*/ 8477 w 10000"/>
              <a:gd name="connsiteY43-12240" fmla="*/ 3594 h 9259"/>
              <a:gd name="connsiteX44-12241" fmla="*/ 8477 w 10000"/>
              <a:gd name="connsiteY44-12242" fmla="*/ 3237 h 9259"/>
              <a:gd name="connsiteX45-12243" fmla="*/ 8477 w 10000"/>
              <a:gd name="connsiteY45-12244" fmla="*/ 2916 h 9259"/>
              <a:gd name="connsiteX46-12245" fmla="*/ 8477 w 10000"/>
              <a:gd name="connsiteY46-12246" fmla="*/ 2756 h 9259"/>
              <a:gd name="connsiteX47-12247" fmla="*/ 8409 w 10000"/>
              <a:gd name="connsiteY47-12248" fmla="*/ 2558 h 9259"/>
              <a:gd name="connsiteX48-12249" fmla="*/ 8409 w 10000"/>
              <a:gd name="connsiteY48-12250" fmla="*/ 2397 h 9259"/>
              <a:gd name="connsiteX49-12251" fmla="*/ 8409 w 10000"/>
              <a:gd name="connsiteY49-12252" fmla="*/ 2234 h 9259"/>
              <a:gd name="connsiteX50-12253" fmla="*/ 8326 w 10000"/>
              <a:gd name="connsiteY50-12254" fmla="*/ 2234 h 9259"/>
              <a:gd name="connsiteX51-12255" fmla="*/ 8258 w 10000"/>
              <a:gd name="connsiteY51-12256" fmla="*/ 2041 h 9259"/>
              <a:gd name="connsiteX52-12257" fmla="*/ 8258 w 10000"/>
              <a:gd name="connsiteY52-12258" fmla="*/ 2041 h 9259"/>
              <a:gd name="connsiteX53-12259" fmla="*/ 8107 w 10000"/>
              <a:gd name="connsiteY53-12260" fmla="*/ 2041 h 9259"/>
              <a:gd name="connsiteX54-12261" fmla="*/ 8038 w 10000"/>
              <a:gd name="connsiteY54-12262" fmla="*/ 2041 h 9259"/>
              <a:gd name="connsiteX55-12263" fmla="*/ 7970 w 10000"/>
              <a:gd name="connsiteY55-12264" fmla="*/ 2041 h 9259"/>
              <a:gd name="connsiteX56-12265" fmla="*/ 7819 w 10000"/>
              <a:gd name="connsiteY56-12266" fmla="*/ 2041 h 9259"/>
              <a:gd name="connsiteX57-12267" fmla="*/ 7682 w 10000"/>
              <a:gd name="connsiteY57-12268" fmla="*/ 2041 h 9259"/>
              <a:gd name="connsiteX58-12269" fmla="*/ 7462 w 10000"/>
              <a:gd name="connsiteY58-12270" fmla="*/ 2041 h 9259"/>
              <a:gd name="connsiteX59-12271" fmla="*/ 7311 w 10000"/>
              <a:gd name="connsiteY59-12272" fmla="*/ 2041 h 9259"/>
              <a:gd name="connsiteX60-12273" fmla="*/ 7092 w 10000"/>
              <a:gd name="connsiteY60-12274" fmla="*/ 2041 h 9259"/>
              <a:gd name="connsiteX61-12275" fmla="*/ 6804 w 10000"/>
              <a:gd name="connsiteY61-12276" fmla="*/ 2041 h 9259"/>
              <a:gd name="connsiteX62-12277" fmla="*/ 6516 w 10000"/>
              <a:gd name="connsiteY62-12278" fmla="*/ 2234 h 9259"/>
              <a:gd name="connsiteX63-12279" fmla="*/ 6228 w 10000"/>
              <a:gd name="connsiteY63-12280" fmla="*/ 2234 h 9259"/>
              <a:gd name="connsiteX64-12281" fmla="*/ 5871 w 10000"/>
              <a:gd name="connsiteY64-12282" fmla="*/ 2397 h 9259"/>
              <a:gd name="connsiteX65-12283" fmla="*/ 5144 w 10000"/>
              <a:gd name="connsiteY65-12284" fmla="*/ 2558 h 9259"/>
              <a:gd name="connsiteX66-12285" fmla="*/ 4417 w 10000"/>
              <a:gd name="connsiteY66-12286" fmla="*/ 2916 h 9259"/>
              <a:gd name="connsiteX67-12287" fmla="*/ 3690 w 10000"/>
              <a:gd name="connsiteY67-12288" fmla="*/ 3078 h 9259"/>
              <a:gd name="connsiteX68-12289" fmla="*/ 2963 w 10000"/>
              <a:gd name="connsiteY68-12290" fmla="*/ 3237 h 9259"/>
              <a:gd name="connsiteX69-12291" fmla="*/ 2167 w 10000"/>
              <a:gd name="connsiteY69-12292" fmla="*/ 3434 h 9259"/>
              <a:gd name="connsiteX70-12293" fmla="*/ 1454 w 10000"/>
              <a:gd name="connsiteY70-12294" fmla="*/ 3594 h 9259"/>
              <a:gd name="connsiteX71-12295" fmla="*/ 727 w 10000"/>
              <a:gd name="connsiteY71-12296" fmla="*/ 3757 h 9259"/>
              <a:gd name="connsiteX72-12297" fmla="*/ 0 w 10000"/>
              <a:gd name="connsiteY72-12298" fmla="*/ 3951 h 9259"/>
              <a:gd name="connsiteX73-12299" fmla="*/ 0 w 10000"/>
              <a:gd name="connsiteY73-12300" fmla="*/ 2916 h 9259"/>
              <a:gd name="connsiteX74-12301" fmla="*/ 576 w 10000"/>
              <a:gd name="connsiteY74-12302" fmla="*/ 2756 h 9259"/>
              <a:gd name="connsiteX75-12303" fmla="*/ 1152 w 10000"/>
              <a:gd name="connsiteY75-12304" fmla="*/ 2558 h 9259"/>
              <a:gd name="connsiteX76-12305" fmla="*/ 1660 w 10000"/>
              <a:gd name="connsiteY76-12306" fmla="*/ 2397 h 9259"/>
              <a:gd name="connsiteX77-12307" fmla="*/ 2167 w 10000"/>
              <a:gd name="connsiteY77-12308" fmla="*/ 2234 h 9259"/>
              <a:gd name="connsiteX78-12309" fmla="*/ 2675 w 10000"/>
              <a:gd name="connsiteY78-12310" fmla="*/ 2234 h 9259"/>
              <a:gd name="connsiteX79-12311" fmla="*/ 3114 w 10000"/>
              <a:gd name="connsiteY79-12312" fmla="*/ 2041 h 9259"/>
              <a:gd name="connsiteX80-12313" fmla="*/ 3553 w 10000"/>
              <a:gd name="connsiteY80-12314" fmla="*/ 1880 h 9259"/>
              <a:gd name="connsiteX81-12315" fmla="*/ 3978 w 10000"/>
              <a:gd name="connsiteY81-12316" fmla="*/ 1880 h 9259"/>
              <a:gd name="connsiteX82-12317" fmla="*/ 4348 w 10000"/>
              <a:gd name="connsiteY82-12318" fmla="*/ 1719 h 9259"/>
              <a:gd name="connsiteX83-12319" fmla="*/ 4705 w 10000"/>
              <a:gd name="connsiteY83-12320" fmla="*/ 1554 h 9259"/>
              <a:gd name="connsiteX84-12321" fmla="*/ 5075 w 10000"/>
              <a:gd name="connsiteY84-12322" fmla="*/ 1554 h 9259"/>
              <a:gd name="connsiteX85-12323" fmla="*/ 5364 w 10000"/>
              <a:gd name="connsiteY85-12324" fmla="*/ 1363 h 9259"/>
              <a:gd name="connsiteX86-12325" fmla="*/ 5720 w 10000"/>
              <a:gd name="connsiteY86-12326" fmla="*/ 1363 h 9259"/>
              <a:gd name="connsiteX87-12327" fmla="*/ 5940 w 10000"/>
              <a:gd name="connsiteY87-12328" fmla="*/ 1363 h 9259"/>
              <a:gd name="connsiteX88-12329" fmla="*/ 6228 w 10000"/>
              <a:gd name="connsiteY88-12330" fmla="*/ 1196 h 9259"/>
              <a:gd name="connsiteX89-12331" fmla="*/ 6447 w 10000"/>
              <a:gd name="connsiteY89-12332" fmla="*/ 1196 h 9259"/>
              <a:gd name="connsiteX90-12333" fmla="*/ 6804 w 10000"/>
              <a:gd name="connsiteY90-12334" fmla="*/ 1038 h 9259"/>
              <a:gd name="connsiteX91-12335" fmla="*/ 7174 w 10000"/>
              <a:gd name="connsiteY91-12336" fmla="*/ 1038 h 9259"/>
              <a:gd name="connsiteX92-12337" fmla="*/ 7462 w 10000"/>
              <a:gd name="connsiteY92-12338" fmla="*/ 840 h 9259"/>
              <a:gd name="connsiteX93-12339" fmla="*/ 7750 w 10000"/>
              <a:gd name="connsiteY93-12340" fmla="*/ 840 h 9259"/>
              <a:gd name="connsiteX94-12341" fmla="*/ 7901 w 10000"/>
              <a:gd name="connsiteY94-12342" fmla="*/ 684 h 9259"/>
              <a:gd name="connsiteX95-12343" fmla="*/ 8038 w 10000"/>
              <a:gd name="connsiteY95-12344" fmla="*/ 519 h 9259"/>
              <a:gd name="connsiteX96-12345" fmla="*/ 8189 w 10000"/>
              <a:gd name="connsiteY96-12346" fmla="*/ 519 h 9259"/>
              <a:gd name="connsiteX97-12347" fmla="*/ 8189 w 10000"/>
              <a:gd name="connsiteY97-12348" fmla="*/ 358 h 9259"/>
              <a:gd name="connsiteX98-12349" fmla="*/ 8189 w 10000"/>
              <a:gd name="connsiteY98-12350" fmla="*/ 358 h 9259"/>
              <a:gd name="connsiteX0-12351" fmla="*/ 8189 w 10000"/>
              <a:gd name="connsiteY0-12352" fmla="*/ 387 h 9970"/>
              <a:gd name="connsiteX1-12353" fmla="*/ 8258 w 10000"/>
              <a:gd name="connsiteY1-12354" fmla="*/ 174 h 9970"/>
              <a:gd name="connsiteX2-12355" fmla="*/ 8409 w 10000"/>
              <a:gd name="connsiteY2-12356" fmla="*/ 174 h 9970"/>
              <a:gd name="connsiteX3-12357" fmla="*/ 8477 w 10000"/>
              <a:gd name="connsiteY3-12358" fmla="*/ 0 h 9970"/>
              <a:gd name="connsiteX4-12359" fmla="*/ 8546 w 10000"/>
              <a:gd name="connsiteY4-12360" fmla="*/ 0 h 9970"/>
              <a:gd name="connsiteX5-12361" fmla="*/ 8697 w 10000"/>
              <a:gd name="connsiteY5-12362" fmla="*/ 174 h 9970"/>
              <a:gd name="connsiteX6-12363" fmla="*/ 8916 w 10000"/>
              <a:gd name="connsiteY6-12364" fmla="*/ 387 h 9970"/>
              <a:gd name="connsiteX7-12365" fmla="*/ 8985 w 10000"/>
              <a:gd name="connsiteY7-12366" fmla="*/ 561 h 9970"/>
              <a:gd name="connsiteX8-12367" fmla="*/ 9122 w 10000"/>
              <a:gd name="connsiteY8-12368" fmla="*/ 907 h 9970"/>
              <a:gd name="connsiteX9-12369" fmla="*/ 9204 w 10000"/>
              <a:gd name="connsiteY9-12370" fmla="*/ 1121 h 9970"/>
              <a:gd name="connsiteX10-12371" fmla="*/ 9342 w 10000"/>
              <a:gd name="connsiteY10-12372" fmla="*/ 1292 h 9970"/>
              <a:gd name="connsiteX11-12373" fmla="*/ 9492 w 10000"/>
              <a:gd name="connsiteY11-12374" fmla="*/ 1678 h 9970"/>
              <a:gd name="connsiteX12-12375" fmla="*/ 9630 w 10000"/>
              <a:gd name="connsiteY12-12376" fmla="*/ 1857 h 9970"/>
              <a:gd name="connsiteX13-12377" fmla="*/ 9712 w 10000"/>
              <a:gd name="connsiteY13-12378" fmla="*/ 2204 h 9970"/>
              <a:gd name="connsiteX14-12379" fmla="*/ 9849 w 10000"/>
              <a:gd name="connsiteY14-12380" fmla="*/ 2413 h 9970"/>
              <a:gd name="connsiteX15-12381" fmla="*/ 9918 w 10000"/>
              <a:gd name="connsiteY15-12382" fmla="*/ 2589 h 9970"/>
              <a:gd name="connsiteX16-12383" fmla="*/ 9918 w 10000"/>
              <a:gd name="connsiteY16-12384" fmla="*/ 2763 h 9970"/>
              <a:gd name="connsiteX17-12385" fmla="*/ 10000 w 10000"/>
              <a:gd name="connsiteY17-12386" fmla="*/ 2763 h 9970"/>
              <a:gd name="connsiteX18-12387" fmla="*/ 10000 w 10000"/>
              <a:gd name="connsiteY18-12388" fmla="*/ 2977 h 9970"/>
              <a:gd name="connsiteX19-12389" fmla="*/ 10000 w 10000"/>
              <a:gd name="connsiteY19-12390" fmla="*/ 3149 h 9970"/>
              <a:gd name="connsiteX20-12391" fmla="*/ 9918 w 10000"/>
              <a:gd name="connsiteY20-12392" fmla="*/ 3324 h 9970"/>
              <a:gd name="connsiteX21-12393" fmla="*/ 9849 w 10000"/>
              <a:gd name="connsiteY21-12394" fmla="*/ 3324 h 9970"/>
              <a:gd name="connsiteX22-12395" fmla="*/ 9781 w 10000"/>
              <a:gd name="connsiteY22-12396" fmla="*/ 3496 h 9970"/>
              <a:gd name="connsiteX23-12397" fmla="*/ 9712 w 10000"/>
              <a:gd name="connsiteY23-12398" fmla="*/ 3496 h 9970"/>
              <a:gd name="connsiteX24-12399" fmla="*/ 9712 w 10000"/>
              <a:gd name="connsiteY24-12400" fmla="*/ 3709 h 9970"/>
              <a:gd name="connsiteX25-12401" fmla="*/ 9630 w 10000"/>
              <a:gd name="connsiteY25-12402" fmla="*/ 3882 h 9970"/>
              <a:gd name="connsiteX26-12403" fmla="*/ 9561 w 10000"/>
              <a:gd name="connsiteY26-12404" fmla="*/ 4267 h 9970"/>
              <a:gd name="connsiteX27-12405" fmla="*/ 9561 w 10000"/>
              <a:gd name="connsiteY27-12406" fmla="*/ 4615 h 9970"/>
              <a:gd name="connsiteX28-12407" fmla="*/ 9492 w 10000"/>
              <a:gd name="connsiteY28-12408" fmla="*/ 5003 h 9970"/>
              <a:gd name="connsiteX29-12409" fmla="*/ 9492 w 10000"/>
              <a:gd name="connsiteY29-12410" fmla="*/ 5564 h 9970"/>
              <a:gd name="connsiteX30-12411" fmla="*/ 9492 w 10000"/>
              <a:gd name="connsiteY30-12412" fmla="*/ 5909 h 9970"/>
              <a:gd name="connsiteX31-12413" fmla="*/ 9410 w 10000"/>
              <a:gd name="connsiteY31-12414" fmla="*/ 6473 h 9970"/>
              <a:gd name="connsiteX32-12415" fmla="*/ 9410 w 10000"/>
              <a:gd name="connsiteY32-12416" fmla="*/ 7205 h 9970"/>
              <a:gd name="connsiteX33-12417" fmla="*/ 9342 w 10000"/>
              <a:gd name="connsiteY33-12418" fmla="*/ 7768 h 9970"/>
              <a:gd name="connsiteX34-12419" fmla="*/ 9273 w 10000"/>
              <a:gd name="connsiteY34-12420" fmla="*/ 8501 h 9970"/>
              <a:gd name="connsiteX35-12421" fmla="*/ 9204 w 10000"/>
              <a:gd name="connsiteY35-12422" fmla="*/ 9233 h 9970"/>
              <a:gd name="connsiteX36-12423" fmla="*/ 9122 w 10000"/>
              <a:gd name="connsiteY36-12424" fmla="*/ 9970 h 9970"/>
              <a:gd name="connsiteX37-12425" fmla="*/ 8409 w 10000"/>
              <a:gd name="connsiteY37-12426" fmla="*/ 7939 h 9970"/>
              <a:gd name="connsiteX38-12427" fmla="*/ 8409 w 10000"/>
              <a:gd name="connsiteY38-12428" fmla="*/ 6648 h 9970"/>
              <a:gd name="connsiteX39-12429" fmla="*/ 8477 w 10000"/>
              <a:gd name="connsiteY39-12430" fmla="*/ 5352 h 9970"/>
              <a:gd name="connsiteX40-12431" fmla="*/ 8477 w 10000"/>
              <a:gd name="connsiteY40-12432" fmla="*/ 4791 h 9970"/>
              <a:gd name="connsiteX41-12433" fmla="*/ 8477 w 10000"/>
              <a:gd name="connsiteY41-12434" fmla="*/ 4267 h 9970"/>
              <a:gd name="connsiteX42-12435" fmla="*/ 8477 w 10000"/>
              <a:gd name="connsiteY42-12436" fmla="*/ 3882 h 9970"/>
              <a:gd name="connsiteX43-12437" fmla="*/ 8477 w 10000"/>
              <a:gd name="connsiteY43-12438" fmla="*/ 3496 h 9970"/>
              <a:gd name="connsiteX44-12439" fmla="*/ 8477 w 10000"/>
              <a:gd name="connsiteY44-12440" fmla="*/ 3149 h 9970"/>
              <a:gd name="connsiteX45-12441" fmla="*/ 8477 w 10000"/>
              <a:gd name="connsiteY45-12442" fmla="*/ 2977 h 9970"/>
              <a:gd name="connsiteX46-12443" fmla="*/ 8409 w 10000"/>
              <a:gd name="connsiteY46-12444" fmla="*/ 2763 h 9970"/>
              <a:gd name="connsiteX47-12445" fmla="*/ 8409 w 10000"/>
              <a:gd name="connsiteY47-12446" fmla="*/ 2589 h 9970"/>
              <a:gd name="connsiteX48-12447" fmla="*/ 8409 w 10000"/>
              <a:gd name="connsiteY48-12448" fmla="*/ 2413 h 9970"/>
              <a:gd name="connsiteX49-12449" fmla="*/ 8326 w 10000"/>
              <a:gd name="connsiteY49-12450" fmla="*/ 2413 h 9970"/>
              <a:gd name="connsiteX50-12451" fmla="*/ 8258 w 10000"/>
              <a:gd name="connsiteY50-12452" fmla="*/ 2204 h 9970"/>
              <a:gd name="connsiteX51-12453" fmla="*/ 8258 w 10000"/>
              <a:gd name="connsiteY51-12454" fmla="*/ 2204 h 9970"/>
              <a:gd name="connsiteX52-12455" fmla="*/ 8107 w 10000"/>
              <a:gd name="connsiteY52-12456" fmla="*/ 2204 h 9970"/>
              <a:gd name="connsiteX53-12457" fmla="*/ 8038 w 10000"/>
              <a:gd name="connsiteY53-12458" fmla="*/ 2204 h 9970"/>
              <a:gd name="connsiteX54-12459" fmla="*/ 7970 w 10000"/>
              <a:gd name="connsiteY54-12460" fmla="*/ 2204 h 9970"/>
              <a:gd name="connsiteX55-12461" fmla="*/ 7819 w 10000"/>
              <a:gd name="connsiteY55-12462" fmla="*/ 2204 h 9970"/>
              <a:gd name="connsiteX56-12463" fmla="*/ 7682 w 10000"/>
              <a:gd name="connsiteY56-12464" fmla="*/ 2204 h 9970"/>
              <a:gd name="connsiteX57-12465" fmla="*/ 7462 w 10000"/>
              <a:gd name="connsiteY57-12466" fmla="*/ 2204 h 9970"/>
              <a:gd name="connsiteX58-12467" fmla="*/ 7311 w 10000"/>
              <a:gd name="connsiteY58-12468" fmla="*/ 2204 h 9970"/>
              <a:gd name="connsiteX59-12469" fmla="*/ 7092 w 10000"/>
              <a:gd name="connsiteY59-12470" fmla="*/ 2204 h 9970"/>
              <a:gd name="connsiteX60-12471" fmla="*/ 6804 w 10000"/>
              <a:gd name="connsiteY60-12472" fmla="*/ 2204 h 9970"/>
              <a:gd name="connsiteX61-12473" fmla="*/ 6516 w 10000"/>
              <a:gd name="connsiteY61-12474" fmla="*/ 2413 h 9970"/>
              <a:gd name="connsiteX62-12475" fmla="*/ 6228 w 10000"/>
              <a:gd name="connsiteY62-12476" fmla="*/ 2413 h 9970"/>
              <a:gd name="connsiteX63-12477" fmla="*/ 5871 w 10000"/>
              <a:gd name="connsiteY63-12478" fmla="*/ 2589 h 9970"/>
              <a:gd name="connsiteX64-12479" fmla="*/ 5144 w 10000"/>
              <a:gd name="connsiteY64-12480" fmla="*/ 2763 h 9970"/>
              <a:gd name="connsiteX65-12481" fmla="*/ 4417 w 10000"/>
              <a:gd name="connsiteY65-12482" fmla="*/ 3149 h 9970"/>
              <a:gd name="connsiteX66-12483" fmla="*/ 3690 w 10000"/>
              <a:gd name="connsiteY66-12484" fmla="*/ 3324 h 9970"/>
              <a:gd name="connsiteX67-12485" fmla="*/ 2963 w 10000"/>
              <a:gd name="connsiteY67-12486" fmla="*/ 3496 h 9970"/>
              <a:gd name="connsiteX68-12487" fmla="*/ 2167 w 10000"/>
              <a:gd name="connsiteY68-12488" fmla="*/ 3709 h 9970"/>
              <a:gd name="connsiteX69-12489" fmla="*/ 1454 w 10000"/>
              <a:gd name="connsiteY69-12490" fmla="*/ 3882 h 9970"/>
              <a:gd name="connsiteX70-12491" fmla="*/ 727 w 10000"/>
              <a:gd name="connsiteY70-12492" fmla="*/ 4058 h 9970"/>
              <a:gd name="connsiteX71-12493" fmla="*/ 0 w 10000"/>
              <a:gd name="connsiteY71-12494" fmla="*/ 4267 h 9970"/>
              <a:gd name="connsiteX72-12495" fmla="*/ 0 w 10000"/>
              <a:gd name="connsiteY72-12496" fmla="*/ 3149 h 9970"/>
              <a:gd name="connsiteX73-12497" fmla="*/ 576 w 10000"/>
              <a:gd name="connsiteY73-12498" fmla="*/ 2977 h 9970"/>
              <a:gd name="connsiteX74-12499" fmla="*/ 1152 w 10000"/>
              <a:gd name="connsiteY74-12500" fmla="*/ 2763 h 9970"/>
              <a:gd name="connsiteX75-12501" fmla="*/ 1660 w 10000"/>
              <a:gd name="connsiteY75-12502" fmla="*/ 2589 h 9970"/>
              <a:gd name="connsiteX76-12503" fmla="*/ 2167 w 10000"/>
              <a:gd name="connsiteY76-12504" fmla="*/ 2413 h 9970"/>
              <a:gd name="connsiteX77-12505" fmla="*/ 2675 w 10000"/>
              <a:gd name="connsiteY77-12506" fmla="*/ 2413 h 9970"/>
              <a:gd name="connsiteX78-12507" fmla="*/ 3114 w 10000"/>
              <a:gd name="connsiteY78-12508" fmla="*/ 2204 h 9970"/>
              <a:gd name="connsiteX79-12509" fmla="*/ 3553 w 10000"/>
              <a:gd name="connsiteY79-12510" fmla="*/ 2030 h 9970"/>
              <a:gd name="connsiteX80-12511" fmla="*/ 3978 w 10000"/>
              <a:gd name="connsiteY80-12512" fmla="*/ 2030 h 9970"/>
              <a:gd name="connsiteX81-12513" fmla="*/ 4348 w 10000"/>
              <a:gd name="connsiteY81-12514" fmla="*/ 1857 h 9970"/>
              <a:gd name="connsiteX82-12515" fmla="*/ 4705 w 10000"/>
              <a:gd name="connsiteY82-12516" fmla="*/ 1678 h 9970"/>
              <a:gd name="connsiteX83-12517" fmla="*/ 5075 w 10000"/>
              <a:gd name="connsiteY83-12518" fmla="*/ 1678 h 9970"/>
              <a:gd name="connsiteX84-12519" fmla="*/ 5364 w 10000"/>
              <a:gd name="connsiteY84-12520" fmla="*/ 1472 h 9970"/>
              <a:gd name="connsiteX85-12521" fmla="*/ 5720 w 10000"/>
              <a:gd name="connsiteY85-12522" fmla="*/ 1472 h 9970"/>
              <a:gd name="connsiteX86-12523" fmla="*/ 5940 w 10000"/>
              <a:gd name="connsiteY86-12524" fmla="*/ 1472 h 9970"/>
              <a:gd name="connsiteX87-12525" fmla="*/ 6228 w 10000"/>
              <a:gd name="connsiteY87-12526" fmla="*/ 1292 h 9970"/>
              <a:gd name="connsiteX88-12527" fmla="*/ 6447 w 10000"/>
              <a:gd name="connsiteY88-12528" fmla="*/ 1292 h 9970"/>
              <a:gd name="connsiteX89-12529" fmla="*/ 6804 w 10000"/>
              <a:gd name="connsiteY89-12530" fmla="*/ 1121 h 9970"/>
              <a:gd name="connsiteX90-12531" fmla="*/ 7174 w 10000"/>
              <a:gd name="connsiteY90-12532" fmla="*/ 1121 h 9970"/>
              <a:gd name="connsiteX91-12533" fmla="*/ 7462 w 10000"/>
              <a:gd name="connsiteY91-12534" fmla="*/ 907 h 9970"/>
              <a:gd name="connsiteX92-12535" fmla="*/ 7750 w 10000"/>
              <a:gd name="connsiteY92-12536" fmla="*/ 907 h 9970"/>
              <a:gd name="connsiteX93-12537" fmla="*/ 7901 w 10000"/>
              <a:gd name="connsiteY93-12538" fmla="*/ 739 h 9970"/>
              <a:gd name="connsiteX94-12539" fmla="*/ 8038 w 10000"/>
              <a:gd name="connsiteY94-12540" fmla="*/ 561 h 9970"/>
              <a:gd name="connsiteX95-12541" fmla="*/ 8189 w 10000"/>
              <a:gd name="connsiteY95-12542" fmla="*/ 561 h 9970"/>
              <a:gd name="connsiteX96-12543" fmla="*/ 8189 w 10000"/>
              <a:gd name="connsiteY96-12544" fmla="*/ 387 h 9970"/>
              <a:gd name="connsiteX97-12545" fmla="*/ 8189 w 10000"/>
              <a:gd name="connsiteY97-12546" fmla="*/ 387 h 9970"/>
              <a:gd name="connsiteX0-12547" fmla="*/ 8189 w 10000"/>
              <a:gd name="connsiteY0-12548" fmla="*/ 388 h 9261"/>
              <a:gd name="connsiteX1-12549" fmla="*/ 8258 w 10000"/>
              <a:gd name="connsiteY1-12550" fmla="*/ 175 h 9261"/>
              <a:gd name="connsiteX2-12551" fmla="*/ 8409 w 10000"/>
              <a:gd name="connsiteY2-12552" fmla="*/ 175 h 9261"/>
              <a:gd name="connsiteX3-12553" fmla="*/ 8477 w 10000"/>
              <a:gd name="connsiteY3-12554" fmla="*/ 0 h 9261"/>
              <a:gd name="connsiteX4-12555" fmla="*/ 8546 w 10000"/>
              <a:gd name="connsiteY4-12556" fmla="*/ 0 h 9261"/>
              <a:gd name="connsiteX5-12557" fmla="*/ 8697 w 10000"/>
              <a:gd name="connsiteY5-12558" fmla="*/ 175 h 9261"/>
              <a:gd name="connsiteX6-12559" fmla="*/ 8916 w 10000"/>
              <a:gd name="connsiteY6-12560" fmla="*/ 388 h 9261"/>
              <a:gd name="connsiteX7-12561" fmla="*/ 8985 w 10000"/>
              <a:gd name="connsiteY7-12562" fmla="*/ 563 h 9261"/>
              <a:gd name="connsiteX8-12563" fmla="*/ 9122 w 10000"/>
              <a:gd name="connsiteY8-12564" fmla="*/ 910 h 9261"/>
              <a:gd name="connsiteX9-12565" fmla="*/ 9204 w 10000"/>
              <a:gd name="connsiteY9-12566" fmla="*/ 1124 h 9261"/>
              <a:gd name="connsiteX10-12567" fmla="*/ 9342 w 10000"/>
              <a:gd name="connsiteY10-12568" fmla="*/ 1296 h 9261"/>
              <a:gd name="connsiteX11-12569" fmla="*/ 9492 w 10000"/>
              <a:gd name="connsiteY11-12570" fmla="*/ 1683 h 9261"/>
              <a:gd name="connsiteX12-12571" fmla="*/ 9630 w 10000"/>
              <a:gd name="connsiteY12-12572" fmla="*/ 1863 h 9261"/>
              <a:gd name="connsiteX13-12573" fmla="*/ 9712 w 10000"/>
              <a:gd name="connsiteY13-12574" fmla="*/ 2211 h 9261"/>
              <a:gd name="connsiteX14-12575" fmla="*/ 9849 w 10000"/>
              <a:gd name="connsiteY14-12576" fmla="*/ 2420 h 9261"/>
              <a:gd name="connsiteX15-12577" fmla="*/ 9918 w 10000"/>
              <a:gd name="connsiteY15-12578" fmla="*/ 2597 h 9261"/>
              <a:gd name="connsiteX16-12579" fmla="*/ 9918 w 10000"/>
              <a:gd name="connsiteY16-12580" fmla="*/ 2771 h 9261"/>
              <a:gd name="connsiteX17-12581" fmla="*/ 10000 w 10000"/>
              <a:gd name="connsiteY17-12582" fmla="*/ 2771 h 9261"/>
              <a:gd name="connsiteX18-12583" fmla="*/ 10000 w 10000"/>
              <a:gd name="connsiteY18-12584" fmla="*/ 2986 h 9261"/>
              <a:gd name="connsiteX19-12585" fmla="*/ 10000 w 10000"/>
              <a:gd name="connsiteY19-12586" fmla="*/ 3158 h 9261"/>
              <a:gd name="connsiteX20-12587" fmla="*/ 9918 w 10000"/>
              <a:gd name="connsiteY20-12588" fmla="*/ 3334 h 9261"/>
              <a:gd name="connsiteX21-12589" fmla="*/ 9849 w 10000"/>
              <a:gd name="connsiteY21-12590" fmla="*/ 3334 h 9261"/>
              <a:gd name="connsiteX22-12591" fmla="*/ 9781 w 10000"/>
              <a:gd name="connsiteY22-12592" fmla="*/ 3507 h 9261"/>
              <a:gd name="connsiteX23-12593" fmla="*/ 9712 w 10000"/>
              <a:gd name="connsiteY23-12594" fmla="*/ 3507 h 9261"/>
              <a:gd name="connsiteX24-12595" fmla="*/ 9712 w 10000"/>
              <a:gd name="connsiteY24-12596" fmla="*/ 3720 h 9261"/>
              <a:gd name="connsiteX25-12597" fmla="*/ 9630 w 10000"/>
              <a:gd name="connsiteY25-12598" fmla="*/ 3894 h 9261"/>
              <a:gd name="connsiteX26-12599" fmla="*/ 9561 w 10000"/>
              <a:gd name="connsiteY26-12600" fmla="*/ 4280 h 9261"/>
              <a:gd name="connsiteX27-12601" fmla="*/ 9561 w 10000"/>
              <a:gd name="connsiteY27-12602" fmla="*/ 4629 h 9261"/>
              <a:gd name="connsiteX28-12603" fmla="*/ 9492 w 10000"/>
              <a:gd name="connsiteY28-12604" fmla="*/ 5018 h 9261"/>
              <a:gd name="connsiteX29-12605" fmla="*/ 9492 w 10000"/>
              <a:gd name="connsiteY29-12606" fmla="*/ 5581 h 9261"/>
              <a:gd name="connsiteX30-12607" fmla="*/ 9492 w 10000"/>
              <a:gd name="connsiteY30-12608" fmla="*/ 5927 h 9261"/>
              <a:gd name="connsiteX31-12609" fmla="*/ 9410 w 10000"/>
              <a:gd name="connsiteY31-12610" fmla="*/ 6492 h 9261"/>
              <a:gd name="connsiteX32-12611" fmla="*/ 9410 w 10000"/>
              <a:gd name="connsiteY32-12612" fmla="*/ 7227 h 9261"/>
              <a:gd name="connsiteX33-12613" fmla="*/ 9342 w 10000"/>
              <a:gd name="connsiteY33-12614" fmla="*/ 7791 h 9261"/>
              <a:gd name="connsiteX34-12615" fmla="*/ 9273 w 10000"/>
              <a:gd name="connsiteY34-12616" fmla="*/ 8527 h 9261"/>
              <a:gd name="connsiteX35-12617" fmla="*/ 9204 w 10000"/>
              <a:gd name="connsiteY35-12618" fmla="*/ 9261 h 9261"/>
              <a:gd name="connsiteX36-12619" fmla="*/ 8409 w 10000"/>
              <a:gd name="connsiteY36-12620" fmla="*/ 7963 h 9261"/>
              <a:gd name="connsiteX37-12621" fmla="*/ 8409 w 10000"/>
              <a:gd name="connsiteY37-12622" fmla="*/ 6668 h 9261"/>
              <a:gd name="connsiteX38-12623" fmla="*/ 8477 w 10000"/>
              <a:gd name="connsiteY38-12624" fmla="*/ 5368 h 9261"/>
              <a:gd name="connsiteX39-12625" fmla="*/ 8477 w 10000"/>
              <a:gd name="connsiteY39-12626" fmla="*/ 4805 h 9261"/>
              <a:gd name="connsiteX40-12627" fmla="*/ 8477 w 10000"/>
              <a:gd name="connsiteY40-12628" fmla="*/ 4280 h 9261"/>
              <a:gd name="connsiteX41-12629" fmla="*/ 8477 w 10000"/>
              <a:gd name="connsiteY41-12630" fmla="*/ 3894 h 9261"/>
              <a:gd name="connsiteX42-12631" fmla="*/ 8477 w 10000"/>
              <a:gd name="connsiteY42-12632" fmla="*/ 3507 h 9261"/>
              <a:gd name="connsiteX43-12633" fmla="*/ 8477 w 10000"/>
              <a:gd name="connsiteY43-12634" fmla="*/ 3158 h 9261"/>
              <a:gd name="connsiteX44-12635" fmla="*/ 8477 w 10000"/>
              <a:gd name="connsiteY44-12636" fmla="*/ 2986 h 9261"/>
              <a:gd name="connsiteX45-12637" fmla="*/ 8409 w 10000"/>
              <a:gd name="connsiteY45-12638" fmla="*/ 2771 h 9261"/>
              <a:gd name="connsiteX46-12639" fmla="*/ 8409 w 10000"/>
              <a:gd name="connsiteY46-12640" fmla="*/ 2597 h 9261"/>
              <a:gd name="connsiteX47-12641" fmla="*/ 8409 w 10000"/>
              <a:gd name="connsiteY47-12642" fmla="*/ 2420 h 9261"/>
              <a:gd name="connsiteX48-12643" fmla="*/ 8326 w 10000"/>
              <a:gd name="connsiteY48-12644" fmla="*/ 2420 h 9261"/>
              <a:gd name="connsiteX49-12645" fmla="*/ 8258 w 10000"/>
              <a:gd name="connsiteY49-12646" fmla="*/ 2211 h 9261"/>
              <a:gd name="connsiteX50-12647" fmla="*/ 8258 w 10000"/>
              <a:gd name="connsiteY50-12648" fmla="*/ 2211 h 9261"/>
              <a:gd name="connsiteX51-12649" fmla="*/ 8107 w 10000"/>
              <a:gd name="connsiteY51-12650" fmla="*/ 2211 h 9261"/>
              <a:gd name="connsiteX52-12651" fmla="*/ 8038 w 10000"/>
              <a:gd name="connsiteY52-12652" fmla="*/ 2211 h 9261"/>
              <a:gd name="connsiteX53-12653" fmla="*/ 7970 w 10000"/>
              <a:gd name="connsiteY53-12654" fmla="*/ 2211 h 9261"/>
              <a:gd name="connsiteX54-12655" fmla="*/ 7819 w 10000"/>
              <a:gd name="connsiteY54-12656" fmla="*/ 2211 h 9261"/>
              <a:gd name="connsiteX55-12657" fmla="*/ 7682 w 10000"/>
              <a:gd name="connsiteY55-12658" fmla="*/ 2211 h 9261"/>
              <a:gd name="connsiteX56-12659" fmla="*/ 7462 w 10000"/>
              <a:gd name="connsiteY56-12660" fmla="*/ 2211 h 9261"/>
              <a:gd name="connsiteX57-12661" fmla="*/ 7311 w 10000"/>
              <a:gd name="connsiteY57-12662" fmla="*/ 2211 h 9261"/>
              <a:gd name="connsiteX58-12663" fmla="*/ 7092 w 10000"/>
              <a:gd name="connsiteY58-12664" fmla="*/ 2211 h 9261"/>
              <a:gd name="connsiteX59-12665" fmla="*/ 6804 w 10000"/>
              <a:gd name="connsiteY59-12666" fmla="*/ 2211 h 9261"/>
              <a:gd name="connsiteX60-12667" fmla="*/ 6516 w 10000"/>
              <a:gd name="connsiteY60-12668" fmla="*/ 2420 h 9261"/>
              <a:gd name="connsiteX61-12669" fmla="*/ 6228 w 10000"/>
              <a:gd name="connsiteY61-12670" fmla="*/ 2420 h 9261"/>
              <a:gd name="connsiteX62-12671" fmla="*/ 5871 w 10000"/>
              <a:gd name="connsiteY62-12672" fmla="*/ 2597 h 9261"/>
              <a:gd name="connsiteX63-12673" fmla="*/ 5144 w 10000"/>
              <a:gd name="connsiteY63-12674" fmla="*/ 2771 h 9261"/>
              <a:gd name="connsiteX64-12675" fmla="*/ 4417 w 10000"/>
              <a:gd name="connsiteY64-12676" fmla="*/ 3158 h 9261"/>
              <a:gd name="connsiteX65-12677" fmla="*/ 3690 w 10000"/>
              <a:gd name="connsiteY65-12678" fmla="*/ 3334 h 9261"/>
              <a:gd name="connsiteX66-12679" fmla="*/ 2963 w 10000"/>
              <a:gd name="connsiteY66-12680" fmla="*/ 3507 h 9261"/>
              <a:gd name="connsiteX67-12681" fmla="*/ 2167 w 10000"/>
              <a:gd name="connsiteY67-12682" fmla="*/ 3720 h 9261"/>
              <a:gd name="connsiteX68-12683" fmla="*/ 1454 w 10000"/>
              <a:gd name="connsiteY68-12684" fmla="*/ 3894 h 9261"/>
              <a:gd name="connsiteX69-12685" fmla="*/ 727 w 10000"/>
              <a:gd name="connsiteY69-12686" fmla="*/ 4070 h 9261"/>
              <a:gd name="connsiteX70-12687" fmla="*/ 0 w 10000"/>
              <a:gd name="connsiteY70-12688" fmla="*/ 4280 h 9261"/>
              <a:gd name="connsiteX71-12689" fmla="*/ 0 w 10000"/>
              <a:gd name="connsiteY71-12690" fmla="*/ 3158 h 9261"/>
              <a:gd name="connsiteX72-12691" fmla="*/ 576 w 10000"/>
              <a:gd name="connsiteY72-12692" fmla="*/ 2986 h 9261"/>
              <a:gd name="connsiteX73-12693" fmla="*/ 1152 w 10000"/>
              <a:gd name="connsiteY73-12694" fmla="*/ 2771 h 9261"/>
              <a:gd name="connsiteX74-12695" fmla="*/ 1660 w 10000"/>
              <a:gd name="connsiteY74-12696" fmla="*/ 2597 h 9261"/>
              <a:gd name="connsiteX75-12697" fmla="*/ 2167 w 10000"/>
              <a:gd name="connsiteY75-12698" fmla="*/ 2420 h 9261"/>
              <a:gd name="connsiteX76-12699" fmla="*/ 2675 w 10000"/>
              <a:gd name="connsiteY76-12700" fmla="*/ 2420 h 9261"/>
              <a:gd name="connsiteX77-12701" fmla="*/ 3114 w 10000"/>
              <a:gd name="connsiteY77-12702" fmla="*/ 2211 h 9261"/>
              <a:gd name="connsiteX78-12703" fmla="*/ 3553 w 10000"/>
              <a:gd name="connsiteY78-12704" fmla="*/ 2036 h 9261"/>
              <a:gd name="connsiteX79-12705" fmla="*/ 3978 w 10000"/>
              <a:gd name="connsiteY79-12706" fmla="*/ 2036 h 9261"/>
              <a:gd name="connsiteX80-12707" fmla="*/ 4348 w 10000"/>
              <a:gd name="connsiteY80-12708" fmla="*/ 1863 h 9261"/>
              <a:gd name="connsiteX81-12709" fmla="*/ 4705 w 10000"/>
              <a:gd name="connsiteY81-12710" fmla="*/ 1683 h 9261"/>
              <a:gd name="connsiteX82-12711" fmla="*/ 5075 w 10000"/>
              <a:gd name="connsiteY82-12712" fmla="*/ 1683 h 9261"/>
              <a:gd name="connsiteX83-12713" fmla="*/ 5364 w 10000"/>
              <a:gd name="connsiteY83-12714" fmla="*/ 1476 h 9261"/>
              <a:gd name="connsiteX84-12715" fmla="*/ 5720 w 10000"/>
              <a:gd name="connsiteY84-12716" fmla="*/ 1476 h 9261"/>
              <a:gd name="connsiteX85-12717" fmla="*/ 5940 w 10000"/>
              <a:gd name="connsiteY85-12718" fmla="*/ 1476 h 9261"/>
              <a:gd name="connsiteX86-12719" fmla="*/ 6228 w 10000"/>
              <a:gd name="connsiteY86-12720" fmla="*/ 1296 h 9261"/>
              <a:gd name="connsiteX87-12721" fmla="*/ 6447 w 10000"/>
              <a:gd name="connsiteY87-12722" fmla="*/ 1296 h 9261"/>
              <a:gd name="connsiteX88-12723" fmla="*/ 6804 w 10000"/>
              <a:gd name="connsiteY88-12724" fmla="*/ 1124 h 9261"/>
              <a:gd name="connsiteX89-12725" fmla="*/ 7174 w 10000"/>
              <a:gd name="connsiteY89-12726" fmla="*/ 1124 h 9261"/>
              <a:gd name="connsiteX90-12727" fmla="*/ 7462 w 10000"/>
              <a:gd name="connsiteY90-12728" fmla="*/ 910 h 9261"/>
              <a:gd name="connsiteX91-12729" fmla="*/ 7750 w 10000"/>
              <a:gd name="connsiteY91-12730" fmla="*/ 910 h 9261"/>
              <a:gd name="connsiteX92-12731" fmla="*/ 7901 w 10000"/>
              <a:gd name="connsiteY92-12732" fmla="*/ 741 h 9261"/>
              <a:gd name="connsiteX93-12733" fmla="*/ 8038 w 10000"/>
              <a:gd name="connsiteY93-12734" fmla="*/ 563 h 9261"/>
              <a:gd name="connsiteX94-12735" fmla="*/ 8189 w 10000"/>
              <a:gd name="connsiteY94-12736" fmla="*/ 563 h 9261"/>
              <a:gd name="connsiteX95-12737" fmla="*/ 8189 w 10000"/>
              <a:gd name="connsiteY95-12738" fmla="*/ 388 h 9261"/>
              <a:gd name="connsiteX96-12739" fmla="*/ 8189 w 10000"/>
              <a:gd name="connsiteY96-12740" fmla="*/ 388 h 9261"/>
              <a:gd name="connsiteX0-12741" fmla="*/ 8189 w 10000"/>
              <a:gd name="connsiteY0-12742" fmla="*/ 419 h 9238"/>
              <a:gd name="connsiteX1-12743" fmla="*/ 8258 w 10000"/>
              <a:gd name="connsiteY1-12744" fmla="*/ 189 h 9238"/>
              <a:gd name="connsiteX2-12745" fmla="*/ 8409 w 10000"/>
              <a:gd name="connsiteY2-12746" fmla="*/ 189 h 9238"/>
              <a:gd name="connsiteX3-12747" fmla="*/ 8477 w 10000"/>
              <a:gd name="connsiteY3-12748" fmla="*/ 0 h 9238"/>
              <a:gd name="connsiteX4-12749" fmla="*/ 8546 w 10000"/>
              <a:gd name="connsiteY4-12750" fmla="*/ 0 h 9238"/>
              <a:gd name="connsiteX5-12751" fmla="*/ 8697 w 10000"/>
              <a:gd name="connsiteY5-12752" fmla="*/ 189 h 9238"/>
              <a:gd name="connsiteX6-12753" fmla="*/ 8916 w 10000"/>
              <a:gd name="connsiteY6-12754" fmla="*/ 419 h 9238"/>
              <a:gd name="connsiteX7-12755" fmla="*/ 8985 w 10000"/>
              <a:gd name="connsiteY7-12756" fmla="*/ 608 h 9238"/>
              <a:gd name="connsiteX8-12757" fmla="*/ 9122 w 10000"/>
              <a:gd name="connsiteY8-12758" fmla="*/ 983 h 9238"/>
              <a:gd name="connsiteX9-12759" fmla="*/ 9204 w 10000"/>
              <a:gd name="connsiteY9-12760" fmla="*/ 1214 h 9238"/>
              <a:gd name="connsiteX10-12761" fmla="*/ 9342 w 10000"/>
              <a:gd name="connsiteY10-12762" fmla="*/ 1399 h 9238"/>
              <a:gd name="connsiteX11-12763" fmla="*/ 9492 w 10000"/>
              <a:gd name="connsiteY11-12764" fmla="*/ 1817 h 9238"/>
              <a:gd name="connsiteX12-12765" fmla="*/ 9630 w 10000"/>
              <a:gd name="connsiteY12-12766" fmla="*/ 2012 h 9238"/>
              <a:gd name="connsiteX13-12767" fmla="*/ 9712 w 10000"/>
              <a:gd name="connsiteY13-12768" fmla="*/ 2387 h 9238"/>
              <a:gd name="connsiteX14-12769" fmla="*/ 9849 w 10000"/>
              <a:gd name="connsiteY14-12770" fmla="*/ 2613 h 9238"/>
              <a:gd name="connsiteX15-12771" fmla="*/ 9918 w 10000"/>
              <a:gd name="connsiteY15-12772" fmla="*/ 2804 h 9238"/>
              <a:gd name="connsiteX16-12773" fmla="*/ 9918 w 10000"/>
              <a:gd name="connsiteY16-12774" fmla="*/ 2992 h 9238"/>
              <a:gd name="connsiteX17-12775" fmla="*/ 10000 w 10000"/>
              <a:gd name="connsiteY17-12776" fmla="*/ 2992 h 9238"/>
              <a:gd name="connsiteX18-12777" fmla="*/ 10000 w 10000"/>
              <a:gd name="connsiteY18-12778" fmla="*/ 3224 h 9238"/>
              <a:gd name="connsiteX19-12779" fmla="*/ 10000 w 10000"/>
              <a:gd name="connsiteY19-12780" fmla="*/ 3410 h 9238"/>
              <a:gd name="connsiteX20-12781" fmla="*/ 9918 w 10000"/>
              <a:gd name="connsiteY20-12782" fmla="*/ 3600 h 9238"/>
              <a:gd name="connsiteX21-12783" fmla="*/ 9849 w 10000"/>
              <a:gd name="connsiteY21-12784" fmla="*/ 3600 h 9238"/>
              <a:gd name="connsiteX22-12785" fmla="*/ 9781 w 10000"/>
              <a:gd name="connsiteY22-12786" fmla="*/ 3787 h 9238"/>
              <a:gd name="connsiteX23-12787" fmla="*/ 9712 w 10000"/>
              <a:gd name="connsiteY23-12788" fmla="*/ 3787 h 9238"/>
              <a:gd name="connsiteX24-12789" fmla="*/ 9712 w 10000"/>
              <a:gd name="connsiteY24-12790" fmla="*/ 4017 h 9238"/>
              <a:gd name="connsiteX25-12791" fmla="*/ 9630 w 10000"/>
              <a:gd name="connsiteY25-12792" fmla="*/ 4205 h 9238"/>
              <a:gd name="connsiteX26-12793" fmla="*/ 9561 w 10000"/>
              <a:gd name="connsiteY26-12794" fmla="*/ 4622 h 9238"/>
              <a:gd name="connsiteX27-12795" fmla="*/ 9561 w 10000"/>
              <a:gd name="connsiteY27-12796" fmla="*/ 4998 h 9238"/>
              <a:gd name="connsiteX28-12797" fmla="*/ 9492 w 10000"/>
              <a:gd name="connsiteY28-12798" fmla="*/ 5418 h 9238"/>
              <a:gd name="connsiteX29-12799" fmla="*/ 9492 w 10000"/>
              <a:gd name="connsiteY29-12800" fmla="*/ 6026 h 9238"/>
              <a:gd name="connsiteX30-12801" fmla="*/ 9492 w 10000"/>
              <a:gd name="connsiteY30-12802" fmla="*/ 6400 h 9238"/>
              <a:gd name="connsiteX31-12803" fmla="*/ 9410 w 10000"/>
              <a:gd name="connsiteY31-12804" fmla="*/ 7010 h 9238"/>
              <a:gd name="connsiteX32-12805" fmla="*/ 9410 w 10000"/>
              <a:gd name="connsiteY32-12806" fmla="*/ 7804 h 9238"/>
              <a:gd name="connsiteX33-12807" fmla="*/ 9342 w 10000"/>
              <a:gd name="connsiteY33-12808" fmla="*/ 8413 h 9238"/>
              <a:gd name="connsiteX34-12809" fmla="*/ 9273 w 10000"/>
              <a:gd name="connsiteY34-12810" fmla="*/ 9207 h 9238"/>
              <a:gd name="connsiteX35-12811" fmla="*/ 8409 w 10000"/>
              <a:gd name="connsiteY35-12812" fmla="*/ 8598 h 9238"/>
              <a:gd name="connsiteX36-12813" fmla="*/ 8409 w 10000"/>
              <a:gd name="connsiteY36-12814" fmla="*/ 7200 h 9238"/>
              <a:gd name="connsiteX37-12815" fmla="*/ 8477 w 10000"/>
              <a:gd name="connsiteY37-12816" fmla="*/ 5796 h 9238"/>
              <a:gd name="connsiteX38-12817" fmla="*/ 8477 w 10000"/>
              <a:gd name="connsiteY38-12818" fmla="*/ 5188 h 9238"/>
              <a:gd name="connsiteX39-12819" fmla="*/ 8477 w 10000"/>
              <a:gd name="connsiteY39-12820" fmla="*/ 4622 h 9238"/>
              <a:gd name="connsiteX40-12821" fmla="*/ 8477 w 10000"/>
              <a:gd name="connsiteY40-12822" fmla="*/ 4205 h 9238"/>
              <a:gd name="connsiteX41-12823" fmla="*/ 8477 w 10000"/>
              <a:gd name="connsiteY41-12824" fmla="*/ 3787 h 9238"/>
              <a:gd name="connsiteX42-12825" fmla="*/ 8477 w 10000"/>
              <a:gd name="connsiteY42-12826" fmla="*/ 3410 h 9238"/>
              <a:gd name="connsiteX43-12827" fmla="*/ 8477 w 10000"/>
              <a:gd name="connsiteY43-12828" fmla="*/ 3224 h 9238"/>
              <a:gd name="connsiteX44-12829" fmla="*/ 8409 w 10000"/>
              <a:gd name="connsiteY44-12830" fmla="*/ 2992 h 9238"/>
              <a:gd name="connsiteX45-12831" fmla="*/ 8409 w 10000"/>
              <a:gd name="connsiteY45-12832" fmla="*/ 2804 h 9238"/>
              <a:gd name="connsiteX46-12833" fmla="*/ 8409 w 10000"/>
              <a:gd name="connsiteY46-12834" fmla="*/ 2613 h 9238"/>
              <a:gd name="connsiteX47-12835" fmla="*/ 8326 w 10000"/>
              <a:gd name="connsiteY47-12836" fmla="*/ 2613 h 9238"/>
              <a:gd name="connsiteX48-12837" fmla="*/ 8258 w 10000"/>
              <a:gd name="connsiteY48-12838" fmla="*/ 2387 h 9238"/>
              <a:gd name="connsiteX49-12839" fmla="*/ 8258 w 10000"/>
              <a:gd name="connsiteY49-12840" fmla="*/ 2387 h 9238"/>
              <a:gd name="connsiteX50-12841" fmla="*/ 8107 w 10000"/>
              <a:gd name="connsiteY50-12842" fmla="*/ 2387 h 9238"/>
              <a:gd name="connsiteX51-12843" fmla="*/ 8038 w 10000"/>
              <a:gd name="connsiteY51-12844" fmla="*/ 2387 h 9238"/>
              <a:gd name="connsiteX52-12845" fmla="*/ 7970 w 10000"/>
              <a:gd name="connsiteY52-12846" fmla="*/ 2387 h 9238"/>
              <a:gd name="connsiteX53-12847" fmla="*/ 7819 w 10000"/>
              <a:gd name="connsiteY53-12848" fmla="*/ 2387 h 9238"/>
              <a:gd name="connsiteX54-12849" fmla="*/ 7682 w 10000"/>
              <a:gd name="connsiteY54-12850" fmla="*/ 2387 h 9238"/>
              <a:gd name="connsiteX55-12851" fmla="*/ 7462 w 10000"/>
              <a:gd name="connsiteY55-12852" fmla="*/ 2387 h 9238"/>
              <a:gd name="connsiteX56-12853" fmla="*/ 7311 w 10000"/>
              <a:gd name="connsiteY56-12854" fmla="*/ 2387 h 9238"/>
              <a:gd name="connsiteX57-12855" fmla="*/ 7092 w 10000"/>
              <a:gd name="connsiteY57-12856" fmla="*/ 2387 h 9238"/>
              <a:gd name="connsiteX58-12857" fmla="*/ 6804 w 10000"/>
              <a:gd name="connsiteY58-12858" fmla="*/ 2387 h 9238"/>
              <a:gd name="connsiteX59-12859" fmla="*/ 6516 w 10000"/>
              <a:gd name="connsiteY59-12860" fmla="*/ 2613 h 9238"/>
              <a:gd name="connsiteX60-12861" fmla="*/ 6228 w 10000"/>
              <a:gd name="connsiteY60-12862" fmla="*/ 2613 h 9238"/>
              <a:gd name="connsiteX61-12863" fmla="*/ 5871 w 10000"/>
              <a:gd name="connsiteY61-12864" fmla="*/ 2804 h 9238"/>
              <a:gd name="connsiteX62-12865" fmla="*/ 5144 w 10000"/>
              <a:gd name="connsiteY62-12866" fmla="*/ 2992 h 9238"/>
              <a:gd name="connsiteX63-12867" fmla="*/ 4417 w 10000"/>
              <a:gd name="connsiteY63-12868" fmla="*/ 3410 h 9238"/>
              <a:gd name="connsiteX64-12869" fmla="*/ 3690 w 10000"/>
              <a:gd name="connsiteY64-12870" fmla="*/ 3600 h 9238"/>
              <a:gd name="connsiteX65-12871" fmla="*/ 2963 w 10000"/>
              <a:gd name="connsiteY65-12872" fmla="*/ 3787 h 9238"/>
              <a:gd name="connsiteX66-12873" fmla="*/ 2167 w 10000"/>
              <a:gd name="connsiteY66-12874" fmla="*/ 4017 h 9238"/>
              <a:gd name="connsiteX67-12875" fmla="*/ 1454 w 10000"/>
              <a:gd name="connsiteY67-12876" fmla="*/ 4205 h 9238"/>
              <a:gd name="connsiteX68-12877" fmla="*/ 727 w 10000"/>
              <a:gd name="connsiteY68-12878" fmla="*/ 4395 h 9238"/>
              <a:gd name="connsiteX69-12879" fmla="*/ 0 w 10000"/>
              <a:gd name="connsiteY69-12880" fmla="*/ 4622 h 9238"/>
              <a:gd name="connsiteX70-12881" fmla="*/ 0 w 10000"/>
              <a:gd name="connsiteY70-12882" fmla="*/ 3410 h 9238"/>
              <a:gd name="connsiteX71-12883" fmla="*/ 576 w 10000"/>
              <a:gd name="connsiteY71-12884" fmla="*/ 3224 h 9238"/>
              <a:gd name="connsiteX72-12885" fmla="*/ 1152 w 10000"/>
              <a:gd name="connsiteY72-12886" fmla="*/ 2992 h 9238"/>
              <a:gd name="connsiteX73-12887" fmla="*/ 1660 w 10000"/>
              <a:gd name="connsiteY73-12888" fmla="*/ 2804 h 9238"/>
              <a:gd name="connsiteX74-12889" fmla="*/ 2167 w 10000"/>
              <a:gd name="connsiteY74-12890" fmla="*/ 2613 h 9238"/>
              <a:gd name="connsiteX75-12891" fmla="*/ 2675 w 10000"/>
              <a:gd name="connsiteY75-12892" fmla="*/ 2613 h 9238"/>
              <a:gd name="connsiteX76-12893" fmla="*/ 3114 w 10000"/>
              <a:gd name="connsiteY76-12894" fmla="*/ 2387 h 9238"/>
              <a:gd name="connsiteX77-12895" fmla="*/ 3553 w 10000"/>
              <a:gd name="connsiteY77-12896" fmla="*/ 2198 h 9238"/>
              <a:gd name="connsiteX78-12897" fmla="*/ 3978 w 10000"/>
              <a:gd name="connsiteY78-12898" fmla="*/ 2198 h 9238"/>
              <a:gd name="connsiteX79-12899" fmla="*/ 4348 w 10000"/>
              <a:gd name="connsiteY79-12900" fmla="*/ 2012 h 9238"/>
              <a:gd name="connsiteX80-12901" fmla="*/ 4705 w 10000"/>
              <a:gd name="connsiteY80-12902" fmla="*/ 1817 h 9238"/>
              <a:gd name="connsiteX81-12903" fmla="*/ 5075 w 10000"/>
              <a:gd name="connsiteY81-12904" fmla="*/ 1817 h 9238"/>
              <a:gd name="connsiteX82-12905" fmla="*/ 5364 w 10000"/>
              <a:gd name="connsiteY82-12906" fmla="*/ 1594 h 9238"/>
              <a:gd name="connsiteX83-12907" fmla="*/ 5720 w 10000"/>
              <a:gd name="connsiteY83-12908" fmla="*/ 1594 h 9238"/>
              <a:gd name="connsiteX84-12909" fmla="*/ 5940 w 10000"/>
              <a:gd name="connsiteY84-12910" fmla="*/ 1594 h 9238"/>
              <a:gd name="connsiteX85-12911" fmla="*/ 6228 w 10000"/>
              <a:gd name="connsiteY85-12912" fmla="*/ 1399 h 9238"/>
              <a:gd name="connsiteX86-12913" fmla="*/ 6447 w 10000"/>
              <a:gd name="connsiteY86-12914" fmla="*/ 1399 h 9238"/>
              <a:gd name="connsiteX87-12915" fmla="*/ 6804 w 10000"/>
              <a:gd name="connsiteY87-12916" fmla="*/ 1214 h 9238"/>
              <a:gd name="connsiteX88-12917" fmla="*/ 7174 w 10000"/>
              <a:gd name="connsiteY88-12918" fmla="*/ 1214 h 9238"/>
              <a:gd name="connsiteX89-12919" fmla="*/ 7462 w 10000"/>
              <a:gd name="connsiteY89-12920" fmla="*/ 983 h 9238"/>
              <a:gd name="connsiteX90-12921" fmla="*/ 7750 w 10000"/>
              <a:gd name="connsiteY90-12922" fmla="*/ 983 h 9238"/>
              <a:gd name="connsiteX91-12923" fmla="*/ 7901 w 10000"/>
              <a:gd name="connsiteY91-12924" fmla="*/ 800 h 9238"/>
              <a:gd name="connsiteX92-12925" fmla="*/ 8038 w 10000"/>
              <a:gd name="connsiteY92-12926" fmla="*/ 608 h 9238"/>
              <a:gd name="connsiteX93-12927" fmla="*/ 8189 w 10000"/>
              <a:gd name="connsiteY93-12928" fmla="*/ 608 h 9238"/>
              <a:gd name="connsiteX94-12929" fmla="*/ 8189 w 10000"/>
              <a:gd name="connsiteY94-12930" fmla="*/ 419 h 9238"/>
              <a:gd name="connsiteX95-12931" fmla="*/ 8189 w 10000"/>
              <a:gd name="connsiteY95-12932" fmla="*/ 419 h 9238"/>
              <a:gd name="connsiteX0-12933" fmla="*/ 8189 w 10000"/>
              <a:gd name="connsiteY0-12934" fmla="*/ 454 h 9526"/>
              <a:gd name="connsiteX1-12935" fmla="*/ 8258 w 10000"/>
              <a:gd name="connsiteY1-12936" fmla="*/ 205 h 9526"/>
              <a:gd name="connsiteX2-12937" fmla="*/ 8409 w 10000"/>
              <a:gd name="connsiteY2-12938" fmla="*/ 205 h 9526"/>
              <a:gd name="connsiteX3-12939" fmla="*/ 8477 w 10000"/>
              <a:gd name="connsiteY3-12940" fmla="*/ 0 h 9526"/>
              <a:gd name="connsiteX4-12941" fmla="*/ 8546 w 10000"/>
              <a:gd name="connsiteY4-12942" fmla="*/ 0 h 9526"/>
              <a:gd name="connsiteX5-12943" fmla="*/ 8697 w 10000"/>
              <a:gd name="connsiteY5-12944" fmla="*/ 205 h 9526"/>
              <a:gd name="connsiteX6-12945" fmla="*/ 8916 w 10000"/>
              <a:gd name="connsiteY6-12946" fmla="*/ 454 h 9526"/>
              <a:gd name="connsiteX7-12947" fmla="*/ 8985 w 10000"/>
              <a:gd name="connsiteY7-12948" fmla="*/ 658 h 9526"/>
              <a:gd name="connsiteX8-12949" fmla="*/ 9122 w 10000"/>
              <a:gd name="connsiteY8-12950" fmla="*/ 1064 h 9526"/>
              <a:gd name="connsiteX9-12951" fmla="*/ 9204 w 10000"/>
              <a:gd name="connsiteY9-12952" fmla="*/ 1314 h 9526"/>
              <a:gd name="connsiteX10-12953" fmla="*/ 9342 w 10000"/>
              <a:gd name="connsiteY10-12954" fmla="*/ 1514 h 9526"/>
              <a:gd name="connsiteX11-12955" fmla="*/ 9492 w 10000"/>
              <a:gd name="connsiteY11-12956" fmla="*/ 1967 h 9526"/>
              <a:gd name="connsiteX12-12957" fmla="*/ 9630 w 10000"/>
              <a:gd name="connsiteY12-12958" fmla="*/ 2178 h 9526"/>
              <a:gd name="connsiteX13-12959" fmla="*/ 9712 w 10000"/>
              <a:gd name="connsiteY13-12960" fmla="*/ 2584 h 9526"/>
              <a:gd name="connsiteX14-12961" fmla="*/ 9849 w 10000"/>
              <a:gd name="connsiteY14-12962" fmla="*/ 2829 h 9526"/>
              <a:gd name="connsiteX15-12963" fmla="*/ 9918 w 10000"/>
              <a:gd name="connsiteY15-12964" fmla="*/ 3035 h 9526"/>
              <a:gd name="connsiteX16-12965" fmla="*/ 9918 w 10000"/>
              <a:gd name="connsiteY16-12966" fmla="*/ 3239 h 9526"/>
              <a:gd name="connsiteX17-12967" fmla="*/ 10000 w 10000"/>
              <a:gd name="connsiteY17-12968" fmla="*/ 3239 h 9526"/>
              <a:gd name="connsiteX18-12969" fmla="*/ 10000 w 10000"/>
              <a:gd name="connsiteY18-12970" fmla="*/ 3490 h 9526"/>
              <a:gd name="connsiteX19-12971" fmla="*/ 10000 w 10000"/>
              <a:gd name="connsiteY19-12972" fmla="*/ 3691 h 9526"/>
              <a:gd name="connsiteX20-12973" fmla="*/ 9918 w 10000"/>
              <a:gd name="connsiteY20-12974" fmla="*/ 3897 h 9526"/>
              <a:gd name="connsiteX21-12975" fmla="*/ 9849 w 10000"/>
              <a:gd name="connsiteY21-12976" fmla="*/ 3897 h 9526"/>
              <a:gd name="connsiteX22-12977" fmla="*/ 9781 w 10000"/>
              <a:gd name="connsiteY22-12978" fmla="*/ 4099 h 9526"/>
              <a:gd name="connsiteX23-12979" fmla="*/ 9712 w 10000"/>
              <a:gd name="connsiteY23-12980" fmla="*/ 4099 h 9526"/>
              <a:gd name="connsiteX24-12981" fmla="*/ 9712 w 10000"/>
              <a:gd name="connsiteY24-12982" fmla="*/ 4348 h 9526"/>
              <a:gd name="connsiteX25-12983" fmla="*/ 9630 w 10000"/>
              <a:gd name="connsiteY25-12984" fmla="*/ 4552 h 9526"/>
              <a:gd name="connsiteX26-12985" fmla="*/ 9561 w 10000"/>
              <a:gd name="connsiteY26-12986" fmla="*/ 5003 h 9526"/>
              <a:gd name="connsiteX27-12987" fmla="*/ 9561 w 10000"/>
              <a:gd name="connsiteY27-12988" fmla="*/ 5410 h 9526"/>
              <a:gd name="connsiteX28-12989" fmla="*/ 9492 w 10000"/>
              <a:gd name="connsiteY28-12990" fmla="*/ 5865 h 9526"/>
              <a:gd name="connsiteX29-12991" fmla="*/ 9492 w 10000"/>
              <a:gd name="connsiteY29-12992" fmla="*/ 6523 h 9526"/>
              <a:gd name="connsiteX30-12993" fmla="*/ 9492 w 10000"/>
              <a:gd name="connsiteY30-12994" fmla="*/ 6928 h 9526"/>
              <a:gd name="connsiteX31-12995" fmla="*/ 9410 w 10000"/>
              <a:gd name="connsiteY31-12996" fmla="*/ 7588 h 9526"/>
              <a:gd name="connsiteX32-12997" fmla="*/ 9410 w 10000"/>
              <a:gd name="connsiteY32-12998" fmla="*/ 8448 h 9526"/>
              <a:gd name="connsiteX33-12999" fmla="*/ 9342 w 10000"/>
              <a:gd name="connsiteY33-13000" fmla="*/ 9107 h 9526"/>
              <a:gd name="connsiteX34-13001" fmla="*/ 8409 w 10000"/>
              <a:gd name="connsiteY34-13002" fmla="*/ 9307 h 9526"/>
              <a:gd name="connsiteX35-13003" fmla="*/ 8409 w 10000"/>
              <a:gd name="connsiteY35-13004" fmla="*/ 7794 h 9526"/>
              <a:gd name="connsiteX36-13005" fmla="*/ 8477 w 10000"/>
              <a:gd name="connsiteY36-13006" fmla="*/ 6274 h 9526"/>
              <a:gd name="connsiteX37-13007" fmla="*/ 8477 w 10000"/>
              <a:gd name="connsiteY37-13008" fmla="*/ 5616 h 9526"/>
              <a:gd name="connsiteX38-13009" fmla="*/ 8477 w 10000"/>
              <a:gd name="connsiteY38-13010" fmla="*/ 5003 h 9526"/>
              <a:gd name="connsiteX39-13011" fmla="*/ 8477 w 10000"/>
              <a:gd name="connsiteY39-13012" fmla="*/ 4552 h 9526"/>
              <a:gd name="connsiteX40-13013" fmla="*/ 8477 w 10000"/>
              <a:gd name="connsiteY40-13014" fmla="*/ 4099 h 9526"/>
              <a:gd name="connsiteX41-13015" fmla="*/ 8477 w 10000"/>
              <a:gd name="connsiteY41-13016" fmla="*/ 3691 h 9526"/>
              <a:gd name="connsiteX42-13017" fmla="*/ 8477 w 10000"/>
              <a:gd name="connsiteY42-13018" fmla="*/ 3490 h 9526"/>
              <a:gd name="connsiteX43-13019" fmla="*/ 8409 w 10000"/>
              <a:gd name="connsiteY43-13020" fmla="*/ 3239 h 9526"/>
              <a:gd name="connsiteX44-13021" fmla="*/ 8409 w 10000"/>
              <a:gd name="connsiteY44-13022" fmla="*/ 3035 h 9526"/>
              <a:gd name="connsiteX45-13023" fmla="*/ 8409 w 10000"/>
              <a:gd name="connsiteY45-13024" fmla="*/ 2829 h 9526"/>
              <a:gd name="connsiteX46-13025" fmla="*/ 8326 w 10000"/>
              <a:gd name="connsiteY46-13026" fmla="*/ 2829 h 9526"/>
              <a:gd name="connsiteX47-13027" fmla="*/ 8258 w 10000"/>
              <a:gd name="connsiteY47-13028" fmla="*/ 2584 h 9526"/>
              <a:gd name="connsiteX48-13029" fmla="*/ 8258 w 10000"/>
              <a:gd name="connsiteY48-13030" fmla="*/ 2584 h 9526"/>
              <a:gd name="connsiteX49-13031" fmla="*/ 8107 w 10000"/>
              <a:gd name="connsiteY49-13032" fmla="*/ 2584 h 9526"/>
              <a:gd name="connsiteX50-13033" fmla="*/ 8038 w 10000"/>
              <a:gd name="connsiteY50-13034" fmla="*/ 2584 h 9526"/>
              <a:gd name="connsiteX51-13035" fmla="*/ 7970 w 10000"/>
              <a:gd name="connsiteY51-13036" fmla="*/ 2584 h 9526"/>
              <a:gd name="connsiteX52-13037" fmla="*/ 7819 w 10000"/>
              <a:gd name="connsiteY52-13038" fmla="*/ 2584 h 9526"/>
              <a:gd name="connsiteX53-13039" fmla="*/ 7682 w 10000"/>
              <a:gd name="connsiteY53-13040" fmla="*/ 2584 h 9526"/>
              <a:gd name="connsiteX54-13041" fmla="*/ 7462 w 10000"/>
              <a:gd name="connsiteY54-13042" fmla="*/ 2584 h 9526"/>
              <a:gd name="connsiteX55-13043" fmla="*/ 7311 w 10000"/>
              <a:gd name="connsiteY55-13044" fmla="*/ 2584 h 9526"/>
              <a:gd name="connsiteX56-13045" fmla="*/ 7092 w 10000"/>
              <a:gd name="connsiteY56-13046" fmla="*/ 2584 h 9526"/>
              <a:gd name="connsiteX57-13047" fmla="*/ 6804 w 10000"/>
              <a:gd name="connsiteY57-13048" fmla="*/ 2584 h 9526"/>
              <a:gd name="connsiteX58-13049" fmla="*/ 6516 w 10000"/>
              <a:gd name="connsiteY58-13050" fmla="*/ 2829 h 9526"/>
              <a:gd name="connsiteX59-13051" fmla="*/ 6228 w 10000"/>
              <a:gd name="connsiteY59-13052" fmla="*/ 2829 h 9526"/>
              <a:gd name="connsiteX60-13053" fmla="*/ 5871 w 10000"/>
              <a:gd name="connsiteY60-13054" fmla="*/ 3035 h 9526"/>
              <a:gd name="connsiteX61-13055" fmla="*/ 5144 w 10000"/>
              <a:gd name="connsiteY61-13056" fmla="*/ 3239 h 9526"/>
              <a:gd name="connsiteX62-13057" fmla="*/ 4417 w 10000"/>
              <a:gd name="connsiteY62-13058" fmla="*/ 3691 h 9526"/>
              <a:gd name="connsiteX63-13059" fmla="*/ 3690 w 10000"/>
              <a:gd name="connsiteY63-13060" fmla="*/ 3897 h 9526"/>
              <a:gd name="connsiteX64-13061" fmla="*/ 2963 w 10000"/>
              <a:gd name="connsiteY64-13062" fmla="*/ 4099 h 9526"/>
              <a:gd name="connsiteX65-13063" fmla="*/ 2167 w 10000"/>
              <a:gd name="connsiteY65-13064" fmla="*/ 4348 h 9526"/>
              <a:gd name="connsiteX66-13065" fmla="*/ 1454 w 10000"/>
              <a:gd name="connsiteY66-13066" fmla="*/ 4552 h 9526"/>
              <a:gd name="connsiteX67-13067" fmla="*/ 727 w 10000"/>
              <a:gd name="connsiteY67-13068" fmla="*/ 4758 h 9526"/>
              <a:gd name="connsiteX68-13069" fmla="*/ 0 w 10000"/>
              <a:gd name="connsiteY68-13070" fmla="*/ 5003 h 9526"/>
              <a:gd name="connsiteX69-13071" fmla="*/ 0 w 10000"/>
              <a:gd name="connsiteY69-13072" fmla="*/ 3691 h 9526"/>
              <a:gd name="connsiteX70-13073" fmla="*/ 576 w 10000"/>
              <a:gd name="connsiteY70-13074" fmla="*/ 3490 h 9526"/>
              <a:gd name="connsiteX71-13075" fmla="*/ 1152 w 10000"/>
              <a:gd name="connsiteY71-13076" fmla="*/ 3239 h 9526"/>
              <a:gd name="connsiteX72-13077" fmla="*/ 1660 w 10000"/>
              <a:gd name="connsiteY72-13078" fmla="*/ 3035 h 9526"/>
              <a:gd name="connsiteX73-13079" fmla="*/ 2167 w 10000"/>
              <a:gd name="connsiteY73-13080" fmla="*/ 2829 h 9526"/>
              <a:gd name="connsiteX74-13081" fmla="*/ 2675 w 10000"/>
              <a:gd name="connsiteY74-13082" fmla="*/ 2829 h 9526"/>
              <a:gd name="connsiteX75-13083" fmla="*/ 3114 w 10000"/>
              <a:gd name="connsiteY75-13084" fmla="*/ 2584 h 9526"/>
              <a:gd name="connsiteX76-13085" fmla="*/ 3553 w 10000"/>
              <a:gd name="connsiteY76-13086" fmla="*/ 2379 h 9526"/>
              <a:gd name="connsiteX77-13087" fmla="*/ 3978 w 10000"/>
              <a:gd name="connsiteY77-13088" fmla="*/ 2379 h 9526"/>
              <a:gd name="connsiteX78-13089" fmla="*/ 4348 w 10000"/>
              <a:gd name="connsiteY78-13090" fmla="*/ 2178 h 9526"/>
              <a:gd name="connsiteX79-13091" fmla="*/ 4705 w 10000"/>
              <a:gd name="connsiteY79-13092" fmla="*/ 1967 h 9526"/>
              <a:gd name="connsiteX80-13093" fmla="*/ 5075 w 10000"/>
              <a:gd name="connsiteY80-13094" fmla="*/ 1967 h 9526"/>
              <a:gd name="connsiteX81-13095" fmla="*/ 5364 w 10000"/>
              <a:gd name="connsiteY81-13096" fmla="*/ 1725 h 9526"/>
              <a:gd name="connsiteX82-13097" fmla="*/ 5720 w 10000"/>
              <a:gd name="connsiteY82-13098" fmla="*/ 1725 h 9526"/>
              <a:gd name="connsiteX83-13099" fmla="*/ 5940 w 10000"/>
              <a:gd name="connsiteY83-13100" fmla="*/ 1725 h 9526"/>
              <a:gd name="connsiteX84-13101" fmla="*/ 6228 w 10000"/>
              <a:gd name="connsiteY84-13102" fmla="*/ 1514 h 9526"/>
              <a:gd name="connsiteX85-13103" fmla="*/ 6447 w 10000"/>
              <a:gd name="connsiteY85-13104" fmla="*/ 1514 h 9526"/>
              <a:gd name="connsiteX86-13105" fmla="*/ 6804 w 10000"/>
              <a:gd name="connsiteY86-13106" fmla="*/ 1314 h 9526"/>
              <a:gd name="connsiteX87-13107" fmla="*/ 7174 w 10000"/>
              <a:gd name="connsiteY87-13108" fmla="*/ 1314 h 9526"/>
              <a:gd name="connsiteX88-13109" fmla="*/ 7462 w 10000"/>
              <a:gd name="connsiteY88-13110" fmla="*/ 1064 h 9526"/>
              <a:gd name="connsiteX89-13111" fmla="*/ 7750 w 10000"/>
              <a:gd name="connsiteY89-13112" fmla="*/ 1064 h 9526"/>
              <a:gd name="connsiteX90-13113" fmla="*/ 7901 w 10000"/>
              <a:gd name="connsiteY90-13114" fmla="*/ 866 h 9526"/>
              <a:gd name="connsiteX91-13115" fmla="*/ 8038 w 10000"/>
              <a:gd name="connsiteY91-13116" fmla="*/ 658 h 9526"/>
              <a:gd name="connsiteX92-13117" fmla="*/ 8189 w 10000"/>
              <a:gd name="connsiteY92-13118" fmla="*/ 658 h 9526"/>
              <a:gd name="connsiteX93-13119" fmla="*/ 8189 w 10000"/>
              <a:gd name="connsiteY93-13120" fmla="*/ 454 h 9526"/>
              <a:gd name="connsiteX94-13121" fmla="*/ 8189 w 10000"/>
              <a:gd name="connsiteY94-13122" fmla="*/ 454 h 9526"/>
              <a:gd name="connsiteX0-13123" fmla="*/ 8189 w 10000"/>
              <a:gd name="connsiteY0-13124" fmla="*/ 477 h 9884"/>
              <a:gd name="connsiteX1-13125" fmla="*/ 8258 w 10000"/>
              <a:gd name="connsiteY1-13126" fmla="*/ 215 h 9884"/>
              <a:gd name="connsiteX2-13127" fmla="*/ 8409 w 10000"/>
              <a:gd name="connsiteY2-13128" fmla="*/ 215 h 9884"/>
              <a:gd name="connsiteX3-13129" fmla="*/ 8477 w 10000"/>
              <a:gd name="connsiteY3-13130" fmla="*/ 0 h 9884"/>
              <a:gd name="connsiteX4-13131" fmla="*/ 8546 w 10000"/>
              <a:gd name="connsiteY4-13132" fmla="*/ 0 h 9884"/>
              <a:gd name="connsiteX5-13133" fmla="*/ 8697 w 10000"/>
              <a:gd name="connsiteY5-13134" fmla="*/ 215 h 9884"/>
              <a:gd name="connsiteX6-13135" fmla="*/ 8916 w 10000"/>
              <a:gd name="connsiteY6-13136" fmla="*/ 477 h 9884"/>
              <a:gd name="connsiteX7-13137" fmla="*/ 8985 w 10000"/>
              <a:gd name="connsiteY7-13138" fmla="*/ 691 h 9884"/>
              <a:gd name="connsiteX8-13139" fmla="*/ 9122 w 10000"/>
              <a:gd name="connsiteY8-13140" fmla="*/ 1117 h 9884"/>
              <a:gd name="connsiteX9-13141" fmla="*/ 9204 w 10000"/>
              <a:gd name="connsiteY9-13142" fmla="*/ 1379 h 9884"/>
              <a:gd name="connsiteX10-13143" fmla="*/ 9342 w 10000"/>
              <a:gd name="connsiteY10-13144" fmla="*/ 1589 h 9884"/>
              <a:gd name="connsiteX11-13145" fmla="*/ 9492 w 10000"/>
              <a:gd name="connsiteY11-13146" fmla="*/ 2065 h 9884"/>
              <a:gd name="connsiteX12-13147" fmla="*/ 9630 w 10000"/>
              <a:gd name="connsiteY12-13148" fmla="*/ 2286 h 9884"/>
              <a:gd name="connsiteX13-13149" fmla="*/ 9712 w 10000"/>
              <a:gd name="connsiteY13-13150" fmla="*/ 2713 h 9884"/>
              <a:gd name="connsiteX14-13151" fmla="*/ 9849 w 10000"/>
              <a:gd name="connsiteY14-13152" fmla="*/ 2970 h 9884"/>
              <a:gd name="connsiteX15-13153" fmla="*/ 9918 w 10000"/>
              <a:gd name="connsiteY15-13154" fmla="*/ 3186 h 9884"/>
              <a:gd name="connsiteX16-13155" fmla="*/ 9918 w 10000"/>
              <a:gd name="connsiteY16-13156" fmla="*/ 3400 h 9884"/>
              <a:gd name="connsiteX17-13157" fmla="*/ 10000 w 10000"/>
              <a:gd name="connsiteY17-13158" fmla="*/ 3400 h 9884"/>
              <a:gd name="connsiteX18-13159" fmla="*/ 10000 w 10000"/>
              <a:gd name="connsiteY18-13160" fmla="*/ 3664 h 9884"/>
              <a:gd name="connsiteX19-13161" fmla="*/ 10000 w 10000"/>
              <a:gd name="connsiteY19-13162" fmla="*/ 3875 h 9884"/>
              <a:gd name="connsiteX20-13163" fmla="*/ 9918 w 10000"/>
              <a:gd name="connsiteY20-13164" fmla="*/ 4091 h 9884"/>
              <a:gd name="connsiteX21-13165" fmla="*/ 9849 w 10000"/>
              <a:gd name="connsiteY21-13166" fmla="*/ 4091 h 9884"/>
              <a:gd name="connsiteX22-13167" fmla="*/ 9781 w 10000"/>
              <a:gd name="connsiteY22-13168" fmla="*/ 4303 h 9884"/>
              <a:gd name="connsiteX23-13169" fmla="*/ 9712 w 10000"/>
              <a:gd name="connsiteY23-13170" fmla="*/ 4303 h 9884"/>
              <a:gd name="connsiteX24-13171" fmla="*/ 9712 w 10000"/>
              <a:gd name="connsiteY24-13172" fmla="*/ 4564 h 9884"/>
              <a:gd name="connsiteX25-13173" fmla="*/ 9630 w 10000"/>
              <a:gd name="connsiteY25-13174" fmla="*/ 4779 h 9884"/>
              <a:gd name="connsiteX26-13175" fmla="*/ 9561 w 10000"/>
              <a:gd name="connsiteY26-13176" fmla="*/ 5252 h 9884"/>
              <a:gd name="connsiteX27-13177" fmla="*/ 9561 w 10000"/>
              <a:gd name="connsiteY27-13178" fmla="*/ 5679 h 9884"/>
              <a:gd name="connsiteX28-13179" fmla="*/ 9492 w 10000"/>
              <a:gd name="connsiteY28-13180" fmla="*/ 6157 h 9884"/>
              <a:gd name="connsiteX29-13181" fmla="*/ 9492 w 10000"/>
              <a:gd name="connsiteY29-13182" fmla="*/ 6848 h 9884"/>
              <a:gd name="connsiteX30-13183" fmla="*/ 9492 w 10000"/>
              <a:gd name="connsiteY30-13184" fmla="*/ 7273 h 9884"/>
              <a:gd name="connsiteX31-13185" fmla="*/ 9410 w 10000"/>
              <a:gd name="connsiteY31-13186" fmla="*/ 7966 h 9884"/>
              <a:gd name="connsiteX32-13187" fmla="*/ 9410 w 10000"/>
              <a:gd name="connsiteY32-13188" fmla="*/ 8868 h 9884"/>
              <a:gd name="connsiteX33-13189" fmla="*/ 8409 w 10000"/>
              <a:gd name="connsiteY33-13190" fmla="*/ 9770 h 9884"/>
              <a:gd name="connsiteX34-13191" fmla="*/ 8409 w 10000"/>
              <a:gd name="connsiteY34-13192" fmla="*/ 8182 h 9884"/>
              <a:gd name="connsiteX35-13193" fmla="*/ 8477 w 10000"/>
              <a:gd name="connsiteY35-13194" fmla="*/ 6586 h 9884"/>
              <a:gd name="connsiteX36-13195" fmla="*/ 8477 w 10000"/>
              <a:gd name="connsiteY36-13196" fmla="*/ 5895 h 9884"/>
              <a:gd name="connsiteX37-13197" fmla="*/ 8477 w 10000"/>
              <a:gd name="connsiteY37-13198" fmla="*/ 5252 h 9884"/>
              <a:gd name="connsiteX38-13199" fmla="*/ 8477 w 10000"/>
              <a:gd name="connsiteY38-13200" fmla="*/ 4779 h 9884"/>
              <a:gd name="connsiteX39-13201" fmla="*/ 8477 w 10000"/>
              <a:gd name="connsiteY39-13202" fmla="*/ 4303 h 9884"/>
              <a:gd name="connsiteX40-13203" fmla="*/ 8477 w 10000"/>
              <a:gd name="connsiteY40-13204" fmla="*/ 3875 h 9884"/>
              <a:gd name="connsiteX41-13205" fmla="*/ 8477 w 10000"/>
              <a:gd name="connsiteY41-13206" fmla="*/ 3664 h 9884"/>
              <a:gd name="connsiteX42-13207" fmla="*/ 8409 w 10000"/>
              <a:gd name="connsiteY42-13208" fmla="*/ 3400 h 9884"/>
              <a:gd name="connsiteX43-13209" fmla="*/ 8409 w 10000"/>
              <a:gd name="connsiteY43-13210" fmla="*/ 3186 h 9884"/>
              <a:gd name="connsiteX44-13211" fmla="*/ 8409 w 10000"/>
              <a:gd name="connsiteY44-13212" fmla="*/ 2970 h 9884"/>
              <a:gd name="connsiteX45-13213" fmla="*/ 8326 w 10000"/>
              <a:gd name="connsiteY45-13214" fmla="*/ 2970 h 9884"/>
              <a:gd name="connsiteX46-13215" fmla="*/ 8258 w 10000"/>
              <a:gd name="connsiteY46-13216" fmla="*/ 2713 h 9884"/>
              <a:gd name="connsiteX47-13217" fmla="*/ 8258 w 10000"/>
              <a:gd name="connsiteY47-13218" fmla="*/ 2713 h 9884"/>
              <a:gd name="connsiteX48-13219" fmla="*/ 8107 w 10000"/>
              <a:gd name="connsiteY48-13220" fmla="*/ 2713 h 9884"/>
              <a:gd name="connsiteX49-13221" fmla="*/ 8038 w 10000"/>
              <a:gd name="connsiteY49-13222" fmla="*/ 2713 h 9884"/>
              <a:gd name="connsiteX50-13223" fmla="*/ 7970 w 10000"/>
              <a:gd name="connsiteY50-13224" fmla="*/ 2713 h 9884"/>
              <a:gd name="connsiteX51-13225" fmla="*/ 7819 w 10000"/>
              <a:gd name="connsiteY51-13226" fmla="*/ 2713 h 9884"/>
              <a:gd name="connsiteX52-13227" fmla="*/ 7682 w 10000"/>
              <a:gd name="connsiteY52-13228" fmla="*/ 2713 h 9884"/>
              <a:gd name="connsiteX53-13229" fmla="*/ 7462 w 10000"/>
              <a:gd name="connsiteY53-13230" fmla="*/ 2713 h 9884"/>
              <a:gd name="connsiteX54-13231" fmla="*/ 7311 w 10000"/>
              <a:gd name="connsiteY54-13232" fmla="*/ 2713 h 9884"/>
              <a:gd name="connsiteX55-13233" fmla="*/ 7092 w 10000"/>
              <a:gd name="connsiteY55-13234" fmla="*/ 2713 h 9884"/>
              <a:gd name="connsiteX56-13235" fmla="*/ 6804 w 10000"/>
              <a:gd name="connsiteY56-13236" fmla="*/ 2713 h 9884"/>
              <a:gd name="connsiteX57-13237" fmla="*/ 6516 w 10000"/>
              <a:gd name="connsiteY57-13238" fmla="*/ 2970 h 9884"/>
              <a:gd name="connsiteX58-13239" fmla="*/ 6228 w 10000"/>
              <a:gd name="connsiteY58-13240" fmla="*/ 2970 h 9884"/>
              <a:gd name="connsiteX59-13241" fmla="*/ 5871 w 10000"/>
              <a:gd name="connsiteY59-13242" fmla="*/ 3186 h 9884"/>
              <a:gd name="connsiteX60-13243" fmla="*/ 5144 w 10000"/>
              <a:gd name="connsiteY60-13244" fmla="*/ 3400 h 9884"/>
              <a:gd name="connsiteX61-13245" fmla="*/ 4417 w 10000"/>
              <a:gd name="connsiteY61-13246" fmla="*/ 3875 h 9884"/>
              <a:gd name="connsiteX62-13247" fmla="*/ 3690 w 10000"/>
              <a:gd name="connsiteY62-13248" fmla="*/ 4091 h 9884"/>
              <a:gd name="connsiteX63-13249" fmla="*/ 2963 w 10000"/>
              <a:gd name="connsiteY63-13250" fmla="*/ 4303 h 9884"/>
              <a:gd name="connsiteX64-13251" fmla="*/ 2167 w 10000"/>
              <a:gd name="connsiteY64-13252" fmla="*/ 4564 h 9884"/>
              <a:gd name="connsiteX65-13253" fmla="*/ 1454 w 10000"/>
              <a:gd name="connsiteY65-13254" fmla="*/ 4779 h 9884"/>
              <a:gd name="connsiteX66-13255" fmla="*/ 727 w 10000"/>
              <a:gd name="connsiteY66-13256" fmla="*/ 4995 h 9884"/>
              <a:gd name="connsiteX67-13257" fmla="*/ 0 w 10000"/>
              <a:gd name="connsiteY67-13258" fmla="*/ 5252 h 9884"/>
              <a:gd name="connsiteX68-13259" fmla="*/ 0 w 10000"/>
              <a:gd name="connsiteY68-13260" fmla="*/ 3875 h 9884"/>
              <a:gd name="connsiteX69-13261" fmla="*/ 576 w 10000"/>
              <a:gd name="connsiteY69-13262" fmla="*/ 3664 h 9884"/>
              <a:gd name="connsiteX70-13263" fmla="*/ 1152 w 10000"/>
              <a:gd name="connsiteY70-13264" fmla="*/ 3400 h 9884"/>
              <a:gd name="connsiteX71-13265" fmla="*/ 1660 w 10000"/>
              <a:gd name="connsiteY71-13266" fmla="*/ 3186 h 9884"/>
              <a:gd name="connsiteX72-13267" fmla="*/ 2167 w 10000"/>
              <a:gd name="connsiteY72-13268" fmla="*/ 2970 h 9884"/>
              <a:gd name="connsiteX73-13269" fmla="*/ 2675 w 10000"/>
              <a:gd name="connsiteY73-13270" fmla="*/ 2970 h 9884"/>
              <a:gd name="connsiteX74-13271" fmla="*/ 3114 w 10000"/>
              <a:gd name="connsiteY74-13272" fmla="*/ 2713 h 9884"/>
              <a:gd name="connsiteX75-13273" fmla="*/ 3553 w 10000"/>
              <a:gd name="connsiteY75-13274" fmla="*/ 2497 h 9884"/>
              <a:gd name="connsiteX76-13275" fmla="*/ 3978 w 10000"/>
              <a:gd name="connsiteY76-13276" fmla="*/ 2497 h 9884"/>
              <a:gd name="connsiteX77-13277" fmla="*/ 4348 w 10000"/>
              <a:gd name="connsiteY77-13278" fmla="*/ 2286 h 9884"/>
              <a:gd name="connsiteX78-13279" fmla="*/ 4705 w 10000"/>
              <a:gd name="connsiteY78-13280" fmla="*/ 2065 h 9884"/>
              <a:gd name="connsiteX79-13281" fmla="*/ 5075 w 10000"/>
              <a:gd name="connsiteY79-13282" fmla="*/ 2065 h 9884"/>
              <a:gd name="connsiteX80-13283" fmla="*/ 5364 w 10000"/>
              <a:gd name="connsiteY80-13284" fmla="*/ 1811 h 9884"/>
              <a:gd name="connsiteX81-13285" fmla="*/ 5720 w 10000"/>
              <a:gd name="connsiteY81-13286" fmla="*/ 1811 h 9884"/>
              <a:gd name="connsiteX82-13287" fmla="*/ 5940 w 10000"/>
              <a:gd name="connsiteY82-13288" fmla="*/ 1811 h 9884"/>
              <a:gd name="connsiteX83-13289" fmla="*/ 6228 w 10000"/>
              <a:gd name="connsiteY83-13290" fmla="*/ 1589 h 9884"/>
              <a:gd name="connsiteX84-13291" fmla="*/ 6447 w 10000"/>
              <a:gd name="connsiteY84-13292" fmla="*/ 1589 h 9884"/>
              <a:gd name="connsiteX85-13293" fmla="*/ 6804 w 10000"/>
              <a:gd name="connsiteY85-13294" fmla="*/ 1379 h 9884"/>
              <a:gd name="connsiteX86-13295" fmla="*/ 7174 w 10000"/>
              <a:gd name="connsiteY86-13296" fmla="*/ 1379 h 9884"/>
              <a:gd name="connsiteX87-13297" fmla="*/ 7462 w 10000"/>
              <a:gd name="connsiteY87-13298" fmla="*/ 1117 h 9884"/>
              <a:gd name="connsiteX88-13299" fmla="*/ 7750 w 10000"/>
              <a:gd name="connsiteY88-13300" fmla="*/ 1117 h 9884"/>
              <a:gd name="connsiteX89-13301" fmla="*/ 7901 w 10000"/>
              <a:gd name="connsiteY89-13302" fmla="*/ 909 h 9884"/>
              <a:gd name="connsiteX90-13303" fmla="*/ 8038 w 10000"/>
              <a:gd name="connsiteY90-13304" fmla="*/ 691 h 9884"/>
              <a:gd name="connsiteX91-13305" fmla="*/ 8189 w 10000"/>
              <a:gd name="connsiteY91-13306" fmla="*/ 691 h 9884"/>
              <a:gd name="connsiteX92-13307" fmla="*/ 8189 w 10000"/>
              <a:gd name="connsiteY92-13308" fmla="*/ 477 h 9884"/>
              <a:gd name="connsiteX93-13309" fmla="*/ 8189 w 10000"/>
              <a:gd name="connsiteY93-13310" fmla="*/ 477 h 9884"/>
              <a:gd name="connsiteX0-13311" fmla="*/ 8189 w 10000"/>
              <a:gd name="connsiteY0-13312" fmla="*/ 483 h 9885"/>
              <a:gd name="connsiteX1-13313" fmla="*/ 8258 w 10000"/>
              <a:gd name="connsiteY1-13314" fmla="*/ 218 h 9885"/>
              <a:gd name="connsiteX2-13315" fmla="*/ 8409 w 10000"/>
              <a:gd name="connsiteY2-13316" fmla="*/ 218 h 9885"/>
              <a:gd name="connsiteX3-13317" fmla="*/ 8477 w 10000"/>
              <a:gd name="connsiteY3-13318" fmla="*/ 0 h 9885"/>
              <a:gd name="connsiteX4-13319" fmla="*/ 8546 w 10000"/>
              <a:gd name="connsiteY4-13320" fmla="*/ 0 h 9885"/>
              <a:gd name="connsiteX5-13321" fmla="*/ 8697 w 10000"/>
              <a:gd name="connsiteY5-13322" fmla="*/ 218 h 9885"/>
              <a:gd name="connsiteX6-13323" fmla="*/ 8916 w 10000"/>
              <a:gd name="connsiteY6-13324" fmla="*/ 483 h 9885"/>
              <a:gd name="connsiteX7-13325" fmla="*/ 8985 w 10000"/>
              <a:gd name="connsiteY7-13326" fmla="*/ 699 h 9885"/>
              <a:gd name="connsiteX8-13327" fmla="*/ 9122 w 10000"/>
              <a:gd name="connsiteY8-13328" fmla="*/ 1130 h 9885"/>
              <a:gd name="connsiteX9-13329" fmla="*/ 9204 w 10000"/>
              <a:gd name="connsiteY9-13330" fmla="*/ 1395 h 9885"/>
              <a:gd name="connsiteX10-13331" fmla="*/ 9342 w 10000"/>
              <a:gd name="connsiteY10-13332" fmla="*/ 1608 h 9885"/>
              <a:gd name="connsiteX11-13333" fmla="*/ 9492 w 10000"/>
              <a:gd name="connsiteY11-13334" fmla="*/ 2089 h 9885"/>
              <a:gd name="connsiteX12-13335" fmla="*/ 9630 w 10000"/>
              <a:gd name="connsiteY12-13336" fmla="*/ 2313 h 9885"/>
              <a:gd name="connsiteX13-13337" fmla="*/ 9712 w 10000"/>
              <a:gd name="connsiteY13-13338" fmla="*/ 2745 h 9885"/>
              <a:gd name="connsiteX14-13339" fmla="*/ 9849 w 10000"/>
              <a:gd name="connsiteY14-13340" fmla="*/ 3005 h 9885"/>
              <a:gd name="connsiteX15-13341" fmla="*/ 9918 w 10000"/>
              <a:gd name="connsiteY15-13342" fmla="*/ 3223 h 9885"/>
              <a:gd name="connsiteX16-13343" fmla="*/ 9918 w 10000"/>
              <a:gd name="connsiteY16-13344" fmla="*/ 3440 h 9885"/>
              <a:gd name="connsiteX17-13345" fmla="*/ 10000 w 10000"/>
              <a:gd name="connsiteY17-13346" fmla="*/ 3440 h 9885"/>
              <a:gd name="connsiteX18-13347" fmla="*/ 10000 w 10000"/>
              <a:gd name="connsiteY18-13348" fmla="*/ 3707 h 9885"/>
              <a:gd name="connsiteX19-13349" fmla="*/ 10000 w 10000"/>
              <a:gd name="connsiteY19-13350" fmla="*/ 3920 h 9885"/>
              <a:gd name="connsiteX20-13351" fmla="*/ 9918 w 10000"/>
              <a:gd name="connsiteY20-13352" fmla="*/ 4139 h 9885"/>
              <a:gd name="connsiteX21-13353" fmla="*/ 9849 w 10000"/>
              <a:gd name="connsiteY21-13354" fmla="*/ 4139 h 9885"/>
              <a:gd name="connsiteX22-13355" fmla="*/ 9781 w 10000"/>
              <a:gd name="connsiteY22-13356" fmla="*/ 4354 h 9885"/>
              <a:gd name="connsiteX23-13357" fmla="*/ 9712 w 10000"/>
              <a:gd name="connsiteY23-13358" fmla="*/ 4354 h 9885"/>
              <a:gd name="connsiteX24-13359" fmla="*/ 9712 w 10000"/>
              <a:gd name="connsiteY24-13360" fmla="*/ 4618 h 9885"/>
              <a:gd name="connsiteX25-13361" fmla="*/ 9630 w 10000"/>
              <a:gd name="connsiteY25-13362" fmla="*/ 4835 h 9885"/>
              <a:gd name="connsiteX26-13363" fmla="*/ 9561 w 10000"/>
              <a:gd name="connsiteY26-13364" fmla="*/ 5314 h 9885"/>
              <a:gd name="connsiteX27-13365" fmla="*/ 9561 w 10000"/>
              <a:gd name="connsiteY27-13366" fmla="*/ 5746 h 9885"/>
              <a:gd name="connsiteX28-13367" fmla="*/ 9492 w 10000"/>
              <a:gd name="connsiteY28-13368" fmla="*/ 6229 h 9885"/>
              <a:gd name="connsiteX29-13369" fmla="*/ 9492 w 10000"/>
              <a:gd name="connsiteY29-13370" fmla="*/ 6928 h 9885"/>
              <a:gd name="connsiteX30-13371" fmla="*/ 9492 w 10000"/>
              <a:gd name="connsiteY30-13372" fmla="*/ 7358 h 9885"/>
              <a:gd name="connsiteX31-13373" fmla="*/ 9410 w 10000"/>
              <a:gd name="connsiteY31-13374" fmla="*/ 8059 h 9885"/>
              <a:gd name="connsiteX32-13375" fmla="*/ 8409 w 10000"/>
              <a:gd name="connsiteY32-13376" fmla="*/ 9885 h 9885"/>
              <a:gd name="connsiteX33-13377" fmla="*/ 8409 w 10000"/>
              <a:gd name="connsiteY33-13378" fmla="*/ 8278 h 9885"/>
              <a:gd name="connsiteX34-13379" fmla="*/ 8477 w 10000"/>
              <a:gd name="connsiteY34-13380" fmla="*/ 6663 h 9885"/>
              <a:gd name="connsiteX35-13381" fmla="*/ 8477 w 10000"/>
              <a:gd name="connsiteY35-13382" fmla="*/ 5964 h 9885"/>
              <a:gd name="connsiteX36-13383" fmla="*/ 8477 w 10000"/>
              <a:gd name="connsiteY36-13384" fmla="*/ 5314 h 9885"/>
              <a:gd name="connsiteX37-13385" fmla="*/ 8477 w 10000"/>
              <a:gd name="connsiteY37-13386" fmla="*/ 4835 h 9885"/>
              <a:gd name="connsiteX38-13387" fmla="*/ 8477 w 10000"/>
              <a:gd name="connsiteY38-13388" fmla="*/ 4354 h 9885"/>
              <a:gd name="connsiteX39-13389" fmla="*/ 8477 w 10000"/>
              <a:gd name="connsiteY39-13390" fmla="*/ 3920 h 9885"/>
              <a:gd name="connsiteX40-13391" fmla="*/ 8477 w 10000"/>
              <a:gd name="connsiteY40-13392" fmla="*/ 3707 h 9885"/>
              <a:gd name="connsiteX41-13393" fmla="*/ 8409 w 10000"/>
              <a:gd name="connsiteY41-13394" fmla="*/ 3440 h 9885"/>
              <a:gd name="connsiteX42-13395" fmla="*/ 8409 w 10000"/>
              <a:gd name="connsiteY42-13396" fmla="*/ 3223 h 9885"/>
              <a:gd name="connsiteX43-13397" fmla="*/ 8409 w 10000"/>
              <a:gd name="connsiteY43-13398" fmla="*/ 3005 h 9885"/>
              <a:gd name="connsiteX44-13399" fmla="*/ 8326 w 10000"/>
              <a:gd name="connsiteY44-13400" fmla="*/ 3005 h 9885"/>
              <a:gd name="connsiteX45-13401" fmla="*/ 8258 w 10000"/>
              <a:gd name="connsiteY45-13402" fmla="*/ 2745 h 9885"/>
              <a:gd name="connsiteX46-13403" fmla="*/ 8258 w 10000"/>
              <a:gd name="connsiteY46-13404" fmla="*/ 2745 h 9885"/>
              <a:gd name="connsiteX47-13405" fmla="*/ 8107 w 10000"/>
              <a:gd name="connsiteY47-13406" fmla="*/ 2745 h 9885"/>
              <a:gd name="connsiteX48-13407" fmla="*/ 8038 w 10000"/>
              <a:gd name="connsiteY48-13408" fmla="*/ 2745 h 9885"/>
              <a:gd name="connsiteX49-13409" fmla="*/ 7970 w 10000"/>
              <a:gd name="connsiteY49-13410" fmla="*/ 2745 h 9885"/>
              <a:gd name="connsiteX50-13411" fmla="*/ 7819 w 10000"/>
              <a:gd name="connsiteY50-13412" fmla="*/ 2745 h 9885"/>
              <a:gd name="connsiteX51-13413" fmla="*/ 7682 w 10000"/>
              <a:gd name="connsiteY51-13414" fmla="*/ 2745 h 9885"/>
              <a:gd name="connsiteX52-13415" fmla="*/ 7462 w 10000"/>
              <a:gd name="connsiteY52-13416" fmla="*/ 2745 h 9885"/>
              <a:gd name="connsiteX53-13417" fmla="*/ 7311 w 10000"/>
              <a:gd name="connsiteY53-13418" fmla="*/ 2745 h 9885"/>
              <a:gd name="connsiteX54-13419" fmla="*/ 7092 w 10000"/>
              <a:gd name="connsiteY54-13420" fmla="*/ 2745 h 9885"/>
              <a:gd name="connsiteX55-13421" fmla="*/ 6804 w 10000"/>
              <a:gd name="connsiteY55-13422" fmla="*/ 2745 h 9885"/>
              <a:gd name="connsiteX56-13423" fmla="*/ 6516 w 10000"/>
              <a:gd name="connsiteY56-13424" fmla="*/ 3005 h 9885"/>
              <a:gd name="connsiteX57-13425" fmla="*/ 6228 w 10000"/>
              <a:gd name="connsiteY57-13426" fmla="*/ 3005 h 9885"/>
              <a:gd name="connsiteX58-13427" fmla="*/ 5871 w 10000"/>
              <a:gd name="connsiteY58-13428" fmla="*/ 3223 h 9885"/>
              <a:gd name="connsiteX59-13429" fmla="*/ 5144 w 10000"/>
              <a:gd name="connsiteY59-13430" fmla="*/ 3440 h 9885"/>
              <a:gd name="connsiteX60-13431" fmla="*/ 4417 w 10000"/>
              <a:gd name="connsiteY60-13432" fmla="*/ 3920 h 9885"/>
              <a:gd name="connsiteX61-13433" fmla="*/ 3690 w 10000"/>
              <a:gd name="connsiteY61-13434" fmla="*/ 4139 h 9885"/>
              <a:gd name="connsiteX62-13435" fmla="*/ 2963 w 10000"/>
              <a:gd name="connsiteY62-13436" fmla="*/ 4354 h 9885"/>
              <a:gd name="connsiteX63-13437" fmla="*/ 2167 w 10000"/>
              <a:gd name="connsiteY63-13438" fmla="*/ 4618 h 9885"/>
              <a:gd name="connsiteX64-13439" fmla="*/ 1454 w 10000"/>
              <a:gd name="connsiteY64-13440" fmla="*/ 4835 h 9885"/>
              <a:gd name="connsiteX65-13441" fmla="*/ 727 w 10000"/>
              <a:gd name="connsiteY65-13442" fmla="*/ 5054 h 9885"/>
              <a:gd name="connsiteX66-13443" fmla="*/ 0 w 10000"/>
              <a:gd name="connsiteY66-13444" fmla="*/ 5314 h 9885"/>
              <a:gd name="connsiteX67-13445" fmla="*/ 0 w 10000"/>
              <a:gd name="connsiteY67-13446" fmla="*/ 3920 h 9885"/>
              <a:gd name="connsiteX68-13447" fmla="*/ 576 w 10000"/>
              <a:gd name="connsiteY68-13448" fmla="*/ 3707 h 9885"/>
              <a:gd name="connsiteX69-13449" fmla="*/ 1152 w 10000"/>
              <a:gd name="connsiteY69-13450" fmla="*/ 3440 h 9885"/>
              <a:gd name="connsiteX70-13451" fmla="*/ 1660 w 10000"/>
              <a:gd name="connsiteY70-13452" fmla="*/ 3223 h 9885"/>
              <a:gd name="connsiteX71-13453" fmla="*/ 2167 w 10000"/>
              <a:gd name="connsiteY71-13454" fmla="*/ 3005 h 9885"/>
              <a:gd name="connsiteX72-13455" fmla="*/ 2675 w 10000"/>
              <a:gd name="connsiteY72-13456" fmla="*/ 3005 h 9885"/>
              <a:gd name="connsiteX73-13457" fmla="*/ 3114 w 10000"/>
              <a:gd name="connsiteY73-13458" fmla="*/ 2745 h 9885"/>
              <a:gd name="connsiteX74-13459" fmla="*/ 3553 w 10000"/>
              <a:gd name="connsiteY74-13460" fmla="*/ 2526 h 9885"/>
              <a:gd name="connsiteX75-13461" fmla="*/ 3978 w 10000"/>
              <a:gd name="connsiteY75-13462" fmla="*/ 2526 h 9885"/>
              <a:gd name="connsiteX76-13463" fmla="*/ 4348 w 10000"/>
              <a:gd name="connsiteY76-13464" fmla="*/ 2313 h 9885"/>
              <a:gd name="connsiteX77-13465" fmla="*/ 4705 w 10000"/>
              <a:gd name="connsiteY77-13466" fmla="*/ 2089 h 9885"/>
              <a:gd name="connsiteX78-13467" fmla="*/ 5075 w 10000"/>
              <a:gd name="connsiteY78-13468" fmla="*/ 2089 h 9885"/>
              <a:gd name="connsiteX79-13469" fmla="*/ 5364 w 10000"/>
              <a:gd name="connsiteY79-13470" fmla="*/ 1832 h 9885"/>
              <a:gd name="connsiteX80-13471" fmla="*/ 5720 w 10000"/>
              <a:gd name="connsiteY80-13472" fmla="*/ 1832 h 9885"/>
              <a:gd name="connsiteX81-13473" fmla="*/ 5940 w 10000"/>
              <a:gd name="connsiteY81-13474" fmla="*/ 1832 h 9885"/>
              <a:gd name="connsiteX82-13475" fmla="*/ 6228 w 10000"/>
              <a:gd name="connsiteY82-13476" fmla="*/ 1608 h 9885"/>
              <a:gd name="connsiteX83-13477" fmla="*/ 6447 w 10000"/>
              <a:gd name="connsiteY83-13478" fmla="*/ 1608 h 9885"/>
              <a:gd name="connsiteX84-13479" fmla="*/ 6804 w 10000"/>
              <a:gd name="connsiteY84-13480" fmla="*/ 1395 h 9885"/>
              <a:gd name="connsiteX85-13481" fmla="*/ 7174 w 10000"/>
              <a:gd name="connsiteY85-13482" fmla="*/ 1395 h 9885"/>
              <a:gd name="connsiteX86-13483" fmla="*/ 7462 w 10000"/>
              <a:gd name="connsiteY86-13484" fmla="*/ 1130 h 9885"/>
              <a:gd name="connsiteX87-13485" fmla="*/ 7750 w 10000"/>
              <a:gd name="connsiteY87-13486" fmla="*/ 1130 h 9885"/>
              <a:gd name="connsiteX88-13487" fmla="*/ 7901 w 10000"/>
              <a:gd name="connsiteY88-13488" fmla="*/ 920 h 9885"/>
              <a:gd name="connsiteX89-13489" fmla="*/ 8038 w 10000"/>
              <a:gd name="connsiteY89-13490" fmla="*/ 699 h 9885"/>
              <a:gd name="connsiteX90-13491" fmla="*/ 8189 w 10000"/>
              <a:gd name="connsiteY90-13492" fmla="*/ 699 h 9885"/>
              <a:gd name="connsiteX91-13493" fmla="*/ 8189 w 10000"/>
              <a:gd name="connsiteY91-13494" fmla="*/ 483 h 9885"/>
              <a:gd name="connsiteX92-13495" fmla="*/ 8189 w 10000"/>
              <a:gd name="connsiteY92-13496" fmla="*/ 483 h 9885"/>
              <a:gd name="connsiteX0-13497" fmla="*/ 8189 w 10000"/>
              <a:gd name="connsiteY0-13498" fmla="*/ 489 h 10000"/>
              <a:gd name="connsiteX1-13499" fmla="*/ 8258 w 10000"/>
              <a:gd name="connsiteY1-13500" fmla="*/ 221 h 10000"/>
              <a:gd name="connsiteX2-13501" fmla="*/ 8409 w 10000"/>
              <a:gd name="connsiteY2-13502" fmla="*/ 221 h 10000"/>
              <a:gd name="connsiteX3-13503" fmla="*/ 8477 w 10000"/>
              <a:gd name="connsiteY3-13504" fmla="*/ 0 h 10000"/>
              <a:gd name="connsiteX4-13505" fmla="*/ 8546 w 10000"/>
              <a:gd name="connsiteY4-13506" fmla="*/ 0 h 10000"/>
              <a:gd name="connsiteX5-13507" fmla="*/ 8697 w 10000"/>
              <a:gd name="connsiteY5-13508" fmla="*/ 221 h 10000"/>
              <a:gd name="connsiteX6-13509" fmla="*/ 8916 w 10000"/>
              <a:gd name="connsiteY6-13510" fmla="*/ 489 h 10000"/>
              <a:gd name="connsiteX7-13511" fmla="*/ 8985 w 10000"/>
              <a:gd name="connsiteY7-13512" fmla="*/ 707 h 10000"/>
              <a:gd name="connsiteX8-13513" fmla="*/ 9122 w 10000"/>
              <a:gd name="connsiteY8-13514" fmla="*/ 1143 h 10000"/>
              <a:gd name="connsiteX9-13515" fmla="*/ 9204 w 10000"/>
              <a:gd name="connsiteY9-13516" fmla="*/ 1411 h 10000"/>
              <a:gd name="connsiteX10-13517" fmla="*/ 9342 w 10000"/>
              <a:gd name="connsiteY10-13518" fmla="*/ 1627 h 10000"/>
              <a:gd name="connsiteX11-13519" fmla="*/ 9492 w 10000"/>
              <a:gd name="connsiteY11-13520" fmla="*/ 2113 h 10000"/>
              <a:gd name="connsiteX12-13521" fmla="*/ 9630 w 10000"/>
              <a:gd name="connsiteY12-13522" fmla="*/ 2340 h 10000"/>
              <a:gd name="connsiteX13-13523" fmla="*/ 9712 w 10000"/>
              <a:gd name="connsiteY13-13524" fmla="*/ 2777 h 10000"/>
              <a:gd name="connsiteX14-13525" fmla="*/ 9849 w 10000"/>
              <a:gd name="connsiteY14-13526" fmla="*/ 3040 h 10000"/>
              <a:gd name="connsiteX15-13527" fmla="*/ 9918 w 10000"/>
              <a:gd name="connsiteY15-13528" fmla="*/ 3260 h 10000"/>
              <a:gd name="connsiteX16-13529" fmla="*/ 9918 w 10000"/>
              <a:gd name="connsiteY16-13530" fmla="*/ 3480 h 10000"/>
              <a:gd name="connsiteX17-13531" fmla="*/ 10000 w 10000"/>
              <a:gd name="connsiteY17-13532" fmla="*/ 3480 h 10000"/>
              <a:gd name="connsiteX18-13533" fmla="*/ 10000 w 10000"/>
              <a:gd name="connsiteY18-13534" fmla="*/ 3750 h 10000"/>
              <a:gd name="connsiteX19-13535" fmla="*/ 10000 w 10000"/>
              <a:gd name="connsiteY19-13536" fmla="*/ 3966 h 10000"/>
              <a:gd name="connsiteX20-13537" fmla="*/ 9918 w 10000"/>
              <a:gd name="connsiteY20-13538" fmla="*/ 4187 h 10000"/>
              <a:gd name="connsiteX21-13539" fmla="*/ 9849 w 10000"/>
              <a:gd name="connsiteY21-13540" fmla="*/ 4187 h 10000"/>
              <a:gd name="connsiteX22-13541" fmla="*/ 9781 w 10000"/>
              <a:gd name="connsiteY22-13542" fmla="*/ 4405 h 10000"/>
              <a:gd name="connsiteX23-13543" fmla="*/ 9712 w 10000"/>
              <a:gd name="connsiteY23-13544" fmla="*/ 4405 h 10000"/>
              <a:gd name="connsiteX24-13545" fmla="*/ 9712 w 10000"/>
              <a:gd name="connsiteY24-13546" fmla="*/ 4672 h 10000"/>
              <a:gd name="connsiteX25-13547" fmla="*/ 9630 w 10000"/>
              <a:gd name="connsiteY25-13548" fmla="*/ 4891 h 10000"/>
              <a:gd name="connsiteX26-13549" fmla="*/ 9561 w 10000"/>
              <a:gd name="connsiteY26-13550" fmla="*/ 5376 h 10000"/>
              <a:gd name="connsiteX27-13551" fmla="*/ 9561 w 10000"/>
              <a:gd name="connsiteY27-13552" fmla="*/ 5813 h 10000"/>
              <a:gd name="connsiteX28-13553" fmla="*/ 9492 w 10000"/>
              <a:gd name="connsiteY28-13554" fmla="*/ 6301 h 10000"/>
              <a:gd name="connsiteX29-13555" fmla="*/ 9492 w 10000"/>
              <a:gd name="connsiteY29-13556" fmla="*/ 7009 h 10000"/>
              <a:gd name="connsiteX30-13557" fmla="*/ 9492 w 10000"/>
              <a:gd name="connsiteY30-13558" fmla="*/ 7444 h 10000"/>
              <a:gd name="connsiteX31-13559" fmla="*/ 8409 w 10000"/>
              <a:gd name="connsiteY31-13560" fmla="*/ 10000 h 10000"/>
              <a:gd name="connsiteX32-13561" fmla="*/ 8409 w 10000"/>
              <a:gd name="connsiteY32-13562" fmla="*/ 8374 h 10000"/>
              <a:gd name="connsiteX33-13563" fmla="*/ 8477 w 10000"/>
              <a:gd name="connsiteY33-13564" fmla="*/ 6741 h 10000"/>
              <a:gd name="connsiteX34-13565" fmla="*/ 8477 w 10000"/>
              <a:gd name="connsiteY34-13566" fmla="*/ 6033 h 10000"/>
              <a:gd name="connsiteX35-13567" fmla="*/ 8477 w 10000"/>
              <a:gd name="connsiteY35-13568" fmla="*/ 5376 h 10000"/>
              <a:gd name="connsiteX36-13569" fmla="*/ 8477 w 10000"/>
              <a:gd name="connsiteY36-13570" fmla="*/ 4891 h 10000"/>
              <a:gd name="connsiteX37-13571" fmla="*/ 8477 w 10000"/>
              <a:gd name="connsiteY37-13572" fmla="*/ 4405 h 10000"/>
              <a:gd name="connsiteX38-13573" fmla="*/ 8477 w 10000"/>
              <a:gd name="connsiteY38-13574" fmla="*/ 3966 h 10000"/>
              <a:gd name="connsiteX39-13575" fmla="*/ 8477 w 10000"/>
              <a:gd name="connsiteY39-13576" fmla="*/ 3750 h 10000"/>
              <a:gd name="connsiteX40-13577" fmla="*/ 8409 w 10000"/>
              <a:gd name="connsiteY40-13578" fmla="*/ 3480 h 10000"/>
              <a:gd name="connsiteX41-13579" fmla="*/ 8409 w 10000"/>
              <a:gd name="connsiteY41-13580" fmla="*/ 3260 h 10000"/>
              <a:gd name="connsiteX42-13581" fmla="*/ 8409 w 10000"/>
              <a:gd name="connsiteY42-13582" fmla="*/ 3040 h 10000"/>
              <a:gd name="connsiteX43-13583" fmla="*/ 8326 w 10000"/>
              <a:gd name="connsiteY43-13584" fmla="*/ 3040 h 10000"/>
              <a:gd name="connsiteX44-13585" fmla="*/ 8258 w 10000"/>
              <a:gd name="connsiteY44-13586" fmla="*/ 2777 h 10000"/>
              <a:gd name="connsiteX45-13587" fmla="*/ 8258 w 10000"/>
              <a:gd name="connsiteY45-13588" fmla="*/ 2777 h 10000"/>
              <a:gd name="connsiteX46-13589" fmla="*/ 8107 w 10000"/>
              <a:gd name="connsiteY46-13590" fmla="*/ 2777 h 10000"/>
              <a:gd name="connsiteX47-13591" fmla="*/ 8038 w 10000"/>
              <a:gd name="connsiteY47-13592" fmla="*/ 2777 h 10000"/>
              <a:gd name="connsiteX48-13593" fmla="*/ 7970 w 10000"/>
              <a:gd name="connsiteY48-13594" fmla="*/ 2777 h 10000"/>
              <a:gd name="connsiteX49-13595" fmla="*/ 7819 w 10000"/>
              <a:gd name="connsiteY49-13596" fmla="*/ 2777 h 10000"/>
              <a:gd name="connsiteX50-13597" fmla="*/ 7682 w 10000"/>
              <a:gd name="connsiteY50-13598" fmla="*/ 2777 h 10000"/>
              <a:gd name="connsiteX51-13599" fmla="*/ 7462 w 10000"/>
              <a:gd name="connsiteY51-13600" fmla="*/ 2777 h 10000"/>
              <a:gd name="connsiteX52-13601" fmla="*/ 7311 w 10000"/>
              <a:gd name="connsiteY52-13602" fmla="*/ 2777 h 10000"/>
              <a:gd name="connsiteX53-13603" fmla="*/ 7092 w 10000"/>
              <a:gd name="connsiteY53-13604" fmla="*/ 2777 h 10000"/>
              <a:gd name="connsiteX54-13605" fmla="*/ 6804 w 10000"/>
              <a:gd name="connsiteY54-13606" fmla="*/ 2777 h 10000"/>
              <a:gd name="connsiteX55-13607" fmla="*/ 6516 w 10000"/>
              <a:gd name="connsiteY55-13608" fmla="*/ 3040 h 10000"/>
              <a:gd name="connsiteX56-13609" fmla="*/ 6228 w 10000"/>
              <a:gd name="connsiteY56-13610" fmla="*/ 3040 h 10000"/>
              <a:gd name="connsiteX57-13611" fmla="*/ 5871 w 10000"/>
              <a:gd name="connsiteY57-13612" fmla="*/ 3260 h 10000"/>
              <a:gd name="connsiteX58-13613" fmla="*/ 5144 w 10000"/>
              <a:gd name="connsiteY58-13614" fmla="*/ 3480 h 10000"/>
              <a:gd name="connsiteX59-13615" fmla="*/ 4417 w 10000"/>
              <a:gd name="connsiteY59-13616" fmla="*/ 3966 h 10000"/>
              <a:gd name="connsiteX60-13617" fmla="*/ 3690 w 10000"/>
              <a:gd name="connsiteY60-13618" fmla="*/ 4187 h 10000"/>
              <a:gd name="connsiteX61-13619" fmla="*/ 2963 w 10000"/>
              <a:gd name="connsiteY61-13620" fmla="*/ 4405 h 10000"/>
              <a:gd name="connsiteX62-13621" fmla="*/ 2167 w 10000"/>
              <a:gd name="connsiteY62-13622" fmla="*/ 4672 h 10000"/>
              <a:gd name="connsiteX63-13623" fmla="*/ 1454 w 10000"/>
              <a:gd name="connsiteY63-13624" fmla="*/ 4891 h 10000"/>
              <a:gd name="connsiteX64-13625" fmla="*/ 727 w 10000"/>
              <a:gd name="connsiteY64-13626" fmla="*/ 5113 h 10000"/>
              <a:gd name="connsiteX65-13627" fmla="*/ 0 w 10000"/>
              <a:gd name="connsiteY65-13628" fmla="*/ 5376 h 10000"/>
              <a:gd name="connsiteX66-13629" fmla="*/ 0 w 10000"/>
              <a:gd name="connsiteY66-13630" fmla="*/ 3966 h 10000"/>
              <a:gd name="connsiteX67-13631" fmla="*/ 576 w 10000"/>
              <a:gd name="connsiteY67-13632" fmla="*/ 3750 h 10000"/>
              <a:gd name="connsiteX68-13633" fmla="*/ 1152 w 10000"/>
              <a:gd name="connsiteY68-13634" fmla="*/ 3480 h 10000"/>
              <a:gd name="connsiteX69-13635" fmla="*/ 1660 w 10000"/>
              <a:gd name="connsiteY69-13636" fmla="*/ 3260 h 10000"/>
              <a:gd name="connsiteX70-13637" fmla="*/ 2167 w 10000"/>
              <a:gd name="connsiteY70-13638" fmla="*/ 3040 h 10000"/>
              <a:gd name="connsiteX71-13639" fmla="*/ 2675 w 10000"/>
              <a:gd name="connsiteY71-13640" fmla="*/ 3040 h 10000"/>
              <a:gd name="connsiteX72-13641" fmla="*/ 3114 w 10000"/>
              <a:gd name="connsiteY72-13642" fmla="*/ 2777 h 10000"/>
              <a:gd name="connsiteX73-13643" fmla="*/ 3553 w 10000"/>
              <a:gd name="connsiteY73-13644" fmla="*/ 2555 h 10000"/>
              <a:gd name="connsiteX74-13645" fmla="*/ 3978 w 10000"/>
              <a:gd name="connsiteY74-13646" fmla="*/ 2555 h 10000"/>
              <a:gd name="connsiteX75-13647" fmla="*/ 4348 w 10000"/>
              <a:gd name="connsiteY75-13648" fmla="*/ 2340 h 10000"/>
              <a:gd name="connsiteX76-13649" fmla="*/ 4705 w 10000"/>
              <a:gd name="connsiteY76-13650" fmla="*/ 2113 h 10000"/>
              <a:gd name="connsiteX77-13651" fmla="*/ 5075 w 10000"/>
              <a:gd name="connsiteY77-13652" fmla="*/ 2113 h 10000"/>
              <a:gd name="connsiteX78-13653" fmla="*/ 5364 w 10000"/>
              <a:gd name="connsiteY78-13654" fmla="*/ 1853 h 10000"/>
              <a:gd name="connsiteX79-13655" fmla="*/ 5720 w 10000"/>
              <a:gd name="connsiteY79-13656" fmla="*/ 1853 h 10000"/>
              <a:gd name="connsiteX80-13657" fmla="*/ 5940 w 10000"/>
              <a:gd name="connsiteY80-13658" fmla="*/ 1853 h 10000"/>
              <a:gd name="connsiteX81-13659" fmla="*/ 6228 w 10000"/>
              <a:gd name="connsiteY81-13660" fmla="*/ 1627 h 10000"/>
              <a:gd name="connsiteX82-13661" fmla="*/ 6447 w 10000"/>
              <a:gd name="connsiteY82-13662" fmla="*/ 1627 h 10000"/>
              <a:gd name="connsiteX83-13663" fmla="*/ 6804 w 10000"/>
              <a:gd name="connsiteY83-13664" fmla="*/ 1411 h 10000"/>
              <a:gd name="connsiteX84-13665" fmla="*/ 7174 w 10000"/>
              <a:gd name="connsiteY84-13666" fmla="*/ 1411 h 10000"/>
              <a:gd name="connsiteX85-13667" fmla="*/ 7462 w 10000"/>
              <a:gd name="connsiteY85-13668" fmla="*/ 1143 h 10000"/>
              <a:gd name="connsiteX86-13669" fmla="*/ 7750 w 10000"/>
              <a:gd name="connsiteY86-13670" fmla="*/ 1143 h 10000"/>
              <a:gd name="connsiteX87-13671" fmla="*/ 7901 w 10000"/>
              <a:gd name="connsiteY87-13672" fmla="*/ 931 h 10000"/>
              <a:gd name="connsiteX88-13673" fmla="*/ 8038 w 10000"/>
              <a:gd name="connsiteY88-13674" fmla="*/ 707 h 10000"/>
              <a:gd name="connsiteX89-13675" fmla="*/ 8189 w 10000"/>
              <a:gd name="connsiteY89-13676" fmla="*/ 707 h 10000"/>
              <a:gd name="connsiteX90-13677" fmla="*/ 8189 w 10000"/>
              <a:gd name="connsiteY90-13678" fmla="*/ 489 h 10000"/>
              <a:gd name="connsiteX91-13679" fmla="*/ 8189 w 10000"/>
              <a:gd name="connsiteY91-13680" fmla="*/ 489 h 10000"/>
              <a:gd name="connsiteX0-13681" fmla="*/ 8189 w 10000"/>
              <a:gd name="connsiteY0-13682" fmla="*/ 489 h 8491"/>
              <a:gd name="connsiteX1-13683" fmla="*/ 8258 w 10000"/>
              <a:gd name="connsiteY1-13684" fmla="*/ 221 h 8491"/>
              <a:gd name="connsiteX2-13685" fmla="*/ 8409 w 10000"/>
              <a:gd name="connsiteY2-13686" fmla="*/ 221 h 8491"/>
              <a:gd name="connsiteX3-13687" fmla="*/ 8477 w 10000"/>
              <a:gd name="connsiteY3-13688" fmla="*/ 0 h 8491"/>
              <a:gd name="connsiteX4-13689" fmla="*/ 8546 w 10000"/>
              <a:gd name="connsiteY4-13690" fmla="*/ 0 h 8491"/>
              <a:gd name="connsiteX5-13691" fmla="*/ 8697 w 10000"/>
              <a:gd name="connsiteY5-13692" fmla="*/ 221 h 8491"/>
              <a:gd name="connsiteX6-13693" fmla="*/ 8916 w 10000"/>
              <a:gd name="connsiteY6-13694" fmla="*/ 489 h 8491"/>
              <a:gd name="connsiteX7-13695" fmla="*/ 8985 w 10000"/>
              <a:gd name="connsiteY7-13696" fmla="*/ 707 h 8491"/>
              <a:gd name="connsiteX8-13697" fmla="*/ 9122 w 10000"/>
              <a:gd name="connsiteY8-13698" fmla="*/ 1143 h 8491"/>
              <a:gd name="connsiteX9-13699" fmla="*/ 9204 w 10000"/>
              <a:gd name="connsiteY9-13700" fmla="*/ 1411 h 8491"/>
              <a:gd name="connsiteX10-13701" fmla="*/ 9342 w 10000"/>
              <a:gd name="connsiteY10-13702" fmla="*/ 1627 h 8491"/>
              <a:gd name="connsiteX11-13703" fmla="*/ 9492 w 10000"/>
              <a:gd name="connsiteY11-13704" fmla="*/ 2113 h 8491"/>
              <a:gd name="connsiteX12-13705" fmla="*/ 9630 w 10000"/>
              <a:gd name="connsiteY12-13706" fmla="*/ 2340 h 8491"/>
              <a:gd name="connsiteX13-13707" fmla="*/ 9712 w 10000"/>
              <a:gd name="connsiteY13-13708" fmla="*/ 2777 h 8491"/>
              <a:gd name="connsiteX14-13709" fmla="*/ 9849 w 10000"/>
              <a:gd name="connsiteY14-13710" fmla="*/ 3040 h 8491"/>
              <a:gd name="connsiteX15-13711" fmla="*/ 9918 w 10000"/>
              <a:gd name="connsiteY15-13712" fmla="*/ 3260 h 8491"/>
              <a:gd name="connsiteX16-13713" fmla="*/ 9918 w 10000"/>
              <a:gd name="connsiteY16-13714" fmla="*/ 3480 h 8491"/>
              <a:gd name="connsiteX17-13715" fmla="*/ 10000 w 10000"/>
              <a:gd name="connsiteY17-13716" fmla="*/ 3480 h 8491"/>
              <a:gd name="connsiteX18-13717" fmla="*/ 10000 w 10000"/>
              <a:gd name="connsiteY18-13718" fmla="*/ 3750 h 8491"/>
              <a:gd name="connsiteX19-13719" fmla="*/ 10000 w 10000"/>
              <a:gd name="connsiteY19-13720" fmla="*/ 3966 h 8491"/>
              <a:gd name="connsiteX20-13721" fmla="*/ 9918 w 10000"/>
              <a:gd name="connsiteY20-13722" fmla="*/ 4187 h 8491"/>
              <a:gd name="connsiteX21-13723" fmla="*/ 9849 w 10000"/>
              <a:gd name="connsiteY21-13724" fmla="*/ 4187 h 8491"/>
              <a:gd name="connsiteX22-13725" fmla="*/ 9781 w 10000"/>
              <a:gd name="connsiteY22-13726" fmla="*/ 4405 h 8491"/>
              <a:gd name="connsiteX23-13727" fmla="*/ 9712 w 10000"/>
              <a:gd name="connsiteY23-13728" fmla="*/ 4405 h 8491"/>
              <a:gd name="connsiteX24-13729" fmla="*/ 9712 w 10000"/>
              <a:gd name="connsiteY24-13730" fmla="*/ 4672 h 8491"/>
              <a:gd name="connsiteX25-13731" fmla="*/ 9630 w 10000"/>
              <a:gd name="connsiteY25-13732" fmla="*/ 4891 h 8491"/>
              <a:gd name="connsiteX26-13733" fmla="*/ 9561 w 10000"/>
              <a:gd name="connsiteY26-13734" fmla="*/ 5376 h 8491"/>
              <a:gd name="connsiteX27-13735" fmla="*/ 9561 w 10000"/>
              <a:gd name="connsiteY27-13736" fmla="*/ 5813 h 8491"/>
              <a:gd name="connsiteX28-13737" fmla="*/ 9492 w 10000"/>
              <a:gd name="connsiteY28-13738" fmla="*/ 6301 h 8491"/>
              <a:gd name="connsiteX29-13739" fmla="*/ 9492 w 10000"/>
              <a:gd name="connsiteY29-13740" fmla="*/ 7009 h 8491"/>
              <a:gd name="connsiteX30-13741" fmla="*/ 9492 w 10000"/>
              <a:gd name="connsiteY30-13742" fmla="*/ 7444 h 8491"/>
              <a:gd name="connsiteX31-13743" fmla="*/ 8409 w 10000"/>
              <a:gd name="connsiteY31-13744" fmla="*/ 8374 h 8491"/>
              <a:gd name="connsiteX32-13745" fmla="*/ 8477 w 10000"/>
              <a:gd name="connsiteY32-13746" fmla="*/ 6741 h 8491"/>
              <a:gd name="connsiteX33-13747" fmla="*/ 8477 w 10000"/>
              <a:gd name="connsiteY33-13748" fmla="*/ 6033 h 8491"/>
              <a:gd name="connsiteX34-13749" fmla="*/ 8477 w 10000"/>
              <a:gd name="connsiteY34-13750" fmla="*/ 5376 h 8491"/>
              <a:gd name="connsiteX35-13751" fmla="*/ 8477 w 10000"/>
              <a:gd name="connsiteY35-13752" fmla="*/ 4891 h 8491"/>
              <a:gd name="connsiteX36-13753" fmla="*/ 8477 w 10000"/>
              <a:gd name="connsiteY36-13754" fmla="*/ 4405 h 8491"/>
              <a:gd name="connsiteX37-13755" fmla="*/ 8477 w 10000"/>
              <a:gd name="connsiteY37-13756" fmla="*/ 3966 h 8491"/>
              <a:gd name="connsiteX38-13757" fmla="*/ 8477 w 10000"/>
              <a:gd name="connsiteY38-13758" fmla="*/ 3750 h 8491"/>
              <a:gd name="connsiteX39-13759" fmla="*/ 8409 w 10000"/>
              <a:gd name="connsiteY39-13760" fmla="*/ 3480 h 8491"/>
              <a:gd name="connsiteX40-13761" fmla="*/ 8409 w 10000"/>
              <a:gd name="connsiteY40-13762" fmla="*/ 3260 h 8491"/>
              <a:gd name="connsiteX41-13763" fmla="*/ 8409 w 10000"/>
              <a:gd name="connsiteY41-13764" fmla="*/ 3040 h 8491"/>
              <a:gd name="connsiteX42-13765" fmla="*/ 8326 w 10000"/>
              <a:gd name="connsiteY42-13766" fmla="*/ 3040 h 8491"/>
              <a:gd name="connsiteX43-13767" fmla="*/ 8258 w 10000"/>
              <a:gd name="connsiteY43-13768" fmla="*/ 2777 h 8491"/>
              <a:gd name="connsiteX44-13769" fmla="*/ 8258 w 10000"/>
              <a:gd name="connsiteY44-13770" fmla="*/ 2777 h 8491"/>
              <a:gd name="connsiteX45-13771" fmla="*/ 8107 w 10000"/>
              <a:gd name="connsiteY45-13772" fmla="*/ 2777 h 8491"/>
              <a:gd name="connsiteX46-13773" fmla="*/ 8038 w 10000"/>
              <a:gd name="connsiteY46-13774" fmla="*/ 2777 h 8491"/>
              <a:gd name="connsiteX47-13775" fmla="*/ 7970 w 10000"/>
              <a:gd name="connsiteY47-13776" fmla="*/ 2777 h 8491"/>
              <a:gd name="connsiteX48-13777" fmla="*/ 7819 w 10000"/>
              <a:gd name="connsiteY48-13778" fmla="*/ 2777 h 8491"/>
              <a:gd name="connsiteX49-13779" fmla="*/ 7682 w 10000"/>
              <a:gd name="connsiteY49-13780" fmla="*/ 2777 h 8491"/>
              <a:gd name="connsiteX50-13781" fmla="*/ 7462 w 10000"/>
              <a:gd name="connsiteY50-13782" fmla="*/ 2777 h 8491"/>
              <a:gd name="connsiteX51-13783" fmla="*/ 7311 w 10000"/>
              <a:gd name="connsiteY51-13784" fmla="*/ 2777 h 8491"/>
              <a:gd name="connsiteX52-13785" fmla="*/ 7092 w 10000"/>
              <a:gd name="connsiteY52-13786" fmla="*/ 2777 h 8491"/>
              <a:gd name="connsiteX53-13787" fmla="*/ 6804 w 10000"/>
              <a:gd name="connsiteY53-13788" fmla="*/ 2777 h 8491"/>
              <a:gd name="connsiteX54-13789" fmla="*/ 6516 w 10000"/>
              <a:gd name="connsiteY54-13790" fmla="*/ 3040 h 8491"/>
              <a:gd name="connsiteX55-13791" fmla="*/ 6228 w 10000"/>
              <a:gd name="connsiteY55-13792" fmla="*/ 3040 h 8491"/>
              <a:gd name="connsiteX56-13793" fmla="*/ 5871 w 10000"/>
              <a:gd name="connsiteY56-13794" fmla="*/ 3260 h 8491"/>
              <a:gd name="connsiteX57-13795" fmla="*/ 5144 w 10000"/>
              <a:gd name="connsiteY57-13796" fmla="*/ 3480 h 8491"/>
              <a:gd name="connsiteX58-13797" fmla="*/ 4417 w 10000"/>
              <a:gd name="connsiteY58-13798" fmla="*/ 3966 h 8491"/>
              <a:gd name="connsiteX59-13799" fmla="*/ 3690 w 10000"/>
              <a:gd name="connsiteY59-13800" fmla="*/ 4187 h 8491"/>
              <a:gd name="connsiteX60-13801" fmla="*/ 2963 w 10000"/>
              <a:gd name="connsiteY60-13802" fmla="*/ 4405 h 8491"/>
              <a:gd name="connsiteX61-13803" fmla="*/ 2167 w 10000"/>
              <a:gd name="connsiteY61-13804" fmla="*/ 4672 h 8491"/>
              <a:gd name="connsiteX62-13805" fmla="*/ 1454 w 10000"/>
              <a:gd name="connsiteY62-13806" fmla="*/ 4891 h 8491"/>
              <a:gd name="connsiteX63-13807" fmla="*/ 727 w 10000"/>
              <a:gd name="connsiteY63-13808" fmla="*/ 5113 h 8491"/>
              <a:gd name="connsiteX64-13809" fmla="*/ 0 w 10000"/>
              <a:gd name="connsiteY64-13810" fmla="*/ 5376 h 8491"/>
              <a:gd name="connsiteX65-13811" fmla="*/ 0 w 10000"/>
              <a:gd name="connsiteY65-13812" fmla="*/ 3966 h 8491"/>
              <a:gd name="connsiteX66-13813" fmla="*/ 576 w 10000"/>
              <a:gd name="connsiteY66-13814" fmla="*/ 3750 h 8491"/>
              <a:gd name="connsiteX67-13815" fmla="*/ 1152 w 10000"/>
              <a:gd name="connsiteY67-13816" fmla="*/ 3480 h 8491"/>
              <a:gd name="connsiteX68-13817" fmla="*/ 1660 w 10000"/>
              <a:gd name="connsiteY68-13818" fmla="*/ 3260 h 8491"/>
              <a:gd name="connsiteX69-13819" fmla="*/ 2167 w 10000"/>
              <a:gd name="connsiteY69-13820" fmla="*/ 3040 h 8491"/>
              <a:gd name="connsiteX70-13821" fmla="*/ 2675 w 10000"/>
              <a:gd name="connsiteY70-13822" fmla="*/ 3040 h 8491"/>
              <a:gd name="connsiteX71-13823" fmla="*/ 3114 w 10000"/>
              <a:gd name="connsiteY71-13824" fmla="*/ 2777 h 8491"/>
              <a:gd name="connsiteX72-13825" fmla="*/ 3553 w 10000"/>
              <a:gd name="connsiteY72-13826" fmla="*/ 2555 h 8491"/>
              <a:gd name="connsiteX73-13827" fmla="*/ 3978 w 10000"/>
              <a:gd name="connsiteY73-13828" fmla="*/ 2555 h 8491"/>
              <a:gd name="connsiteX74-13829" fmla="*/ 4348 w 10000"/>
              <a:gd name="connsiteY74-13830" fmla="*/ 2340 h 8491"/>
              <a:gd name="connsiteX75-13831" fmla="*/ 4705 w 10000"/>
              <a:gd name="connsiteY75-13832" fmla="*/ 2113 h 8491"/>
              <a:gd name="connsiteX76-13833" fmla="*/ 5075 w 10000"/>
              <a:gd name="connsiteY76-13834" fmla="*/ 2113 h 8491"/>
              <a:gd name="connsiteX77-13835" fmla="*/ 5364 w 10000"/>
              <a:gd name="connsiteY77-13836" fmla="*/ 1853 h 8491"/>
              <a:gd name="connsiteX78-13837" fmla="*/ 5720 w 10000"/>
              <a:gd name="connsiteY78-13838" fmla="*/ 1853 h 8491"/>
              <a:gd name="connsiteX79-13839" fmla="*/ 5940 w 10000"/>
              <a:gd name="connsiteY79-13840" fmla="*/ 1853 h 8491"/>
              <a:gd name="connsiteX80-13841" fmla="*/ 6228 w 10000"/>
              <a:gd name="connsiteY80-13842" fmla="*/ 1627 h 8491"/>
              <a:gd name="connsiteX81-13843" fmla="*/ 6447 w 10000"/>
              <a:gd name="connsiteY81-13844" fmla="*/ 1627 h 8491"/>
              <a:gd name="connsiteX82-13845" fmla="*/ 6804 w 10000"/>
              <a:gd name="connsiteY82-13846" fmla="*/ 1411 h 8491"/>
              <a:gd name="connsiteX83-13847" fmla="*/ 7174 w 10000"/>
              <a:gd name="connsiteY83-13848" fmla="*/ 1411 h 8491"/>
              <a:gd name="connsiteX84-13849" fmla="*/ 7462 w 10000"/>
              <a:gd name="connsiteY84-13850" fmla="*/ 1143 h 8491"/>
              <a:gd name="connsiteX85-13851" fmla="*/ 7750 w 10000"/>
              <a:gd name="connsiteY85-13852" fmla="*/ 1143 h 8491"/>
              <a:gd name="connsiteX86-13853" fmla="*/ 7901 w 10000"/>
              <a:gd name="connsiteY86-13854" fmla="*/ 931 h 8491"/>
              <a:gd name="connsiteX87-13855" fmla="*/ 8038 w 10000"/>
              <a:gd name="connsiteY87-13856" fmla="*/ 707 h 8491"/>
              <a:gd name="connsiteX88-13857" fmla="*/ 8189 w 10000"/>
              <a:gd name="connsiteY88-13858" fmla="*/ 707 h 8491"/>
              <a:gd name="connsiteX89-13859" fmla="*/ 8189 w 10000"/>
              <a:gd name="connsiteY89-13860" fmla="*/ 489 h 8491"/>
              <a:gd name="connsiteX90-13861" fmla="*/ 8189 w 10000"/>
              <a:gd name="connsiteY90-13862" fmla="*/ 489 h 8491"/>
              <a:gd name="connsiteX0-13863" fmla="*/ 8189 w 10000"/>
              <a:gd name="connsiteY0-13864" fmla="*/ 576 h 8767"/>
              <a:gd name="connsiteX1-13865" fmla="*/ 8258 w 10000"/>
              <a:gd name="connsiteY1-13866" fmla="*/ 260 h 8767"/>
              <a:gd name="connsiteX2-13867" fmla="*/ 8409 w 10000"/>
              <a:gd name="connsiteY2-13868" fmla="*/ 260 h 8767"/>
              <a:gd name="connsiteX3-13869" fmla="*/ 8477 w 10000"/>
              <a:gd name="connsiteY3-13870" fmla="*/ 0 h 8767"/>
              <a:gd name="connsiteX4-13871" fmla="*/ 8546 w 10000"/>
              <a:gd name="connsiteY4-13872" fmla="*/ 0 h 8767"/>
              <a:gd name="connsiteX5-13873" fmla="*/ 8697 w 10000"/>
              <a:gd name="connsiteY5-13874" fmla="*/ 260 h 8767"/>
              <a:gd name="connsiteX6-13875" fmla="*/ 8916 w 10000"/>
              <a:gd name="connsiteY6-13876" fmla="*/ 576 h 8767"/>
              <a:gd name="connsiteX7-13877" fmla="*/ 8985 w 10000"/>
              <a:gd name="connsiteY7-13878" fmla="*/ 833 h 8767"/>
              <a:gd name="connsiteX8-13879" fmla="*/ 9122 w 10000"/>
              <a:gd name="connsiteY8-13880" fmla="*/ 1346 h 8767"/>
              <a:gd name="connsiteX9-13881" fmla="*/ 9204 w 10000"/>
              <a:gd name="connsiteY9-13882" fmla="*/ 1662 h 8767"/>
              <a:gd name="connsiteX10-13883" fmla="*/ 9342 w 10000"/>
              <a:gd name="connsiteY10-13884" fmla="*/ 1916 h 8767"/>
              <a:gd name="connsiteX11-13885" fmla="*/ 9492 w 10000"/>
              <a:gd name="connsiteY11-13886" fmla="*/ 2489 h 8767"/>
              <a:gd name="connsiteX12-13887" fmla="*/ 9630 w 10000"/>
              <a:gd name="connsiteY12-13888" fmla="*/ 2756 h 8767"/>
              <a:gd name="connsiteX13-13889" fmla="*/ 9712 w 10000"/>
              <a:gd name="connsiteY13-13890" fmla="*/ 3271 h 8767"/>
              <a:gd name="connsiteX14-13891" fmla="*/ 9849 w 10000"/>
              <a:gd name="connsiteY14-13892" fmla="*/ 3580 h 8767"/>
              <a:gd name="connsiteX15-13893" fmla="*/ 9918 w 10000"/>
              <a:gd name="connsiteY15-13894" fmla="*/ 3839 h 8767"/>
              <a:gd name="connsiteX16-13895" fmla="*/ 9918 w 10000"/>
              <a:gd name="connsiteY16-13896" fmla="*/ 4098 h 8767"/>
              <a:gd name="connsiteX17-13897" fmla="*/ 10000 w 10000"/>
              <a:gd name="connsiteY17-13898" fmla="*/ 4098 h 8767"/>
              <a:gd name="connsiteX18-13899" fmla="*/ 10000 w 10000"/>
              <a:gd name="connsiteY18-13900" fmla="*/ 4416 h 8767"/>
              <a:gd name="connsiteX19-13901" fmla="*/ 10000 w 10000"/>
              <a:gd name="connsiteY19-13902" fmla="*/ 4671 h 8767"/>
              <a:gd name="connsiteX20-13903" fmla="*/ 9918 w 10000"/>
              <a:gd name="connsiteY20-13904" fmla="*/ 4931 h 8767"/>
              <a:gd name="connsiteX21-13905" fmla="*/ 9849 w 10000"/>
              <a:gd name="connsiteY21-13906" fmla="*/ 4931 h 8767"/>
              <a:gd name="connsiteX22-13907" fmla="*/ 9781 w 10000"/>
              <a:gd name="connsiteY22-13908" fmla="*/ 5188 h 8767"/>
              <a:gd name="connsiteX23-13909" fmla="*/ 9712 w 10000"/>
              <a:gd name="connsiteY23-13910" fmla="*/ 5188 h 8767"/>
              <a:gd name="connsiteX24-13911" fmla="*/ 9712 w 10000"/>
              <a:gd name="connsiteY24-13912" fmla="*/ 5502 h 8767"/>
              <a:gd name="connsiteX25-13913" fmla="*/ 9630 w 10000"/>
              <a:gd name="connsiteY25-13914" fmla="*/ 5760 h 8767"/>
              <a:gd name="connsiteX26-13915" fmla="*/ 9561 w 10000"/>
              <a:gd name="connsiteY26-13916" fmla="*/ 6331 h 8767"/>
              <a:gd name="connsiteX27-13917" fmla="*/ 9561 w 10000"/>
              <a:gd name="connsiteY27-13918" fmla="*/ 6846 h 8767"/>
              <a:gd name="connsiteX28-13919" fmla="*/ 9492 w 10000"/>
              <a:gd name="connsiteY28-13920" fmla="*/ 7421 h 8767"/>
              <a:gd name="connsiteX29-13921" fmla="*/ 9492 w 10000"/>
              <a:gd name="connsiteY29-13922" fmla="*/ 8255 h 8767"/>
              <a:gd name="connsiteX30-13923" fmla="*/ 9492 w 10000"/>
              <a:gd name="connsiteY30-13924" fmla="*/ 8767 h 8767"/>
              <a:gd name="connsiteX31-13925" fmla="*/ 8477 w 10000"/>
              <a:gd name="connsiteY31-13926" fmla="*/ 7939 h 8767"/>
              <a:gd name="connsiteX32-13927" fmla="*/ 8477 w 10000"/>
              <a:gd name="connsiteY32-13928" fmla="*/ 7105 h 8767"/>
              <a:gd name="connsiteX33-13929" fmla="*/ 8477 w 10000"/>
              <a:gd name="connsiteY33-13930" fmla="*/ 6331 h 8767"/>
              <a:gd name="connsiteX34-13931" fmla="*/ 8477 w 10000"/>
              <a:gd name="connsiteY34-13932" fmla="*/ 5760 h 8767"/>
              <a:gd name="connsiteX35-13933" fmla="*/ 8477 w 10000"/>
              <a:gd name="connsiteY35-13934" fmla="*/ 5188 h 8767"/>
              <a:gd name="connsiteX36-13935" fmla="*/ 8477 w 10000"/>
              <a:gd name="connsiteY36-13936" fmla="*/ 4671 h 8767"/>
              <a:gd name="connsiteX37-13937" fmla="*/ 8477 w 10000"/>
              <a:gd name="connsiteY37-13938" fmla="*/ 4416 h 8767"/>
              <a:gd name="connsiteX38-13939" fmla="*/ 8409 w 10000"/>
              <a:gd name="connsiteY38-13940" fmla="*/ 4098 h 8767"/>
              <a:gd name="connsiteX39-13941" fmla="*/ 8409 w 10000"/>
              <a:gd name="connsiteY39-13942" fmla="*/ 3839 h 8767"/>
              <a:gd name="connsiteX40-13943" fmla="*/ 8409 w 10000"/>
              <a:gd name="connsiteY40-13944" fmla="*/ 3580 h 8767"/>
              <a:gd name="connsiteX41-13945" fmla="*/ 8326 w 10000"/>
              <a:gd name="connsiteY41-13946" fmla="*/ 3580 h 8767"/>
              <a:gd name="connsiteX42-13947" fmla="*/ 8258 w 10000"/>
              <a:gd name="connsiteY42-13948" fmla="*/ 3271 h 8767"/>
              <a:gd name="connsiteX43-13949" fmla="*/ 8258 w 10000"/>
              <a:gd name="connsiteY43-13950" fmla="*/ 3271 h 8767"/>
              <a:gd name="connsiteX44-13951" fmla="*/ 8107 w 10000"/>
              <a:gd name="connsiteY44-13952" fmla="*/ 3271 h 8767"/>
              <a:gd name="connsiteX45-13953" fmla="*/ 8038 w 10000"/>
              <a:gd name="connsiteY45-13954" fmla="*/ 3271 h 8767"/>
              <a:gd name="connsiteX46-13955" fmla="*/ 7970 w 10000"/>
              <a:gd name="connsiteY46-13956" fmla="*/ 3271 h 8767"/>
              <a:gd name="connsiteX47-13957" fmla="*/ 7819 w 10000"/>
              <a:gd name="connsiteY47-13958" fmla="*/ 3271 h 8767"/>
              <a:gd name="connsiteX48-13959" fmla="*/ 7682 w 10000"/>
              <a:gd name="connsiteY48-13960" fmla="*/ 3271 h 8767"/>
              <a:gd name="connsiteX49-13961" fmla="*/ 7462 w 10000"/>
              <a:gd name="connsiteY49-13962" fmla="*/ 3271 h 8767"/>
              <a:gd name="connsiteX50-13963" fmla="*/ 7311 w 10000"/>
              <a:gd name="connsiteY50-13964" fmla="*/ 3271 h 8767"/>
              <a:gd name="connsiteX51-13965" fmla="*/ 7092 w 10000"/>
              <a:gd name="connsiteY51-13966" fmla="*/ 3271 h 8767"/>
              <a:gd name="connsiteX52-13967" fmla="*/ 6804 w 10000"/>
              <a:gd name="connsiteY52-13968" fmla="*/ 3271 h 8767"/>
              <a:gd name="connsiteX53-13969" fmla="*/ 6516 w 10000"/>
              <a:gd name="connsiteY53-13970" fmla="*/ 3580 h 8767"/>
              <a:gd name="connsiteX54-13971" fmla="*/ 6228 w 10000"/>
              <a:gd name="connsiteY54-13972" fmla="*/ 3580 h 8767"/>
              <a:gd name="connsiteX55-13973" fmla="*/ 5871 w 10000"/>
              <a:gd name="connsiteY55-13974" fmla="*/ 3839 h 8767"/>
              <a:gd name="connsiteX56-13975" fmla="*/ 5144 w 10000"/>
              <a:gd name="connsiteY56-13976" fmla="*/ 4098 h 8767"/>
              <a:gd name="connsiteX57-13977" fmla="*/ 4417 w 10000"/>
              <a:gd name="connsiteY57-13978" fmla="*/ 4671 h 8767"/>
              <a:gd name="connsiteX58-13979" fmla="*/ 3690 w 10000"/>
              <a:gd name="connsiteY58-13980" fmla="*/ 4931 h 8767"/>
              <a:gd name="connsiteX59-13981" fmla="*/ 2963 w 10000"/>
              <a:gd name="connsiteY59-13982" fmla="*/ 5188 h 8767"/>
              <a:gd name="connsiteX60-13983" fmla="*/ 2167 w 10000"/>
              <a:gd name="connsiteY60-13984" fmla="*/ 5502 h 8767"/>
              <a:gd name="connsiteX61-13985" fmla="*/ 1454 w 10000"/>
              <a:gd name="connsiteY61-13986" fmla="*/ 5760 h 8767"/>
              <a:gd name="connsiteX62-13987" fmla="*/ 727 w 10000"/>
              <a:gd name="connsiteY62-13988" fmla="*/ 6022 h 8767"/>
              <a:gd name="connsiteX63-13989" fmla="*/ 0 w 10000"/>
              <a:gd name="connsiteY63-13990" fmla="*/ 6331 h 8767"/>
              <a:gd name="connsiteX64-13991" fmla="*/ 0 w 10000"/>
              <a:gd name="connsiteY64-13992" fmla="*/ 4671 h 8767"/>
              <a:gd name="connsiteX65-13993" fmla="*/ 576 w 10000"/>
              <a:gd name="connsiteY65-13994" fmla="*/ 4416 h 8767"/>
              <a:gd name="connsiteX66-13995" fmla="*/ 1152 w 10000"/>
              <a:gd name="connsiteY66-13996" fmla="*/ 4098 h 8767"/>
              <a:gd name="connsiteX67-13997" fmla="*/ 1660 w 10000"/>
              <a:gd name="connsiteY67-13998" fmla="*/ 3839 h 8767"/>
              <a:gd name="connsiteX68-13999" fmla="*/ 2167 w 10000"/>
              <a:gd name="connsiteY68-14000" fmla="*/ 3580 h 8767"/>
              <a:gd name="connsiteX69-14001" fmla="*/ 2675 w 10000"/>
              <a:gd name="connsiteY69-14002" fmla="*/ 3580 h 8767"/>
              <a:gd name="connsiteX70-14003" fmla="*/ 3114 w 10000"/>
              <a:gd name="connsiteY70-14004" fmla="*/ 3271 h 8767"/>
              <a:gd name="connsiteX71-14005" fmla="*/ 3553 w 10000"/>
              <a:gd name="connsiteY71-14006" fmla="*/ 3009 h 8767"/>
              <a:gd name="connsiteX72-14007" fmla="*/ 3978 w 10000"/>
              <a:gd name="connsiteY72-14008" fmla="*/ 3009 h 8767"/>
              <a:gd name="connsiteX73-14009" fmla="*/ 4348 w 10000"/>
              <a:gd name="connsiteY73-14010" fmla="*/ 2756 h 8767"/>
              <a:gd name="connsiteX74-14011" fmla="*/ 4705 w 10000"/>
              <a:gd name="connsiteY74-14012" fmla="*/ 2489 h 8767"/>
              <a:gd name="connsiteX75-14013" fmla="*/ 5075 w 10000"/>
              <a:gd name="connsiteY75-14014" fmla="*/ 2489 h 8767"/>
              <a:gd name="connsiteX76-14015" fmla="*/ 5364 w 10000"/>
              <a:gd name="connsiteY76-14016" fmla="*/ 2182 h 8767"/>
              <a:gd name="connsiteX77-14017" fmla="*/ 5720 w 10000"/>
              <a:gd name="connsiteY77-14018" fmla="*/ 2182 h 8767"/>
              <a:gd name="connsiteX78-14019" fmla="*/ 5940 w 10000"/>
              <a:gd name="connsiteY78-14020" fmla="*/ 2182 h 8767"/>
              <a:gd name="connsiteX79-14021" fmla="*/ 6228 w 10000"/>
              <a:gd name="connsiteY79-14022" fmla="*/ 1916 h 8767"/>
              <a:gd name="connsiteX80-14023" fmla="*/ 6447 w 10000"/>
              <a:gd name="connsiteY80-14024" fmla="*/ 1916 h 8767"/>
              <a:gd name="connsiteX81-14025" fmla="*/ 6804 w 10000"/>
              <a:gd name="connsiteY81-14026" fmla="*/ 1662 h 8767"/>
              <a:gd name="connsiteX82-14027" fmla="*/ 7174 w 10000"/>
              <a:gd name="connsiteY82-14028" fmla="*/ 1662 h 8767"/>
              <a:gd name="connsiteX83-14029" fmla="*/ 7462 w 10000"/>
              <a:gd name="connsiteY83-14030" fmla="*/ 1346 h 8767"/>
              <a:gd name="connsiteX84-14031" fmla="*/ 7750 w 10000"/>
              <a:gd name="connsiteY84-14032" fmla="*/ 1346 h 8767"/>
              <a:gd name="connsiteX85-14033" fmla="*/ 7901 w 10000"/>
              <a:gd name="connsiteY85-14034" fmla="*/ 1096 h 8767"/>
              <a:gd name="connsiteX86-14035" fmla="*/ 8038 w 10000"/>
              <a:gd name="connsiteY86-14036" fmla="*/ 833 h 8767"/>
              <a:gd name="connsiteX87-14037" fmla="*/ 8189 w 10000"/>
              <a:gd name="connsiteY87-14038" fmla="*/ 833 h 8767"/>
              <a:gd name="connsiteX88-14039" fmla="*/ 8189 w 10000"/>
              <a:gd name="connsiteY88-14040" fmla="*/ 576 h 8767"/>
              <a:gd name="connsiteX89-14041" fmla="*/ 8189 w 10000"/>
              <a:gd name="connsiteY89-14042" fmla="*/ 576 h 8767"/>
              <a:gd name="connsiteX0-14043" fmla="*/ 8189 w 10000"/>
              <a:gd name="connsiteY0-14044" fmla="*/ 657 h 10000"/>
              <a:gd name="connsiteX1-14045" fmla="*/ 8258 w 10000"/>
              <a:gd name="connsiteY1-14046" fmla="*/ 297 h 10000"/>
              <a:gd name="connsiteX2-14047" fmla="*/ 8409 w 10000"/>
              <a:gd name="connsiteY2-14048" fmla="*/ 297 h 10000"/>
              <a:gd name="connsiteX3-14049" fmla="*/ 8477 w 10000"/>
              <a:gd name="connsiteY3-14050" fmla="*/ 0 h 10000"/>
              <a:gd name="connsiteX4-14051" fmla="*/ 8546 w 10000"/>
              <a:gd name="connsiteY4-14052" fmla="*/ 0 h 10000"/>
              <a:gd name="connsiteX5-14053" fmla="*/ 8697 w 10000"/>
              <a:gd name="connsiteY5-14054" fmla="*/ 297 h 10000"/>
              <a:gd name="connsiteX6-14055" fmla="*/ 8916 w 10000"/>
              <a:gd name="connsiteY6-14056" fmla="*/ 657 h 10000"/>
              <a:gd name="connsiteX7-14057" fmla="*/ 8985 w 10000"/>
              <a:gd name="connsiteY7-14058" fmla="*/ 950 h 10000"/>
              <a:gd name="connsiteX8-14059" fmla="*/ 9122 w 10000"/>
              <a:gd name="connsiteY8-14060" fmla="*/ 1535 h 10000"/>
              <a:gd name="connsiteX9-14061" fmla="*/ 9204 w 10000"/>
              <a:gd name="connsiteY9-14062" fmla="*/ 1896 h 10000"/>
              <a:gd name="connsiteX10-14063" fmla="*/ 9342 w 10000"/>
              <a:gd name="connsiteY10-14064" fmla="*/ 2185 h 10000"/>
              <a:gd name="connsiteX11-14065" fmla="*/ 9492 w 10000"/>
              <a:gd name="connsiteY11-14066" fmla="*/ 2839 h 10000"/>
              <a:gd name="connsiteX12-14067" fmla="*/ 9630 w 10000"/>
              <a:gd name="connsiteY12-14068" fmla="*/ 3144 h 10000"/>
              <a:gd name="connsiteX13-14069" fmla="*/ 9712 w 10000"/>
              <a:gd name="connsiteY13-14070" fmla="*/ 3731 h 10000"/>
              <a:gd name="connsiteX14-14071" fmla="*/ 9849 w 10000"/>
              <a:gd name="connsiteY14-14072" fmla="*/ 4083 h 10000"/>
              <a:gd name="connsiteX15-14073" fmla="*/ 9918 w 10000"/>
              <a:gd name="connsiteY15-14074" fmla="*/ 4379 h 10000"/>
              <a:gd name="connsiteX16-14075" fmla="*/ 9918 w 10000"/>
              <a:gd name="connsiteY16-14076" fmla="*/ 4674 h 10000"/>
              <a:gd name="connsiteX17-14077" fmla="*/ 10000 w 10000"/>
              <a:gd name="connsiteY17-14078" fmla="*/ 4674 h 10000"/>
              <a:gd name="connsiteX18-14079" fmla="*/ 10000 w 10000"/>
              <a:gd name="connsiteY18-14080" fmla="*/ 5037 h 10000"/>
              <a:gd name="connsiteX19-14081" fmla="*/ 10000 w 10000"/>
              <a:gd name="connsiteY19-14082" fmla="*/ 5328 h 10000"/>
              <a:gd name="connsiteX20-14083" fmla="*/ 9918 w 10000"/>
              <a:gd name="connsiteY20-14084" fmla="*/ 5625 h 10000"/>
              <a:gd name="connsiteX21-14085" fmla="*/ 9849 w 10000"/>
              <a:gd name="connsiteY21-14086" fmla="*/ 5625 h 10000"/>
              <a:gd name="connsiteX22-14087" fmla="*/ 9781 w 10000"/>
              <a:gd name="connsiteY22-14088" fmla="*/ 5918 h 10000"/>
              <a:gd name="connsiteX23-14089" fmla="*/ 9712 w 10000"/>
              <a:gd name="connsiteY23-14090" fmla="*/ 5918 h 10000"/>
              <a:gd name="connsiteX24-14091" fmla="*/ 9712 w 10000"/>
              <a:gd name="connsiteY24-14092" fmla="*/ 6276 h 10000"/>
              <a:gd name="connsiteX25-14093" fmla="*/ 9630 w 10000"/>
              <a:gd name="connsiteY25-14094" fmla="*/ 6570 h 10000"/>
              <a:gd name="connsiteX26-14095" fmla="*/ 9561 w 10000"/>
              <a:gd name="connsiteY26-14096" fmla="*/ 7221 h 10000"/>
              <a:gd name="connsiteX27-14097" fmla="*/ 9561 w 10000"/>
              <a:gd name="connsiteY27-14098" fmla="*/ 7809 h 10000"/>
              <a:gd name="connsiteX28-14099" fmla="*/ 9492 w 10000"/>
              <a:gd name="connsiteY28-14100" fmla="*/ 8465 h 10000"/>
              <a:gd name="connsiteX29-14101" fmla="*/ 9492 w 10000"/>
              <a:gd name="connsiteY29-14102" fmla="*/ 9416 h 10000"/>
              <a:gd name="connsiteX30-14103" fmla="*/ 9492 w 10000"/>
              <a:gd name="connsiteY30-14104" fmla="*/ 10000 h 10000"/>
              <a:gd name="connsiteX31-14105" fmla="*/ 8477 w 10000"/>
              <a:gd name="connsiteY31-14106" fmla="*/ 8104 h 10000"/>
              <a:gd name="connsiteX32-14107" fmla="*/ 8477 w 10000"/>
              <a:gd name="connsiteY32-14108" fmla="*/ 7221 h 10000"/>
              <a:gd name="connsiteX33-14109" fmla="*/ 8477 w 10000"/>
              <a:gd name="connsiteY33-14110" fmla="*/ 6570 h 10000"/>
              <a:gd name="connsiteX34-14111" fmla="*/ 8477 w 10000"/>
              <a:gd name="connsiteY34-14112" fmla="*/ 5918 h 10000"/>
              <a:gd name="connsiteX35-14113" fmla="*/ 8477 w 10000"/>
              <a:gd name="connsiteY35-14114" fmla="*/ 5328 h 10000"/>
              <a:gd name="connsiteX36-14115" fmla="*/ 8477 w 10000"/>
              <a:gd name="connsiteY36-14116" fmla="*/ 5037 h 10000"/>
              <a:gd name="connsiteX37-14117" fmla="*/ 8409 w 10000"/>
              <a:gd name="connsiteY37-14118" fmla="*/ 4674 h 10000"/>
              <a:gd name="connsiteX38-14119" fmla="*/ 8409 w 10000"/>
              <a:gd name="connsiteY38-14120" fmla="*/ 4379 h 10000"/>
              <a:gd name="connsiteX39-14121" fmla="*/ 8409 w 10000"/>
              <a:gd name="connsiteY39-14122" fmla="*/ 4083 h 10000"/>
              <a:gd name="connsiteX40-14123" fmla="*/ 8326 w 10000"/>
              <a:gd name="connsiteY40-14124" fmla="*/ 4083 h 10000"/>
              <a:gd name="connsiteX41-14125" fmla="*/ 8258 w 10000"/>
              <a:gd name="connsiteY41-14126" fmla="*/ 3731 h 10000"/>
              <a:gd name="connsiteX42-14127" fmla="*/ 8258 w 10000"/>
              <a:gd name="connsiteY42-14128" fmla="*/ 3731 h 10000"/>
              <a:gd name="connsiteX43-14129" fmla="*/ 8107 w 10000"/>
              <a:gd name="connsiteY43-14130" fmla="*/ 3731 h 10000"/>
              <a:gd name="connsiteX44-14131" fmla="*/ 8038 w 10000"/>
              <a:gd name="connsiteY44-14132" fmla="*/ 3731 h 10000"/>
              <a:gd name="connsiteX45-14133" fmla="*/ 7970 w 10000"/>
              <a:gd name="connsiteY45-14134" fmla="*/ 3731 h 10000"/>
              <a:gd name="connsiteX46-14135" fmla="*/ 7819 w 10000"/>
              <a:gd name="connsiteY46-14136" fmla="*/ 3731 h 10000"/>
              <a:gd name="connsiteX47-14137" fmla="*/ 7682 w 10000"/>
              <a:gd name="connsiteY47-14138" fmla="*/ 3731 h 10000"/>
              <a:gd name="connsiteX48-14139" fmla="*/ 7462 w 10000"/>
              <a:gd name="connsiteY48-14140" fmla="*/ 3731 h 10000"/>
              <a:gd name="connsiteX49-14141" fmla="*/ 7311 w 10000"/>
              <a:gd name="connsiteY49-14142" fmla="*/ 3731 h 10000"/>
              <a:gd name="connsiteX50-14143" fmla="*/ 7092 w 10000"/>
              <a:gd name="connsiteY50-14144" fmla="*/ 3731 h 10000"/>
              <a:gd name="connsiteX51-14145" fmla="*/ 6804 w 10000"/>
              <a:gd name="connsiteY51-14146" fmla="*/ 3731 h 10000"/>
              <a:gd name="connsiteX52-14147" fmla="*/ 6516 w 10000"/>
              <a:gd name="connsiteY52-14148" fmla="*/ 4083 h 10000"/>
              <a:gd name="connsiteX53-14149" fmla="*/ 6228 w 10000"/>
              <a:gd name="connsiteY53-14150" fmla="*/ 4083 h 10000"/>
              <a:gd name="connsiteX54-14151" fmla="*/ 5871 w 10000"/>
              <a:gd name="connsiteY54-14152" fmla="*/ 4379 h 10000"/>
              <a:gd name="connsiteX55-14153" fmla="*/ 5144 w 10000"/>
              <a:gd name="connsiteY55-14154" fmla="*/ 4674 h 10000"/>
              <a:gd name="connsiteX56-14155" fmla="*/ 4417 w 10000"/>
              <a:gd name="connsiteY56-14156" fmla="*/ 5328 h 10000"/>
              <a:gd name="connsiteX57-14157" fmla="*/ 3690 w 10000"/>
              <a:gd name="connsiteY57-14158" fmla="*/ 5625 h 10000"/>
              <a:gd name="connsiteX58-14159" fmla="*/ 2963 w 10000"/>
              <a:gd name="connsiteY58-14160" fmla="*/ 5918 h 10000"/>
              <a:gd name="connsiteX59-14161" fmla="*/ 2167 w 10000"/>
              <a:gd name="connsiteY59-14162" fmla="*/ 6276 h 10000"/>
              <a:gd name="connsiteX60-14163" fmla="*/ 1454 w 10000"/>
              <a:gd name="connsiteY60-14164" fmla="*/ 6570 h 10000"/>
              <a:gd name="connsiteX61-14165" fmla="*/ 727 w 10000"/>
              <a:gd name="connsiteY61-14166" fmla="*/ 6869 h 10000"/>
              <a:gd name="connsiteX62-14167" fmla="*/ 0 w 10000"/>
              <a:gd name="connsiteY62-14168" fmla="*/ 7221 h 10000"/>
              <a:gd name="connsiteX63-14169" fmla="*/ 0 w 10000"/>
              <a:gd name="connsiteY63-14170" fmla="*/ 5328 h 10000"/>
              <a:gd name="connsiteX64-14171" fmla="*/ 576 w 10000"/>
              <a:gd name="connsiteY64-14172" fmla="*/ 5037 h 10000"/>
              <a:gd name="connsiteX65-14173" fmla="*/ 1152 w 10000"/>
              <a:gd name="connsiteY65-14174" fmla="*/ 4674 h 10000"/>
              <a:gd name="connsiteX66-14175" fmla="*/ 1660 w 10000"/>
              <a:gd name="connsiteY66-14176" fmla="*/ 4379 h 10000"/>
              <a:gd name="connsiteX67-14177" fmla="*/ 2167 w 10000"/>
              <a:gd name="connsiteY67-14178" fmla="*/ 4083 h 10000"/>
              <a:gd name="connsiteX68-14179" fmla="*/ 2675 w 10000"/>
              <a:gd name="connsiteY68-14180" fmla="*/ 4083 h 10000"/>
              <a:gd name="connsiteX69-14181" fmla="*/ 3114 w 10000"/>
              <a:gd name="connsiteY69-14182" fmla="*/ 3731 h 10000"/>
              <a:gd name="connsiteX70-14183" fmla="*/ 3553 w 10000"/>
              <a:gd name="connsiteY70-14184" fmla="*/ 3432 h 10000"/>
              <a:gd name="connsiteX71-14185" fmla="*/ 3978 w 10000"/>
              <a:gd name="connsiteY71-14186" fmla="*/ 3432 h 10000"/>
              <a:gd name="connsiteX72-14187" fmla="*/ 4348 w 10000"/>
              <a:gd name="connsiteY72-14188" fmla="*/ 3144 h 10000"/>
              <a:gd name="connsiteX73-14189" fmla="*/ 4705 w 10000"/>
              <a:gd name="connsiteY73-14190" fmla="*/ 2839 h 10000"/>
              <a:gd name="connsiteX74-14191" fmla="*/ 5075 w 10000"/>
              <a:gd name="connsiteY74-14192" fmla="*/ 2839 h 10000"/>
              <a:gd name="connsiteX75-14193" fmla="*/ 5364 w 10000"/>
              <a:gd name="connsiteY75-14194" fmla="*/ 2489 h 10000"/>
              <a:gd name="connsiteX76-14195" fmla="*/ 5720 w 10000"/>
              <a:gd name="connsiteY76-14196" fmla="*/ 2489 h 10000"/>
              <a:gd name="connsiteX77-14197" fmla="*/ 5940 w 10000"/>
              <a:gd name="connsiteY77-14198" fmla="*/ 2489 h 10000"/>
              <a:gd name="connsiteX78-14199" fmla="*/ 6228 w 10000"/>
              <a:gd name="connsiteY78-14200" fmla="*/ 2185 h 10000"/>
              <a:gd name="connsiteX79-14201" fmla="*/ 6447 w 10000"/>
              <a:gd name="connsiteY79-14202" fmla="*/ 2185 h 10000"/>
              <a:gd name="connsiteX80-14203" fmla="*/ 6804 w 10000"/>
              <a:gd name="connsiteY80-14204" fmla="*/ 1896 h 10000"/>
              <a:gd name="connsiteX81-14205" fmla="*/ 7174 w 10000"/>
              <a:gd name="connsiteY81-14206" fmla="*/ 1896 h 10000"/>
              <a:gd name="connsiteX82-14207" fmla="*/ 7462 w 10000"/>
              <a:gd name="connsiteY82-14208" fmla="*/ 1535 h 10000"/>
              <a:gd name="connsiteX83-14209" fmla="*/ 7750 w 10000"/>
              <a:gd name="connsiteY83-14210" fmla="*/ 1535 h 10000"/>
              <a:gd name="connsiteX84-14211" fmla="*/ 7901 w 10000"/>
              <a:gd name="connsiteY84-14212" fmla="*/ 1250 h 10000"/>
              <a:gd name="connsiteX85-14213" fmla="*/ 8038 w 10000"/>
              <a:gd name="connsiteY85-14214" fmla="*/ 950 h 10000"/>
              <a:gd name="connsiteX86-14215" fmla="*/ 8189 w 10000"/>
              <a:gd name="connsiteY86-14216" fmla="*/ 950 h 10000"/>
              <a:gd name="connsiteX87-14217" fmla="*/ 8189 w 10000"/>
              <a:gd name="connsiteY87-14218" fmla="*/ 657 h 10000"/>
              <a:gd name="connsiteX88-14219" fmla="*/ 8189 w 10000"/>
              <a:gd name="connsiteY88-14220" fmla="*/ 657 h 10000"/>
              <a:gd name="connsiteX0-14221" fmla="*/ 8189 w 10000"/>
              <a:gd name="connsiteY0-14222" fmla="*/ 657 h 10000"/>
              <a:gd name="connsiteX1-14223" fmla="*/ 8258 w 10000"/>
              <a:gd name="connsiteY1-14224" fmla="*/ 297 h 10000"/>
              <a:gd name="connsiteX2-14225" fmla="*/ 8409 w 10000"/>
              <a:gd name="connsiteY2-14226" fmla="*/ 297 h 10000"/>
              <a:gd name="connsiteX3-14227" fmla="*/ 8477 w 10000"/>
              <a:gd name="connsiteY3-14228" fmla="*/ 0 h 10000"/>
              <a:gd name="connsiteX4-14229" fmla="*/ 8546 w 10000"/>
              <a:gd name="connsiteY4-14230" fmla="*/ 0 h 10000"/>
              <a:gd name="connsiteX5-14231" fmla="*/ 8697 w 10000"/>
              <a:gd name="connsiteY5-14232" fmla="*/ 297 h 10000"/>
              <a:gd name="connsiteX6-14233" fmla="*/ 8916 w 10000"/>
              <a:gd name="connsiteY6-14234" fmla="*/ 657 h 10000"/>
              <a:gd name="connsiteX7-14235" fmla="*/ 8985 w 10000"/>
              <a:gd name="connsiteY7-14236" fmla="*/ 950 h 10000"/>
              <a:gd name="connsiteX8-14237" fmla="*/ 9122 w 10000"/>
              <a:gd name="connsiteY8-14238" fmla="*/ 1535 h 10000"/>
              <a:gd name="connsiteX9-14239" fmla="*/ 9204 w 10000"/>
              <a:gd name="connsiteY9-14240" fmla="*/ 1896 h 10000"/>
              <a:gd name="connsiteX10-14241" fmla="*/ 9342 w 10000"/>
              <a:gd name="connsiteY10-14242" fmla="*/ 2185 h 10000"/>
              <a:gd name="connsiteX11-14243" fmla="*/ 9492 w 10000"/>
              <a:gd name="connsiteY11-14244" fmla="*/ 2839 h 10000"/>
              <a:gd name="connsiteX12-14245" fmla="*/ 9630 w 10000"/>
              <a:gd name="connsiteY12-14246" fmla="*/ 3144 h 10000"/>
              <a:gd name="connsiteX13-14247" fmla="*/ 9712 w 10000"/>
              <a:gd name="connsiteY13-14248" fmla="*/ 3731 h 10000"/>
              <a:gd name="connsiteX14-14249" fmla="*/ 9849 w 10000"/>
              <a:gd name="connsiteY14-14250" fmla="*/ 4083 h 10000"/>
              <a:gd name="connsiteX15-14251" fmla="*/ 9918 w 10000"/>
              <a:gd name="connsiteY15-14252" fmla="*/ 4379 h 10000"/>
              <a:gd name="connsiteX16-14253" fmla="*/ 9918 w 10000"/>
              <a:gd name="connsiteY16-14254" fmla="*/ 4674 h 10000"/>
              <a:gd name="connsiteX17-14255" fmla="*/ 10000 w 10000"/>
              <a:gd name="connsiteY17-14256" fmla="*/ 4674 h 10000"/>
              <a:gd name="connsiteX18-14257" fmla="*/ 10000 w 10000"/>
              <a:gd name="connsiteY18-14258" fmla="*/ 5037 h 10000"/>
              <a:gd name="connsiteX19-14259" fmla="*/ 10000 w 10000"/>
              <a:gd name="connsiteY19-14260" fmla="*/ 5328 h 10000"/>
              <a:gd name="connsiteX20-14261" fmla="*/ 9918 w 10000"/>
              <a:gd name="connsiteY20-14262" fmla="*/ 5625 h 10000"/>
              <a:gd name="connsiteX21-14263" fmla="*/ 9849 w 10000"/>
              <a:gd name="connsiteY21-14264" fmla="*/ 5625 h 10000"/>
              <a:gd name="connsiteX22-14265" fmla="*/ 9781 w 10000"/>
              <a:gd name="connsiteY22-14266" fmla="*/ 5918 h 10000"/>
              <a:gd name="connsiteX23-14267" fmla="*/ 9712 w 10000"/>
              <a:gd name="connsiteY23-14268" fmla="*/ 5918 h 10000"/>
              <a:gd name="connsiteX24-14269" fmla="*/ 9712 w 10000"/>
              <a:gd name="connsiteY24-14270" fmla="*/ 6276 h 10000"/>
              <a:gd name="connsiteX25-14271" fmla="*/ 9630 w 10000"/>
              <a:gd name="connsiteY25-14272" fmla="*/ 6570 h 10000"/>
              <a:gd name="connsiteX26-14273" fmla="*/ 9561 w 10000"/>
              <a:gd name="connsiteY26-14274" fmla="*/ 7221 h 10000"/>
              <a:gd name="connsiteX27-14275" fmla="*/ 9561 w 10000"/>
              <a:gd name="connsiteY27-14276" fmla="*/ 7809 h 10000"/>
              <a:gd name="connsiteX28-14277" fmla="*/ 9492 w 10000"/>
              <a:gd name="connsiteY28-14278" fmla="*/ 8465 h 10000"/>
              <a:gd name="connsiteX29-14279" fmla="*/ 9492 w 10000"/>
              <a:gd name="connsiteY29-14280" fmla="*/ 9416 h 10000"/>
              <a:gd name="connsiteX30-14281" fmla="*/ 9492 w 10000"/>
              <a:gd name="connsiteY30-14282" fmla="*/ 10000 h 10000"/>
              <a:gd name="connsiteX31-14283" fmla="*/ 8477 w 10000"/>
              <a:gd name="connsiteY31-14284" fmla="*/ 7221 h 10000"/>
              <a:gd name="connsiteX32-14285" fmla="*/ 8477 w 10000"/>
              <a:gd name="connsiteY32-14286" fmla="*/ 6570 h 10000"/>
              <a:gd name="connsiteX33-14287" fmla="*/ 8477 w 10000"/>
              <a:gd name="connsiteY33-14288" fmla="*/ 5918 h 10000"/>
              <a:gd name="connsiteX34-14289" fmla="*/ 8477 w 10000"/>
              <a:gd name="connsiteY34-14290" fmla="*/ 5328 h 10000"/>
              <a:gd name="connsiteX35-14291" fmla="*/ 8477 w 10000"/>
              <a:gd name="connsiteY35-14292" fmla="*/ 5037 h 10000"/>
              <a:gd name="connsiteX36-14293" fmla="*/ 8409 w 10000"/>
              <a:gd name="connsiteY36-14294" fmla="*/ 4674 h 10000"/>
              <a:gd name="connsiteX37-14295" fmla="*/ 8409 w 10000"/>
              <a:gd name="connsiteY37-14296" fmla="*/ 4379 h 10000"/>
              <a:gd name="connsiteX38-14297" fmla="*/ 8409 w 10000"/>
              <a:gd name="connsiteY38-14298" fmla="*/ 4083 h 10000"/>
              <a:gd name="connsiteX39-14299" fmla="*/ 8326 w 10000"/>
              <a:gd name="connsiteY39-14300" fmla="*/ 4083 h 10000"/>
              <a:gd name="connsiteX40-14301" fmla="*/ 8258 w 10000"/>
              <a:gd name="connsiteY40-14302" fmla="*/ 3731 h 10000"/>
              <a:gd name="connsiteX41-14303" fmla="*/ 8258 w 10000"/>
              <a:gd name="connsiteY41-14304" fmla="*/ 3731 h 10000"/>
              <a:gd name="connsiteX42-14305" fmla="*/ 8107 w 10000"/>
              <a:gd name="connsiteY42-14306" fmla="*/ 3731 h 10000"/>
              <a:gd name="connsiteX43-14307" fmla="*/ 8038 w 10000"/>
              <a:gd name="connsiteY43-14308" fmla="*/ 3731 h 10000"/>
              <a:gd name="connsiteX44-14309" fmla="*/ 7970 w 10000"/>
              <a:gd name="connsiteY44-14310" fmla="*/ 3731 h 10000"/>
              <a:gd name="connsiteX45-14311" fmla="*/ 7819 w 10000"/>
              <a:gd name="connsiteY45-14312" fmla="*/ 3731 h 10000"/>
              <a:gd name="connsiteX46-14313" fmla="*/ 7682 w 10000"/>
              <a:gd name="connsiteY46-14314" fmla="*/ 3731 h 10000"/>
              <a:gd name="connsiteX47-14315" fmla="*/ 7462 w 10000"/>
              <a:gd name="connsiteY47-14316" fmla="*/ 3731 h 10000"/>
              <a:gd name="connsiteX48-14317" fmla="*/ 7311 w 10000"/>
              <a:gd name="connsiteY48-14318" fmla="*/ 3731 h 10000"/>
              <a:gd name="connsiteX49-14319" fmla="*/ 7092 w 10000"/>
              <a:gd name="connsiteY49-14320" fmla="*/ 3731 h 10000"/>
              <a:gd name="connsiteX50-14321" fmla="*/ 6804 w 10000"/>
              <a:gd name="connsiteY50-14322" fmla="*/ 3731 h 10000"/>
              <a:gd name="connsiteX51-14323" fmla="*/ 6516 w 10000"/>
              <a:gd name="connsiteY51-14324" fmla="*/ 4083 h 10000"/>
              <a:gd name="connsiteX52-14325" fmla="*/ 6228 w 10000"/>
              <a:gd name="connsiteY52-14326" fmla="*/ 4083 h 10000"/>
              <a:gd name="connsiteX53-14327" fmla="*/ 5871 w 10000"/>
              <a:gd name="connsiteY53-14328" fmla="*/ 4379 h 10000"/>
              <a:gd name="connsiteX54-14329" fmla="*/ 5144 w 10000"/>
              <a:gd name="connsiteY54-14330" fmla="*/ 4674 h 10000"/>
              <a:gd name="connsiteX55-14331" fmla="*/ 4417 w 10000"/>
              <a:gd name="connsiteY55-14332" fmla="*/ 5328 h 10000"/>
              <a:gd name="connsiteX56-14333" fmla="*/ 3690 w 10000"/>
              <a:gd name="connsiteY56-14334" fmla="*/ 5625 h 10000"/>
              <a:gd name="connsiteX57-14335" fmla="*/ 2963 w 10000"/>
              <a:gd name="connsiteY57-14336" fmla="*/ 5918 h 10000"/>
              <a:gd name="connsiteX58-14337" fmla="*/ 2167 w 10000"/>
              <a:gd name="connsiteY58-14338" fmla="*/ 6276 h 10000"/>
              <a:gd name="connsiteX59-14339" fmla="*/ 1454 w 10000"/>
              <a:gd name="connsiteY59-14340" fmla="*/ 6570 h 10000"/>
              <a:gd name="connsiteX60-14341" fmla="*/ 727 w 10000"/>
              <a:gd name="connsiteY60-14342" fmla="*/ 6869 h 10000"/>
              <a:gd name="connsiteX61-14343" fmla="*/ 0 w 10000"/>
              <a:gd name="connsiteY61-14344" fmla="*/ 7221 h 10000"/>
              <a:gd name="connsiteX62-14345" fmla="*/ 0 w 10000"/>
              <a:gd name="connsiteY62-14346" fmla="*/ 5328 h 10000"/>
              <a:gd name="connsiteX63-14347" fmla="*/ 576 w 10000"/>
              <a:gd name="connsiteY63-14348" fmla="*/ 5037 h 10000"/>
              <a:gd name="connsiteX64-14349" fmla="*/ 1152 w 10000"/>
              <a:gd name="connsiteY64-14350" fmla="*/ 4674 h 10000"/>
              <a:gd name="connsiteX65-14351" fmla="*/ 1660 w 10000"/>
              <a:gd name="connsiteY65-14352" fmla="*/ 4379 h 10000"/>
              <a:gd name="connsiteX66-14353" fmla="*/ 2167 w 10000"/>
              <a:gd name="connsiteY66-14354" fmla="*/ 4083 h 10000"/>
              <a:gd name="connsiteX67-14355" fmla="*/ 2675 w 10000"/>
              <a:gd name="connsiteY67-14356" fmla="*/ 4083 h 10000"/>
              <a:gd name="connsiteX68-14357" fmla="*/ 3114 w 10000"/>
              <a:gd name="connsiteY68-14358" fmla="*/ 3731 h 10000"/>
              <a:gd name="connsiteX69-14359" fmla="*/ 3553 w 10000"/>
              <a:gd name="connsiteY69-14360" fmla="*/ 3432 h 10000"/>
              <a:gd name="connsiteX70-14361" fmla="*/ 3978 w 10000"/>
              <a:gd name="connsiteY70-14362" fmla="*/ 3432 h 10000"/>
              <a:gd name="connsiteX71-14363" fmla="*/ 4348 w 10000"/>
              <a:gd name="connsiteY71-14364" fmla="*/ 3144 h 10000"/>
              <a:gd name="connsiteX72-14365" fmla="*/ 4705 w 10000"/>
              <a:gd name="connsiteY72-14366" fmla="*/ 2839 h 10000"/>
              <a:gd name="connsiteX73-14367" fmla="*/ 5075 w 10000"/>
              <a:gd name="connsiteY73-14368" fmla="*/ 2839 h 10000"/>
              <a:gd name="connsiteX74-14369" fmla="*/ 5364 w 10000"/>
              <a:gd name="connsiteY74-14370" fmla="*/ 2489 h 10000"/>
              <a:gd name="connsiteX75-14371" fmla="*/ 5720 w 10000"/>
              <a:gd name="connsiteY75-14372" fmla="*/ 2489 h 10000"/>
              <a:gd name="connsiteX76-14373" fmla="*/ 5940 w 10000"/>
              <a:gd name="connsiteY76-14374" fmla="*/ 2489 h 10000"/>
              <a:gd name="connsiteX77-14375" fmla="*/ 6228 w 10000"/>
              <a:gd name="connsiteY77-14376" fmla="*/ 2185 h 10000"/>
              <a:gd name="connsiteX78-14377" fmla="*/ 6447 w 10000"/>
              <a:gd name="connsiteY78-14378" fmla="*/ 2185 h 10000"/>
              <a:gd name="connsiteX79-14379" fmla="*/ 6804 w 10000"/>
              <a:gd name="connsiteY79-14380" fmla="*/ 1896 h 10000"/>
              <a:gd name="connsiteX80-14381" fmla="*/ 7174 w 10000"/>
              <a:gd name="connsiteY80-14382" fmla="*/ 1896 h 10000"/>
              <a:gd name="connsiteX81-14383" fmla="*/ 7462 w 10000"/>
              <a:gd name="connsiteY81-14384" fmla="*/ 1535 h 10000"/>
              <a:gd name="connsiteX82-14385" fmla="*/ 7750 w 10000"/>
              <a:gd name="connsiteY82-14386" fmla="*/ 1535 h 10000"/>
              <a:gd name="connsiteX83-14387" fmla="*/ 7901 w 10000"/>
              <a:gd name="connsiteY83-14388" fmla="*/ 1250 h 10000"/>
              <a:gd name="connsiteX84-14389" fmla="*/ 8038 w 10000"/>
              <a:gd name="connsiteY84-14390" fmla="*/ 950 h 10000"/>
              <a:gd name="connsiteX85-14391" fmla="*/ 8189 w 10000"/>
              <a:gd name="connsiteY85-14392" fmla="*/ 950 h 10000"/>
              <a:gd name="connsiteX86-14393" fmla="*/ 8189 w 10000"/>
              <a:gd name="connsiteY86-14394" fmla="*/ 657 h 10000"/>
              <a:gd name="connsiteX87-14395" fmla="*/ 8189 w 10000"/>
              <a:gd name="connsiteY87-14396" fmla="*/ 657 h 10000"/>
              <a:gd name="connsiteX0-14397" fmla="*/ 8189 w 10000"/>
              <a:gd name="connsiteY0-14398" fmla="*/ 657 h 9416"/>
              <a:gd name="connsiteX1-14399" fmla="*/ 8258 w 10000"/>
              <a:gd name="connsiteY1-14400" fmla="*/ 297 h 9416"/>
              <a:gd name="connsiteX2-14401" fmla="*/ 8409 w 10000"/>
              <a:gd name="connsiteY2-14402" fmla="*/ 297 h 9416"/>
              <a:gd name="connsiteX3-14403" fmla="*/ 8477 w 10000"/>
              <a:gd name="connsiteY3-14404" fmla="*/ 0 h 9416"/>
              <a:gd name="connsiteX4-14405" fmla="*/ 8546 w 10000"/>
              <a:gd name="connsiteY4-14406" fmla="*/ 0 h 9416"/>
              <a:gd name="connsiteX5-14407" fmla="*/ 8697 w 10000"/>
              <a:gd name="connsiteY5-14408" fmla="*/ 297 h 9416"/>
              <a:gd name="connsiteX6-14409" fmla="*/ 8916 w 10000"/>
              <a:gd name="connsiteY6-14410" fmla="*/ 657 h 9416"/>
              <a:gd name="connsiteX7-14411" fmla="*/ 8985 w 10000"/>
              <a:gd name="connsiteY7-14412" fmla="*/ 950 h 9416"/>
              <a:gd name="connsiteX8-14413" fmla="*/ 9122 w 10000"/>
              <a:gd name="connsiteY8-14414" fmla="*/ 1535 h 9416"/>
              <a:gd name="connsiteX9-14415" fmla="*/ 9204 w 10000"/>
              <a:gd name="connsiteY9-14416" fmla="*/ 1896 h 9416"/>
              <a:gd name="connsiteX10-14417" fmla="*/ 9342 w 10000"/>
              <a:gd name="connsiteY10-14418" fmla="*/ 2185 h 9416"/>
              <a:gd name="connsiteX11-14419" fmla="*/ 9492 w 10000"/>
              <a:gd name="connsiteY11-14420" fmla="*/ 2839 h 9416"/>
              <a:gd name="connsiteX12-14421" fmla="*/ 9630 w 10000"/>
              <a:gd name="connsiteY12-14422" fmla="*/ 3144 h 9416"/>
              <a:gd name="connsiteX13-14423" fmla="*/ 9712 w 10000"/>
              <a:gd name="connsiteY13-14424" fmla="*/ 3731 h 9416"/>
              <a:gd name="connsiteX14-14425" fmla="*/ 9849 w 10000"/>
              <a:gd name="connsiteY14-14426" fmla="*/ 4083 h 9416"/>
              <a:gd name="connsiteX15-14427" fmla="*/ 9918 w 10000"/>
              <a:gd name="connsiteY15-14428" fmla="*/ 4379 h 9416"/>
              <a:gd name="connsiteX16-14429" fmla="*/ 9918 w 10000"/>
              <a:gd name="connsiteY16-14430" fmla="*/ 4674 h 9416"/>
              <a:gd name="connsiteX17-14431" fmla="*/ 10000 w 10000"/>
              <a:gd name="connsiteY17-14432" fmla="*/ 4674 h 9416"/>
              <a:gd name="connsiteX18-14433" fmla="*/ 10000 w 10000"/>
              <a:gd name="connsiteY18-14434" fmla="*/ 5037 h 9416"/>
              <a:gd name="connsiteX19-14435" fmla="*/ 10000 w 10000"/>
              <a:gd name="connsiteY19-14436" fmla="*/ 5328 h 9416"/>
              <a:gd name="connsiteX20-14437" fmla="*/ 9918 w 10000"/>
              <a:gd name="connsiteY20-14438" fmla="*/ 5625 h 9416"/>
              <a:gd name="connsiteX21-14439" fmla="*/ 9849 w 10000"/>
              <a:gd name="connsiteY21-14440" fmla="*/ 5625 h 9416"/>
              <a:gd name="connsiteX22-14441" fmla="*/ 9781 w 10000"/>
              <a:gd name="connsiteY22-14442" fmla="*/ 5918 h 9416"/>
              <a:gd name="connsiteX23-14443" fmla="*/ 9712 w 10000"/>
              <a:gd name="connsiteY23-14444" fmla="*/ 5918 h 9416"/>
              <a:gd name="connsiteX24-14445" fmla="*/ 9712 w 10000"/>
              <a:gd name="connsiteY24-14446" fmla="*/ 6276 h 9416"/>
              <a:gd name="connsiteX25-14447" fmla="*/ 9630 w 10000"/>
              <a:gd name="connsiteY25-14448" fmla="*/ 6570 h 9416"/>
              <a:gd name="connsiteX26-14449" fmla="*/ 9561 w 10000"/>
              <a:gd name="connsiteY26-14450" fmla="*/ 7221 h 9416"/>
              <a:gd name="connsiteX27-14451" fmla="*/ 9561 w 10000"/>
              <a:gd name="connsiteY27-14452" fmla="*/ 7809 h 9416"/>
              <a:gd name="connsiteX28-14453" fmla="*/ 9492 w 10000"/>
              <a:gd name="connsiteY28-14454" fmla="*/ 8465 h 9416"/>
              <a:gd name="connsiteX29-14455" fmla="*/ 9492 w 10000"/>
              <a:gd name="connsiteY29-14456" fmla="*/ 9416 h 9416"/>
              <a:gd name="connsiteX30-14457" fmla="*/ 8477 w 10000"/>
              <a:gd name="connsiteY30-14458" fmla="*/ 7221 h 9416"/>
              <a:gd name="connsiteX31-14459" fmla="*/ 8477 w 10000"/>
              <a:gd name="connsiteY31-14460" fmla="*/ 6570 h 9416"/>
              <a:gd name="connsiteX32-14461" fmla="*/ 8477 w 10000"/>
              <a:gd name="connsiteY32-14462" fmla="*/ 5918 h 9416"/>
              <a:gd name="connsiteX33-14463" fmla="*/ 8477 w 10000"/>
              <a:gd name="connsiteY33-14464" fmla="*/ 5328 h 9416"/>
              <a:gd name="connsiteX34-14465" fmla="*/ 8477 w 10000"/>
              <a:gd name="connsiteY34-14466" fmla="*/ 5037 h 9416"/>
              <a:gd name="connsiteX35-14467" fmla="*/ 8409 w 10000"/>
              <a:gd name="connsiteY35-14468" fmla="*/ 4674 h 9416"/>
              <a:gd name="connsiteX36-14469" fmla="*/ 8409 w 10000"/>
              <a:gd name="connsiteY36-14470" fmla="*/ 4379 h 9416"/>
              <a:gd name="connsiteX37-14471" fmla="*/ 8409 w 10000"/>
              <a:gd name="connsiteY37-14472" fmla="*/ 4083 h 9416"/>
              <a:gd name="connsiteX38-14473" fmla="*/ 8326 w 10000"/>
              <a:gd name="connsiteY38-14474" fmla="*/ 4083 h 9416"/>
              <a:gd name="connsiteX39-14475" fmla="*/ 8258 w 10000"/>
              <a:gd name="connsiteY39-14476" fmla="*/ 3731 h 9416"/>
              <a:gd name="connsiteX40-14477" fmla="*/ 8258 w 10000"/>
              <a:gd name="connsiteY40-14478" fmla="*/ 3731 h 9416"/>
              <a:gd name="connsiteX41-14479" fmla="*/ 8107 w 10000"/>
              <a:gd name="connsiteY41-14480" fmla="*/ 3731 h 9416"/>
              <a:gd name="connsiteX42-14481" fmla="*/ 8038 w 10000"/>
              <a:gd name="connsiteY42-14482" fmla="*/ 3731 h 9416"/>
              <a:gd name="connsiteX43-14483" fmla="*/ 7970 w 10000"/>
              <a:gd name="connsiteY43-14484" fmla="*/ 3731 h 9416"/>
              <a:gd name="connsiteX44-14485" fmla="*/ 7819 w 10000"/>
              <a:gd name="connsiteY44-14486" fmla="*/ 3731 h 9416"/>
              <a:gd name="connsiteX45-14487" fmla="*/ 7682 w 10000"/>
              <a:gd name="connsiteY45-14488" fmla="*/ 3731 h 9416"/>
              <a:gd name="connsiteX46-14489" fmla="*/ 7462 w 10000"/>
              <a:gd name="connsiteY46-14490" fmla="*/ 3731 h 9416"/>
              <a:gd name="connsiteX47-14491" fmla="*/ 7311 w 10000"/>
              <a:gd name="connsiteY47-14492" fmla="*/ 3731 h 9416"/>
              <a:gd name="connsiteX48-14493" fmla="*/ 7092 w 10000"/>
              <a:gd name="connsiteY48-14494" fmla="*/ 3731 h 9416"/>
              <a:gd name="connsiteX49-14495" fmla="*/ 6804 w 10000"/>
              <a:gd name="connsiteY49-14496" fmla="*/ 3731 h 9416"/>
              <a:gd name="connsiteX50-14497" fmla="*/ 6516 w 10000"/>
              <a:gd name="connsiteY50-14498" fmla="*/ 4083 h 9416"/>
              <a:gd name="connsiteX51-14499" fmla="*/ 6228 w 10000"/>
              <a:gd name="connsiteY51-14500" fmla="*/ 4083 h 9416"/>
              <a:gd name="connsiteX52-14501" fmla="*/ 5871 w 10000"/>
              <a:gd name="connsiteY52-14502" fmla="*/ 4379 h 9416"/>
              <a:gd name="connsiteX53-14503" fmla="*/ 5144 w 10000"/>
              <a:gd name="connsiteY53-14504" fmla="*/ 4674 h 9416"/>
              <a:gd name="connsiteX54-14505" fmla="*/ 4417 w 10000"/>
              <a:gd name="connsiteY54-14506" fmla="*/ 5328 h 9416"/>
              <a:gd name="connsiteX55-14507" fmla="*/ 3690 w 10000"/>
              <a:gd name="connsiteY55-14508" fmla="*/ 5625 h 9416"/>
              <a:gd name="connsiteX56-14509" fmla="*/ 2963 w 10000"/>
              <a:gd name="connsiteY56-14510" fmla="*/ 5918 h 9416"/>
              <a:gd name="connsiteX57-14511" fmla="*/ 2167 w 10000"/>
              <a:gd name="connsiteY57-14512" fmla="*/ 6276 h 9416"/>
              <a:gd name="connsiteX58-14513" fmla="*/ 1454 w 10000"/>
              <a:gd name="connsiteY58-14514" fmla="*/ 6570 h 9416"/>
              <a:gd name="connsiteX59-14515" fmla="*/ 727 w 10000"/>
              <a:gd name="connsiteY59-14516" fmla="*/ 6869 h 9416"/>
              <a:gd name="connsiteX60-14517" fmla="*/ 0 w 10000"/>
              <a:gd name="connsiteY60-14518" fmla="*/ 7221 h 9416"/>
              <a:gd name="connsiteX61-14519" fmla="*/ 0 w 10000"/>
              <a:gd name="connsiteY61-14520" fmla="*/ 5328 h 9416"/>
              <a:gd name="connsiteX62-14521" fmla="*/ 576 w 10000"/>
              <a:gd name="connsiteY62-14522" fmla="*/ 5037 h 9416"/>
              <a:gd name="connsiteX63-14523" fmla="*/ 1152 w 10000"/>
              <a:gd name="connsiteY63-14524" fmla="*/ 4674 h 9416"/>
              <a:gd name="connsiteX64-14525" fmla="*/ 1660 w 10000"/>
              <a:gd name="connsiteY64-14526" fmla="*/ 4379 h 9416"/>
              <a:gd name="connsiteX65-14527" fmla="*/ 2167 w 10000"/>
              <a:gd name="connsiteY65-14528" fmla="*/ 4083 h 9416"/>
              <a:gd name="connsiteX66-14529" fmla="*/ 2675 w 10000"/>
              <a:gd name="connsiteY66-14530" fmla="*/ 4083 h 9416"/>
              <a:gd name="connsiteX67-14531" fmla="*/ 3114 w 10000"/>
              <a:gd name="connsiteY67-14532" fmla="*/ 3731 h 9416"/>
              <a:gd name="connsiteX68-14533" fmla="*/ 3553 w 10000"/>
              <a:gd name="connsiteY68-14534" fmla="*/ 3432 h 9416"/>
              <a:gd name="connsiteX69-14535" fmla="*/ 3978 w 10000"/>
              <a:gd name="connsiteY69-14536" fmla="*/ 3432 h 9416"/>
              <a:gd name="connsiteX70-14537" fmla="*/ 4348 w 10000"/>
              <a:gd name="connsiteY70-14538" fmla="*/ 3144 h 9416"/>
              <a:gd name="connsiteX71-14539" fmla="*/ 4705 w 10000"/>
              <a:gd name="connsiteY71-14540" fmla="*/ 2839 h 9416"/>
              <a:gd name="connsiteX72-14541" fmla="*/ 5075 w 10000"/>
              <a:gd name="connsiteY72-14542" fmla="*/ 2839 h 9416"/>
              <a:gd name="connsiteX73-14543" fmla="*/ 5364 w 10000"/>
              <a:gd name="connsiteY73-14544" fmla="*/ 2489 h 9416"/>
              <a:gd name="connsiteX74-14545" fmla="*/ 5720 w 10000"/>
              <a:gd name="connsiteY74-14546" fmla="*/ 2489 h 9416"/>
              <a:gd name="connsiteX75-14547" fmla="*/ 5940 w 10000"/>
              <a:gd name="connsiteY75-14548" fmla="*/ 2489 h 9416"/>
              <a:gd name="connsiteX76-14549" fmla="*/ 6228 w 10000"/>
              <a:gd name="connsiteY76-14550" fmla="*/ 2185 h 9416"/>
              <a:gd name="connsiteX77-14551" fmla="*/ 6447 w 10000"/>
              <a:gd name="connsiteY77-14552" fmla="*/ 2185 h 9416"/>
              <a:gd name="connsiteX78-14553" fmla="*/ 6804 w 10000"/>
              <a:gd name="connsiteY78-14554" fmla="*/ 1896 h 9416"/>
              <a:gd name="connsiteX79-14555" fmla="*/ 7174 w 10000"/>
              <a:gd name="connsiteY79-14556" fmla="*/ 1896 h 9416"/>
              <a:gd name="connsiteX80-14557" fmla="*/ 7462 w 10000"/>
              <a:gd name="connsiteY80-14558" fmla="*/ 1535 h 9416"/>
              <a:gd name="connsiteX81-14559" fmla="*/ 7750 w 10000"/>
              <a:gd name="connsiteY81-14560" fmla="*/ 1535 h 9416"/>
              <a:gd name="connsiteX82-14561" fmla="*/ 7901 w 10000"/>
              <a:gd name="connsiteY82-14562" fmla="*/ 1250 h 9416"/>
              <a:gd name="connsiteX83-14563" fmla="*/ 8038 w 10000"/>
              <a:gd name="connsiteY83-14564" fmla="*/ 950 h 9416"/>
              <a:gd name="connsiteX84-14565" fmla="*/ 8189 w 10000"/>
              <a:gd name="connsiteY84-14566" fmla="*/ 950 h 9416"/>
              <a:gd name="connsiteX85-14567" fmla="*/ 8189 w 10000"/>
              <a:gd name="connsiteY85-14568" fmla="*/ 657 h 9416"/>
              <a:gd name="connsiteX86-14569" fmla="*/ 8189 w 10000"/>
              <a:gd name="connsiteY86-14570" fmla="*/ 657 h 9416"/>
              <a:gd name="connsiteX0-14571" fmla="*/ 8189 w 10000"/>
              <a:gd name="connsiteY0-14572" fmla="*/ 698 h 8990"/>
              <a:gd name="connsiteX1-14573" fmla="*/ 8258 w 10000"/>
              <a:gd name="connsiteY1-14574" fmla="*/ 315 h 8990"/>
              <a:gd name="connsiteX2-14575" fmla="*/ 8409 w 10000"/>
              <a:gd name="connsiteY2-14576" fmla="*/ 315 h 8990"/>
              <a:gd name="connsiteX3-14577" fmla="*/ 8477 w 10000"/>
              <a:gd name="connsiteY3-14578" fmla="*/ 0 h 8990"/>
              <a:gd name="connsiteX4-14579" fmla="*/ 8546 w 10000"/>
              <a:gd name="connsiteY4-14580" fmla="*/ 0 h 8990"/>
              <a:gd name="connsiteX5-14581" fmla="*/ 8697 w 10000"/>
              <a:gd name="connsiteY5-14582" fmla="*/ 315 h 8990"/>
              <a:gd name="connsiteX6-14583" fmla="*/ 8916 w 10000"/>
              <a:gd name="connsiteY6-14584" fmla="*/ 698 h 8990"/>
              <a:gd name="connsiteX7-14585" fmla="*/ 8985 w 10000"/>
              <a:gd name="connsiteY7-14586" fmla="*/ 1009 h 8990"/>
              <a:gd name="connsiteX8-14587" fmla="*/ 9122 w 10000"/>
              <a:gd name="connsiteY8-14588" fmla="*/ 1630 h 8990"/>
              <a:gd name="connsiteX9-14589" fmla="*/ 9204 w 10000"/>
              <a:gd name="connsiteY9-14590" fmla="*/ 2014 h 8990"/>
              <a:gd name="connsiteX10-14591" fmla="*/ 9342 w 10000"/>
              <a:gd name="connsiteY10-14592" fmla="*/ 2321 h 8990"/>
              <a:gd name="connsiteX11-14593" fmla="*/ 9492 w 10000"/>
              <a:gd name="connsiteY11-14594" fmla="*/ 3015 h 8990"/>
              <a:gd name="connsiteX12-14595" fmla="*/ 9630 w 10000"/>
              <a:gd name="connsiteY12-14596" fmla="*/ 3339 h 8990"/>
              <a:gd name="connsiteX13-14597" fmla="*/ 9712 w 10000"/>
              <a:gd name="connsiteY13-14598" fmla="*/ 3962 h 8990"/>
              <a:gd name="connsiteX14-14599" fmla="*/ 9849 w 10000"/>
              <a:gd name="connsiteY14-14600" fmla="*/ 4336 h 8990"/>
              <a:gd name="connsiteX15-14601" fmla="*/ 9918 w 10000"/>
              <a:gd name="connsiteY15-14602" fmla="*/ 4651 h 8990"/>
              <a:gd name="connsiteX16-14603" fmla="*/ 9918 w 10000"/>
              <a:gd name="connsiteY16-14604" fmla="*/ 4964 h 8990"/>
              <a:gd name="connsiteX17-14605" fmla="*/ 10000 w 10000"/>
              <a:gd name="connsiteY17-14606" fmla="*/ 4964 h 8990"/>
              <a:gd name="connsiteX18-14607" fmla="*/ 10000 w 10000"/>
              <a:gd name="connsiteY18-14608" fmla="*/ 5349 h 8990"/>
              <a:gd name="connsiteX19-14609" fmla="*/ 10000 w 10000"/>
              <a:gd name="connsiteY19-14610" fmla="*/ 5658 h 8990"/>
              <a:gd name="connsiteX20-14611" fmla="*/ 9918 w 10000"/>
              <a:gd name="connsiteY20-14612" fmla="*/ 5974 h 8990"/>
              <a:gd name="connsiteX21-14613" fmla="*/ 9849 w 10000"/>
              <a:gd name="connsiteY21-14614" fmla="*/ 5974 h 8990"/>
              <a:gd name="connsiteX22-14615" fmla="*/ 9781 w 10000"/>
              <a:gd name="connsiteY22-14616" fmla="*/ 6285 h 8990"/>
              <a:gd name="connsiteX23-14617" fmla="*/ 9712 w 10000"/>
              <a:gd name="connsiteY23-14618" fmla="*/ 6285 h 8990"/>
              <a:gd name="connsiteX24-14619" fmla="*/ 9712 w 10000"/>
              <a:gd name="connsiteY24-14620" fmla="*/ 6665 h 8990"/>
              <a:gd name="connsiteX25-14621" fmla="*/ 9630 w 10000"/>
              <a:gd name="connsiteY25-14622" fmla="*/ 6977 h 8990"/>
              <a:gd name="connsiteX26-14623" fmla="*/ 9561 w 10000"/>
              <a:gd name="connsiteY26-14624" fmla="*/ 7669 h 8990"/>
              <a:gd name="connsiteX27-14625" fmla="*/ 9561 w 10000"/>
              <a:gd name="connsiteY27-14626" fmla="*/ 8293 h 8990"/>
              <a:gd name="connsiteX28-14627" fmla="*/ 9492 w 10000"/>
              <a:gd name="connsiteY28-14628" fmla="*/ 8990 h 8990"/>
              <a:gd name="connsiteX29-14629" fmla="*/ 8477 w 10000"/>
              <a:gd name="connsiteY29-14630" fmla="*/ 7669 h 8990"/>
              <a:gd name="connsiteX30-14631" fmla="*/ 8477 w 10000"/>
              <a:gd name="connsiteY30-14632" fmla="*/ 6977 h 8990"/>
              <a:gd name="connsiteX31-14633" fmla="*/ 8477 w 10000"/>
              <a:gd name="connsiteY31-14634" fmla="*/ 6285 h 8990"/>
              <a:gd name="connsiteX32-14635" fmla="*/ 8477 w 10000"/>
              <a:gd name="connsiteY32-14636" fmla="*/ 5658 h 8990"/>
              <a:gd name="connsiteX33-14637" fmla="*/ 8477 w 10000"/>
              <a:gd name="connsiteY33-14638" fmla="*/ 5349 h 8990"/>
              <a:gd name="connsiteX34-14639" fmla="*/ 8409 w 10000"/>
              <a:gd name="connsiteY34-14640" fmla="*/ 4964 h 8990"/>
              <a:gd name="connsiteX35-14641" fmla="*/ 8409 w 10000"/>
              <a:gd name="connsiteY35-14642" fmla="*/ 4651 h 8990"/>
              <a:gd name="connsiteX36-14643" fmla="*/ 8409 w 10000"/>
              <a:gd name="connsiteY36-14644" fmla="*/ 4336 h 8990"/>
              <a:gd name="connsiteX37-14645" fmla="*/ 8326 w 10000"/>
              <a:gd name="connsiteY37-14646" fmla="*/ 4336 h 8990"/>
              <a:gd name="connsiteX38-14647" fmla="*/ 8258 w 10000"/>
              <a:gd name="connsiteY38-14648" fmla="*/ 3962 h 8990"/>
              <a:gd name="connsiteX39-14649" fmla="*/ 8258 w 10000"/>
              <a:gd name="connsiteY39-14650" fmla="*/ 3962 h 8990"/>
              <a:gd name="connsiteX40-14651" fmla="*/ 8107 w 10000"/>
              <a:gd name="connsiteY40-14652" fmla="*/ 3962 h 8990"/>
              <a:gd name="connsiteX41-14653" fmla="*/ 8038 w 10000"/>
              <a:gd name="connsiteY41-14654" fmla="*/ 3962 h 8990"/>
              <a:gd name="connsiteX42-14655" fmla="*/ 7970 w 10000"/>
              <a:gd name="connsiteY42-14656" fmla="*/ 3962 h 8990"/>
              <a:gd name="connsiteX43-14657" fmla="*/ 7819 w 10000"/>
              <a:gd name="connsiteY43-14658" fmla="*/ 3962 h 8990"/>
              <a:gd name="connsiteX44-14659" fmla="*/ 7682 w 10000"/>
              <a:gd name="connsiteY44-14660" fmla="*/ 3962 h 8990"/>
              <a:gd name="connsiteX45-14661" fmla="*/ 7462 w 10000"/>
              <a:gd name="connsiteY45-14662" fmla="*/ 3962 h 8990"/>
              <a:gd name="connsiteX46-14663" fmla="*/ 7311 w 10000"/>
              <a:gd name="connsiteY46-14664" fmla="*/ 3962 h 8990"/>
              <a:gd name="connsiteX47-14665" fmla="*/ 7092 w 10000"/>
              <a:gd name="connsiteY47-14666" fmla="*/ 3962 h 8990"/>
              <a:gd name="connsiteX48-14667" fmla="*/ 6804 w 10000"/>
              <a:gd name="connsiteY48-14668" fmla="*/ 3962 h 8990"/>
              <a:gd name="connsiteX49-14669" fmla="*/ 6516 w 10000"/>
              <a:gd name="connsiteY49-14670" fmla="*/ 4336 h 8990"/>
              <a:gd name="connsiteX50-14671" fmla="*/ 6228 w 10000"/>
              <a:gd name="connsiteY50-14672" fmla="*/ 4336 h 8990"/>
              <a:gd name="connsiteX51-14673" fmla="*/ 5871 w 10000"/>
              <a:gd name="connsiteY51-14674" fmla="*/ 4651 h 8990"/>
              <a:gd name="connsiteX52-14675" fmla="*/ 5144 w 10000"/>
              <a:gd name="connsiteY52-14676" fmla="*/ 4964 h 8990"/>
              <a:gd name="connsiteX53-14677" fmla="*/ 4417 w 10000"/>
              <a:gd name="connsiteY53-14678" fmla="*/ 5658 h 8990"/>
              <a:gd name="connsiteX54-14679" fmla="*/ 3690 w 10000"/>
              <a:gd name="connsiteY54-14680" fmla="*/ 5974 h 8990"/>
              <a:gd name="connsiteX55-14681" fmla="*/ 2963 w 10000"/>
              <a:gd name="connsiteY55-14682" fmla="*/ 6285 h 8990"/>
              <a:gd name="connsiteX56-14683" fmla="*/ 2167 w 10000"/>
              <a:gd name="connsiteY56-14684" fmla="*/ 6665 h 8990"/>
              <a:gd name="connsiteX57-14685" fmla="*/ 1454 w 10000"/>
              <a:gd name="connsiteY57-14686" fmla="*/ 6977 h 8990"/>
              <a:gd name="connsiteX58-14687" fmla="*/ 727 w 10000"/>
              <a:gd name="connsiteY58-14688" fmla="*/ 7295 h 8990"/>
              <a:gd name="connsiteX59-14689" fmla="*/ 0 w 10000"/>
              <a:gd name="connsiteY59-14690" fmla="*/ 7669 h 8990"/>
              <a:gd name="connsiteX60-14691" fmla="*/ 0 w 10000"/>
              <a:gd name="connsiteY60-14692" fmla="*/ 5658 h 8990"/>
              <a:gd name="connsiteX61-14693" fmla="*/ 576 w 10000"/>
              <a:gd name="connsiteY61-14694" fmla="*/ 5349 h 8990"/>
              <a:gd name="connsiteX62-14695" fmla="*/ 1152 w 10000"/>
              <a:gd name="connsiteY62-14696" fmla="*/ 4964 h 8990"/>
              <a:gd name="connsiteX63-14697" fmla="*/ 1660 w 10000"/>
              <a:gd name="connsiteY63-14698" fmla="*/ 4651 h 8990"/>
              <a:gd name="connsiteX64-14699" fmla="*/ 2167 w 10000"/>
              <a:gd name="connsiteY64-14700" fmla="*/ 4336 h 8990"/>
              <a:gd name="connsiteX65-14701" fmla="*/ 2675 w 10000"/>
              <a:gd name="connsiteY65-14702" fmla="*/ 4336 h 8990"/>
              <a:gd name="connsiteX66-14703" fmla="*/ 3114 w 10000"/>
              <a:gd name="connsiteY66-14704" fmla="*/ 3962 h 8990"/>
              <a:gd name="connsiteX67-14705" fmla="*/ 3553 w 10000"/>
              <a:gd name="connsiteY67-14706" fmla="*/ 3645 h 8990"/>
              <a:gd name="connsiteX68-14707" fmla="*/ 3978 w 10000"/>
              <a:gd name="connsiteY68-14708" fmla="*/ 3645 h 8990"/>
              <a:gd name="connsiteX69-14709" fmla="*/ 4348 w 10000"/>
              <a:gd name="connsiteY69-14710" fmla="*/ 3339 h 8990"/>
              <a:gd name="connsiteX70-14711" fmla="*/ 4705 w 10000"/>
              <a:gd name="connsiteY70-14712" fmla="*/ 3015 h 8990"/>
              <a:gd name="connsiteX71-14713" fmla="*/ 5075 w 10000"/>
              <a:gd name="connsiteY71-14714" fmla="*/ 3015 h 8990"/>
              <a:gd name="connsiteX72-14715" fmla="*/ 5364 w 10000"/>
              <a:gd name="connsiteY72-14716" fmla="*/ 2643 h 8990"/>
              <a:gd name="connsiteX73-14717" fmla="*/ 5720 w 10000"/>
              <a:gd name="connsiteY73-14718" fmla="*/ 2643 h 8990"/>
              <a:gd name="connsiteX74-14719" fmla="*/ 5940 w 10000"/>
              <a:gd name="connsiteY74-14720" fmla="*/ 2643 h 8990"/>
              <a:gd name="connsiteX75-14721" fmla="*/ 6228 w 10000"/>
              <a:gd name="connsiteY75-14722" fmla="*/ 2321 h 8990"/>
              <a:gd name="connsiteX76-14723" fmla="*/ 6447 w 10000"/>
              <a:gd name="connsiteY76-14724" fmla="*/ 2321 h 8990"/>
              <a:gd name="connsiteX77-14725" fmla="*/ 6804 w 10000"/>
              <a:gd name="connsiteY77-14726" fmla="*/ 2014 h 8990"/>
              <a:gd name="connsiteX78-14727" fmla="*/ 7174 w 10000"/>
              <a:gd name="connsiteY78-14728" fmla="*/ 2014 h 8990"/>
              <a:gd name="connsiteX79-14729" fmla="*/ 7462 w 10000"/>
              <a:gd name="connsiteY79-14730" fmla="*/ 1630 h 8990"/>
              <a:gd name="connsiteX80-14731" fmla="*/ 7750 w 10000"/>
              <a:gd name="connsiteY80-14732" fmla="*/ 1630 h 8990"/>
              <a:gd name="connsiteX81-14733" fmla="*/ 7901 w 10000"/>
              <a:gd name="connsiteY81-14734" fmla="*/ 1328 h 8990"/>
              <a:gd name="connsiteX82-14735" fmla="*/ 8038 w 10000"/>
              <a:gd name="connsiteY82-14736" fmla="*/ 1009 h 8990"/>
              <a:gd name="connsiteX83-14737" fmla="*/ 8189 w 10000"/>
              <a:gd name="connsiteY83-14738" fmla="*/ 1009 h 8990"/>
              <a:gd name="connsiteX84-14739" fmla="*/ 8189 w 10000"/>
              <a:gd name="connsiteY84-14740" fmla="*/ 698 h 8990"/>
              <a:gd name="connsiteX85-14741" fmla="*/ 8189 w 10000"/>
              <a:gd name="connsiteY85-14742" fmla="*/ 698 h 8990"/>
              <a:gd name="connsiteX0-14743" fmla="*/ 8189 w 10000"/>
              <a:gd name="connsiteY0-14744" fmla="*/ 776 h 9225"/>
              <a:gd name="connsiteX1-14745" fmla="*/ 8258 w 10000"/>
              <a:gd name="connsiteY1-14746" fmla="*/ 350 h 9225"/>
              <a:gd name="connsiteX2-14747" fmla="*/ 8409 w 10000"/>
              <a:gd name="connsiteY2-14748" fmla="*/ 350 h 9225"/>
              <a:gd name="connsiteX3-14749" fmla="*/ 8477 w 10000"/>
              <a:gd name="connsiteY3-14750" fmla="*/ 0 h 9225"/>
              <a:gd name="connsiteX4-14751" fmla="*/ 8546 w 10000"/>
              <a:gd name="connsiteY4-14752" fmla="*/ 0 h 9225"/>
              <a:gd name="connsiteX5-14753" fmla="*/ 8697 w 10000"/>
              <a:gd name="connsiteY5-14754" fmla="*/ 350 h 9225"/>
              <a:gd name="connsiteX6-14755" fmla="*/ 8916 w 10000"/>
              <a:gd name="connsiteY6-14756" fmla="*/ 776 h 9225"/>
              <a:gd name="connsiteX7-14757" fmla="*/ 8985 w 10000"/>
              <a:gd name="connsiteY7-14758" fmla="*/ 1122 h 9225"/>
              <a:gd name="connsiteX8-14759" fmla="*/ 9122 w 10000"/>
              <a:gd name="connsiteY8-14760" fmla="*/ 1813 h 9225"/>
              <a:gd name="connsiteX9-14761" fmla="*/ 9204 w 10000"/>
              <a:gd name="connsiteY9-14762" fmla="*/ 2240 h 9225"/>
              <a:gd name="connsiteX10-14763" fmla="*/ 9342 w 10000"/>
              <a:gd name="connsiteY10-14764" fmla="*/ 2582 h 9225"/>
              <a:gd name="connsiteX11-14765" fmla="*/ 9492 w 10000"/>
              <a:gd name="connsiteY11-14766" fmla="*/ 3354 h 9225"/>
              <a:gd name="connsiteX12-14767" fmla="*/ 9630 w 10000"/>
              <a:gd name="connsiteY12-14768" fmla="*/ 3714 h 9225"/>
              <a:gd name="connsiteX13-14769" fmla="*/ 9712 w 10000"/>
              <a:gd name="connsiteY13-14770" fmla="*/ 4407 h 9225"/>
              <a:gd name="connsiteX14-14771" fmla="*/ 9849 w 10000"/>
              <a:gd name="connsiteY14-14772" fmla="*/ 4823 h 9225"/>
              <a:gd name="connsiteX15-14773" fmla="*/ 9918 w 10000"/>
              <a:gd name="connsiteY15-14774" fmla="*/ 5174 h 9225"/>
              <a:gd name="connsiteX16-14775" fmla="*/ 9918 w 10000"/>
              <a:gd name="connsiteY16-14776" fmla="*/ 5522 h 9225"/>
              <a:gd name="connsiteX17-14777" fmla="*/ 10000 w 10000"/>
              <a:gd name="connsiteY17-14778" fmla="*/ 5522 h 9225"/>
              <a:gd name="connsiteX18-14779" fmla="*/ 10000 w 10000"/>
              <a:gd name="connsiteY18-14780" fmla="*/ 5950 h 9225"/>
              <a:gd name="connsiteX19-14781" fmla="*/ 10000 w 10000"/>
              <a:gd name="connsiteY19-14782" fmla="*/ 6294 h 9225"/>
              <a:gd name="connsiteX20-14783" fmla="*/ 9918 w 10000"/>
              <a:gd name="connsiteY20-14784" fmla="*/ 6645 h 9225"/>
              <a:gd name="connsiteX21-14785" fmla="*/ 9849 w 10000"/>
              <a:gd name="connsiteY21-14786" fmla="*/ 6645 h 9225"/>
              <a:gd name="connsiteX22-14787" fmla="*/ 9781 w 10000"/>
              <a:gd name="connsiteY22-14788" fmla="*/ 6991 h 9225"/>
              <a:gd name="connsiteX23-14789" fmla="*/ 9712 w 10000"/>
              <a:gd name="connsiteY23-14790" fmla="*/ 6991 h 9225"/>
              <a:gd name="connsiteX24-14791" fmla="*/ 9712 w 10000"/>
              <a:gd name="connsiteY24-14792" fmla="*/ 7414 h 9225"/>
              <a:gd name="connsiteX25-14793" fmla="*/ 9630 w 10000"/>
              <a:gd name="connsiteY25-14794" fmla="*/ 7761 h 9225"/>
              <a:gd name="connsiteX26-14795" fmla="*/ 9561 w 10000"/>
              <a:gd name="connsiteY26-14796" fmla="*/ 8531 h 9225"/>
              <a:gd name="connsiteX27-14797" fmla="*/ 9561 w 10000"/>
              <a:gd name="connsiteY27-14798" fmla="*/ 9225 h 9225"/>
              <a:gd name="connsiteX28-14799" fmla="*/ 8477 w 10000"/>
              <a:gd name="connsiteY28-14800" fmla="*/ 8531 h 9225"/>
              <a:gd name="connsiteX29-14801" fmla="*/ 8477 w 10000"/>
              <a:gd name="connsiteY29-14802" fmla="*/ 7761 h 9225"/>
              <a:gd name="connsiteX30-14803" fmla="*/ 8477 w 10000"/>
              <a:gd name="connsiteY30-14804" fmla="*/ 6991 h 9225"/>
              <a:gd name="connsiteX31-14805" fmla="*/ 8477 w 10000"/>
              <a:gd name="connsiteY31-14806" fmla="*/ 6294 h 9225"/>
              <a:gd name="connsiteX32-14807" fmla="*/ 8477 w 10000"/>
              <a:gd name="connsiteY32-14808" fmla="*/ 5950 h 9225"/>
              <a:gd name="connsiteX33-14809" fmla="*/ 8409 w 10000"/>
              <a:gd name="connsiteY33-14810" fmla="*/ 5522 h 9225"/>
              <a:gd name="connsiteX34-14811" fmla="*/ 8409 w 10000"/>
              <a:gd name="connsiteY34-14812" fmla="*/ 5174 h 9225"/>
              <a:gd name="connsiteX35-14813" fmla="*/ 8409 w 10000"/>
              <a:gd name="connsiteY35-14814" fmla="*/ 4823 h 9225"/>
              <a:gd name="connsiteX36-14815" fmla="*/ 8326 w 10000"/>
              <a:gd name="connsiteY36-14816" fmla="*/ 4823 h 9225"/>
              <a:gd name="connsiteX37-14817" fmla="*/ 8258 w 10000"/>
              <a:gd name="connsiteY37-14818" fmla="*/ 4407 h 9225"/>
              <a:gd name="connsiteX38-14819" fmla="*/ 8258 w 10000"/>
              <a:gd name="connsiteY38-14820" fmla="*/ 4407 h 9225"/>
              <a:gd name="connsiteX39-14821" fmla="*/ 8107 w 10000"/>
              <a:gd name="connsiteY39-14822" fmla="*/ 4407 h 9225"/>
              <a:gd name="connsiteX40-14823" fmla="*/ 8038 w 10000"/>
              <a:gd name="connsiteY40-14824" fmla="*/ 4407 h 9225"/>
              <a:gd name="connsiteX41-14825" fmla="*/ 7970 w 10000"/>
              <a:gd name="connsiteY41-14826" fmla="*/ 4407 h 9225"/>
              <a:gd name="connsiteX42-14827" fmla="*/ 7819 w 10000"/>
              <a:gd name="connsiteY42-14828" fmla="*/ 4407 h 9225"/>
              <a:gd name="connsiteX43-14829" fmla="*/ 7682 w 10000"/>
              <a:gd name="connsiteY43-14830" fmla="*/ 4407 h 9225"/>
              <a:gd name="connsiteX44-14831" fmla="*/ 7462 w 10000"/>
              <a:gd name="connsiteY44-14832" fmla="*/ 4407 h 9225"/>
              <a:gd name="connsiteX45-14833" fmla="*/ 7311 w 10000"/>
              <a:gd name="connsiteY45-14834" fmla="*/ 4407 h 9225"/>
              <a:gd name="connsiteX46-14835" fmla="*/ 7092 w 10000"/>
              <a:gd name="connsiteY46-14836" fmla="*/ 4407 h 9225"/>
              <a:gd name="connsiteX47-14837" fmla="*/ 6804 w 10000"/>
              <a:gd name="connsiteY47-14838" fmla="*/ 4407 h 9225"/>
              <a:gd name="connsiteX48-14839" fmla="*/ 6516 w 10000"/>
              <a:gd name="connsiteY48-14840" fmla="*/ 4823 h 9225"/>
              <a:gd name="connsiteX49-14841" fmla="*/ 6228 w 10000"/>
              <a:gd name="connsiteY49-14842" fmla="*/ 4823 h 9225"/>
              <a:gd name="connsiteX50-14843" fmla="*/ 5871 w 10000"/>
              <a:gd name="connsiteY50-14844" fmla="*/ 5174 h 9225"/>
              <a:gd name="connsiteX51-14845" fmla="*/ 5144 w 10000"/>
              <a:gd name="connsiteY51-14846" fmla="*/ 5522 h 9225"/>
              <a:gd name="connsiteX52-14847" fmla="*/ 4417 w 10000"/>
              <a:gd name="connsiteY52-14848" fmla="*/ 6294 h 9225"/>
              <a:gd name="connsiteX53-14849" fmla="*/ 3690 w 10000"/>
              <a:gd name="connsiteY53-14850" fmla="*/ 6645 h 9225"/>
              <a:gd name="connsiteX54-14851" fmla="*/ 2963 w 10000"/>
              <a:gd name="connsiteY54-14852" fmla="*/ 6991 h 9225"/>
              <a:gd name="connsiteX55-14853" fmla="*/ 2167 w 10000"/>
              <a:gd name="connsiteY55-14854" fmla="*/ 7414 h 9225"/>
              <a:gd name="connsiteX56-14855" fmla="*/ 1454 w 10000"/>
              <a:gd name="connsiteY56-14856" fmla="*/ 7761 h 9225"/>
              <a:gd name="connsiteX57-14857" fmla="*/ 727 w 10000"/>
              <a:gd name="connsiteY57-14858" fmla="*/ 8115 h 9225"/>
              <a:gd name="connsiteX58-14859" fmla="*/ 0 w 10000"/>
              <a:gd name="connsiteY58-14860" fmla="*/ 8531 h 9225"/>
              <a:gd name="connsiteX59-14861" fmla="*/ 0 w 10000"/>
              <a:gd name="connsiteY59-14862" fmla="*/ 6294 h 9225"/>
              <a:gd name="connsiteX60-14863" fmla="*/ 576 w 10000"/>
              <a:gd name="connsiteY60-14864" fmla="*/ 5950 h 9225"/>
              <a:gd name="connsiteX61-14865" fmla="*/ 1152 w 10000"/>
              <a:gd name="connsiteY61-14866" fmla="*/ 5522 h 9225"/>
              <a:gd name="connsiteX62-14867" fmla="*/ 1660 w 10000"/>
              <a:gd name="connsiteY62-14868" fmla="*/ 5174 h 9225"/>
              <a:gd name="connsiteX63-14869" fmla="*/ 2167 w 10000"/>
              <a:gd name="connsiteY63-14870" fmla="*/ 4823 h 9225"/>
              <a:gd name="connsiteX64-14871" fmla="*/ 2675 w 10000"/>
              <a:gd name="connsiteY64-14872" fmla="*/ 4823 h 9225"/>
              <a:gd name="connsiteX65-14873" fmla="*/ 3114 w 10000"/>
              <a:gd name="connsiteY65-14874" fmla="*/ 4407 h 9225"/>
              <a:gd name="connsiteX66-14875" fmla="*/ 3553 w 10000"/>
              <a:gd name="connsiteY66-14876" fmla="*/ 4055 h 9225"/>
              <a:gd name="connsiteX67-14877" fmla="*/ 3978 w 10000"/>
              <a:gd name="connsiteY67-14878" fmla="*/ 4055 h 9225"/>
              <a:gd name="connsiteX68-14879" fmla="*/ 4348 w 10000"/>
              <a:gd name="connsiteY68-14880" fmla="*/ 3714 h 9225"/>
              <a:gd name="connsiteX69-14881" fmla="*/ 4705 w 10000"/>
              <a:gd name="connsiteY69-14882" fmla="*/ 3354 h 9225"/>
              <a:gd name="connsiteX70-14883" fmla="*/ 5075 w 10000"/>
              <a:gd name="connsiteY70-14884" fmla="*/ 3354 h 9225"/>
              <a:gd name="connsiteX71-14885" fmla="*/ 5364 w 10000"/>
              <a:gd name="connsiteY71-14886" fmla="*/ 2940 h 9225"/>
              <a:gd name="connsiteX72-14887" fmla="*/ 5720 w 10000"/>
              <a:gd name="connsiteY72-14888" fmla="*/ 2940 h 9225"/>
              <a:gd name="connsiteX73-14889" fmla="*/ 5940 w 10000"/>
              <a:gd name="connsiteY73-14890" fmla="*/ 2940 h 9225"/>
              <a:gd name="connsiteX74-14891" fmla="*/ 6228 w 10000"/>
              <a:gd name="connsiteY74-14892" fmla="*/ 2582 h 9225"/>
              <a:gd name="connsiteX75-14893" fmla="*/ 6447 w 10000"/>
              <a:gd name="connsiteY75-14894" fmla="*/ 2582 h 9225"/>
              <a:gd name="connsiteX76-14895" fmla="*/ 6804 w 10000"/>
              <a:gd name="connsiteY76-14896" fmla="*/ 2240 h 9225"/>
              <a:gd name="connsiteX77-14897" fmla="*/ 7174 w 10000"/>
              <a:gd name="connsiteY77-14898" fmla="*/ 2240 h 9225"/>
              <a:gd name="connsiteX78-14899" fmla="*/ 7462 w 10000"/>
              <a:gd name="connsiteY78-14900" fmla="*/ 1813 h 9225"/>
              <a:gd name="connsiteX79-14901" fmla="*/ 7750 w 10000"/>
              <a:gd name="connsiteY79-14902" fmla="*/ 1813 h 9225"/>
              <a:gd name="connsiteX80-14903" fmla="*/ 7901 w 10000"/>
              <a:gd name="connsiteY80-14904" fmla="*/ 1477 h 9225"/>
              <a:gd name="connsiteX81-14905" fmla="*/ 8038 w 10000"/>
              <a:gd name="connsiteY81-14906" fmla="*/ 1122 h 9225"/>
              <a:gd name="connsiteX82-14907" fmla="*/ 8189 w 10000"/>
              <a:gd name="connsiteY82-14908" fmla="*/ 1122 h 9225"/>
              <a:gd name="connsiteX83-14909" fmla="*/ 8189 w 10000"/>
              <a:gd name="connsiteY83-14910" fmla="*/ 776 h 9225"/>
              <a:gd name="connsiteX84-14911" fmla="*/ 8189 w 10000"/>
              <a:gd name="connsiteY84-14912" fmla="*/ 776 h 9225"/>
              <a:gd name="connsiteX0-14913" fmla="*/ 8189 w 10000"/>
              <a:gd name="connsiteY0-14914" fmla="*/ 841 h 9248"/>
              <a:gd name="connsiteX1-14915" fmla="*/ 8258 w 10000"/>
              <a:gd name="connsiteY1-14916" fmla="*/ 379 h 9248"/>
              <a:gd name="connsiteX2-14917" fmla="*/ 8409 w 10000"/>
              <a:gd name="connsiteY2-14918" fmla="*/ 379 h 9248"/>
              <a:gd name="connsiteX3-14919" fmla="*/ 8477 w 10000"/>
              <a:gd name="connsiteY3-14920" fmla="*/ 0 h 9248"/>
              <a:gd name="connsiteX4-14921" fmla="*/ 8546 w 10000"/>
              <a:gd name="connsiteY4-14922" fmla="*/ 0 h 9248"/>
              <a:gd name="connsiteX5-14923" fmla="*/ 8697 w 10000"/>
              <a:gd name="connsiteY5-14924" fmla="*/ 379 h 9248"/>
              <a:gd name="connsiteX6-14925" fmla="*/ 8916 w 10000"/>
              <a:gd name="connsiteY6-14926" fmla="*/ 841 h 9248"/>
              <a:gd name="connsiteX7-14927" fmla="*/ 8985 w 10000"/>
              <a:gd name="connsiteY7-14928" fmla="*/ 1216 h 9248"/>
              <a:gd name="connsiteX8-14929" fmla="*/ 9122 w 10000"/>
              <a:gd name="connsiteY8-14930" fmla="*/ 1965 h 9248"/>
              <a:gd name="connsiteX9-14931" fmla="*/ 9204 w 10000"/>
              <a:gd name="connsiteY9-14932" fmla="*/ 2428 h 9248"/>
              <a:gd name="connsiteX10-14933" fmla="*/ 9342 w 10000"/>
              <a:gd name="connsiteY10-14934" fmla="*/ 2799 h 9248"/>
              <a:gd name="connsiteX11-14935" fmla="*/ 9492 w 10000"/>
              <a:gd name="connsiteY11-14936" fmla="*/ 3636 h 9248"/>
              <a:gd name="connsiteX12-14937" fmla="*/ 9630 w 10000"/>
              <a:gd name="connsiteY12-14938" fmla="*/ 4026 h 9248"/>
              <a:gd name="connsiteX13-14939" fmla="*/ 9712 w 10000"/>
              <a:gd name="connsiteY13-14940" fmla="*/ 4777 h 9248"/>
              <a:gd name="connsiteX14-14941" fmla="*/ 9849 w 10000"/>
              <a:gd name="connsiteY14-14942" fmla="*/ 5228 h 9248"/>
              <a:gd name="connsiteX15-14943" fmla="*/ 9918 w 10000"/>
              <a:gd name="connsiteY15-14944" fmla="*/ 5609 h 9248"/>
              <a:gd name="connsiteX16-14945" fmla="*/ 9918 w 10000"/>
              <a:gd name="connsiteY16-14946" fmla="*/ 5986 h 9248"/>
              <a:gd name="connsiteX17-14947" fmla="*/ 10000 w 10000"/>
              <a:gd name="connsiteY17-14948" fmla="*/ 5986 h 9248"/>
              <a:gd name="connsiteX18-14949" fmla="*/ 10000 w 10000"/>
              <a:gd name="connsiteY18-14950" fmla="*/ 6450 h 9248"/>
              <a:gd name="connsiteX19-14951" fmla="*/ 10000 w 10000"/>
              <a:gd name="connsiteY19-14952" fmla="*/ 6823 h 9248"/>
              <a:gd name="connsiteX20-14953" fmla="*/ 9918 w 10000"/>
              <a:gd name="connsiteY20-14954" fmla="*/ 7203 h 9248"/>
              <a:gd name="connsiteX21-14955" fmla="*/ 9849 w 10000"/>
              <a:gd name="connsiteY21-14956" fmla="*/ 7203 h 9248"/>
              <a:gd name="connsiteX22-14957" fmla="*/ 9781 w 10000"/>
              <a:gd name="connsiteY22-14958" fmla="*/ 7578 h 9248"/>
              <a:gd name="connsiteX23-14959" fmla="*/ 9712 w 10000"/>
              <a:gd name="connsiteY23-14960" fmla="*/ 7578 h 9248"/>
              <a:gd name="connsiteX24-14961" fmla="*/ 9712 w 10000"/>
              <a:gd name="connsiteY24-14962" fmla="*/ 8037 h 9248"/>
              <a:gd name="connsiteX25-14963" fmla="*/ 9630 w 10000"/>
              <a:gd name="connsiteY25-14964" fmla="*/ 8413 h 9248"/>
              <a:gd name="connsiteX26-14965" fmla="*/ 9561 w 10000"/>
              <a:gd name="connsiteY26-14966" fmla="*/ 9248 h 9248"/>
              <a:gd name="connsiteX27-14967" fmla="*/ 8477 w 10000"/>
              <a:gd name="connsiteY27-14968" fmla="*/ 9248 h 9248"/>
              <a:gd name="connsiteX28-14969" fmla="*/ 8477 w 10000"/>
              <a:gd name="connsiteY28-14970" fmla="*/ 8413 h 9248"/>
              <a:gd name="connsiteX29-14971" fmla="*/ 8477 w 10000"/>
              <a:gd name="connsiteY29-14972" fmla="*/ 7578 h 9248"/>
              <a:gd name="connsiteX30-14973" fmla="*/ 8477 w 10000"/>
              <a:gd name="connsiteY30-14974" fmla="*/ 6823 h 9248"/>
              <a:gd name="connsiteX31-14975" fmla="*/ 8477 w 10000"/>
              <a:gd name="connsiteY31-14976" fmla="*/ 6450 h 9248"/>
              <a:gd name="connsiteX32-14977" fmla="*/ 8409 w 10000"/>
              <a:gd name="connsiteY32-14978" fmla="*/ 5986 h 9248"/>
              <a:gd name="connsiteX33-14979" fmla="*/ 8409 w 10000"/>
              <a:gd name="connsiteY33-14980" fmla="*/ 5609 h 9248"/>
              <a:gd name="connsiteX34-14981" fmla="*/ 8409 w 10000"/>
              <a:gd name="connsiteY34-14982" fmla="*/ 5228 h 9248"/>
              <a:gd name="connsiteX35-14983" fmla="*/ 8326 w 10000"/>
              <a:gd name="connsiteY35-14984" fmla="*/ 5228 h 9248"/>
              <a:gd name="connsiteX36-14985" fmla="*/ 8258 w 10000"/>
              <a:gd name="connsiteY36-14986" fmla="*/ 4777 h 9248"/>
              <a:gd name="connsiteX37-14987" fmla="*/ 8258 w 10000"/>
              <a:gd name="connsiteY37-14988" fmla="*/ 4777 h 9248"/>
              <a:gd name="connsiteX38-14989" fmla="*/ 8107 w 10000"/>
              <a:gd name="connsiteY38-14990" fmla="*/ 4777 h 9248"/>
              <a:gd name="connsiteX39-14991" fmla="*/ 8038 w 10000"/>
              <a:gd name="connsiteY39-14992" fmla="*/ 4777 h 9248"/>
              <a:gd name="connsiteX40-14993" fmla="*/ 7970 w 10000"/>
              <a:gd name="connsiteY40-14994" fmla="*/ 4777 h 9248"/>
              <a:gd name="connsiteX41-14995" fmla="*/ 7819 w 10000"/>
              <a:gd name="connsiteY41-14996" fmla="*/ 4777 h 9248"/>
              <a:gd name="connsiteX42-14997" fmla="*/ 7682 w 10000"/>
              <a:gd name="connsiteY42-14998" fmla="*/ 4777 h 9248"/>
              <a:gd name="connsiteX43-14999" fmla="*/ 7462 w 10000"/>
              <a:gd name="connsiteY43-15000" fmla="*/ 4777 h 9248"/>
              <a:gd name="connsiteX44-15001" fmla="*/ 7311 w 10000"/>
              <a:gd name="connsiteY44-15002" fmla="*/ 4777 h 9248"/>
              <a:gd name="connsiteX45-15003" fmla="*/ 7092 w 10000"/>
              <a:gd name="connsiteY45-15004" fmla="*/ 4777 h 9248"/>
              <a:gd name="connsiteX46-15005" fmla="*/ 6804 w 10000"/>
              <a:gd name="connsiteY46-15006" fmla="*/ 4777 h 9248"/>
              <a:gd name="connsiteX47-15007" fmla="*/ 6516 w 10000"/>
              <a:gd name="connsiteY47-15008" fmla="*/ 5228 h 9248"/>
              <a:gd name="connsiteX48-15009" fmla="*/ 6228 w 10000"/>
              <a:gd name="connsiteY48-15010" fmla="*/ 5228 h 9248"/>
              <a:gd name="connsiteX49-15011" fmla="*/ 5871 w 10000"/>
              <a:gd name="connsiteY49-15012" fmla="*/ 5609 h 9248"/>
              <a:gd name="connsiteX50-15013" fmla="*/ 5144 w 10000"/>
              <a:gd name="connsiteY50-15014" fmla="*/ 5986 h 9248"/>
              <a:gd name="connsiteX51-15015" fmla="*/ 4417 w 10000"/>
              <a:gd name="connsiteY51-15016" fmla="*/ 6823 h 9248"/>
              <a:gd name="connsiteX52-15017" fmla="*/ 3690 w 10000"/>
              <a:gd name="connsiteY52-15018" fmla="*/ 7203 h 9248"/>
              <a:gd name="connsiteX53-15019" fmla="*/ 2963 w 10000"/>
              <a:gd name="connsiteY53-15020" fmla="*/ 7578 h 9248"/>
              <a:gd name="connsiteX54-15021" fmla="*/ 2167 w 10000"/>
              <a:gd name="connsiteY54-15022" fmla="*/ 8037 h 9248"/>
              <a:gd name="connsiteX55-15023" fmla="*/ 1454 w 10000"/>
              <a:gd name="connsiteY55-15024" fmla="*/ 8413 h 9248"/>
              <a:gd name="connsiteX56-15025" fmla="*/ 727 w 10000"/>
              <a:gd name="connsiteY56-15026" fmla="*/ 8797 h 9248"/>
              <a:gd name="connsiteX57-15027" fmla="*/ 0 w 10000"/>
              <a:gd name="connsiteY57-15028" fmla="*/ 9248 h 9248"/>
              <a:gd name="connsiteX58-15029" fmla="*/ 0 w 10000"/>
              <a:gd name="connsiteY58-15030" fmla="*/ 6823 h 9248"/>
              <a:gd name="connsiteX59-15031" fmla="*/ 576 w 10000"/>
              <a:gd name="connsiteY59-15032" fmla="*/ 6450 h 9248"/>
              <a:gd name="connsiteX60-15033" fmla="*/ 1152 w 10000"/>
              <a:gd name="connsiteY60-15034" fmla="*/ 5986 h 9248"/>
              <a:gd name="connsiteX61-15035" fmla="*/ 1660 w 10000"/>
              <a:gd name="connsiteY61-15036" fmla="*/ 5609 h 9248"/>
              <a:gd name="connsiteX62-15037" fmla="*/ 2167 w 10000"/>
              <a:gd name="connsiteY62-15038" fmla="*/ 5228 h 9248"/>
              <a:gd name="connsiteX63-15039" fmla="*/ 2675 w 10000"/>
              <a:gd name="connsiteY63-15040" fmla="*/ 5228 h 9248"/>
              <a:gd name="connsiteX64-15041" fmla="*/ 3114 w 10000"/>
              <a:gd name="connsiteY64-15042" fmla="*/ 4777 h 9248"/>
              <a:gd name="connsiteX65-15043" fmla="*/ 3553 w 10000"/>
              <a:gd name="connsiteY65-15044" fmla="*/ 4396 h 9248"/>
              <a:gd name="connsiteX66-15045" fmla="*/ 3978 w 10000"/>
              <a:gd name="connsiteY66-15046" fmla="*/ 4396 h 9248"/>
              <a:gd name="connsiteX67-15047" fmla="*/ 4348 w 10000"/>
              <a:gd name="connsiteY67-15048" fmla="*/ 4026 h 9248"/>
              <a:gd name="connsiteX68-15049" fmla="*/ 4705 w 10000"/>
              <a:gd name="connsiteY68-15050" fmla="*/ 3636 h 9248"/>
              <a:gd name="connsiteX69-15051" fmla="*/ 5075 w 10000"/>
              <a:gd name="connsiteY69-15052" fmla="*/ 3636 h 9248"/>
              <a:gd name="connsiteX70-15053" fmla="*/ 5364 w 10000"/>
              <a:gd name="connsiteY70-15054" fmla="*/ 3187 h 9248"/>
              <a:gd name="connsiteX71-15055" fmla="*/ 5720 w 10000"/>
              <a:gd name="connsiteY71-15056" fmla="*/ 3187 h 9248"/>
              <a:gd name="connsiteX72-15057" fmla="*/ 5940 w 10000"/>
              <a:gd name="connsiteY72-15058" fmla="*/ 3187 h 9248"/>
              <a:gd name="connsiteX73-15059" fmla="*/ 6228 w 10000"/>
              <a:gd name="connsiteY73-15060" fmla="*/ 2799 h 9248"/>
              <a:gd name="connsiteX74-15061" fmla="*/ 6447 w 10000"/>
              <a:gd name="connsiteY74-15062" fmla="*/ 2799 h 9248"/>
              <a:gd name="connsiteX75-15063" fmla="*/ 6804 w 10000"/>
              <a:gd name="connsiteY75-15064" fmla="*/ 2428 h 9248"/>
              <a:gd name="connsiteX76-15065" fmla="*/ 7174 w 10000"/>
              <a:gd name="connsiteY76-15066" fmla="*/ 2428 h 9248"/>
              <a:gd name="connsiteX77-15067" fmla="*/ 7462 w 10000"/>
              <a:gd name="connsiteY77-15068" fmla="*/ 1965 h 9248"/>
              <a:gd name="connsiteX78-15069" fmla="*/ 7750 w 10000"/>
              <a:gd name="connsiteY78-15070" fmla="*/ 1965 h 9248"/>
              <a:gd name="connsiteX79-15071" fmla="*/ 7901 w 10000"/>
              <a:gd name="connsiteY79-15072" fmla="*/ 1601 h 9248"/>
              <a:gd name="connsiteX80-15073" fmla="*/ 8038 w 10000"/>
              <a:gd name="connsiteY80-15074" fmla="*/ 1216 h 9248"/>
              <a:gd name="connsiteX81-15075" fmla="*/ 8189 w 10000"/>
              <a:gd name="connsiteY81-15076" fmla="*/ 1216 h 9248"/>
              <a:gd name="connsiteX82-15077" fmla="*/ 8189 w 10000"/>
              <a:gd name="connsiteY82-15078" fmla="*/ 841 h 9248"/>
              <a:gd name="connsiteX83-15079" fmla="*/ 8189 w 10000"/>
              <a:gd name="connsiteY83-15080" fmla="*/ 841 h 9248"/>
              <a:gd name="connsiteX0-15081" fmla="*/ 8189 w 10000"/>
              <a:gd name="connsiteY0-15082" fmla="*/ 909 h 10000"/>
              <a:gd name="connsiteX1-15083" fmla="*/ 8258 w 10000"/>
              <a:gd name="connsiteY1-15084" fmla="*/ 410 h 10000"/>
              <a:gd name="connsiteX2-15085" fmla="*/ 8409 w 10000"/>
              <a:gd name="connsiteY2-15086" fmla="*/ 410 h 10000"/>
              <a:gd name="connsiteX3-15087" fmla="*/ 8477 w 10000"/>
              <a:gd name="connsiteY3-15088" fmla="*/ 0 h 10000"/>
              <a:gd name="connsiteX4-15089" fmla="*/ 8546 w 10000"/>
              <a:gd name="connsiteY4-15090" fmla="*/ 0 h 10000"/>
              <a:gd name="connsiteX5-15091" fmla="*/ 8697 w 10000"/>
              <a:gd name="connsiteY5-15092" fmla="*/ 410 h 10000"/>
              <a:gd name="connsiteX6-15093" fmla="*/ 8916 w 10000"/>
              <a:gd name="connsiteY6-15094" fmla="*/ 909 h 10000"/>
              <a:gd name="connsiteX7-15095" fmla="*/ 8985 w 10000"/>
              <a:gd name="connsiteY7-15096" fmla="*/ 1315 h 10000"/>
              <a:gd name="connsiteX8-15097" fmla="*/ 9122 w 10000"/>
              <a:gd name="connsiteY8-15098" fmla="*/ 2125 h 10000"/>
              <a:gd name="connsiteX9-15099" fmla="*/ 9204 w 10000"/>
              <a:gd name="connsiteY9-15100" fmla="*/ 2625 h 10000"/>
              <a:gd name="connsiteX10-15101" fmla="*/ 9342 w 10000"/>
              <a:gd name="connsiteY10-15102" fmla="*/ 3027 h 10000"/>
              <a:gd name="connsiteX11-15103" fmla="*/ 9492 w 10000"/>
              <a:gd name="connsiteY11-15104" fmla="*/ 3932 h 10000"/>
              <a:gd name="connsiteX12-15105" fmla="*/ 9630 w 10000"/>
              <a:gd name="connsiteY12-15106" fmla="*/ 4353 h 10000"/>
              <a:gd name="connsiteX13-15107" fmla="*/ 9712 w 10000"/>
              <a:gd name="connsiteY13-15108" fmla="*/ 5165 h 10000"/>
              <a:gd name="connsiteX14-15109" fmla="*/ 9849 w 10000"/>
              <a:gd name="connsiteY14-15110" fmla="*/ 5653 h 10000"/>
              <a:gd name="connsiteX15-15111" fmla="*/ 9918 w 10000"/>
              <a:gd name="connsiteY15-15112" fmla="*/ 6065 h 10000"/>
              <a:gd name="connsiteX16-15113" fmla="*/ 9918 w 10000"/>
              <a:gd name="connsiteY16-15114" fmla="*/ 6473 h 10000"/>
              <a:gd name="connsiteX17-15115" fmla="*/ 10000 w 10000"/>
              <a:gd name="connsiteY17-15116" fmla="*/ 6473 h 10000"/>
              <a:gd name="connsiteX18-15117" fmla="*/ 10000 w 10000"/>
              <a:gd name="connsiteY18-15118" fmla="*/ 6974 h 10000"/>
              <a:gd name="connsiteX19-15119" fmla="*/ 10000 w 10000"/>
              <a:gd name="connsiteY19-15120" fmla="*/ 7378 h 10000"/>
              <a:gd name="connsiteX20-15121" fmla="*/ 9918 w 10000"/>
              <a:gd name="connsiteY20-15122" fmla="*/ 7789 h 10000"/>
              <a:gd name="connsiteX21-15123" fmla="*/ 9849 w 10000"/>
              <a:gd name="connsiteY21-15124" fmla="*/ 7789 h 10000"/>
              <a:gd name="connsiteX22-15125" fmla="*/ 9781 w 10000"/>
              <a:gd name="connsiteY22-15126" fmla="*/ 8194 h 10000"/>
              <a:gd name="connsiteX23-15127" fmla="*/ 9712 w 10000"/>
              <a:gd name="connsiteY23-15128" fmla="*/ 8194 h 10000"/>
              <a:gd name="connsiteX24-15129" fmla="*/ 9712 w 10000"/>
              <a:gd name="connsiteY24-15130" fmla="*/ 8691 h 10000"/>
              <a:gd name="connsiteX25-15131" fmla="*/ 9630 w 10000"/>
              <a:gd name="connsiteY25-15132" fmla="*/ 9097 h 10000"/>
              <a:gd name="connsiteX26-15133" fmla="*/ 8477 w 10000"/>
              <a:gd name="connsiteY26-15134" fmla="*/ 10000 h 10000"/>
              <a:gd name="connsiteX27-15135" fmla="*/ 8477 w 10000"/>
              <a:gd name="connsiteY27-15136" fmla="*/ 9097 h 10000"/>
              <a:gd name="connsiteX28-15137" fmla="*/ 8477 w 10000"/>
              <a:gd name="connsiteY28-15138" fmla="*/ 8194 h 10000"/>
              <a:gd name="connsiteX29-15139" fmla="*/ 8477 w 10000"/>
              <a:gd name="connsiteY29-15140" fmla="*/ 7378 h 10000"/>
              <a:gd name="connsiteX30-15141" fmla="*/ 8477 w 10000"/>
              <a:gd name="connsiteY30-15142" fmla="*/ 6974 h 10000"/>
              <a:gd name="connsiteX31-15143" fmla="*/ 8409 w 10000"/>
              <a:gd name="connsiteY31-15144" fmla="*/ 6473 h 10000"/>
              <a:gd name="connsiteX32-15145" fmla="*/ 8409 w 10000"/>
              <a:gd name="connsiteY32-15146" fmla="*/ 6065 h 10000"/>
              <a:gd name="connsiteX33-15147" fmla="*/ 8409 w 10000"/>
              <a:gd name="connsiteY33-15148" fmla="*/ 5653 h 10000"/>
              <a:gd name="connsiteX34-15149" fmla="*/ 8326 w 10000"/>
              <a:gd name="connsiteY34-15150" fmla="*/ 5653 h 10000"/>
              <a:gd name="connsiteX35-15151" fmla="*/ 8258 w 10000"/>
              <a:gd name="connsiteY35-15152" fmla="*/ 5165 h 10000"/>
              <a:gd name="connsiteX36-15153" fmla="*/ 8258 w 10000"/>
              <a:gd name="connsiteY36-15154" fmla="*/ 5165 h 10000"/>
              <a:gd name="connsiteX37-15155" fmla="*/ 8107 w 10000"/>
              <a:gd name="connsiteY37-15156" fmla="*/ 5165 h 10000"/>
              <a:gd name="connsiteX38-15157" fmla="*/ 8038 w 10000"/>
              <a:gd name="connsiteY38-15158" fmla="*/ 5165 h 10000"/>
              <a:gd name="connsiteX39-15159" fmla="*/ 7970 w 10000"/>
              <a:gd name="connsiteY39-15160" fmla="*/ 5165 h 10000"/>
              <a:gd name="connsiteX40-15161" fmla="*/ 7819 w 10000"/>
              <a:gd name="connsiteY40-15162" fmla="*/ 5165 h 10000"/>
              <a:gd name="connsiteX41-15163" fmla="*/ 7682 w 10000"/>
              <a:gd name="connsiteY41-15164" fmla="*/ 5165 h 10000"/>
              <a:gd name="connsiteX42-15165" fmla="*/ 7462 w 10000"/>
              <a:gd name="connsiteY42-15166" fmla="*/ 5165 h 10000"/>
              <a:gd name="connsiteX43-15167" fmla="*/ 7311 w 10000"/>
              <a:gd name="connsiteY43-15168" fmla="*/ 5165 h 10000"/>
              <a:gd name="connsiteX44-15169" fmla="*/ 7092 w 10000"/>
              <a:gd name="connsiteY44-15170" fmla="*/ 5165 h 10000"/>
              <a:gd name="connsiteX45-15171" fmla="*/ 6804 w 10000"/>
              <a:gd name="connsiteY45-15172" fmla="*/ 5165 h 10000"/>
              <a:gd name="connsiteX46-15173" fmla="*/ 6516 w 10000"/>
              <a:gd name="connsiteY46-15174" fmla="*/ 5653 h 10000"/>
              <a:gd name="connsiteX47-15175" fmla="*/ 6228 w 10000"/>
              <a:gd name="connsiteY47-15176" fmla="*/ 5653 h 10000"/>
              <a:gd name="connsiteX48-15177" fmla="*/ 5871 w 10000"/>
              <a:gd name="connsiteY48-15178" fmla="*/ 6065 h 10000"/>
              <a:gd name="connsiteX49-15179" fmla="*/ 5144 w 10000"/>
              <a:gd name="connsiteY49-15180" fmla="*/ 6473 h 10000"/>
              <a:gd name="connsiteX50-15181" fmla="*/ 4417 w 10000"/>
              <a:gd name="connsiteY50-15182" fmla="*/ 7378 h 10000"/>
              <a:gd name="connsiteX51-15183" fmla="*/ 3690 w 10000"/>
              <a:gd name="connsiteY51-15184" fmla="*/ 7789 h 10000"/>
              <a:gd name="connsiteX52-15185" fmla="*/ 2963 w 10000"/>
              <a:gd name="connsiteY52-15186" fmla="*/ 8194 h 10000"/>
              <a:gd name="connsiteX53-15187" fmla="*/ 2167 w 10000"/>
              <a:gd name="connsiteY53-15188" fmla="*/ 8691 h 10000"/>
              <a:gd name="connsiteX54-15189" fmla="*/ 1454 w 10000"/>
              <a:gd name="connsiteY54-15190" fmla="*/ 9097 h 10000"/>
              <a:gd name="connsiteX55-15191" fmla="*/ 727 w 10000"/>
              <a:gd name="connsiteY55-15192" fmla="*/ 9512 h 10000"/>
              <a:gd name="connsiteX56-15193" fmla="*/ 0 w 10000"/>
              <a:gd name="connsiteY56-15194" fmla="*/ 10000 h 10000"/>
              <a:gd name="connsiteX57-15195" fmla="*/ 0 w 10000"/>
              <a:gd name="connsiteY57-15196" fmla="*/ 7378 h 10000"/>
              <a:gd name="connsiteX58-15197" fmla="*/ 576 w 10000"/>
              <a:gd name="connsiteY58-15198" fmla="*/ 6974 h 10000"/>
              <a:gd name="connsiteX59-15199" fmla="*/ 1152 w 10000"/>
              <a:gd name="connsiteY59-15200" fmla="*/ 6473 h 10000"/>
              <a:gd name="connsiteX60-15201" fmla="*/ 1660 w 10000"/>
              <a:gd name="connsiteY60-15202" fmla="*/ 6065 h 10000"/>
              <a:gd name="connsiteX61-15203" fmla="*/ 2167 w 10000"/>
              <a:gd name="connsiteY61-15204" fmla="*/ 5653 h 10000"/>
              <a:gd name="connsiteX62-15205" fmla="*/ 2675 w 10000"/>
              <a:gd name="connsiteY62-15206" fmla="*/ 5653 h 10000"/>
              <a:gd name="connsiteX63-15207" fmla="*/ 3114 w 10000"/>
              <a:gd name="connsiteY63-15208" fmla="*/ 5165 h 10000"/>
              <a:gd name="connsiteX64-15209" fmla="*/ 3553 w 10000"/>
              <a:gd name="connsiteY64-15210" fmla="*/ 4753 h 10000"/>
              <a:gd name="connsiteX65-15211" fmla="*/ 3978 w 10000"/>
              <a:gd name="connsiteY65-15212" fmla="*/ 4753 h 10000"/>
              <a:gd name="connsiteX66-15213" fmla="*/ 4348 w 10000"/>
              <a:gd name="connsiteY66-15214" fmla="*/ 4353 h 10000"/>
              <a:gd name="connsiteX67-15215" fmla="*/ 4705 w 10000"/>
              <a:gd name="connsiteY67-15216" fmla="*/ 3932 h 10000"/>
              <a:gd name="connsiteX68-15217" fmla="*/ 5075 w 10000"/>
              <a:gd name="connsiteY68-15218" fmla="*/ 3932 h 10000"/>
              <a:gd name="connsiteX69-15219" fmla="*/ 5364 w 10000"/>
              <a:gd name="connsiteY69-15220" fmla="*/ 3446 h 10000"/>
              <a:gd name="connsiteX70-15221" fmla="*/ 5720 w 10000"/>
              <a:gd name="connsiteY70-15222" fmla="*/ 3446 h 10000"/>
              <a:gd name="connsiteX71-15223" fmla="*/ 5940 w 10000"/>
              <a:gd name="connsiteY71-15224" fmla="*/ 3446 h 10000"/>
              <a:gd name="connsiteX72-15225" fmla="*/ 6228 w 10000"/>
              <a:gd name="connsiteY72-15226" fmla="*/ 3027 h 10000"/>
              <a:gd name="connsiteX73-15227" fmla="*/ 6447 w 10000"/>
              <a:gd name="connsiteY73-15228" fmla="*/ 3027 h 10000"/>
              <a:gd name="connsiteX74-15229" fmla="*/ 6804 w 10000"/>
              <a:gd name="connsiteY74-15230" fmla="*/ 2625 h 10000"/>
              <a:gd name="connsiteX75-15231" fmla="*/ 7174 w 10000"/>
              <a:gd name="connsiteY75-15232" fmla="*/ 2625 h 10000"/>
              <a:gd name="connsiteX76-15233" fmla="*/ 7462 w 10000"/>
              <a:gd name="connsiteY76-15234" fmla="*/ 2125 h 10000"/>
              <a:gd name="connsiteX77-15235" fmla="*/ 7750 w 10000"/>
              <a:gd name="connsiteY77-15236" fmla="*/ 2125 h 10000"/>
              <a:gd name="connsiteX78-15237" fmla="*/ 7901 w 10000"/>
              <a:gd name="connsiteY78-15238" fmla="*/ 1731 h 10000"/>
              <a:gd name="connsiteX79-15239" fmla="*/ 8038 w 10000"/>
              <a:gd name="connsiteY79-15240" fmla="*/ 1315 h 10000"/>
              <a:gd name="connsiteX80-15241" fmla="*/ 8189 w 10000"/>
              <a:gd name="connsiteY80-15242" fmla="*/ 1315 h 10000"/>
              <a:gd name="connsiteX81-15243" fmla="*/ 8189 w 10000"/>
              <a:gd name="connsiteY81-15244" fmla="*/ 909 h 10000"/>
              <a:gd name="connsiteX82-15245" fmla="*/ 8189 w 10000"/>
              <a:gd name="connsiteY82-15246" fmla="*/ 909 h 10000"/>
              <a:gd name="connsiteX0-15247" fmla="*/ 8189 w 10000"/>
              <a:gd name="connsiteY0-15248" fmla="*/ 909 h 10068"/>
              <a:gd name="connsiteX1-15249" fmla="*/ 8258 w 10000"/>
              <a:gd name="connsiteY1-15250" fmla="*/ 410 h 10068"/>
              <a:gd name="connsiteX2-15251" fmla="*/ 8409 w 10000"/>
              <a:gd name="connsiteY2-15252" fmla="*/ 410 h 10068"/>
              <a:gd name="connsiteX3-15253" fmla="*/ 8477 w 10000"/>
              <a:gd name="connsiteY3-15254" fmla="*/ 0 h 10068"/>
              <a:gd name="connsiteX4-15255" fmla="*/ 8546 w 10000"/>
              <a:gd name="connsiteY4-15256" fmla="*/ 0 h 10068"/>
              <a:gd name="connsiteX5-15257" fmla="*/ 8697 w 10000"/>
              <a:gd name="connsiteY5-15258" fmla="*/ 410 h 10068"/>
              <a:gd name="connsiteX6-15259" fmla="*/ 8916 w 10000"/>
              <a:gd name="connsiteY6-15260" fmla="*/ 909 h 10068"/>
              <a:gd name="connsiteX7-15261" fmla="*/ 8985 w 10000"/>
              <a:gd name="connsiteY7-15262" fmla="*/ 1315 h 10068"/>
              <a:gd name="connsiteX8-15263" fmla="*/ 9122 w 10000"/>
              <a:gd name="connsiteY8-15264" fmla="*/ 2125 h 10068"/>
              <a:gd name="connsiteX9-15265" fmla="*/ 9204 w 10000"/>
              <a:gd name="connsiteY9-15266" fmla="*/ 2625 h 10068"/>
              <a:gd name="connsiteX10-15267" fmla="*/ 9342 w 10000"/>
              <a:gd name="connsiteY10-15268" fmla="*/ 3027 h 10068"/>
              <a:gd name="connsiteX11-15269" fmla="*/ 9492 w 10000"/>
              <a:gd name="connsiteY11-15270" fmla="*/ 3932 h 10068"/>
              <a:gd name="connsiteX12-15271" fmla="*/ 9630 w 10000"/>
              <a:gd name="connsiteY12-15272" fmla="*/ 4353 h 10068"/>
              <a:gd name="connsiteX13-15273" fmla="*/ 9712 w 10000"/>
              <a:gd name="connsiteY13-15274" fmla="*/ 5165 h 10068"/>
              <a:gd name="connsiteX14-15275" fmla="*/ 9849 w 10000"/>
              <a:gd name="connsiteY14-15276" fmla="*/ 5653 h 10068"/>
              <a:gd name="connsiteX15-15277" fmla="*/ 9918 w 10000"/>
              <a:gd name="connsiteY15-15278" fmla="*/ 6065 h 10068"/>
              <a:gd name="connsiteX16-15279" fmla="*/ 9918 w 10000"/>
              <a:gd name="connsiteY16-15280" fmla="*/ 6473 h 10068"/>
              <a:gd name="connsiteX17-15281" fmla="*/ 10000 w 10000"/>
              <a:gd name="connsiteY17-15282" fmla="*/ 6473 h 10068"/>
              <a:gd name="connsiteX18-15283" fmla="*/ 10000 w 10000"/>
              <a:gd name="connsiteY18-15284" fmla="*/ 6974 h 10068"/>
              <a:gd name="connsiteX19-15285" fmla="*/ 10000 w 10000"/>
              <a:gd name="connsiteY19-15286" fmla="*/ 7378 h 10068"/>
              <a:gd name="connsiteX20-15287" fmla="*/ 9918 w 10000"/>
              <a:gd name="connsiteY20-15288" fmla="*/ 7789 h 10068"/>
              <a:gd name="connsiteX21-15289" fmla="*/ 9849 w 10000"/>
              <a:gd name="connsiteY21-15290" fmla="*/ 7789 h 10068"/>
              <a:gd name="connsiteX22-15291" fmla="*/ 9781 w 10000"/>
              <a:gd name="connsiteY22-15292" fmla="*/ 8194 h 10068"/>
              <a:gd name="connsiteX23-15293" fmla="*/ 9712 w 10000"/>
              <a:gd name="connsiteY23-15294" fmla="*/ 8194 h 10068"/>
              <a:gd name="connsiteX24-15295" fmla="*/ 9712 w 10000"/>
              <a:gd name="connsiteY24-15296" fmla="*/ 8691 h 10068"/>
              <a:gd name="connsiteX25-15297" fmla="*/ 8477 w 10000"/>
              <a:gd name="connsiteY25-15298" fmla="*/ 10000 h 10068"/>
              <a:gd name="connsiteX26-15299" fmla="*/ 8477 w 10000"/>
              <a:gd name="connsiteY26-15300" fmla="*/ 9097 h 10068"/>
              <a:gd name="connsiteX27-15301" fmla="*/ 8477 w 10000"/>
              <a:gd name="connsiteY27-15302" fmla="*/ 8194 h 10068"/>
              <a:gd name="connsiteX28-15303" fmla="*/ 8477 w 10000"/>
              <a:gd name="connsiteY28-15304" fmla="*/ 7378 h 10068"/>
              <a:gd name="connsiteX29-15305" fmla="*/ 8477 w 10000"/>
              <a:gd name="connsiteY29-15306" fmla="*/ 6974 h 10068"/>
              <a:gd name="connsiteX30-15307" fmla="*/ 8409 w 10000"/>
              <a:gd name="connsiteY30-15308" fmla="*/ 6473 h 10068"/>
              <a:gd name="connsiteX31-15309" fmla="*/ 8409 w 10000"/>
              <a:gd name="connsiteY31-15310" fmla="*/ 6065 h 10068"/>
              <a:gd name="connsiteX32-15311" fmla="*/ 8409 w 10000"/>
              <a:gd name="connsiteY32-15312" fmla="*/ 5653 h 10068"/>
              <a:gd name="connsiteX33-15313" fmla="*/ 8326 w 10000"/>
              <a:gd name="connsiteY33-15314" fmla="*/ 5653 h 10068"/>
              <a:gd name="connsiteX34-15315" fmla="*/ 8258 w 10000"/>
              <a:gd name="connsiteY34-15316" fmla="*/ 5165 h 10068"/>
              <a:gd name="connsiteX35-15317" fmla="*/ 8258 w 10000"/>
              <a:gd name="connsiteY35-15318" fmla="*/ 5165 h 10068"/>
              <a:gd name="connsiteX36-15319" fmla="*/ 8107 w 10000"/>
              <a:gd name="connsiteY36-15320" fmla="*/ 5165 h 10068"/>
              <a:gd name="connsiteX37-15321" fmla="*/ 8038 w 10000"/>
              <a:gd name="connsiteY37-15322" fmla="*/ 5165 h 10068"/>
              <a:gd name="connsiteX38-15323" fmla="*/ 7970 w 10000"/>
              <a:gd name="connsiteY38-15324" fmla="*/ 5165 h 10068"/>
              <a:gd name="connsiteX39-15325" fmla="*/ 7819 w 10000"/>
              <a:gd name="connsiteY39-15326" fmla="*/ 5165 h 10068"/>
              <a:gd name="connsiteX40-15327" fmla="*/ 7682 w 10000"/>
              <a:gd name="connsiteY40-15328" fmla="*/ 5165 h 10068"/>
              <a:gd name="connsiteX41-15329" fmla="*/ 7462 w 10000"/>
              <a:gd name="connsiteY41-15330" fmla="*/ 5165 h 10068"/>
              <a:gd name="connsiteX42-15331" fmla="*/ 7311 w 10000"/>
              <a:gd name="connsiteY42-15332" fmla="*/ 5165 h 10068"/>
              <a:gd name="connsiteX43-15333" fmla="*/ 7092 w 10000"/>
              <a:gd name="connsiteY43-15334" fmla="*/ 5165 h 10068"/>
              <a:gd name="connsiteX44-15335" fmla="*/ 6804 w 10000"/>
              <a:gd name="connsiteY44-15336" fmla="*/ 5165 h 10068"/>
              <a:gd name="connsiteX45-15337" fmla="*/ 6516 w 10000"/>
              <a:gd name="connsiteY45-15338" fmla="*/ 5653 h 10068"/>
              <a:gd name="connsiteX46-15339" fmla="*/ 6228 w 10000"/>
              <a:gd name="connsiteY46-15340" fmla="*/ 5653 h 10068"/>
              <a:gd name="connsiteX47-15341" fmla="*/ 5871 w 10000"/>
              <a:gd name="connsiteY47-15342" fmla="*/ 6065 h 10068"/>
              <a:gd name="connsiteX48-15343" fmla="*/ 5144 w 10000"/>
              <a:gd name="connsiteY48-15344" fmla="*/ 6473 h 10068"/>
              <a:gd name="connsiteX49-15345" fmla="*/ 4417 w 10000"/>
              <a:gd name="connsiteY49-15346" fmla="*/ 7378 h 10068"/>
              <a:gd name="connsiteX50-15347" fmla="*/ 3690 w 10000"/>
              <a:gd name="connsiteY50-15348" fmla="*/ 7789 h 10068"/>
              <a:gd name="connsiteX51-15349" fmla="*/ 2963 w 10000"/>
              <a:gd name="connsiteY51-15350" fmla="*/ 8194 h 10068"/>
              <a:gd name="connsiteX52-15351" fmla="*/ 2167 w 10000"/>
              <a:gd name="connsiteY52-15352" fmla="*/ 8691 h 10068"/>
              <a:gd name="connsiteX53-15353" fmla="*/ 1454 w 10000"/>
              <a:gd name="connsiteY53-15354" fmla="*/ 9097 h 10068"/>
              <a:gd name="connsiteX54-15355" fmla="*/ 727 w 10000"/>
              <a:gd name="connsiteY54-15356" fmla="*/ 9512 h 10068"/>
              <a:gd name="connsiteX55-15357" fmla="*/ 0 w 10000"/>
              <a:gd name="connsiteY55-15358" fmla="*/ 10000 h 10068"/>
              <a:gd name="connsiteX56-15359" fmla="*/ 0 w 10000"/>
              <a:gd name="connsiteY56-15360" fmla="*/ 7378 h 10068"/>
              <a:gd name="connsiteX57-15361" fmla="*/ 576 w 10000"/>
              <a:gd name="connsiteY57-15362" fmla="*/ 6974 h 10068"/>
              <a:gd name="connsiteX58-15363" fmla="*/ 1152 w 10000"/>
              <a:gd name="connsiteY58-15364" fmla="*/ 6473 h 10068"/>
              <a:gd name="connsiteX59-15365" fmla="*/ 1660 w 10000"/>
              <a:gd name="connsiteY59-15366" fmla="*/ 6065 h 10068"/>
              <a:gd name="connsiteX60-15367" fmla="*/ 2167 w 10000"/>
              <a:gd name="connsiteY60-15368" fmla="*/ 5653 h 10068"/>
              <a:gd name="connsiteX61-15369" fmla="*/ 2675 w 10000"/>
              <a:gd name="connsiteY61-15370" fmla="*/ 5653 h 10068"/>
              <a:gd name="connsiteX62-15371" fmla="*/ 3114 w 10000"/>
              <a:gd name="connsiteY62-15372" fmla="*/ 5165 h 10068"/>
              <a:gd name="connsiteX63-15373" fmla="*/ 3553 w 10000"/>
              <a:gd name="connsiteY63-15374" fmla="*/ 4753 h 10068"/>
              <a:gd name="connsiteX64-15375" fmla="*/ 3978 w 10000"/>
              <a:gd name="connsiteY64-15376" fmla="*/ 4753 h 10068"/>
              <a:gd name="connsiteX65-15377" fmla="*/ 4348 w 10000"/>
              <a:gd name="connsiteY65-15378" fmla="*/ 4353 h 10068"/>
              <a:gd name="connsiteX66-15379" fmla="*/ 4705 w 10000"/>
              <a:gd name="connsiteY66-15380" fmla="*/ 3932 h 10068"/>
              <a:gd name="connsiteX67-15381" fmla="*/ 5075 w 10000"/>
              <a:gd name="connsiteY67-15382" fmla="*/ 3932 h 10068"/>
              <a:gd name="connsiteX68-15383" fmla="*/ 5364 w 10000"/>
              <a:gd name="connsiteY68-15384" fmla="*/ 3446 h 10068"/>
              <a:gd name="connsiteX69-15385" fmla="*/ 5720 w 10000"/>
              <a:gd name="connsiteY69-15386" fmla="*/ 3446 h 10068"/>
              <a:gd name="connsiteX70-15387" fmla="*/ 5940 w 10000"/>
              <a:gd name="connsiteY70-15388" fmla="*/ 3446 h 10068"/>
              <a:gd name="connsiteX71-15389" fmla="*/ 6228 w 10000"/>
              <a:gd name="connsiteY71-15390" fmla="*/ 3027 h 10068"/>
              <a:gd name="connsiteX72-15391" fmla="*/ 6447 w 10000"/>
              <a:gd name="connsiteY72-15392" fmla="*/ 3027 h 10068"/>
              <a:gd name="connsiteX73-15393" fmla="*/ 6804 w 10000"/>
              <a:gd name="connsiteY73-15394" fmla="*/ 2625 h 10068"/>
              <a:gd name="connsiteX74-15395" fmla="*/ 7174 w 10000"/>
              <a:gd name="connsiteY74-15396" fmla="*/ 2625 h 10068"/>
              <a:gd name="connsiteX75-15397" fmla="*/ 7462 w 10000"/>
              <a:gd name="connsiteY75-15398" fmla="*/ 2125 h 10068"/>
              <a:gd name="connsiteX76-15399" fmla="*/ 7750 w 10000"/>
              <a:gd name="connsiteY76-15400" fmla="*/ 2125 h 10068"/>
              <a:gd name="connsiteX77-15401" fmla="*/ 7901 w 10000"/>
              <a:gd name="connsiteY77-15402" fmla="*/ 1731 h 10068"/>
              <a:gd name="connsiteX78-15403" fmla="*/ 8038 w 10000"/>
              <a:gd name="connsiteY78-15404" fmla="*/ 1315 h 10068"/>
              <a:gd name="connsiteX79-15405" fmla="*/ 8189 w 10000"/>
              <a:gd name="connsiteY79-15406" fmla="*/ 1315 h 10068"/>
              <a:gd name="connsiteX80-15407" fmla="*/ 8189 w 10000"/>
              <a:gd name="connsiteY80-15408" fmla="*/ 909 h 10068"/>
              <a:gd name="connsiteX81-15409" fmla="*/ 8189 w 10000"/>
              <a:gd name="connsiteY81-15410" fmla="*/ 909 h 10068"/>
              <a:gd name="connsiteX0-15411" fmla="*/ 8189 w 10000"/>
              <a:gd name="connsiteY0-15412" fmla="*/ 909 h 10068"/>
              <a:gd name="connsiteX1-15413" fmla="*/ 8258 w 10000"/>
              <a:gd name="connsiteY1-15414" fmla="*/ 410 h 10068"/>
              <a:gd name="connsiteX2-15415" fmla="*/ 8409 w 10000"/>
              <a:gd name="connsiteY2-15416" fmla="*/ 410 h 10068"/>
              <a:gd name="connsiteX3-15417" fmla="*/ 8477 w 10000"/>
              <a:gd name="connsiteY3-15418" fmla="*/ 0 h 10068"/>
              <a:gd name="connsiteX4-15419" fmla="*/ 8546 w 10000"/>
              <a:gd name="connsiteY4-15420" fmla="*/ 0 h 10068"/>
              <a:gd name="connsiteX5-15421" fmla="*/ 8697 w 10000"/>
              <a:gd name="connsiteY5-15422" fmla="*/ 410 h 10068"/>
              <a:gd name="connsiteX6-15423" fmla="*/ 8916 w 10000"/>
              <a:gd name="connsiteY6-15424" fmla="*/ 909 h 10068"/>
              <a:gd name="connsiteX7-15425" fmla="*/ 8985 w 10000"/>
              <a:gd name="connsiteY7-15426" fmla="*/ 1315 h 10068"/>
              <a:gd name="connsiteX8-15427" fmla="*/ 9122 w 10000"/>
              <a:gd name="connsiteY8-15428" fmla="*/ 2125 h 10068"/>
              <a:gd name="connsiteX9-15429" fmla="*/ 9204 w 10000"/>
              <a:gd name="connsiteY9-15430" fmla="*/ 2625 h 10068"/>
              <a:gd name="connsiteX10-15431" fmla="*/ 9342 w 10000"/>
              <a:gd name="connsiteY10-15432" fmla="*/ 3027 h 10068"/>
              <a:gd name="connsiteX11-15433" fmla="*/ 9492 w 10000"/>
              <a:gd name="connsiteY11-15434" fmla="*/ 3932 h 10068"/>
              <a:gd name="connsiteX12-15435" fmla="*/ 9630 w 10000"/>
              <a:gd name="connsiteY12-15436" fmla="*/ 4353 h 10068"/>
              <a:gd name="connsiteX13-15437" fmla="*/ 9712 w 10000"/>
              <a:gd name="connsiteY13-15438" fmla="*/ 5165 h 10068"/>
              <a:gd name="connsiteX14-15439" fmla="*/ 9849 w 10000"/>
              <a:gd name="connsiteY14-15440" fmla="*/ 5653 h 10068"/>
              <a:gd name="connsiteX15-15441" fmla="*/ 9918 w 10000"/>
              <a:gd name="connsiteY15-15442" fmla="*/ 6065 h 10068"/>
              <a:gd name="connsiteX16-15443" fmla="*/ 9918 w 10000"/>
              <a:gd name="connsiteY16-15444" fmla="*/ 6473 h 10068"/>
              <a:gd name="connsiteX17-15445" fmla="*/ 10000 w 10000"/>
              <a:gd name="connsiteY17-15446" fmla="*/ 6473 h 10068"/>
              <a:gd name="connsiteX18-15447" fmla="*/ 10000 w 10000"/>
              <a:gd name="connsiteY18-15448" fmla="*/ 6974 h 10068"/>
              <a:gd name="connsiteX19-15449" fmla="*/ 10000 w 10000"/>
              <a:gd name="connsiteY19-15450" fmla="*/ 7378 h 10068"/>
              <a:gd name="connsiteX20-15451" fmla="*/ 9918 w 10000"/>
              <a:gd name="connsiteY20-15452" fmla="*/ 7789 h 10068"/>
              <a:gd name="connsiteX21-15453" fmla="*/ 9849 w 10000"/>
              <a:gd name="connsiteY21-15454" fmla="*/ 7789 h 10068"/>
              <a:gd name="connsiteX22-15455" fmla="*/ 9781 w 10000"/>
              <a:gd name="connsiteY22-15456" fmla="*/ 8194 h 10068"/>
              <a:gd name="connsiteX23-15457" fmla="*/ 9712 w 10000"/>
              <a:gd name="connsiteY23-15458" fmla="*/ 8194 h 10068"/>
              <a:gd name="connsiteX24-15459" fmla="*/ 8477 w 10000"/>
              <a:gd name="connsiteY24-15460" fmla="*/ 10000 h 10068"/>
              <a:gd name="connsiteX25-15461" fmla="*/ 8477 w 10000"/>
              <a:gd name="connsiteY25-15462" fmla="*/ 9097 h 10068"/>
              <a:gd name="connsiteX26-15463" fmla="*/ 8477 w 10000"/>
              <a:gd name="connsiteY26-15464" fmla="*/ 8194 h 10068"/>
              <a:gd name="connsiteX27-15465" fmla="*/ 8477 w 10000"/>
              <a:gd name="connsiteY27-15466" fmla="*/ 7378 h 10068"/>
              <a:gd name="connsiteX28-15467" fmla="*/ 8477 w 10000"/>
              <a:gd name="connsiteY28-15468" fmla="*/ 6974 h 10068"/>
              <a:gd name="connsiteX29-15469" fmla="*/ 8409 w 10000"/>
              <a:gd name="connsiteY29-15470" fmla="*/ 6473 h 10068"/>
              <a:gd name="connsiteX30-15471" fmla="*/ 8409 w 10000"/>
              <a:gd name="connsiteY30-15472" fmla="*/ 6065 h 10068"/>
              <a:gd name="connsiteX31-15473" fmla="*/ 8409 w 10000"/>
              <a:gd name="connsiteY31-15474" fmla="*/ 5653 h 10068"/>
              <a:gd name="connsiteX32-15475" fmla="*/ 8326 w 10000"/>
              <a:gd name="connsiteY32-15476" fmla="*/ 5653 h 10068"/>
              <a:gd name="connsiteX33-15477" fmla="*/ 8258 w 10000"/>
              <a:gd name="connsiteY33-15478" fmla="*/ 5165 h 10068"/>
              <a:gd name="connsiteX34-15479" fmla="*/ 8258 w 10000"/>
              <a:gd name="connsiteY34-15480" fmla="*/ 5165 h 10068"/>
              <a:gd name="connsiteX35-15481" fmla="*/ 8107 w 10000"/>
              <a:gd name="connsiteY35-15482" fmla="*/ 5165 h 10068"/>
              <a:gd name="connsiteX36-15483" fmla="*/ 8038 w 10000"/>
              <a:gd name="connsiteY36-15484" fmla="*/ 5165 h 10068"/>
              <a:gd name="connsiteX37-15485" fmla="*/ 7970 w 10000"/>
              <a:gd name="connsiteY37-15486" fmla="*/ 5165 h 10068"/>
              <a:gd name="connsiteX38-15487" fmla="*/ 7819 w 10000"/>
              <a:gd name="connsiteY38-15488" fmla="*/ 5165 h 10068"/>
              <a:gd name="connsiteX39-15489" fmla="*/ 7682 w 10000"/>
              <a:gd name="connsiteY39-15490" fmla="*/ 5165 h 10068"/>
              <a:gd name="connsiteX40-15491" fmla="*/ 7462 w 10000"/>
              <a:gd name="connsiteY40-15492" fmla="*/ 5165 h 10068"/>
              <a:gd name="connsiteX41-15493" fmla="*/ 7311 w 10000"/>
              <a:gd name="connsiteY41-15494" fmla="*/ 5165 h 10068"/>
              <a:gd name="connsiteX42-15495" fmla="*/ 7092 w 10000"/>
              <a:gd name="connsiteY42-15496" fmla="*/ 5165 h 10068"/>
              <a:gd name="connsiteX43-15497" fmla="*/ 6804 w 10000"/>
              <a:gd name="connsiteY43-15498" fmla="*/ 5165 h 10068"/>
              <a:gd name="connsiteX44-15499" fmla="*/ 6516 w 10000"/>
              <a:gd name="connsiteY44-15500" fmla="*/ 5653 h 10068"/>
              <a:gd name="connsiteX45-15501" fmla="*/ 6228 w 10000"/>
              <a:gd name="connsiteY45-15502" fmla="*/ 5653 h 10068"/>
              <a:gd name="connsiteX46-15503" fmla="*/ 5871 w 10000"/>
              <a:gd name="connsiteY46-15504" fmla="*/ 6065 h 10068"/>
              <a:gd name="connsiteX47-15505" fmla="*/ 5144 w 10000"/>
              <a:gd name="connsiteY47-15506" fmla="*/ 6473 h 10068"/>
              <a:gd name="connsiteX48-15507" fmla="*/ 4417 w 10000"/>
              <a:gd name="connsiteY48-15508" fmla="*/ 7378 h 10068"/>
              <a:gd name="connsiteX49-15509" fmla="*/ 3690 w 10000"/>
              <a:gd name="connsiteY49-15510" fmla="*/ 7789 h 10068"/>
              <a:gd name="connsiteX50-15511" fmla="*/ 2963 w 10000"/>
              <a:gd name="connsiteY50-15512" fmla="*/ 8194 h 10068"/>
              <a:gd name="connsiteX51-15513" fmla="*/ 2167 w 10000"/>
              <a:gd name="connsiteY51-15514" fmla="*/ 8691 h 10068"/>
              <a:gd name="connsiteX52-15515" fmla="*/ 1454 w 10000"/>
              <a:gd name="connsiteY52-15516" fmla="*/ 9097 h 10068"/>
              <a:gd name="connsiteX53-15517" fmla="*/ 727 w 10000"/>
              <a:gd name="connsiteY53-15518" fmla="*/ 9512 h 10068"/>
              <a:gd name="connsiteX54-15519" fmla="*/ 0 w 10000"/>
              <a:gd name="connsiteY54-15520" fmla="*/ 10000 h 10068"/>
              <a:gd name="connsiteX55-15521" fmla="*/ 0 w 10000"/>
              <a:gd name="connsiteY55-15522" fmla="*/ 7378 h 10068"/>
              <a:gd name="connsiteX56-15523" fmla="*/ 576 w 10000"/>
              <a:gd name="connsiteY56-15524" fmla="*/ 6974 h 10068"/>
              <a:gd name="connsiteX57-15525" fmla="*/ 1152 w 10000"/>
              <a:gd name="connsiteY57-15526" fmla="*/ 6473 h 10068"/>
              <a:gd name="connsiteX58-15527" fmla="*/ 1660 w 10000"/>
              <a:gd name="connsiteY58-15528" fmla="*/ 6065 h 10068"/>
              <a:gd name="connsiteX59-15529" fmla="*/ 2167 w 10000"/>
              <a:gd name="connsiteY59-15530" fmla="*/ 5653 h 10068"/>
              <a:gd name="connsiteX60-15531" fmla="*/ 2675 w 10000"/>
              <a:gd name="connsiteY60-15532" fmla="*/ 5653 h 10068"/>
              <a:gd name="connsiteX61-15533" fmla="*/ 3114 w 10000"/>
              <a:gd name="connsiteY61-15534" fmla="*/ 5165 h 10068"/>
              <a:gd name="connsiteX62-15535" fmla="*/ 3553 w 10000"/>
              <a:gd name="connsiteY62-15536" fmla="*/ 4753 h 10068"/>
              <a:gd name="connsiteX63-15537" fmla="*/ 3978 w 10000"/>
              <a:gd name="connsiteY63-15538" fmla="*/ 4753 h 10068"/>
              <a:gd name="connsiteX64-15539" fmla="*/ 4348 w 10000"/>
              <a:gd name="connsiteY64-15540" fmla="*/ 4353 h 10068"/>
              <a:gd name="connsiteX65-15541" fmla="*/ 4705 w 10000"/>
              <a:gd name="connsiteY65-15542" fmla="*/ 3932 h 10068"/>
              <a:gd name="connsiteX66-15543" fmla="*/ 5075 w 10000"/>
              <a:gd name="connsiteY66-15544" fmla="*/ 3932 h 10068"/>
              <a:gd name="connsiteX67-15545" fmla="*/ 5364 w 10000"/>
              <a:gd name="connsiteY67-15546" fmla="*/ 3446 h 10068"/>
              <a:gd name="connsiteX68-15547" fmla="*/ 5720 w 10000"/>
              <a:gd name="connsiteY68-15548" fmla="*/ 3446 h 10068"/>
              <a:gd name="connsiteX69-15549" fmla="*/ 5940 w 10000"/>
              <a:gd name="connsiteY69-15550" fmla="*/ 3446 h 10068"/>
              <a:gd name="connsiteX70-15551" fmla="*/ 6228 w 10000"/>
              <a:gd name="connsiteY70-15552" fmla="*/ 3027 h 10068"/>
              <a:gd name="connsiteX71-15553" fmla="*/ 6447 w 10000"/>
              <a:gd name="connsiteY71-15554" fmla="*/ 3027 h 10068"/>
              <a:gd name="connsiteX72-15555" fmla="*/ 6804 w 10000"/>
              <a:gd name="connsiteY72-15556" fmla="*/ 2625 h 10068"/>
              <a:gd name="connsiteX73-15557" fmla="*/ 7174 w 10000"/>
              <a:gd name="connsiteY73-15558" fmla="*/ 2625 h 10068"/>
              <a:gd name="connsiteX74-15559" fmla="*/ 7462 w 10000"/>
              <a:gd name="connsiteY74-15560" fmla="*/ 2125 h 10068"/>
              <a:gd name="connsiteX75-15561" fmla="*/ 7750 w 10000"/>
              <a:gd name="connsiteY75-15562" fmla="*/ 2125 h 10068"/>
              <a:gd name="connsiteX76-15563" fmla="*/ 7901 w 10000"/>
              <a:gd name="connsiteY76-15564" fmla="*/ 1731 h 10068"/>
              <a:gd name="connsiteX77-15565" fmla="*/ 8038 w 10000"/>
              <a:gd name="connsiteY77-15566" fmla="*/ 1315 h 10068"/>
              <a:gd name="connsiteX78-15567" fmla="*/ 8189 w 10000"/>
              <a:gd name="connsiteY78-15568" fmla="*/ 1315 h 10068"/>
              <a:gd name="connsiteX79-15569" fmla="*/ 8189 w 10000"/>
              <a:gd name="connsiteY79-15570" fmla="*/ 909 h 10068"/>
              <a:gd name="connsiteX80-15571" fmla="*/ 8189 w 10000"/>
              <a:gd name="connsiteY80-15572" fmla="*/ 909 h 10068"/>
              <a:gd name="connsiteX0-15573" fmla="*/ 8189 w 10000"/>
              <a:gd name="connsiteY0-15574" fmla="*/ 909 h 10000"/>
              <a:gd name="connsiteX1-15575" fmla="*/ 8258 w 10000"/>
              <a:gd name="connsiteY1-15576" fmla="*/ 410 h 10000"/>
              <a:gd name="connsiteX2-15577" fmla="*/ 8409 w 10000"/>
              <a:gd name="connsiteY2-15578" fmla="*/ 410 h 10000"/>
              <a:gd name="connsiteX3-15579" fmla="*/ 8477 w 10000"/>
              <a:gd name="connsiteY3-15580" fmla="*/ 0 h 10000"/>
              <a:gd name="connsiteX4-15581" fmla="*/ 8546 w 10000"/>
              <a:gd name="connsiteY4-15582" fmla="*/ 0 h 10000"/>
              <a:gd name="connsiteX5-15583" fmla="*/ 8697 w 10000"/>
              <a:gd name="connsiteY5-15584" fmla="*/ 410 h 10000"/>
              <a:gd name="connsiteX6-15585" fmla="*/ 8916 w 10000"/>
              <a:gd name="connsiteY6-15586" fmla="*/ 909 h 10000"/>
              <a:gd name="connsiteX7-15587" fmla="*/ 8985 w 10000"/>
              <a:gd name="connsiteY7-15588" fmla="*/ 1315 h 10000"/>
              <a:gd name="connsiteX8-15589" fmla="*/ 9122 w 10000"/>
              <a:gd name="connsiteY8-15590" fmla="*/ 2125 h 10000"/>
              <a:gd name="connsiteX9-15591" fmla="*/ 9204 w 10000"/>
              <a:gd name="connsiteY9-15592" fmla="*/ 2625 h 10000"/>
              <a:gd name="connsiteX10-15593" fmla="*/ 9342 w 10000"/>
              <a:gd name="connsiteY10-15594" fmla="*/ 3027 h 10000"/>
              <a:gd name="connsiteX11-15595" fmla="*/ 9492 w 10000"/>
              <a:gd name="connsiteY11-15596" fmla="*/ 3932 h 10000"/>
              <a:gd name="connsiteX12-15597" fmla="*/ 9630 w 10000"/>
              <a:gd name="connsiteY12-15598" fmla="*/ 4353 h 10000"/>
              <a:gd name="connsiteX13-15599" fmla="*/ 9712 w 10000"/>
              <a:gd name="connsiteY13-15600" fmla="*/ 5165 h 10000"/>
              <a:gd name="connsiteX14-15601" fmla="*/ 9849 w 10000"/>
              <a:gd name="connsiteY14-15602" fmla="*/ 5653 h 10000"/>
              <a:gd name="connsiteX15-15603" fmla="*/ 9918 w 10000"/>
              <a:gd name="connsiteY15-15604" fmla="*/ 6065 h 10000"/>
              <a:gd name="connsiteX16-15605" fmla="*/ 9918 w 10000"/>
              <a:gd name="connsiteY16-15606" fmla="*/ 6473 h 10000"/>
              <a:gd name="connsiteX17-15607" fmla="*/ 10000 w 10000"/>
              <a:gd name="connsiteY17-15608" fmla="*/ 6473 h 10000"/>
              <a:gd name="connsiteX18-15609" fmla="*/ 10000 w 10000"/>
              <a:gd name="connsiteY18-15610" fmla="*/ 6974 h 10000"/>
              <a:gd name="connsiteX19-15611" fmla="*/ 10000 w 10000"/>
              <a:gd name="connsiteY19-15612" fmla="*/ 7378 h 10000"/>
              <a:gd name="connsiteX20-15613" fmla="*/ 9918 w 10000"/>
              <a:gd name="connsiteY20-15614" fmla="*/ 7789 h 10000"/>
              <a:gd name="connsiteX21-15615" fmla="*/ 9849 w 10000"/>
              <a:gd name="connsiteY21-15616" fmla="*/ 7789 h 10000"/>
              <a:gd name="connsiteX22-15617" fmla="*/ 9781 w 10000"/>
              <a:gd name="connsiteY22-15618" fmla="*/ 8194 h 10000"/>
              <a:gd name="connsiteX23-15619" fmla="*/ 9712 w 10000"/>
              <a:gd name="connsiteY23-15620" fmla="*/ 8194 h 10000"/>
              <a:gd name="connsiteX24-15621" fmla="*/ 8477 w 10000"/>
              <a:gd name="connsiteY24-15622" fmla="*/ 9097 h 10000"/>
              <a:gd name="connsiteX25-15623" fmla="*/ 8477 w 10000"/>
              <a:gd name="connsiteY25-15624" fmla="*/ 8194 h 10000"/>
              <a:gd name="connsiteX26-15625" fmla="*/ 8477 w 10000"/>
              <a:gd name="connsiteY26-15626" fmla="*/ 7378 h 10000"/>
              <a:gd name="connsiteX27-15627" fmla="*/ 8477 w 10000"/>
              <a:gd name="connsiteY27-15628" fmla="*/ 6974 h 10000"/>
              <a:gd name="connsiteX28-15629" fmla="*/ 8409 w 10000"/>
              <a:gd name="connsiteY28-15630" fmla="*/ 6473 h 10000"/>
              <a:gd name="connsiteX29-15631" fmla="*/ 8409 w 10000"/>
              <a:gd name="connsiteY29-15632" fmla="*/ 6065 h 10000"/>
              <a:gd name="connsiteX30-15633" fmla="*/ 8409 w 10000"/>
              <a:gd name="connsiteY30-15634" fmla="*/ 5653 h 10000"/>
              <a:gd name="connsiteX31-15635" fmla="*/ 8326 w 10000"/>
              <a:gd name="connsiteY31-15636" fmla="*/ 5653 h 10000"/>
              <a:gd name="connsiteX32-15637" fmla="*/ 8258 w 10000"/>
              <a:gd name="connsiteY32-15638" fmla="*/ 5165 h 10000"/>
              <a:gd name="connsiteX33-15639" fmla="*/ 8258 w 10000"/>
              <a:gd name="connsiteY33-15640" fmla="*/ 5165 h 10000"/>
              <a:gd name="connsiteX34-15641" fmla="*/ 8107 w 10000"/>
              <a:gd name="connsiteY34-15642" fmla="*/ 5165 h 10000"/>
              <a:gd name="connsiteX35-15643" fmla="*/ 8038 w 10000"/>
              <a:gd name="connsiteY35-15644" fmla="*/ 5165 h 10000"/>
              <a:gd name="connsiteX36-15645" fmla="*/ 7970 w 10000"/>
              <a:gd name="connsiteY36-15646" fmla="*/ 5165 h 10000"/>
              <a:gd name="connsiteX37-15647" fmla="*/ 7819 w 10000"/>
              <a:gd name="connsiteY37-15648" fmla="*/ 5165 h 10000"/>
              <a:gd name="connsiteX38-15649" fmla="*/ 7682 w 10000"/>
              <a:gd name="connsiteY38-15650" fmla="*/ 5165 h 10000"/>
              <a:gd name="connsiteX39-15651" fmla="*/ 7462 w 10000"/>
              <a:gd name="connsiteY39-15652" fmla="*/ 5165 h 10000"/>
              <a:gd name="connsiteX40-15653" fmla="*/ 7311 w 10000"/>
              <a:gd name="connsiteY40-15654" fmla="*/ 5165 h 10000"/>
              <a:gd name="connsiteX41-15655" fmla="*/ 7092 w 10000"/>
              <a:gd name="connsiteY41-15656" fmla="*/ 5165 h 10000"/>
              <a:gd name="connsiteX42-15657" fmla="*/ 6804 w 10000"/>
              <a:gd name="connsiteY42-15658" fmla="*/ 5165 h 10000"/>
              <a:gd name="connsiteX43-15659" fmla="*/ 6516 w 10000"/>
              <a:gd name="connsiteY43-15660" fmla="*/ 5653 h 10000"/>
              <a:gd name="connsiteX44-15661" fmla="*/ 6228 w 10000"/>
              <a:gd name="connsiteY44-15662" fmla="*/ 5653 h 10000"/>
              <a:gd name="connsiteX45-15663" fmla="*/ 5871 w 10000"/>
              <a:gd name="connsiteY45-15664" fmla="*/ 6065 h 10000"/>
              <a:gd name="connsiteX46-15665" fmla="*/ 5144 w 10000"/>
              <a:gd name="connsiteY46-15666" fmla="*/ 6473 h 10000"/>
              <a:gd name="connsiteX47-15667" fmla="*/ 4417 w 10000"/>
              <a:gd name="connsiteY47-15668" fmla="*/ 7378 h 10000"/>
              <a:gd name="connsiteX48-15669" fmla="*/ 3690 w 10000"/>
              <a:gd name="connsiteY48-15670" fmla="*/ 7789 h 10000"/>
              <a:gd name="connsiteX49-15671" fmla="*/ 2963 w 10000"/>
              <a:gd name="connsiteY49-15672" fmla="*/ 8194 h 10000"/>
              <a:gd name="connsiteX50-15673" fmla="*/ 2167 w 10000"/>
              <a:gd name="connsiteY50-15674" fmla="*/ 8691 h 10000"/>
              <a:gd name="connsiteX51-15675" fmla="*/ 1454 w 10000"/>
              <a:gd name="connsiteY51-15676" fmla="*/ 9097 h 10000"/>
              <a:gd name="connsiteX52-15677" fmla="*/ 727 w 10000"/>
              <a:gd name="connsiteY52-15678" fmla="*/ 9512 h 10000"/>
              <a:gd name="connsiteX53-15679" fmla="*/ 0 w 10000"/>
              <a:gd name="connsiteY53-15680" fmla="*/ 10000 h 10000"/>
              <a:gd name="connsiteX54-15681" fmla="*/ 0 w 10000"/>
              <a:gd name="connsiteY54-15682" fmla="*/ 7378 h 10000"/>
              <a:gd name="connsiteX55-15683" fmla="*/ 576 w 10000"/>
              <a:gd name="connsiteY55-15684" fmla="*/ 6974 h 10000"/>
              <a:gd name="connsiteX56-15685" fmla="*/ 1152 w 10000"/>
              <a:gd name="connsiteY56-15686" fmla="*/ 6473 h 10000"/>
              <a:gd name="connsiteX57-15687" fmla="*/ 1660 w 10000"/>
              <a:gd name="connsiteY57-15688" fmla="*/ 6065 h 10000"/>
              <a:gd name="connsiteX58-15689" fmla="*/ 2167 w 10000"/>
              <a:gd name="connsiteY58-15690" fmla="*/ 5653 h 10000"/>
              <a:gd name="connsiteX59-15691" fmla="*/ 2675 w 10000"/>
              <a:gd name="connsiteY59-15692" fmla="*/ 5653 h 10000"/>
              <a:gd name="connsiteX60-15693" fmla="*/ 3114 w 10000"/>
              <a:gd name="connsiteY60-15694" fmla="*/ 5165 h 10000"/>
              <a:gd name="connsiteX61-15695" fmla="*/ 3553 w 10000"/>
              <a:gd name="connsiteY61-15696" fmla="*/ 4753 h 10000"/>
              <a:gd name="connsiteX62-15697" fmla="*/ 3978 w 10000"/>
              <a:gd name="connsiteY62-15698" fmla="*/ 4753 h 10000"/>
              <a:gd name="connsiteX63-15699" fmla="*/ 4348 w 10000"/>
              <a:gd name="connsiteY63-15700" fmla="*/ 4353 h 10000"/>
              <a:gd name="connsiteX64-15701" fmla="*/ 4705 w 10000"/>
              <a:gd name="connsiteY64-15702" fmla="*/ 3932 h 10000"/>
              <a:gd name="connsiteX65-15703" fmla="*/ 5075 w 10000"/>
              <a:gd name="connsiteY65-15704" fmla="*/ 3932 h 10000"/>
              <a:gd name="connsiteX66-15705" fmla="*/ 5364 w 10000"/>
              <a:gd name="connsiteY66-15706" fmla="*/ 3446 h 10000"/>
              <a:gd name="connsiteX67-15707" fmla="*/ 5720 w 10000"/>
              <a:gd name="connsiteY67-15708" fmla="*/ 3446 h 10000"/>
              <a:gd name="connsiteX68-15709" fmla="*/ 5940 w 10000"/>
              <a:gd name="connsiteY68-15710" fmla="*/ 3446 h 10000"/>
              <a:gd name="connsiteX69-15711" fmla="*/ 6228 w 10000"/>
              <a:gd name="connsiteY69-15712" fmla="*/ 3027 h 10000"/>
              <a:gd name="connsiteX70-15713" fmla="*/ 6447 w 10000"/>
              <a:gd name="connsiteY70-15714" fmla="*/ 3027 h 10000"/>
              <a:gd name="connsiteX71-15715" fmla="*/ 6804 w 10000"/>
              <a:gd name="connsiteY71-15716" fmla="*/ 2625 h 10000"/>
              <a:gd name="connsiteX72-15717" fmla="*/ 7174 w 10000"/>
              <a:gd name="connsiteY72-15718" fmla="*/ 2625 h 10000"/>
              <a:gd name="connsiteX73-15719" fmla="*/ 7462 w 10000"/>
              <a:gd name="connsiteY73-15720" fmla="*/ 2125 h 10000"/>
              <a:gd name="connsiteX74-15721" fmla="*/ 7750 w 10000"/>
              <a:gd name="connsiteY74-15722" fmla="*/ 2125 h 10000"/>
              <a:gd name="connsiteX75-15723" fmla="*/ 7901 w 10000"/>
              <a:gd name="connsiteY75-15724" fmla="*/ 1731 h 10000"/>
              <a:gd name="connsiteX76-15725" fmla="*/ 8038 w 10000"/>
              <a:gd name="connsiteY76-15726" fmla="*/ 1315 h 10000"/>
              <a:gd name="connsiteX77-15727" fmla="*/ 8189 w 10000"/>
              <a:gd name="connsiteY77-15728" fmla="*/ 1315 h 10000"/>
              <a:gd name="connsiteX78-15729" fmla="*/ 8189 w 10000"/>
              <a:gd name="connsiteY78-15730" fmla="*/ 909 h 10000"/>
              <a:gd name="connsiteX79-15731" fmla="*/ 8189 w 10000"/>
              <a:gd name="connsiteY79-15732" fmla="*/ 909 h 10000"/>
              <a:gd name="connsiteX0-15733" fmla="*/ 8189 w 10000"/>
              <a:gd name="connsiteY0-15734" fmla="*/ 909 h 10000"/>
              <a:gd name="connsiteX1-15735" fmla="*/ 8258 w 10000"/>
              <a:gd name="connsiteY1-15736" fmla="*/ 410 h 10000"/>
              <a:gd name="connsiteX2-15737" fmla="*/ 8409 w 10000"/>
              <a:gd name="connsiteY2-15738" fmla="*/ 410 h 10000"/>
              <a:gd name="connsiteX3-15739" fmla="*/ 8477 w 10000"/>
              <a:gd name="connsiteY3-15740" fmla="*/ 0 h 10000"/>
              <a:gd name="connsiteX4-15741" fmla="*/ 8546 w 10000"/>
              <a:gd name="connsiteY4-15742" fmla="*/ 0 h 10000"/>
              <a:gd name="connsiteX5-15743" fmla="*/ 8697 w 10000"/>
              <a:gd name="connsiteY5-15744" fmla="*/ 410 h 10000"/>
              <a:gd name="connsiteX6-15745" fmla="*/ 8916 w 10000"/>
              <a:gd name="connsiteY6-15746" fmla="*/ 909 h 10000"/>
              <a:gd name="connsiteX7-15747" fmla="*/ 8985 w 10000"/>
              <a:gd name="connsiteY7-15748" fmla="*/ 1315 h 10000"/>
              <a:gd name="connsiteX8-15749" fmla="*/ 9122 w 10000"/>
              <a:gd name="connsiteY8-15750" fmla="*/ 2125 h 10000"/>
              <a:gd name="connsiteX9-15751" fmla="*/ 9204 w 10000"/>
              <a:gd name="connsiteY9-15752" fmla="*/ 2625 h 10000"/>
              <a:gd name="connsiteX10-15753" fmla="*/ 9342 w 10000"/>
              <a:gd name="connsiteY10-15754" fmla="*/ 3027 h 10000"/>
              <a:gd name="connsiteX11-15755" fmla="*/ 9492 w 10000"/>
              <a:gd name="connsiteY11-15756" fmla="*/ 3932 h 10000"/>
              <a:gd name="connsiteX12-15757" fmla="*/ 9630 w 10000"/>
              <a:gd name="connsiteY12-15758" fmla="*/ 4353 h 10000"/>
              <a:gd name="connsiteX13-15759" fmla="*/ 9712 w 10000"/>
              <a:gd name="connsiteY13-15760" fmla="*/ 5165 h 10000"/>
              <a:gd name="connsiteX14-15761" fmla="*/ 9849 w 10000"/>
              <a:gd name="connsiteY14-15762" fmla="*/ 5653 h 10000"/>
              <a:gd name="connsiteX15-15763" fmla="*/ 9918 w 10000"/>
              <a:gd name="connsiteY15-15764" fmla="*/ 6065 h 10000"/>
              <a:gd name="connsiteX16-15765" fmla="*/ 9918 w 10000"/>
              <a:gd name="connsiteY16-15766" fmla="*/ 6473 h 10000"/>
              <a:gd name="connsiteX17-15767" fmla="*/ 10000 w 10000"/>
              <a:gd name="connsiteY17-15768" fmla="*/ 6473 h 10000"/>
              <a:gd name="connsiteX18-15769" fmla="*/ 10000 w 10000"/>
              <a:gd name="connsiteY18-15770" fmla="*/ 6974 h 10000"/>
              <a:gd name="connsiteX19-15771" fmla="*/ 10000 w 10000"/>
              <a:gd name="connsiteY19-15772" fmla="*/ 7378 h 10000"/>
              <a:gd name="connsiteX20-15773" fmla="*/ 9918 w 10000"/>
              <a:gd name="connsiteY20-15774" fmla="*/ 7789 h 10000"/>
              <a:gd name="connsiteX21-15775" fmla="*/ 9849 w 10000"/>
              <a:gd name="connsiteY21-15776" fmla="*/ 7789 h 10000"/>
              <a:gd name="connsiteX22-15777" fmla="*/ 9781 w 10000"/>
              <a:gd name="connsiteY22-15778" fmla="*/ 8194 h 10000"/>
              <a:gd name="connsiteX23-15779" fmla="*/ 9712 w 10000"/>
              <a:gd name="connsiteY23-15780" fmla="*/ 8194 h 10000"/>
              <a:gd name="connsiteX24-15781" fmla="*/ 8477 w 10000"/>
              <a:gd name="connsiteY24-15782" fmla="*/ 8194 h 10000"/>
              <a:gd name="connsiteX25-15783" fmla="*/ 8477 w 10000"/>
              <a:gd name="connsiteY25-15784" fmla="*/ 7378 h 10000"/>
              <a:gd name="connsiteX26-15785" fmla="*/ 8477 w 10000"/>
              <a:gd name="connsiteY26-15786" fmla="*/ 6974 h 10000"/>
              <a:gd name="connsiteX27-15787" fmla="*/ 8409 w 10000"/>
              <a:gd name="connsiteY27-15788" fmla="*/ 6473 h 10000"/>
              <a:gd name="connsiteX28-15789" fmla="*/ 8409 w 10000"/>
              <a:gd name="connsiteY28-15790" fmla="*/ 6065 h 10000"/>
              <a:gd name="connsiteX29-15791" fmla="*/ 8409 w 10000"/>
              <a:gd name="connsiteY29-15792" fmla="*/ 5653 h 10000"/>
              <a:gd name="connsiteX30-15793" fmla="*/ 8326 w 10000"/>
              <a:gd name="connsiteY30-15794" fmla="*/ 5653 h 10000"/>
              <a:gd name="connsiteX31-15795" fmla="*/ 8258 w 10000"/>
              <a:gd name="connsiteY31-15796" fmla="*/ 5165 h 10000"/>
              <a:gd name="connsiteX32-15797" fmla="*/ 8258 w 10000"/>
              <a:gd name="connsiteY32-15798" fmla="*/ 5165 h 10000"/>
              <a:gd name="connsiteX33-15799" fmla="*/ 8107 w 10000"/>
              <a:gd name="connsiteY33-15800" fmla="*/ 5165 h 10000"/>
              <a:gd name="connsiteX34-15801" fmla="*/ 8038 w 10000"/>
              <a:gd name="connsiteY34-15802" fmla="*/ 5165 h 10000"/>
              <a:gd name="connsiteX35-15803" fmla="*/ 7970 w 10000"/>
              <a:gd name="connsiteY35-15804" fmla="*/ 5165 h 10000"/>
              <a:gd name="connsiteX36-15805" fmla="*/ 7819 w 10000"/>
              <a:gd name="connsiteY36-15806" fmla="*/ 5165 h 10000"/>
              <a:gd name="connsiteX37-15807" fmla="*/ 7682 w 10000"/>
              <a:gd name="connsiteY37-15808" fmla="*/ 5165 h 10000"/>
              <a:gd name="connsiteX38-15809" fmla="*/ 7462 w 10000"/>
              <a:gd name="connsiteY38-15810" fmla="*/ 5165 h 10000"/>
              <a:gd name="connsiteX39-15811" fmla="*/ 7311 w 10000"/>
              <a:gd name="connsiteY39-15812" fmla="*/ 5165 h 10000"/>
              <a:gd name="connsiteX40-15813" fmla="*/ 7092 w 10000"/>
              <a:gd name="connsiteY40-15814" fmla="*/ 5165 h 10000"/>
              <a:gd name="connsiteX41-15815" fmla="*/ 6804 w 10000"/>
              <a:gd name="connsiteY41-15816" fmla="*/ 5165 h 10000"/>
              <a:gd name="connsiteX42-15817" fmla="*/ 6516 w 10000"/>
              <a:gd name="connsiteY42-15818" fmla="*/ 5653 h 10000"/>
              <a:gd name="connsiteX43-15819" fmla="*/ 6228 w 10000"/>
              <a:gd name="connsiteY43-15820" fmla="*/ 5653 h 10000"/>
              <a:gd name="connsiteX44-15821" fmla="*/ 5871 w 10000"/>
              <a:gd name="connsiteY44-15822" fmla="*/ 6065 h 10000"/>
              <a:gd name="connsiteX45-15823" fmla="*/ 5144 w 10000"/>
              <a:gd name="connsiteY45-15824" fmla="*/ 6473 h 10000"/>
              <a:gd name="connsiteX46-15825" fmla="*/ 4417 w 10000"/>
              <a:gd name="connsiteY46-15826" fmla="*/ 7378 h 10000"/>
              <a:gd name="connsiteX47-15827" fmla="*/ 3690 w 10000"/>
              <a:gd name="connsiteY47-15828" fmla="*/ 7789 h 10000"/>
              <a:gd name="connsiteX48-15829" fmla="*/ 2963 w 10000"/>
              <a:gd name="connsiteY48-15830" fmla="*/ 8194 h 10000"/>
              <a:gd name="connsiteX49-15831" fmla="*/ 2167 w 10000"/>
              <a:gd name="connsiteY49-15832" fmla="*/ 8691 h 10000"/>
              <a:gd name="connsiteX50-15833" fmla="*/ 1454 w 10000"/>
              <a:gd name="connsiteY50-15834" fmla="*/ 9097 h 10000"/>
              <a:gd name="connsiteX51-15835" fmla="*/ 727 w 10000"/>
              <a:gd name="connsiteY51-15836" fmla="*/ 9512 h 10000"/>
              <a:gd name="connsiteX52-15837" fmla="*/ 0 w 10000"/>
              <a:gd name="connsiteY52-15838" fmla="*/ 10000 h 10000"/>
              <a:gd name="connsiteX53-15839" fmla="*/ 0 w 10000"/>
              <a:gd name="connsiteY53-15840" fmla="*/ 7378 h 10000"/>
              <a:gd name="connsiteX54-15841" fmla="*/ 576 w 10000"/>
              <a:gd name="connsiteY54-15842" fmla="*/ 6974 h 10000"/>
              <a:gd name="connsiteX55-15843" fmla="*/ 1152 w 10000"/>
              <a:gd name="connsiteY55-15844" fmla="*/ 6473 h 10000"/>
              <a:gd name="connsiteX56-15845" fmla="*/ 1660 w 10000"/>
              <a:gd name="connsiteY56-15846" fmla="*/ 6065 h 10000"/>
              <a:gd name="connsiteX57-15847" fmla="*/ 2167 w 10000"/>
              <a:gd name="connsiteY57-15848" fmla="*/ 5653 h 10000"/>
              <a:gd name="connsiteX58-15849" fmla="*/ 2675 w 10000"/>
              <a:gd name="connsiteY58-15850" fmla="*/ 5653 h 10000"/>
              <a:gd name="connsiteX59-15851" fmla="*/ 3114 w 10000"/>
              <a:gd name="connsiteY59-15852" fmla="*/ 5165 h 10000"/>
              <a:gd name="connsiteX60-15853" fmla="*/ 3553 w 10000"/>
              <a:gd name="connsiteY60-15854" fmla="*/ 4753 h 10000"/>
              <a:gd name="connsiteX61-15855" fmla="*/ 3978 w 10000"/>
              <a:gd name="connsiteY61-15856" fmla="*/ 4753 h 10000"/>
              <a:gd name="connsiteX62-15857" fmla="*/ 4348 w 10000"/>
              <a:gd name="connsiteY62-15858" fmla="*/ 4353 h 10000"/>
              <a:gd name="connsiteX63-15859" fmla="*/ 4705 w 10000"/>
              <a:gd name="connsiteY63-15860" fmla="*/ 3932 h 10000"/>
              <a:gd name="connsiteX64-15861" fmla="*/ 5075 w 10000"/>
              <a:gd name="connsiteY64-15862" fmla="*/ 3932 h 10000"/>
              <a:gd name="connsiteX65-15863" fmla="*/ 5364 w 10000"/>
              <a:gd name="connsiteY65-15864" fmla="*/ 3446 h 10000"/>
              <a:gd name="connsiteX66-15865" fmla="*/ 5720 w 10000"/>
              <a:gd name="connsiteY66-15866" fmla="*/ 3446 h 10000"/>
              <a:gd name="connsiteX67-15867" fmla="*/ 5940 w 10000"/>
              <a:gd name="connsiteY67-15868" fmla="*/ 3446 h 10000"/>
              <a:gd name="connsiteX68-15869" fmla="*/ 6228 w 10000"/>
              <a:gd name="connsiteY68-15870" fmla="*/ 3027 h 10000"/>
              <a:gd name="connsiteX69-15871" fmla="*/ 6447 w 10000"/>
              <a:gd name="connsiteY69-15872" fmla="*/ 3027 h 10000"/>
              <a:gd name="connsiteX70-15873" fmla="*/ 6804 w 10000"/>
              <a:gd name="connsiteY70-15874" fmla="*/ 2625 h 10000"/>
              <a:gd name="connsiteX71-15875" fmla="*/ 7174 w 10000"/>
              <a:gd name="connsiteY71-15876" fmla="*/ 2625 h 10000"/>
              <a:gd name="connsiteX72-15877" fmla="*/ 7462 w 10000"/>
              <a:gd name="connsiteY72-15878" fmla="*/ 2125 h 10000"/>
              <a:gd name="connsiteX73-15879" fmla="*/ 7750 w 10000"/>
              <a:gd name="connsiteY73-15880" fmla="*/ 2125 h 10000"/>
              <a:gd name="connsiteX74-15881" fmla="*/ 7901 w 10000"/>
              <a:gd name="connsiteY74-15882" fmla="*/ 1731 h 10000"/>
              <a:gd name="connsiteX75-15883" fmla="*/ 8038 w 10000"/>
              <a:gd name="connsiteY75-15884" fmla="*/ 1315 h 10000"/>
              <a:gd name="connsiteX76-15885" fmla="*/ 8189 w 10000"/>
              <a:gd name="connsiteY76-15886" fmla="*/ 1315 h 10000"/>
              <a:gd name="connsiteX77-15887" fmla="*/ 8189 w 10000"/>
              <a:gd name="connsiteY77-15888" fmla="*/ 909 h 10000"/>
              <a:gd name="connsiteX78-15889" fmla="*/ 8189 w 10000"/>
              <a:gd name="connsiteY78-15890" fmla="*/ 909 h 10000"/>
              <a:gd name="connsiteX0-15891" fmla="*/ 8189 w 10000"/>
              <a:gd name="connsiteY0-15892" fmla="*/ 909 h 10000"/>
              <a:gd name="connsiteX1-15893" fmla="*/ 8258 w 10000"/>
              <a:gd name="connsiteY1-15894" fmla="*/ 410 h 10000"/>
              <a:gd name="connsiteX2-15895" fmla="*/ 8409 w 10000"/>
              <a:gd name="connsiteY2-15896" fmla="*/ 410 h 10000"/>
              <a:gd name="connsiteX3-15897" fmla="*/ 8477 w 10000"/>
              <a:gd name="connsiteY3-15898" fmla="*/ 0 h 10000"/>
              <a:gd name="connsiteX4-15899" fmla="*/ 8546 w 10000"/>
              <a:gd name="connsiteY4-15900" fmla="*/ 0 h 10000"/>
              <a:gd name="connsiteX5-15901" fmla="*/ 8697 w 10000"/>
              <a:gd name="connsiteY5-15902" fmla="*/ 410 h 10000"/>
              <a:gd name="connsiteX6-15903" fmla="*/ 8916 w 10000"/>
              <a:gd name="connsiteY6-15904" fmla="*/ 909 h 10000"/>
              <a:gd name="connsiteX7-15905" fmla="*/ 8985 w 10000"/>
              <a:gd name="connsiteY7-15906" fmla="*/ 1315 h 10000"/>
              <a:gd name="connsiteX8-15907" fmla="*/ 9122 w 10000"/>
              <a:gd name="connsiteY8-15908" fmla="*/ 2125 h 10000"/>
              <a:gd name="connsiteX9-15909" fmla="*/ 9204 w 10000"/>
              <a:gd name="connsiteY9-15910" fmla="*/ 2625 h 10000"/>
              <a:gd name="connsiteX10-15911" fmla="*/ 9342 w 10000"/>
              <a:gd name="connsiteY10-15912" fmla="*/ 3027 h 10000"/>
              <a:gd name="connsiteX11-15913" fmla="*/ 9492 w 10000"/>
              <a:gd name="connsiteY11-15914" fmla="*/ 3932 h 10000"/>
              <a:gd name="connsiteX12-15915" fmla="*/ 9630 w 10000"/>
              <a:gd name="connsiteY12-15916" fmla="*/ 4353 h 10000"/>
              <a:gd name="connsiteX13-15917" fmla="*/ 9712 w 10000"/>
              <a:gd name="connsiteY13-15918" fmla="*/ 5165 h 10000"/>
              <a:gd name="connsiteX14-15919" fmla="*/ 9849 w 10000"/>
              <a:gd name="connsiteY14-15920" fmla="*/ 5653 h 10000"/>
              <a:gd name="connsiteX15-15921" fmla="*/ 9918 w 10000"/>
              <a:gd name="connsiteY15-15922" fmla="*/ 6065 h 10000"/>
              <a:gd name="connsiteX16-15923" fmla="*/ 9918 w 10000"/>
              <a:gd name="connsiteY16-15924" fmla="*/ 6473 h 10000"/>
              <a:gd name="connsiteX17-15925" fmla="*/ 10000 w 10000"/>
              <a:gd name="connsiteY17-15926" fmla="*/ 6473 h 10000"/>
              <a:gd name="connsiteX18-15927" fmla="*/ 10000 w 10000"/>
              <a:gd name="connsiteY18-15928" fmla="*/ 6974 h 10000"/>
              <a:gd name="connsiteX19-15929" fmla="*/ 10000 w 10000"/>
              <a:gd name="connsiteY19-15930" fmla="*/ 7378 h 10000"/>
              <a:gd name="connsiteX20-15931" fmla="*/ 9918 w 10000"/>
              <a:gd name="connsiteY20-15932" fmla="*/ 7789 h 10000"/>
              <a:gd name="connsiteX21-15933" fmla="*/ 9849 w 10000"/>
              <a:gd name="connsiteY21-15934" fmla="*/ 7789 h 10000"/>
              <a:gd name="connsiteX22-15935" fmla="*/ 9781 w 10000"/>
              <a:gd name="connsiteY22-15936" fmla="*/ 8194 h 10000"/>
              <a:gd name="connsiteX23-15937" fmla="*/ 9712 w 10000"/>
              <a:gd name="connsiteY23-15938" fmla="*/ 8194 h 10000"/>
              <a:gd name="connsiteX24-15939" fmla="*/ 8477 w 10000"/>
              <a:gd name="connsiteY24-15940" fmla="*/ 8194 h 10000"/>
              <a:gd name="connsiteX25-15941" fmla="*/ 8477 w 10000"/>
              <a:gd name="connsiteY25-15942" fmla="*/ 6974 h 10000"/>
              <a:gd name="connsiteX26-15943" fmla="*/ 8409 w 10000"/>
              <a:gd name="connsiteY26-15944" fmla="*/ 6473 h 10000"/>
              <a:gd name="connsiteX27-15945" fmla="*/ 8409 w 10000"/>
              <a:gd name="connsiteY27-15946" fmla="*/ 6065 h 10000"/>
              <a:gd name="connsiteX28-15947" fmla="*/ 8409 w 10000"/>
              <a:gd name="connsiteY28-15948" fmla="*/ 5653 h 10000"/>
              <a:gd name="connsiteX29-15949" fmla="*/ 8326 w 10000"/>
              <a:gd name="connsiteY29-15950" fmla="*/ 5653 h 10000"/>
              <a:gd name="connsiteX30-15951" fmla="*/ 8258 w 10000"/>
              <a:gd name="connsiteY30-15952" fmla="*/ 5165 h 10000"/>
              <a:gd name="connsiteX31-15953" fmla="*/ 8258 w 10000"/>
              <a:gd name="connsiteY31-15954" fmla="*/ 5165 h 10000"/>
              <a:gd name="connsiteX32-15955" fmla="*/ 8107 w 10000"/>
              <a:gd name="connsiteY32-15956" fmla="*/ 5165 h 10000"/>
              <a:gd name="connsiteX33-15957" fmla="*/ 8038 w 10000"/>
              <a:gd name="connsiteY33-15958" fmla="*/ 5165 h 10000"/>
              <a:gd name="connsiteX34-15959" fmla="*/ 7970 w 10000"/>
              <a:gd name="connsiteY34-15960" fmla="*/ 5165 h 10000"/>
              <a:gd name="connsiteX35-15961" fmla="*/ 7819 w 10000"/>
              <a:gd name="connsiteY35-15962" fmla="*/ 5165 h 10000"/>
              <a:gd name="connsiteX36-15963" fmla="*/ 7682 w 10000"/>
              <a:gd name="connsiteY36-15964" fmla="*/ 5165 h 10000"/>
              <a:gd name="connsiteX37-15965" fmla="*/ 7462 w 10000"/>
              <a:gd name="connsiteY37-15966" fmla="*/ 5165 h 10000"/>
              <a:gd name="connsiteX38-15967" fmla="*/ 7311 w 10000"/>
              <a:gd name="connsiteY38-15968" fmla="*/ 5165 h 10000"/>
              <a:gd name="connsiteX39-15969" fmla="*/ 7092 w 10000"/>
              <a:gd name="connsiteY39-15970" fmla="*/ 5165 h 10000"/>
              <a:gd name="connsiteX40-15971" fmla="*/ 6804 w 10000"/>
              <a:gd name="connsiteY40-15972" fmla="*/ 5165 h 10000"/>
              <a:gd name="connsiteX41-15973" fmla="*/ 6516 w 10000"/>
              <a:gd name="connsiteY41-15974" fmla="*/ 5653 h 10000"/>
              <a:gd name="connsiteX42-15975" fmla="*/ 6228 w 10000"/>
              <a:gd name="connsiteY42-15976" fmla="*/ 5653 h 10000"/>
              <a:gd name="connsiteX43-15977" fmla="*/ 5871 w 10000"/>
              <a:gd name="connsiteY43-15978" fmla="*/ 6065 h 10000"/>
              <a:gd name="connsiteX44-15979" fmla="*/ 5144 w 10000"/>
              <a:gd name="connsiteY44-15980" fmla="*/ 6473 h 10000"/>
              <a:gd name="connsiteX45-15981" fmla="*/ 4417 w 10000"/>
              <a:gd name="connsiteY45-15982" fmla="*/ 7378 h 10000"/>
              <a:gd name="connsiteX46-15983" fmla="*/ 3690 w 10000"/>
              <a:gd name="connsiteY46-15984" fmla="*/ 7789 h 10000"/>
              <a:gd name="connsiteX47-15985" fmla="*/ 2963 w 10000"/>
              <a:gd name="connsiteY47-15986" fmla="*/ 8194 h 10000"/>
              <a:gd name="connsiteX48-15987" fmla="*/ 2167 w 10000"/>
              <a:gd name="connsiteY48-15988" fmla="*/ 8691 h 10000"/>
              <a:gd name="connsiteX49-15989" fmla="*/ 1454 w 10000"/>
              <a:gd name="connsiteY49-15990" fmla="*/ 9097 h 10000"/>
              <a:gd name="connsiteX50-15991" fmla="*/ 727 w 10000"/>
              <a:gd name="connsiteY50-15992" fmla="*/ 9512 h 10000"/>
              <a:gd name="connsiteX51-15993" fmla="*/ 0 w 10000"/>
              <a:gd name="connsiteY51-15994" fmla="*/ 10000 h 10000"/>
              <a:gd name="connsiteX52-15995" fmla="*/ 0 w 10000"/>
              <a:gd name="connsiteY52-15996" fmla="*/ 7378 h 10000"/>
              <a:gd name="connsiteX53-15997" fmla="*/ 576 w 10000"/>
              <a:gd name="connsiteY53-15998" fmla="*/ 6974 h 10000"/>
              <a:gd name="connsiteX54-15999" fmla="*/ 1152 w 10000"/>
              <a:gd name="connsiteY54-16000" fmla="*/ 6473 h 10000"/>
              <a:gd name="connsiteX55-16001" fmla="*/ 1660 w 10000"/>
              <a:gd name="connsiteY55-16002" fmla="*/ 6065 h 10000"/>
              <a:gd name="connsiteX56-16003" fmla="*/ 2167 w 10000"/>
              <a:gd name="connsiteY56-16004" fmla="*/ 5653 h 10000"/>
              <a:gd name="connsiteX57-16005" fmla="*/ 2675 w 10000"/>
              <a:gd name="connsiteY57-16006" fmla="*/ 5653 h 10000"/>
              <a:gd name="connsiteX58-16007" fmla="*/ 3114 w 10000"/>
              <a:gd name="connsiteY58-16008" fmla="*/ 5165 h 10000"/>
              <a:gd name="connsiteX59-16009" fmla="*/ 3553 w 10000"/>
              <a:gd name="connsiteY59-16010" fmla="*/ 4753 h 10000"/>
              <a:gd name="connsiteX60-16011" fmla="*/ 3978 w 10000"/>
              <a:gd name="connsiteY60-16012" fmla="*/ 4753 h 10000"/>
              <a:gd name="connsiteX61-16013" fmla="*/ 4348 w 10000"/>
              <a:gd name="connsiteY61-16014" fmla="*/ 4353 h 10000"/>
              <a:gd name="connsiteX62-16015" fmla="*/ 4705 w 10000"/>
              <a:gd name="connsiteY62-16016" fmla="*/ 3932 h 10000"/>
              <a:gd name="connsiteX63-16017" fmla="*/ 5075 w 10000"/>
              <a:gd name="connsiteY63-16018" fmla="*/ 3932 h 10000"/>
              <a:gd name="connsiteX64-16019" fmla="*/ 5364 w 10000"/>
              <a:gd name="connsiteY64-16020" fmla="*/ 3446 h 10000"/>
              <a:gd name="connsiteX65-16021" fmla="*/ 5720 w 10000"/>
              <a:gd name="connsiteY65-16022" fmla="*/ 3446 h 10000"/>
              <a:gd name="connsiteX66-16023" fmla="*/ 5940 w 10000"/>
              <a:gd name="connsiteY66-16024" fmla="*/ 3446 h 10000"/>
              <a:gd name="connsiteX67-16025" fmla="*/ 6228 w 10000"/>
              <a:gd name="connsiteY67-16026" fmla="*/ 3027 h 10000"/>
              <a:gd name="connsiteX68-16027" fmla="*/ 6447 w 10000"/>
              <a:gd name="connsiteY68-16028" fmla="*/ 3027 h 10000"/>
              <a:gd name="connsiteX69-16029" fmla="*/ 6804 w 10000"/>
              <a:gd name="connsiteY69-16030" fmla="*/ 2625 h 10000"/>
              <a:gd name="connsiteX70-16031" fmla="*/ 7174 w 10000"/>
              <a:gd name="connsiteY70-16032" fmla="*/ 2625 h 10000"/>
              <a:gd name="connsiteX71-16033" fmla="*/ 7462 w 10000"/>
              <a:gd name="connsiteY71-16034" fmla="*/ 2125 h 10000"/>
              <a:gd name="connsiteX72-16035" fmla="*/ 7750 w 10000"/>
              <a:gd name="connsiteY72-16036" fmla="*/ 2125 h 10000"/>
              <a:gd name="connsiteX73-16037" fmla="*/ 7901 w 10000"/>
              <a:gd name="connsiteY73-16038" fmla="*/ 1731 h 10000"/>
              <a:gd name="connsiteX74-16039" fmla="*/ 8038 w 10000"/>
              <a:gd name="connsiteY74-16040" fmla="*/ 1315 h 10000"/>
              <a:gd name="connsiteX75-16041" fmla="*/ 8189 w 10000"/>
              <a:gd name="connsiteY75-16042" fmla="*/ 1315 h 10000"/>
              <a:gd name="connsiteX76-16043" fmla="*/ 8189 w 10000"/>
              <a:gd name="connsiteY76-16044" fmla="*/ 909 h 10000"/>
              <a:gd name="connsiteX77-16045" fmla="*/ 8189 w 10000"/>
              <a:gd name="connsiteY77-16046" fmla="*/ 909 h 10000"/>
              <a:gd name="connsiteX0-16047" fmla="*/ 8189 w 10000"/>
              <a:gd name="connsiteY0-16048" fmla="*/ 909 h 10000"/>
              <a:gd name="connsiteX1-16049" fmla="*/ 8258 w 10000"/>
              <a:gd name="connsiteY1-16050" fmla="*/ 410 h 10000"/>
              <a:gd name="connsiteX2-16051" fmla="*/ 8409 w 10000"/>
              <a:gd name="connsiteY2-16052" fmla="*/ 410 h 10000"/>
              <a:gd name="connsiteX3-16053" fmla="*/ 8477 w 10000"/>
              <a:gd name="connsiteY3-16054" fmla="*/ 0 h 10000"/>
              <a:gd name="connsiteX4-16055" fmla="*/ 8546 w 10000"/>
              <a:gd name="connsiteY4-16056" fmla="*/ 0 h 10000"/>
              <a:gd name="connsiteX5-16057" fmla="*/ 8697 w 10000"/>
              <a:gd name="connsiteY5-16058" fmla="*/ 410 h 10000"/>
              <a:gd name="connsiteX6-16059" fmla="*/ 8916 w 10000"/>
              <a:gd name="connsiteY6-16060" fmla="*/ 909 h 10000"/>
              <a:gd name="connsiteX7-16061" fmla="*/ 8985 w 10000"/>
              <a:gd name="connsiteY7-16062" fmla="*/ 1315 h 10000"/>
              <a:gd name="connsiteX8-16063" fmla="*/ 9122 w 10000"/>
              <a:gd name="connsiteY8-16064" fmla="*/ 2125 h 10000"/>
              <a:gd name="connsiteX9-16065" fmla="*/ 9204 w 10000"/>
              <a:gd name="connsiteY9-16066" fmla="*/ 2625 h 10000"/>
              <a:gd name="connsiteX10-16067" fmla="*/ 9342 w 10000"/>
              <a:gd name="connsiteY10-16068" fmla="*/ 3027 h 10000"/>
              <a:gd name="connsiteX11-16069" fmla="*/ 9492 w 10000"/>
              <a:gd name="connsiteY11-16070" fmla="*/ 3932 h 10000"/>
              <a:gd name="connsiteX12-16071" fmla="*/ 9630 w 10000"/>
              <a:gd name="connsiteY12-16072" fmla="*/ 4353 h 10000"/>
              <a:gd name="connsiteX13-16073" fmla="*/ 9712 w 10000"/>
              <a:gd name="connsiteY13-16074" fmla="*/ 5165 h 10000"/>
              <a:gd name="connsiteX14-16075" fmla="*/ 9849 w 10000"/>
              <a:gd name="connsiteY14-16076" fmla="*/ 5653 h 10000"/>
              <a:gd name="connsiteX15-16077" fmla="*/ 9918 w 10000"/>
              <a:gd name="connsiteY15-16078" fmla="*/ 6065 h 10000"/>
              <a:gd name="connsiteX16-16079" fmla="*/ 9918 w 10000"/>
              <a:gd name="connsiteY16-16080" fmla="*/ 6473 h 10000"/>
              <a:gd name="connsiteX17-16081" fmla="*/ 10000 w 10000"/>
              <a:gd name="connsiteY17-16082" fmla="*/ 6473 h 10000"/>
              <a:gd name="connsiteX18-16083" fmla="*/ 10000 w 10000"/>
              <a:gd name="connsiteY18-16084" fmla="*/ 6974 h 10000"/>
              <a:gd name="connsiteX19-16085" fmla="*/ 10000 w 10000"/>
              <a:gd name="connsiteY19-16086" fmla="*/ 7378 h 10000"/>
              <a:gd name="connsiteX20-16087" fmla="*/ 9918 w 10000"/>
              <a:gd name="connsiteY20-16088" fmla="*/ 7789 h 10000"/>
              <a:gd name="connsiteX21-16089" fmla="*/ 9849 w 10000"/>
              <a:gd name="connsiteY21-16090" fmla="*/ 7789 h 10000"/>
              <a:gd name="connsiteX22-16091" fmla="*/ 9781 w 10000"/>
              <a:gd name="connsiteY22-16092" fmla="*/ 8194 h 10000"/>
              <a:gd name="connsiteX23-16093" fmla="*/ 9712 w 10000"/>
              <a:gd name="connsiteY23-16094" fmla="*/ 8194 h 10000"/>
              <a:gd name="connsiteX24-16095" fmla="*/ 8477 w 10000"/>
              <a:gd name="connsiteY24-16096" fmla="*/ 8194 h 10000"/>
              <a:gd name="connsiteX25-16097" fmla="*/ 8409 w 10000"/>
              <a:gd name="connsiteY25-16098" fmla="*/ 6473 h 10000"/>
              <a:gd name="connsiteX26-16099" fmla="*/ 8409 w 10000"/>
              <a:gd name="connsiteY26-16100" fmla="*/ 6065 h 10000"/>
              <a:gd name="connsiteX27-16101" fmla="*/ 8409 w 10000"/>
              <a:gd name="connsiteY27-16102" fmla="*/ 5653 h 10000"/>
              <a:gd name="connsiteX28-16103" fmla="*/ 8326 w 10000"/>
              <a:gd name="connsiteY28-16104" fmla="*/ 5653 h 10000"/>
              <a:gd name="connsiteX29-16105" fmla="*/ 8258 w 10000"/>
              <a:gd name="connsiteY29-16106" fmla="*/ 5165 h 10000"/>
              <a:gd name="connsiteX30-16107" fmla="*/ 8258 w 10000"/>
              <a:gd name="connsiteY30-16108" fmla="*/ 5165 h 10000"/>
              <a:gd name="connsiteX31-16109" fmla="*/ 8107 w 10000"/>
              <a:gd name="connsiteY31-16110" fmla="*/ 5165 h 10000"/>
              <a:gd name="connsiteX32-16111" fmla="*/ 8038 w 10000"/>
              <a:gd name="connsiteY32-16112" fmla="*/ 5165 h 10000"/>
              <a:gd name="connsiteX33-16113" fmla="*/ 7970 w 10000"/>
              <a:gd name="connsiteY33-16114" fmla="*/ 5165 h 10000"/>
              <a:gd name="connsiteX34-16115" fmla="*/ 7819 w 10000"/>
              <a:gd name="connsiteY34-16116" fmla="*/ 5165 h 10000"/>
              <a:gd name="connsiteX35-16117" fmla="*/ 7682 w 10000"/>
              <a:gd name="connsiteY35-16118" fmla="*/ 5165 h 10000"/>
              <a:gd name="connsiteX36-16119" fmla="*/ 7462 w 10000"/>
              <a:gd name="connsiteY36-16120" fmla="*/ 5165 h 10000"/>
              <a:gd name="connsiteX37-16121" fmla="*/ 7311 w 10000"/>
              <a:gd name="connsiteY37-16122" fmla="*/ 5165 h 10000"/>
              <a:gd name="connsiteX38-16123" fmla="*/ 7092 w 10000"/>
              <a:gd name="connsiteY38-16124" fmla="*/ 5165 h 10000"/>
              <a:gd name="connsiteX39-16125" fmla="*/ 6804 w 10000"/>
              <a:gd name="connsiteY39-16126" fmla="*/ 5165 h 10000"/>
              <a:gd name="connsiteX40-16127" fmla="*/ 6516 w 10000"/>
              <a:gd name="connsiteY40-16128" fmla="*/ 5653 h 10000"/>
              <a:gd name="connsiteX41-16129" fmla="*/ 6228 w 10000"/>
              <a:gd name="connsiteY41-16130" fmla="*/ 5653 h 10000"/>
              <a:gd name="connsiteX42-16131" fmla="*/ 5871 w 10000"/>
              <a:gd name="connsiteY42-16132" fmla="*/ 6065 h 10000"/>
              <a:gd name="connsiteX43-16133" fmla="*/ 5144 w 10000"/>
              <a:gd name="connsiteY43-16134" fmla="*/ 6473 h 10000"/>
              <a:gd name="connsiteX44-16135" fmla="*/ 4417 w 10000"/>
              <a:gd name="connsiteY44-16136" fmla="*/ 7378 h 10000"/>
              <a:gd name="connsiteX45-16137" fmla="*/ 3690 w 10000"/>
              <a:gd name="connsiteY45-16138" fmla="*/ 7789 h 10000"/>
              <a:gd name="connsiteX46-16139" fmla="*/ 2963 w 10000"/>
              <a:gd name="connsiteY46-16140" fmla="*/ 8194 h 10000"/>
              <a:gd name="connsiteX47-16141" fmla="*/ 2167 w 10000"/>
              <a:gd name="connsiteY47-16142" fmla="*/ 8691 h 10000"/>
              <a:gd name="connsiteX48-16143" fmla="*/ 1454 w 10000"/>
              <a:gd name="connsiteY48-16144" fmla="*/ 9097 h 10000"/>
              <a:gd name="connsiteX49-16145" fmla="*/ 727 w 10000"/>
              <a:gd name="connsiteY49-16146" fmla="*/ 9512 h 10000"/>
              <a:gd name="connsiteX50-16147" fmla="*/ 0 w 10000"/>
              <a:gd name="connsiteY50-16148" fmla="*/ 10000 h 10000"/>
              <a:gd name="connsiteX51-16149" fmla="*/ 0 w 10000"/>
              <a:gd name="connsiteY51-16150" fmla="*/ 7378 h 10000"/>
              <a:gd name="connsiteX52-16151" fmla="*/ 576 w 10000"/>
              <a:gd name="connsiteY52-16152" fmla="*/ 6974 h 10000"/>
              <a:gd name="connsiteX53-16153" fmla="*/ 1152 w 10000"/>
              <a:gd name="connsiteY53-16154" fmla="*/ 6473 h 10000"/>
              <a:gd name="connsiteX54-16155" fmla="*/ 1660 w 10000"/>
              <a:gd name="connsiteY54-16156" fmla="*/ 6065 h 10000"/>
              <a:gd name="connsiteX55-16157" fmla="*/ 2167 w 10000"/>
              <a:gd name="connsiteY55-16158" fmla="*/ 5653 h 10000"/>
              <a:gd name="connsiteX56-16159" fmla="*/ 2675 w 10000"/>
              <a:gd name="connsiteY56-16160" fmla="*/ 5653 h 10000"/>
              <a:gd name="connsiteX57-16161" fmla="*/ 3114 w 10000"/>
              <a:gd name="connsiteY57-16162" fmla="*/ 5165 h 10000"/>
              <a:gd name="connsiteX58-16163" fmla="*/ 3553 w 10000"/>
              <a:gd name="connsiteY58-16164" fmla="*/ 4753 h 10000"/>
              <a:gd name="connsiteX59-16165" fmla="*/ 3978 w 10000"/>
              <a:gd name="connsiteY59-16166" fmla="*/ 4753 h 10000"/>
              <a:gd name="connsiteX60-16167" fmla="*/ 4348 w 10000"/>
              <a:gd name="connsiteY60-16168" fmla="*/ 4353 h 10000"/>
              <a:gd name="connsiteX61-16169" fmla="*/ 4705 w 10000"/>
              <a:gd name="connsiteY61-16170" fmla="*/ 3932 h 10000"/>
              <a:gd name="connsiteX62-16171" fmla="*/ 5075 w 10000"/>
              <a:gd name="connsiteY62-16172" fmla="*/ 3932 h 10000"/>
              <a:gd name="connsiteX63-16173" fmla="*/ 5364 w 10000"/>
              <a:gd name="connsiteY63-16174" fmla="*/ 3446 h 10000"/>
              <a:gd name="connsiteX64-16175" fmla="*/ 5720 w 10000"/>
              <a:gd name="connsiteY64-16176" fmla="*/ 3446 h 10000"/>
              <a:gd name="connsiteX65-16177" fmla="*/ 5940 w 10000"/>
              <a:gd name="connsiteY65-16178" fmla="*/ 3446 h 10000"/>
              <a:gd name="connsiteX66-16179" fmla="*/ 6228 w 10000"/>
              <a:gd name="connsiteY66-16180" fmla="*/ 3027 h 10000"/>
              <a:gd name="connsiteX67-16181" fmla="*/ 6447 w 10000"/>
              <a:gd name="connsiteY67-16182" fmla="*/ 3027 h 10000"/>
              <a:gd name="connsiteX68-16183" fmla="*/ 6804 w 10000"/>
              <a:gd name="connsiteY68-16184" fmla="*/ 2625 h 10000"/>
              <a:gd name="connsiteX69-16185" fmla="*/ 7174 w 10000"/>
              <a:gd name="connsiteY69-16186" fmla="*/ 2625 h 10000"/>
              <a:gd name="connsiteX70-16187" fmla="*/ 7462 w 10000"/>
              <a:gd name="connsiteY70-16188" fmla="*/ 2125 h 10000"/>
              <a:gd name="connsiteX71-16189" fmla="*/ 7750 w 10000"/>
              <a:gd name="connsiteY71-16190" fmla="*/ 2125 h 10000"/>
              <a:gd name="connsiteX72-16191" fmla="*/ 7901 w 10000"/>
              <a:gd name="connsiteY72-16192" fmla="*/ 1731 h 10000"/>
              <a:gd name="connsiteX73-16193" fmla="*/ 8038 w 10000"/>
              <a:gd name="connsiteY73-16194" fmla="*/ 1315 h 10000"/>
              <a:gd name="connsiteX74-16195" fmla="*/ 8189 w 10000"/>
              <a:gd name="connsiteY74-16196" fmla="*/ 1315 h 10000"/>
              <a:gd name="connsiteX75-16197" fmla="*/ 8189 w 10000"/>
              <a:gd name="connsiteY75-16198" fmla="*/ 909 h 10000"/>
              <a:gd name="connsiteX76-16199" fmla="*/ 8189 w 10000"/>
              <a:gd name="connsiteY76-16200" fmla="*/ 909 h 10000"/>
              <a:gd name="connsiteX0-16201" fmla="*/ 8189 w 10000"/>
              <a:gd name="connsiteY0-16202" fmla="*/ 909 h 10000"/>
              <a:gd name="connsiteX1-16203" fmla="*/ 8258 w 10000"/>
              <a:gd name="connsiteY1-16204" fmla="*/ 410 h 10000"/>
              <a:gd name="connsiteX2-16205" fmla="*/ 8409 w 10000"/>
              <a:gd name="connsiteY2-16206" fmla="*/ 410 h 10000"/>
              <a:gd name="connsiteX3-16207" fmla="*/ 8477 w 10000"/>
              <a:gd name="connsiteY3-16208" fmla="*/ 0 h 10000"/>
              <a:gd name="connsiteX4-16209" fmla="*/ 8546 w 10000"/>
              <a:gd name="connsiteY4-16210" fmla="*/ 0 h 10000"/>
              <a:gd name="connsiteX5-16211" fmla="*/ 8697 w 10000"/>
              <a:gd name="connsiteY5-16212" fmla="*/ 410 h 10000"/>
              <a:gd name="connsiteX6-16213" fmla="*/ 8916 w 10000"/>
              <a:gd name="connsiteY6-16214" fmla="*/ 909 h 10000"/>
              <a:gd name="connsiteX7-16215" fmla="*/ 8985 w 10000"/>
              <a:gd name="connsiteY7-16216" fmla="*/ 1315 h 10000"/>
              <a:gd name="connsiteX8-16217" fmla="*/ 9122 w 10000"/>
              <a:gd name="connsiteY8-16218" fmla="*/ 2125 h 10000"/>
              <a:gd name="connsiteX9-16219" fmla="*/ 9204 w 10000"/>
              <a:gd name="connsiteY9-16220" fmla="*/ 2625 h 10000"/>
              <a:gd name="connsiteX10-16221" fmla="*/ 9342 w 10000"/>
              <a:gd name="connsiteY10-16222" fmla="*/ 3027 h 10000"/>
              <a:gd name="connsiteX11-16223" fmla="*/ 9492 w 10000"/>
              <a:gd name="connsiteY11-16224" fmla="*/ 3932 h 10000"/>
              <a:gd name="connsiteX12-16225" fmla="*/ 9630 w 10000"/>
              <a:gd name="connsiteY12-16226" fmla="*/ 4353 h 10000"/>
              <a:gd name="connsiteX13-16227" fmla="*/ 9712 w 10000"/>
              <a:gd name="connsiteY13-16228" fmla="*/ 5165 h 10000"/>
              <a:gd name="connsiteX14-16229" fmla="*/ 9849 w 10000"/>
              <a:gd name="connsiteY14-16230" fmla="*/ 5653 h 10000"/>
              <a:gd name="connsiteX15-16231" fmla="*/ 9918 w 10000"/>
              <a:gd name="connsiteY15-16232" fmla="*/ 6065 h 10000"/>
              <a:gd name="connsiteX16-16233" fmla="*/ 9918 w 10000"/>
              <a:gd name="connsiteY16-16234" fmla="*/ 6473 h 10000"/>
              <a:gd name="connsiteX17-16235" fmla="*/ 10000 w 10000"/>
              <a:gd name="connsiteY17-16236" fmla="*/ 6473 h 10000"/>
              <a:gd name="connsiteX18-16237" fmla="*/ 10000 w 10000"/>
              <a:gd name="connsiteY18-16238" fmla="*/ 6974 h 10000"/>
              <a:gd name="connsiteX19-16239" fmla="*/ 10000 w 10000"/>
              <a:gd name="connsiteY19-16240" fmla="*/ 7378 h 10000"/>
              <a:gd name="connsiteX20-16241" fmla="*/ 9918 w 10000"/>
              <a:gd name="connsiteY20-16242" fmla="*/ 7789 h 10000"/>
              <a:gd name="connsiteX21-16243" fmla="*/ 9849 w 10000"/>
              <a:gd name="connsiteY21-16244" fmla="*/ 7789 h 10000"/>
              <a:gd name="connsiteX22-16245" fmla="*/ 9781 w 10000"/>
              <a:gd name="connsiteY22-16246" fmla="*/ 8194 h 10000"/>
              <a:gd name="connsiteX23-16247" fmla="*/ 9712 w 10000"/>
              <a:gd name="connsiteY23-16248" fmla="*/ 8194 h 10000"/>
              <a:gd name="connsiteX24-16249" fmla="*/ 8409 w 10000"/>
              <a:gd name="connsiteY24-16250" fmla="*/ 6473 h 10000"/>
              <a:gd name="connsiteX25-16251" fmla="*/ 8409 w 10000"/>
              <a:gd name="connsiteY25-16252" fmla="*/ 6065 h 10000"/>
              <a:gd name="connsiteX26-16253" fmla="*/ 8409 w 10000"/>
              <a:gd name="connsiteY26-16254" fmla="*/ 5653 h 10000"/>
              <a:gd name="connsiteX27-16255" fmla="*/ 8326 w 10000"/>
              <a:gd name="connsiteY27-16256" fmla="*/ 5653 h 10000"/>
              <a:gd name="connsiteX28-16257" fmla="*/ 8258 w 10000"/>
              <a:gd name="connsiteY28-16258" fmla="*/ 5165 h 10000"/>
              <a:gd name="connsiteX29-16259" fmla="*/ 8258 w 10000"/>
              <a:gd name="connsiteY29-16260" fmla="*/ 5165 h 10000"/>
              <a:gd name="connsiteX30-16261" fmla="*/ 8107 w 10000"/>
              <a:gd name="connsiteY30-16262" fmla="*/ 5165 h 10000"/>
              <a:gd name="connsiteX31-16263" fmla="*/ 8038 w 10000"/>
              <a:gd name="connsiteY31-16264" fmla="*/ 5165 h 10000"/>
              <a:gd name="connsiteX32-16265" fmla="*/ 7970 w 10000"/>
              <a:gd name="connsiteY32-16266" fmla="*/ 5165 h 10000"/>
              <a:gd name="connsiteX33-16267" fmla="*/ 7819 w 10000"/>
              <a:gd name="connsiteY33-16268" fmla="*/ 5165 h 10000"/>
              <a:gd name="connsiteX34-16269" fmla="*/ 7682 w 10000"/>
              <a:gd name="connsiteY34-16270" fmla="*/ 5165 h 10000"/>
              <a:gd name="connsiteX35-16271" fmla="*/ 7462 w 10000"/>
              <a:gd name="connsiteY35-16272" fmla="*/ 5165 h 10000"/>
              <a:gd name="connsiteX36-16273" fmla="*/ 7311 w 10000"/>
              <a:gd name="connsiteY36-16274" fmla="*/ 5165 h 10000"/>
              <a:gd name="connsiteX37-16275" fmla="*/ 7092 w 10000"/>
              <a:gd name="connsiteY37-16276" fmla="*/ 5165 h 10000"/>
              <a:gd name="connsiteX38-16277" fmla="*/ 6804 w 10000"/>
              <a:gd name="connsiteY38-16278" fmla="*/ 5165 h 10000"/>
              <a:gd name="connsiteX39-16279" fmla="*/ 6516 w 10000"/>
              <a:gd name="connsiteY39-16280" fmla="*/ 5653 h 10000"/>
              <a:gd name="connsiteX40-16281" fmla="*/ 6228 w 10000"/>
              <a:gd name="connsiteY40-16282" fmla="*/ 5653 h 10000"/>
              <a:gd name="connsiteX41-16283" fmla="*/ 5871 w 10000"/>
              <a:gd name="connsiteY41-16284" fmla="*/ 6065 h 10000"/>
              <a:gd name="connsiteX42-16285" fmla="*/ 5144 w 10000"/>
              <a:gd name="connsiteY42-16286" fmla="*/ 6473 h 10000"/>
              <a:gd name="connsiteX43-16287" fmla="*/ 4417 w 10000"/>
              <a:gd name="connsiteY43-16288" fmla="*/ 7378 h 10000"/>
              <a:gd name="connsiteX44-16289" fmla="*/ 3690 w 10000"/>
              <a:gd name="connsiteY44-16290" fmla="*/ 7789 h 10000"/>
              <a:gd name="connsiteX45-16291" fmla="*/ 2963 w 10000"/>
              <a:gd name="connsiteY45-16292" fmla="*/ 8194 h 10000"/>
              <a:gd name="connsiteX46-16293" fmla="*/ 2167 w 10000"/>
              <a:gd name="connsiteY46-16294" fmla="*/ 8691 h 10000"/>
              <a:gd name="connsiteX47-16295" fmla="*/ 1454 w 10000"/>
              <a:gd name="connsiteY47-16296" fmla="*/ 9097 h 10000"/>
              <a:gd name="connsiteX48-16297" fmla="*/ 727 w 10000"/>
              <a:gd name="connsiteY48-16298" fmla="*/ 9512 h 10000"/>
              <a:gd name="connsiteX49-16299" fmla="*/ 0 w 10000"/>
              <a:gd name="connsiteY49-16300" fmla="*/ 10000 h 10000"/>
              <a:gd name="connsiteX50-16301" fmla="*/ 0 w 10000"/>
              <a:gd name="connsiteY50-16302" fmla="*/ 7378 h 10000"/>
              <a:gd name="connsiteX51-16303" fmla="*/ 576 w 10000"/>
              <a:gd name="connsiteY51-16304" fmla="*/ 6974 h 10000"/>
              <a:gd name="connsiteX52-16305" fmla="*/ 1152 w 10000"/>
              <a:gd name="connsiteY52-16306" fmla="*/ 6473 h 10000"/>
              <a:gd name="connsiteX53-16307" fmla="*/ 1660 w 10000"/>
              <a:gd name="connsiteY53-16308" fmla="*/ 6065 h 10000"/>
              <a:gd name="connsiteX54-16309" fmla="*/ 2167 w 10000"/>
              <a:gd name="connsiteY54-16310" fmla="*/ 5653 h 10000"/>
              <a:gd name="connsiteX55-16311" fmla="*/ 2675 w 10000"/>
              <a:gd name="connsiteY55-16312" fmla="*/ 5653 h 10000"/>
              <a:gd name="connsiteX56-16313" fmla="*/ 3114 w 10000"/>
              <a:gd name="connsiteY56-16314" fmla="*/ 5165 h 10000"/>
              <a:gd name="connsiteX57-16315" fmla="*/ 3553 w 10000"/>
              <a:gd name="connsiteY57-16316" fmla="*/ 4753 h 10000"/>
              <a:gd name="connsiteX58-16317" fmla="*/ 3978 w 10000"/>
              <a:gd name="connsiteY58-16318" fmla="*/ 4753 h 10000"/>
              <a:gd name="connsiteX59-16319" fmla="*/ 4348 w 10000"/>
              <a:gd name="connsiteY59-16320" fmla="*/ 4353 h 10000"/>
              <a:gd name="connsiteX60-16321" fmla="*/ 4705 w 10000"/>
              <a:gd name="connsiteY60-16322" fmla="*/ 3932 h 10000"/>
              <a:gd name="connsiteX61-16323" fmla="*/ 5075 w 10000"/>
              <a:gd name="connsiteY61-16324" fmla="*/ 3932 h 10000"/>
              <a:gd name="connsiteX62-16325" fmla="*/ 5364 w 10000"/>
              <a:gd name="connsiteY62-16326" fmla="*/ 3446 h 10000"/>
              <a:gd name="connsiteX63-16327" fmla="*/ 5720 w 10000"/>
              <a:gd name="connsiteY63-16328" fmla="*/ 3446 h 10000"/>
              <a:gd name="connsiteX64-16329" fmla="*/ 5940 w 10000"/>
              <a:gd name="connsiteY64-16330" fmla="*/ 3446 h 10000"/>
              <a:gd name="connsiteX65-16331" fmla="*/ 6228 w 10000"/>
              <a:gd name="connsiteY65-16332" fmla="*/ 3027 h 10000"/>
              <a:gd name="connsiteX66-16333" fmla="*/ 6447 w 10000"/>
              <a:gd name="connsiteY66-16334" fmla="*/ 3027 h 10000"/>
              <a:gd name="connsiteX67-16335" fmla="*/ 6804 w 10000"/>
              <a:gd name="connsiteY67-16336" fmla="*/ 2625 h 10000"/>
              <a:gd name="connsiteX68-16337" fmla="*/ 7174 w 10000"/>
              <a:gd name="connsiteY68-16338" fmla="*/ 2625 h 10000"/>
              <a:gd name="connsiteX69-16339" fmla="*/ 7462 w 10000"/>
              <a:gd name="connsiteY69-16340" fmla="*/ 2125 h 10000"/>
              <a:gd name="connsiteX70-16341" fmla="*/ 7750 w 10000"/>
              <a:gd name="connsiteY70-16342" fmla="*/ 2125 h 10000"/>
              <a:gd name="connsiteX71-16343" fmla="*/ 7901 w 10000"/>
              <a:gd name="connsiteY71-16344" fmla="*/ 1731 h 10000"/>
              <a:gd name="connsiteX72-16345" fmla="*/ 8038 w 10000"/>
              <a:gd name="connsiteY72-16346" fmla="*/ 1315 h 10000"/>
              <a:gd name="connsiteX73-16347" fmla="*/ 8189 w 10000"/>
              <a:gd name="connsiteY73-16348" fmla="*/ 1315 h 10000"/>
              <a:gd name="connsiteX74-16349" fmla="*/ 8189 w 10000"/>
              <a:gd name="connsiteY74-16350" fmla="*/ 909 h 10000"/>
              <a:gd name="connsiteX75-16351" fmla="*/ 8189 w 10000"/>
              <a:gd name="connsiteY75-16352" fmla="*/ 909 h 10000"/>
              <a:gd name="connsiteX0-16353" fmla="*/ 8189 w 10000"/>
              <a:gd name="connsiteY0-16354" fmla="*/ 909 h 10000"/>
              <a:gd name="connsiteX1-16355" fmla="*/ 8258 w 10000"/>
              <a:gd name="connsiteY1-16356" fmla="*/ 410 h 10000"/>
              <a:gd name="connsiteX2-16357" fmla="*/ 8409 w 10000"/>
              <a:gd name="connsiteY2-16358" fmla="*/ 410 h 10000"/>
              <a:gd name="connsiteX3-16359" fmla="*/ 8477 w 10000"/>
              <a:gd name="connsiteY3-16360" fmla="*/ 0 h 10000"/>
              <a:gd name="connsiteX4-16361" fmla="*/ 8546 w 10000"/>
              <a:gd name="connsiteY4-16362" fmla="*/ 0 h 10000"/>
              <a:gd name="connsiteX5-16363" fmla="*/ 8697 w 10000"/>
              <a:gd name="connsiteY5-16364" fmla="*/ 410 h 10000"/>
              <a:gd name="connsiteX6-16365" fmla="*/ 8916 w 10000"/>
              <a:gd name="connsiteY6-16366" fmla="*/ 909 h 10000"/>
              <a:gd name="connsiteX7-16367" fmla="*/ 8985 w 10000"/>
              <a:gd name="connsiteY7-16368" fmla="*/ 1315 h 10000"/>
              <a:gd name="connsiteX8-16369" fmla="*/ 9122 w 10000"/>
              <a:gd name="connsiteY8-16370" fmla="*/ 2125 h 10000"/>
              <a:gd name="connsiteX9-16371" fmla="*/ 9204 w 10000"/>
              <a:gd name="connsiteY9-16372" fmla="*/ 2625 h 10000"/>
              <a:gd name="connsiteX10-16373" fmla="*/ 9342 w 10000"/>
              <a:gd name="connsiteY10-16374" fmla="*/ 3027 h 10000"/>
              <a:gd name="connsiteX11-16375" fmla="*/ 9492 w 10000"/>
              <a:gd name="connsiteY11-16376" fmla="*/ 3932 h 10000"/>
              <a:gd name="connsiteX12-16377" fmla="*/ 9630 w 10000"/>
              <a:gd name="connsiteY12-16378" fmla="*/ 4353 h 10000"/>
              <a:gd name="connsiteX13-16379" fmla="*/ 9712 w 10000"/>
              <a:gd name="connsiteY13-16380" fmla="*/ 5165 h 10000"/>
              <a:gd name="connsiteX14-16381" fmla="*/ 9849 w 10000"/>
              <a:gd name="connsiteY14-16382" fmla="*/ 5653 h 10000"/>
              <a:gd name="connsiteX15-16383" fmla="*/ 9918 w 10000"/>
              <a:gd name="connsiteY15-16384" fmla="*/ 6065 h 10000"/>
              <a:gd name="connsiteX16-16385" fmla="*/ 9918 w 10000"/>
              <a:gd name="connsiteY16-16386" fmla="*/ 6473 h 10000"/>
              <a:gd name="connsiteX17-16387" fmla="*/ 10000 w 10000"/>
              <a:gd name="connsiteY17-16388" fmla="*/ 6473 h 10000"/>
              <a:gd name="connsiteX18-16389" fmla="*/ 10000 w 10000"/>
              <a:gd name="connsiteY18-16390" fmla="*/ 6974 h 10000"/>
              <a:gd name="connsiteX19-16391" fmla="*/ 10000 w 10000"/>
              <a:gd name="connsiteY19-16392" fmla="*/ 7378 h 10000"/>
              <a:gd name="connsiteX20-16393" fmla="*/ 9918 w 10000"/>
              <a:gd name="connsiteY20-16394" fmla="*/ 7789 h 10000"/>
              <a:gd name="connsiteX21-16395" fmla="*/ 9849 w 10000"/>
              <a:gd name="connsiteY21-16396" fmla="*/ 7789 h 10000"/>
              <a:gd name="connsiteX22-16397" fmla="*/ 9781 w 10000"/>
              <a:gd name="connsiteY22-16398" fmla="*/ 8194 h 10000"/>
              <a:gd name="connsiteX23-16399" fmla="*/ 8409 w 10000"/>
              <a:gd name="connsiteY23-16400" fmla="*/ 6473 h 10000"/>
              <a:gd name="connsiteX24-16401" fmla="*/ 8409 w 10000"/>
              <a:gd name="connsiteY24-16402" fmla="*/ 6065 h 10000"/>
              <a:gd name="connsiteX25-16403" fmla="*/ 8409 w 10000"/>
              <a:gd name="connsiteY25-16404" fmla="*/ 5653 h 10000"/>
              <a:gd name="connsiteX26-16405" fmla="*/ 8326 w 10000"/>
              <a:gd name="connsiteY26-16406" fmla="*/ 5653 h 10000"/>
              <a:gd name="connsiteX27-16407" fmla="*/ 8258 w 10000"/>
              <a:gd name="connsiteY27-16408" fmla="*/ 5165 h 10000"/>
              <a:gd name="connsiteX28-16409" fmla="*/ 8258 w 10000"/>
              <a:gd name="connsiteY28-16410" fmla="*/ 5165 h 10000"/>
              <a:gd name="connsiteX29-16411" fmla="*/ 8107 w 10000"/>
              <a:gd name="connsiteY29-16412" fmla="*/ 5165 h 10000"/>
              <a:gd name="connsiteX30-16413" fmla="*/ 8038 w 10000"/>
              <a:gd name="connsiteY30-16414" fmla="*/ 5165 h 10000"/>
              <a:gd name="connsiteX31-16415" fmla="*/ 7970 w 10000"/>
              <a:gd name="connsiteY31-16416" fmla="*/ 5165 h 10000"/>
              <a:gd name="connsiteX32-16417" fmla="*/ 7819 w 10000"/>
              <a:gd name="connsiteY32-16418" fmla="*/ 5165 h 10000"/>
              <a:gd name="connsiteX33-16419" fmla="*/ 7682 w 10000"/>
              <a:gd name="connsiteY33-16420" fmla="*/ 5165 h 10000"/>
              <a:gd name="connsiteX34-16421" fmla="*/ 7462 w 10000"/>
              <a:gd name="connsiteY34-16422" fmla="*/ 5165 h 10000"/>
              <a:gd name="connsiteX35-16423" fmla="*/ 7311 w 10000"/>
              <a:gd name="connsiteY35-16424" fmla="*/ 5165 h 10000"/>
              <a:gd name="connsiteX36-16425" fmla="*/ 7092 w 10000"/>
              <a:gd name="connsiteY36-16426" fmla="*/ 5165 h 10000"/>
              <a:gd name="connsiteX37-16427" fmla="*/ 6804 w 10000"/>
              <a:gd name="connsiteY37-16428" fmla="*/ 5165 h 10000"/>
              <a:gd name="connsiteX38-16429" fmla="*/ 6516 w 10000"/>
              <a:gd name="connsiteY38-16430" fmla="*/ 5653 h 10000"/>
              <a:gd name="connsiteX39-16431" fmla="*/ 6228 w 10000"/>
              <a:gd name="connsiteY39-16432" fmla="*/ 5653 h 10000"/>
              <a:gd name="connsiteX40-16433" fmla="*/ 5871 w 10000"/>
              <a:gd name="connsiteY40-16434" fmla="*/ 6065 h 10000"/>
              <a:gd name="connsiteX41-16435" fmla="*/ 5144 w 10000"/>
              <a:gd name="connsiteY41-16436" fmla="*/ 6473 h 10000"/>
              <a:gd name="connsiteX42-16437" fmla="*/ 4417 w 10000"/>
              <a:gd name="connsiteY42-16438" fmla="*/ 7378 h 10000"/>
              <a:gd name="connsiteX43-16439" fmla="*/ 3690 w 10000"/>
              <a:gd name="connsiteY43-16440" fmla="*/ 7789 h 10000"/>
              <a:gd name="connsiteX44-16441" fmla="*/ 2963 w 10000"/>
              <a:gd name="connsiteY44-16442" fmla="*/ 8194 h 10000"/>
              <a:gd name="connsiteX45-16443" fmla="*/ 2167 w 10000"/>
              <a:gd name="connsiteY45-16444" fmla="*/ 8691 h 10000"/>
              <a:gd name="connsiteX46-16445" fmla="*/ 1454 w 10000"/>
              <a:gd name="connsiteY46-16446" fmla="*/ 9097 h 10000"/>
              <a:gd name="connsiteX47-16447" fmla="*/ 727 w 10000"/>
              <a:gd name="connsiteY47-16448" fmla="*/ 9512 h 10000"/>
              <a:gd name="connsiteX48-16449" fmla="*/ 0 w 10000"/>
              <a:gd name="connsiteY48-16450" fmla="*/ 10000 h 10000"/>
              <a:gd name="connsiteX49-16451" fmla="*/ 0 w 10000"/>
              <a:gd name="connsiteY49-16452" fmla="*/ 7378 h 10000"/>
              <a:gd name="connsiteX50-16453" fmla="*/ 576 w 10000"/>
              <a:gd name="connsiteY50-16454" fmla="*/ 6974 h 10000"/>
              <a:gd name="connsiteX51-16455" fmla="*/ 1152 w 10000"/>
              <a:gd name="connsiteY51-16456" fmla="*/ 6473 h 10000"/>
              <a:gd name="connsiteX52-16457" fmla="*/ 1660 w 10000"/>
              <a:gd name="connsiteY52-16458" fmla="*/ 6065 h 10000"/>
              <a:gd name="connsiteX53-16459" fmla="*/ 2167 w 10000"/>
              <a:gd name="connsiteY53-16460" fmla="*/ 5653 h 10000"/>
              <a:gd name="connsiteX54-16461" fmla="*/ 2675 w 10000"/>
              <a:gd name="connsiteY54-16462" fmla="*/ 5653 h 10000"/>
              <a:gd name="connsiteX55-16463" fmla="*/ 3114 w 10000"/>
              <a:gd name="connsiteY55-16464" fmla="*/ 5165 h 10000"/>
              <a:gd name="connsiteX56-16465" fmla="*/ 3553 w 10000"/>
              <a:gd name="connsiteY56-16466" fmla="*/ 4753 h 10000"/>
              <a:gd name="connsiteX57-16467" fmla="*/ 3978 w 10000"/>
              <a:gd name="connsiteY57-16468" fmla="*/ 4753 h 10000"/>
              <a:gd name="connsiteX58-16469" fmla="*/ 4348 w 10000"/>
              <a:gd name="connsiteY58-16470" fmla="*/ 4353 h 10000"/>
              <a:gd name="connsiteX59-16471" fmla="*/ 4705 w 10000"/>
              <a:gd name="connsiteY59-16472" fmla="*/ 3932 h 10000"/>
              <a:gd name="connsiteX60-16473" fmla="*/ 5075 w 10000"/>
              <a:gd name="connsiteY60-16474" fmla="*/ 3932 h 10000"/>
              <a:gd name="connsiteX61-16475" fmla="*/ 5364 w 10000"/>
              <a:gd name="connsiteY61-16476" fmla="*/ 3446 h 10000"/>
              <a:gd name="connsiteX62-16477" fmla="*/ 5720 w 10000"/>
              <a:gd name="connsiteY62-16478" fmla="*/ 3446 h 10000"/>
              <a:gd name="connsiteX63-16479" fmla="*/ 5940 w 10000"/>
              <a:gd name="connsiteY63-16480" fmla="*/ 3446 h 10000"/>
              <a:gd name="connsiteX64-16481" fmla="*/ 6228 w 10000"/>
              <a:gd name="connsiteY64-16482" fmla="*/ 3027 h 10000"/>
              <a:gd name="connsiteX65-16483" fmla="*/ 6447 w 10000"/>
              <a:gd name="connsiteY65-16484" fmla="*/ 3027 h 10000"/>
              <a:gd name="connsiteX66-16485" fmla="*/ 6804 w 10000"/>
              <a:gd name="connsiteY66-16486" fmla="*/ 2625 h 10000"/>
              <a:gd name="connsiteX67-16487" fmla="*/ 7174 w 10000"/>
              <a:gd name="connsiteY67-16488" fmla="*/ 2625 h 10000"/>
              <a:gd name="connsiteX68-16489" fmla="*/ 7462 w 10000"/>
              <a:gd name="connsiteY68-16490" fmla="*/ 2125 h 10000"/>
              <a:gd name="connsiteX69-16491" fmla="*/ 7750 w 10000"/>
              <a:gd name="connsiteY69-16492" fmla="*/ 2125 h 10000"/>
              <a:gd name="connsiteX70-16493" fmla="*/ 7901 w 10000"/>
              <a:gd name="connsiteY70-16494" fmla="*/ 1731 h 10000"/>
              <a:gd name="connsiteX71-16495" fmla="*/ 8038 w 10000"/>
              <a:gd name="connsiteY71-16496" fmla="*/ 1315 h 10000"/>
              <a:gd name="connsiteX72-16497" fmla="*/ 8189 w 10000"/>
              <a:gd name="connsiteY72-16498" fmla="*/ 1315 h 10000"/>
              <a:gd name="connsiteX73-16499" fmla="*/ 8189 w 10000"/>
              <a:gd name="connsiteY73-16500" fmla="*/ 909 h 10000"/>
              <a:gd name="connsiteX74-16501" fmla="*/ 8189 w 10000"/>
              <a:gd name="connsiteY74-16502" fmla="*/ 909 h 10000"/>
              <a:gd name="connsiteX0-16503" fmla="*/ 8189 w 10000"/>
              <a:gd name="connsiteY0-16504" fmla="*/ 909 h 10000"/>
              <a:gd name="connsiteX1-16505" fmla="*/ 8258 w 10000"/>
              <a:gd name="connsiteY1-16506" fmla="*/ 410 h 10000"/>
              <a:gd name="connsiteX2-16507" fmla="*/ 8409 w 10000"/>
              <a:gd name="connsiteY2-16508" fmla="*/ 410 h 10000"/>
              <a:gd name="connsiteX3-16509" fmla="*/ 8477 w 10000"/>
              <a:gd name="connsiteY3-16510" fmla="*/ 0 h 10000"/>
              <a:gd name="connsiteX4-16511" fmla="*/ 8546 w 10000"/>
              <a:gd name="connsiteY4-16512" fmla="*/ 0 h 10000"/>
              <a:gd name="connsiteX5-16513" fmla="*/ 8697 w 10000"/>
              <a:gd name="connsiteY5-16514" fmla="*/ 410 h 10000"/>
              <a:gd name="connsiteX6-16515" fmla="*/ 8916 w 10000"/>
              <a:gd name="connsiteY6-16516" fmla="*/ 909 h 10000"/>
              <a:gd name="connsiteX7-16517" fmla="*/ 8985 w 10000"/>
              <a:gd name="connsiteY7-16518" fmla="*/ 1315 h 10000"/>
              <a:gd name="connsiteX8-16519" fmla="*/ 9122 w 10000"/>
              <a:gd name="connsiteY8-16520" fmla="*/ 2125 h 10000"/>
              <a:gd name="connsiteX9-16521" fmla="*/ 9204 w 10000"/>
              <a:gd name="connsiteY9-16522" fmla="*/ 2625 h 10000"/>
              <a:gd name="connsiteX10-16523" fmla="*/ 9342 w 10000"/>
              <a:gd name="connsiteY10-16524" fmla="*/ 3027 h 10000"/>
              <a:gd name="connsiteX11-16525" fmla="*/ 9492 w 10000"/>
              <a:gd name="connsiteY11-16526" fmla="*/ 3932 h 10000"/>
              <a:gd name="connsiteX12-16527" fmla="*/ 9630 w 10000"/>
              <a:gd name="connsiteY12-16528" fmla="*/ 4353 h 10000"/>
              <a:gd name="connsiteX13-16529" fmla="*/ 9712 w 10000"/>
              <a:gd name="connsiteY13-16530" fmla="*/ 5165 h 10000"/>
              <a:gd name="connsiteX14-16531" fmla="*/ 9849 w 10000"/>
              <a:gd name="connsiteY14-16532" fmla="*/ 5653 h 10000"/>
              <a:gd name="connsiteX15-16533" fmla="*/ 9918 w 10000"/>
              <a:gd name="connsiteY15-16534" fmla="*/ 6065 h 10000"/>
              <a:gd name="connsiteX16-16535" fmla="*/ 9918 w 10000"/>
              <a:gd name="connsiteY16-16536" fmla="*/ 6473 h 10000"/>
              <a:gd name="connsiteX17-16537" fmla="*/ 10000 w 10000"/>
              <a:gd name="connsiteY17-16538" fmla="*/ 6473 h 10000"/>
              <a:gd name="connsiteX18-16539" fmla="*/ 10000 w 10000"/>
              <a:gd name="connsiteY18-16540" fmla="*/ 6974 h 10000"/>
              <a:gd name="connsiteX19-16541" fmla="*/ 10000 w 10000"/>
              <a:gd name="connsiteY19-16542" fmla="*/ 7378 h 10000"/>
              <a:gd name="connsiteX20-16543" fmla="*/ 9918 w 10000"/>
              <a:gd name="connsiteY20-16544" fmla="*/ 7789 h 10000"/>
              <a:gd name="connsiteX21-16545" fmla="*/ 9849 w 10000"/>
              <a:gd name="connsiteY21-16546" fmla="*/ 7789 h 10000"/>
              <a:gd name="connsiteX22-16547" fmla="*/ 8409 w 10000"/>
              <a:gd name="connsiteY22-16548" fmla="*/ 6473 h 10000"/>
              <a:gd name="connsiteX23-16549" fmla="*/ 8409 w 10000"/>
              <a:gd name="connsiteY23-16550" fmla="*/ 6065 h 10000"/>
              <a:gd name="connsiteX24-16551" fmla="*/ 8409 w 10000"/>
              <a:gd name="connsiteY24-16552" fmla="*/ 5653 h 10000"/>
              <a:gd name="connsiteX25-16553" fmla="*/ 8326 w 10000"/>
              <a:gd name="connsiteY25-16554" fmla="*/ 5653 h 10000"/>
              <a:gd name="connsiteX26-16555" fmla="*/ 8258 w 10000"/>
              <a:gd name="connsiteY26-16556" fmla="*/ 5165 h 10000"/>
              <a:gd name="connsiteX27-16557" fmla="*/ 8258 w 10000"/>
              <a:gd name="connsiteY27-16558" fmla="*/ 5165 h 10000"/>
              <a:gd name="connsiteX28-16559" fmla="*/ 8107 w 10000"/>
              <a:gd name="connsiteY28-16560" fmla="*/ 5165 h 10000"/>
              <a:gd name="connsiteX29-16561" fmla="*/ 8038 w 10000"/>
              <a:gd name="connsiteY29-16562" fmla="*/ 5165 h 10000"/>
              <a:gd name="connsiteX30-16563" fmla="*/ 7970 w 10000"/>
              <a:gd name="connsiteY30-16564" fmla="*/ 5165 h 10000"/>
              <a:gd name="connsiteX31-16565" fmla="*/ 7819 w 10000"/>
              <a:gd name="connsiteY31-16566" fmla="*/ 5165 h 10000"/>
              <a:gd name="connsiteX32-16567" fmla="*/ 7682 w 10000"/>
              <a:gd name="connsiteY32-16568" fmla="*/ 5165 h 10000"/>
              <a:gd name="connsiteX33-16569" fmla="*/ 7462 w 10000"/>
              <a:gd name="connsiteY33-16570" fmla="*/ 5165 h 10000"/>
              <a:gd name="connsiteX34-16571" fmla="*/ 7311 w 10000"/>
              <a:gd name="connsiteY34-16572" fmla="*/ 5165 h 10000"/>
              <a:gd name="connsiteX35-16573" fmla="*/ 7092 w 10000"/>
              <a:gd name="connsiteY35-16574" fmla="*/ 5165 h 10000"/>
              <a:gd name="connsiteX36-16575" fmla="*/ 6804 w 10000"/>
              <a:gd name="connsiteY36-16576" fmla="*/ 5165 h 10000"/>
              <a:gd name="connsiteX37-16577" fmla="*/ 6516 w 10000"/>
              <a:gd name="connsiteY37-16578" fmla="*/ 5653 h 10000"/>
              <a:gd name="connsiteX38-16579" fmla="*/ 6228 w 10000"/>
              <a:gd name="connsiteY38-16580" fmla="*/ 5653 h 10000"/>
              <a:gd name="connsiteX39-16581" fmla="*/ 5871 w 10000"/>
              <a:gd name="connsiteY39-16582" fmla="*/ 6065 h 10000"/>
              <a:gd name="connsiteX40-16583" fmla="*/ 5144 w 10000"/>
              <a:gd name="connsiteY40-16584" fmla="*/ 6473 h 10000"/>
              <a:gd name="connsiteX41-16585" fmla="*/ 4417 w 10000"/>
              <a:gd name="connsiteY41-16586" fmla="*/ 7378 h 10000"/>
              <a:gd name="connsiteX42-16587" fmla="*/ 3690 w 10000"/>
              <a:gd name="connsiteY42-16588" fmla="*/ 7789 h 10000"/>
              <a:gd name="connsiteX43-16589" fmla="*/ 2963 w 10000"/>
              <a:gd name="connsiteY43-16590" fmla="*/ 8194 h 10000"/>
              <a:gd name="connsiteX44-16591" fmla="*/ 2167 w 10000"/>
              <a:gd name="connsiteY44-16592" fmla="*/ 8691 h 10000"/>
              <a:gd name="connsiteX45-16593" fmla="*/ 1454 w 10000"/>
              <a:gd name="connsiteY45-16594" fmla="*/ 9097 h 10000"/>
              <a:gd name="connsiteX46-16595" fmla="*/ 727 w 10000"/>
              <a:gd name="connsiteY46-16596" fmla="*/ 9512 h 10000"/>
              <a:gd name="connsiteX47-16597" fmla="*/ 0 w 10000"/>
              <a:gd name="connsiteY47-16598" fmla="*/ 10000 h 10000"/>
              <a:gd name="connsiteX48-16599" fmla="*/ 0 w 10000"/>
              <a:gd name="connsiteY48-16600" fmla="*/ 7378 h 10000"/>
              <a:gd name="connsiteX49-16601" fmla="*/ 576 w 10000"/>
              <a:gd name="connsiteY49-16602" fmla="*/ 6974 h 10000"/>
              <a:gd name="connsiteX50-16603" fmla="*/ 1152 w 10000"/>
              <a:gd name="connsiteY50-16604" fmla="*/ 6473 h 10000"/>
              <a:gd name="connsiteX51-16605" fmla="*/ 1660 w 10000"/>
              <a:gd name="connsiteY51-16606" fmla="*/ 6065 h 10000"/>
              <a:gd name="connsiteX52-16607" fmla="*/ 2167 w 10000"/>
              <a:gd name="connsiteY52-16608" fmla="*/ 5653 h 10000"/>
              <a:gd name="connsiteX53-16609" fmla="*/ 2675 w 10000"/>
              <a:gd name="connsiteY53-16610" fmla="*/ 5653 h 10000"/>
              <a:gd name="connsiteX54-16611" fmla="*/ 3114 w 10000"/>
              <a:gd name="connsiteY54-16612" fmla="*/ 5165 h 10000"/>
              <a:gd name="connsiteX55-16613" fmla="*/ 3553 w 10000"/>
              <a:gd name="connsiteY55-16614" fmla="*/ 4753 h 10000"/>
              <a:gd name="connsiteX56-16615" fmla="*/ 3978 w 10000"/>
              <a:gd name="connsiteY56-16616" fmla="*/ 4753 h 10000"/>
              <a:gd name="connsiteX57-16617" fmla="*/ 4348 w 10000"/>
              <a:gd name="connsiteY57-16618" fmla="*/ 4353 h 10000"/>
              <a:gd name="connsiteX58-16619" fmla="*/ 4705 w 10000"/>
              <a:gd name="connsiteY58-16620" fmla="*/ 3932 h 10000"/>
              <a:gd name="connsiteX59-16621" fmla="*/ 5075 w 10000"/>
              <a:gd name="connsiteY59-16622" fmla="*/ 3932 h 10000"/>
              <a:gd name="connsiteX60-16623" fmla="*/ 5364 w 10000"/>
              <a:gd name="connsiteY60-16624" fmla="*/ 3446 h 10000"/>
              <a:gd name="connsiteX61-16625" fmla="*/ 5720 w 10000"/>
              <a:gd name="connsiteY61-16626" fmla="*/ 3446 h 10000"/>
              <a:gd name="connsiteX62-16627" fmla="*/ 5940 w 10000"/>
              <a:gd name="connsiteY62-16628" fmla="*/ 3446 h 10000"/>
              <a:gd name="connsiteX63-16629" fmla="*/ 6228 w 10000"/>
              <a:gd name="connsiteY63-16630" fmla="*/ 3027 h 10000"/>
              <a:gd name="connsiteX64-16631" fmla="*/ 6447 w 10000"/>
              <a:gd name="connsiteY64-16632" fmla="*/ 3027 h 10000"/>
              <a:gd name="connsiteX65-16633" fmla="*/ 6804 w 10000"/>
              <a:gd name="connsiteY65-16634" fmla="*/ 2625 h 10000"/>
              <a:gd name="connsiteX66-16635" fmla="*/ 7174 w 10000"/>
              <a:gd name="connsiteY66-16636" fmla="*/ 2625 h 10000"/>
              <a:gd name="connsiteX67-16637" fmla="*/ 7462 w 10000"/>
              <a:gd name="connsiteY67-16638" fmla="*/ 2125 h 10000"/>
              <a:gd name="connsiteX68-16639" fmla="*/ 7750 w 10000"/>
              <a:gd name="connsiteY68-16640" fmla="*/ 2125 h 10000"/>
              <a:gd name="connsiteX69-16641" fmla="*/ 7901 w 10000"/>
              <a:gd name="connsiteY69-16642" fmla="*/ 1731 h 10000"/>
              <a:gd name="connsiteX70-16643" fmla="*/ 8038 w 10000"/>
              <a:gd name="connsiteY70-16644" fmla="*/ 1315 h 10000"/>
              <a:gd name="connsiteX71-16645" fmla="*/ 8189 w 10000"/>
              <a:gd name="connsiteY71-16646" fmla="*/ 1315 h 10000"/>
              <a:gd name="connsiteX72-16647" fmla="*/ 8189 w 10000"/>
              <a:gd name="connsiteY72-16648" fmla="*/ 909 h 10000"/>
              <a:gd name="connsiteX73-16649" fmla="*/ 8189 w 10000"/>
              <a:gd name="connsiteY73-16650" fmla="*/ 909 h 10000"/>
              <a:gd name="connsiteX0-16651" fmla="*/ 8189 w 10000"/>
              <a:gd name="connsiteY0-16652" fmla="*/ 909 h 10000"/>
              <a:gd name="connsiteX1-16653" fmla="*/ 8258 w 10000"/>
              <a:gd name="connsiteY1-16654" fmla="*/ 410 h 10000"/>
              <a:gd name="connsiteX2-16655" fmla="*/ 8409 w 10000"/>
              <a:gd name="connsiteY2-16656" fmla="*/ 410 h 10000"/>
              <a:gd name="connsiteX3-16657" fmla="*/ 8477 w 10000"/>
              <a:gd name="connsiteY3-16658" fmla="*/ 0 h 10000"/>
              <a:gd name="connsiteX4-16659" fmla="*/ 8546 w 10000"/>
              <a:gd name="connsiteY4-16660" fmla="*/ 0 h 10000"/>
              <a:gd name="connsiteX5-16661" fmla="*/ 8697 w 10000"/>
              <a:gd name="connsiteY5-16662" fmla="*/ 410 h 10000"/>
              <a:gd name="connsiteX6-16663" fmla="*/ 8916 w 10000"/>
              <a:gd name="connsiteY6-16664" fmla="*/ 909 h 10000"/>
              <a:gd name="connsiteX7-16665" fmla="*/ 8985 w 10000"/>
              <a:gd name="connsiteY7-16666" fmla="*/ 1315 h 10000"/>
              <a:gd name="connsiteX8-16667" fmla="*/ 9122 w 10000"/>
              <a:gd name="connsiteY8-16668" fmla="*/ 2125 h 10000"/>
              <a:gd name="connsiteX9-16669" fmla="*/ 9204 w 10000"/>
              <a:gd name="connsiteY9-16670" fmla="*/ 2625 h 10000"/>
              <a:gd name="connsiteX10-16671" fmla="*/ 9342 w 10000"/>
              <a:gd name="connsiteY10-16672" fmla="*/ 3027 h 10000"/>
              <a:gd name="connsiteX11-16673" fmla="*/ 9492 w 10000"/>
              <a:gd name="connsiteY11-16674" fmla="*/ 3932 h 10000"/>
              <a:gd name="connsiteX12-16675" fmla="*/ 9630 w 10000"/>
              <a:gd name="connsiteY12-16676" fmla="*/ 4353 h 10000"/>
              <a:gd name="connsiteX13-16677" fmla="*/ 9712 w 10000"/>
              <a:gd name="connsiteY13-16678" fmla="*/ 5165 h 10000"/>
              <a:gd name="connsiteX14-16679" fmla="*/ 9849 w 10000"/>
              <a:gd name="connsiteY14-16680" fmla="*/ 5653 h 10000"/>
              <a:gd name="connsiteX15-16681" fmla="*/ 9918 w 10000"/>
              <a:gd name="connsiteY15-16682" fmla="*/ 6065 h 10000"/>
              <a:gd name="connsiteX16-16683" fmla="*/ 9918 w 10000"/>
              <a:gd name="connsiteY16-16684" fmla="*/ 6473 h 10000"/>
              <a:gd name="connsiteX17-16685" fmla="*/ 10000 w 10000"/>
              <a:gd name="connsiteY17-16686" fmla="*/ 6473 h 10000"/>
              <a:gd name="connsiteX18-16687" fmla="*/ 10000 w 10000"/>
              <a:gd name="connsiteY18-16688" fmla="*/ 6974 h 10000"/>
              <a:gd name="connsiteX19-16689" fmla="*/ 10000 w 10000"/>
              <a:gd name="connsiteY19-16690" fmla="*/ 7378 h 10000"/>
              <a:gd name="connsiteX20-16691" fmla="*/ 9918 w 10000"/>
              <a:gd name="connsiteY20-16692" fmla="*/ 7789 h 10000"/>
              <a:gd name="connsiteX21-16693" fmla="*/ 8409 w 10000"/>
              <a:gd name="connsiteY21-16694" fmla="*/ 6473 h 10000"/>
              <a:gd name="connsiteX22-16695" fmla="*/ 8409 w 10000"/>
              <a:gd name="connsiteY22-16696" fmla="*/ 6065 h 10000"/>
              <a:gd name="connsiteX23-16697" fmla="*/ 8409 w 10000"/>
              <a:gd name="connsiteY23-16698" fmla="*/ 5653 h 10000"/>
              <a:gd name="connsiteX24-16699" fmla="*/ 8326 w 10000"/>
              <a:gd name="connsiteY24-16700" fmla="*/ 5653 h 10000"/>
              <a:gd name="connsiteX25-16701" fmla="*/ 8258 w 10000"/>
              <a:gd name="connsiteY25-16702" fmla="*/ 5165 h 10000"/>
              <a:gd name="connsiteX26-16703" fmla="*/ 8258 w 10000"/>
              <a:gd name="connsiteY26-16704" fmla="*/ 5165 h 10000"/>
              <a:gd name="connsiteX27-16705" fmla="*/ 8107 w 10000"/>
              <a:gd name="connsiteY27-16706" fmla="*/ 5165 h 10000"/>
              <a:gd name="connsiteX28-16707" fmla="*/ 8038 w 10000"/>
              <a:gd name="connsiteY28-16708" fmla="*/ 5165 h 10000"/>
              <a:gd name="connsiteX29-16709" fmla="*/ 7970 w 10000"/>
              <a:gd name="connsiteY29-16710" fmla="*/ 5165 h 10000"/>
              <a:gd name="connsiteX30-16711" fmla="*/ 7819 w 10000"/>
              <a:gd name="connsiteY30-16712" fmla="*/ 5165 h 10000"/>
              <a:gd name="connsiteX31-16713" fmla="*/ 7682 w 10000"/>
              <a:gd name="connsiteY31-16714" fmla="*/ 5165 h 10000"/>
              <a:gd name="connsiteX32-16715" fmla="*/ 7462 w 10000"/>
              <a:gd name="connsiteY32-16716" fmla="*/ 5165 h 10000"/>
              <a:gd name="connsiteX33-16717" fmla="*/ 7311 w 10000"/>
              <a:gd name="connsiteY33-16718" fmla="*/ 5165 h 10000"/>
              <a:gd name="connsiteX34-16719" fmla="*/ 7092 w 10000"/>
              <a:gd name="connsiteY34-16720" fmla="*/ 5165 h 10000"/>
              <a:gd name="connsiteX35-16721" fmla="*/ 6804 w 10000"/>
              <a:gd name="connsiteY35-16722" fmla="*/ 5165 h 10000"/>
              <a:gd name="connsiteX36-16723" fmla="*/ 6516 w 10000"/>
              <a:gd name="connsiteY36-16724" fmla="*/ 5653 h 10000"/>
              <a:gd name="connsiteX37-16725" fmla="*/ 6228 w 10000"/>
              <a:gd name="connsiteY37-16726" fmla="*/ 5653 h 10000"/>
              <a:gd name="connsiteX38-16727" fmla="*/ 5871 w 10000"/>
              <a:gd name="connsiteY38-16728" fmla="*/ 6065 h 10000"/>
              <a:gd name="connsiteX39-16729" fmla="*/ 5144 w 10000"/>
              <a:gd name="connsiteY39-16730" fmla="*/ 6473 h 10000"/>
              <a:gd name="connsiteX40-16731" fmla="*/ 4417 w 10000"/>
              <a:gd name="connsiteY40-16732" fmla="*/ 7378 h 10000"/>
              <a:gd name="connsiteX41-16733" fmla="*/ 3690 w 10000"/>
              <a:gd name="connsiteY41-16734" fmla="*/ 7789 h 10000"/>
              <a:gd name="connsiteX42-16735" fmla="*/ 2963 w 10000"/>
              <a:gd name="connsiteY42-16736" fmla="*/ 8194 h 10000"/>
              <a:gd name="connsiteX43-16737" fmla="*/ 2167 w 10000"/>
              <a:gd name="connsiteY43-16738" fmla="*/ 8691 h 10000"/>
              <a:gd name="connsiteX44-16739" fmla="*/ 1454 w 10000"/>
              <a:gd name="connsiteY44-16740" fmla="*/ 9097 h 10000"/>
              <a:gd name="connsiteX45-16741" fmla="*/ 727 w 10000"/>
              <a:gd name="connsiteY45-16742" fmla="*/ 9512 h 10000"/>
              <a:gd name="connsiteX46-16743" fmla="*/ 0 w 10000"/>
              <a:gd name="connsiteY46-16744" fmla="*/ 10000 h 10000"/>
              <a:gd name="connsiteX47-16745" fmla="*/ 0 w 10000"/>
              <a:gd name="connsiteY47-16746" fmla="*/ 7378 h 10000"/>
              <a:gd name="connsiteX48-16747" fmla="*/ 576 w 10000"/>
              <a:gd name="connsiteY48-16748" fmla="*/ 6974 h 10000"/>
              <a:gd name="connsiteX49-16749" fmla="*/ 1152 w 10000"/>
              <a:gd name="connsiteY49-16750" fmla="*/ 6473 h 10000"/>
              <a:gd name="connsiteX50-16751" fmla="*/ 1660 w 10000"/>
              <a:gd name="connsiteY50-16752" fmla="*/ 6065 h 10000"/>
              <a:gd name="connsiteX51-16753" fmla="*/ 2167 w 10000"/>
              <a:gd name="connsiteY51-16754" fmla="*/ 5653 h 10000"/>
              <a:gd name="connsiteX52-16755" fmla="*/ 2675 w 10000"/>
              <a:gd name="connsiteY52-16756" fmla="*/ 5653 h 10000"/>
              <a:gd name="connsiteX53-16757" fmla="*/ 3114 w 10000"/>
              <a:gd name="connsiteY53-16758" fmla="*/ 5165 h 10000"/>
              <a:gd name="connsiteX54-16759" fmla="*/ 3553 w 10000"/>
              <a:gd name="connsiteY54-16760" fmla="*/ 4753 h 10000"/>
              <a:gd name="connsiteX55-16761" fmla="*/ 3978 w 10000"/>
              <a:gd name="connsiteY55-16762" fmla="*/ 4753 h 10000"/>
              <a:gd name="connsiteX56-16763" fmla="*/ 4348 w 10000"/>
              <a:gd name="connsiteY56-16764" fmla="*/ 4353 h 10000"/>
              <a:gd name="connsiteX57-16765" fmla="*/ 4705 w 10000"/>
              <a:gd name="connsiteY57-16766" fmla="*/ 3932 h 10000"/>
              <a:gd name="connsiteX58-16767" fmla="*/ 5075 w 10000"/>
              <a:gd name="connsiteY58-16768" fmla="*/ 3932 h 10000"/>
              <a:gd name="connsiteX59-16769" fmla="*/ 5364 w 10000"/>
              <a:gd name="connsiteY59-16770" fmla="*/ 3446 h 10000"/>
              <a:gd name="connsiteX60-16771" fmla="*/ 5720 w 10000"/>
              <a:gd name="connsiteY60-16772" fmla="*/ 3446 h 10000"/>
              <a:gd name="connsiteX61-16773" fmla="*/ 5940 w 10000"/>
              <a:gd name="connsiteY61-16774" fmla="*/ 3446 h 10000"/>
              <a:gd name="connsiteX62-16775" fmla="*/ 6228 w 10000"/>
              <a:gd name="connsiteY62-16776" fmla="*/ 3027 h 10000"/>
              <a:gd name="connsiteX63-16777" fmla="*/ 6447 w 10000"/>
              <a:gd name="connsiteY63-16778" fmla="*/ 3027 h 10000"/>
              <a:gd name="connsiteX64-16779" fmla="*/ 6804 w 10000"/>
              <a:gd name="connsiteY64-16780" fmla="*/ 2625 h 10000"/>
              <a:gd name="connsiteX65-16781" fmla="*/ 7174 w 10000"/>
              <a:gd name="connsiteY65-16782" fmla="*/ 2625 h 10000"/>
              <a:gd name="connsiteX66-16783" fmla="*/ 7462 w 10000"/>
              <a:gd name="connsiteY66-16784" fmla="*/ 2125 h 10000"/>
              <a:gd name="connsiteX67-16785" fmla="*/ 7750 w 10000"/>
              <a:gd name="connsiteY67-16786" fmla="*/ 2125 h 10000"/>
              <a:gd name="connsiteX68-16787" fmla="*/ 7901 w 10000"/>
              <a:gd name="connsiteY68-16788" fmla="*/ 1731 h 10000"/>
              <a:gd name="connsiteX69-16789" fmla="*/ 8038 w 10000"/>
              <a:gd name="connsiteY69-16790" fmla="*/ 1315 h 10000"/>
              <a:gd name="connsiteX70-16791" fmla="*/ 8189 w 10000"/>
              <a:gd name="connsiteY70-16792" fmla="*/ 1315 h 10000"/>
              <a:gd name="connsiteX71-16793" fmla="*/ 8189 w 10000"/>
              <a:gd name="connsiteY71-16794" fmla="*/ 909 h 10000"/>
              <a:gd name="connsiteX72-16795" fmla="*/ 8189 w 10000"/>
              <a:gd name="connsiteY72-16796" fmla="*/ 909 h 10000"/>
              <a:gd name="connsiteX0-16797" fmla="*/ 8189 w 10000"/>
              <a:gd name="connsiteY0-16798" fmla="*/ 909 h 10000"/>
              <a:gd name="connsiteX1-16799" fmla="*/ 8258 w 10000"/>
              <a:gd name="connsiteY1-16800" fmla="*/ 410 h 10000"/>
              <a:gd name="connsiteX2-16801" fmla="*/ 8409 w 10000"/>
              <a:gd name="connsiteY2-16802" fmla="*/ 410 h 10000"/>
              <a:gd name="connsiteX3-16803" fmla="*/ 8477 w 10000"/>
              <a:gd name="connsiteY3-16804" fmla="*/ 0 h 10000"/>
              <a:gd name="connsiteX4-16805" fmla="*/ 8546 w 10000"/>
              <a:gd name="connsiteY4-16806" fmla="*/ 0 h 10000"/>
              <a:gd name="connsiteX5-16807" fmla="*/ 8697 w 10000"/>
              <a:gd name="connsiteY5-16808" fmla="*/ 410 h 10000"/>
              <a:gd name="connsiteX6-16809" fmla="*/ 8916 w 10000"/>
              <a:gd name="connsiteY6-16810" fmla="*/ 909 h 10000"/>
              <a:gd name="connsiteX7-16811" fmla="*/ 8985 w 10000"/>
              <a:gd name="connsiteY7-16812" fmla="*/ 1315 h 10000"/>
              <a:gd name="connsiteX8-16813" fmla="*/ 9122 w 10000"/>
              <a:gd name="connsiteY8-16814" fmla="*/ 2125 h 10000"/>
              <a:gd name="connsiteX9-16815" fmla="*/ 9204 w 10000"/>
              <a:gd name="connsiteY9-16816" fmla="*/ 2625 h 10000"/>
              <a:gd name="connsiteX10-16817" fmla="*/ 9342 w 10000"/>
              <a:gd name="connsiteY10-16818" fmla="*/ 3027 h 10000"/>
              <a:gd name="connsiteX11-16819" fmla="*/ 9492 w 10000"/>
              <a:gd name="connsiteY11-16820" fmla="*/ 3932 h 10000"/>
              <a:gd name="connsiteX12-16821" fmla="*/ 9630 w 10000"/>
              <a:gd name="connsiteY12-16822" fmla="*/ 4353 h 10000"/>
              <a:gd name="connsiteX13-16823" fmla="*/ 9712 w 10000"/>
              <a:gd name="connsiteY13-16824" fmla="*/ 5165 h 10000"/>
              <a:gd name="connsiteX14-16825" fmla="*/ 9849 w 10000"/>
              <a:gd name="connsiteY14-16826" fmla="*/ 5653 h 10000"/>
              <a:gd name="connsiteX15-16827" fmla="*/ 9918 w 10000"/>
              <a:gd name="connsiteY15-16828" fmla="*/ 6065 h 10000"/>
              <a:gd name="connsiteX16-16829" fmla="*/ 9918 w 10000"/>
              <a:gd name="connsiteY16-16830" fmla="*/ 6473 h 10000"/>
              <a:gd name="connsiteX17-16831" fmla="*/ 10000 w 10000"/>
              <a:gd name="connsiteY17-16832" fmla="*/ 6473 h 10000"/>
              <a:gd name="connsiteX18-16833" fmla="*/ 10000 w 10000"/>
              <a:gd name="connsiteY18-16834" fmla="*/ 6974 h 10000"/>
              <a:gd name="connsiteX19-16835" fmla="*/ 10000 w 10000"/>
              <a:gd name="connsiteY19-16836" fmla="*/ 7378 h 10000"/>
              <a:gd name="connsiteX20-16837" fmla="*/ 8409 w 10000"/>
              <a:gd name="connsiteY20-16838" fmla="*/ 6473 h 10000"/>
              <a:gd name="connsiteX21-16839" fmla="*/ 8409 w 10000"/>
              <a:gd name="connsiteY21-16840" fmla="*/ 6065 h 10000"/>
              <a:gd name="connsiteX22-16841" fmla="*/ 8409 w 10000"/>
              <a:gd name="connsiteY22-16842" fmla="*/ 5653 h 10000"/>
              <a:gd name="connsiteX23-16843" fmla="*/ 8326 w 10000"/>
              <a:gd name="connsiteY23-16844" fmla="*/ 5653 h 10000"/>
              <a:gd name="connsiteX24-16845" fmla="*/ 8258 w 10000"/>
              <a:gd name="connsiteY24-16846" fmla="*/ 5165 h 10000"/>
              <a:gd name="connsiteX25-16847" fmla="*/ 8258 w 10000"/>
              <a:gd name="connsiteY25-16848" fmla="*/ 5165 h 10000"/>
              <a:gd name="connsiteX26-16849" fmla="*/ 8107 w 10000"/>
              <a:gd name="connsiteY26-16850" fmla="*/ 5165 h 10000"/>
              <a:gd name="connsiteX27-16851" fmla="*/ 8038 w 10000"/>
              <a:gd name="connsiteY27-16852" fmla="*/ 5165 h 10000"/>
              <a:gd name="connsiteX28-16853" fmla="*/ 7970 w 10000"/>
              <a:gd name="connsiteY28-16854" fmla="*/ 5165 h 10000"/>
              <a:gd name="connsiteX29-16855" fmla="*/ 7819 w 10000"/>
              <a:gd name="connsiteY29-16856" fmla="*/ 5165 h 10000"/>
              <a:gd name="connsiteX30-16857" fmla="*/ 7682 w 10000"/>
              <a:gd name="connsiteY30-16858" fmla="*/ 5165 h 10000"/>
              <a:gd name="connsiteX31-16859" fmla="*/ 7462 w 10000"/>
              <a:gd name="connsiteY31-16860" fmla="*/ 5165 h 10000"/>
              <a:gd name="connsiteX32-16861" fmla="*/ 7311 w 10000"/>
              <a:gd name="connsiteY32-16862" fmla="*/ 5165 h 10000"/>
              <a:gd name="connsiteX33-16863" fmla="*/ 7092 w 10000"/>
              <a:gd name="connsiteY33-16864" fmla="*/ 5165 h 10000"/>
              <a:gd name="connsiteX34-16865" fmla="*/ 6804 w 10000"/>
              <a:gd name="connsiteY34-16866" fmla="*/ 5165 h 10000"/>
              <a:gd name="connsiteX35-16867" fmla="*/ 6516 w 10000"/>
              <a:gd name="connsiteY35-16868" fmla="*/ 5653 h 10000"/>
              <a:gd name="connsiteX36-16869" fmla="*/ 6228 w 10000"/>
              <a:gd name="connsiteY36-16870" fmla="*/ 5653 h 10000"/>
              <a:gd name="connsiteX37-16871" fmla="*/ 5871 w 10000"/>
              <a:gd name="connsiteY37-16872" fmla="*/ 6065 h 10000"/>
              <a:gd name="connsiteX38-16873" fmla="*/ 5144 w 10000"/>
              <a:gd name="connsiteY38-16874" fmla="*/ 6473 h 10000"/>
              <a:gd name="connsiteX39-16875" fmla="*/ 4417 w 10000"/>
              <a:gd name="connsiteY39-16876" fmla="*/ 7378 h 10000"/>
              <a:gd name="connsiteX40-16877" fmla="*/ 3690 w 10000"/>
              <a:gd name="connsiteY40-16878" fmla="*/ 7789 h 10000"/>
              <a:gd name="connsiteX41-16879" fmla="*/ 2963 w 10000"/>
              <a:gd name="connsiteY41-16880" fmla="*/ 8194 h 10000"/>
              <a:gd name="connsiteX42-16881" fmla="*/ 2167 w 10000"/>
              <a:gd name="connsiteY42-16882" fmla="*/ 8691 h 10000"/>
              <a:gd name="connsiteX43-16883" fmla="*/ 1454 w 10000"/>
              <a:gd name="connsiteY43-16884" fmla="*/ 9097 h 10000"/>
              <a:gd name="connsiteX44-16885" fmla="*/ 727 w 10000"/>
              <a:gd name="connsiteY44-16886" fmla="*/ 9512 h 10000"/>
              <a:gd name="connsiteX45-16887" fmla="*/ 0 w 10000"/>
              <a:gd name="connsiteY45-16888" fmla="*/ 10000 h 10000"/>
              <a:gd name="connsiteX46-16889" fmla="*/ 0 w 10000"/>
              <a:gd name="connsiteY46-16890" fmla="*/ 7378 h 10000"/>
              <a:gd name="connsiteX47-16891" fmla="*/ 576 w 10000"/>
              <a:gd name="connsiteY47-16892" fmla="*/ 6974 h 10000"/>
              <a:gd name="connsiteX48-16893" fmla="*/ 1152 w 10000"/>
              <a:gd name="connsiteY48-16894" fmla="*/ 6473 h 10000"/>
              <a:gd name="connsiteX49-16895" fmla="*/ 1660 w 10000"/>
              <a:gd name="connsiteY49-16896" fmla="*/ 6065 h 10000"/>
              <a:gd name="connsiteX50-16897" fmla="*/ 2167 w 10000"/>
              <a:gd name="connsiteY50-16898" fmla="*/ 5653 h 10000"/>
              <a:gd name="connsiteX51-16899" fmla="*/ 2675 w 10000"/>
              <a:gd name="connsiteY51-16900" fmla="*/ 5653 h 10000"/>
              <a:gd name="connsiteX52-16901" fmla="*/ 3114 w 10000"/>
              <a:gd name="connsiteY52-16902" fmla="*/ 5165 h 10000"/>
              <a:gd name="connsiteX53-16903" fmla="*/ 3553 w 10000"/>
              <a:gd name="connsiteY53-16904" fmla="*/ 4753 h 10000"/>
              <a:gd name="connsiteX54-16905" fmla="*/ 3978 w 10000"/>
              <a:gd name="connsiteY54-16906" fmla="*/ 4753 h 10000"/>
              <a:gd name="connsiteX55-16907" fmla="*/ 4348 w 10000"/>
              <a:gd name="connsiteY55-16908" fmla="*/ 4353 h 10000"/>
              <a:gd name="connsiteX56-16909" fmla="*/ 4705 w 10000"/>
              <a:gd name="connsiteY56-16910" fmla="*/ 3932 h 10000"/>
              <a:gd name="connsiteX57-16911" fmla="*/ 5075 w 10000"/>
              <a:gd name="connsiteY57-16912" fmla="*/ 3932 h 10000"/>
              <a:gd name="connsiteX58-16913" fmla="*/ 5364 w 10000"/>
              <a:gd name="connsiteY58-16914" fmla="*/ 3446 h 10000"/>
              <a:gd name="connsiteX59-16915" fmla="*/ 5720 w 10000"/>
              <a:gd name="connsiteY59-16916" fmla="*/ 3446 h 10000"/>
              <a:gd name="connsiteX60-16917" fmla="*/ 5940 w 10000"/>
              <a:gd name="connsiteY60-16918" fmla="*/ 3446 h 10000"/>
              <a:gd name="connsiteX61-16919" fmla="*/ 6228 w 10000"/>
              <a:gd name="connsiteY61-16920" fmla="*/ 3027 h 10000"/>
              <a:gd name="connsiteX62-16921" fmla="*/ 6447 w 10000"/>
              <a:gd name="connsiteY62-16922" fmla="*/ 3027 h 10000"/>
              <a:gd name="connsiteX63-16923" fmla="*/ 6804 w 10000"/>
              <a:gd name="connsiteY63-16924" fmla="*/ 2625 h 10000"/>
              <a:gd name="connsiteX64-16925" fmla="*/ 7174 w 10000"/>
              <a:gd name="connsiteY64-16926" fmla="*/ 2625 h 10000"/>
              <a:gd name="connsiteX65-16927" fmla="*/ 7462 w 10000"/>
              <a:gd name="connsiteY65-16928" fmla="*/ 2125 h 10000"/>
              <a:gd name="connsiteX66-16929" fmla="*/ 7750 w 10000"/>
              <a:gd name="connsiteY66-16930" fmla="*/ 2125 h 10000"/>
              <a:gd name="connsiteX67-16931" fmla="*/ 7901 w 10000"/>
              <a:gd name="connsiteY67-16932" fmla="*/ 1731 h 10000"/>
              <a:gd name="connsiteX68-16933" fmla="*/ 8038 w 10000"/>
              <a:gd name="connsiteY68-16934" fmla="*/ 1315 h 10000"/>
              <a:gd name="connsiteX69-16935" fmla="*/ 8189 w 10000"/>
              <a:gd name="connsiteY69-16936" fmla="*/ 1315 h 10000"/>
              <a:gd name="connsiteX70-16937" fmla="*/ 8189 w 10000"/>
              <a:gd name="connsiteY70-16938" fmla="*/ 909 h 10000"/>
              <a:gd name="connsiteX71-16939" fmla="*/ 8189 w 10000"/>
              <a:gd name="connsiteY71-16940" fmla="*/ 909 h 10000"/>
              <a:gd name="connsiteX0-16941" fmla="*/ 8189 w 10000"/>
              <a:gd name="connsiteY0-16942" fmla="*/ 909 h 10000"/>
              <a:gd name="connsiteX1-16943" fmla="*/ 8258 w 10000"/>
              <a:gd name="connsiteY1-16944" fmla="*/ 410 h 10000"/>
              <a:gd name="connsiteX2-16945" fmla="*/ 8409 w 10000"/>
              <a:gd name="connsiteY2-16946" fmla="*/ 410 h 10000"/>
              <a:gd name="connsiteX3-16947" fmla="*/ 8477 w 10000"/>
              <a:gd name="connsiteY3-16948" fmla="*/ 0 h 10000"/>
              <a:gd name="connsiteX4-16949" fmla="*/ 8546 w 10000"/>
              <a:gd name="connsiteY4-16950" fmla="*/ 0 h 10000"/>
              <a:gd name="connsiteX5-16951" fmla="*/ 8697 w 10000"/>
              <a:gd name="connsiteY5-16952" fmla="*/ 410 h 10000"/>
              <a:gd name="connsiteX6-16953" fmla="*/ 8916 w 10000"/>
              <a:gd name="connsiteY6-16954" fmla="*/ 909 h 10000"/>
              <a:gd name="connsiteX7-16955" fmla="*/ 8985 w 10000"/>
              <a:gd name="connsiteY7-16956" fmla="*/ 1315 h 10000"/>
              <a:gd name="connsiteX8-16957" fmla="*/ 9122 w 10000"/>
              <a:gd name="connsiteY8-16958" fmla="*/ 2125 h 10000"/>
              <a:gd name="connsiteX9-16959" fmla="*/ 9204 w 10000"/>
              <a:gd name="connsiteY9-16960" fmla="*/ 2625 h 10000"/>
              <a:gd name="connsiteX10-16961" fmla="*/ 9342 w 10000"/>
              <a:gd name="connsiteY10-16962" fmla="*/ 3027 h 10000"/>
              <a:gd name="connsiteX11-16963" fmla="*/ 9492 w 10000"/>
              <a:gd name="connsiteY11-16964" fmla="*/ 3932 h 10000"/>
              <a:gd name="connsiteX12-16965" fmla="*/ 9630 w 10000"/>
              <a:gd name="connsiteY12-16966" fmla="*/ 4353 h 10000"/>
              <a:gd name="connsiteX13-16967" fmla="*/ 9712 w 10000"/>
              <a:gd name="connsiteY13-16968" fmla="*/ 5165 h 10000"/>
              <a:gd name="connsiteX14-16969" fmla="*/ 9849 w 10000"/>
              <a:gd name="connsiteY14-16970" fmla="*/ 5653 h 10000"/>
              <a:gd name="connsiteX15-16971" fmla="*/ 9918 w 10000"/>
              <a:gd name="connsiteY15-16972" fmla="*/ 6065 h 10000"/>
              <a:gd name="connsiteX16-16973" fmla="*/ 9918 w 10000"/>
              <a:gd name="connsiteY16-16974" fmla="*/ 6473 h 10000"/>
              <a:gd name="connsiteX17-16975" fmla="*/ 10000 w 10000"/>
              <a:gd name="connsiteY17-16976" fmla="*/ 6473 h 10000"/>
              <a:gd name="connsiteX18-16977" fmla="*/ 10000 w 10000"/>
              <a:gd name="connsiteY18-16978" fmla="*/ 6974 h 10000"/>
              <a:gd name="connsiteX19-16979" fmla="*/ 8409 w 10000"/>
              <a:gd name="connsiteY19-16980" fmla="*/ 6473 h 10000"/>
              <a:gd name="connsiteX20-16981" fmla="*/ 8409 w 10000"/>
              <a:gd name="connsiteY20-16982" fmla="*/ 6065 h 10000"/>
              <a:gd name="connsiteX21-16983" fmla="*/ 8409 w 10000"/>
              <a:gd name="connsiteY21-16984" fmla="*/ 5653 h 10000"/>
              <a:gd name="connsiteX22-16985" fmla="*/ 8326 w 10000"/>
              <a:gd name="connsiteY22-16986" fmla="*/ 5653 h 10000"/>
              <a:gd name="connsiteX23-16987" fmla="*/ 8258 w 10000"/>
              <a:gd name="connsiteY23-16988" fmla="*/ 5165 h 10000"/>
              <a:gd name="connsiteX24-16989" fmla="*/ 8258 w 10000"/>
              <a:gd name="connsiteY24-16990" fmla="*/ 5165 h 10000"/>
              <a:gd name="connsiteX25-16991" fmla="*/ 8107 w 10000"/>
              <a:gd name="connsiteY25-16992" fmla="*/ 5165 h 10000"/>
              <a:gd name="connsiteX26-16993" fmla="*/ 8038 w 10000"/>
              <a:gd name="connsiteY26-16994" fmla="*/ 5165 h 10000"/>
              <a:gd name="connsiteX27-16995" fmla="*/ 7970 w 10000"/>
              <a:gd name="connsiteY27-16996" fmla="*/ 5165 h 10000"/>
              <a:gd name="connsiteX28-16997" fmla="*/ 7819 w 10000"/>
              <a:gd name="connsiteY28-16998" fmla="*/ 5165 h 10000"/>
              <a:gd name="connsiteX29-16999" fmla="*/ 7682 w 10000"/>
              <a:gd name="connsiteY29-17000" fmla="*/ 5165 h 10000"/>
              <a:gd name="connsiteX30-17001" fmla="*/ 7462 w 10000"/>
              <a:gd name="connsiteY30-17002" fmla="*/ 5165 h 10000"/>
              <a:gd name="connsiteX31-17003" fmla="*/ 7311 w 10000"/>
              <a:gd name="connsiteY31-17004" fmla="*/ 5165 h 10000"/>
              <a:gd name="connsiteX32-17005" fmla="*/ 7092 w 10000"/>
              <a:gd name="connsiteY32-17006" fmla="*/ 5165 h 10000"/>
              <a:gd name="connsiteX33-17007" fmla="*/ 6804 w 10000"/>
              <a:gd name="connsiteY33-17008" fmla="*/ 5165 h 10000"/>
              <a:gd name="connsiteX34-17009" fmla="*/ 6516 w 10000"/>
              <a:gd name="connsiteY34-17010" fmla="*/ 5653 h 10000"/>
              <a:gd name="connsiteX35-17011" fmla="*/ 6228 w 10000"/>
              <a:gd name="connsiteY35-17012" fmla="*/ 5653 h 10000"/>
              <a:gd name="connsiteX36-17013" fmla="*/ 5871 w 10000"/>
              <a:gd name="connsiteY36-17014" fmla="*/ 6065 h 10000"/>
              <a:gd name="connsiteX37-17015" fmla="*/ 5144 w 10000"/>
              <a:gd name="connsiteY37-17016" fmla="*/ 6473 h 10000"/>
              <a:gd name="connsiteX38-17017" fmla="*/ 4417 w 10000"/>
              <a:gd name="connsiteY38-17018" fmla="*/ 7378 h 10000"/>
              <a:gd name="connsiteX39-17019" fmla="*/ 3690 w 10000"/>
              <a:gd name="connsiteY39-17020" fmla="*/ 7789 h 10000"/>
              <a:gd name="connsiteX40-17021" fmla="*/ 2963 w 10000"/>
              <a:gd name="connsiteY40-17022" fmla="*/ 8194 h 10000"/>
              <a:gd name="connsiteX41-17023" fmla="*/ 2167 w 10000"/>
              <a:gd name="connsiteY41-17024" fmla="*/ 8691 h 10000"/>
              <a:gd name="connsiteX42-17025" fmla="*/ 1454 w 10000"/>
              <a:gd name="connsiteY42-17026" fmla="*/ 9097 h 10000"/>
              <a:gd name="connsiteX43-17027" fmla="*/ 727 w 10000"/>
              <a:gd name="connsiteY43-17028" fmla="*/ 9512 h 10000"/>
              <a:gd name="connsiteX44-17029" fmla="*/ 0 w 10000"/>
              <a:gd name="connsiteY44-17030" fmla="*/ 10000 h 10000"/>
              <a:gd name="connsiteX45-17031" fmla="*/ 0 w 10000"/>
              <a:gd name="connsiteY45-17032" fmla="*/ 7378 h 10000"/>
              <a:gd name="connsiteX46-17033" fmla="*/ 576 w 10000"/>
              <a:gd name="connsiteY46-17034" fmla="*/ 6974 h 10000"/>
              <a:gd name="connsiteX47-17035" fmla="*/ 1152 w 10000"/>
              <a:gd name="connsiteY47-17036" fmla="*/ 6473 h 10000"/>
              <a:gd name="connsiteX48-17037" fmla="*/ 1660 w 10000"/>
              <a:gd name="connsiteY48-17038" fmla="*/ 6065 h 10000"/>
              <a:gd name="connsiteX49-17039" fmla="*/ 2167 w 10000"/>
              <a:gd name="connsiteY49-17040" fmla="*/ 5653 h 10000"/>
              <a:gd name="connsiteX50-17041" fmla="*/ 2675 w 10000"/>
              <a:gd name="connsiteY50-17042" fmla="*/ 5653 h 10000"/>
              <a:gd name="connsiteX51-17043" fmla="*/ 3114 w 10000"/>
              <a:gd name="connsiteY51-17044" fmla="*/ 5165 h 10000"/>
              <a:gd name="connsiteX52-17045" fmla="*/ 3553 w 10000"/>
              <a:gd name="connsiteY52-17046" fmla="*/ 4753 h 10000"/>
              <a:gd name="connsiteX53-17047" fmla="*/ 3978 w 10000"/>
              <a:gd name="connsiteY53-17048" fmla="*/ 4753 h 10000"/>
              <a:gd name="connsiteX54-17049" fmla="*/ 4348 w 10000"/>
              <a:gd name="connsiteY54-17050" fmla="*/ 4353 h 10000"/>
              <a:gd name="connsiteX55-17051" fmla="*/ 4705 w 10000"/>
              <a:gd name="connsiteY55-17052" fmla="*/ 3932 h 10000"/>
              <a:gd name="connsiteX56-17053" fmla="*/ 5075 w 10000"/>
              <a:gd name="connsiteY56-17054" fmla="*/ 3932 h 10000"/>
              <a:gd name="connsiteX57-17055" fmla="*/ 5364 w 10000"/>
              <a:gd name="connsiteY57-17056" fmla="*/ 3446 h 10000"/>
              <a:gd name="connsiteX58-17057" fmla="*/ 5720 w 10000"/>
              <a:gd name="connsiteY58-17058" fmla="*/ 3446 h 10000"/>
              <a:gd name="connsiteX59-17059" fmla="*/ 5940 w 10000"/>
              <a:gd name="connsiteY59-17060" fmla="*/ 3446 h 10000"/>
              <a:gd name="connsiteX60-17061" fmla="*/ 6228 w 10000"/>
              <a:gd name="connsiteY60-17062" fmla="*/ 3027 h 10000"/>
              <a:gd name="connsiteX61-17063" fmla="*/ 6447 w 10000"/>
              <a:gd name="connsiteY61-17064" fmla="*/ 3027 h 10000"/>
              <a:gd name="connsiteX62-17065" fmla="*/ 6804 w 10000"/>
              <a:gd name="connsiteY62-17066" fmla="*/ 2625 h 10000"/>
              <a:gd name="connsiteX63-17067" fmla="*/ 7174 w 10000"/>
              <a:gd name="connsiteY63-17068" fmla="*/ 2625 h 10000"/>
              <a:gd name="connsiteX64-17069" fmla="*/ 7462 w 10000"/>
              <a:gd name="connsiteY64-17070" fmla="*/ 2125 h 10000"/>
              <a:gd name="connsiteX65-17071" fmla="*/ 7750 w 10000"/>
              <a:gd name="connsiteY65-17072" fmla="*/ 2125 h 10000"/>
              <a:gd name="connsiteX66-17073" fmla="*/ 7901 w 10000"/>
              <a:gd name="connsiteY66-17074" fmla="*/ 1731 h 10000"/>
              <a:gd name="connsiteX67-17075" fmla="*/ 8038 w 10000"/>
              <a:gd name="connsiteY67-17076" fmla="*/ 1315 h 10000"/>
              <a:gd name="connsiteX68-17077" fmla="*/ 8189 w 10000"/>
              <a:gd name="connsiteY68-17078" fmla="*/ 1315 h 10000"/>
              <a:gd name="connsiteX69-17079" fmla="*/ 8189 w 10000"/>
              <a:gd name="connsiteY69-17080" fmla="*/ 909 h 10000"/>
              <a:gd name="connsiteX70-17081" fmla="*/ 8189 w 10000"/>
              <a:gd name="connsiteY70-17082" fmla="*/ 909 h 10000"/>
              <a:gd name="connsiteX0-17083" fmla="*/ 8189 w 10000"/>
              <a:gd name="connsiteY0-17084" fmla="*/ 909 h 10000"/>
              <a:gd name="connsiteX1-17085" fmla="*/ 8258 w 10000"/>
              <a:gd name="connsiteY1-17086" fmla="*/ 410 h 10000"/>
              <a:gd name="connsiteX2-17087" fmla="*/ 8409 w 10000"/>
              <a:gd name="connsiteY2-17088" fmla="*/ 410 h 10000"/>
              <a:gd name="connsiteX3-17089" fmla="*/ 8477 w 10000"/>
              <a:gd name="connsiteY3-17090" fmla="*/ 0 h 10000"/>
              <a:gd name="connsiteX4-17091" fmla="*/ 8546 w 10000"/>
              <a:gd name="connsiteY4-17092" fmla="*/ 0 h 10000"/>
              <a:gd name="connsiteX5-17093" fmla="*/ 8697 w 10000"/>
              <a:gd name="connsiteY5-17094" fmla="*/ 410 h 10000"/>
              <a:gd name="connsiteX6-17095" fmla="*/ 8916 w 10000"/>
              <a:gd name="connsiteY6-17096" fmla="*/ 909 h 10000"/>
              <a:gd name="connsiteX7-17097" fmla="*/ 8985 w 10000"/>
              <a:gd name="connsiteY7-17098" fmla="*/ 1315 h 10000"/>
              <a:gd name="connsiteX8-17099" fmla="*/ 9122 w 10000"/>
              <a:gd name="connsiteY8-17100" fmla="*/ 2125 h 10000"/>
              <a:gd name="connsiteX9-17101" fmla="*/ 9204 w 10000"/>
              <a:gd name="connsiteY9-17102" fmla="*/ 2625 h 10000"/>
              <a:gd name="connsiteX10-17103" fmla="*/ 9342 w 10000"/>
              <a:gd name="connsiteY10-17104" fmla="*/ 3027 h 10000"/>
              <a:gd name="connsiteX11-17105" fmla="*/ 9492 w 10000"/>
              <a:gd name="connsiteY11-17106" fmla="*/ 3932 h 10000"/>
              <a:gd name="connsiteX12-17107" fmla="*/ 9630 w 10000"/>
              <a:gd name="connsiteY12-17108" fmla="*/ 4353 h 10000"/>
              <a:gd name="connsiteX13-17109" fmla="*/ 9712 w 10000"/>
              <a:gd name="connsiteY13-17110" fmla="*/ 5165 h 10000"/>
              <a:gd name="connsiteX14-17111" fmla="*/ 9849 w 10000"/>
              <a:gd name="connsiteY14-17112" fmla="*/ 5653 h 10000"/>
              <a:gd name="connsiteX15-17113" fmla="*/ 9918 w 10000"/>
              <a:gd name="connsiteY15-17114" fmla="*/ 6065 h 10000"/>
              <a:gd name="connsiteX16-17115" fmla="*/ 9918 w 10000"/>
              <a:gd name="connsiteY16-17116" fmla="*/ 6473 h 10000"/>
              <a:gd name="connsiteX17-17117" fmla="*/ 10000 w 10000"/>
              <a:gd name="connsiteY17-17118" fmla="*/ 6473 h 10000"/>
              <a:gd name="connsiteX18-17119" fmla="*/ 8409 w 10000"/>
              <a:gd name="connsiteY18-17120" fmla="*/ 6473 h 10000"/>
              <a:gd name="connsiteX19-17121" fmla="*/ 8409 w 10000"/>
              <a:gd name="connsiteY19-17122" fmla="*/ 6065 h 10000"/>
              <a:gd name="connsiteX20-17123" fmla="*/ 8409 w 10000"/>
              <a:gd name="connsiteY20-17124" fmla="*/ 5653 h 10000"/>
              <a:gd name="connsiteX21-17125" fmla="*/ 8326 w 10000"/>
              <a:gd name="connsiteY21-17126" fmla="*/ 5653 h 10000"/>
              <a:gd name="connsiteX22-17127" fmla="*/ 8258 w 10000"/>
              <a:gd name="connsiteY22-17128" fmla="*/ 5165 h 10000"/>
              <a:gd name="connsiteX23-17129" fmla="*/ 8258 w 10000"/>
              <a:gd name="connsiteY23-17130" fmla="*/ 5165 h 10000"/>
              <a:gd name="connsiteX24-17131" fmla="*/ 8107 w 10000"/>
              <a:gd name="connsiteY24-17132" fmla="*/ 5165 h 10000"/>
              <a:gd name="connsiteX25-17133" fmla="*/ 8038 w 10000"/>
              <a:gd name="connsiteY25-17134" fmla="*/ 5165 h 10000"/>
              <a:gd name="connsiteX26-17135" fmla="*/ 7970 w 10000"/>
              <a:gd name="connsiteY26-17136" fmla="*/ 5165 h 10000"/>
              <a:gd name="connsiteX27-17137" fmla="*/ 7819 w 10000"/>
              <a:gd name="connsiteY27-17138" fmla="*/ 5165 h 10000"/>
              <a:gd name="connsiteX28-17139" fmla="*/ 7682 w 10000"/>
              <a:gd name="connsiteY28-17140" fmla="*/ 5165 h 10000"/>
              <a:gd name="connsiteX29-17141" fmla="*/ 7462 w 10000"/>
              <a:gd name="connsiteY29-17142" fmla="*/ 5165 h 10000"/>
              <a:gd name="connsiteX30-17143" fmla="*/ 7311 w 10000"/>
              <a:gd name="connsiteY30-17144" fmla="*/ 5165 h 10000"/>
              <a:gd name="connsiteX31-17145" fmla="*/ 7092 w 10000"/>
              <a:gd name="connsiteY31-17146" fmla="*/ 5165 h 10000"/>
              <a:gd name="connsiteX32-17147" fmla="*/ 6804 w 10000"/>
              <a:gd name="connsiteY32-17148" fmla="*/ 5165 h 10000"/>
              <a:gd name="connsiteX33-17149" fmla="*/ 6516 w 10000"/>
              <a:gd name="connsiteY33-17150" fmla="*/ 5653 h 10000"/>
              <a:gd name="connsiteX34-17151" fmla="*/ 6228 w 10000"/>
              <a:gd name="connsiteY34-17152" fmla="*/ 5653 h 10000"/>
              <a:gd name="connsiteX35-17153" fmla="*/ 5871 w 10000"/>
              <a:gd name="connsiteY35-17154" fmla="*/ 6065 h 10000"/>
              <a:gd name="connsiteX36-17155" fmla="*/ 5144 w 10000"/>
              <a:gd name="connsiteY36-17156" fmla="*/ 6473 h 10000"/>
              <a:gd name="connsiteX37-17157" fmla="*/ 4417 w 10000"/>
              <a:gd name="connsiteY37-17158" fmla="*/ 7378 h 10000"/>
              <a:gd name="connsiteX38-17159" fmla="*/ 3690 w 10000"/>
              <a:gd name="connsiteY38-17160" fmla="*/ 7789 h 10000"/>
              <a:gd name="connsiteX39-17161" fmla="*/ 2963 w 10000"/>
              <a:gd name="connsiteY39-17162" fmla="*/ 8194 h 10000"/>
              <a:gd name="connsiteX40-17163" fmla="*/ 2167 w 10000"/>
              <a:gd name="connsiteY40-17164" fmla="*/ 8691 h 10000"/>
              <a:gd name="connsiteX41-17165" fmla="*/ 1454 w 10000"/>
              <a:gd name="connsiteY41-17166" fmla="*/ 9097 h 10000"/>
              <a:gd name="connsiteX42-17167" fmla="*/ 727 w 10000"/>
              <a:gd name="connsiteY42-17168" fmla="*/ 9512 h 10000"/>
              <a:gd name="connsiteX43-17169" fmla="*/ 0 w 10000"/>
              <a:gd name="connsiteY43-17170" fmla="*/ 10000 h 10000"/>
              <a:gd name="connsiteX44-17171" fmla="*/ 0 w 10000"/>
              <a:gd name="connsiteY44-17172" fmla="*/ 7378 h 10000"/>
              <a:gd name="connsiteX45-17173" fmla="*/ 576 w 10000"/>
              <a:gd name="connsiteY45-17174" fmla="*/ 6974 h 10000"/>
              <a:gd name="connsiteX46-17175" fmla="*/ 1152 w 10000"/>
              <a:gd name="connsiteY46-17176" fmla="*/ 6473 h 10000"/>
              <a:gd name="connsiteX47-17177" fmla="*/ 1660 w 10000"/>
              <a:gd name="connsiteY47-17178" fmla="*/ 6065 h 10000"/>
              <a:gd name="connsiteX48-17179" fmla="*/ 2167 w 10000"/>
              <a:gd name="connsiteY48-17180" fmla="*/ 5653 h 10000"/>
              <a:gd name="connsiteX49-17181" fmla="*/ 2675 w 10000"/>
              <a:gd name="connsiteY49-17182" fmla="*/ 5653 h 10000"/>
              <a:gd name="connsiteX50-17183" fmla="*/ 3114 w 10000"/>
              <a:gd name="connsiteY50-17184" fmla="*/ 5165 h 10000"/>
              <a:gd name="connsiteX51-17185" fmla="*/ 3553 w 10000"/>
              <a:gd name="connsiteY51-17186" fmla="*/ 4753 h 10000"/>
              <a:gd name="connsiteX52-17187" fmla="*/ 3978 w 10000"/>
              <a:gd name="connsiteY52-17188" fmla="*/ 4753 h 10000"/>
              <a:gd name="connsiteX53-17189" fmla="*/ 4348 w 10000"/>
              <a:gd name="connsiteY53-17190" fmla="*/ 4353 h 10000"/>
              <a:gd name="connsiteX54-17191" fmla="*/ 4705 w 10000"/>
              <a:gd name="connsiteY54-17192" fmla="*/ 3932 h 10000"/>
              <a:gd name="connsiteX55-17193" fmla="*/ 5075 w 10000"/>
              <a:gd name="connsiteY55-17194" fmla="*/ 3932 h 10000"/>
              <a:gd name="connsiteX56-17195" fmla="*/ 5364 w 10000"/>
              <a:gd name="connsiteY56-17196" fmla="*/ 3446 h 10000"/>
              <a:gd name="connsiteX57-17197" fmla="*/ 5720 w 10000"/>
              <a:gd name="connsiteY57-17198" fmla="*/ 3446 h 10000"/>
              <a:gd name="connsiteX58-17199" fmla="*/ 5940 w 10000"/>
              <a:gd name="connsiteY58-17200" fmla="*/ 3446 h 10000"/>
              <a:gd name="connsiteX59-17201" fmla="*/ 6228 w 10000"/>
              <a:gd name="connsiteY59-17202" fmla="*/ 3027 h 10000"/>
              <a:gd name="connsiteX60-17203" fmla="*/ 6447 w 10000"/>
              <a:gd name="connsiteY60-17204" fmla="*/ 3027 h 10000"/>
              <a:gd name="connsiteX61-17205" fmla="*/ 6804 w 10000"/>
              <a:gd name="connsiteY61-17206" fmla="*/ 2625 h 10000"/>
              <a:gd name="connsiteX62-17207" fmla="*/ 7174 w 10000"/>
              <a:gd name="connsiteY62-17208" fmla="*/ 2625 h 10000"/>
              <a:gd name="connsiteX63-17209" fmla="*/ 7462 w 10000"/>
              <a:gd name="connsiteY63-17210" fmla="*/ 2125 h 10000"/>
              <a:gd name="connsiteX64-17211" fmla="*/ 7750 w 10000"/>
              <a:gd name="connsiteY64-17212" fmla="*/ 2125 h 10000"/>
              <a:gd name="connsiteX65-17213" fmla="*/ 7901 w 10000"/>
              <a:gd name="connsiteY65-17214" fmla="*/ 1731 h 10000"/>
              <a:gd name="connsiteX66-17215" fmla="*/ 8038 w 10000"/>
              <a:gd name="connsiteY66-17216" fmla="*/ 1315 h 10000"/>
              <a:gd name="connsiteX67-17217" fmla="*/ 8189 w 10000"/>
              <a:gd name="connsiteY67-17218" fmla="*/ 1315 h 10000"/>
              <a:gd name="connsiteX68-17219" fmla="*/ 8189 w 10000"/>
              <a:gd name="connsiteY68-17220" fmla="*/ 909 h 10000"/>
              <a:gd name="connsiteX69-17221" fmla="*/ 8189 w 10000"/>
              <a:gd name="connsiteY69-17222" fmla="*/ 909 h 10000"/>
              <a:gd name="connsiteX0-17223" fmla="*/ 8189 w 9918"/>
              <a:gd name="connsiteY0-17224" fmla="*/ 909 h 10000"/>
              <a:gd name="connsiteX1-17225" fmla="*/ 8258 w 9918"/>
              <a:gd name="connsiteY1-17226" fmla="*/ 410 h 10000"/>
              <a:gd name="connsiteX2-17227" fmla="*/ 8409 w 9918"/>
              <a:gd name="connsiteY2-17228" fmla="*/ 410 h 10000"/>
              <a:gd name="connsiteX3-17229" fmla="*/ 8477 w 9918"/>
              <a:gd name="connsiteY3-17230" fmla="*/ 0 h 10000"/>
              <a:gd name="connsiteX4-17231" fmla="*/ 8546 w 9918"/>
              <a:gd name="connsiteY4-17232" fmla="*/ 0 h 10000"/>
              <a:gd name="connsiteX5-17233" fmla="*/ 8697 w 9918"/>
              <a:gd name="connsiteY5-17234" fmla="*/ 410 h 10000"/>
              <a:gd name="connsiteX6-17235" fmla="*/ 8916 w 9918"/>
              <a:gd name="connsiteY6-17236" fmla="*/ 909 h 10000"/>
              <a:gd name="connsiteX7-17237" fmla="*/ 8985 w 9918"/>
              <a:gd name="connsiteY7-17238" fmla="*/ 1315 h 10000"/>
              <a:gd name="connsiteX8-17239" fmla="*/ 9122 w 9918"/>
              <a:gd name="connsiteY8-17240" fmla="*/ 2125 h 10000"/>
              <a:gd name="connsiteX9-17241" fmla="*/ 9204 w 9918"/>
              <a:gd name="connsiteY9-17242" fmla="*/ 2625 h 10000"/>
              <a:gd name="connsiteX10-17243" fmla="*/ 9342 w 9918"/>
              <a:gd name="connsiteY10-17244" fmla="*/ 3027 h 10000"/>
              <a:gd name="connsiteX11-17245" fmla="*/ 9492 w 9918"/>
              <a:gd name="connsiteY11-17246" fmla="*/ 3932 h 10000"/>
              <a:gd name="connsiteX12-17247" fmla="*/ 9630 w 9918"/>
              <a:gd name="connsiteY12-17248" fmla="*/ 4353 h 10000"/>
              <a:gd name="connsiteX13-17249" fmla="*/ 9712 w 9918"/>
              <a:gd name="connsiteY13-17250" fmla="*/ 5165 h 10000"/>
              <a:gd name="connsiteX14-17251" fmla="*/ 9849 w 9918"/>
              <a:gd name="connsiteY14-17252" fmla="*/ 5653 h 10000"/>
              <a:gd name="connsiteX15-17253" fmla="*/ 9918 w 9918"/>
              <a:gd name="connsiteY15-17254" fmla="*/ 6065 h 10000"/>
              <a:gd name="connsiteX16-17255" fmla="*/ 9918 w 9918"/>
              <a:gd name="connsiteY16-17256" fmla="*/ 6473 h 10000"/>
              <a:gd name="connsiteX17-17257" fmla="*/ 8409 w 9918"/>
              <a:gd name="connsiteY17-17258" fmla="*/ 6473 h 10000"/>
              <a:gd name="connsiteX18-17259" fmla="*/ 8409 w 9918"/>
              <a:gd name="connsiteY18-17260" fmla="*/ 6065 h 10000"/>
              <a:gd name="connsiteX19-17261" fmla="*/ 8409 w 9918"/>
              <a:gd name="connsiteY19-17262" fmla="*/ 5653 h 10000"/>
              <a:gd name="connsiteX20-17263" fmla="*/ 8326 w 9918"/>
              <a:gd name="connsiteY20-17264" fmla="*/ 5653 h 10000"/>
              <a:gd name="connsiteX21-17265" fmla="*/ 8258 w 9918"/>
              <a:gd name="connsiteY21-17266" fmla="*/ 5165 h 10000"/>
              <a:gd name="connsiteX22-17267" fmla="*/ 8258 w 9918"/>
              <a:gd name="connsiteY22-17268" fmla="*/ 5165 h 10000"/>
              <a:gd name="connsiteX23-17269" fmla="*/ 8107 w 9918"/>
              <a:gd name="connsiteY23-17270" fmla="*/ 5165 h 10000"/>
              <a:gd name="connsiteX24-17271" fmla="*/ 8038 w 9918"/>
              <a:gd name="connsiteY24-17272" fmla="*/ 5165 h 10000"/>
              <a:gd name="connsiteX25-17273" fmla="*/ 7970 w 9918"/>
              <a:gd name="connsiteY25-17274" fmla="*/ 5165 h 10000"/>
              <a:gd name="connsiteX26-17275" fmla="*/ 7819 w 9918"/>
              <a:gd name="connsiteY26-17276" fmla="*/ 5165 h 10000"/>
              <a:gd name="connsiteX27-17277" fmla="*/ 7682 w 9918"/>
              <a:gd name="connsiteY27-17278" fmla="*/ 5165 h 10000"/>
              <a:gd name="connsiteX28-17279" fmla="*/ 7462 w 9918"/>
              <a:gd name="connsiteY28-17280" fmla="*/ 5165 h 10000"/>
              <a:gd name="connsiteX29-17281" fmla="*/ 7311 w 9918"/>
              <a:gd name="connsiteY29-17282" fmla="*/ 5165 h 10000"/>
              <a:gd name="connsiteX30-17283" fmla="*/ 7092 w 9918"/>
              <a:gd name="connsiteY30-17284" fmla="*/ 5165 h 10000"/>
              <a:gd name="connsiteX31-17285" fmla="*/ 6804 w 9918"/>
              <a:gd name="connsiteY31-17286" fmla="*/ 5165 h 10000"/>
              <a:gd name="connsiteX32-17287" fmla="*/ 6516 w 9918"/>
              <a:gd name="connsiteY32-17288" fmla="*/ 5653 h 10000"/>
              <a:gd name="connsiteX33-17289" fmla="*/ 6228 w 9918"/>
              <a:gd name="connsiteY33-17290" fmla="*/ 5653 h 10000"/>
              <a:gd name="connsiteX34-17291" fmla="*/ 5871 w 9918"/>
              <a:gd name="connsiteY34-17292" fmla="*/ 6065 h 10000"/>
              <a:gd name="connsiteX35-17293" fmla="*/ 5144 w 9918"/>
              <a:gd name="connsiteY35-17294" fmla="*/ 6473 h 10000"/>
              <a:gd name="connsiteX36-17295" fmla="*/ 4417 w 9918"/>
              <a:gd name="connsiteY36-17296" fmla="*/ 7378 h 10000"/>
              <a:gd name="connsiteX37-17297" fmla="*/ 3690 w 9918"/>
              <a:gd name="connsiteY37-17298" fmla="*/ 7789 h 10000"/>
              <a:gd name="connsiteX38-17299" fmla="*/ 2963 w 9918"/>
              <a:gd name="connsiteY38-17300" fmla="*/ 8194 h 10000"/>
              <a:gd name="connsiteX39-17301" fmla="*/ 2167 w 9918"/>
              <a:gd name="connsiteY39-17302" fmla="*/ 8691 h 10000"/>
              <a:gd name="connsiteX40-17303" fmla="*/ 1454 w 9918"/>
              <a:gd name="connsiteY40-17304" fmla="*/ 9097 h 10000"/>
              <a:gd name="connsiteX41-17305" fmla="*/ 727 w 9918"/>
              <a:gd name="connsiteY41-17306" fmla="*/ 9512 h 10000"/>
              <a:gd name="connsiteX42-17307" fmla="*/ 0 w 9918"/>
              <a:gd name="connsiteY42-17308" fmla="*/ 10000 h 10000"/>
              <a:gd name="connsiteX43-17309" fmla="*/ 0 w 9918"/>
              <a:gd name="connsiteY43-17310" fmla="*/ 7378 h 10000"/>
              <a:gd name="connsiteX44-17311" fmla="*/ 576 w 9918"/>
              <a:gd name="connsiteY44-17312" fmla="*/ 6974 h 10000"/>
              <a:gd name="connsiteX45-17313" fmla="*/ 1152 w 9918"/>
              <a:gd name="connsiteY45-17314" fmla="*/ 6473 h 10000"/>
              <a:gd name="connsiteX46-17315" fmla="*/ 1660 w 9918"/>
              <a:gd name="connsiteY46-17316" fmla="*/ 6065 h 10000"/>
              <a:gd name="connsiteX47-17317" fmla="*/ 2167 w 9918"/>
              <a:gd name="connsiteY47-17318" fmla="*/ 5653 h 10000"/>
              <a:gd name="connsiteX48-17319" fmla="*/ 2675 w 9918"/>
              <a:gd name="connsiteY48-17320" fmla="*/ 5653 h 10000"/>
              <a:gd name="connsiteX49-17321" fmla="*/ 3114 w 9918"/>
              <a:gd name="connsiteY49-17322" fmla="*/ 5165 h 10000"/>
              <a:gd name="connsiteX50-17323" fmla="*/ 3553 w 9918"/>
              <a:gd name="connsiteY50-17324" fmla="*/ 4753 h 10000"/>
              <a:gd name="connsiteX51-17325" fmla="*/ 3978 w 9918"/>
              <a:gd name="connsiteY51-17326" fmla="*/ 4753 h 10000"/>
              <a:gd name="connsiteX52-17327" fmla="*/ 4348 w 9918"/>
              <a:gd name="connsiteY52-17328" fmla="*/ 4353 h 10000"/>
              <a:gd name="connsiteX53-17329" fmla="*/ 4705 w 9918"/>
              <a:gd name="connsiteY53-17330" fmla="*/ 3932 h 10000"/>
              <a:gd name="connsiteX54-17331" fmla="*/ 5075 w 9918"/>
              <a:gd name="connsiteY54-17332" fmla="*/ 3932 h 10000"/>
              <a:gd name="connsiteX55-17333" fmla="*/ 5364 w 9918"/>
              <a:gd name="connsiteY55-17334" fmla="*/ 3446 h 10000"/>
              <a:gd name="connsiteX56-17335" fmla="*/ 5720 w 9918"/>
              <a:gd name="connsiteY56-17336" fmla="*/ 3446 h 10000"/>
              <a:gd name="connsiteX57-17337" fmla="*/ 5940 w 9918"/>
              <a:gd name="connsiteY57-17338" fmla="*/ 3446 h 10000"/>
              <a:gd name="connsiteX58-17339" fmla="*/ 6228 w 9918"/>
              <a:gd name="connsiteY58-17340" fmla="*/ 3027 h 10000"/>
              <a:gd name="connsiteX59-17341" fmla="*/ 6447 w 9918"/>
              <a:gd name="connsiteY59-17342" fmla="*/ 3027 h 10000"/>
              <a:gd name="connsiteX60-17343" fmla="*/ 6804 w 9918"/>
              <a:gd name="connsiteY60-17344" fmla="*/ 2625 h 10000"/>
              <a:gd name="connsiteX61-17345" fmla="*/ 7174 w 9918"/>
              <a:gd name="connsiteY61-17346" fmla="*/ 2625 h 10000"/>
              <a:gd name="connsiteX62-17347" fmla="*/ 7462 w 9918"/>
              <a:gd name="connsiteY62-17348" fmla="*/ 2125 h 10000"/>
              <a:gd name="connsiteX63-17349" fmla="*/ 7750 w 9918"/>
              <a:gd name="connsiteY63-17350" fmla="*/ 2125 h 10000"/>
              <a:gd name="connsiteX64-17351" fmla="*/ 7901 w 9918"/>
              <a:gd name="connsiteY64-17352" fmla="*/ 1731 h 10000"/>
              <a:gd name="connsiteX65-17353" fmla="*/ 8038 w 9918"/>
              <a:gd name="connsiteY65-17354" fmla="*/ 1315 h 10000"/>
              <a:gd name="connsiteX66-17355" fmla="*/ 8189 w 9918"/>
              <a:gd name="connsiteY66-17356" fmla="*/ 1315 h 10000"/>
              <a:gd name="connsiteX67-17357" fmla="*/ 8189 w 9918"/>
              <a:gd name="connsiteY67-17358" fmla="*/ 909 h 10000"/>
              <a:gd name="connsiteX68-17359" fmla="*/ 8189 w 9918"/>
              <a:gd name="connsiteY68-17360" fmla="*/ 909 h 10000"/>
              <a:gd name="connsiteX0-17361" fmla="*/ 8257 w 10000"/>
              <a:gd name="connsiteY0-17362" fmla="*/ 909 h 10000"/>
              <a:gd name="connsiteX1-17363" fmla="*/ 8326 w 10000"/>
              <a:gd name="connsiteY1-17364" fmla="*/ 410 h 10000"/>
              <a:gd name="connsiteX2-17365" fmla="*/ 8479 w 10000"/>
              <a:gd name="connsiteY2-17366" fmla="*/ 410 h 10000"/>
              <a:gd name="connsiteX3-17367" fmla="*/ 8547 w 10000"/>
              <a:gd name="connsiteY3-17368" fmla="*/ 0 h 10000"/>
              <a:gd name="connsiteX4-17369" fmla="*/ 8617 w 10000"/>
              <a:gd name="connsiteY4-17370" fmla="*/ 0 h 10000"/>
              <a:gd name="connsiteX5-17371" fmla="*/ 8769 w 10000"/>
              <a:gd name="connsiteY5-17372" fmla="*/ 410 h 10000"/>
              <a:gd name="connsiteX6-17373" fmla="*/ 8990 w 10000"/>
              <a:gd name="connsiteY6-17374" fmla="*/ 909 h 10000"/>
              <a:gd name="connsiteX7-17375" fmla="*/ 9059 w 10000"/>
              <a:gd name="connsiteY7-17376" fmla="*/ 1315 h 10000"/>
              <a:gd name="connsiteX8-17377" fmla="*/ 9197 w 10000"/>
              <a:gd name="connsiteY8-17378" fmla="*/ 2125 h 10000"/>
              <a:gd name="connsiteX9-17379" fmla="*/ 9280 w 10000"/>
              <a:gd name="connsiteY9-17380" fmla="*/ 2625 h 10000"/>
              <a:gd name="connsiteX10-17381" fmla="*/ 9419 w 10000"/>
              <a:gd name="connsiteY10-17382" fmla="*/ 3027 h 10000"/>
              <a:gd name="connsiteX11-17383" fmla="*/ 9570 w 10000"/>
              <a:gd name="connsiteY11-17384" fmla="*/ 3932 h 10000"/>
              <a:gd name="connsiteX12-17385" fmla="*/ 9710 w 10000"/>
              <a:gd name="connsiteY12-17386" fmla="*/ 4353 h 10000"/>
              <a:gd name="connsiteX13-17387" fmla="*/ 9792 w 10000"/>
              <a:gd name="connsiteY13-17388" fmla="*/ 5165 h 10000"/>
              <a:gd name="connsiteX14-17389" fmla="*/ 9930 w 10000"/>
              <a:gd name="connsiteY14-17390" fmla="*/ 5653 h 10000"/>
              <a:gd name="connsiteX15-17391" fmla="*/ 10000 w 10000"/>
              <a:gd name="connsiteY15-17392" fmla="*/ 6065 h 10000"/>
              <a:gd name="connsiteX16-17393" fmla="*/ 8479 w 10000"/>
              <a:gd name="connsiteY16-17394" fmla="*/ 6473 h 10000"/>
              <a:gd name="connsiteX17-17395" fmla="*/ 8479 w 10000"/>
              <a:gd name="connsiteY17-17396" fmla="*/ 6065 h 10000"/>
              <a:gd name="connsiteX18-17397" fmla="*/ 8479 w 10000"/>
              <a:gd name="connsiteY18-17398" fmla="*/ 5653 h 10000"/>
              <a:gd name="connsiteX19-17399" fmla="*/ 8395 w 10000"/>
              <a:gd name="connsiteY19-17400" fmla="*/ 5653 h 10000"/>
              <a:gd name="connsiteX20-17401" fmla="*/ 8326 w 10000"/>
              <a:gd name="connsiteY20-17402" fmla="*/ 5165 h 10000"/>
              <a:gd name="connsiteX21-17403" fmla="*/ 8326 w 10000"/>
              <a:gd name="connsiteY21-17404" fmla="*/ 5165 h 10000"/>
              <a:gd name="connsiteX22-17405" fmla="*/ 8174 w 10000"/>
              <a:gd name="connsiteY22-17406" fmla="*/ 5165 h 10000"/>
              <a:gd name="connsiteX23-17407" fmla="*/ 8104 w 10000"/>
              <a:gd name="connsiteY23-17408" fmla="*/ 5165 h 10000"/>
              <a:gd name="connsiteX24-17409" fmla="*/ 8036 w 10000"/>
              <a:gd name="connsiteY24-17410" fmla="*/ 5165 h 10000"/>
              <a:gd name="connsiteX25-17411" fmla="*/ 7884 w 10000"/>
              <a:gd name="connsiteY25-17412" fmla="*/ 5165 h 10000"/>
              <a:gd name="connsiteX26-17413" fmla="*/ 7746 w 10000"/>
              <a:gd name="connsiteY26-17414" fmla="*/ 5165 h 10000"/>
              <a:gd name="connsiteX27-17415" fmla="*/ 7524 w 10000"/>
              <a:gd name="connsiteY27-17416" fmla="*/ 5165 h 10000"/>
              <a:gd name="connsiteX28-17417" fmla="*/ 7371 w 10000"/>
              <a:gd name="connsiteY28-17418" fmla="*/ 5165 h 10000"/>
              <a:gd name="connsiteX29-17419" fmla="*/ 7151 w 10000"/>
              <a:gd name="connsiteY29-17420" fmla="*/ 5165 h 10000"/>
              <a:gd name="connsiteX30-17421" fmla="*/ 6860 w 10000"/>
              <a:gd name="connsiteY30-17422" fmla="*/ 5165 h 10000"/>
              <a:gd name="connsiteX31-17423" fmla="*/ 6570 w 10000"/>
              <a:gd name="connsiteY31-17424" fmla="*/ 5653 h 10000"/>
              <a:gd name="connsiteX32-17425" fmla="*/ 6279 w 10000"/>
              <a:gd name="connsiteY32-17426" fmla="*/ 5653 h 10000"/>
              <a:gd name="connsiteX33-17427" fmla="*/ 5920 w 10000"/>
              <a:gd name="connsiteY33-17428" fmla="*/ 6065 h 10000"/>
              <a:gd name="connsiteX34-17429" fmla="*/ 5187 w 10000"/>
              <a:gd name="connsiteY34-17430" fmla="*/ 6473 h 10000"/>
              <a:gd name="connsiteX35-17431" fmla="*/ 4454 w 10000"/>
              <a:gd name="connsiteY35-17432" fmla="*/ 7378 h 10000"/>
              <a:gd name="connsiteX36-17433" fmla="*/ 3721 w 10000"/>
              <a:gd name="connsiteY36-17434" fmla="*/ 7789 h 10000"/>
              <a:gd name="connsiteX37-17435" fmla="*/ 2987 w 10000"/>
              <a:gd name="connsiteY37-17436" fmla="*/ 8194 h 10000"/>
              <a:gd name="connsiteX38-17437" fmla="*/ 2185 w 10000"/>
              <a:gd name="connsiteY38-17438" fmla="*/ 8691 h 10000"/>
              <a:gd name="connsiteX39-17439" fmla="*/ 1466 w 10000"/>
              <a:gd name="connsiteY39-17440" fmla="*/ 9097 h 10000"/>
              <a:gd name="connsiteX40-17441" fmla="*/ 733 w 10000"/>
              <a:gd name="connsiteY40-17442" fmla="*/ 9512 h 10000"/>
              <a:gd name="connsiteX41-17443" fmla="*/ 0 w 10000"/>
              <a:gd name="connsiteY41-17444" fmla="*/ 10000 h 10000"/>
              <a:gd name="connsiteX42-17445" fmla="*/ 0 w 10000"/>
              <a:gd name="connsiteY42-17446" fmla="*/ 7378 h 10000"/>
              <a:gd name="connsiteX43-17447" fmla="*/ 581 w 10000"/>
              <a:gd name="connsiteY43-17448" fmla="*/ 6974 h 10000"/>
              <a:gd name="connsiteX44-17449" fmla="*/ 1162 w 10000"/>
              <a:gd name="connsiteY44-17450" fmla="*/ 6473 h 10000"/>
              <a:gd name="connsiteX45-17451" fmla="*/ 1674 w 10000"/>
              <a:gd name="connsiteY45-17452" fmla="*/ 6065 h 10000"/>
              <a:gd name="connsiteX46-17453" fmla="*/ 2185 w 10000"/>
              <a:gd name="connsiteY46-17454" fmla="*/ 5653 h 10000"/>
              <a:gd name="connsiteX47-17455" fmla="*/ 2697 w 10000"/>
              <a:gd name="connsiteY47-17456" fmla="*/ 5653 h 10000"/>
              <a:gd name="connsiteX48-17457" fmla="*/ 3140 w 10000"/>
              <a:gd name="connsiteY48-17458" fmla="*/ 5165 h 10000"/>
              <a:gd name="connsiteX49-17459" fmla="*/ 3582 w 10000"/>
              <a:gd name="connsiteY49-17460" fmla="*/ 4753 h 10000"/>
              <a:gd name="connsiteX50-17461" fmla="*/ 4011 w 10000"/>
              <a:gd name="connsiteY50-17462" fmla="*/ 4753 h 10000"/>
              <a:gd name="connsiteX51-17463" fmla="*/ 4384 w 10000"/>
              <a:gd name="connsiteY51-17464" fmla="*/ 4353 h 10000"/>
              <a:gd name="connsiteX52-17465" fmla="*/ 4744 w 10000"/>
              <a:gd name="connsiteY52-17466" fmla="*/ 3932 h 10000"/>
              <a:gd name="connsiteX53-17467" fmla="*/ 5117 w 10000"/>
              <a:gd name="connsiteY53-17468" fmla="*/ 3932 h 10000"/>
              <a:gd name="connsiteX54-17469" fmla="*/ 5408 w 10000"/>
              <a:gd name="connsiteY54-17470" fmla="*/ 3446 h 10000"/>
              <a:gd name="connsiteX55-17471" fmla="*/ 5767 w 10000"/>
              <a:gd name="connsiteY55-17472" fmla="*/ 3446 h 10000"/>
              <a:gd name="connsiteX56-17473" fmla="*/ 5989 w 10000"/>
              <a:gd name="connsiteY56-17474" fmla="*/ 3446 h 10000"/>
              <a:gd name="connsiteX57-17475" fmla="*/ 6279 w 10000"/>
              <a:gd name="connsiteY57-17476" fmla="*/ 3027 h 10000"/>
              <a:gd name="connsiteX58-17477" fmla="*/ 6500 w 10000"/>
              <a:gd name="connsiteY58-17478" fmla="*/ 3027 h 10000"/>
              <a:gd name="connsiteX59-17479" fmla="*/ 6860 w 10000"/>
              <a:gd name="connsiteY59-17480" fmla="*/ 2625 h 10000"/>
              <a:gd name="connsiteX60-17481" fmla="*/ 7233 w 10000"/>
              <a:gd name="connsiteY60-17482" fmla="*/ 2625 h 10000"/>
              <a:gd name="connsiteX61-17483" fmla="*/ 7524 w 10000"/>
              <a:gd name="connsiteY61-17484" fmla="*/ 2125 h 10000"/>
              <a:gd name="connsiteX62-17485" fmla="*/ 7814 w 10000"/>
              <a:gd name="connsiteY62-17486" fmla="*/ 2125 h 10000"/>
              <a:gd name="connsiteX63-17487" fmla="*/ 7966 w 10000"/>
              <a:gd name="connsiteY63-17488" fmla="*/ 1731 h 10000"/>
              <a:gd name="connsiteX64-17489" fmla="*/ 8104 w 10000"/>
              <a:gd name="connsiteY64-17490" fmla="*/ 1315 h 10000"/>
              <a:gd name="connsiteX65-17491" fmla="*/ 8257 w 10000"/>
              <a:gd name="connsiteY65-17492" fmla="*/ 1315 h 10000"/>
              <a:gd name="connsiteX66-17493" fmla="*/ 8257 w 10000"/>
              <a:gd name="connsiteY66-17494" fmla="*/ 909 h 10000"/>
              <a:gd name="connsiteX67-17495" fmla="*/ 8257 w 10000"/>
              <a:gd name="connsiteY67-17496" fmla="*/ 909 h 10000"/>
              <a:gd name="connsiteX0-17497" fmla="*/ 8257 w 9930"/>
              <a:gd name="connsiteY0-17498" fmla="*/ 909 h 10000"/>
              <a:gd name="connsiteX1-17499" fmla="*/ 8326 w 9930"/>
              <a:gd name="connsiteY1-17500" fmla="*/ 410 h 10000"/>
              <a:gd name="connsiteX2-17501" fmla="*/ 8479 w 9930"/>
              <a:gd name="connsiteY2-17502" fmla="*/ 410 h 10000"/>
              <a:gd name="connsiteX3-17503" fmla="*/ 8547 w 9930"/>
              <a:gd name="connsiteY3-17504" fmla="*/ 0 h 10000"/>
              <a:gd name="connsiteX4-17505" fmla="*/ 8617 w 9930"/>
              <a:gd name="connsiteY4-17506" fmla="*/ 0 h 10000"/>
              <a:gd name="connsiteX5-17507" fmla="*/ 8769 w 9930"/>
              <a:gd name="connsiteY5-17508" fmla="*/ 410 h 10000"/>
              <a:gd name="connsiteX6-17509" fmla="*/ 8990 w 9930"/>
              <a:gd name="connsiteY6-17510" fmla="*/ 909 h 10000"/>
              <a:gd name="connsiteX7-17511" fmla="*/ 9059 w 9930"/>
              <a:gd name="connsiteY7-17512" fmla="*/ 1315 h 10000"/>
              <a:gd name="connsiteX8-17513" fmla="*/ 9197 w 9930"/>
              <a:gd name="connsiteY8-17514" fmla="*/ 2125 h 10000"/>
              <a:gd name="connsiteX9-17515" fmla="*/ 9280 w 9930"/>
              <a:gd name="connsiteY9-17516" fmla="*/ 2625 h 10000"/>
              <a:gd name="connsiteX10-17517" fmla="*/ 9419 w 9930"/>
              <a:gd name="connsiteY10-17518" fmla="*/ 3027 h 10000"/>
              <a:gd name="connsiteX11-17519" fmla="*/ 9570 w 9930"/>
              <a:gd name="connsiteY11-17520" fmla="*/ 3932 h 10000"/>
              <a:gd name="connsiteX12-17521" fmla="*/ 9710 w 9930"/>
              <a:gd name="connsiteY12-17522" fmla="*/ 4353 h 10000"/>
              <a:gd name="connsiteX13-17523" fmla="*/ 9792 w 9930"/>
              <a:gd name="connsiteY13-17524" fmla="*/ 5165 h 10000"/>
              <a:gd name="connsiteX14-17525" fmla="*/ 9930 w 9930"/>
              <a:gd name="connsiteY14-17526" fmla="*/ 5653 h 10000"/>
              <a:gd name="connsiteX15-17527" fmla="*/ 8479 w 9930"/>
              <a:gd name="connsiteY15-17528" fmla="*/ 6473 h 10000"/>
              <a:gd name="connsiteX16-17529" fmla="*/ 8479 w 9930"/>
              <a:gd name="connsiteY16-17530" fmla="*/ 6065 h 10000"/>
              <a:gd name="connsiteX17-17531" fmla="*/ 8479 w 9930"/>
              <a:gd name="connsiteY17-17532" fmla="*/ 5653 h 10000"/>
              <a:gd name="connsiteX18-17533" fmla="*/ 8395 w 9930"/>
              <a:gd name="connsiteY18-17534" fmla="*/ 5653 h 10000"/>
              <a:gd name="connsiteX19-17535" fmla="*/ 8326 w 9930"/>
              <a:gd name="connsiteY19-17536" fmla="*/ 5165 h 10000"/>
              <a:gd name="connsiteX20-17537" fmla="*/ 8326 w 9930"/>
              <a:gd name="connsiteY20-17538" fmla="*/ 5165 h 10000"/>
              <a:gd name="connsiteX21-17539" fmla="*/ 8174 w 9930"/>
              <a:gd name="connsiteY21-17540" fmla="*/ 5165 h 10000"/>
              <a:gd name="connsiteX22-17541" fmla="*/ 8104 w 9930"/>
              <a:gd name="connsiteY22-17542" fmla="*/ 5165 h 10000"/>
              <a:gd name="connsiteX23-17543" fmla="*/ 8036 w 9930"/>
              <a:gd name="connsiteY23-17544" fmla="*/ 5165 h 10000"/>
              <a:gd name="connsiteX24-17545" fmla="*/ 7884 w 9930"/>
              <a:gd name="connsiteY24-17546" fmla="*/ 5165 h 10000"/>
              <a:gd name="connsiteX25-17547" fmla="*/ 7746 w 9930"/>
              <a:gd name="connsiteY25-17548" fmla="*/ 5165 h 10000"/>
              <a:gd name="connsiteX26-17549" fmla="*/ 7524 w 9930"/>
              <a:gd name="connsiteY26-17550" fmla="*/ 5165 h 10000"/>
              <a:gd name="connsiteX27-17551" fmla="*/ 7371 w 9930"/>
              <a:gd name="connsiteY27-17552" fmla="*/ 5165 h 10000"/>
              <a:gd name="connsiteX28-17553" fmla="*/ 7151 w 9930"/>
              <a:gd name="connsiteY28-17554" fmla="*/ 5165 h 10000"/>
              <a:gd name="connsiteX29-17555" fmla="*/ 6860 w 9930"/>
              <a:gd name="connsiteY29-17556" fmla="*/ 5165 h 10000"/>
              <a:gd name="connsiteX30-17557" fmla="*/ 6570 w 9930"/>
              <a:gd name="connsiteY30-17558" fmla="*/ 5653 h 10000"/>
              <a:gd name="connsiteX31-17559" fmla="*/ 6279 w 9930"/>
              <a:gd name="connsiteY31-17560" fmla="*/ 5653 h 10000"/>
              <a:gd name="connsiteX32-17561" fmla="*/ 5920 w 9930"/>
              <a:gd name="connsiteY32-17562" fmla="*/ 6065 h 10000"/>
              <a:gd name="connsiteX33-17563" fmla="*/ 5187 w 9930"/>
              <a:gd name="connsiteY33-17564" fmla="*/ 6473 h 10000"/>
              <a:gd name="connsiteX34-17565" fmla="*/ 4454 w 9930"/>
              <a:gd name="connsiteY34-17566" fmla="*/ 7378 h 10000"/>
              <a:gd name="connsiteX35-17567" fmla="*/ 3721 w 9930"/>
              <a:gd name="connsiteY35-17568" fmla="*/ 7789 h 10000"/>
              <a:gd name="connsiteX36-17569" fmla="*/ 2987 w 9930"/>
              <a:gd name="connsiteY36-17570" fmla="*/ 8194 h 10000"/>
              <a:gd name="connsiteX37-17571" fmla="*/ 2185 w 9930"/>
              <a:gd name="connsiteY37-17572" fmla="*/ 8691 h 10000"/>
              <a:gd name="connsiteX38-17573" fmla="*/ 1466 w 9930"/>
              <a:gd name="connsiteY38-17574" fmla="*/ 9097 h 10000"/>
              <a:gd name="connsiteX39-17575" fmla="*/ 733 w 9930"/>
              <a:gd name="connsiteY39-17576" fmla="*/ 9512 h 10000"/>
              <a:gd name="connsiteX40-17577" fmla="*/ 0 w 9930"/>
              <a:gd name="connsiteY40-17578" fmla="*/ 10000 h 10000"/>
              <a:gd name="connsiteX41-17579" fmla="*/ 0 w 9930"/>
              <a:gd name="connsiteY41-17580" fmla="*/ 7378 h 10000"/>
              <a:gd name="connsiteX42-17581" fmla="*/ 581 w 9930"/>
              <a:gd name="connsiteY42-17582" fmla="*/ 6974 h 10000"/>
              <a:gd name="connsiteX43-17583" fmla="*/ 1162 w 9930"/>
              <a:gd name="connsiteY43-17584" fmla="*/ 6473 h 10000"/>
              <a:gd name="connsiteX44-17585" fmla="*/ 1674 w 9930"/>
              <a:gd name="connsiteY44-17586" fmla="*/ 6065 h 10000"/>
              <a:gd name="connsiteX45-17587" fmla="*/ 2185 w 9930"/>
              <a:gd name="connsiteY45-17588" fmla="*/ 5653 h 10000"/>
              <a:gd name="connsiteX46-17589" fmla="*/ 2697 w 9930"/>
              <a:gd name="connsiteY46-17590" fmla="*/ 5653 h 10000"/>
              <a:gd name="connsiteX47-17591" fmla="*/ 3140 w 9930"/>
              <a:gd name="connsiteY47-17592" fmla="*/ 5165 h 10000"/>
              <a:gd name="connsiteX48-17593" fmla="*/ 3582 w 9930"/>
              <a:gd name="connsiteY48-17594" fmla="*/ 4753 h 10000"/>
              <a:gd name="connsiteX49-17595" fmla="*/ 4011 w 9930"/>
              <a:gd name="connsiteY49-17596" fmla="*/ 4753 h 10000"/>
              <a:gd name="connsiteX50-17597" fmla="*/ 4384 w 9930"/>
              <a:gd name="connsiteY50-17598" fmla="*/ 4353 h 10000"/>
              <a:gd name="connsiteX51-17599" fmla="*/ 4744 w 9930"/>
              <a:gd name="connsiteY51-17600" fmla="*/ 3932 h 10000"/>
              <a:gd name="connsiteX52-17601" fmla="*/ 5117 w 9930"/>
              <a:gd name="connsiteY52-17602" fmla="*/ 3932 h 10000"/>
              <a:gd name="connsiteX53-17603" fmla="*/ 5408 w 9930"/>
              <a:gd name="connsiteY53-17604" fmla="*/ 3446 h 10000"/>
              <a:gd name="connsiteX54-17605" fmla="*/ 5767 w 9930"/>
              <a:gd name="connsiteY54-17606" fmla="*/ 3446 h 10000"/>
              <a:gd name="connsiteX55-17607" fmla="*/ 5989 w 9930"/>
              <a:gd name="connsiteY55-17608" fmla="*/ 3446 h 10000"/>
              <a:gd name="connsiteX56-17609" fmla="*/ 6279 w 9930"/>
              <a:gd name="connsiteY56-17610" fmla="*/ 3027 h 10000"/>
              <a:gd name="connsiteX57-17611" fmla="*/ 6500 w 9930"/>
              <a:gd name="connsiteY57-17612" fmla="*/ 3027 h 10000"/>
              <a:gd name="connsiteX58-17613" fmla="*/ 6860 w 9930"/>
              <a:gd name="connsiteY58-17614" fmla="*/ 2625 h 10000"/>
              <a:gd name="connsiteX59-17615" fmla="*/ 7233 w 9930"/>
              <a:gd name="connsiteY59-17616" fmla="*/ 2625 h 10000"/>
              <a:gd name="connsiteX60-17617" fmla="*/ 7524 w 9930"/>
              <a:gd name="connsiteY60-17618" fmla="*/ 2125 h 10000"/>
              <a:gd name="connsiteX61-17619" fmla="*/ 7814 w 9930"/>
              <a:gd name="connsiteY61-17620" fmla="*/ 2125 h 10000"/>
              <a:gd name="connsiteX62-17621" fmla="*/ 7966 w 9930"/>
              <a:gd name="connsiteY62-17622" fmla="*/ 1731 h 10000"/>
              <a:gd name="connsiteX63-17623" fmla="*/ 8104 w 9930"/>
              <a:gd name="connsiteY63-17624" fmla="*/ 1315 h 10000"/>
              <a:gd name="connsiteX64-17625" fmla="*/ 8257 w 9930"/>
              <a:gd name="connsiteY64-17626" fmla="*/ 1315 h 10000"/>
              <a:gd name="connsiteX65-17627" fmla="*/ 8257 w 9930"/>
              <a:gd name="connsiteY65-17628" fmla="*/ 909 h 10000"/>
              <a:gd name="connsiteX66-17629" fmla="*/ 8257 w 9930"/>
              <a:gd name="connsiteY66-17630" fmla="*/ 909 h 10000"/>
              <a:gd name="connsiteX0-17631" fmla="*/ 8315 w 9861"/>
              <a:gd name="connsiteY0-17632" fmla="*/ 909 h 10000"/>
              <a:gd name="connsiteX1-17633" fmla="*/ 8385 w 9861"/>
              <a:gd name="connsiteY1-17634" fmla="*/ 410 h 10000"/>
              <a:gd name="connsiteX2-17635" fmla="*/ 8539 w 9861"/>
              <a:gd name="connsiteY2-17636" fmla="*/ 410 h 10000"/>
              <a:gd name="connsiteX3-17637" fmla="*/ 8607 w 9861"/>
              <a:gd name="connsiteY3-17638" fmla="*/ 0 h 10000"/>
              <a:gd name="connsiteX4-17639" fmla="*/ 8678 w 9861"/>
              <a:gd name="connsiteY4-17640" fmla="*/ 0 h 10000"/>
              <a:gd name="connsiteX5-17641" fmla="*/ 8831 w 9861"/>
              <a:gd name="connsiteY5-17642" fmla="*/ 410 h 10000"/>
              <a:gd name="connsiteX6-17643" fmla="*/ 9053 w 9861"/>
              <a:gd name="connsiteY6-17644" fmla="*/ 909 h 10000"/>
              <a:gd name="connsiteX7-17645" fmla="*/ 9123 w 9861"/>
              <a:gd name="connsiteY7-17646" fmla="*/ 1315 h 10000"/>
              <a:gd name="connsiteX8-17647" fmla="*/ 9262 w 9861"/>
              <a:gd name="connsiteY8-17648" fmla="*/ 2125 h 10000"/>
              <a:gd name="connsiteX9-17649" fmla="*/ 9345 w 9861"/>
              <a:gd name="connsiteY9-17650" fmla="*/ 2625 h 10000"/>
              <a:gd name="connsiteX10-17651" fmla="*/ 9485 w 9861"/>
              <a:gd name="connsiteY10-17652" fmla="*/ 3027 h 10000"/>
              <a:gd name="connsiteX11-17653" fmla="*/ 9637 w 9861"/>
              <a:gd name="connsiteY11-17654" fmla="*/ 3932 h 10000"/>
              <a:gd name="connsiteX12-17655" fmla="*/ 9778 w 9861"/>
              <a:gd name="connsiteY12-17656" fmla="*/ 4353 h 10000"/>
              <a:gd name="connsiteX13-17657" fmla="*/ 9861 w 9861"/>
              <a:gd name="connsiteY13-17658" fmla="*/ 5165 h 10000"/>
              <a:gd name="connsiteX14-17659" fmla="*/ 8539 w 9861"/>
              <a:gd name="connsiteY14-17660" fmla="*/ 6473 h 10000"/>
              <a:gd name="connsiteX15-17661" fmla="*/ 8539 w 9861"/>
              <a:gd name="connsiteY15-17662" fmla="*/ 6065 h 10000"/>
              <a:gd name="connsiteX16-17663" fmla="*/ 8539 w 9861"/>
              <a:gd name="connsiteY16-17664" fmla="*/ 5653 h 10000"/>
              <a:gd name="connsiteX17-17665" fmla="*/ 8454 w 9861"/>
              <a:gd name="connsiteY17-17666" fmla="*/ 5653 h 10000"/>
              <a:gd name="connsiteX18-17667" fmla="*/ 8385 w 9861"/>
              <a:gd name="connsiteY18-17668" fmla="*/ 5165 h 10000"/>
              <a:gd name="connsiteX19-17669" fmla="*/ 8385 w 9861"/>
              <a:gd name="connsiteY19-17670" fmla="*/ 5165 h 10000"/>
              <a:gd name="connsiteX20-17671" fmla="*/ 8232 w 9861"/>
              <a:gd name="connsiteY20-17672" fmla="*/ 5165 h 10000"/>
              <a:gd name="connsiteX21-17673" fmla="*/ 8161 w 9861"/>
              <a:gd name="connsiteY21-17674" fmla="*/ 5165 h 10000"/>
              <a:gd name="connsiteX22-17675" fmla="*/ 8093 w 9861"/>
              <a:gd name="connsiteY22-17676" fmla="*/ 5165 h 10000"/>
              <a:gd name="connsiteX23-17677" fmla="*/ 7940 w 9861"/>
              <a:gd name="connsiteY23-17678" fmla="*/ 5165 h 10000"/>
              <a:gd name="connsiteX24-17679" fmla="*/ 7801 w 9861"/>
              <a:gd name="connsiteY24-17680" fmla="*/ 5165 h 10000"/>
              <a:gd name="connsiteX25-17681" fmla="*/ 7577 w 9861"/>
              <a:gd name="connsiteY25-17682" fmla="*/ 5165 h 10000"/>
              <a:gd name="connsiteX26-17683" fmla="*/ 7423 w 9861"/>
              <a:gd name="connsiteY26-17684" fmla="*/ 5165 h 10000"/>
              <a:gd name="connsiteX27-17685" fmla="*/ 7201 w 9861"/>
              <a:gd name="connsiteY27-17686" fmla="*/ 5165 h 10000"/>
              <a:gd name="connsiteX28-17687" fmla="*/ 6908 w 9861"/>
              <a:gd name="connsiteY28-17688" fmla="*/ 5165 h 10000"/>
              <a:gd name="connsiteX29-17689" fmla="*/ 6616 w 9861"/>
              <a:gd name="connsiteY29-17690" fmla="*/ 5653 h 10000"/>
              <a:gd name="connsiteX30-17691" fmla="*/ 6323 w 9861"/>
              <a:gd name="connsiteY30-17692" fmla="*/ 5653 h 10000"/>
              <a:gd name="connsiteX31-17693" fmla="*/ 5962 w 9861"/>
              <a:gd name="connsiteY31-17694" fmla="*/ 6065 h 10000"/>
              <a:gd name="connsiteX32-17695" fmla="*/ 5224 w 9861"/>
              <a:gd name="connsiteY32-17696" fmla="*/ 6473 h 10000"/>
              <a:gd name="connsiteX33-17697" fmla="*/ 4485 w 9861"/>
              <a:gd name="connsiteY33-17698" fmla="*/ 7378 h 10000"/>
              <a:gd name="connsiteX34-17699" fmla="*/ 3747 w 9861"/>
              <a:gd name="connsiteY34-17700" fmla="*/ 7789 h 10000"/>
              <a:gd name="connsiteX35-17701" fmla="*/ 3008 w 9861"/>
              <a:gd name="connsiteY35-17702" fmla="*/ 8194 h 10000"/>
              <a:gd name="connsiteX36-17703" fmla="*/ 2200 w 9861"/>
              <a:gd name="connsiteY36-17704" fmla="*/ 8691 h 10000"/>
              <a:gd name="connsiteX37-17705" fmla="*/ 1476 w 9861"/>
              <a:gd name="connsiteY37-17706" fmla="*/ 9097 h 10000"/>
              <a:gd name="connsiteX38-17707" fmla="*/ 738 w 9861"/>
              <a:gd name="connsiteY38-17708" fmla="*/ 9512 h 10000"/>
              <a:gd name="connsiteX39-17709" fmla="*/ 0 w 9861"/>
              <a:gd name="connsiteY39-17710" fmla="*/ 10000 h 10000"/>
              <a:gd name="connsiteX40-17711" fmla="*/ 0 w 9861"/>
              <a:gd name="connsiteY40-17712" fmla="*/ 7378 h 10000"/>
              <a:gd name="connsiteX41-17713" fmla="*/ 585 w 9861"/>
              <a:gd name="connsiteY41-17714" fmla="*/ 6974 h 10000"/>
              <a:gd name="connsiteX42-17715" fmla="*/ 1170 w 9861"/>
              <a:gd name="connsiteY42-17716" fmla="*/ 6473 h 10000"/>
              <a:gd name="connsiteX43-17717" fmla="*/ 1686 w 9861"/>
              <a:gd name="connsiteY43-17718" fmla="*/ 6065 h 10000"/>
              <a:gd name="connsiteX44-17719" fmla="*/ 2200 w 9861"/>
              <a:gd name="connsiteY44-17720" fmla="*/ 5653 h 10000"/>
              <a:gd name="connsiteX45-17721" fmla="*/ 2716 w 9861"/>
              <a:gd name="connsiteY45-17722" fmla="*/ 5653 h 10000"/>
              <a:gd name="connsiteX46-17723" fmla="*/ 3162 w 9861"/>
              <a:gd name="connsiteY46-17724" fmla="*/ 5165 h 10000"/>
              <a:gd name="connsiteX47-17725" fmla="*/ 3607 w 9861"/>
              <a:gd name="connsiteY47-17726" fmla="*/ 4753 h 10000"/>
              <a:gd name="connsiteX48-17727" fmla="*/ 4039 w 9861"/>
              <a:gd name="connsiteY48-17728" fmla="*/ 4753 h 10000"/>
              <a:gd name="connsiteX49-17729" fmla="*/ 4415 w 9861"/>
              <a:gd name="connsiteY49-17730" fmla="*/ 4353 h 10000"/>
              <a:gd name="connsiteX50-17731" fmla="*/ 4777 w 9861"/>
              <a:gd name="connsiteY50-17732" fmla="*/ 3932 h 10000"/>
              <a:gd name="connsiteX51-17733" fmla="*/ 5153 w 9861"/>
              <a:gd name="connsiteY51-17734" fmla="*/ 3932 h 10000"/>
              <a:gd name="connsiteX52-17735" fmla="*/ 5446 w 9861"/>
              <a:gd name="connsiteY52-17736" fmla="*/ 3446 h 10000"/>
              <a:gd name="connsiteX53-17737" fmla="*/ 5808 w 9861"/>
              <a:gd name="connsiteY53-17738" fmla="*/ 3446 h 10000"/>
              <a:gd name="connsiteX54-17739" fmla="*/ 6031 w 9861"/>
              <a:gd name="connsiteY54-17740" fmla="*/ 3446 h 10000"/>
              <a:gd name="connsiteX55-17741" fmla="*/ 6323 w 9861"/>
              <a:gd name="connsiteY55-17742" fmla="*/ 3027 h 10000"/>
              <a:gd name="connsiteX56-17743" fmla="*/ 6546 w 9861"/>
              <a:gd name="connsiteY56-17744" fmla="*/ 3027 h 10000"/>
              <a:gd name="connsiteX57-17745" fmla="*/ 6908 w 9861"/>
              <a:gd name="connsiteY57-17746" fmla="*/ 2625 h 10000"/>
              <a:gd name="connsiteX58-17747" fmla="*/ 7284 w 9861"/>
              <a:gd name="connsiteY58-17748" fmla="*/ 2625 h 10000"/>
              <a:gd name="connsiteX59-17749" fmla="*/ 7577 w 9861"/>
              <a:gd name="connsiteY59-17750" fmla="*/ 2125 h 10000"/>
              <a:gd name="connsiteX60-17751" fmla="*/ 7869 w 9861"/>
              <a:gd name="connsiteY60-17752" fmla="*/ 2125 h 10000"/>
              <a:gd name="connsiteX61-17753" fmla="*/ 8022 w 9861"/>
              <a:gd name="connsiteY61-17754" fmla="*/ 1731 h 10000"/>
              <a:gd name="connsiteX62-17755" fmla="*/ 8161 w 9861"/>
              <a:gd name="connsiteY62-17756" fmla="*/ 1315 h 10000"/>
              <a:gd name="connsiteX63-17757" fmla="*/ 8315 w 9861"/>
              <a:gd name="connsiteY63-17758" fmla="*/ 1315 h 10000"/>
              <a:gd name="connsiteX64-17759" fmla="*/ 8315 w 9861"/>
              <a:gd name="connsiteY64-17760" fmla="*/ 909 h 10000"/>
              <a:gd name="connsiteX65-17761" fmla="*/ 8315 w 9861"/>
              <a:gd name="connsiteY65-17762" fmla="*/ 909 h 10000"/>
              <a:gd name="connsiteX0-17763" fmla="*/ 8432 w 10186"/>
              <a:gd name="connsiteY0-17764" fmla="*/ 909 h 10000"/>
              <a:gd name="connsiteX1-17765" fmla="*/ 8503 w 10186"/>
              <a:gd name="connsiteY1-17766" fmla="*/ 410 h 10000"/>
              <a:gd name="connsiteX2-17767" fmla="*/ 8659 w 10186"/>
              <a:gd name="connsiteY2-17768" fmla="*/ 410 h 10000"/>
              <a:gd name="connsiteX3-17769" fmla="*/ 8728 w 10186"/>
              <a:gd name="connsiteY3-17770" fmla="*/ 0 h 10000"/>
              <a:gd name="connsiteX4-17771" fmla="*/ 8800 w 10186"/>
              <a:gd name="connsiteY4-17772" fmla="*/ 0 h 10000"/>
              <a:gd name="connsiteX5-17773" fmla="*/ 8955 w 10186"/>
              <a:gd name="connsiteY5-17774" fmla="*/ 410 h 10000"/>
              <a:gd name="connsiteX6-17775" fmla="*/ 9181 w 10186"/>
              <a:gd name="connsiteY6-17776" fmla="*/ 909 h 10000"/>
              <a:gd name="connsiteX7-17777" fmla="*/ 9252 w 10186"/>
              <a:gd name="connsiteY7-17778" fmla="*/ 1315 h 10000"/>
              <a:gd name="connsiteX8-17779" fmla="*/ 9393 w 10186"/>
              <a:gd name="connsiteY8-17780" fmla="*/ 2125 h 10000"/>
              <a:gd name="connsiteX9-17781" fmla="*/ 9477 w 10186"/>
              <a:gd name="connsiteY9-17782" fmla="*/ 2625 h 10000"/>
              <a:gd name="connsiteX10-17783" fmla="*/ 9619 w 10186"/>
              <a:gd name="connsiteY10-17784" fmla="*/ 3027 h 10000"/>
              <a:gd name="connsiteX11-17785" fmla="*/ 9773 w 10186"/>
              <a:gd name="connsiteY11-17786" fmla="*/ 3932 h 10000"/>
              <a:gd name="connsiteX12-17787" fmla="*/ 10000 w 10186"/>
              <a:gd name="connsiteY12-17788" fmla="*/ 5165 h 10000"/>
              <a:gd name="connsiteX13-17789" fmla="*/ 8659 w 10186"/>
              <a:gd name="connsiteY13-17790" fmla="*/ 6473 h 10000"/>
              <a:gd name="connsiteX14-17791" fmla="*/ 8659 w 10186"/>
              <a:gd name="connsiteY14-17792" fmla="*/ 6065 h 10000"/>
              <a:gd name="connsiteX15-17793" fmla="*/ 8659 w 10186"/>
              <a:gd name="connsiteY15-17794" fmla="*/ 5653 h 10000"/>
              <a:gd name="connsiteX16-17795" fmla="*/ 8573 w 10186"/>
              <a:gd name="connsiteY16-17796" fmla="*/ 5653 h 10000"/>
              <a:gd name="connsiteX17-17797" fmla="*/ 8503 w 10186"/>
              <a:gd name="connsiteY17-17798" fmla="*/ 5165 h 10000"/>
              <a:gd name="connsiteX18-17799" fmla="*/ 8503 w 10186"/>
              <a:gd name="connsiteY18-17800" fmla="*/ 5165 h 10000"/>
              <a:gd name="connsiteX19-17801" fmla="*/ 8348 w 10186"/>
              <a:gd name="connsiteY19-17802" fmla="*/ 5165 h 10000"/>
              <a:gd name="connsiteX20-17803" fmla="*/ 8276 w 10186"/>
              <a:gd name="connsiteY20-17804" fmla="*/ 5165 h 10000"/>
              <a:gd name="connsiteX21-17805" fmla="*/ 8207 w 10186"/>
              <a:gd name="connsiteY21-17806" fmla="*/ 5165 h 10000"/>
              <a:gd name="connsiteX22-17807" fmla="*/ 8052 w 10186"/>
              <a:gd name="connsiteY22-17808" fmla="*/ 5165 h 10000"/>
              <a:gd name="connsiteX23-17809" fmla="*/ 7911 w 10186"/>
              <a:gd name="connsiteY23-17810" fmla="*/ 5165 h 10000"/>
              <a:gd name="connsiteX24-17811" fmla="*/ 7684 w 10186"/>
              <a:gd name="connsiteY24-17812" fmla="*/ 5165 h 10000"/>
              <a:gd name="connsiteX25-17813" fmla="*/ 7528 w 10186"/>
              <a:gd name="connsiteY25-17814" fmla="*/ 5165 h 10000"/>
              <a:gd name="connsiteX26-17815" fmla="*/ 7303 w 10186"/>
              <a:gd name="connsiteY26-17816" fmla="*/ 5165 h 10000"/>
              <a:gd name="connsiteX27-17817" fmla="*/ 7005 w 10186"/>
              <a:gd name="connsiteY27-17818" fmla="*/ 5165 h 10000"/>
              <a:gd name="connsiteX28-17819" fmla="*/ 6709 w 10186"/>
              <a:gd name="connsiteY28-17820" fmla="*/ 5653 h 10000"/>
              <a:gd name="connsiteX29-17821" fmla="*/ 6412 w 10186"/>
              <a:gd name="connsiteY29-17822" fmla="*/ 5653 h 10000"/>
              <a:gd name="connsiteX30-17823" fmla="*/ 6046 w 10186"/>
              <a:gd name="connsiteY30-17824" fmla="*/ 6065 h 10000"/>
              <a:gd name="connsiteX31-17825" fmla="*/ 5298 w 10186"/>
              <a:gd name="connsiteY31-17826" fmla="*/ 6473 h 10000"/>
              <a:gd name="connsiteX32-17827" fmla="*/ 4548 w 10186"/>
              <a:gd name="connsiteY32-17828" fmla="*/ 7378 h 10000"/>
              <a:gd name="connsiteX33-17829" fmla="*/ 3800 w 10186"/>
              <a:gd name="connsiteY33-17830" fmla="*/ 7789 h 10000"/>
              <a:gd name="connsiteX34-17831" fmla="*/ 3050 w 10186"/>
              <a:gd name="connsiteY34-17832" fmla="*/ 8194 h 10000"/>
              <a:gd name="connsiteX35-17833" fmla="*/ 2231 w 10186"/>
              <a:gd name="connsiteY35-17834" fmla="*/ 8691 h 10000"/>
              <a:gd name="connsiteX36-17835" fmla="*/ 1497 w 10186"/>
              <a:gd name="connsiteY36-17836" fmla="*/ 9097 h 10000"/>
              <a:gd name="connsiteX37-17837" fmla="*/ 748 w 10186"/>
              <a:gd name="connsiteY37-17838" fmla="*/ 9512 h 10000"/>
              <a:gd name="connsiteX38-17839" fmla="*/ 0 w 10186"/>
              <a:gd name="connsiteY38-17840" fmla="*/ 10000 h 10000"/>
              <a:gd name="connsiteX39-17841" fmla="*/ 0 w 10186"/>
              <a:gd name="connsiteY39-17842" fmla="*/ 7378 h 10000"/>
              <a:gd name="connsiteX40-17843" fmla="*/ 593 w 10186"/>
              <a:gd name="connsiteY40-17844" fmla="*/ 6974 h 10000"/>
              <a:gd name="connsiteX41-17845" fmla="*/ 1186 w 10186"/>
              <a:gd name="connsiteY41-17846" fmla="*/ 6473 h 10000"/>
              <a:gd name="connsiteX42-17847" fmla="*/ 1710 w 10186"/>
              <a:gd name="connsiteY42-17848" fmla="*/ 6065 h 10000"/>
              <a:gd name="connsiteX43-17849" fmla="*/ 2231 w 10186"/>
              <a:gd name="connsiteY43-17850" fmla="*/ 5653 h 10000"/>
              <a:gd name="connsiteX44-17851" fmla="*/ 2754 w 10186"/>
              <a:gd name="connsiteY44-17852" fmla="*/ 5653 h 10000"/>
              <a:gd name="connsiteX45-17853" fmla="*/ 3207 w 10186"/>
              <a:gd name="connsiteY45-17854" fmla="*/ 5165 h 10000"/>
              <a:gd name="connsiteX46-17855" fmla="*/ 3658 w 10186"/>
              <a:gd name="connsiteY46-17856" fmla="*/ 4753 h 10000"/>
              <a:gd name="connsiteX47-17857" fmla="*/ 4096 w 10186"/>
              <a:gd name="connsiteY47-17858" fmla="*/ 4753 h 10000"/>
              <a:gd name="connsiteX48-17859" fmla="*/ 4477 w 10186"/>
              <a:gd name="connsiteY48-17860" fmla="*/ 4353 h 10000"/>
              <a:gd name="connsiteX49-17861" fmla="*/ 4844 w 10186"/>
              <a:gd name="connsiteY49-17862" fmla="*/ 3932 h 10000"/>
              <a:gd name="connsiteX50-17863" fmla="*/ 5226 w 10186"/>
              <a:gd name="connsiteY50-17864" fmla="*/ 3932 h 10000"/>
              <a:gd name="connsiteX51-17865" fmla="*/ 5523 w 10186"/>
              <a:gd name="connsiteY51-17866" fmla="*/ 3446 h 10000"/>
              <a:gd name="connsiteX52-17867" fmla="*/ 5890 w 10186"/>
              <a:gd name="connsiteY52-17868" fmla="*/ 3446 h 10000"/>
              <a:gd name="connsiteX53-17869" fmla="*/ 6116 w 10186"/>
              <a:gd name="connsiteY53-17870" fmla="*/ 3446 h 10000"/>
              <a:gd name="connsiteX54-17871" fmla="*/ 6412 w 10186"/>
              <a:gd name="connsiteY54-17872" fmla="*/ 3027 h 10000"/>
              <a:gd name="connsiteX55-17873" fmla="*/ 6638 w 10186"/>
              <a:gd name="connsiteY55-17874" fmla="*/ 3027 h 10000"/>
              <a:gd name="connsiteX56-17875" fmla="*/ 7005 w 10186"/>
              <a:gd name="connsiteY56-17876" fmla="*/ 2625 h 10000"/>
              <a:gd name="connsiteX57-17877" fmla="*/ 7387 w 10186"/>
              <a:gd name="connsiteY57-17878" fmla="*/ 2625 h 10000"/>
              <a:gd name="connsiteX58-17879" fmla="*/ 7684 w 10186"/>
              <a:gd name="connsiteY58-17880" fmla="*/ 2125 h 10000"/>
              <a:gd name="connsiteX59-17881" fmla="*/ 7980 w 10186"/>
              <a:gd name="connsiteY59-17882" fmla="*/ 2125 h 10000"/>
              <a:gd name="connsiteX60-17883" fmla="*/ 8135 w 10186"/>
              <a:gd name="connsiteY60-17884" fmla="*/ 1731 h 10000"/>
              <a:gd name="connsiteX61-17885" fmla="*/ 8276 w 10186"/>
              <a:gd name="connsiteY61-17886" fmla="*/ 1315 h 10000"/>
              <a:gd name="connsiteX62-17887" fmla="*/ 8432 w 10186"/>
              <a:gd name="connsiteY62-17888" fmla="*/ 1315 h 10000"/>
              <a:gd name="connsiteX63-17889" fmla="*/ 8432 w 10186"/>
              <a:gd name="connsiteY63-17890" fmla="*/ 909 h 10000"/>
              <a:gd name="connsiteX64-17891" fmla="*/ 8432 w 10186"/>
              <a:gd name="connsiteY64-17892" fmla="*/ 909 h 10000"/>
              <a:gd name="connsiteX0-17893" fmla="*/ 8432 w 10160"/>
              <a:gd name="connsiteY0-17894" fmla="*/ 909 h 10000"/>
              <a:gd name="connsiteX1-17895" fmla="*/ 8503 w 10160"/>
              <a:gd name="connsiteY1-17896" fmla="*/ 410 h 10000"/>
              <a:gd name="connsiteX2-17897" fmla="*/ 8659 w 10160"/>
              <a:gd name="connsiteY2-17898" fmla="*/ 410 h 10000"/>
              <a:gd name="connsiteX3-17899" fmla="*/ 8728 w 10160"/>
              <a:gd name="connsiteY3-17900" fmla="*/ 0 h 10000"/>
              <a:gd name="connsiteX4-17901" fmla="*/ 8800 w 10160"/>
              <a:gd name="connsiteY4-17902" fmla="*/ 0 h 10000"/>
              <a:gd name="connsiteX5-17903" fmla="*/ 8955 w 10160"/>
              <a:gd name="connsiteY5-17904" fmla="*/ 410 h 10000"/>
              <a:gd name="connsiteX6-17905" fmla="*/ 9181 w 10160"/>
              <a:gd name="connsiteY6-17906" fmla="*/ 909 h 10000"/>
              <a:gd name="connsiteX7-17907" fmla="*/ 9252 w 10160"/>
              <a:gd name="connsiteY7-17908" fmla="*/ 1315 h 10000"/>
              <a:gd name="connsiteX8-17909" fmla="*/ 9393 w 10160"/>
              <a:gd name="connsiteY8-17910" fmla="*/ 2125 h 10000"/>
              <a:gd name="connsiteX9-17911" fmla="*/ 9477 w 10160"/>
              <a:gd name="connsiteY9-17912" fmla="*/ 2625 h 10000"/>
              <a:gd name="connsiteX10-17913" fmla="*/ 9619 w 10160"/>
              <a:gd name="connsiteY10-17914" fmla="*/ 3027 h 10000"/>
              <a:gd name="connsiteX11-17915" fmla="*/ 10000 w 10160"/>
              <a:gd name="connsiteY11-17916" fmla="*/ 5165 h 10000"/>
              <a:gd name="connsiteX12-17917" fmla="*/ 8659 w 10160"/>
              <a:gd name="connsiteY12-17918" fmla="*/ 6473 h 10000"/>
              <a:gd name="connsiteX13-17919" fmla="*/ 8659 w 10160"/>
              <a:gd name="connsiteY13-17920" fmla="*/ 6065 h 10000"/>
              <a:gd name="connsiteX14-17921" fmla="*/ 8659 w 10160"/>
              <a:gd name="connsiteY14-17922" fmla="*/ 5653 h 10000"/>
              <a:gd name="connsiteX15-17923" fmla="*/ 8573 w 10160"/>
              <a:gd name="connsiteY15-17924" fmla="*/ 5653 h 10000"/>
              <a:gd name="connsiteX16-17925" fmla="*/ 8503 w 10160"/>
              <a:gd name="connsiteY16-17926" fmla="*/ 5165 h 10000"/>
              <a:gd name="connsiteX17-17927" fmla="*/ 8503 w 10160"/>
              <a:gd name="connsiteY17-17928" fmla="*/ 5165 h 10000"/>
              <a:gd name="connsiteX18-17929" fmla="*/ 8348 w 10160"/>
              <a:gd name="connsiteY18-17930" fmla="*/ 5165 h 10000"/>
              <a:gd name="connsiteX19-17931" fmla="*/ 8276 w 10160"/>
              <a:gd name="connsiteY19-17932" fmla="*/ 5165 h 10000"/>
              <a:gd name="connsiteX20-17933" fmla="*/ 8207 w 10160"/>
              <a:gd name="connsiteY20-17934" fmla="*/ 5165 h 10000"/>
              <a:gd name="connsiteX21-17935" fmla="*/ 8052 w 10160"/>
              <a:gd name="connsiteY21-17936" fmla="*/ 5165 h 10000"/>
              <a:gd name="connsiteX22-17937" fmla="*/ 7911 w 10160"/>
              <a:gd name="connsiteY22-17938" fmla="*/ 5165 h 10000"/>
              <a:gd name="connsiteX23-17939" fmla="*/ 7684 w 10160"/>
              <a:gd name="connsiteY23-17940" fmla="*/ 5165 h 10000"/>
              <a:gd name="connsiteX24-17941" fmla="*/ 7528 w 10160"/>
              <a:gd name="connsiteY24-17942" fmla="*/ 5165 h 10000"/>
              <a:gd name="connsiteX25-17943" fmla="*/ 7303 w 10160"/>
              <a:gd name="connsiteY25-17944" fmla="*/ 5165 h 10000"/>
              <a:gd name="connsiteX26-17945" fmla="*/ 7005 w 10160"/>
              <a:gd name="connsiteY26-17946" fmla="*/ 5165 h 10000"/>
              <a:gd name="connsiteX27-17947" fmla="*/ 6709 w 10160"/>
              <a:gd name="connsiteY27-17948" fmla="*/ 5653 h 10000"/>
              <a:gd name="connsiteX28-17949" fmla="*/ 6412 w 10160"/>
              <a:gd name="connsiteY28-17950" fmla="*/ 5653 h 10000"/>
              <a:gd name="connsiteX29-17951" fmla="*/ 6046 w 10160"/>
              <a:gd name="connsiteY29-17952" fmla="*/ 6065 h 10000"/>
              <a:gd name="connsiteX30-17953" fmla="*/ 5298 w 10160"/>
              <a:gd name="connsiteY30-17954" fmla="*/ 6473 h 10000"/>
              <a:gd name="connsiteX31-17955" fmla="*/ 4548 w 10160"/>
              <a:gd name="connsiteY31-17956" fmla="*/ 7378 h 10000"/>
              <a:gd name="connsiteX32-17957" fmla="*/ 3800 w 10160"/>
              <a:gd name="connsiteY32-17958" fmla="*/ 7789 h 10000"/>
              <a:gd name="connsiteX33-17959" fmla="*/ 3050 w 10160"/>
              <a:gd name="connsiteY33-17960" fmla="*/ 8194 h 10000"/>
              <a:gd name="connsiteX34-17961" fmla="*/ 2231 w 10160"/>
              <a:gd name="connsiteY34-17962" fmla="*/ 8691 h 10000"/>
              <a:gd name="connsiteX35-17963" fmla="*/ 1497 w 10160"/>
              <a:gd name="connsiteY35-17964" fmla="*/ 9097 h 10000"/>
              <a:gd name="connsiteX36-17965" fmla="*/ 748 w 10160"/>
              <a:gd name="connsiteY36-17966" fmla="*/ 9512 h 10000"/>
              <a:gd name="connsiteX37-17967" fmla="*/ 0 w 10160"/>
              <a:gd name="connsiteY37-17968" fmla="*/ 10000 h 10000"/>
              <a:gd name="connsiteX38-17969" fmla="*/ 0 w 10160"/>
              <a:gd name="connsiteY38-17970" fmla="*/ 7378 h 10000"/>
              <a:gd name="connsiteX39-17971" fmla="*/ 593 w 10160"/>
              <a:gd name="connsiteY39-17972" fmla="*/ 6974 h 10000"/>
              <a:gd name="connsiteX40-17973" fmla="*/ 1186 w 10160"/>
              <a:gd name="connsiteY40-17974" fmla="*/ 6473 h 10000"/>
              <a:gd name="connsiteX41-17975" fmla="*/ 1710 w 10160"/>
              <a:gd name="connsiteY41-17976" fmla="*/ 6065 h 10000"/>
              <a:gd name="connsiteX42-17977" fmla="*/ 2231 w 10160"/>
              <a:gd name="connsiteY42-17978" fmla="*/ 5653 h 10000"/>
              <a:gd name="connsiteX43-17979" fmla="*/ 2754 w 10160"/>
              <a:gd name="connsiteY43-17980" fmla="*/ 5653 h 10000"/>
              <a:gd name="connsiteX44-17981" fmla="*/ 3207 w 10160"/>
              <a:gd name="connsiteY44-17982" fmla="*/ 5165 h 10000"/>
              <a:gd name="connsiteX45-17983" fmla="*/ 3658 w 10160"/>
              <a:gd name="connsiteY45-17984" fmla="*/ 4753 h 10000"/>
              <a:gd name="connsiteX46-17985" fmla="*/ 4096 w 10160"/>
              <a:gd name="connsiteY46-17986" fmla="*/ 4753 h 10000"/>
              <a:gd name="connsiteX47-17987" fmla="*/ 4477 w 10160"/>
              <a:gd name="connsiteY47-17988" fmla="*/ 4353 h 10000"/>
              <a:gd name="connsiteX48-17989" fmla="*/ 4844 w 10160"/>
              <a:gd name="connsiteY48-17990" fmla="*/ 3932 h 10000"/>
              <a:gd name="connsiteX49-17991" fmla="*/ 5226 w 10160"/>
              <a:gd name="connsiteY49-17992" fmla="*/ 3932 h 10000"/>
              <a:gd name="connsiteX50-17993" fmla="*/ 5523 w 10160"/>
              <a:gd name="connsiteY50-17994" fmla="*/ 3446 h 10000"/>
              <a:gd name="connsiteX51-17995" fmla="*/ 5890 w 10160"/>
              <a:gd name="connsiteY51-17996" fmla="*/ 3446 h 10000"/>
              <a:gd name="connsiteX52-17997" fmla="*/ 6116 w 10160"/>
              <a:gd name="connsiteY52-17998" fmla="*/ 3446 h 10000"/>
              <a:gd name="connsiteX53-17999" fmla="*/ 6412 w 10160"/>
              <a:gd name="connsiteY53-18000" fmla="*/ 3027 h 10000"/>
              <a:gd name="connsiteX54-18001" fmla="*/ 6638 w 10160"/>
              <a:gd name="connsiteY54-18002" fmla="*/ 3027 h 10000"/>
              <a:gd name="connsiteX55-18003" fmla="*/ 7005 w 10160"/>
              <a:gd name="connsiteY55-18004" fmla="*/ 2625 h 10000"/>
              <a:gd name="connsiteX56-18005" fmla="*/ 7387 w 10160"/>
              <a:gd name="connsiteY56-18006" fmla="*/ 2625 h 10000"/>
              <a:gd name="connsiteX57-18007" fmla="*/ 7684 w 10160"/>
              <a:gd name="connsiteY57-18008" fmla="*/ 2125 h 10000"/>
              <a:gd name="connsiteX58-18009" fmla="*/ 7980 w 10160"/>
              <a:gd name="connsiteY58-18010" fmla="*/ 2125 h 10000"/>
              <a:gd name="connsiteX59-18011" fmla="*/ 8135 w 10160"/>
              <a:gd name="connsiteY59-18012" fmla="*/ 1731 h 10000"/>
              <a:gd name="connsiteX60-18013" fmla="*/ 8276 w 10160"/>
              <a:gd name="connsiteY60-18014" fmla="*/ 1315 h 10000"/>
              <a:gd name="connsiteX61-18015" fmla="*/ 8432 w 10160"/>
              <a:gd name="connsiteY61-18016" fmla="*/ 1315 h 10000"/>
              <a:gd name="connsiteX62-18017" fmla="*/ 8432 w 10160"/>
              <a:gd name="connsiteY62-18018" fmla="*/ 909 h 10000"/>
              <a:gd name="connsiteX63-18019" fmla="*/ 8432 w 10160"/>
              <a:gd name="connsiteY63-18020" fmla="*/ 909 h 10000"/>
              <a:gd name="connsiteX0-18021" fmla="*/ 8432 w 9619"/>
              <a:gd name="connsiteY0-18022" fmla="*/ 909 h 10000"/>
              <a:gd name="connsiteX1-18023" fmla="*/ 8503 w 9619"/>
              <a:gd name="connsiteY1-18024" fmla="*/ 410 h 10000"/>
              <a:gd name="connsiteX2-18025" fmla="*/ 8659 w 9619"/>
              <a:gd name="connsiteY2-18026" fmla="*/ 410 h 10000"/>
              <a:gd name="connsiteX3-18027" fmla="*/ 8728 w 9619"/>
              <a:gd name="connsiteY3-18028" fmla="*/ 0 h 10000"/>
              <a:gd name="connsiteX4-18029" fmla="*/ 8800 w 9619"/>
              <a:gd name="connsiteY4-18030" fmla="*/ 0 h 10000"/>
              <a:gd name="connsiteX5-18031" fmla="*/ 8955 w 9619"/>
              <a:gd name="connsiteY5-18032" fmla="*/ 410 h 10000"/>
              <a:gd name="connsiteX6-18033" fmla="*/ 9181 w 9619"/>
              <a:gd name="connsiteY6-18034" fmla="*/ 909 h 10000"/>
              <a:gd name="connsiteX7-18035" fmla="*/ 9252 w 9619"/>
              <a:gd name="connsiteY7-18036" fmla="*/ 1315 h 10000"/>
              <a:gd name="connsiteX8-18037" fmla="*/ 9393 w 9619"/>
              <a:gd name="connsiteY8-18038" fmla="*/ 2125 h 10000"/>
              <a:gd name="connsiteX9-18039" fmla="*/ 9477 w 9619"/>
              <a:gd name="connsiteY9-18040" fmla="*/ 2625 h 10000"/>
              <a:gd name="connsiteX10-18041" fmla="*/ 9619 w 9619"/>
              <a:gd name="connsiteY10-18042" fmla="*/ 3027 h 10000"/>
              <a:gd name="connsiteX11-18043" fmla="*/ 8659 w 9619"/>
              <a:gd name="connsiteY11-18044" fmla="*/ 6473 h 10000"/>
              <a:gd name="connsiteX12-18045" fmla="*/ 8659 w 9619"/>
              <a:gd name="connsiteY12-18046" fmla="*/ 6065 h 10000"/>
              <a:gd name="connsiteX13-18047" fmla="*/ 8659 w 9619"/>
              <a:gd name="connsiteY13-18048" fmla="*/ 5653 h 10000"/>
              <a:gd name="connsiteX14-18049" fmla="*/ 8573 w 9619"/>
              <a:gd name="connsiteY14-18050" fmla="*/ 5653 h 10000"/>
              <a:gd name="connsiteX15-18051" fmla="*/ 8503 w 9619"/>
              <a:gd name="connsiteY15-18052" fmla="*/ 5165 h 10000"/>
              <a:gd name="connsiteX16-18053" fmla="*/ 8503 w 9619"/>
              <a:gd name="connsiteY16-18054" fmla="*/ 5165 h 10000"/>
              <a:gd name="connsiteX17-18055" fmla="*/ 8348 w 9619"/>
              <a:gd name="connsiteY17-18056" fmla="*/ 5165 h 10000"/>
              <a:gd name="connsiteX18-18057" fmla="*/ 8276 w 9619"/>
              <a:gd name="connsiteY18-18058" fmla="*/ 5165 h 10000"/>
              <a:gd name="connsiteX19-18059" fmla="*/ 8207 w 9619"/>
              <a:gd name="connsiteY19-18060" fmla="*/ 5165 h 10000"/>
              <a:gd name="connsiteX20-18061" fmla="*/ 8052 w 9619"/>
              <a:gd name="connsiteY20-18062" fmla="*/ 5165 h 10000"/>
              <a:gd name="connsiteX21-18063" fmla="*/ 7911 w 9619"/>
              <a:gd name="connsiteY21-18064" fmla="*/ 5165 h 10000"/>
              <a:gd name="connsiteX22-18065" fmla="*/ 7684 w 9619"/>
              <a:gd name="connsiteY22-18066" fmla="*/ 5165 h 10000"/>
              <a:gd name="connsiteX23-18067" fmla="*/ 7528 w 9619"/>
              <a:gd name="connsiteY23-18068" fmla="*/ 5165 h 10000"/>
              <a:gd name="connsiteX24-18069" fmla="*/ 7303 w 9619"/>
              <a:gd name="connsiteY24-18070" fmla="*/ 5165 h 10000"/>
              <a:gd name="connsiteX25-18071" fmla="*/ 7005 w 9619"/>
              <a:gd name="connsiteY25-18072" fmla="*/ 5165 h 10000"/>
              <a:gd name="connsiteX26-18073" fmla="*/ 6709 w 9619"/>
              <a:gd name="connsiteY26-18074" fmla="*/ 5653 h 10000"/>
              <a:gd name="connsiteX27-18075" fmla="*/ 6412 w 9619"/>
              <a:gd name="connsiteY27-18076" fmla="*/ 5653 h 10000"/>
              <a:gd name="connsiteX28-18077" fmla="*/ 6046 w 9619"/>
              <a:gd name="connsiteY28-18078" fmla="*/ 6065 h 10000"/>
              <a:gd name="connsiteX29-18079" fmla="*/ 5298 w 9619"/>
              <a:gd name="connsiteY29-18080" fmla="*/ 6473 h 10000"/>
              <a:gd name="connsiteX30-18081" fmla="*/ 4548 w 9619"/>
              <a:gd name="connsiteY30-18082" fmla="*/ 7378 h 10000"/>
              <a:gd name="connsiteX31-18083" fmla="*/ 3800 w 9619"/>
              <a:gd name="connsiteY31-18084" fmla="*/ 7789 h 10000"/>
              <a:gd name="connsiteX32-18085" fmla="*/ 3050 w 9619"/>
              <a:gd name="connsiteY32-18086" fmla="*/ 8194 h 10000"/>
              <a:gd name="connsiteX33-18087" fmla="*/ 2231 w 9619"/>
              <a:gd name="connsiteY33-18088" fmla="*/ 8691 h 10000"/>
              <a:gd name="connsiteX34-18089" fmla="*/ 1497 w 9619"/>
              <a:gd name="connsiteY34-18090" fmla="*/ 9097 h 10000"/>
              <a:gd name="connsiteX35-18091" fmla="*/ 748 w 9619"/>
              <a:gd name="connsiteY35-18092" fmla="*/ 9512 h 10000"/>
              <a:gd name="connsiteX36-18093" fmla="*/ 0 w 9619"/>
              <a:gd name="connsiteY36-18094" fmla="*/ 10000 h 10000"/>
              <a:gd name="connsiteX37-18095" fmla="*/ 0 w 9619"/>
              <a:gd name="connsiteY37-18096" fmla="*/ 7378 h 10000"/>
              <a:gd name="connsiteX38-18097" fmla="*/ 593 w 9619"/>
              <a:gd name="connsiteY38-18098" fmla="*/ 6974 h 10000"/>
              <a:gd name="connsiteX39-18099" fmla="*/ 1186 w 9619"/>
              <a:gd name="connsiteY39-18100" fmla="*/ 6473 h 10000"/>
              <a:gd name="connsiteX40-18101" fmla="*/ 1710 w 9619"/>
              <a:gd name="connsiteY40-18102" fmla="*/ 6065 h 10000"/>
              <a:gd name="connsiteX41-18103" fmla="*/ 2231 w 9619"/>
              <a:gd name="connsiteY41-18104" fmla="*/ 5653 h 10000"/>
              <a:gd name="connsiteX42-18105" fmla="*/ 2754 w 9619"/>
              <a:gd name="connsiteY42-18106" fmla="*/ 5653 h 10000"/>
              <a:gd name="connsiteX43-18107" fmla="*/ 3207 w 9619"/>
              <a:gd name="connsiteY43-18108" fmla="*/ 5165 h 10000"/>
              <a:gd name="connsiteX44-18109" fmla="*/ 3658 w 9619"/>
              <a:gd name="connsiteY44-18110" fmla="*/ 4753 h 10000"/>
              <a:gd name="connsiteX45-18111" fmla="*/ 4096 w 9619"/>
              <a:gd name="connsiteY45-18112" fmla="*/ 4753 h 10000"/>
              <a:gd name="connsiteX46-18113" fmla="*/ 4477 w 9619"/>
              <a:gd name="connsiteY46-18114" fmla="*/ 4353 h 10000"/>
              <a:gd name="connsiteX47-18115" fmla="*/ 4844 w 9619"/>
              <a:gd name="connsiteY47-18116" fmla="*/ 3932 h 10000"/>
              <a:gd name="connsiteX48-18117" fmla="*/ 5226 w 9619"/>
              <a:gd name="connsiteY48-18118" fmla="*/ 3932 h 10000"/>
              <a:gd name="connsiteX49-18119" fmla="*/ 5523 w 9619"/>
              <a:gd name="connsiteY49-18120" fmla="*/ 3446 h 10000"/>
              <a:gd name="connsiteX50-18121" fmla="*/ 5890 w 9619"/>
              <a:gd name="connsiteY50-18122" fmla="*/ 3446 h 10000"/>
              <a:gd name="connsiteX51-18123" fmla="*/ 6116 w 9619"/>
              <a:gd name="connsiteY51-18124" fmla="*/ 3446 h 10000"/>
              <a:gd name="connsiteX52-18125" fmla="*/ 6412 w 9619"/>
              <a:gd name="connsiteY52-18126" fmla="*/ 3027 h 10000"/>
              <a:gd name="connsiteX53-18127" fmla="*/ 6638 w 9619"/>
              <a:gd name="connsiteY53-18128" fmla="*/ 3027 h 10000"/>
              <a:gd name="connsiteX54-18129" fmla="*/ 7005 w 9619"/>
              <a:gd name="connsiteY54-18130" fmla="*/ 2625 h 10000"/>
              <a:gd name="connsiteX55-18131" fmla="*/ 7387 w 9619"/>
              <a:gd name="connsiteY55-18132" fmla="*/ 2625 h 10000"/>
              <a:gd name="connsiteX56-18133" fmla="*/ 7684 w 9619"/>
              <a:gd name="connsiteY56-18134" fmla="*/ 2125 h 10000"/>
              <a:gd name="connsiteX57-18135" fmla="*/ 7980 w 9619"/>
              <a:gd name="connsiteY57-18136" fmla="*/ 2125 h 10000"/>
              <a:gd name="connsiteX58-18137" fmla="*/ 8135 w 9619"/>
              <a:gd name="connsiteY58-18138" fmla="*/ 1731 h 10000"/>
              <a:gd name="connsiteX59-18139" fmla="*/ 8276 w 9619"/>
              <a:gd name="connsiteY59-18140" fmla="*/ 1315 h 10000"/>
              <a:gd name="connsiteX60-18141" fmla="*/ 8432 w 9619"/>
              <a:gd name="connsiteY60-18142" fmla="*/ 1315 h 10000"/>
              <a:gd name="connsiteX61-18143" fmla="*/ 8432 w 9619"/>
              <a:gd name="connsiteY61-18144" fmla="*/ 909 h 10000"/>
              <a:gd name="connsiteX62-18145" fmla="*/ 8432 w 9619"/>
              <a:gd name="connsiteY62-18146" fmla="*/ 909 h 10000"/>
              <a:gd name="connsiteX0-18147" fmla="*/ 8766 w 9852"/>
              <a:gd name="connsiteY0-18148" fmla="*/ 909 h 10000"/>
              <a:gd name="connsiteX1-18149" fmla="*/ 8840 w 9852"/>
              <a:gd name="connsiteY1-18150" fmla="*/ 410 h 10000"/>
              <a:gd name="connsiteX2-18151" fmla="*/ 9002 w 9852"/>
              <a:gd name="connsiteY2-18152" fmla="*/ 410 h 10000"/>
              <a:gd name="connsiteX3-18153" fmla="*/ 9074 w 9852"/>
              <a:gd name="connsiteY3-18154" fmla="*/ 0 h 10000"/>
              <a:gd name="connsiteX4-18155" fmla="*/ 9149 w 9852"/>
              <a:gd name="connsiteY4-18156" fmla="*/ 0 h 10000"/>
              <a:gd name="connsiteX5-18157" fmla="*/ 9310 w 9852"/>
              <a:gd name="connsiteY5-18158" fmla="*/ 410 h 10000"/>
              <a:gd name="connsiteX6-18159" fmla="*/ 9545 w 9852"/>
              <a:gd name="connsiteY6-18160" fmla="*/ 909 h 10000"/>
              <a:gd name="connsiteX7-18161" fmla="*/ 9618 w 9852"/>
              <a:gd name="connsiteY7-18162" fmla="*/ 1315 h 10000"/>
              <a:gd name="connsiteX8-18163" fmla="*/ 9765 w 9852"/>
              <a:gd name="connsiteY8-18164" fmla="*/ 2125 h 10000"/>
              <a:gd name="connsiteX9-18165" fmla="*/ 9852 w 9852"/>
              <a:gd name="connsiteY9-18166" fmla="*/ 2625 h 10000"/>
              <a:gd name="connsiteX10-18167" fmla="*/ 9002 w 9852"/>
              <a:gd name="connsiteY10-18168" fmla="*/ 6473 h 10000"/>
              <a:gd name="connsiteX11-18169" fmla="*/ 9002 w 9852"/>
              <a:gd name="connsiteY11-18170" fmla="*/ 6065 h 10000"/>
              <a:gd name="connsiteX12-18171" fmla="*/ 9002 w 9852"/>
              <a:gd name="connsiteY12-18172" fmla="*/ 5653 h 10000"/>
              <a:gd name="connsiteX13-18173" fmla="*/ 8913 w 9852"/>
              <a:gd name="connsiteY13-18174" fmla="*/ 5653 h 10000"/>
              <a:gd name="connsiteX14-18175" fmla="*/ 8840 w 9852"/>
              <a:gd name="connsiteY14-18176" fmla="*/ 5165 h 10000"/>
              <a:gd name="connsiteX15-18177" fmla="*/ 8840 w 9852"/>
              <a:gd name="connsiteY15-18178" fmla="*/ 5165 h 10000"/>
              <a:gd name="connsiteX16-18179" fmla="*/ 8679 w 9852"/>
              <a:gd name="connsiteY16-18180" fmla="*/ 5165 h 10000"/>
              <a:gd name="connsiteX17-18181" fmla="*/ 8604 w 9852"/>
              <a:gd name="connsiteY17-18182" fmla="*/ 5165 h 10000"/>
              <a:gd name="connsiteX18-18183" fmla="*/ 8532 w 9852"/>
              <a:gd name="connsiteY18-18184" fmla="*/ 5165 h 10000"/>
              <a:gd name="connsiteX19-18185" fmla="*/ 8371 w 9852"/>
              <a:gd name="connsiteY19-18186" fmla="*/ 5165 h 10000"/>
              <a:gd name="connsiteX20-18187" fmla="*/ 8224 w 9852"/>
              <a:gd name="connsiteY20-18188" fmla="*/ 5165 h 10000"/>
              <a:gd name="connsiteX21-18189" fmla="*/ 7988 w 9852"/>
              <a:gd name="connsiteY21-18190" fmla="*/ 5165 h 10000"/>
              <a:gd name="connsiteX22-18191" fmla="*/ 7826 w 9852"/>
              <a:gd name="connsiteY22-18192" fmla="*/ 5165 h 10000"/>
              <a:gd name="connsiteX23-18193" fmla="*/ 7592 w 9852"/>
              <a:gd name="connsiteY23-18194" fmla="*/ 5165 h 10000"/>
              <a:gd name="connsiteX24-18195" fmla="*/ 7282 w 9852"/>
              <a:gd name="connsiteY24-18196" fmla="*/ 5165 h 10000"/>
              <a:gd name="connsiteX25-18197" fmla="*/ 6975 w 9852"/>
              <a:gd name="connsiteY25-18198" fmla="*/ 5653 h 10000"/>
              <a:gd name="connsiteX26-18199" fmla="*/ 6666 w 9852"/>
              <a:gd name="connsiteY26-18200" fmla="*/ 5653 h 10000"/>
              <a:gd name="connsiteX27-18201" fmla="*/ 6285 w 9852"/>
              <a:gd name="connsiteY27-18202" fmla="*/ 6065 h 10000"/>
              <a:gd name="connsiteX28-18203" fmla="*/ 5508 w 9852"/>
              <a:gd name="connsiteY28-18204" fmla="*/ 6473 h 10000"/>
              <a:gd name="connsiteX29-18205" fmla="*/ 4728 w 9852"/>
              <a:gd name="connsiteY29-18206" fmla="*/ 7378 h 10000"/>
              <a:gd name="connsiteX30-18207" fmla="*/ 3951 w 9852"/>
              <a:gd name="connsiteY30-18208" fmla="*/ 7789 h 10000"/>
              <a:gd name="connsiteX31-18209" fmla="*/ 3171 w 9852"/>
              <a:gd name="connsiteY31-18210" fmla="*/ 8194 h 10000"/>
              <a:gd name="connsiteX32-18211" fmla="*/ 2319 w 9852"/>
              <a:gd name="connsiteY32-18212" fmla="*/ 8691 h 10000"/>
              <a:gd name="connsiteX33-18213" fmla="*/ 1556 w 9852"/>
              <a:gd name="connsiteY33-18214" fmla="*/ 9097 h 10000"/>
              <a:gd name="connsiteX34-18215" fmla="*/ 778 w 9852"/>
              <a:gd name="connsiteY34-18216" fmla="*/ 9512 h 10000"/>
              <a:gd name="connsiteX35-18217" fmla="*/ 0 w 9852"/>
              <a:gd name="connsiteY35-18218" fmla="*/ 10000 h 10000"/>
              <a:gd name="connsiteX36-18219" fmla="*/ 0 w 9852"/>
              <a:gd name="connsiteY36-18220" fmla="*/ 7378 h 10000"/>
              <a:gd name="connsiteX37-18221" fmla="*/ 616 w 9852"/>
              <a:gd name="connsiteY37-18222" fmla="*/ 6974 h 10000"/>
              <a:gd name="connsiteX38-18223" fmla="*/ 1233 w 9852"/>
              <a:gd name="connsiteY38-18224" fmla="*/ 6473 h 10000"/>
              <a:gd name="connsiteX39-18225" fmla="*/ 1778 w 9852"/>
              <a:gd name="connsiteY39-18226" fmla="*/ 6065 h 10000"/>
              <a:gd name="connsiteX40-18227" fmla="*/ 2319 w 9852"/>
              <a:gd name="connsiteY40-18228" fmla="*/ 5653 h 10000"/>
              <a:gd name="connsiteX41-18229" fmla="*/ 2863 w 9852"/>
              <a:gd name="connsiteY41-18230" fmla="*/ 5653 h 10000"/>
              <a:gd name="connsiteX42-18231" fmla="*/ 3334 w 9852"/>
              <a:gd name="connsiteY42-18232" fmla="*/ 5165 h 10000"/>
              <a:gd name="connsiteX43-18233" fmla="*/ 3803 w 9852"/>
              <a:gd name="connsiteY43-18234" fmla="*/ 4753 h 10000"/>
              <a:gd name="connsiteX44-18235" fmla="*/ 4258 w 9852"/>
              <a:gd name="connsiteY44-18236" fmla="*/ 4753 h 10000"/>
              <a:gd name="connsiteX45-18237" fmla="*/ 4654 w 9852"/>
              <a:gd name="connsiteY45-18238" fmla="*/ 4353 h 10000"/>
              <a:gd name="connsiteX46-18239" fmla="*/ 5036 w 9852"/>
              <a:gd name="connsiteY46-18240" fmla="*/ 3932 h 10000"/>
              <a:gd name="connsiteX47-18241" fmla="*/ 5433 w 9852"/>
              <a:gd name="connsiteY47-18242" fmla="*/ 3932 h 10000"/>
              <a:gd name="connsiteX48-18243" fmla="*/ 5742 w 9852"/>
              <a:gd name="connsiteY48-18244" fmla="*/ 3446 h 10000"/>
              <a:gd name="connsiteX49-18245" fmla="*/ 6123 w 9852"/>
              <a:gd name="connsiteY49-18246" fmla="*/ 3446 h 10000"/>
              <a:gd name="connsiteX50-18247" fmla="*/ 6358 w 9852"/>
              <a:gd name="connsiteY50-18248" fmla="*/ 3446 h 10000"/>
              <a:gd name="connsiteX51-18249" fmla="*/ 6666 w 9852"/>
              <a:gd name="connsiteY51-18250" fmla="*/ 3027 h 10000"/>
              <a:gd name="connsiteX52-18251" fmla="*/ 6901 w 9852"/>
              <a:gd name="connsiteY52-18252" fmla="*/ 3027 h 10000"/>
              <a:gd name="connsiteX53-18253" fmla="*/ 7282 w 9852"/>
              <a:gd name="connsiteY53-18254" fmla="*/ 2625 h 10000"/>
              <a:gd name="connsiteX54-18255" fmla="*/ 7680 w 9852"/>
              <a:gd name="connsiteY54-18256" fmla="*/ 2625 h 10000"/>
              <a:gd name="connsiteX55-18257" fmla="*/ 7988 w 9852"/>
              <a:gd name="connsiteY55-18258" fmla="*/ 2125 h 10000"/>
              <a:gd name="connsiteX56-18259" fmla="*/ 8296 w 9852"/>
              <a:gd name="connsiteY56-18260" fmla="*/ 2125 h 10000"/>
              <a:gd name="connsiteX57-18261" fmla="*/ 8457 w 9852"/>
              <a:gd name="connsiteY57-18262" fmla="*/ 1731 h 10000"/>
              <a:gd name="connsiteX58-18263" fmla="*/ 8604 w 9852"/>
              <a:gd name="connsiteY58-18264" fmla="*/ 1315 h 10000"/>
              <a:gd name="connsiteX59-18265" fmla="*/ 8766 w 9852"/>
              <a:gd name="connsiteY59-18266" fmla="*/ 1315 h 10000"/>
              <a:gd name="connsiteX60-18267" fmla="*/ 8766 w 9852"/>
              <a:gd name="connsiteY60-18268" fmla="*/ 909 h 10000"/>
              <a:gd name="connsiteX61-18269" fmla="*/ 8766 w 9852"/>
              <a:gd name="connsiteY61-18270" fmla="*/ 909 h 10000"/>
              <a:gd name="connsiteX0-18271" fmla="*/ 8898 w 10000"/>
              <a:gd name="connsiteY0-18272" fmla="*/ 909 h 10000"/>
              <a:gd name="connsiteX1-18273" fmla="*/ 8973 w 10000"/>
              <a:gd name="connsiteY1-18274" fmla="*/ 410 h 10000"/>
              <a:gd name="connsiteX2-18275" fmla="*/ 9137 w 10000"/>
              <a:gd name="connsiteY2-18276" fmla="*/ 410 h 10000"/>
              <a:gd name="connsiteX3-18277" fmla="*/ 9210 w 10000"/>
              <a:gd name="connsiteY3-18278" fmla="*/ 0 h 10000"/>
              <a:gd name="connsiteX4-18279" fmla="*/ 9286 w 10000"/>
              <a:gd name="connsiteY4-18280" fmla="*/ 0 h 10000"/>
              <a:gd name="connsiteX5-18281" fmla="*/ 9450 w 10000"/>
              <a:gd name="connsiteY5-18282" fmla="*/ 410 h 10000"/>
              <a:gd name="connsiteX6-18283" fmla="*/ 9688 w 10000"/>
              <a:gd name="connsiteY6-18284" fmla="*/ 909 h 10000"/>
              <a:gd name="connsiteX7-18285" fmla="*/ 9762 w 10000"/>
              <a:gd name="connsiteY7-18286" fmla="*/ 1315 h 10000"/>
              <a:gd name="connsiteX8-18287" fmla="*/ 9912 w 10000"/>
              <a:gd name="connsiteY8-18288" fmla="*/ 2125 h 10000"/>
              <a:gd name="connsiteX9-18289" fmla="*/ 10000 w 10000"/>
              <a:gd name="connsiteY9-18290" fmla="*/ 2625 h 10000"/>
              <a:gd name="connsiteX10-18291" fmla="*/ 9137 w 10000"/>
              <a:gd name="connsiteY10-18292" fmla="*/ 6473 h 10000"/>
              <a:gd name="connsiteX11-18293" fmla="*/ 9137 w 10000"/>
              <a:gd name="connsiteY11-18294" fmla="*/ 5653 h 10000"/>
              <a:gd name="connsiteX12-18295" fmla="*/ 9047 w 10000"/>
              <a:gd name="connsiteY12-18296" fmla="*/ 5653 h 10000"/>
              <a:gd name="connsiteX13-18297" fmla="*/ 8973 w 10000"/>
              <a:gd name="connsiteY13-18298" fmla="*/ 5165 h 10000"/>
              <a:gd name="connsiteX14-18299" fmla="*/ 8973 w 10000"/>
              <a:gd name="connsiteY14-18300" fmla="*/ 5165 h 10000"/>
              <a:gd name="connsiteX15-18301" fmla="*/ 8809 w 10000"/>
              <a:gd name="connsiteY15-18302" fmla="*/ 5165 h 10000"/>
              <a:gd name="connsiteX16-18303" fmla="*/ 8733 w 10000"/>
              <a:gd name="connsiteY16-18304" fmla="*/ 5165 h 10000"/>
              <a:gd name="connsiteX17-18305" fmla="*/ 8660 w 10000"/>
              <a:gd name="connsiteY17-18306" fmla="*/ 5165 h 10000"/>
              <a:gd name="connsiteX18-18307" fmla="*/ 8497 w 10000"/>
              <a:gd name="connsiteY18-18308" fmla="*/ 5165 h 10000"/>
              <a:gd name="connsiteX19-18309" fmla="*/ 8348 w 10000"/>
              <a:gd name="connsiteY19-18310" fmla="*/ 5165 h 10000"/>
              <a:gd name="connsiteX20-18311" fmla="*/ 8108 w 10000"/>
              <a:gd name="connsiteY20-18312" fmla="*/ 5165 h 10000"/>
              <a:gd name="connsiteX21-18313" fmla="*/ 7944 w 10000"/>
              <a:gd name="connsiteY21-18314" fmla="*/ 5165 h 10000"/>
              <a:gd name="connsiteX22-18315" fmla="*/ 7706 w 10000"/>
              <a:gd name="connsiteY22-18316" fmla="*/ 5165 h 10000"/>
              <a:gd name="connsiteX23-18317" fmla="*/ 7391 w 10000"/>
              <a:gd name="connsiteY23-18318" fmla="*/ 5165 h 10000"/>
              <a:gd name="connsiteX24-18319" fmla="*/ 7080 w 10000"/>
              <a:gd name="connsiteY24-18320" fmla="*/ 5653 h 10000"/>
              <a:gd name="connsiteX25-18321" fmla="*/ 6766 w 10000"/>
              <a:gd name="connsiteY25-18322" fmla="*/ 5653 h 10000"/>
              <a:gd name="connsiteX26-18323" fmla="*/ 6379 w 10000"/>
              <a:gd name="connsiteY26-18324" fmla="*/ 6065 h 10000"/>
              <a:gd name="connsiteX27-18325" fmla="*/ 5591 w 10000"/>
              <a:gd name="connsiteY27-18326" fmla="*/ 6473 h 10000"/>
              <a:gd name="connsiteX28-18327" fmla="*/ 4799 w 10000"/>
              <a:gd name="connsiteY28-18328" fmla="*/ 7378 h 10000"/>
              <a:gd name="connsiteX29-18329" fmla="*/ 4010 w 10000"/>
              <a:gd name="connsiteY29-18330" fmla="*/ 7789 h 10000"/>
              <a:gd name="connsiteX30-18331" fmla="*/ 3219 w 10000"/>
              <a:gd name="connsiteY30-18332" fmla="*/ 8194 h 10000"/>
              <a:gd name="connsiteX31-18333" fmla="*/ 2354 w 10000"/>
              <a:gd name="connsiteY31-18334" fmla="*/ 8691 h 10000"/>
              <a:gd name="connsiteX32-18335" fmla="*/ 1579 w 10000"/>
              <a:gd name="connsiteY32-18336" fmla="*/ 9097 h 10000"/>
              <a:gd name="connsiteX33-18337" fmla="*/ 790 w 10000"/>
              <a:gd name="connsiteY33-18338" fmla="*/ 9512 h 10000"/>
              <a:gd name="connsiteX34-18339" fmla="*/ 0 w 10000"/>
              <a:gd name="connsiteY34-18340" fmla="*/ 10000 h 10000"/>
              <a:gd name="connsiteX35-18341" fmla="*/ 0 w 10000"/>
              <a:gd name="connsiteY35-18342" fmla="*/ 7378 h 10000"/>
              <a:gd name="connsiteX36-18343" fmla="*/ 625 w 10000"/>
              <a:gd name="connsiteY36-18344" fmla="*/ 6974 h 10000"/>
              <a:gd name="connsiteX37-18345" fmla="*/ 1252 w 10000"/>
              <a:gd name="connsiteY37-18346" fmla="*/ 6473 h 10000"/>
              <a:gd name="connsiteX38-18347" fmla="*/ 1805 w 10000"/>
              <a:gd name="connsiteY38-18348" fmla="*/ 6065 h 10000"/>
              <a:gd name="connsiteX39-18349" fmla="*/ 2354 w 10000"/>
              <a:gd name="connsiteY39-18350" fmla="*/ 5653 h 10000"/>
              <a:gd name="connsiteX40-18351" fmla="*/ 2906 w 10000"/>
              <a:gd name="connsiteY40-18352" fmla="*/ 5653 h 10000"/>
              <a:gd name="connsiteX41-18353" fmla="*/ 3384 w 10000"/>
              <a:gd name="connsiteY41-18354" fmla="*/ 5165 h 10000"/>
              <a:gd name="connsiteX42-18355" fmla="*/ 3860 w 10000"/>
              <a:gd name="connsiteY42-18356" fmla="*/ 4753 h 10000"/>
              <a:gd name="connsiteX43-18357" fmla="*/ 4322 w 10000"/>
              <a:gd name="connsiteY43-18358" fmla="*/ 4753 h 10000"/>
              <a:gd name="connsiteX44-18359" fmla="*/ 4724 w 10000"/>
              <a:gd name="connsiteY44-18360" fmla="*/ 4353 h 10000"/>
              <a:gd name="connsiteX45-18361" fmla="*/ 5112 w 10000"/>
              <a:gd name="connsiteY45-18362" fmla="*/ 3932 h 10000"/>
              <a:gd name="connsiteX46-18363" fmla="*/ 5515 w 10000"/>
              <a:gd name="connsiteY46-18364" fmla="*/ 3932 h 10000"/>
              <a:gd name="connsiteX47-18365" fmla="*/ 5828 w 10000"/>
              <a:gd name="connsiteY47-18366" fmla="*/ 3446 h 10000"/>
              <a:gd name="connsiteX48-18367" fmla="*/ 6215 w 10000"/>
              <a:gd name="connsiteY48-18368" fmla="*/ 3446 h 10000"/>
              <a:gd name="connsiteX49-18369" fmla="*/ 6454 w 10000"/>
              <a:gd name="connsiteY49-18370" fmla="*/ 3446 h 10000"/>
              <a:gd name="connsiteX50-18371" fmla="*/ 6766 w 10000"/>
              <a:gd name="connsiteY50-18372" fmla="*/ 3027 h 10000"/>
              <a:gd name="connsiteX51-18373" fmla="*/ 7005 w 10000"/>
              <a:gd name="connsiteY51-18374" fmla="*/ 3027 h 10000"/>
              <a:gd name="connsiteX52-18375" fmla="*/ 7391 w 10000"/>
              <a:gd name="connsiteY52-18376" fmla="*/ 2625 h 10000"/>
              <a:gd name="connsiteX53-18377" fmla="*/ 7795 w 10000"/>
              <a:gd name="connsiteY53-18378" fmla="*/ 2625 h 10000"/>
              <a:gd name="connsiteX54-18379" fmla="*/ 8108 w 10000"/>
              <a:gd name="connsiteY54-18380" fmla="*/ 2125 h 10000"/>
              <a:gd name="connsiteX55-18381" fmla="*/ 8421 w 10000"/>
              <a:gd name="connsiteY55-18382" fmla="*/ 2125 h 10000"/>
              <a:gd name="connsiteX56-18383" fmla="*/ 8584 w 10000"/>
              <a:gd name="connsiteY56-18384" fmla="*/ 1731 h 10000"/>
              <a:gd name="connsiteX57-18385" fmla="*/ 8733 w 10000"/>
              <a:gd name="connsiteY57-18386" fmla="*/ 1315 h 10000"/>
              <a:gd name="connsiteX58-18387" fmla="*/ 8898 w 10000"/>
              <a:gd name="connsiteY58-18388" fmla="*/ 1315 h 10000"/>
              <a:gd name="connsiteX59-18389" fmla="*/ 8898 w 10000"/>
              <a:gd name="connsiteY59-18390" fmla="*/ 909 h 10000"/>
              <a:gd name="connsiteX60-18391" fmla="*/ 8898 w 10000"/>
              <a:gd name="connsiteY60-18392" fmla="*/ 909 h 10000"/>
              <a:gd name="connsiteX0-18393" fmla="*/ 8898 w 10000"/>
              <a:gd name="connsiteY0-18394" fmla="*/ 909 h 10000"/>
              <a:gd name="connsiteX1-18395" fmla="*/ 8973 w 10000"/>
              <a:gd name="connsiteY1-18396" fmla="*/ 410 h 10000"/>
              <a:gd name="connsiteX2-18397" fmla="*/ 9137 w 10000"/>
              <a:gd name="connsiteY2-18398" fmla="*/ 410 h 10000"/>
              <a:gd name="connsiteX3-18399" fmla="*/ 9210 w 10000"/>
              <a:gd name="connsiteY3-18400" fmla="*/ 0 h 10000"/>
              <a:gd name="connsiteX4-18401" fmla="*/ 9286 w 10000"/>
              <a:gd name="connsiteY4-18402" fmla="*/ 0 h 10000"/>
              <a:gd name="connsiteX5-18403" fmla="*/ 9450 w 10000"/>
              <a:gd name="connsiteY5-18404" fmla="*/ 410 h 10000"/>
              <a:gd name="connsiteX6-18405" fmla="*/ 9688 w 10000"/>
              <a:gd name="connsiteY6-18406" fmla="*/ 909 h 10000"/>
              <a:gd name="connsiteX7-18407" fmla="*/ 9762 w 10000"/>
              <a:gd name="connsiteY7-18408" fmla="*/ 1315 h 10000"/>
              <a:gd name="connsiteX8-18409" fmla="*/ 9912 w 10000"/>
              <a:gd name="connsiteY8-18410" fmla="*/ 2125 h 10000"/>
              <a:gd name="connsiteX9-18411" fmla="*/ 10000 w 10000"/>
              <a:gd name="connsiteY9-18412" fmla="*/ 2625 h 10000"/>
              <a:gd name="connsiteX10-18413" fmla="*/ 9137 w 10000"/>
              <a:gd name="connsiteY10-18414" fmla="*/ 6473 h 10000"/>
              <a:gd name="connsiteX11-18415" fmla="*/ 9137 w 10000"/>
              <a:gd name="connsiteY11-18416" fmla="*/ 5653 h 10000"/>
              <a:gd name="connsiteX12-18417" fmla="*/ 8973 w 10000"/>
              <a:gd name="connsiteY12-18418" fmla="*/ 5165 h 10000"/>
              <a:gd name="connsiteX13-18419" fmla="*/ 8973 w 10000"/>
              <a:gd name="connsiteY13-18420" fmla="*/ 5165 h 10000"/>
              <a:gd name="connsiteX14-18421" fmla="*/ 8809 w 10000"/>
              <a:gd name="connsiteY14-18422" fmla="*/ 5165 h 10000"/>
              <a:gd name="connsiteX15-18423" fmla="*/ 8733 w 10000"/>
              <a:gd name="connsiteY15-18424" fmla="*/ 5165 h 10000"/>
              <a:gd name="connsiteX16-18425" fmla="*/ 8660 w 10000"/>
              <a:gd name="connsiteY16-18426" fmla="*/ 5165 h 10000"/>
              <a:gd name="connsiteX17-18427" fmla="*/ 8497 w 10000"/>
              <a:gd name="connsiteY17-18428" fmla="*/ 5165 h 10000"/>
              <a:gd name="connsiteX18-18429" fmla="*/ 8348 w 10000"/>
              <a:gd name="connsiteY18-18430" fmla="*/ 5165 h 10000"/>
              <a:gd name="connsiteX19-18431" fmla="*/ 8108 w 10000"/>
              <a:gd name="connsiteY19-18432" fmla="*/ 5165 h 10000"/>
              <a:gd name="connsiteX20-18433" fmla="*/ 7944 w 10000"/>
              <a:gd name="connsiteY20-18434" fmla="*/ 5165 h 10000"/>
              <a:gd name="connsiteX21-18435" fmla="*/ 7706 w 10000"/>
              <a:gd name="connsiteY21-18436" fmla="*/ 5165 h 10000"/>
              <a:gd name="connsiteX22-18437" fmla="*/ 7391 w 10000"/>
              <a:gd name="connsiteY22-18438" fmla="*/ 5165 h 10000"/>
              <a:gd name="connsiteX23-18439" fmla="*/ 7080 w 10000"/>
              <a:gd name="connsiteY23-18440" fmla="*/ 5653 h 10000"/>
              <a:gd name="connsiteX24-18441" fmla="*/ 6766 w 10000"/>
              <a:gd name="connsiteY24-18442" fmla="*/ 5653 h 10000"/>
              <a:gd name="connsiteX25-18443" fmla="*/ 6379 w 10000"/>
              <a:gd name="connsiteY25-18444" fmla="*/ 6065 h 10000"/>
              <a:gd name="connsiteX26-18445" fmla="*/ 5591 w 10000"/>
              <a:gd name="connsiteY26-18446" fmla="*/ 6473 h 10000"/>
              <a:gd name="connsiteX27-18447" fmla="*/ 4799 w 10000"/>
              <a:gd name="connsiteY27-18448" fmla="*/ 7378 h 10000"/>
              <a:gd name="connsiteX28-18449" fmla="*/ 4010 w 10000"/>
              <a:gd name="connsiteY28-18450" fmla="*/ 7789 h 10000"/>
              <a:gd name="connsiteX29-18451" fmla="*/ 3219 w 10000"/>
              <a:gd name="connsiteY29-18452" fmla="*/ 8194 h 10000"/>
              <a:gd name="connsiteX30-18453" fmla="*/ 2354 w 10000"/>
              <a:gd name="connsiteY30-18454" fmla="*/ 8691 h 10000"/>
              <a:gd name="connsiteX31-18455" fmla="*/ 1579 w 10000"/>
              <a:gd name="connsiteY31-18456" fmla="*/ 9097 h 10000"/>
              <a:gd name="connsiteX32-18457" fmla="*/ 790 w 10000"/>
              <a:gd name="connsiteY32-18458" fmla="*/ 9512 h 10000"/>
              <a:gd name="connsiteX33-18459" fmla="*/ 0 w 10000"/>
              <a:gd name="connsiteY33-18460" fmla="*/ 10000 h 10000"/>
              <a:gd name="connsiteX34-18461" fmla="*/ 0 w 10000"/>
              <a:gd name="connsiteY34-18462" fmla="*/ 7378 h 10000"/>
              <a:gd name="connsiteX35-18463" fmla="*/ 625 w 10000"/>
              <a:gd name="connsiteY35-18464" fmla="*/ 6974 h 10000"/>
              <a:gd name="connsiteX36-18465" fmla="*/ 1252 w 10000"/>
              <a:gd name="connsiteY36-18466" fmla="*/ 6473 h 10000"/>
              <a:gd name="connsiteX37-18467" fmla="*/ 1805 w 10000"/>
              <a:gd name="connsiteY37-18468" fmla="*/ 6065 h 10000"/>
              <a:gd name="connsiteX38-18469" fmla="*/ 2354 w 10000"/>
              <a:gd name="connsiteY38-18470" fmla="*/ 5653 h 10000"/>
              <a:gd name="connsiteX39-18471" fmla="*/ 2906 w 10000"/>
              <a:gd name="connsiteY39-18472" fmla="*/ 5653 h 10000"/>
              <a:gd name="connsiteX40-18473" fmla="*/ 3384 w 10000"/>
              <a:gd name="connsiteY40-18474" fmla="*/ 5165 h 10000"/>
              <a:gd name="connsiteX41-18475" fmla="*/ 3860 w 10000"/>
              <a:gd name="connsiteY41-18476" fmla="*/ 4753 h 10000"/>
              <a:gd name="connsiteX42-18477" fmla="*/ 4322 w 10000"/>
              <a:gd name="connsiteY42-18478" fmla="*/ 4753 h 10000"/>
              <a:gd name="connsiteX43-18479" fmla="*/ 4724 w 10000"/>
              <a:gd name="connsiteY43-18480" fmla="*/ 4353 h 10000"/>
              <a:gd name="connsiteX44-18481" fmla="*/ 5112 w 10000"/>
              <a:gd name="connsiteY44-18482" fmla="*/ 3932 h 10000"/>
              <a:gd name="connsiteX45-18483" fmla="*/ 5515 w 10000"/>
              <a:gd name="connsiteY45-18484" fmla="*/ 3932 h 10000"/>
              <a:gd name="connsiteX46-18485" fmla="*/ 5828 w 10000"/>
              <a:gd name="connsiteY46-18486" fmla="*/ 3446 h 10000"/>
              <a:gd name="connsiteX47-18487" fmla="*/ 6215 w 10000"/>
              <a:gd name="connsiteY47-18488" fmla="*/ 3446 h 10000"/>
              <a:gd name="connsiteX48-18489" fmla="*/ 6454 w 10000"/>
              <a:gd name="connsiteY48-18490" fmla="*/ 3446 h 10000"/>
              <a:gd name="connsiteX49-18491" fmla="*/ 6766 w 10000"/>
              <a:gd name="connsiteY49-18492" fmla="*/ 3027 h 10000"/>
              <a:gd name="connsiteX50-18493" fmla="*/ 7005 w 10000"/>
              <a:gd name="connsiteY50-18494" fmla="*/ 3027 h 10000"/>
              <a:gd name="connsiteX51-18495" fmla="*/ 7391 w 10000"/>
              <a:gd name="connsiteY51-18496" fmla="*/ 2625 h 10000"/>
              <a:gd name="connsiteX52-18497" fmla="*/ 7795 w 10000"/>
              <a:gd name="connsiteY52-18498" fmla="*/ 2625 h 10000"/>
              <a:gd name="connsiteX53-18499" fmla="*/ 8108 w 10000"/>
              <a:gd name="connsiteY53-18500" fmla="*/ 2125 h 10000"/>
              <a:gd name="connsiteX54-18501" fmla="*/ 8421 w 10000"/>
              <a:gd name="connsiteY54-18502" fmla="*/ 2125 h 10000"/>
              <a:gd name="connsiteX55-18503" fmla="*/ 8584 w 10000"/>
              <a:gd name="connsiteY55-18504" fmla="*/ 1731 h 10000"/>
              <a:gd name="connsiteX56-18505" fmla="*/ 8733 w 10000"/>
              <a:gd name="connsiteY56-18506" fmla="*/ 1315 h 10000"/>
              <a:gd name="connsiteX57-18507" fmla="*/ 8898 w 10000"/>
              <a:gd name="connsiteY57-18508" fmla="*/ 1315 h 10000"/>
              <a:gd name="connsiteX58-18509" fmla="*/ 8898 w 10000"/>
              <a:gd name="connsiteY58-18510" fmla="*/ 909 h 10000"/>
              <a:gd name="connsiteX59-18511" fmla="*/ 8898 w 10000"/>
              <a:gd name="connsiteY59-18512" fmla="*/ 909 h 10000"/>
              <a:gd name="connsiteX0-18513" fmla="*/ 8898 w 10000"/>
              <a:gd name="connsiteY0-18514" fmla="*/ 909 h 10000"/>
              <a:gd name="connsiteX1-18515" fmla="*/ 8973 w 10000"/>
              <a:gd name="connsiteY1-18516" fmla="*/ 410 h 10000"/>
              <a:gd name="connsiteX2-18517" fmla="*/ 9137 w 10000"/>
              <a:gd name="connsiteY2-18518" fmla="*/ 410 h 10000"/>
              <a:gd name="connsiteX3-18519" fmla="*/ 9210 w 10000"/>
              <a:gd name="connsiteY3-18520" fmla="*/ 0 h 10000"/>
              <a:gd name="connsiteX4-18521" fmla="*/ 9286 w 10000"/>
              <a:gd name="connsiteY4-18522" fmla="*/ 0 h 10000"/>
              <a:gd name="connsiteX5-18523" fmla="*/ 9450 w 10000"/>
              <a:gd name="connsiteY5-18524" fmla="*/ 410 h 10000"/>
              <a:gd name="connsiteX6-18525" fmla="*/ 9688 w 10000"/>
              <a:gd name="connsiteY6-18526" fmla="*/ 909 h 10000"/>
              <a:gd name="connsiteX7-18527" fmla="*/ 9762 w 10000"/>
              <a:gd name="connsiteY7-18528" fmla="*/ 1315 h 10000"/>
              <a:gd name="connsiteX8-18529" fmla="*/ 9912 w 10000"/>
              <a:gd name="connsiteY8-18530" fmla="*/ 2125 h 10000"/>
              <a:gd name="connsiteX9-18531" fmla="*/ 10000 w 10000"/>
              <a:gd name="connsiteY9-18532" fmla="*/ 2625 h 10000"/>
              <a:gd name="connsiteX10-18533" fmla="*/ 9137 w 10000"/>
              <a:gd name="connsiteY10-18534" fmla="*/ 6473 h 10000"/>
              <a:gd name="connsiteX11-18535" fmla="*/ 8973 w 10000"/>
              <a:gd name="connsiteY11-18536" fmla="*/ 5165 h 10000"/>
              <a:gd name="connsiteX12-18537" fmla="*/ 8973 w 10000"/>
              <a:gd name="connsiteY12-18538" fmla="*/ 5165 h 10000"/>
              <a:gd name="connsiteX13-18539" fmla="*/ 8809 w 10000"/>
              <a:gd name="connsiteY13-18540" fmla="*/ 5165 h 10000"/>
              <a:gd name="connsiteX14-18541" fmla="*/ 8733 w 10000"/>
              <a:gd name="connsiteY14-18542" fmla="*/ 5165 h 10000"/>
              <a:gd name="connsiteX15-18543" fmla="*/ 8660 w 10000"/>
              <a:gd name="connsiteY15-18544" fmla="*/ 5165 h 10000"/>
              <a:gd name="connsiteX16-18545" fmla="*/ 8497 w 10000"/>
              <a:gd name="connsiteY16-18546" fmla="*/ 5165 h 10000"/>
              <a:gd name="connsiteX17-18547" fmla="*/ 8348 w 10000"/>
              <a:gd name="connsiteY17-18548" fmla="*/ 5165 h 10000"/>
              <a:gd name="connsiteX18-18549" fmla="*/ 8108 w 10000"/>
              <a:gd name="connsiteY18-18550" fmla="*/ 5165 h 10000"/>
              <a:gd name="connsiteX19-18551" fmla="*/ 7944 w 10000"/>
              <a:gd name="connsiteY19-18552" fmla="*/ 5165 h 10000"/>
              <a:gd name="connsiteX20-18553" fmla="*/ 7706 w 10000"/>
              <a:gd name="connsiteY20-18554" fmla="*/ 5165 h 10000"/>
              <a:gd name="connsiteX21-18555" fmla="*/ 7391 w 10000"/>
              <a:gd name="connsiteY21-18556" fmla="*/ 5165 h 10000"/>
              <a:gd name="connsiteX22-18557" fmla="*/ 7080 w 10000"/>
              <a:gd name="connsiteY22-18558" fmla="*/ 5653 h 10000"/>
              <a:gd name="connsiteX23-18559" fmla="*/ 6766 w 10000"/>
              <a:gd name="connsiteY23-18560" fmla="*/ 5653 h 10000"/>
              <a:gd name="connsiteX24-18561" fmla="*/ 6379 w 10000"/>
              <a:gd name="connsiteY24-18562" fmla="*/ 6065 h 10000"/>
              <a:gd name="connsiteX25-18563" fmla="*/ 5591 w 10000"/>
              <a:gd name="connsiteY25-18564" fmla="*/ 6473 h 10000"/>
              <a:gd name="connsiteX26-18565" fmla="*/ 4799 w 10000"/>
              <a:gd name="connsiteY26-18566" fmla="*/ 7378 h 10000"/>
              <a:gd name="connsiteX27-18567" fmla="*/ 4010 w 10000"/>
              <a:gd name="connsiteY27-18568" fmla="*/ 7789 h 10000"/>
              <a:gd name="connsiteX28-18569" fmla="*/ 3219 w 10000"/>
              <a:gd name="connsiteY28-18570" fmla="*/ 8194 h 10000"/>
              <a:gd name="connsiteX29-18571" fmla="*/ 2354 w 10000"/>
              <a:gd name="connsiteY29-18572" fmla="*/ 8691 h 10000"/>
              <a:gd name="connsiteX30-18573" fmla="*/ 1579 w 10000"/>
              <a:gd name="connsiteY30-18574" fmla="*/ 9097 h 10000"/>
              <a:gd name="connsiteX31-18575" fmla="*/ 790 w 10000"/>
              <a:gd name="connsiteY31-18576" fmla="*/ 9512 h 10000"/>
              <a:gd name="connsiteX32-18577" fmla="*/ 0 w 10000"/>
              <a:gd name="connsiteY32-18578" fmla="*/ 10000 h 10000"/>
              <a:gd name="connsiteX33-18579" fmla="*/ 0 w 10000"/>
              <a:gd name="connsiteY33-18580" fmla="*/ 7378 h 10000"/>
              <a:gd name="connsiteX34-18581" fmla="*/ 625 w 10000"/>
              <a:gd name="connsiteY34-18582" fmla="*/ 6974 h 10000"/>
              <a:gd name="connsiteX35-18583" fmla="*/ 1252 w 10000"/>
              <a:gd name="connsiteY35-18584" fmla="*/ 6473 h 10000"/>
              <a:gd name="connsiteX36-18585" fmla="*/ 1805 w 10000"/>
              <a:gd name="connsiteY36-18586" fmla="*/ 6065 h 10000"/>
              <a:gd name="connsiteX37-18587" fmla="*/ 2354 w 10000"/>
              <a:gd name="connsiteY37-18588" fmla="*/ 5653 h 10000"/>
              <a:gd name="connsiteX38-18589" fmla="*/ 2906 w 10000"/>
              <a:gd name="connsiteY38-18590" fmla="*/ 5653 h 10000"/>
              <a:gd name="connsiteX39-18591" fmla="*/ 3384 w 10000"/>
              <a:gd name="connsiteY39-18592" fmla="*/ 5165 h 10000"/>
              <a:gd name="connsiteX40-18593" fmla="*/ 3860 w 10000"/>
              <a:gd name="connsiteY40-18594" fmla="*/ 4753 h 10000"/>
              <a:gd name="connsiteX41-18595" fmla="*/ 4322 w 10000"/>
              <a:gd name="connsiteY41-18596" fmla="*/ 4753 h 10000"/>
              <a:gd name="connsiteX42-18597" fmla="*/ 4724 w 10000"/>
              <a:gd name="connsiteY42-18598" fmla="*/ 4353 h 10000"/>
              <a:gd name="connsiteX43-18599" fmla="*/ 5112 w 10000"/>
              <a:gd name="connsiteY43-18600" fmla="*/ 3932 h 10000"/>
              <a:gd name="connsiteX44-18601" fmla="*/ 5515 w 10000"/>
              <a:gd name="connsiteY44-18602" fmla="*/ 3932 h 10000"/>
              <a:gd name="connsiteX45-18603" fmla="*/ 5828 w 10000"/>
              <a:gd name="connsiteY45-18604" fmla="*/ 3446 h 10000"/>
              <a:gd name="connsiteX46-18605" fmla="*/ 6215 w 10000"/>
              <a:gd name="connsiteY46-18606" fmla="*/ 3446 h 10000"/>
              <a:gd name="connsiteX47-18607" fmla="*/ 6454 w 10000"/>
              <a:gd name="connsiteY47-18608" fmla="*/ 3446 h 10000"/>
              <a:gd name="connsiteX48-18609" fmla="*/ 6766 w 10000"/>
              <a:gd name="connsiteY48-18610" fmla="*/ 3027 h 10000"/>
              <a:gd name="connsiteX49-18611" fmla="*/ 7005 w 10000"/>
              <a:gd name="connsiteY49-18612" fmla="*/ 3027 h 10000"/>
              <a:gd name="connsiteX50-18613" fmla="*/ 7391 w 10000"/>
              <a:gd name="connsiteY50-18614" fmla="*/ 2625 h 10000"/>
              <a:gd name="connsiteX51-18615" fmla="*/ 7795 w 10000"/>
              <a:gd name="connsiteY51-18616" fmla="*/ 2625 h 10000"/>
              <a:gd name="connsiteX52-18617" fmla="*/ 8108 w 10000"/>
              <a:gd name="connsiteY52-18618" fmla="*/ 2125 h 10000"/>
              <a:gd name="connsiteX53-18619" fmla="*/ 8421 w 10000"/>
              <a:gd name="connsiteY53-18620" fmla="*/ 2125 h 10000"/>
              <a:gd name="connsiteX54-18621" fmla="*/ 8584 w 10000"/>
              <a:gd name="connsiteY54-18622" fmla="*/ 1731 h 10000"/>
              <a:gd name="connsiteX55-18623" fmla="*/ 8733 w 10000"/>
              <a:gd name="connsiteY55-18624" fmla="*/ 1315 h 10000"/>
              <a:gd name="connsiteX56-18625" fmla="*/ 8898 w 10000"/>
              <a:gd name="connsiteY56-18626" fmla="*/ 1315 h 10000"/>
              <a:gd name="connsiteX57-18627" fmla="*/ 8898 w 10000"/>
              <a:gd name="connsiteY57-18628" fmla="*/ 909 h 10000"/>
              <a:gd name="connsiteX58-18629" fmla="*/ 8898 w 10000"/>
              <a:gd name="connsiteY58-18630" fmla="*/ 909 h 10000"/>
              <a:gd name="connsiteX0-18631" fmla="*/ 8898 w 10000"/>
              <a:gd name="connsiteY0-18632" fmla="*/ 909 h 10000"/>
              <a:gd name="connsiteX1-18633" fmla="*/ 8973 w 10000"/>
              <a:gd name="connsiteY1-18634" fmla="*/ 410 h 10000"/>
              <a:gd name="connsiteX2-18635" fmla="*/ 9137 w 10000"/>
              <a:gd name="connsiteY2-18636" fmla="*/ 410 h 10000"/>
              <a:gd name="connsiteX3-18637" fmla="*/ 9210 w 10000"/>
              <a:gd name="connsiteY3-18638" fmla="*/ 0 h 10000"/>
              <a:gd name="connsiteX4-18639" fmla="*/ 9286 w 10000"/>
              <a:gd name="connsiteY4-18640" fmla="*/ 0 h 10000"/>
              <a:gd name="connsiteX5-18641" fmla="*/ 9450 w 10000"/>
              <a:gd name="connsiteY5-18642" fmla="*/ 410 h 10000"/>
              <a:gd name="connsiteX6-18643" fmla="*/ 9688 w 10000"/>
              <a:gd name="connsiteY6-18644" fmla="*/ 909 h 10000"/>
              <a:gd name="connsiteX7-18645" fmla="*/ 9762 w 10000"/>
              <a:gd name="connsiteY7-18646" fmla="*/ 1315 h 10000"/>
              <a:gd name="connsiteX8-18647" fmla="*/ 9912 w 10000"/>
              <a:gd name="connsiteY8-18648" fmla="*/ 2125 h 10000"/>
              <a:gd name="connsiteX9-18649" fmla="*/ 10000 w 10000"/>
              <a:gd name="connsiteY9-18650" fmla="*/ 2625 h 10000"/>
              <a:gd name="connsiteX10-18651" fmla="*/ 8973 w 10000"/>
              <a:gd name="connsiteY10-18652" fmla="*/ 5165 h 10000"/>
              <a:gd name="connsiteX11-18653" fmla="*/ 8973 w 10000"/>
              <a:gd name="connsiteY11-18654" fmla="*/ 5165 h 10000"/>
              <a:gd name="connsiteX12-18655" fmla="*/ 8809 w 10000"/>
              <a:gd name="connsiteY12-18656" fmla="*/ 5165 h 10000"/>
              <a:gd name="connsiteX13-18657" fmla="*/ 8733 w 10000"/>
              <a:gd name="connsiteY13-18658" fmla="*/ 5165 h 10000"/>
              <a:gd name="connsiteX14-18659" fmla="*/ 8660 w 10000"/>
              <a:gd name="connsiteY14-18660" fmla="*/ 5165 h 10000"/>
              <a:gd name="connsiteX15-18661" fmla="*/ 8497 w 10000"/>
              <a:gd name="connsiteY15-18662" fmla="*/ 5165 h 10000"/>
              <a:gd name="connsiteX16-18663" fmla="*/ 8348 w 10000"/>
              <a:gd name="connsiteY16-18664" fmla="*/ 5165 h 10000"/>
              <a:gd name="connsiteX17-18665" fmla="*/ 8108 w 10000"/>
              <a:gd name="connsiteY17-18666" fmla="*/ 5165 h 10000"/>
              <a:gd name="connsiteX18-18667" fmla="*/ 7944 w 10000"/>
              <a:gd name="connsiteY18-18668" fmla="*/ 5165 h 10000"/>
              <a:gd name="connsiteX19-18669" fmla="*/ 7706 w 10000"/>
              <a:gd name="connsiteY19-18670" fmla="*/ 5165 h 10000"/>
              <a:gd name="connsiteX20-18671" fmla="*/ 7391 w 10000"/>
              <a:gd name="connsiteY20-18672" fmla="*/ 5165 h 10000"/>
              <a:gd name="connsiteX21-18673" fmla="*/ 7080 w 10000"/>
              <a:gd name="connsiteY21-18674" fmla="*/ 5653 h 10000"/>
              <a:gd name="connsiteX22-18675" fmla="*/ 6766 w 10000"/>
              <a:gd name="connsiteY22-18676" fmla="*/ 5653 h 10000"/>
              <a:gd name="connsiteX23-18677" fmla="*/ 6379 w 10000"/>
              <a:gd name="connsiteY23-18678" fmla="*/ 6065 h 10000"/>
              <a:gd name="connsiteX24-18679" fmla="*/ 5591 w 10000"/>
              <a:gd name="connsiteY24-18680" fmla="*/ 6473 h 10000"/>
              <a:gd name="connsiteX25-18681" fmla="*/ 4799 w 10000"/>
              <a:gd name="connsiteY25-18682" fmla="*/ 7378 h 10000"/>
              <a:gd name="connsiteX26-18683" fmla="*/ 4010 w 10000"/>
              <a:gd name="connsiteY26-18684" fmla="*/ 7789 h 10000"/>
              <a:gd name="connsiteX27-18685" fmla="*/ 3219 w 10000"/>
              <a:gd name="connsiteY27-18686" fmla="*/ 8194 h 10000"/>
              <a:gd name="connsiteX28-18687" fmla="*/ 2354 w 10000"/>
              <a:gd name="connsiteY28-18688" fmla="*/ 8691 h 10000"/>
              <a:gd name="connsiteX29-18689" fmla="*/ 1579 w 10000"/>
              <a:gd name="connsiteY29-18690" fmla="*/ 9097 h 10000"/>
              <a:gd name="connsiteX30-18691" fmla="*/ 790 w 10000"/>
              <a:gd name="connsiteY30-18692" fmla="*/ 9512 h 10000"/>
              <a:gd name="connsiteX31-18693" fmla="*/ 0 w 10000"/>
              <a:gd name="connsiteY31-18694" fmla="*/ 10000 h 10000"/>
              <a:gd name="connsiteX32-18695" fmla="*/ 0 w 10000"/>
              <a:gd name="connsiteY32-18696" fmla="*/ 7378 h 10000"/>
              <a:gd name="connsiteX33-18697" fmla="*/ 625 w 10000"/>
              <a:gd name="connsiteY33-18698" fmla="*/ 6974 h 10000"/>
              <a:gd name="connsiteX34-18699" fmla="*/ 1252 w 10000"/>
              <a:gd name="connsiteY34-18700" fmla="*/ 6473 h 10000"/>
              <a:gd name="connsiteX35-18701" fmla="*/ 1805 w 10000"/>
              <a:gd name="connsiteY35-18702" fmla="*/ 6065 h 10000"/>
              <a:gd name="connsiteX36-18703" fmla="*/ 2354 w 10000"/>
              <a:gd name="connsiteY36-18704" fmla="*/ 5653 h 10000"/>
              <a:gd name="connsiteX37-18705" fmla="*/ 2906 w 10000"/>
              <a:gd name="connsiteY37-18706" fmla="*/ 5653 h 10000"/>
              <a:gd name="connsiteX38-18707" fmla="*/ 3384 w 10000"/>
              <a:gd name="connsiteY38-18708" fmla="*/ 5165 h 10000"/>
              <a:gd name="connsiteX39-18709" fmla="*/ 3860 w 10000"/>
              <a:gd name="connsiteY39-18710" fmla="*/ 4753 h 10000"/>
              <a:gd name="connsiteX40-18711" fmla="*/ 4322 w 10000"/>
              <a:gd name="connsiteY40-18712" fmla="*/ 4753 h 10000"/>
              <a:gd name="connsiteX41-18713" fmla="*/ 4724 w 10000"/>
              <a:gd name="connsiteY41-18714" fmla="*/ 4353 h 10000"/>
              <a:gd name="connsiteX42-18715" fmla="*/ 5112 w 10000"/>
              <a:gd name="connsiteY42-18716" fmla="*/ 3932 h 10000"/>
              <a:gd name="connsiteX43-18717" fmla="*/ 5515 w 10000"/>
              <a:gd name="connsiteY43-18718" fmla="*/ 3932 h 10000"/>
              <a:gd name="connsiteX44-18719" fmla="*/ 5828 w 10000"/>
              <a:gd name="connsiteY44-18720" fmla="*/ 3446 h 10000"/>
              <a:gd name="connsiteX45-18721" fmla="*/ 6215 w 10000"/>
              <a:gd name="connsiteY45-18722" fmla="*/ 3446 h 10000"/>
              <a:gd name="connsiteX46-18723" fmla="*/ 6454 w 10000"/>
              <a:gd name="connsiteY46-18724" fmla="*/ 3446 h 10000"/>
              <a:gd name="connsiteX47-18725" fmla="*/ 6766 w 10000"/>
              <a:gd name="connsiteY47-18726" fmla="*/ 3027 h 10000"/>
              <a:gd name="connsiteX48-18727" fmla="*/ 7005 w 10000"/>
              <a:gd name="connsiteY48-18728" fmla="*/ 3027 h 10000"/>
              <a:gd name="connsiteX49-18729" fmla="*/ 7391 w 10000"/>
              <a:gd name="connsiteY49-18730" fmla="*/ 2625 h 10000"/>
              <a:gd name="connsiteX50-18731" fmla="*/ 7795 w 10000"/>
              <a:gd name="connsiteY50-18732" fmla="*/ 2625 h 10000"/>
              <a:gd name="connsiteX51-18733" fmla="*/ 8108 w 10000"/>
              <a:gd name="connsiteY51-18734" fmla="*/ 2125 h 10000"/>
              <a:gd name="connsiteX52-18735" fmla="*/ 8421 w 10000"/>
              <a:gd name="connsiteY52-18736" fmla="*/ 2125 h 10000"/>
              <a:gd name="connsiteX53-18737" fmla="*/ 8584 w 10000"/>
              <a:gd name="connsiteY53-18738" fmla="*/ 1731 h 10000"/>
              <a:gd name="connsiteX54-18739" fmla="*/ 8733 w 10000"/>
              <a:gd name="connsiteY54-18740" fmla="*/ 1315 h 10000"/>
              <a:gd name="connsiteX55-18741" fmla="*/ 8898 w 10000"/>
              <a:gd name="connsiteY55-18742" fmla="*/ 1315 h 10000"/>
              <a:gd name="connsiteX56-18743" fmla="*/ 8898 w 10000"/>
              <a:gd name="connsiteY56-18744" fmla="*/ 909 h 10000"/>
              <a:gd name="connsiteX57-18745" fmla="*/ 8898 w 10000"/>
              <a:gd name="connsiteY57-18746" fmla="*/ 909 h 10000"/>
              <a:gd name="connsiteX0-18747" fmla="*/ 8898 w 9912"/>
              <a:gd name="connsiteY0-18748" fmla="*/ 909 h 10000"/>
              <a:gd name="connsiteX1-18749" fmla="*/ 8973 w 9912"/>
              <a:gd name="connsiteY1-18750" fmla="*/ 410 h 10000"/>
              <a:gd name="connsiteX2-18751" fmla="*/ 9137 w 9912"/>
              <a:gd name="connsiteY2-18752" fmla="*/ 410 h 10000"/>
              <a:gd name="connsiteX3-18753" fmla="*/ 9210 w 9912"/>
              <a:gd name="connsiteY3-18754" fmla="*/ 0 h 10000"/>
              <a:gd name="connsiteX4-18755" fmla="*/ 9286 w 9912"/>
              <a:gd name="connsiteY4-18756" fmla="*/ 0 h 10000"/>
              <a:gd name="connsiteX5-18757" fmla="*/ 9450 w 9912"/>
              <a:gd name="connsiteY5-18758" fmla="*/ 410 h 10000"/>
              <a:gd name="connsiteX6-18759" fmla="*/ 9688 w 9912"/>
              <a:gd name="connsiteY6-18760" fmla="*/ 909 h 10000"/>
              <a:gd name="connsiteX7-18761" fmla="*/ 9762 w 9912"/>
              <a:gd name="connsiteY7-18762" fmla="*/ 1315 h 10000"/>
              <a:gd name="connsiteX8-18763" fmla="*/ 9912 w 9912"/>
              <a:gd name="connsiteY8-18764" fmla="*/ 2125 h 10000"/>
              <a:gd name="connsiteX9-18765" fmla="*/ 8973 w 9912"/>
              <a:gd name="connsiteY9-18766" fmla="*/ 5165 h 10000"/>
              <a:gd name="connsiteX10-18767" fmla="*/ 8973 w 9912"/>
              <a:gd name="connsiteY10-18768" fmla="*/ 5165 h 10000"/>
              <a:gd name="connsiteX11-18769" fmla="*/ 8809 w 9912"/>
              <a:gd name="connsiteY11-18770" fmla="*/ 5165 h 10000"/>
              <a:gd name="connsiteX12-18771" fmla="*/ 8733 w 9912"/>
              <a:gd name="connsiteY12-18772" fmla="*/ 5165 h 10000"/>
              <a:gd name="connsiteX13-18773" fmla="*/ 8660 w 9912"/>
              <a:gd name="connsiteY13-18774" fmla="*/ 5165 h 10000"/>
              <a:gd name="connsiteX14-18775" fmla="*/ 8497 w 9912"/>
              <a:gd name="connsiteY14-18776" fmla="*/ 5165 h 10000"/>
              <a:gd name="connsiteX15-18777" fmla="*/ 8348 w 9912"/>
              <a:gd name="connsiteY15-18778" fmla="*/ 5165 h 10000"/>
              <a:gd name="connsiteX16-18779" fmla="*/ 8108 w 9912"/>
              <a:gd name="connsiteY16-18780" fmla="*/ 5165 h 10000"/>
              <a:gd name="connsiteX17-18781" fmla="*/ 7944 w 9912"/>
              <a:gd name="connsiteY17-18782" fmla="*/ 5165 h 10000"/>
              <a:gd name="connsiteX18-18783" fmla="*/ 7706 w 9912"/>
              <a:gd name="connsiteY18-18784" fmla="*/ 5165 h 10000"/>
              <a:gd name="connsiteX19-18785" fmla="*/ 7391 w 9912"/>
              <a:gd name="connsiteY19-18786" fmla="*/ 5165 h 10000"/>
              <a:gd name="connsiteX20-18787" fmla="*/ 7080 w 9912"/>
              <a:gd name="connsiteY20-18788" fmla="*/ 5653 h 10000"/>
              <a:gd name="connsiteX21-18789" fmla="*/ 6766 w 9912"/>
              <a:gd name="connsiteY21-18790" fmla="*/ 5653 h 10000"/>
              <a:gd name="connsiteX22-18791" fmla="*/ 6379 w 9912"/>
              <a:gd name="connsiteY22-18792" fmla="*/ 6065 h 10000"/>
              <a:gd name="connsiteX23-18793" fmla="*/ 5591 w 9912"/>
              <a:gd name="connsiteY23-18794" fmla="*/ 6473 h 10000"/>
              <a:gd name="connsiteX24-18795" fmla="*/ 4799 w 9912"/>
              <a:gd name="connsiteY24-18796" fmla="*/ 7378 h 10000"/>
              <a:gd name="connsiteX25-18797" fmla="*/ 4010 w 9912"/>
              <a:gd name="connsiteY25-18798" fmla="*/ 7789 h 10000"/>
              <a:gd name="connsiteX26-18799" fmla="*/ 3219 w 9912"/>
              <a:gd name="connsiteY26-18800" fmla="*/ 8194 h 10000"/>
              <a:gd name="connsiteX27-18801" fmla="*/ 2354 w 9912"/>
              <a:gd name="connsiteY27-18802" fmla="*/ 8691 h 10000"/>
              <a:gd name="connsiteX28-18803" fmla="*/ 1579 w 9912"/>
              <a:gd name="connsiteY28-18804" fmla="*/ 9097 h 10000"/>
              <a:gd name="connsiteX29-18805" fmla="*/ 790 w 9912"/>
              <a:gd name="connsiteY29-18806" fmla="*/ 9512 h 10000"/>
              <a:gd name="connsiteX30-18807" fmla="*/ 0 w 9912"/>
              <a:gd name="connsiteY30-18808" fmla="*/ 10000 h 10000"/>
              <a:gd name="connsiteX31-18809" fmla="*/ 0 w 9912"/>
              <a:gd name="connsiteY31-18810" fmla="*/ 7378 h 10000"/>
              <a:gd name="connsiteX32-18811" fmla="*/ 625 w 9912"/>
              <a:gd name="connsiteY32-18812" fmla="*/ 6974 h 10000"/>
              <a:gd name="connsiteX33-18813" fmla="*/ 1252 w 9912"/>
              <a:gd name="connsiteY33-18814" fmla="*/ 6473 h 10000"/>
              <a:gd name="connsiteX34-18815" fmla="*/ 1805 w 9912"/>
              <a:gd name="connsiteY34-18816" fmla="*/ 6065 h 10000"/>
              <a:gd name="connsiteX35-18817" fmla="*/ 2354 w 9912"/>
              <a:gd name="connsiteY35-18818" fmla="*/ 5653 h 10000"/>
              <a:gd name="connsiteX36-18819" fmla="*/ 2906 w 9912"/>
              <a:gd name="connsiteY36-18820" fmla="*/ 5653 h 10000"/>
              <a:gd name="connsiteX37-18821" fmla="*/ 3384 w 9912"/>
              <a:gd name="connsiteY37-18822" fmla="*/ 5165 h 10000"/>
              <a:gd name="connsiteX38-18823" fmla="*/ 3860 w 9912"/>
              <a:gd name="connsiteY38-18824" fmla="*/ 4753 h 10000"/>
              <a:gd name="connsiteX39-18825" fmla="*/ 4322 w 9912"/>
              <a:gd name="connsiteY39-18826" fmla="*/ 4753 h 10000"/>
              <a:gd name="connsiteX40-18827" fmla="*/ 4724 w 9912"/>
              <a:gd name="connsiteY40-18828" fmla="*/ 4353 h 10000"/>
              <a:gd name="connsiteX41-18829" fmla="*/ 5112 w 9912"/>
              <a:gd name="connsiteY41-18830" fmla="*/ 3932 h 10000"/>
              <a:gd name="connsiteX42-18831" fmla="*/ 5515 w 9912"/>
              <a:gd name="connsiteY42-18832" fmla="*/ 3932 h 10000"/>
              <a:gd name="connsiteX43-18833" fmla="*/ 5828 w 9912"/>
              <a:gd name="connsiteY43-18834" fmla="*/ 3446 h 10000"/>
              <a:gd name="connsiteX44-18835" fmla="*/ 6215 w 9912"/>
              <a:gd name="connsiteY44-18836" fmla="*/ 3446 h 10000"/>
              <a:gd name="connsiteX45-18837" fmla="*/ 6454 w 9912"/>
              <a:gd name="connsiteY45-18838" fmla="*/ 3446 h 10000"/>
              <a:gd name="connsiteX46-18839" fmla="*/ 6766 w 9912"/>
              <a:gd name="connsiteY46-18840" fmla="*/ 3027 h 10000"/>
              <a:gd name="connsiteX47-18841" fmla="*/ 7005 w 9912"/>
              <a:gd name="connsiteY47-18842" fmla="*/ 3027 h 10000"/>
              <a:gd name="connsiteX48-18843" fmla="*/ 7391 w 9912"/>
              <a:gd name="connsiteY48-18844" fmla="*/ 2625 h 10000"/>
              <a:gd name="connsiteX49-18845" fmla="*/ 7795 w 9912"/>
              <a:gd name="connsiteY49-18846" fmla="*/ 2625 h 10000"/>
              <a:gd name="connsiteX50-18847" fmla="*/ 8108 w 9912"/>
              <a:gd name="connsiteY50-18848" fmla="*/ 2125 h 10000"/>
              <a:gd name="connsiteX51-18849" fmla="*/ 8421 w 9912"/>
              <a:gd name="connsiteY51-18850" fmla="*/ 2125 h 10000"/>
              <a:gd name="connsiteX52-18851" fmla="*/ 8584 w 9912"/>
              <a:gd name="connsiteY52-18852" fmla="*/ 1731 h 10000"/>
              <a:gd name="connsiteX53-18853" fmla="*/ 8733 w 9912"/>
              <a:gd name="connsiteY53-18854" fmla="*/ 1315 h 10000"/>
              <a:gd name="connsiteX54-18855" fmla="*/ 8898 w 9912"/>
              <a:gd name="connsiteY54-18856" fmla="*/ 1315 h 10000"/>
              <a:gd name="connsiteX55-18857" fmla="*/ 8898 w 9912"/>
              <a:gd name="connsiteY55-18858" fmla="*/ 909 h 10000"/>
              <a:gd name="connsiteX56-18859" fmla="*/ 8898 w 9912"/>
              <a:gd name="connsiteY56-18860" fmla="*/ 909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</a:cxnLst>
            <a:rect l="l" t="t" r="r" b="b"/>
            <a:pathLst>
              <a:path w="9912" h="10000">
                <a:moveTo>
                  <a:pt x="8898" y="909"/>
                </a:moveTo>
                <a:cubicBezTo>
                  <a:pt x="8923" y="741"/>
                  <a:pt x="8948" y="576"/>
                  <a:pt x="8973" y="410"/>
                </a:cubicBezTo>
                <a:lnTo>
                  <a:pt x="9137" y="410"/>
                </a:lnTo>
                <a:cubicBezTo>
                  <a:pt x="9163" y="275"/>
                  <a:pt x="9186" y="130"/>
                  <a:pt x="9210" y="0"/>
                </a:cubicBezTo>
                <a:lnTo>
                  <a:pt x="9286" y="0"/>
                </a:lnTo>
                <a:cubicBezTo>
                  <a:pt x="9340" y="137"/>
                  <a:pt x="9395" y="271"/>
                  <a:pt x="9450" y="410"/>
                </a:cubicBezTo>
                <a:lnTo>
                  <a:pt x="9688" y="909"/>
                </a:lnTo>
                <a:cubicBezTo>
                  <a:pt x="9714" y="1033"/>
                  <a:pt x="9738" y="1173"/>
                  <a:pt x="9762" y="1315"/>
                </a:cubicBezTo>
                <a:cubicBezTo>
                  <a:pt x="9812" y="1581"/>
                  <a:pt x="9862" y="1854"/>
                  <a:pt x="9912" y="2125"/>
                </a:cubicBezTo>
                <a:cubicBezTo>
                  <a:pt x="9781" y="2767"/>
                  <a:pt x="9129" y="4658"/>
                  <a:pt x="8973" y="5165"/>
                </a:cubicBezTo>
                <a:lnTo>
                  <a:pt x="8973" y="5165"/>
                </a:lnTo>
                <a:lnTo>
                  <a:pt x="8809" y="5165"/>
                </a:lnTo>
                <a:lnTo>
                  <a:pt x="8733" y="5165"/>
                </a:lnTo>
                <a:lnTo>
                  <a:pt x="8660" y="5165"/>
                </a:lnTo>
                <a:lnTo>
                  <a:pt x="8497" y="5165"/>
                </a:lnTo>
                <a:lnTo>
                  <a:pt x="8348" y="5165"/>
                </a:lnTo>
                <a:lnTo>
                  <a:pt x="8108" y="5165"/>
                </a:lnTo>
                <a:lnTo>
                  <a:pt x="7944" y="5165"/>
                </a:lnTo>
                <a:lnTo>
                  <a:pt x="7706" y="5165"/>
                </a:lnTo>
                <a:lnTo>
                  <a:pt x="7391" y="5165"/>
                </a:lnTo>
                <a:lnTo>
                  <a:pt x="7080" y="5653"/>
                </a:lnTo>
                <a:lnTo>
                  <a:pt x="6766" y="5653"/>
                </a:lnTo>
                <a:lnTo>
                  <a:pt x="6379" y="6065"/>
                </a:lnTo>
                <a:lnTo>
                  <a:pt x="5591" y="6473"/>
                </a:lnTo>
                <a:lnTo>
                  <a:pt x="4799" y="7378"/>
                </a:lnTo>
                <a:lnTo>
                  <a:pt x="4010" y="7789"/>
                </a:lnTo>
                <a:lnTo>
                  <a:pt x="3219" y="8194"/>
                </a:lnTo>
                <a:lnTo>
                  <a:pt x="2354" y="8691"/>
                </a:lnTo>
                <a:lnTo>
                  <a:pt x="1579" y="9097"/>
                </a:lnTo>
                <a:lnTo>
                  <a:pt x="790" y="9512"/>
                </a:lnTo>
                <a:lnTo>
                  <a:pt x="0" y="10000"/>
                </a:lnTo>
                <a:lnTo>
                  <a:pt x="0" y="7378"/>
                </a:lnTo>
                <a:lnTo>
                  <a:pt x="625" y="6974"/>
                </a:lnTo>
                <a:lnTo>
                  <a:pt x="1252" y="6473"/>
                </a:lnTo>
                <a:lnTo>
                  <a:pt x="1805" y="6065"/>
                </a:lnTo>
                <a:lnTo>
                  <a:pt x="2354" y="5653"/>
                </a:lnTo>
                <a:lnTo>
                  <a:pt x="2906" y="5653"/>
                </a:lnTo>
                <a:lnTo>
                  <a:pt x="3384" y="5165"/>
                </a:lnTo>
                <a:lnTo>
                  <a:pt x="3860" y="4753"/>
                </a:lnTo>
                <a:lnTo>
                  <a:pt x="4322" y="4753"/>
                </a:lnTo>
                <a:lnTo>
                  <a:pt x="4724" y="4353"/>
                </a:lnTo>
                <a:lnTo>
                  <a:pt x="5112" y="3932"/>
                </a:lnTo>
                <a:lnTo>
                  <a:pt x="5515" y="3932"/>
                </a:lnTo>
                <a:lnTo>
                  <a:pt x="5828" y="3446"/>
                </a:lnTo>
                <a:lnTo>
                  <a:pt x="6215" y="3446"/>
                </a:lnTo>
                <a:lnTo>
                  <a:pt x="6454" y="3446"/>
                </a:lnTo>
                <a:lnTo>
                  <a:pt x="6766" y="3027"/>
                </a:lnTo>
                <a:lnTo>
                  <a:pt x="7005" y="3027"/>
                </a:lnTo>
                <a:lnTo>
                  <a:pt x="7391" y="2625"/>
                </a:lnTo>
                <a:lnTo>
                  <a:pt x="7795" y="2625"/>
                </a:lnTo>
                <a:lnTo>
                  <a:pt x="8108" y="2125"/>
                </a:lnTo>
                <a:lnTo>
                  <a:pt x="8421" y="2125"/>
                </a:lnTo>
                <a:cubicBezTo>
                  <a:pt x="8474" y="1987"/>
                  <a:pt x="8530" y="1861"/>
                  <a:pt x="8584" y="1731"/>
                </a:cubicBezTo>
                <a:cubicBezTo>
                  <a:pt x="8635" y="1585"/>
                  <a:pt x="8684" y="1448"/>
                  <a:pt x="8733" y="1315"/>
                </a:cubicBezTo>
                <a:lnTo>
                  <a:pt x="8898" y="1315"/>
                </a:lnTo>
                <a:lnTo>
                  <a:pt x="8898" y="909"/>
                </a:lnTo>
                <a:lnTo>
                  <a:pt x="8898" y="909"/>
                </a:lnTo>
              </a:path>
            </a:pathLst>
          </a:custGeom>
          <a:solidFill>
            <a:schemeClr val="accent6">
              <a:lumMod val="75000"/>
            </a:schemeClr>
          </a:solidFill>
          <a:ln w="5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33245" y="1985645"/>
            <a:ext cx="11372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/>
              <a:t>dōnɡ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638800" y="2045335"/>
            <a:ext cx="8293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dirty="0" err="1"/>
              <a:t>wǒ</a:t>
            </a:r>
            <a:endParaRPr lang="en-US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9136380" y="2081530"/>
            <a:ext cx="14306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/>
              <a:t>xī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7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6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6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67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7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61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8611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 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Single-Component Characters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68613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8" y="2690813"/>
            <a:ext cx="1900237" cy="1884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4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025" y="2690813"/>
            <a:ext cx="1901825" cy="1884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5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657475"/>
            <a:ext cx="1900238" cy="188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6" name="TextBox 35"/>
          <p:cNvSpPr txBox="1"/>
          <p:nvPr/>
        </p:nvSpPr>
        <p:spPr>
          <a:xfrm>
            <a:off x="1225550" y="2595563"/>
            <a:ext cx="1900238" cy="1862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8A042"/>
                </a:solidFill>
                <a:latin typeface="楷体_GB2312" pitchFamily="49" charset="-122"/>
                <a:ea typeface="楷体_GB2312" pitchFamily="49" charset="-122"/>
              </a:rPr>
              <a:t>东</a:t>
            </a:r>
          </a:p>
        </p:txBody>
      </p:sp>
      <p:sp>
        <p:nvSpPr>
          <p:cNvPr id="68617" name="TextBox 37"/>
          <p:cNvSpPr txBox="1"/>
          <p:nvPr/>
        </p:nvSpPr>
        <p:spPr>
          <a:xfrm>
            <a:off x="4910138" y="2655888"/>
            <a:ext cx="1901825" cy="1862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69E40"/>
                </a:solidFill>
                <a:latin typeface="楷体_GB2312" pitchFamily="49" charset="-122"/>
                <a:ea typeface="楷体_GB2312" pitchFamily="49" charset="-122"/>
              </a:rPr>
              <a:t>我</a:t>
            </a:r>
          </a:p>
        </p:txBody>
      </p:sp>
      <p:sp>
        <p:nvSpPr>
          <p:cNvPr id="68618" name="TextBox 44"/>
          <p:cNvSpPr txBox="1"/>
          <p:nvPr/>
        </p:nvSpPr>
        <p:spPr>
          <a:xfrm>
            <a:off x="8607425" y="2622550"/>
            <a:ext cx="1900238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AA343"/>
                </a:solidFill>
                <a:latin typeface="楷体_GB2312" pitchFamily="49" charset="-122"/>
                <a:ea typeface="楷体_GB2312" pitchFamily="49" charset="-122"/>
              </a:rPr>
              <a:t>西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63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9635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汉字的结构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Structure of Characters(1)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1317625" y="1922463"/>
          <a:ext cx="10071848" cy="33655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67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6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 </a:t>
                      </a:r>
                      <a:r>
                        <a:rPr lang="en-US" altLang="zh-CN" sz="2400" b="1" i="0" kern="1200" dirty="0">
                          <a:solidFill>
                            <a:schemeClr val="lt1"/>
                          </a:solidFill>
                          <a:latin typeface="Bradley Hand ITC" panose="03070402050302030203" pitchFamily="66" charset="0"/>
                          <a:ea typeface="+mn-ea"/>
                          <a:cs typeface="+mn-cs"/>
                        </a:rPr>
                        <a:t>Structure</a:t>
                      </a:r>
                      <a:endParaRPr lang="zh-CN" altLang="en-US" sz="2400" b="1" i="0" kern="1200" dirty="0">
                        <a:solidFill>
                          <a:schemeClr val="lt1"/>
                        </a:solidFill>
                        <a:latin typeface="Bradley Hand ITC" panose="03070402050302030203" pitchFamily="66" charset="0"/>
                        <a:ea typeface="+mn-ea"/>
                        <a:cs typeface="+mn-cs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图解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Illustrations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09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a typeface="+mn-ea"/>
                        </a:rPr>
                        <a:t>独体结构</a:t>
                      </a:r>
                      <a:r>
                        <a:rPr lang="zh-CN" altLang="en-US" sz="2400" b="1" baseline="0" dirty="0">
                          <a:ea typeface="+mn-ea"/>
                        </a:rPr>
                        <a:t>   </a:t>
                      </a:r>
                      <a:r>
                        <a:rPr lang="en-US" altLang="zh-CN" sz="2400" b="0" baseline="0" dirty="0">
                          <a:latin typeface="+mn-lt"/>
                          <a:ea typeface="GB Pinyinok-D" pitchFamily="2" charset="-122"/>
                        </a:rPr>
                        <a:t>single</a:t>
                      </a:r>
                      <a:endParaRPr lang="en-US" altLang="zh-CN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人</a:t>
                      </a: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800" b="1" baseline="0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rén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 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human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我    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华文新魏" panose="02010800040101010101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wǒ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   </a:t>
                      </a:r>
                      <a:r>
                        <a:rPr lang="en-US" altLang="zh-CN" sz="2400" dirty="0" err="1"/>
                        <a:t>I,me</a:t>
                      </a:r>
                      <a:endParaRPr lang="en-US" altLang="zh-CN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kern="120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 中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zhōng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middle</a:t>
                      </a:r>
                      <a:endParaRPr lang="zh-CN" altLang="en-US" sz="2400" b="1" kern="1200" dirty="0">
                        <a:solidFill>
                          <a:srgbClr val="C00000"/>
                        </a:solidFill>
                        <a:latin typeface="华文新魏" panose="02010800040101010101" pitchFamily="2" charset="-122"/>
                        <a:ea typeface="华文新魏" panose="02010800040101010101" pitchFamily="2" charset="-122"/>
                        <a:cs typeface="+mn-cs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514350" indent="-514350" algn="l">
                        <a:buNone/>
                      </a:pPr>
                      <a:r>
                        <a:rPr lang="zh-CN" altLang="en-US" sz="32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endParaRPr lang="zh-CN" altLang="en-US" sz="3200" b="1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1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a typeface="+mn-ea"/>
                        </a:rPr>
                        <a:t>合体结构</a:t>
                      </a:r>
                      <a:r>
                        <a:rPr lang="zh-CN" altLang="en-US" sz="2400" b="1" baseline="0" dirty="0">
                          <a:ea typeface="+mn-ea"/>
                        </a:rPr>
                        <a:t>  </a:t>
                      </a:r>
                      <a:r>
                        <a:rPr lang="en-US" altLang="zh-CN" sz="2400" b="0" baseline="0" dirty="0">
                          <a:latin typeface="+mn-lt"/>
                          <a:ea typeface="GB Pinyinok-D" pitchFamily="2" charset="-122"/>
                        </a:rPr>
                        <a:t>compound</a:t>
                      </a:r>
                      <a:endParaRPr lang="en-US" altLang="zh-CN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你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nǐ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    </a:t>
                      </a:r>
                      <a:r>
                        <a:rPr lang="en-US" altLang="zh-CN" sz="2400" baseline="0" dirty="0"/>
                        <a:t>you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做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zuò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to</a:t>
                      </a:r>
                      <a:r>
                        <a:rPr lang="en-US" altLang="zh-CN" sz="2400" b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 do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 </a:t>
                      </a:r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655" name="Rectangle 29"/>
          <p:cNvSpPr/>
          <p:nvPr/>
        </p:nvSpPr>
        <p:spPr>
          <a:xfrm>
            <a:off x="7759700" y="1474788"/>
            <a:ext cx="231775" cy="460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zh-CN" sz="1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69656" name="TextBox 28"/>
          <p:cNvSpPr txBox="1"/>
          <p:nvPr/>
        </p:nvSpPr>
        <p:spPr>
          <a:xfrm>
            <a:off x="8143875" y="3128963"/>
            <a:ext cx="569913" cy="5222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人</a:t>
            </a:r>
            <a:endParaRPr lang="zh-CN" altLang="en-US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9657" name="TextBox 28"/>
          <p:cNvSpPr txBox="1"/>
          <p:nvPr/>
        </p:nvSpPr>
        <p:spPr>
          <a:xfrm>
            <a:off x="9186863" y="3128963"/>
            <a:ext cx="569912" cy="5222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我</a:t>
            </a:r>
            <a:endParaRPr lang="zh-CN" altLang="en-US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9658" name="TextBox 28"/>
          <p:cNvSpPr txBox="1"/>
          <p:nvPr/>
        </p:nvSpPr>
        <p:spPr>
          <a:xfrm>
            <a:off x="10223500" y="3117850"/>
            <a:ext cx="569913" cy="5222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</a:t>
            </a:r>
            <a:endParaRPr lang="zh-CN" altLang="en-US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69659" name="组合 139"/>
          <p:cNvGrpSpPr/>
          <p:nvPr/>
        </p:nvGrpSpPr>
        <p:grpSpPr>
          <a:xfrm>
            <a:off x="8143875" y="4419600"/>
            <a:ext cx="569913" cy="523875"/>
            <a:chOff x="7858657" y="4158641"/>
            <a:chExt cx="569660" cy="523222"/>
          </a:xfrm>
        </p:grpSpPr>
        <p:sp>
          <p:nvSpPr>
            <p:cNvPr id="69664" name="TextBox 28"/>
            <p:cNvSpPr txBox="1"/>
            <p:nvPr/>
          </p:nvSpPr>
          <p:spPr>
            <a:xfrm>
              <a:off x="7858657" y="4158641"/>
              <a:ext cx="569660" cy="523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你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5" name="直接连接符 134"/>
            <p:cNvCxnSpPr/>
            <p:nvPr/>
          </p:nvCxnSpPr>
          <p:spPr>
            <a:xfrm flipV="1">
              <a:off x="8098264" y="4158641"/>
              <a:ext cx="0" cy="5232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660" name="组合 140"/>
          <p:cNvGrpSpPr/>
          <p:nvPr/>
        </p:nvGrpSpPr>
        <p:grpSpPr>
          <a:xfrm>
            <a:off x="9186863" y="4419600"/>
            <a:ext cx="582612" cy="523875"/>
            <a:chOff x="9992487" y="4351336"/>
            <a:chExt cx="582092" cy="523222"/>
          </a:xfrm>
        </p:grpSpPr>
        <p:sp>
          <p:nvSpPr>
            <p:cNvPr id="69661" name="TextBox 28"/>
            <p:cNvSpPr txBox="1"/>
            <p:nvPr/>
          </p:nvSpPr>
          <p:spPr>
            <a:xfrm>
              <a:off x="9992487" y="4351338"/>
              <a:ext cx="582092" cy="523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做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>
            <a:xfrm flipV="1">
              <a:off x="10293843" y="4351336"/>
              <a:ext cx="0" cy="5232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 flipV="1">
              <a:off x="10212952" y="4351336"/>
              <a:ext cx="0" cy="5232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8" name="组合 8"/>
          <p:cNvGrpSpPr/>
          <p:nvPr/>
        </p:nvGrpSpPr>
        <p:grpSpPr>
          <a:xfrm>
            <a:off x="307975" y="6350"/>
            <a:ext cx="3248025" cy="646113"/>
            <a:chOff x="308629" y="6819"/>
            <a:chExt cx="3246908" cy="646549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0" y="6819"/>
              <a:ext cx="3226277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热身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warm-up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368"/>
              <a:ext cx="3246908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 bwMode="auto">
          <a:xfrm>
            <a:off x="328613" y="749300"/>
            <a:ext cx="115316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给下面的词语选择对的图片</a:t>
            </a:r>
            <a:endParaRPr kumimoji="0" lang="en-US" altLang="zh-CN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Match the pictures with the words/phrases.</a:t>
            </a:r>
            <a:endParaRPr kumimoji="0" lang="zh-CN" altLang="en-US" sz="14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70660" name="TextBox 23"/>
          <p:cNvSpPr txBox="1"/>
          <p:nvPr/>
        </p:nvSpPr>
        <p:spPr>
          <a:xfrm>
            <a:off x="7840663" y="5029200"/>
            <a:ext cx="37973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xiě Hànzì 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⑤写   汉字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300163" y="1741488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2" name="TextBox 24"/>
          <p:cNvSpPr txBox="1"/>
          <p:nvPr/>
        </p:nvSpPr>
        <p:spPr>
          <a:xfrm>
            <a:off x="7821613" y="5897563"/>
            <a:ext cx="424815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zuò Zhōnɡɡuó cài 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⑥做      中国     菜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1" name="Picture 5" descr="C:\Documents and Settings\Administrator.CAOFAN\桌面\hsk一级\2课\2-05山-前图43956478（20）.jpg"/>
          <p:cNvPicPr>
            <a:picLocks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304925" y="3475038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4" name="TextBox 25"/>
          <p:cNvSpPr txBox="1"/>
          <p:nvPr/>
        </p:nvSpPr>
        <p:spPr>
          <a:xfrm>
            <a:off x="7821613" y="2233613"/>
            <a:ext cx="40386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Hànzì</a:t>
            </a:r>
            <a:endParaRPr lang="en-US" altLang="zh-CN" sz="2000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②汉字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2" name="Picture 6" descr="C:\Documents and Settings\Administrator.CAOFAN\桌面\hsk一级\2课\2-06钟-微图mf829727（18）.jpg"/>
          <p:cNvPicPr>
            <a:picLocks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341438" y="5226050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6" name="TextBox 27"/>
          <p:cNvSpPr txBox="1"/>
          <p:nvPr/>
        </p:nvSpPr>
        <p:spPr>
          <a:xfrm>
            <a:off x="7829550" y="4137025"/>
            <a:ext cx="4627563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shuō Hànyǔ </a:t>
            </a: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④说    汉语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3" name="Picture 7" descr="C:\Documents and Settings\Administrator.CAOFAN\桌面\hsk一级\2课\2-07羊-前图7629013（20）.jpg"/>
          <p:cNvPicPr>
            <a:picLocks noChangeArrowheads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4464050" y="5202238"/>
            <a:ext cx="2051050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8" name="TextBox 28"/>
          <p:cNvSpPr txBox="1"/>
          <p:nvPr/>
        </p:nvSpPr>
        <p:spPr>
          <a:xfrm>
            <a:off x="7821613" y="1416050"/>
            <a:ext cx="40386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</a:t>
            </a:r>
            <a:r>
              <a:rPr lang="en-US" altLang="zh-CN" sz="20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māma</a:t>
            </a:r>
            <a:endParaRPr lang="en-US" altLang="zh-CN" sz="2000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①妈妈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</a:p>
        </p:txBody>
      </p:sp>
      <p:pic>
        <p:nvPicPr>
          <p:cNvPr id="14" name="Picture 8" descr="C:\Documents and Settings\Administrator.CAOFAN\桌面\hsk一级\2课\2-08零-前图48346217（20）.jpg"/>
          <p:cNvPicPr>
            <a:picLocks noChangeArrowheads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4476750" y="1722438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70" name="TextBox 29"/>
          <p:cNvSpPr txBox="1"/>
          <p:nvPr/>
        </p:nvSpPr>
        <p:spPr>
          <a:xfrm>
            <a:off x="7840663" y="3230563"/>
            <a:ext cx="42291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Zhōnɡɡuó cài</a:t>
            </a:r>
            <a:endParaRPr lang="en-US" altLang="zh-CN" sz="2000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③中国        菜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5" name="Picture 9" descr="C:\Documents and Settings\Administrator.CAOFAN\桌面\hsk一级\2课\2-09菜-前图22657124（20）.jpg"/>
          <p:cNvPicPr>
            <a:picLocks noChangeArrowheads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4487863" y="3465513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7067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0673" name="TextBox 27"/>
          <p:cNvSpPr txBox="1"/>
          <p:nvPr/>
        </p:nvSpPr>
        <p:spPr>
          <a:xfrm>
            <a:off x="1284288" y="1722438"/>
            <a:ext cx="400050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4" name="TextBox 28"/>
          <p:cNvSpPr txBox="1"/>
          <p:nvPr/>
        </p:nvSpPr>
        <p:spPr>
          <a:xfrm>
            <a:off x="1290638" y="3455988"/>
            <a:ext cx="400050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5" name="TextBox 29"/>
          <p:cNvSpPr txBox="1"/>
          <p:nvPr/>
        </p:nvSpPr>
        <p:spPr>
          <a:xfrm>
            <a:off x="1317625" y="5207000"/>
            <a:ext cx="400050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6" name="TextBox 30"/>
          <p:cNvSpPr txBox="1"/>
          <p:nvPr/>
        </p:nvSpPr>
        <p:spPr>
          <a:xfrm>
            <a:off x="4471988" y="1703388"/>
            <a:ext cx="398462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D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7" name="TextBox 31"/>
          <p:cNvSpPr txBox="1"/>
          <p:nvPr/>
        </p:nvSpPr>
        <p:spPr>
          <a:xfrm>
            <a:off x="4478338" y="3451225"/>
            <a:ext cx="398462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E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8" name="TextBox 32"/>
          <p:cNvSpPr txBox="1"/>
          <p:nvPr/>
        </p:nvSpPr>
        <p:spPr>
          <a:xfrm>
            <a:off x="4456113" y="5187950"/>
            <a:ext cx="398462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F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25" name="TextBox 27"/>
          <p:cNvSpPr txBox="1"/>
          <p:nvPr/>
        </p:nvSpPr>
        <p:spPr>
          <a:xfrm>
            <a:off x="9648825" y="5297488"/>
            <a:ext cx="40005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26" name="TextBox 28"/>
          <p:cNvSpPr txBox="1"/>
          <p:nvPr/>
        </p:nvSpPr>
        <p:spPr>
          <a:xfrm>
            <a:off x="10567988" y="6173788"/>
            <a:ext cx="40005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文本框 142"/>
          <p:cNvSpPr/>
          <p:nvPr/>
        </p:nvSpPr>
        <p:spPr>
          <a:xfrm>
            <a:off x="3213100" y="1463675"/>
            <a:ext cx="7239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huì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5148" name="文本框 148"/>
          <p:cNvSpPr/>
          <p:nvPr/>
        </p:nvSpPr>
        <p:spPr>
          <a:xfrm>
            <a:off x="3208338" y="2332038"/>
            <a:ext cx="9032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māmɑ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5149" name="文本框 149"/>
          <p:cNvSpPr/>
          <p:nvPr/>
        </p:nvSpPr>
        <p:spPr>
          <a:xfrm>
            <a:off x="3208338" y="3175000"/>
            <a:ext cx="7239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hěn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cxnSp>
        <p:nvCxnSpPr>
          <p:cNvPr id="7168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" name="组合 5"/>
          <p:cNvGrpSpPr/>
          <p:nvPr/>
        </p:nvGrpSpPr>
        <p:grpSpPr>
          <a:xfrm>
            <a:off x="1112838" y="1463675"/>
            <a:ext cx="1338262" cy="546100"/>
            <a:chOff x="682668" y="3939837"/>
            <a:chExt cx="1338943" cy="545509"/>
          </a:xfrm>
        </p:grpSpPr>
        <p:sp>
          <p:nvSpPr>
            <p:cNvPr id="71732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3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会</a:t>
              </a:r>
            </a:p>
          </p:txBody>
        </p:sp>
      </p:grpSp>
      <p:grpSp>
        <p:nvGrpSpPr>
          <p:cNvPr id="3" name="组合 6"/>
          <p:cNvGrpSpPr/>
          <p:nvPr/>
        </p:nvGrpSpPr>
        <p:grpSpPr>
          <a:xfrm>
            <a:off x="1112838" y="2308225"/>
            <a:ext cx="1338262" cy="536575"/>
            <a:chOff x="682668" y="4792841"/>
            <a:chExt cx="1338943" cy="536981"/>
          </a:xfrm>
        </p:grpSpPr>
        <p:sp>
          <p:nvSpPr>
            <p:cNvPr id="71730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1" name="文本框 107"/>
            <p:cNvSpPr/>
            <p:nvPr/>
          </p:nvSpPr>
          <p:spPr>
            <a:xfrm>
              <a:off x="912891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妈妈</a:t>
              </a:r>
            </a:p>
          </p:txBody>
        </p:sp>
      </p:grpSp>
      <p:grpSp>
        <p:nvGrpSpPr>
          <p:cNvPr id="4" name="组合 7"/>
          <p:cNvGrpSpPr/>
          <p:nvPr/>
        </p:nvGrpSpPr>
        <p:grpSpPr>
          <a:xfrm>
            <a:off x="1114425" y="3170238"/>
            <a:ext cx="1338263" cy="530225"/>
            <a:chOff x="683984" y="5619216"/>
            <a:chExt cx="1338943" cy="529187"/>
          </a:xfrm>
        </p:grpSpPr>
        <p:sp>
          <p:nvSpPr>
            <p:cNvPr id="7172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9" name="文本框 110"/>
            <p:cNvSpPr/>
            <p:nvPr/>
          </p:nvSpPr>
          <p:spPr>
            <a:xfrm>
              <a:off x="1089493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 anchor="ctr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很</a:t>
              </a:r>
            </a:p>
          </p:txBody>
        </p:sp>
      </p:grpSp>
      <p:grpSp>
        <p:nvGrpSpPr>
          <p:cNvPr id="71689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142"/>
          <p:cNvSpPr/>
          <p:nvPr/>
        </p:nvSpPr>
        <p:spPr>
          <a:xfrm>
            <a:off x="8975725" y="1484313"/>
            <a:ext cx="157321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shuō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37" name="文本框 148"/>
          <p:cNvSpPr/>
          <p:nvPr/>
        </p:nvSpPr>
        <p:spPr>
          <a:xfrm>
            <a:off x="8975725" y="2352675"/>
            <a:ext cx="7239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cài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38" name="文本框 149"/>
          <p:cNvSpPr/>
          <p:nvPr/>
        </p:nvSpPr>
        <p:spPr>
          <a:xfrm>
            <a:off x="8975725" y="3195638"/>
            <a:ext cx="14414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hǎo chī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6" name="组合 38"/>
          <p:cNvGrpSpPr/>
          <p:nvPr/>
        </p:nvGrpSpPr>
        <p:grpSpPr>
          <a:xfrm>
            <a:off x="6715125" y="1484313"/>
            <a:ext cx="1338263" cy="546100"/>
            <a:chOff x="682668" y="3939837"/>
            <a:chExt cx="1338943" cy="545509"/>
          </a:xfrm>
        </p:grpSpPr>
        <p:sp>
          <p:nvSpPr>
            <p:cNvPr id="71724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5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说</a:t>
              </a:r>
            </a:p>
          </p:txBody>
        </p:sp>
      </p:grpSp>
      <p:grpSp>
        <p:nvGrpSpPr>
          <p:cNvPr id="7" name="组合 41"/>
          <p:cNvGrpSpPr/>
          <p:nvPr/>
        </p:nvGrpSpPr>
        <p:grpSpPr>
          <a:xfrm>
            <a:off x="6715125" y="2328863"/>
            <a:ext cx="1338263" cy="536575"/>
            <a:chOff x="682668" y="4792841"/>
            <a:chExt cx="1338943" cy="536981"/>
          </a:xfrm>
        </p:grpSpPr>
        <p:sp>
          <p:nvSpPr>
            <p:cNvPr id="71722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3" name="文本框 107"/>
            <p:cNvSpPr/>
            <p:nvPr/>
          </p:nvSpPr>
          <p:spPr>
            <a:xfrm>
              <a:off x="1063643" y="4792841"/>
              <a:ext cx="543053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菜</a:t>
              </a:r>
            </a:p>
          </p:txBody>
        </p:sp>
      </p:grpSp>
      <p:grpSp>
        <p:nvGrpSpPr>
          <p:cNvPr id="8" name="组合 44"/>
          <p:cNvGrpSpPr/>
          <p:nvPr/>
        </p:nvGrpSpPr>
        <p:grpSpPr>
          <a:xfrm>
            <a:off x="6716713" y="3190875"/>
            <a:ext cx="1338262" cy="530225"/>
            <a:chOff x="683984" y="5619216"/>
            <a:chExt cx="1338943" cy="531548"/>
          </a:xfrm>
        </p:grpSpPr>
        <p:sp>
          <p:nvSpPr>
            <p:cNvPr id="7172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1" name="文本框 110"/>
            <p:cNvSpPr/>
            <p:nvPr/>
          </p:nvSpPr>
          <p:spPr>
            <a:xfrm>
              <a:off x="935623" y="5622660"/>
              <a:ext cx="903912" cy="5281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好吃</a:t>
              </a:r>
            </a:p>
          </p:txBody>
        </p:sp>
      </p:grpSp>
      <p:sp>
        <p:nvSpPr>
          <p:cNvPr id="30" name="文本框 149"/>
          <p:cNvSpPr/>
          <p:nvPr/>
        </p:nvSpPr>
        <p:spPr>
          <a:xfrm>
            <a:off x="3201988" y="4068763"/>
            <a:ext cx="7239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zuò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9" name="组合 7"/>
          <p:cNvGrpSpPr/>
          <p:nvPr/>
        </p:nvGrpSpPr>
        <p:grpSpPr>
          <a:xfrm>
            <a:off x="1109663" y="4064000"/>
            <a:ext cx="1338262" cy="530225"/>
            <a:chOff x="683984" y="5619216"/>
            <a:chExt cx="1338943" cy="531548"/>
          </a:xfrm>
        </p:grpSpPr>
        <p:sp>
          <p:nvSpPr>
            <p:cNvPr id="7171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9" name="文本框 110"/>
            <p:cNvSpPr/>
            <p:nvPr/>
          </p:nvSpPr>
          <p:spPr>
            <a:xfrm>
              <a:off x="1089493" y="5622660"/>
              <a:ext cx="543053" cy="5281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做</a:t>
              </a:r>
            </a:p>
          </p:txBody>
        </p:sp>
      </p:grpSp>
      <p:sp>
        <p:nvSpPr>
          <p:cNvPr id="39" name="文本框 149"/>
          <p:cNvSpPr/>
          <p:nvPr/>
        </p:nvSpPr>
        <p:spPr>
          <a:xfrm>
            <a:off x="8970963" y="4089400"/>
            <a:ext cx="7239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xiě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0" name="组合 44"/>
          <p:cNvGrpSpPr/>
          <p:nvPr/>
        </p:nvGrpSpPr>
        <p:grpSpPr>
          <a:xfrm>
            <a:off x="6711950" y="4084638"/>
            <a:ext cx="1338263" cy="546100"/>
            <a:chOff x="683984" y="5619216"/>
            <a:chExt cx="1338943" cy="546945"/>
          </a:xfrm>
        </p:grpSpPr>
        <p:sp>
          <p:nvSpPr>
            <p:cNvPr id="71716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7" name="文本框 110"/>
            <p:cNvSpPr/>
            <p:nvPr/>
          </p:nvSpPr>
          <p:spPr>
            <a:xfrm>
              <a:off x="1064606" y="5638447"/>
              <a:ext cx="543053" cy="5277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写</a:t>
              </a:r>
            </a:p>
          </p:txBody>
        </p:sp>
      </p:grpSp>
      <p:grpSp>
        <p:nvGrpSpPr>
          <p:cNvPr id="11" name="组合 7"/>
          <p:cNvGrpSpPr/>
          <p:nvPr/>
        </p:nvGrpSpPr>
        <p:grpSpPr>
          <a:xfrm>
            <a:off x="1125538" y="4946650"/>
            <a:ext cx="1338262" cy="530225"/>
            <a:chOff x="683984" y="5619216"/>
            <a:chExt cx="1338943" cy="529187"/>
          </a:xfrm>
        </p:grpSpPr>
        <p:sp>
          <p:nvSpPr>
            <p:cNvPr id="71714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5" name="文本框 110"/>
            <p:cNvSpPr/>
            <p:nvPr/>
          </p:nvSpPr>
          <p:spPr>
            <a:xfrm>
              <a:off x="904261" y="5622652"/>
              <a:ext cx="903912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汉字</a:t>
              </a:r>
            </a:p>
          </p:txBody>
        </p:sp>
      </p:grpSp>
      <p:sp>
        <p:nvSpPr>
          <p:cNvPr id="42" name="文本框 149"/>
          <p:cNvSpPr/>
          <p:nvPr/>
        </p:nvSpPr>
        <p:spPr>
          <a:xfrm>
            <a:off x="9023350" y="4956175"/>
            <a:ext cx="5476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zì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2" name="组合 7"/>
          <p:cNvGrpSpPr/>
          <p:nvPr/>
        </p:nvGrpSpPr>
        <p:grpSpPr>
          <a:xfrm>
            <a:off x="6710363" y="4951413"/>
            <a:ext cx="1338262" cy="530225"/>
            <a:chOff x="683984" y="5619216"/>
            <a:chExt cx="1338943" cy="529187"/>
          </a:xfrm>
        </p:grpSpPr>
        <p:sp>
          <p:nvSpPr>
            <p:cNvPr id="71712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3" name="文本框 110"/>
            <p:cNvSpPr/>
            <p:nvPr/>
          </p:nvSpPr>
          <p:spPr>
            <a:xfrm>
              <a:off x="1068453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字</a:t>
              </a:r>
            </a:p>
          </p:txBody>
        </p:sp>
      </p:grpSp>
      <p:sp>
        <p:nvSpPr>
          <p:cNvPr id="46" name="文本框 149"/>
          <p:cNvSpPr/>
          <p:nvPr/>
        </p:nvSpPr>
        <p:spPr>
          <a:xfrm>
            <a:off x="3205163" y="5778500"/>
            <a:ext cx="12636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zěnme</a:t>
            </a:r>
            <a:r>
              <a:rPr lang="en-US" altLang="zh-CN" sz="2800" b="1" dirty="0"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</a:p>
        </p:txBody>
      </p:sp>
      <p:grpSp>
        <p:nvGrpSpPr>
          <p:cNvPr id="13" name="组合 7"/>
          <p:cNvGrpSpPr/>
          <p:nvPr/>
        </p:nvGrpSpPr>
        <p:grpSpPr>
          <a:xfrm>
            <a:off x="1112838" y="5773738"/>
            <a:ext cx="1338262" cy="530225"/>
            <a:chOff x="683984" y="5619216"/>
            <a:chExt cx="1338943" cy="529187"/>
          </a:xfrm>
        </p:grpSpPr>
        <p:sp>
          <p:nvSpPr>
            <p:cNvPr id="7171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1" name="文本框 110"/>
            <p:cNvSpPr/>
            <p:nvPr/>
          </p:nvSpPr>
          <p:spPr>
            <a:xfrm>
              <a:off x="919259" y="5622652"/>
              <a:ext cx="903912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怎么</a:t>
              </a:r>
            </a:p>
          </p:txBody>
        </p:sp>
      </p:grpSp>
      <p:sp>
        <p:nvSpPr>
          <p:cNvPr id="51" name="文本框 149"/>
          <p:cNvSpPr/>
          <p:nvPr/>
        </p:nvSpPr>
        <p:spPr>
          <a:xfrm>
            <a:off x="9010650" y="5783263"/>
            <a:ext cx="54451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dú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4" name="组合 7"/>
          <p:cNvGrpSpPr/>
          <p:nvPr/>
        </p:nvGrpSpPr>
        <p:grpSpPr>
          <a:xfrm>
            <a:off x="6697663" y="5778500"/>
            <a:ext cx="1338262" cy="530225"/>
            <a:chOff x="683984" y="5619216"/>
            <a:chExt cx="1338943" cy="529187"/>
          </a:xfrm>
        </p:grpSpPr>
        <p:sp>
          <p:nvSpPr>
            <p:cNvPr id="7170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09" name="文本框 110"/>
            <p:cNvSpPr/>
            <p:nvPr/>
          </p:nvSpPr>
          <p:spPr>
            <a:xfrm>
              <a:off x="1068453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读</a:t>
              </a:r>
            </a:p>
          </p:txBody>
        </p:sp>
      </p:grpSp>
      <p:sp>
        <p:nvSpPr>
          <p:cNvPr id="55" name="文本框 149"/>
          <p:cNvSpPr/>
          <p:nvPr/>
        </p:nvSpPr>
        <p:spPr>
          <a:xfrm>
            <a:off x="3201988" y="4937125"/>
            <a:ext cx="10826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Hànzì</a:t>
            </a:r>
            <a:endParaRPr lang="en-US" altLang="zh-CN" sz="2800" b="1" dirty="0"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xit" presetSubtype="54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4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8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bldLvl="0"/>
      <p:bldP spid="5141" grpId="1" bldLvl="0"/>
      <p:bldP spid="5141" grpId="2" bldLvl="0"/>
      <p:bldP spid="5141" grpId="3" bldLvl="0"/>
      <p:bldP spid="5141" grpId="4" bldLvl="0"/>
      <p:bldP spid="5148" grpId="0" bldLvl="0"/>
      <p:bldP spid="5148" grpId="1" bldLvl="0"/>
      <p:bldP spid="5148" grpId="2" bldLvl="0"/>
      <p:bldP spid="5148" grpId="3" bldLvl="0"/>
      <p:bldP spid="5148" grpId="4" bldLvl="0"/>
      <p:bldP spid="5149" grpId="0" bldLvl="0"/>
      <p:bldP spid="5149" grpId="1" bldLvl="0"/>
      <p:bldP spid="5149" grpId="2" bldLvl="0"/>
      <p:bldP spid="5149" grpId="3" bldLvl="0"/>
      <p:bldP spid="5149" grpId="4" bldLvl="0"/>
      <p:bldP spid="36" grpId="0" bldLvl="0"/>
      <p:bldP spid="36" grpId="1" bldLvl="0"/>
      <p:bldP spid="36" grpId="2" bldLvl="0"/>
      <p:bldP spid="36" grpId="3" bldLvl="0"/>
      <p:bldP spid="36" grpId="4" bldLvl="0"/>
      <p:bldP spid="37" grpId="0" bldLvl="0"/>
      <p:bldP spid="37" grpId="1" bldLvl="0"/>
      <p:bldP spid="37" grpId="2" bldLvl="0"/>
      <p:bldP spid="37" grpId="3" bldLvl="0"/>
      <p:bldP spid="37" grpId="4" bldLvl="0"/>
      <p:bldP spid="38" grpId="0" bldLvl="0"/>
      <p:bldP spid="38" grpId="1" bldLvl="0"/>
      <p:bldP spid="38" grpId="2" bldLvl="0"/>
      <p:bldP spid="38" grpId="3" bldLvl="0"/>
      <p:bldP spid="38" grpId="4" bldLvl="0"/>
      <p:bldP spid="30" grpId="0" bldLvl="0"/>
      <p:bldP spid="30" grpId="1" bldLvl="0"/>
      <p:bldP spid="30" grpId="2" bldLvl="0"/>
      <p:bldP spid="30" grpId="3" bldLvl="0"/>
      <p:bldP spid="30" grpId="4" bldLvl="0"/>
      <p:bldP spid="39" grpId="0" bldLvl="0"/>
      <p:bldP spid="39" grpId="1" bldLvl="0"/>
      <p:bldP spid="39" grpId="2" bldLvl="0"/>
      <p:bldP spid="39" grpId="3" bldLvl="0"/>
      <p:bldP spid="39" grpId="4" bldLvl="0"/>
      <p:bldP spid="42" grpId="0" bldLvl="0"/>
      <p:bldP spid="42" grpId="1" bldLvl="0"/>
      <p:bldP spid="42" grpId="2" bldLvl="0"/>
      <p:bldP spid="42" grpId="3" bldLvl="0"/>
      <p:bldP spid="42" grpId="4" bldLvl="0"/>
      <p:bldP spid="42" grpId="5"/>
      <p:bldP spid="46" grpId="0" bldLvl="0"/>
      <p:bldP spid="46" grpId="1" bldLvl="0"/>
      <p:bldP spid="46" grpId="2" bldLvl="0"/>
      <p:bldP spid="46" grpId="3" bldLvl="0"/>
      <p:bldP spid="46" grpId="4" bldLvl="0"/>
      <p:bldP spid="51" grpId="0" bldLvl="0"/>
      <p:bldP spid="51" grpId="1" bldLvl="0"/>
      <p:bldP spid="51" grpId="2" bldLvl="0"/>
      <p:bldP spid="51" grpId="3" bldLvl="0"/>
      <p:bldP spid="51" grpId="4" bldLvl="0"/>
      <p:bldP spid="51" grpId="5"/>
      <p:bldP spid="55" grpId="0" bldLvl="0"/>
      <p:bldP spid="55" grpId="1" bldLvl="0"/>
      <p:bldP spid="55" grpId="2" bldLvl="0"/>
      <p:bldP spid="55" grpId="3" bldLvl="0"/>
      <p:bldP spid="55" grpId="4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70480" y="1087755"/>
            <a:ext cx="6623050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2707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2708" name="组合 23"/>
          <p:cNvGrpSpPr/>
          <p:nvPr/>
        </p:nvGrpSpPr>
        <p:grpSpPr>
          <a:xfrm>
            <a:off x="1054100" y="1087438"/>
            <a:ext cx="1338263" cy="546100"/>
            <a:chOff x="682668" y="3939837"/>
            <a:chExt cx="1338943" cy="545509"/>
          </a:xfrm>
        </p:grpSpPr>
        <p:sp>
          <p:nvSpPr>
            <p:cNvPr id="72722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pPr eaLnBrk="0" hangingPunct="0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723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说</a:t>
              </a:r>
            </a:p>
          </p:txBody>
        </p:sp>
      </p:grpSp>
      <p:sp>
        <p:nvSpPr>
          <p:cNvPr id="72709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72710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72711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30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72714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72715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72716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17" name="文本框 152"/>
          <p:cNvSpPr/>
          <p:nvPr/>
        </p:nvSpPr>
        <p:spPr>
          <a:xfrm>
            <a:off x="6069013" y="1119188"/>
            <a:ext cx="3124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72718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72719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93010" y="75120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shuō hàn yǔ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65295" y="75120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shuō yīnɡ yǔ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246495" y="719455"/>
            <a:ext cx="396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zhōnɡ ɡuó rén shuō hàn yǔ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28" grpId="0"/>
      <p:bldP spid="30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70480" y="1838325"/>
            <a:ext cx="9248140" cy="59499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3731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3732" name="圆角矩形 32"/>
          <p:cNvSpPr/>
          <p:nvPr/>
        </p:nvSpPr>
        <p:spPr>
          <a:xfrm>
            <a:off x="1054100" y="178593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3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说</a:t>
            </a:r>
          </a:p>
        </p:txBody>
      </p:sp>
      <p:sp>
        <p:nvSpPr>
          <p:cNvPr id="73734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73735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7373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737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73738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73739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73740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73741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73742" name="文本框 152"/>
          <p:cNvSpPr/>
          <p:nvPr/>
        </p:nvSpPr>
        <p:spPr>
          <a:xfrm>
            <a:off x="6069013" y="111918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73743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73744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21" name="文本框 152"/>
          <p:cNvSpPr/>
          <p:nvPr/>
        </p:nvSpPr>
        <p:spPr>
          <a:xfrm>
            <a:off x="2744788" y="18208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</a:t>
            </a:r>
          </a:p>
        </p:txBody>
      </p:sp>
      <p:sp>
        <p:nvSpPr>
          <p:cNvPr id="22" name="文本框 152"/>
          <p:cNvSpPr/>
          <p:nvPr/>
        </p:nvSpPr>
        <p:spPr>
          <a:xfrm>
            <a:off x="4357688" y="18208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哪国菜</a:t>
            </a:r>
          </a:p>
        </p:txBody>
      </p:sp>
      <p:sp>
        <p:nvSpPr>
          <p:cNvPr id="23" name="文本框 152"/>
          <p:cNvSpPr/>
          <p:nvPr/>
        </p:nvSpPr>
        <p:spPr>
          <a:xfrm>
            <a:off x="6105525" y="1820863"/>
            <a:ext cx="4651375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你吃哪国菜？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我吃中国菜。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2680" y="84645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shuō hàn yǔ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24325" y="84645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shuō yīnɡ yǔ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73445" y="846455"/>
            <a:ext cx="411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zhōnɡ ɡuó rén shuō hàn yǔ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70480" y="1438910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zhōnɡ ɡuó cài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52950" y="143891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nǎ ɡuó cài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59830" y="141795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nǐ chī nǎ ɡuó cài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594725" y="1417955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wǒ chī zhōnɡ ɡuó cài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21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70480" y="1838325"/>
            <a:ext cx="9248140" cy="59499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73731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3732" name="圆角矩形 32"/>
          <p:cNvSpPr/>
          <p:nvPr/>
        </p:nvSpPr>
        <p:spPr>
          <a:xfrm>
            <a:off x="1054100" y="178593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73733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说</a:t>
            </a:r>
          </a:p>
        </p:txBody>
      </p:sp>
      <p:sp>
        <p:nvSpPr>
          <p:cNvPr id="73734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73735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7373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737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73738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73739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73740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73741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73742" name="文本框 152"/>
          <p:cNvSpPr/>
          <p:nvPr/>
        </p:nvSpPr>
        <p:spPr>
          <a:xfrm>
            <a:off x="6069013" y="111918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73743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73744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21" name="文本框 152"/>
          <p:cNvSpPr/>
          <p:nvPr/>
        </p:nvSpPr>
        <p:spPr>
          <a:xfrm>
            <a:off x="2744788" y="18208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</a:t>
            </a:r>
          </a:p>
        </p:txBody>
      </p:sp>
      <p:sp>
        <p:nvSpPr>
          <p:cNvPr id="22" name="文本框 152"/>
          <p:cNvSpPr/>
          <p:nvPr/>
        </p:nvSpPr>
        <p:spPr>
          <a:xfrm>
            <a:off x="4357688" y="18208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哪国菜</a:t>
            </a:r>
          </a:p>
        </p:txBody>
      </p:sp>
      <p:sp>
        <p:nvSpPr>
          <p:cNvPr id="23" name="文本框 152"/>
          <p:cNvSpPr/>
          <p:nvPr/>
        </p:nvSpPr>
        <p:spPr>
          <a:xfrm>
            <a:off x="6105525" y="1820863"/>
            <a:ext cx="4651375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你吃哪国菜？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我吃中国菜。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2680" y="84645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shuō hàn yǔ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24325" y="84645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shuō yīnɡ yǔ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73445" y="846455"/>
            <a:ext cx="411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zhōnɡ ɡuó rén shuō hàn yǔ</a:t>
            </a:r>
            <a:r>
              <a:rPr lang="en-US" altLang="en-US" sz="1800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70480" y="1438910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zhōnɡ ɡuó cài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52950" y="143891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nǎ ɡuó cài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59830" y="141795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nǐ chī nǎ ɡuó cài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594725" y="1417955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wǒ chī zhōnɡ ɡuó cài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21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70480" y="2560320"/>
            <a:ext cx="7415530" cy="66167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7475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4756" name="圆角矩形 32"/>
          <p:cNvSpPr/>
          <p:nvPr/>
        </p:nvSpPr>
        <p:spPr>
          <a:xfrm>
            <a:off x="1054100" y="250031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74757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说</a:t>
            </a:r>
          </a:p>
        </p:txBody>
      </p:sp>
      <p:sp>
        <p:nvSpPr>
          <p:cNvPr id="74758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74759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7476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761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74762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74763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74764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74765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74766" name="文本框 152"/>
          <p:cNvSpPr/>
          <p:nvPr/>
        </p:nvSpPr>
        <p:spPr>
          <a:xfrm>
            <a:off x="6069013" y="111918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74767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74768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74769" name="文本框 152"/>
          <p:cNvSpPr/>
          <p:nvPr/>
        </p:nvSpPr>
        <p:spPr>
          <a:xfrm>
            <a:off x="2744788" y="18208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</a:t>
            </a:r>
          </a:p>
        </p:txBody>
      </p:sp>
      <p:sp>
        <p:nvSpPr>
          <p:cNvPr id="74770" name="文本框 152"/>
          <p:cNvSpPr/>
          <p:nvPr/>
        </p:nvSpPr>
        <p:spPr>
          <a:xfrm>
            <a:off x="4357688" y="18208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哪国菜</a:t>
            </a:r>
          </a:p>
        </p:txBody>
      </p:sp>
      <p:sp>
        <p:nvSpPr>
          <p:cNvPr id="25" name="文本框 152"/>
          <p:cNvSpPr/>
          <p:nvPr/>
        </p:nvSpPr>
        <p:spPr>
          <a:xfrm>
            <a:off x="2730500" y="25384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很好吃</a:t>
            </a:r>
          </a:p>
        </p:txBody>
      </p:sp>
      <p:sp>
        <p:nvSpPr>
          <p:cNvPr id="26" name="文本框 152"/>
          <p:cNvSpPr/>
          <p:nvPr/>
        </p:nvSpPr>
        <p:spPr>
          <a:xfrm>
            <a:off x="4344988" y="253841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不好吃</a:t>
            </a:r>
          </a:p>
        </p:txBody>
      </p:sp>
      <p:sp>
        <p:nvSpPr>
          <p:cNvPr id="27" name="文本框 152"/>
          <p:cNvSpPr/>
          <p:nvPr/>
        </p:nvSpPr>
        <p:spPr>
          <a:xfrm>
            <a:off x="6091238" y="253841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中国菜很好吃。</a:t>
            </a:r>
          </a:p>
        </p:txBody>
      </p:sp>
      <p:sp>
        <p:nvSpPr>
          <p:cNvPr id="74774" name="文本框 152"/>
          <p:cNvSpPr/>
          <p:nvPr/>
        </p:nvSpPr>
        <p:spPr>
          <a:xfrm>
            <a:off x="6105525" y="1820863"/>
            <a:ext cx="4651375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你吃哪国菜？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我吃中国菜。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13305" y="75120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hàn yǔ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42105" y="78168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yīnɡ yǔ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27090" y="751205"/>
            <a:ext cx="411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rén shuō hàn yǔ</a:t>
            </a:r>
            <a:r>
              <a:rPr lang="en-US" altLang="en-US" sz="1800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13305" y="1452880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</a:t>
            </a:r>
            <a:r>
              <a:rPr lang="en-US" altLang="en-US" sz="1800"/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62755" y="148336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nǎ ɡuó cài</a:t>
            </a:r>
            <a:r>
              <a:rPr lang="en-US" altLang="en-US" sz="1800"/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27090" y="1483360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chī nǎ ɡuó cài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280400" y="1452880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chī zhōnɡ ɡuó cài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529205" y="216344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hěn hǎo chī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62755" y="218503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bù hǎo chī</a:t>
            </a:r>
            <a:r>
              <a:rPr lang="en-US" altLang="en-US" sz="1800"/>
              <a:t>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79490" y="2139950"/>
            <a:ext cx="396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 hěn hǎo chī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25" grpId="0"/>
      <p:bldP spid="26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70480" y="2560320"/>
            <a:ext cx="7415530" cy="66167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475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4756" name="圆角矩形 32"/>
          <p:cNvSpPr/>
          <p:nvPr/>
        </p:nvSpPr>
        <p:spPr>
          <a:xfrm>
            <a:off x="1054100" y="250031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4757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说</a:t>
            </a:r>
          </a:p>
        </p:txBody>
      </p:sp>
      <p:sp>
        <p:nvSpPr>
          <p:cNvPr id="74758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74759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7476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761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74762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74763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74764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74765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74766" name="文本框 152"/>
          <p:cNvSpPr/>
          <p:nvPr/>
        </p:nvSpPr>
        <p:spPr>
          <a:xfrm>
            <a:off x="6069013" y="111918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74767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74768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74769" name="文本框 152"/>
          <p:cNvSpPr/>
          <p:nvPr/>
        </p:nvSpPr>
        <p:spPr>
          <a:xfrm>
            <a:off x="2744788" y="18208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</a:t>
            </a:r>
          </a:p>
        </p:txBody>
      </p:sp>
      <p:sp>
        <p:nvSpPr>
          <p:cNvPr id="74770" name="文本框 152"/>
          <p:cNvSpPr/>
          <p:nvPr/>
        </p:nvSpPr>
        <p:spPr>
          <a:xfrm>
            <a:off x="4357688" y="18208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哪国菜</a:t>
            </a:r>
          </a:p>
        </p:txBody>
      </p:sp>
      <p:sp>
        <p:nvSpPr>
          <p:cNvPr id="25" name="文本框 152"/>
          <p:cNvSpPr/>
          <p:nvPr/>
        </p:nvSpPr>
        <p:spPr>
          <a:xfrm>
            <a:off x="2730500" y="25384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很好吃</a:t>
            </a:r>
          </a:p>
        </p:txBody>
      </p:sp>
      <p:sp>
        <p:nvSpPr>
          <p:cNvPr id="26" name="文本框 152"/>
          <p:cNvSpPr/>
          <p:nvPr/>
        </p:nvSpPr>
        <p:spPr>
          <a:xfrm>
            <a:off x="4344988" y="253841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不好吃</a:t>
            </a:r>
          </a:p>
        </p:txBody>
      </p:sp>
      <p:sp>
        <p:nvSpPr>
          <p:cNvPr id="27" name="文本框 152"/>
          <p:cNvSpPr/>
          <p:nvPr/>
        </p:nvSpPr>
        <p:spPr>
          <a:xfrm>
            <a:off x="6091238" y="253841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中国菜很好吃。</a:t>
            </a:r>
          </a:p>
        </p:txBody>
      </p:sp>
      <p:sp>
        <p:nvSpPr>
          <p:cNvPr id="74774" name="文本框 152"/>
          <p:cNvSpPr/>
          <p:nvPr/>
        </p:nvSpPr>
        <p:spPr>
          <a:xfrm>
            <a:off x="6105525" y="1820863"/>
            <a:ext cx="4651375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你吃哪国菜？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我吃中国菜。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13305" y="75120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hàn yǔ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42105" y="78168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yīnɡ yǔ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27090" y="751205"/>
            <a:ext cx="411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rén shuō hàn yǔ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13305" y="1452880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</a:t>
            </a:r>
            <a:r>
              <a:rPr lang="en-US" altLang="en-US"/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62755" y="148336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nǎ ɡuó cài</a:t>
            </a:r>
            <a:r>
              <a:rPr lang="en-US" altLang="en-US"/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27090" y="1483360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chī nǎ ɡuó cài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280400" y="1452880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chī zhōnɡ ɡuó cài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529205" y="216344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hěn hǎo chī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62755" y="218503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bù hǎo chī</a:t>
            </a:r>
            <a:r>
              <a:rPr lang="en-US" altLang="en-US"/>
              <a:t>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79490" y="2139950"/>
            <a:ext cx="396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 hěn hǎo chī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25" grpId="0"/>
      <p:bldP spid="26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70480" y="3237230"/>
            <a:ext cx="7465060" cy="63309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5779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5780" name="圆角矩形 32"/>
          <p:cNvSpPr/>
          <p:nvPr/>
        </p:nvSpPr>
        <p:spPr>
          <a:xfrm>
            <a:off x="1054100" y="31654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1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说</a:t>
            </a:r>
          </a:p>
        </p:txBody>
      </p:sp>
      <p:sp>
        <p:nvSpPr>
          <p:cNvPr id="75782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75783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75784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785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75786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75787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75788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75789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75790" name="文本框 152"/>
          <p:cNvSpPr/>
          <p:nvPr/>
        </p:nvSpPr>
        <p:spPr>
          <a:xfrm>
            <a:off x="6069013" y="111918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75791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75792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75793" name="文本框 152"/>
          <p:cNvSpPr/>
          <p:nvPr/>
        </p:nvSpPr>
        <p:spPr>
          <a:xfrm>
            <a:off x="2744788" y="18208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</a:t>
            </a:r>
          </a:p>
        </p:txBody>
      </p:sp>
      <p:sp>
        <p:nvSpPr>
          <p:cNvPr id="75794" name="文本框 152"/>
          <p:cNvSpPr/>
          <p:nvPr/>
        </p:nvSpPr>
        <p:spPr>
          <a:xfrm>
            <a:off x="4357688" y="18208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哪国菜</a:t>
            </a:r>
          </a:p>
        </p:txBody>
      </p:sp>
      <p:sp>
        <p:nvSpPr>
          <p:cNvPr id="75795" name="文本框 152"/>
          <p:cNvSpPr/>
          <p:nvPr/>
        </p:nvSpPr>
        <p:spPr>
          <a:xfrm>
            <a:off x="2730500" y="25384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很好吃</a:t>
            </a:r>
          </a:p>
        </p:txBody>
      </p:sp>
      <p:sp>
        <p:nvSpPr>
          <p:cNvPr id="75796" name="文本框 152"/>
          <p:cNvSpPr/>
          <p:nvPr/>
        </p:nvSpPr>
        <p:spPr>
          <a:xfrm>
            <a:off x="4344988" y="253841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不好吃</a:t>
            </a:r>
          </a:p>
        </p:txBody>
      </p:sp>
      <p:sp>
        <p:nvSpPr>
          <p:cNvPr id="75797" name="文本框 152"/>
          <p:cNvSpPr/>
          <p:nvPr/>
        </p:nvSpPr>
        <p:spPr>
          <a:xfrm>
            <a:off x="6091238" y="253841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中国菜很好吃。</a:t>
            </a:r>
          </a:p>
        </p:txBody>
      </p:sp>
      <p:sp>
        <p:nvSpPr>
          <p:cNvPr id="29" name="文本框 152"/>
          <p:cNvSpPr/>
          <p:nvPr/>
        </p:nvSpPr>
        <p:spPr>
          <a:xfrm>
            <a:off x="2749550" y="3206750"/>
            <a:ext cx="8001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做菜</a:t>
            </a:r>
          </a:p>
        </p:txBody>
      </p:sp>
      <p:sp>
        <p:nvSpPr>
          <p:cNvPr id="31" name="文本框 152"/>
          <p:cNvSpPr/>
          <p:nvPr/>
        </p:nvSpPr>
        <p:spPr>
          <a:xfrm>
            <a:off x="4364038" y="3206750"/>
            <a:ext cx="44069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做什么菜？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做中国菜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75800" name="文本框 152"/>
          <p:cNvSpPr/>
          <p:nvPr/>
        </p:nvSpPr>
        <p:spPr>
          <a:xfrm>
            <a:off x="6105525" y="1820863"/>
            <a:ext cx="4651375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你吃哪国菜？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我吃中国菜。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9030" y="84709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hàn yǔ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42105" y="835025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yīnɡ yǔ</a:t>
            </a:r>
            <a:r>
              <a:rPr lang="en-US" altLang="en-US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69330" y="835025"/>
            <a:ext cx="411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rén shuō hàn yǔ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70480" y="1481455"/>
            <a:ext cx="2133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zhōnɡ ɡuó cài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27830" y="148145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nǎ ɡuó cài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04230" y="147510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chī nǎ ɡuó cài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196580" y="1475105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chī zhōnɡ ɡuó cài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08555" y="220980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hěn hǎo chī</a:t>
            </a:r>
            <a:r>
              <a:rPr lang="en-US" altLang="en-US"/>
              <a:t>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92575" y="222250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bù hǎo chī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21375" y="2240280"/>
            <a:ext cx="411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 hěn hǎo chī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569845" y="285813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cài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18610" y="2891155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shén me cài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97930" y="2810510"/>
            <a:ext cx="2895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zhōnɡ ɡuó cài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29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70480" y="3957955"/>
            <a:ext cx="6644640" cy="5588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6803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6804" name="圆角矩形 32"/>
          <p:cNvSpPr/>
          <p:nvPr/>
        </p:nvSpPr>
        <p:spPr>
          <a:xfrm>
            <a:off x="1054100" y="38639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805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说</a:t>
            </a:r>
          </a:p>
        </p:txBody>
      </p:sp>
      <p:sp>
        <p:nvSpPr>
          <p:cNvPr id="76806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76807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76808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809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76810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76811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76812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76813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76814" name="文本框 152"/>
          <p:cNvSpPr/>
          <p:nvPr/>
        </p:nvSpPr>
        <p:spPr>
          <a:xfrm>
            <a:off x="6069013" y="111918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76815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76816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76817" name="文本框 152"/>
          <p:cNvSpPr/>
          <p:nvPr/>
        </p:nvSpPr>
        <p:spPr>
          <a:xfrm>
            <a:off x="2744788" y="18208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</a:t>
            </a:r>
          </a:p>
        </p:txBody>
      </p:sp>
      <p:sp>
        <p:nvSpPr>
          <p:cNvPr id="76818" name="文本框 152"/>
          <p:cNvSpPr/>
          <p:nvPr/>
        </p:nvSpPr>
        <p:spPr>
          <a:xfrm>
            <a:off x="4357688" y="18208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哪国菜</a:t>
            </a:r>
          </a:p>
        </p:txBody>
      </p:sp>
      <p:sp>
        <p:nvSpPr>
          <p:cNvPr id="76819" name="文本框 152"/>
          <p:cNvSpPr/>
          <p:nvPr/>
        </p:nvSpPr>
        <p:spPr>
          <a:xfrm>
            <a:off x="2730500" y="25384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很好吃</a:t>
            </a:r>
          </a:p>
        </p:txBody>
      </p:sp>
      <p:sp>
        <p:nvSpPr>
          <p:cNvPr id="76820" name="文本框 152"/>
          <p:cNvSpPr/>
          <p:nvPr/>
        </p:nvSpPr>
        <p:spPr>
          <a:xfrm>
            <a:off x="4344988" y="253841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不好吃</a:t>
            </a:r>
          </a:p>
        </p:txBody>
      </p:sp>
      <p:sp>
        <p:nvSpPr>
          <p:cNvPr id="76821" name="文本框 152"/>
          <p:cNvSpPr/>
          <p:nvPr/>
        </p:nvSpPr>
        <p:spPr>
          <a:xfrm>
            <a:off x="6091238" y="253841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中国菜很好吃。</a:t>
            </a:r>
          </a:p>
        </p:txBody>
      </p:sp>
      <p:sp>
        <p:nvSpPr>
          <p:cNvPr id="76822" name="文本框 152"/>
          <p:cNvSpPr/>
          <p:nvPr/>
        </p:nvSpPr>
        <p:spPr>
          <a:xfrm>
            <a:off x="2749550" y="3206750"/>
            <a:ext cx="8001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做菜</a:t>
            </a:r>
          </a:p>
        </p:txBody>
      </p:sp>
      <p:sp>
        <p:nvSpPr>
          <p:cNvPr id="34" name="文本框 152"/>
          <p:cNvSpPr/>
          <p:nvPr/>
        </p:nvSpPr>
        <p:spPr>
          <a:xfrm>
            <a:off x="2752725" y="39068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写汉字</a:t>
            </a:r>
          </a:p>
        </p:txBody>
      </p:sp>
      <p:sp>
        <p:nvSpPr>
          <p:cNvPr id="35" name="文本框 152"/>
          <p:cNvSpPr/>
          <p:nvPr/>
        </p:nvSpPr>
        <p:spPr>
          <a:xfrm>
            <a:off x="4367213" y="390683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写名字</a:t>
            </a:r>
          </a:p>
        </p:txBody>
      </p:sp>
      <p:sp>
        <p:nvSpPr>
          <p:cNvPr id="36" name="文本框 152"/>
          <p:cNvSpPr/>
          <p:nvPr/>
        </p:nvSpPr>
        <p:spPr>
          <a:xfrm>
            <a:off x="6113463" y="390683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写汉字名字</a:t>
            </a:r>
          </a:p>
        </p:txBody>
      </p:sp>
      <p:sp>
        <p:nvSpPr>
          <p:cNvPr id="76826" name="文本框 152"/>
          <p:cNvSpPr/>
          <p:nvPr/>
        </p:nvSpPr>
        <p:spPr>
          <a:xfrm>
            <a:off x="6105525" y="1820863"/>
            <a:ext cx="4651375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你吃哪国菜？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我吃中国菜。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76827" name="文本框 152"/>
          <p:cNvSpPr/>
          <p:nvPr/>
        </p:nvSpPr>
        <p:spPr>
          <a:xfrm>
            <a:off x="4364038" y="3206750"/>
            <a:ext cx="44069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做什么菜？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做中国菜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74265" y="75120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hàn yǔ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26890" y="751205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yīnɡ yǔ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268085" y="739775"/>
            <a:ext cx="411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rén shuō hàn yǔ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74265" y="1445895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</a:t>
            </a:r>
            <a:r>
              <a:rPr lang="en-US" altLang="en-US"/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03065" y="147637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nǎ ɡuó cài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55970" y="150685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chī nǎ ɡuó cài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137525" y="1445895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chī zhōnɡ ɡuó cài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08555" y="220154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hěn hǎo chī</a:t>
            </a:r>
            <a:r>
              <a:rPr lang="en-US" altLang="en-US"/>
              <a:t>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58285" y="217551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bù hǎo chī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92190" y="2175510"/>
            <a:ext cx="396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 hěn hǎo chī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610485" y="288925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cài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022090" y="2874645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shén me cài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327140" y="2868930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zhōnɡ ɡuó cài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498090" y="349567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 hàn zì</a:t>
            </a:r>
            <a:r>
              <a:rPr lang="en-US" altLang="en-US"/>
              <a:t>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286885" y="349567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 mínɡ zì 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145530" y="3516630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 hàn zì mínɡ zì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34" grpId="0"/>
      <p:bldP spid="35" grpId="0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70163" y="4611688"/>
            <a:ext cx="4945062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7827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7828" name="圆角矩形 32"/>
          <p:cNvSpPr/>
          <p:nvPr/>
        </p:nvSpPr>
        <p:spPr>
          <a:xfrm>
            <a:off x="1054100" y="461168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29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说</a:t>
            </a:r>
          </a:p>
        </p:txBody>
      </p:sp>
      <p:sp>
        <p:nvSpPr>
          <p:cNvPr id="77830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77831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77832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833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77834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77835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77836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77837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77838" name="文本框 152"/>
          <p:cNvSpPr/>
          <p:nvPr/>
        </p:nvSpPr>
        <p:spPr>
          <a:xfrm>
            <a:off x="6069013" y="111918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77839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77840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77841" name="文本框 152"/>
          <p:cNvSpPr/>
          <p:nvPr/>
        </p:nvSpPr>
        <p:spPr>
          <a:xfrm>
            <a:off x="2744788" y="18208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</a:t>
            </a:r>
          </a:p>
        </p:txBody>
      </p:sp>
      <p:sp>
        <p:nvSpPr>
          <p:cNvPr id="77842" name="文本框 152"/>
          <p:cNvSpPr/>
          <p:nvPr/>
        </p:nvSpPr>
        <p:spPr>
          <a:xfrm>
            <a:off x="4357688" y="18208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哪国菜</a:t>
            </a:r>
          </a:p>
        </p:txBody>
      </p:sp>
      <p:sp>
        <p:nvSpPr>
          <p:cNvPr id="77843" name="文本框 152"/>
          <p:cNvSpPr/>
          <p:nvPr/>
        </p:nvSpPr>
        <p:spPr>
          <a:xfrm>
            <a:off x="2730500" y="25384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很好吃</a:t>
            </a:r>
          </a:p>
        </p:txBody>
      </p:sp>
      <p:sp>
        <p:nvSpPr>
          <p:cNvPr id="77844" name="文本框 152"/>
          <p:cNvSpPr/>
          <p:nvPr/>
        </p:nvSpPr>
        <p:spPr>
          <a:xfrm>
            <a:off x="4344988" y="253841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不好吃</a:t>
            </a:r>
          </a:p>
        </p:txBody>
      </p:sp>
      <p:sp>
        <p:nvSpPr>
          <p:cNvPr id="77845" name="文本框 152"/>
          <p:cNvSpPr/>
          <p:nvPr/>
        </p:nvSpPr>
        <p:spPr>
          <a:xfrm>
            <a:off x="6091238" y="253841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中国菜很好吃。</a:t>
            </a:r>
          </a:p>
        </p:txBody>
      </p:sp>
      <p:sp>
        <p:nvSpPr>
          <p:cNvPr id="77846" name="文本框 152"/>
          <p:cNvSpPr/>
          <p:nvPr/>
        </p:nvSpPr>
        <p:spPr>
          <a:xfrm>
            <a:off x="2749550" y="3206750"/>
            <a:ext cx="8001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做菜</a:t>
            </a:r>
          </a:p>
        </p:txBody>
      </p:sp>
      <p:sp>
        <p:nvSpPr>
          <p:cNvPr id="77847" name="文本框 152"/>
          <p:cNvSpPr/>
          <p:nvPr/>
        </p:nvSpPr>
        <p:spPr>
          <a:xfrm>
            <a:off x="2752725" y="39068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写汉字</a:t>
            </a:r>
          </a:p>
        </p:txBody>
      </p:sp>
      <p:sp>
        <p:nvSpPr>
          <p:cNvPr id="77848" name="文本框 152"/>
          <p:cNvSpPr/>
          <p:nvPr/>
        </p:nvSpPr>
        <p:spPr>
          <a:xfrm>
            <a:off x="4367213" y="390683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写名字</a:t>
            </a:r>
          </a:p>
        </p:txBody>
      </p:sp>
      <p:sp>
        <p:nvSpPr>
          <p:cNvPr id="77849" name="文本框 152"/>
          <p:cNvSpPr/>
          <p:nvPr/>
        </p:nvSpPr>
        <p:spPr>
          <a:xfrm>
            <a:off x="6113463" y="390683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写汉字名字</a:t>
            </a:r>
          </a:p>
        </p:txBody>
      </p:sp>
      <p:sp>
        <p:nvSpPr>
          <p:cNvPr id="37" name="文本框 152"/>
          <p:cNvSpPr/>
          <p:nvPr/>
        </p:nvSpPr>
        <p:spPr>
          <a:xfrm>
            <a:off x="2755900" y="46577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一个汉字</a:t>
            </a:r>
          </a:p>
        </p:txBody>
      </p:sp>
      <p:sp>
        <p:nvSpPr>
          <p:cNvPr id="38" name="文本框 152"/>
          <p:cNvSpPr/>
          <p:nvPr/>
        </p:nvSpPr>
        <p:spPr>
          <a:xfrm>
            <a:off x="4368800" y="465772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几个汉字</a:t>
            </a:r>
          </a:p>
        </p:txBody>
      </p:sp>
      <p:sp>
        <p:nvSpPr>
          <p:cNvPr id="39" name="文本框 152"/>
          <p:cNvSpPr/>
          <p:nvPr/>
        </p:nvSpPr>
        <p:spPr>
          <a:xfrm>
            <a:off x="6116638" y="4657725"/>
            <a:ext cx="3124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学汉字</a:t>
            </a:r>
          </a:p>
        </p:txBody>
      </p:sp>
      <p:sp>
        <p:nvSpPr>
          <p:cNvPr id="77853" name="文本框 152"/>
          <p:cNvSpPr/>
          <p:nvPr/>
        </p:nvSpPr>
        <p:spPr>
          <a:xfrm>
            <a:off x="6105525" y="1820863"/>
            <a:ext cx="4651375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你吃哪国菜？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我吃中国菜。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77854" name="文本框 152"/>
          <p:cNvSpPr/>
          <p:nvPr/>
        </p:nvSpPr>
        <p:spPr>
          <a:xfrm>
            <a:off x="4364038" y="3206750"/>
            <a:ext cx="44069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做什么菜？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做中国菜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2680" y="75120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hàn yǔ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088130" y="72898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yīnɡ yǔ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21045" y="781685"/>
            <a:ext cx="411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rén shuō hàn yǔ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92680" y="1452880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45305" y="148336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nǎ ɡuó cài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28055" y="1483360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chī nǎ ɡuó cài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47710" y="1452880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chī zhōnɡ ɡuó cài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516505" y="220980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hěn hǎo chī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99255" y="218503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bù hǎo chī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821045" y="2185035"/>
            <a:ext cx="396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 hěn hǎo chī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570480" y="283845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cài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42105" y="2868930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shén me cài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59830" y="2868930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zhōnɡ ɡuó cài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516505" y="351663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 hàn zì 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192905" y="351663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 mínɡ zì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028055" y="3547110"/>
            <a:ext cx="2895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 hàn zì mínɡ zì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570480" y="425958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yí ɡè hàn zì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221480" y="4243705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jǐ ɡè hàn zì 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927090" y="424370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xué hàn zì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7" grpId="0"/>
      <p:bldP spid="38" grpId="0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70163" y="5310188"/>
            <a:ext cx="4945062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8851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852" name="圆角矩形 32"/>
          <p:cNvSpPr/>
          <p:nvPr/>
        </p:nvSpPr>
        <p:spPr>
          <a:xfrm>
            <a:off x="1054100" y="531018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3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说</a:t>
            </a:r>
          </a:p>
        </p:txBody>
      </p:sp>
      <p:sp>
        <p:nvSpPr>
          <p:cNvPr id="78854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78855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7885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857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78858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78859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78860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78861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78862" name="文本框 152"/>
          <p:cNvSpPr/>
          <p:nvPr/>
        </p:nvSpPr>
        <p:spPr>
          <a:xfrm>
            <a:off x="6069013" y="111918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78863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78864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78865" name="文本框 152"/>
          <p:cNvSpPr/>
          <p:nvPr/>
        </p:nvSpPr>
        <p:spPr>
          <a:xfrm>
            <a:off x="2744788" y="18208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</a:t>
            </a:r>
          </a:p>
        </p:txBody>
      </p:sp>
      <p:sp>
        <p:nvSpPr>
          <p:cNvPr id="78866" name="文本框 152"/>
          <p:cNvSpPr/>
          <p:nvPr/>
        </p:nvSpPr>
        <p:spPr>
          <a:xfrm>
            <a:off x="4357688" y="18208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哪国菜</a:t>
            </a:r>
          </a:p>
        </p:txBody>
      </p:sp>
      <p:sp>
        <p:nvSpPr>
          <p:cNvPr id="78867" name="文本框 152"/>
          <p:cNvSpPr/>
          <p:nvPr/>
        </p:nvSpPr>
        <p:spPr>
          <a:xfrm>
            <a:off x="2730500" y="25384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很好吃</a:t>
            </a:r>
          </a:p>
        </p:txBody>
      </p:sp>
      <p:sp>
        <p:nvSpPr>
          <p:cNvPr id="78868" name="文本框 152"/>
          <p:cNvSpPr/>
          <p:nvPr/>
        </p:nvSpPr>
        <p:spPr>
          <a:xfrm>
            <a:off x="4344988" y="253841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不好吃</a:t>
            </a:r>
          </a:p>
        </p:txBody>
      </p:sp>
      <p:sp>
        <p:nvSpPr>
          <p:cNvPr id="78869" name="文本框 152"/>
          <p:cNvSpPr/>
          <p:nvPr/>
        </p:nvSpPr>
        <p:spPr>
          <a:xfrm>
            <a:off x="6091238" y="253841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中国菜很好吃。</a:t>
            </a:r>
          </a:p>
        </p:txBody>
      </p:sp>
      <p:sp>
        <p:nvSpPr>
          <p:cNvPr id="78870" name="文本框 152"/>
          <p:cNvSpPr/>
          <p:nvPr/>
        </p:nvSpPr>
        <p:spPr>
          <a:xfrm>
            <a:off x="2749550" y="3206750"/>
            <a:ext cx="8001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做菜</a:t>
            </a:r>
          </a:p>
        </p:txBody>
      </p:sp>
      <p:sp>
        <p:nvSpPr>
          <p:cNvPr id="78871" name="文本框 152"/>
          <p:cNvSpPr/>
          <p:nvPr/>
        </p:nvSpPr>
        <p:spPr>
          <a:xfrm>
            <a:off x="2752725" y="39068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写汉字</a:t>
            </a:r>
          </a:p>
        </p:txBody>
      </p:sp>
      <p:sp>
        <p:nvSpPr>
          <p:cNvPr id="78872" name="文本框 152"/>
          <p:cNvSpPr/>
          <p:nvPr/>
        </p:nvSpPr>
        <p:spPr>
          <a:xfrm>
            <a:off x="4367213" y="390683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写名字</a:t>
            </a:r>
          </a:p>
        </p:txBody>
      </p:sp>
      <p:sp>
        <p:nvSpPr>
          <p:cNvPr id="78873" name="文本框 152"/>
          <p:cNvSpPr/>
          <p:nvPr/>
        </p:nvSpPr>
        <p:spPr>
          <a:xfrm>
            <a:off x="6113463" y="390683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写汉字名字</a:t>
            </a:r>
          </a:p>
        </p:txBody>
      </p:sp>
      <p:sp>
        <p:nvSpPr>
          <p:cNvPr id="78874" name="文本框 152"/>
          <p:cNvSpPr/>
          <p:nvPr/>
        </p:nvSpPr>
        <p:spPr>
          <a:xfrm>
            <a:off x="2755900" y="46577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一个汉字</a:t>
            </a:r>
          </a:p>
        </p:txBody>
      </p:sp>
      <p:sp>
        <p:nvSpPr>
          <p:cNvPr id="78875" name="文本框 152"/>
          <p:cNvSpPr/>
          <p:nvPr/>
        </p:nvSpPr>
        <p:spPr>
          <a:xfrm>
            <a:off x="4368800" y="465772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几个汉字</a:t>
            </a:r>
          </a:p>
        </p:txBody>
      </p:sp>
      <p:sp>
        <p:nvSpPr>
          <p:cNvPr id="78876" name="文本框 152"/>
          <p:cNvSpPr/>
          <p:nvPr/>
        </p:nvSpPr>
        <p:spPr>
          <a:xfrm>
            <a:off x="6116638" y="4657725"/>
            <a:ext cx="3124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学汉字</a:t>
            </a:r>
          </a:p>
        </p:txBody>
      </p:sp>
      <p:sp>
        <p:nvSpPr>
          <p:cNvPr id="40" name="文本框 152"/>
          <p:cNvSpPr/>
          <p:nvPr/>
        </p:nvSpPr>
        <p:spPr>
          <a:xfrm>
            <a:off x="2774950" y="5341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一个字</a:t>
            </a:r>
          </a:p>
        </p:txBody>
      </p:sp>
      <p:sp>
        <p:nvSpPr>
          <p:cNvPr id="41" name="文本框 152"/>
          <p:cNvSpPr/>
          <p:nvPr/>
        </p:nvSpPr>
        <p:spPr>
          <a:xfrm>
            <a:off x="4389438" y="5341938"/>
            <a:ext cx="27924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几个字</a:t>
            </a:r>
          </a:p>
        </p:txBody>
      </p:sp>
      <p:sp>
        <p:nvSpPr>
          <p:cNvPr id="42" name="文本框 152"/>
          <p:cNvSpPr/>
          <p:nvPr/>
        </p:nvSpPr>
        <p:spPr>
          <a:xfrm>
            <a:off x="6135688" y="534193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写字</a:t>
            </a:r>
          </a:p>
        </p:txBody>
      </p:sp>
      <p:sp>
        <p:nvSpPr>
          <p:cNvPr id="78880" name="文本框 152"/>
          <p:cNvSpPr/>
          <p:nvPr/>
        </p:nvSpPr>
        <p:spPr>
          <a:xfrm>
            <a:off x="6105525" y="1820863"/>
            <a:ext cx="4651375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你吃哪国菜？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我吃中国菜。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78881" name="文本框 152"/>
          <p:cNvSpPr/>
          <p:nvPr/>
        </p:nvSpPr>
        <p:spPr>
          <a:xfrm>
            <a:off x="4364038" y="3206750"/>
            <a:ext cx="44069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做什么菜？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做中国菜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94940" y="494538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yí ɡè zì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05630" y="493966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jǐ ɡè zì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62650" y="500888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   xiě zì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40" grpId="0"/>
      <p:bldP spid="41" grpId="0"/>
      <p:bldP spid="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70163" y="5992813"/>
            <a:ext cx="4945062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987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9876" name="圆角矩形 32"/>
          <p:cNvSpPr/>
          <p:nvPr/>
        </p:nvSpPr>
        <p:spPr>
          <a:xfrm>
            <a:off x="1054100" y="59928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7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说</a:t>
            </a:r>
          </a:p>
        </p:txBody>
      </p:sp>
      <p:sp>
        <p:nvSpPr>
          <p:cNvPr id="79878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79879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7988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881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79882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79883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79884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79885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79886" name="文本框 152"/>
          <p:cNvSpPr/>
          <p:nvPr/>
        </p:nvSpPr>
        <p:spPr>
          <a:xfrm>
            <a:off x="6069013" y="111918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79887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79888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79889" name="文本框 152"/>
          <p:cNvSpPr/>
          <p:nvPr/>
        </p:nvSpPr>
        <p:spPr>
          <a:xfrm>
            <a:off x="2744788" y="18208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</a:t>
            </a:r>
          </a:p>
        </p:txBody>
      </p:sp>
      <p:sp>
        <p:nvSpPr>
          <p:cNvPr id="79890" name="文本框 152"/>
          <p:cNvSpPr/>
          <p:nvPr/>
        </p:nvSpPr>
        <p:spPr>
          <a:xfrm>
            <a:off x="4357688" y="18208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哪国菜</a:t>
            </a:r>
          </a:p>
        </p:txBody>
      </p:sp>
      <p:sp>
        <p:nvSpPr>
          <p:cNvPr id="79891" name="文本框 152"/>
          <p:cNvSpPr/>
          <p:nvPr/>
        </p:nvSpPr>
        <p:spPr>
          <a:xfrm>
            <a:off x="2730500" y="25384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很好吃</a:t>
            </a:r>
          </a:p>
        </p:txBody>
      </p:sp>
      <p:sp>
        <p:nvSpPr>
          <p:cNvPr id="79892" name="文本框 152"/>
          <p:cNvSpPr/>
          <p:nvPr/>
        </p:nvSpPr>
        <p:spPr>
          <a:xfrm>
            <a:off x="4344988" y="253841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不好吃</a:t>
            </a:r>
          </a:p>
        </p:txBody>
      </p:sp>
      <p:sp>
        <p:nvSpPr>
          <p:cNvPr id="79893" name="文本框 152"/>
          <p:cNvSpPr/>
          <p:nvPr/>
        </p:nvSpPr>
        <p:spPr>
          <a:xfrm>
            <a:off x="6091238" y="253841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中国菜很好吃。</a:t>
            </a:r>
          </a:p>
        </p:txBody>
      </p:sp>
      <p:sp>
        <p:nvSpPr>
          <p:cNvPr id="79894" name="文本框 152"/>
          <p:cNvSpPr/>
          <p:nvPr/>
        </p:nvSpPr>
        <p:spPr>
          <a:xfrm>
            <a:off x="2749550" y="3206750"/>
            <a:ext cx="8001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做菜</a:t>
            </a:r>
          </a:p>
        </p:txBody>
      </p:sp>
      <p:sp>
        <p:nvSpPr>
          <p:cNvPr id="79895" name="文本框 152"/>
          <p:cNvSpPr/>
          <p:nvPr/>
        </p:nvSpPr>
        <p:spPr>
          <a:xfrm>
            <a:off x="2752725" y="39068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写汉字</a:t>
            </a:r>
          </a:p>
        </p:txBody>
      </p:sp>
      <p:sp>
        <p:nvSpPr>
          <p:cNvPr id="79896" name="文本框 152"/>
          <p:cNvSpPr/>
          <p:nvPr/>
        </p:nvSpPr>
        <p:spPr>
          <a:xfrm>
            <a:off x="4367213" y="390683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写名字</a:t>
            </a:r>
          </a:p>
        </p:txBody>
      </p:sp>
      <p:sp>
        <p:nvSpPr>
          <p:cNvPr id="79897" name="文本框 152"/>
          <p:cNvSpPr/>
          <p:nvPr/>
        </p:nvSpPr>
        <p:spPr>
          <a:xfrm>
            <a:off x="6113463" y="390683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写汉字名字</a:t>
            </a:r>
          </a:p>
        </p:txBody>
      </p:sp>
      <p:sp>
        <p:nvSpPr>
          <p:cNvPr id="79898" name="文本框 152"/>
          <p:cNvSpPr/>
          <p:nvPr/>
        </p:nvSpPr>
        <p:spPr>
          <a:xfrm>
            <a:off x="2755900" y="46577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一个汉字</a:t>
            </a:r>
          </a:p>
        </p:txBody>
      </p:sp>
      <p:sp>
        <p:nvSpPr>
          <p:cNvPr id="79899" name="文本框 152"/>
          <p:cNvSpPr/>
          <p:nvPr/>
        </p:nvSpPr>
        <p:spPr>
          <a:xfrm>
            <a:off x="4368800" y="465772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几个汉字</a:t>
            </a:r>
          </a:p>
        </p:txBody>
      </p:sp>
      <p:sp>
        <p:nvSpPr>
          <p:cNvPr id="79900" name="文本框 152"/>
          <p:cNvSpPr/>
          <p:nvPr/>
        </p:nvSpPr>
        <p:spPr>
          <a:xfrm>
            <a:off x="6116638" y="4657725"/>
            <a:ext cx="3124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学汉字</a:t>
            </a:r>
          </a:p>
        </p:txBody>
      </p:sp>
      <p:sp>
        <p:nvSpPr>
          <p:cNvPr id="79901" name="文本框 152"/>
          <p:cNvSpPr/>
          <p:nvPr/>
        </p:nvSpPr>
        <p:spPr>
          <a:xfrm>
            <a:off x="2774950" y="5341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一个字</a:t>
            </a:r>
          </a:p>
        </p:txBody>
      </p:sp>
      <p:sp>
        <p:nvSpPr>
          <p:cNvPr id="79902" name="文本框 152"/>
          <p:cNvSpPr/>
          <p:nvPr/>
        </p:nvSpPr>
        <p:spPr>
          <a:xfrm>
            <a:off x="4389438" y="5341938"/>
            <a:ext cx="27924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几个字</a:t>
            </a:r>
          </a:p>
        </p:txBody>
      </p:sp>
      <p:sp>
        <p:nvSpPr>
          <p:cNvPr id="79903" name="文本框 152"/>
          <p:cNvSpPr/>
          <p:nvPr/>
        </p:nvSpPr>
        <p:spPr>
          <a:xfrm>
            <a:off x="6138863" y="532542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写字</a:t>
            </a:r>
          </a:p>
        </p:txBody>
      </p:sp>
      <p:sp>
        <p:nvSpPr>
          <p:cNvPr id="45" name="文本框 152"/>
          <p:cNvSpPr/>
          <p:nvPr/>
        </p:nvSpPr>
        <p:spPr>
          <a:xfrm>
            <a:off x="2778125" y="602615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读汉字</a:t>
            </a:r>
          </a:p>
        </p:txBody>
      </p:sp>
      <p:sp>
        <p:nvSpPr>
          <p:cNvPr id="46" name="文本框 152"/>
          <p:cNvSpPr/>
          <p:nvPr/>
        </p:nvSpPr>
        <p:spPr>
          <a:xfrm>
            <a:off x="4391025" y="6026150"/>
            <a:ext cx="2794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读书</a:t>
            </a:r>
          </a:p>
        </p:txBody>
      </p:sp>
      <p:sp>
        <p:nvSpPr>
          <p:cNvPr id="47" name="文本框 152"/>
          <p:cNvSpPr/>
          <p:nvPr/>
        </p:nvSpPr>
        <p:spPr>
          <a:xfrm>
            <a:off x="6138863" y="6026150"/>
            <a:ext cx="3124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读课文</a:t>
            </a:r>
          </a:p>
        </p:txBody>
      </p:sp>
      <p:sp>
        <p:nvSpPr>
          <p:cNvPr id="79907" name="文本框 152"/>
          <p:cNvSpPr/>
          <p:nvPr/>
        </p:nvSpPr>
        <p:spPr>
          <a:xfrm>
            <a:off x="6105525" y="1820863"/>
            <a:ext cx="4651375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你吃哪国菜？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我吃中国菜。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79908" name="文本框 152"/>
          <p:cNvSpPr/>
          <p:nvPr/>
        </p:nvSpPr>
        <p:spPr>
          <a:xfrm>
            <a:off x="4364038" y="3206750"/>
            <a:ext cx="44069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做什么菜？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做中国菜</a:t>
            </a:r>
          </a:p>
          <a:p>
            <a:pPr eaLnBrk="0" hangingPunct="0"/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7950" y="565785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dú hàn zì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45305" y="566293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dú shū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1555" y="566293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dú kè wén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45" grpId="0"/>
      <p:bldP spid="46" grpId="0"/>
      <p:bldP spid="4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圆角矩形 32"/>
          <p:cNvSpPr/>
          <p:nvPr/>
        </p:nvSpPr>
        <p:spPr>
          <a:xfrm>
            <a:off x="1054100" y="531018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0899" name="圆角矩形 32"/>
          <p:cNvSpPr/>
          <p:nvPr/>
        </p:nvSpPr>
        <p:spPr>
          <a:xfrm>
            <a:off x="1054100" y="461168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0900" name="圆角矩形 32"/>
          <p:cNvSpPr/>
          <p:nvPr/>
        </p:nvSpPr>
        <p:spPr>
          <a:xfrm>
            <a:off x="1054100" y="38639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0901" name="圆角矩形 32"/>
          <p:cNvSpPr/>
          <p:nvPr/>
        </p:nvSpPr>
        <p:spPr>
          <a:xfrm>
            <a:off x="1054100" y="31654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0902" name="圆角矩形 32"/>
          <p:cNvSpPr/>
          <p:nvPr/>
        </p:nvSpPr>
        <p:spPr>
          <a:xfrm>
            <a:off x="1054100" y="250031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0903" name="圆角矩形 32"/>
          <p:cNvSpPr/>
          <p:nvPr/>
        </p:nvSpPr>
        <p:spPr>
          <a:xfrm>
            <a:off x="1054100" y="178593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80904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0905" name="圆角矩形 32"/>
          <p:cNvSpPr/>
          <p:nvPr/>
        </p:nvSpPr>
        <p:spPr>
          <a:xfrm>
            <a:off x="1054100" y="59928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0906" name="文本框 88"/>
          <p:cNvSpPr/>
          <p:nvPr/>
        </p:nvSpPr>
        <p:spPr>
          <a:xfrm>
            <a:off x="1282700" y="110807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说</a:t>
            </a:r>
          </a:p>
        </p:txBody>
      </p:sp>
      <p:sp>
        <p:nvSpPr>
          <p:cNvPr id="80907" name="文本框 88"/>
          <p:cNvSpPr/>
          <p:nvPr/>
        </p:nvSpPr>
        <p:spPr>
          <a:xfrm>
            <a:off x="1266825" y="1820863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菜</a:t>
            </a:r>
          </a:p>
        </p:txBody>
      </p:sp>
      <p:sp>
        <p:nvSpPr>
          <p:cNvPr id="80908" name="文本框 107"/>
          <p:cNvSpPr/>
          <p:nvPr/>
        </p:nvSpPr>
        <p:spPr>
          <a:xfrm>
            <a:off x="1262063" y="250983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好吃</a:t>
            </a:r>
          </a:p>
        </p:txBody>
      </p:sp>
      <p:grpSp>
        <p:nvGrpSpPr>
          <p:cNvPr id="80909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910" name="文本框 152"/>
          <p:cNvSpPr/>
          <p:nvPr/>
        </p:nvSpPr>
        <p:spPr>
          <a:xfrm>
            <a:off x="2774950" y="11191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说汉语</a:t>
            </a:r>
          </a:p>
        </p:txBody>
      </p:sp>
      <p:sp>
        <p:nvSpPr>
          <p:cNvPr id="80911" name="文本框 152"/>
          <p:cNvSpPr/>
          <p:nvPr/>
        </p:nvSpPr>
        <p:spPr>
          <a:xfrm>
            <a:off x="4389438" y="111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说英语</a:t>
            </a:r>
          </a:p>
        </p:txBody>
      </p:sp>
      <p:sp>
        <p:nvSpPr>
          <p:cNvPr id="80912" name="文本框 107"/>
          <p:cNvSpPr/>
          <p:nvPr/>
        </p:nvSpPr>
        <p:spPr>
          <a:xfrm>
            <a:off x="1435100" y="31734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做</a:t>
            </a:r>
          </a:p>
        </p:txBody>
      </p:sp>
      <p:sp>
        <p:nvSpPr>
          <p:cNvPr id="80913" name="文本框 107"/>
          <p:cNvSpPr/>
          <p:nvPr/>
        </p:nvSpPr>
        <p:spPr>
          <a:xfrm>
            <a:off x="1441450" y="38846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80914" name="文本框 107"/>
          <p:cNvSpPr/>
          <p:nvPr/>
        </p:nvSpPr>
        <p:spPr>
          <a:xfrm>
            <a:off x="1301750" y="4627563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汉字</a:t>
            </a:r>
          </a:p>
        </p:txBody>
      </p:sp>
      <p:sp>
        <p:nvSpPr>
          <p:cNvPr id="80915" name="文本框 152"/>
          <p:cNvSpPr/>
          <p:nvPr/>
        </p:nvSpPr>
        <p:spPr>
          <a:xfrm>
            <a:off x="6069013" y="111918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中国人说汉语</a:t>
            </a:r>
          </a:p>
        </p:txBody>
      </p:sp>
      <p:sp>
        <p:nvSpPr>
          <p:cNvPr id="80916" name="文本框 107"/>
          <p:cNvSpPr/>
          <p:nvPr/>
        </p:nvSpPr>
        <p:spPr>
          <a:xfrm>
            <a:off x="1503363" y="53419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字</a:t>
            </a:r>
          </a:p>
        </p:txBody>
      </p:sp>
      <p:sp>
        <p:nvSpPr>
          <p:cNvPr id="80917" name="文本框 107"/>
          <p:cNvSpPr/>
          <p:nvPr/>
        </p:nvSpPr>
        <p:spPr>
          <a:xfrm>
            <a:off x="1463675" y="6026150"/>
            <a:ext cx="542925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读</a:t>
            </a:r>
          </a:p>
        </p:txBody>
      </p:sp>
      <p:sp>
        <p:nvSpPr>
          <p:cNvPr id="80918" name="文本框 152"/>
          <p:cNvSpPr/>
          <p:nvPr/>
        </p:nvSpPr>
        <p:spPr>
          <a:xfrm>
            <a:off x="2744788" y="18208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</a:t>
            </a:r>
          </a:p>
        </p:txBody>
      </p:sp>
      <p:sp>
        <p:nvSpPr>
          <p:cNvPr id="80919" name="文本框 152"/>
          <p:cNvSpPr/>
          <p:nvPr/>
        </p:nvSpPr>
        <p:spPr>
          <a:xfrm>
            <a:off x="4357688" y="18208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哪国菜</a:t>
            </a:r>
          </a:p>
        </p:txBody>
      </p:sp>
      <p:sp>
        <p:nvSpPr>
          <p:cNvPr id="80920" name="文本框 152"/>
          <p:cNvSpPr/>
          <p:nvPr/>
        </p:nvSpPr>
        <p:spPr>
          <a:xfrm>
            <a:off x="2730500" y="25384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很好吃</a:t>
            </a:r>
          </a:p>
        </p:txBody>
      </p:sp>
      <p:sp>
        <p:nvSpPr>
          <p:cNvPr id="80921" name="文本框 152"/>
          <p:cNvSpPr/>
          <p:nvPr/>
        </p:nvSpPr>
        <p:spPr>
          <a:xfrm>
            <a:off x="4344988" y="253841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不好吃</a:t>
            </a:r>
          </a:p>
        </p:txBody>
      </p:sp>
      <p:sp>
        <p:nvSpPr>
          <p:cNvPr id="80922" name="文本框 152"/>
          <p:cNvSpPr/>
          <p:nvPr/>
        </p:nvSpPr>
        <p:spPr>
          <a:xfrm>
            <a:off x="6091238" y="253841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中国菜很好吃。</a:t>
            </a:r>
          </a:p>
        </p:txBody>
      </p:sp>
      <p:sp>
        <p:nvSpPr>
          <p:cNvPr id="80923" name="文本框 152"/>
          <p:cNvSpPr/>
          <p:nvPr/>
        </p:nvSpPr>
        <p:spPr>
          <a:xfrm>
            <a:off x="2749550" y="3206750"/>
            <a:ext cx="8001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做菜</a:t>
            </a:r>
          </a:p>
        </p:txBody>
      </p:sp>
      <p:sp>
        <p:nvSpPr>
          <p:cNvPr id="80924" name="文本框 152"/>
          <p:cNvSpPr/>
          <p:nvPr/>
        </p:nvSpPr>
        <p:spPr>
          <a:xfrm>
            <a:off x="2752725" y="39068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写汉字</a:t>
            </a:r>
          </a:p>
        </p:txBody>
      </p:sp>
      <p:sp>
        <p:nvSpPr>
          <p:cNvPr id="80925" name="文本框 152"/>
          <p:cNvSpPr/>
          <p:nvPr/>
        </p:nvSpPr>
        <p:spPr>
          <a:xfrm>
            <a:off x="4367213" y="390683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写名字</a:t>
            </a:r>
          </a:p>
        </p:txBody>
      </p:sp>
      <p:sp>
        <p:nvSpPr>
          <p:cNvPr id="80926" name="文本框 152"/>
          <p:cNvSpPr/>
          <p:nvPr/>
        </p:nvSpPr>
        <p:spPr>
          <a:xfrm>
            <a:off x="6113463" y="390683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写汉字名字</a:t>
            </a:r>
          </a:p>
        </p:txBody>
      </p:sp>
      <p:sp>
        <p:nvSpPr>
          <p:cNvPr id="80927" name="文本框 152"/>
          <p:cNvSpPr/>
          <p:nvPr/>
        </p:nvSpPr>
        <p:spPr>
          <a:xfrm>
            <a:off x="2755900" y="46577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一个汉字</a:t>
            </a:r>
          </a:p>
        </p:txBody>
      </p:sp>
      <p:sp>
        <p:nvSpPr>
          <p:cNvPr id="80928" name="文本框 152"/>
          <p:cNvSpPr/>
          <p:nvPr/>
        </p:nvSpPr>
        <p:spPr>
          <a:xfrm>
            <a:off x="4368800" y="465772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几个汉字</a:t>
            </a:r>
          </a:p>
        </p:txBody>
      </p:sp>
      <p:sp>
        <p:nvSpPr>
          <p:cNvPr id="80929" name="文本框 152"/>
          <p:cNvSpPr/>
          <p:nvPr/>
        </p:nvSpPr>
        <p:spPr>
          <a:xfrm>
            <a:off x="6116638" y="4657725"/>
            <a:ext cx="3124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学汉字</a:t>
            </a:r>
          </a:p>
        </p:txBody>
      </p:sp>
      <p:sp>
        <p:nvSpPr>
          <p:cNvPr id="80930" name="文本框 152"/>
          <p:cNvSpPr/>
          <p:nvPr/>
        </p:nvSpPr>
        <p:spPr>
          <a:xfrm>
            <a:off x="2774950" y="53419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一个字</a:t>
            </a:r>
          </a:p>
        </p:txBody>
      </p:sp>
      <p:sp>
        <p:nvSpPr>
          <p:cNvPr id="80931" name="文本框 152"/>
          <p:cNvSpPr/>
          <p:nvPr/>
        </p:nvSpPr>
        <p:spPr>
          <a:xfrm>
            <a:off x="4389438" y="5341938"/>
            <a:ext cx="27924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几个字</a:t>
            </a:r>
          </a:p>
        </p:txBody>
      </p:sp>
      <p:sp>
        <p:nvSpPr>
          <p:cNvPr id="80932" name="文本框 152"/>
          <p:cNvSpPr/>
          <p:nvPr/>
        </p:nvSpPr>
        <p:spPr>
          <a:xfrm>
            <a:off x="6135688" y="5341938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写字</a:t>
            </a:r>
          </a:p>
        </p:txBody>
      </p:sp>
      <p:sp>
        <p:nvSpPr>
          <p:cNvPr id="80933" name="文本框 152"/>
          <p:cNvSpPr/>
          <p:nvPr/>
        </p:nvSpPr>
        <p:spPr>
          <a:xfrm>
            <a:off x="2778125" y="602615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读汉字</a:t>
            </a:r>
          </a:p>
        </p:txBody>
      </p:sp>
      <p:sp>
        <p:nvSpPr>
          <p:cNvPr id="80934" name="文本框 152"/>
          <p:cNvSpPr/>
          <p:nvPr/>
        </p:nvSpPr>
        <p:spPr>
          <a:xfrm>
            <a:off x="4391025" y="6026150"/>
            <a:ext cx="2794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读书</a:t>
            </a:r>
          </a:p>
        </p:txBody>
      </p:sp>
      <p:sp>
        <p:nvSpPr>
          <p:cNvPr id="80935" name="文本框 152"/>
          <p:cNvSpPr/>
          <p:nvPr/>
        </p:nvSpPr>
        <p:spPr>
          <a:xfrm>
            <a:off x="6138863" y="6026150"/>
            <a:ext cx="3124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读课文</a:t>
            </a:r>
          </a:p>
        </p:txBody>
      </p:sp>
      <p:grpSp>
        <p:nvGrpSpPr>
          <p:cNvPr id="80936" name="组合 23"/>
          <p:cNvGrpSpPr/>
          <p:nvPr/>
        </p:nvGrpSpPr>
        <p:grpSpPr>
          <a:xfrm>
            <a:off x="1054100" y="1087438"/>
            <a:ext cx="1338263" cy="546100"/>
            <a:chOff x="682668" y="3939837"/>
            <a:chExt cx="1338943" cy="545509"/>
          </a:xfrm>
        </p:grpSpPr>
        <p:sp>
          <p:nvSpPr>
            <p:cNvPr id="80939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pPr eaLnBrk="0" hangingPunct="0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0940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说</a:t>
              </a:r>
            </a:p>
          </p:txBody>
        </p:sp>
      </p:grpSp>
      <p:sp>
        <p:nvSpPr>
          <p:cNvPr id="80937" name="文本框 152"/>
          <p:cNvSpPr/>
          <p:nvPr/>
        </p:nvSpPr>
        <p:spPr>
          <a:xfrm>
            <a:off x="6105525" y="1820863"/>
            <a:ext cx="46513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你吃哪国菜？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我吃中国菜。</a:t>
            </a:r>
          </a:p>
        </p:txBody>
      </p:sp>
      <p:sp>
        <p:nvSpPr>
          <p:cNvPr id="80938" name="文本框 152"/>
          <p:cNvSpPr/>
          <p:nvPr/>
        </p:nvSpPr>
        <p:spPr>
          <a:xfrm>
            <a:off x="4364038" y="3206750"/>
            <a:ext cx="44069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做什么菜？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做中国菜。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16505" y="73977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hàn yǔ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42105" y="770255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yīnɡ yǔ</a:t>
            </a:r>
            <a:r>
              <a:rPr lang="en-US" altLang="en-US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62015" y="770255"/>
            <a:ext cx="411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rén shuō hàn yǔ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92680" y="1452880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62755" y="148336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nǎ ɡuó cài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80100" y="1452880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chī nǎ ɡuó cài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280400" y="1417955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chī zhōnɡ ɡuó cài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516505" y="217043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hěn hǎo chī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71950" y="220091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bù hǎo chī</a:t>
            </a:r>
            <a:r>
              <a:rPr lang="en-US" altLang="en-US"/>
              <a:t>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00750" y="2200910"/>
            <a:ext cx="396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 hěn hǎo chī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516505" y="283845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cài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71950" y="2868930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shén me cài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450330" y="2899410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zhōnɡ ɡuó cài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668905" y="354330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 hàn zì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088130" y="357378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 mínɡ zì</a:t>
            </a:r>
            <a:r>
              <a:rPr lang="en-US" altLang="en-US"/>
              <a:t>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193155" y="3495675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 hàn zì mínɡ zì</a:t>
            </a:r>
            <a:r>
              <a:rPr lang="en-US" altLang="en-US"/>
              <a:t> 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516505" y="4368800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yí ɡè hàn zì 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262755" y="4289425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jǐ ɡè hàn zì 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091555" y="428942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xué hàn zì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564130" y="4973955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yí ɡè zì 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171950" y="5004435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   jǐ ɡè zì 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000750" y="503491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 xiě zì</a:t>
            </a:r>
            <a:r>
              <a:rPr lang="en-US" altLang="en-US"/>
              <a:t> 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714625" y="562483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dú hàn zì 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345305" y="565531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dú shū</a:t>
            </a:r>
            <a:r>
              <a:rPr lang="en-US" altLang="en-US"/>
              <a:t> 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000750" y="565531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dú kè wén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2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914400"/>
            <a:ext cx="8313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能愿动词会（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Modal Verb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“会”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(1)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7755" y="1576705"/>
            <a:ext cx="8638540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（不）会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助词。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Subject+(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不）会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particle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032000" y="3062288"/>
          <a:ext cx="9186862" cy="234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0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Subject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（不）会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Verb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6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会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写汉字。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7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不会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做中国菜。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你妈妈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会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说汉语吗？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73785" y="2194560"/>
            <a:ext cx="8632190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会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动词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吗？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      Subject+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会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verb +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吗？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410200" y="65405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 huì</a:t>
            </a:r>
            <a:r>
              <a:rPr lang="en-US" altLang="en-US"/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282430" y="364553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 hàn zì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82430" y="430339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zuò zhōnɡ ɡuó cài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371965" y="4880610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hàn yǔ mɑ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946" name="AutoShape 4"/>
          <p:cNvCxnSpPr/>
          <p:nvPr/>
        </p:nvCxnSpPr>
        <p:spPr>
          <a:xfrm flipH="1" flipV="1">
            <a:off x="-329882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812800"/>
            <a:ext cx="8313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形容词谓语句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Sentences with an Adjectival Predicate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757805" y="3073718"/>
          <a:ext cx="8128000" cy="234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2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5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0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0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Subject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Adverb</a:t>
                      </a:r>
                      <a:r>
                        <a:rPr lang="en-US" altLang="zh-CN" sz="2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 of Degree/</a:t>
                      </a:r>
                      <a:r>
                        <a:rPr lang="zh-CN" altLang="en-US" sz="2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不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Adjective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6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很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好。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7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我妈妈的汉语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不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好。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中国菜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好吃。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87755" y="1576705"/>
            <a:ext cx="9023350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程度副词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形容词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   Subject + adverb + adjective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3785" y="2194560"/>
            <a:ext cx="9037955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形容词。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           Subject +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adjective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30820" y="3621405"/>
            <a:ext cx="609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hěn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111105" y="358584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hǎo</a:t>
            </a:r>
            <a:r>
              <a:rPr lang="en-US" altLang="en-US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0330" y="4291965"/>
            <a:ext cx="2895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mā mā de hàn yǔ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0330" y="4915535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45400" y="425513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    bù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885805" y="491553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hǎo chī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70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3971" name="组合 8"/>
          <p:cNvGrpSpPr/>
          <p:nvPr/>
        </p:nvGrpSpPr>
        <p:grpSpPr>
          <a:xfrm>
            <a:off x="307975" y="6350"/>
            <a:ext cx="5440363" cy="646113"/>
            <a:chOff x="308629" y="6819"/>
            <a:chExt cx="5439649" cy="646549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5419014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语言点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Language Points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368"/>
              <a:ext cx="543964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3.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疑问代词“怎么”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Interrogative Pronoun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“怎么”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955" y="1581150"/>
            <a:ext cx="8784590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怎么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动词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(+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助词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)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？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        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怎么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verb (+ particle)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？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620645" y="2764155"/>
            <a:ext cx="9292590" cy="264795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3638" y="3046413"/>
            <a:ext cx="9585325" cy="677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）这个汉字怎么读？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75063" y="3756025"/>
            <a:ext cx="8618537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）你的汉语名字怎么写？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02050" y="4371975"/>
            <a:ext cx="35845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）这个字怎么写？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31965" y="65278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zěn me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13885" y="2893060"/>
            <a:ext cx="3657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ɡe hàn zì zěn me dú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172450" y="3756025"/>
            <a:ext cx="487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de hàn yǔ mínɡ zì zěn me xiě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98365" y="4895850"/>
            <a:ext cx="3200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ɡe zì zěn me xiě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99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4995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996" name="Rectangle 2"/>
          <p:cNvSpPr/>
          <p:nvPr/>
        </p:nvSpPr>
        <p:spPr>
          <a:xfrm>
            <a:off x="1057275" y="1636713"/>
            <a:ext cx="10118725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40663" y="2308225"/>
            <a:ext cx="2703513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4998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在学校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school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776413" y="1652588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shuō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Hànyǔ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会    说    汉语 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shuō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Hànyǔ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会     说   汉语。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māmɑ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shuō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Hànyǔ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妈妈  会    说   汉语  吗？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shuō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  不  会    说。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1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6019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020" name="Rectangle 2"/>
          <p:cNvSpPr/>
          <p:nvPr/>
        </p:nvSpPr>
        <p:spPr>
          <a:xfrm>
            <a:off x="1057275" y="1636713"/>
            <a:ext cx="10067925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1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在学校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school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979613" y="1449388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你会 说汉语吗？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我会说汉语。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你妈妈会说汉语吗？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她不会说。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40663" y="2308225"/>
            <a:ext cx="2703513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04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7043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044" name="Rectangle 2"/>
          <p:cNvSpPr/>
          <p:nvPr/>
        </p:nvSpPr>
        <p:spPr>
          <a:xfrm>
            <a:off x="1057275" y="1620838"/>
            <a:ext cx="10050463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73975" y="2301875"/>
            <a:ext cx="2698750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7046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在厨房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kitchen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979613" y="1670050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Zhōnɡɡuó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cài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hǎo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chī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中国        菜   好   吃 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Zhōnɡɡuó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cài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hěn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hǎo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chī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中国        菜    很   好  吃。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zuò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Zhōnɡɡuó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cài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会   做    中国      菜   吗？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zuò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不  会   做。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066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8067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068" name="Rectangle 2"/>
          <p:cNvSpPr/>
          <p:nvPr/>
        </p:nvSpPr>
        <p:spPr>
          <a:xfrm>
            <a:off x="1057275" y="1620838"/>
            <a:ext cx="10067925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sp>
        <p:nvSpPr>
          <p:cNvPr id="88069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在厨房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kitchen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979613" y="1449388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中国菜好吃吗？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中国菜很好吃。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你会做中国菜吗？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我不会做。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73975" y="2301875"/>
            <a:ext cx="2698750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09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9091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10050463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62863" y="2187575"/>
            <a:ext cx="2700338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454150" y="1617663"/>
            <a:ext cx="8045450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xiě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Hànzì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  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会   写   汉字 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xiě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会   写。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Zhèɡe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zěnme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xiě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这个  字   怎么  写？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Duìbùqǐ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zhèɡe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dú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xiě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对不起，这个  字 我  会   读，不  会  写。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89095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在办公室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office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11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0115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10067925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012950" y="1431925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你会写汉字吗？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我会写。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这个汉字怎么写？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对不起，这个字我会读，不会写。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90118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在办公室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office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62863" y="2187575"/>
            <a:ext cx="2700338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628686" y="2241285"/>
            <a:ext cx="11021458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1141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1142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479550" y="1930400"/>
            <a:ext cx="10963275" cy="452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你会说汉语吗？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B Pinyinok-D"/>
                <a:cs typeface="GB Pinyinok-D"/>
                <a:sym typeface="宋体" panose="02010600030101010101" pitchFamily="2" charset="-122"/>
              </a:rPr>
              <a:t>      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shuō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Hànyǔ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2.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你会写汉字吗？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 huì xiě Hànzì mɑ?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3.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你会做中国菜吗？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 huì zuò Zhōnɡɡuó cài mɑ?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4.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你有汉语名字吗？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 yǒu Hànyǔ mínɡzi mɑ?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5.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你会写你的汉语名字吗？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 huì xiě nǐ de Hànyǔ mínɡzi mɑ? </a:t>
            </a:r>
            <a:endParaRPr kumimoji="0" lang="zh-CN" altLang="en-US" sz="24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1071563"/>
            <a:ext cx="841851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根据实际情况回答问题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Answer the questions according to the actual situations.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67925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2165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2166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727700" y="2974975"/>
            <a:ext cx="9096375" cy="2586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Wǒmen dōu huì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我们   都   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4" descr="C:\Documents and Settings\Administrator.CAOFAN\桌面\hsk一级\2课\2-04三-前图46358923（20）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36738" y="2759075"/>
            <a:ext cx="2698750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67925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3189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3190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4" descr="C:\Documents and Settings\Administrator.CAOFAN\桌面\hsk一级\2课\2-04三-前图46358923（20）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3238" y="2759075"/>
            <a:ext cx="2698750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5384800" y="2992438"/>
            <a:ext cx="9097963" cy="2584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Zhōnɡɡuó cài hěn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中国        菜   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10050992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4213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4214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942013" y="3467100"/>
            <a:ext cx="9097963" cy="2584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 huì zuò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  会  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4" descr="C:\Documents and Settings\Administrator.CAOFAN\桌面\hsk一级\2课\2-04三-前图46358923（20）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16100" y="2741613"/>
            <a:ext cx="1981200" cy="26400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67925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5237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5238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8638" y="2741613"/>
            <a:ext cx="2700338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5465763" y="2789238"/>
            <a:ext cx="9097963" cy="3694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Zhèɡe Hànzì wǒ huì  </a:t>
            </a:r>
            <a:r>
              <a:rPr kumimoji="0" lang="zh-CN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这个   汉字 我  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bú huì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不 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28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7283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1370961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运用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57275" y="1071563"/>
            <a:ext cx="93011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小组活动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Group Work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057275" y="2673350"/>
          <a:ext cx="10048875" cy="3078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02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姓名</a:t>
                      </a:r>
                      <a:endParaRPr lang="en-US" altLang="zh-CN" sz="2400" b="1" dirty="0"/>
                    </a:p>
                    <a:p>
                      <a:pPr algn="ctr"/>
                      <a:r>
                        <a:rPr lang="en-US" altLang="zh-CN" sz="2400" b="0" dirty="0"/>
                        <a:t>Name</a:t>
                      </a:r>
                      <a:r>
                        <a:rPr lang="en-US" altLang="zh-CN" sz="2400" b="1" dirty="0"/>
                        <a:t> 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英语</a:t>
                      </a:r>
                      <a:endParaRPr lang="en-US" altLang="zh-CN" sz="2400" b="1" dirty="0"/>
                    </a:p>
                    <a:p>
                      <a:pPr algn="ctr"/>
                      <a:r>
                        <a:rPr lang="en-US" altLang="zh-CN" sz="2400" b="0" dirty="0"/>
                        <a:t>English</a:t>
                      </a:r>
                      <a:r>
                        <a:rPr lang="en-US" altLang="zh-CN" sz="2400" b="1" dirty="0"/>
                        <a:t> </a:t>
                      </a:r>
                      <a:endParaRPr lang="zh-CN" altLang="en-US" sz="2400" b="1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法语</a:t>
                      </a:r>
                      <a:endParaRPr lang="en-US" altLang="zh-CN" sz="2400" b="1" dirty="0"/>
                    </a:p>
                    <a:p>
                      <a:pPr algn="ctr"/>
                      <a:r>
                        <a:rPr lang="en-US" altLang="zh-CN" sz="2400" b="0" dirty="0"/>
                        <a:t>French</a:t>
                      </a:r>
                      <a:endParaRPr lang="zh-CN" altLang="en-US" sz="24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汉语</a:t>
                      </a:r>
                      <a:endParaRPr lang="en-US" altLang="zh-CN" sz="2400" b="1" dirty="0"/>
                    </a:p>
                    <a:p>
                      <a:pPr algn="ctr"/>
                      <a:r>
                        <a:rPr lang="en-US" altLang="zh-CN" sz="2400" b="0" dirty="0"/>
                        <a:t>Chinese</a:t>
                      </a:r>
                      <a:r>
                        <a:rPr lang="en-US" altLang="zh-CN" sz="2400" b="1" dirty="0"/>
                        <a:t> 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日语</a:t>
                      </a:r>
                      <a:endParaRPr lang="en-US" altLang="zh-CN" sz="2400" b="1" dirty="0"/>
                    </a:p>
                    <a:p>
                      <a:pPr algn="ctr"/>
                      <a:r>
                        <a:rPr lang="en-US" altLang="zh-CN" sz="2400" b="0" dirty="0"/>
                        <a:t>Japanese</a:t>
                      </a:r>
                      <a:endParaRPr lang="zh-CN" altLang="en-US" sz="2400" b="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大卫</a:t>
                      </a:r>
                      <a:r>
                        <a:rPr lang="en-US" altLang="zh-CN" sz="2400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Dàwèi</a:t>
                      </a: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 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41" name="矩形 11"/>
          <p:cNvSpPr/>
          <p:nvPr/>
        </p:nvSpPr>
        <p:spPr>
          <a:xfrm>
            <a:off x="1163638" y="1619250"/>
            <a:ext cx="739775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</a:t>
            </a:r>
            <a:r>
              <a:rPr lang="en-US" altLang="zh-CN" sz="2000" dirty="0">
                <a:solidFill>
                  <a:srgbClr val="660066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Yīnɡyǔ  Fáyǔ   Rìyǔ  </a:t>
            </a:r>
          </a:p>
          <a:p>
            <a:r>
              <a:rPr lang="zh-CN" altLang="en-US" sz="24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补充生词：英语    法语   日语</a:t>
            </a:r>
            <a:r>
              <a:rPr lang="en-US" altLang="zh-CN" sz="24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400" b="1" dirty="0">
              <a:solidFill>
                <a:srgbClr val="66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057275" y="3503613"/>
            <a:ext cx="1588" cy="2247900"/>
          </a:xfrm>
          <a:prstGeom prst="line">
            <a:avLst/>
          </a:prstGeom>
          <a:ln w="381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1104563" y="3503613"/>
            <a:ext cx="1588" cy="2247900"/>
          </a:xfrm>
          <a:prstGeom prst="line">
            <a:avLst/>
          </a:prstGeom>
          <a:ln w="381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427288" y="3482975"/>
            <a:ext cx="1588" cy="22479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164138" y="3482975"/>
            <a:ext cx="1588" cy="22479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61138" y="3503613"/>
            <a:ext cx="1588" cy="22479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9280525" y="3487738"/>
            <a:ext cx="1588" cy="22479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811588" y="3498850"/>
            <a:ext cx="1588" cy="22479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918450" y="3503613"/>
            <a:ext cx="1588" cy="22479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058863" y="5735638"/>
            <a:ext cx="10045700" cy="1587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060450" y="5303838"/>
            <a:ext cx="10045700" cy="1587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057275" y="4854575"/>
            <a:ext cx="10045700" cy="174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060450" y="4371975"/>
            <a:ext cx="10045700" cy="1587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65600" y="3605213"/>
            <a:ext cx="595313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5150" y="3622675"/>
            <a:ext cx="595313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×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88000" y="3605213"/>
            <a:ext cx="595313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525" y="3605213"/>
            <a:ext cx="5937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×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7975" y="1619250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bǔ chōnɡ shēnɡ cí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45255" y="230505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yīnɡ yǔ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67960" y="230505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fǎ yǔ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99250" y="233426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hàn yǔ</a:t>
            </a:r>
            <a:r>
              <a:rPr lang="en-US" altLang="en-US"/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137525" y="230505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rì yǔ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28" grpId="0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11"/>
          <p:cNvSpPr txBox="1"/>
          <p:nvPr/>
        </p:nvSpPr>
        <p:spPr>
          <a:xfrm>
            <a:off x="3468688" y="266700"/>
            <a:ext cx="5551487" cy="10779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 堂 活 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你会什么运动</a:t>
            </a:r>
          </a:p>
          <a:p>
            <a:pPr eaLnBrk="0" hangingPunct="0"/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125788" y="266700"/>
            <a:ext cx="6100763" cy="58420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830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8309" name="Text Box 9"/>
          <p:cNvSpPr txBox="1"/>
          <p:nvPr/>
        </p:nvSpPr>
        <p:spPr>
          <a:xfrm>
            <a:off x="2022475" y="1325563"/>
            <a:ext cx="7646988" cy="1338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en-US" altLang="zh-CN" b="1" dirty="0">
                <a:latin typeface="Arial" panose="020B0604020202020204" pitchFamily="34" charset="0"/>
              </a:rPr>
              <a:t>3—4</a:t>
            </a:r>
            <a:r>
              <a:rPr lang="zh-CN" altLang="en-US" b="1" dirty="0">
                <a:latin typeface="Arial" panose="020B0604020202020204" pitchFamily="34" charset="0"/>
              </a:rPr>
              <a:t>个学生为一组。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利用图片调查本组学生会的体育运动并填写表格。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一位学生代表本组进行报告。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62113" y="2976563"/>
          <a:ext cx="9326885" cy="2408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6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2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2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2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2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2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7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名字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游泳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打篮球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踢足球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打网球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</a:t>
                      </a:r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0" y="3505200"/>
            <a:ext cx="54451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1475" y="3538538"/>
            <a:ext cx="54451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×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07200" y="3505200"/>
            <a:ext cx="54451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3505200"/>
            <a:ext cx="54451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5875" y="3505200"/>
            <a:ext cx="9032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大卫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97760" y="252793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mínɡ zì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56990" y="255841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yóu yǒnɡ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80000" y="255841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dǎ lán qiú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23660" y="2558415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tī zú qiú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08570" y="252793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dǎ wǎnɡ qiú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ba254d1e8fb762e1a25e6f91c4b21bc33acf"/>
  <p:tag name="ISPRING_RESOURCE_PATHS_HASH" val="f645bc77e5d595f1ec2933605447f6dc987ab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324"/>
  <p:tag name="TABLE_ENDDRAG_RECT" val="58*130*884*324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2383</Words>
  <Application>Microsoft Office PowerPoint</Application>
  <PresentationFormat>宽屏</PresentationFormat>
  <Paragraphs>708</Paragraphs>
  <Slides>36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GB Pinyinok-D</vt:lpstr>
      <vt:lpstr>SimSun-ExtB</vt:lpstr>
      <vt:lpstr>方正舒体</vt:lpstr>
      <vt:lpstr>华文楷体</vt:lpstr>
      <vt:lpstr>华文细黑</vt:lpstr>
      <vt:lpstr>华文新魏</vt:lpstr>
      <vt:lpstr>楷体</vt:lpstr>
      <vt:lpstr>楷体_GB2312</vt:lpstr>
      <vt:lpstr>宋体</vt:lpstr>
      <vt:lpstr>微软雅黑</vt:lpstr>
      <vt:lpstr>Arial</vt:lpstr>
      <vt:lpstr>Bradley Hand ITC</vt:lpstr>
      <vt:lpstr>Calibri</vt:lpstr>
      <vt:lpstr>Calibri Light</vt:lpstr>
      <vt:lpstr>默认设计模板</vt:lpstr>
      <vt:lpstr>自定义设计方案</vt:lpstr>
      <vt:lpstr>1_自定义设计方案</vt:lpstr>
      <vt:lpstr>2_自定义设计方案</vt:lpstr>
      <vt:lpstr>1_默认设计模板</vt:lpstr>
      <vt:lpstr>3_默认设计模板</vt:lpstr>
      <vt:lpstr>第 6 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lisa chen</cp:lastModifiedBy>
  <cp:revision>664</cp:revision>
  <dcterms:created xsi:type="dcterms:W3CDTF">2013-01-25T01:44:00Z</dcterms:created>
  <dcterms:modified xsi:type="dcterms:W3CDTF">2026-06-03T05:26:38Z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FFF9BC062C444A60973058F16EA9F7C9_12</vt:lpwstr>
  </property>
</Properties>
</file>